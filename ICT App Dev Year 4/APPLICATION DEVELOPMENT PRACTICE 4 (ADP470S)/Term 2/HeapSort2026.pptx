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4F898-BF60-4C94-95E3-35414C4E5CDB}" v="153" dt="2026-04-30T16:19:17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48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150 565 320,'0'0'9589,"10"-14"-7850,-7 10-1474,26-33 524,-28 36-751,-1 1 0,1-1-1,-1 0 1,1 1-1,-1-1 1,1 1 0,0-1-1,-1 1 1,1 0 0,0-1-1,-1 1 1,1 0 0,0-1-1,-1 1 1,1 0 0,0 0-1,0 0 1,0-1 0,0 2 19,-1-1 1,1 1-1,-1-1 1,1 1-1,-1 0 1,0-1-1,1 1 1,-1 0 0,0-1-1,0 1 1,1 0-1,-1-1 1,0 1-1,0 0 1,0-1-1,0 1 1,0 0-1,0-1 1,0 1-1,0 0 1,0 0-1,0-1 1,0 1-1,-1 0 1,1 0-1,-5 28 1194,-2 0-1,-17 50 1,3-11-486,-20 96 543,-16 56-241,54-211-1045,0 0 1,0 0 0,-1-1 0,0 0 0,0 0 0,-1 0-1,0 0 1,-7 8 0,12-16-20,0 0 0,0 0-1,0 1 1,0-1 0,-1 0 0,1 0-1,0 0 1,0 0 0,0 1 0,0-1-1,0 0 1,0 0 0,0 0 0,-1 0-1,1 0 1,0 0 0,0 1 0,0-1-1,0 0 1,0 0 0,-1 0 0,1 0-1,0 0 1,0 0 0,0 0 0,-1 0-1,1 0 1,0 0 0,0 0 0,0 0-1,0 0 1,-1 0 0,1 0 0,0 0-1,0 0 1,0 0 0,-1 0-1,1 0 1,0 0 0,0 0 0,0 0-1,0 0 1,-1 0 0,1 0 0,0-1-1,0 1 1,0 0 0,0 0 0,0 0-1,-1 0 1,1 0 0,0 0 0,0-1-1,0 1 1,0 0 0,-2-14 57,2-2-101,0-23-149,1 0 0,1 0 0,16-75 0,7 23-670,3 2 1,5 0-1,3 3 0,4 1 0,4 2 0,74-106 0,-100 163 705,2 1 0,1 1 0,1 1 0,34-28 0,-46 43 236,0 0 0,1 1 1,0 0-1,1 1 0,-1 0 1,1 1-1,0 0 0,1 1 1,-1 0-1,1 1 0,-1 0 1,1 1-1,18 0 0,-29 2-59,0 0 1,-1 0-1,1 0 0,0 0 0,-1 0 0,1 1 0,0-1 1,-1 1-1,1-1 0,-1 1 0,1 0 0,0 0 0,-1-1 1,0 1-1,1 0 0,-1 0 0,0 0 0,1 1 1,-1-1-1,0 0 0,0 0 0,0 1 0,0-1 0,0 1 1,0-1-1,0 1 0,-1-1 0,1 1 0,0-1 0,-1 1 1,1 2-1,1 4 95,-1 1 1,0 1-1,-1-1 1,0 16-1,-1-7 99,0 0-161,0 0 0,-1-1 0,-2 1 0,1-1 1,-2 0-1,0 0 0,-1 0 0,-1-1 0,0 0 0,-2 0 0,1-1 1,-2 0-1,0 0 0,-1-1 0,0-1 0,-1 0 0,-1 0 0,0-1 1,0-1-1,-25 16 0,-76 32-69,85-46-3,2 1 0,-1 0 0,2 2 0,-29 23 0,53-38 18,1 0 0,-1 0 0,1 0 0,-1 1 0,1-1 1,-1 1-1,1-1 0,0 1 0,0-1 0,-1 1 0,1-1 0,0 1 0,1 0 0,-1 0 0,0 0 0,0-1 0,1 1 1,-1 0-1,1 0 0,-1 0 0,1 0 0,0 0 0,0 0 0,0 0 0,0 0 0,0 0 0,1 0 0,-1 0 0,0 0 1,1 0-1,0 0 0,-1-1 0,1 1 0,0 0 0,0 0 0,1 2 0,5 3 245,-1 0 0,1 0 0,1 0 0,-1-1 0,1-1 0,10 7-1,0 1 726,42 35 1680,105 111 1,-98-91-2283,-64-65-482,24 19 195,-26-21-296,-1 0 1,1-1 0,0 1-1,0-1 1,0 0 0,0 1 0,0-1-1,0 0 1,0 0 0,0 1-1,0-1 1,0 0 0,0 0 0,0 0-1,0 0 1,0 0 0,0 0-1,0-1 1,0 1 0,0 0 0,0 0-1,0-1 1,0 1 0,0-1 0,0 1-1,0-1 1,0 1 0,0-1-1,0 1 1,1-2 0,27-41-8631,-24 34 6870,16-28-6187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48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61 694 8260,'0'0'4533,"-8"18"-569,-1 3-2835,1-7-282,1 1 0,1 1 0,0-1 0,1 1 0,-4 24 0,8-37 229,0-10-456,0-29-321,2-52-496,1 66 118,2 1 0,0-1 0,0 1 0,2 0 0,10-24 0,51-101-1096,-46 104 655,19-43-753,4 1 1,62-86-1,-100 161 1269,-4 7 21,-1-1 0,0 1 0,1 0 0,0-1 0,-1 1 1,1 0-1,0 0 0,0 0 0,0 0 0,1 0 0,-1 1 0,0-1 0,1 1 1,-1-1-1,5-1 0,-6 8 519,-7 249 3168,-38 260 1,30-370-3551,14-139 1330,-2 2-7216,-5-16-3759,-8-10 1252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48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9780,'0'0'7172,"142"-25"-4979,-81 25-1809,2 0-384,-7 0-480,-6 11-3058,-10 10-3969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49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1044 10725,'0'0'3081,"-1"-19"436,0 7-2847,0-8 79,1-1 0,0 1 0,2 0 0,0-1 1,5-20-1,14-21-166,2 1 1,3 1 0,49-82-1,-14 27-503,55-155-39,-92 208-31,-23 61 56,0 7-37,0 0 0,0 0-1,-1 0 1,0 0-1,0 0 1,-2 11 0,0 5 61,-11 115 589,4-73-326,4 0-1,3 0 1,8 102-1,-4-153-329,1-1-1,1 1 0,0-1 1,0 0-1,1 0 0,0 0 1,8 11-1,-12-22-16,0 0 0,0 1 0,0-1 0,0 0 0,1 0 0,-1 0 0,0 0 0,0 0 0,1-1 0,-1 1 0,0 0 0,1 0 0,-1-1 0,1 1 0,-1-1 0,1 0 0,-1 1 0,1-1 0,-1 0 0,1 0 0,-1 0 0,1 0 0,-1 0 0,1 0 0,-1 0 0,1 0 0,-1-1 0,3 0 0,3-1 16,-1 0 1,0 0 0,0-1-1,0 1 1,8-6-1,16-13-9,-1 0-1,-1-2 0,30-33 1,68-85-297,-69 74-212,-4-3 1,-2-1-1,78-152 0,-125 216 652,-1 0 1,0-1-1,0 1 0,-1-1 0,0 0 0,0 1 0,1-15 0,-3 19 863,-12 17-672,1-1 0,1 1-1,1 1 1,0 0 0,1 0 0,-7 18 0,-2 2 37,-2 3-132,1 0 0,2 1 0,2 1 1,2 0-1,1 1 0,3 0 0,-7 73 0,13-64-390,3 1 1,1-1-1,19 96 1,5-52-3636,11-1-4923,-23-60 3227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32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728 0 1169,'0'0'2078,"0"18"-1521,-8 304 3016,-63 238 1282,15-167-4105,5 537-410,49-851-333,-37 329 87,-31-2 33,11-77 108,6 90-88,16 25-183,12-80-160,-6 26 174,15-135 30,-5 63-4,-31 272 59,-6-76 116,12-88 13,13 153-459,35-563-341,1-9-991,0-7-2904,0-9-147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34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1114 1 656,'0'0'8393,"-3"1"-7990,1 0-358,0 0-1,0 0 0,0 1 1,0-1-1,0 1 0,0 0 1,0 0-1,0 0 0,1-1 1,-1 2-1,1-1 0,0 0 1,-1 0-1,1 0 1,-1 3-1,-17 47 548,10-28-312,-85 259 1378,30-83-1091,-103 359 1085,74-192-938,-39 166-19,27 4-469,39 34-72,17-116-124,-80 1009 136,112-1094 22,-7 98-96,9 111 210,15-510-84,-2-22 192,-16 87 0,-2 12-155,3 180-169,9-10-695,6-297 210,-1 1-1,-8 25 1,5-24-616,-4 41 0,7-1-629,3-34-2718,0-17 895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36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68 178 96,'0'0'4146,"-8"-3"-3250,-5-1-454,8 3-34,0 0 0,0-1-1,0 0 1,1 0-1,-1-1 1,1 1 0,-7-5-1,8 2 2154,11 2-1961,13 3-1093,-19 0 715,997-44-1514,418-13 984,-494 30-91,-128 13 725,714 31 1718,-46-6 321,-996-12-566,-267-4 309,-96 0-1320,-1 5 0,113 14 0,-255-14 452,39 2-1614,0 0 0,0 0 0,0 0 0,0 0-1,0 1 1,0-1 0,0 0 0,1 0 0,-1 0 0,1 0 0,0 0 0,0 2 0,17 21-6723,-9-16 1353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37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1 496,'0'0'689,"-136"65"-1218,111-49-127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38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80,'0'0'1169,"23"0"-76,-4 0-841,27 0 764,72-9 0,278-33 5897,4 25-3816,17 13-1635,1233 14 2180,-1539-6-3598,1262 61 456,-922-35-460,766 69 1209,-515-35 292,-560-53-1178,201-4-159,-235-7 203,-23-8-420,-22 1 29,284-7 496,-145 17 403,-63 2-728,-138-5-150,-5 0-104,11 0-124,8-3-537,-20-2-1277,-28-9-2430,27 12 3935,-47-18-6607,-14-5-2321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39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15 352,'0'0'4898,"33"0"-4417,-22 0-257,1 0-144,-3 0-48,3-4-32,-1 2-32,-3-2-208,0 4-1217,3-4-1568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40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26 1697,'0'0'6771,"5"-4"-5744,17-17 8223,-22 43-6954,-7 39 1,-21 56-2170,19-85 203,8-27-345,-16 53-337,3 0-1,2 1 1,-6 97-1,17-129-604,0-16 108,0-1-1,1 1 1,0 0-1,1-1 1,0 1-1,0-1 1,5 14-1,15 8-4787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41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38 416,'0'0'2407,"-6"-5"-1751,-16-14-32,17 6 11067,2 57-10645,-2 0 0,-1-1-1,-24 85 1,-22 71 1311,-72 246 262,111-406-2455,2 1 0,1 0 0,2 0 0,1 1 0,0 51 0,6-90-155,1 0 0,0-1 1,1 1-1,-1 0 0,0-1 0,0 1 0,1 0 0,-1-1 1,1 1-1,-1-1 0,1 1 0,-1-1 0,1 1 0,0-1 0,0 1 1,0-1-1,0 0 0,0 1 0,0-1 0,0 0 0,1 0 0,-1 0 1,3 2-1,-1-2-101,0 0-1,0 0 1,0 0 0,0 0 0,0 0 0,0-1 0,0 1 0,1-1 0,-1 0 0,0 0 0,5-1-1,-8 1-63,1 0 0,-1 0-1,1 0 1,0-1-1,-1 1 1,1 0-1,-1 0 1,1-1-1,-1 1 1,1 0 0,-1-1-1,1 1 1,-1 0-1,1-1 1,-1 1-1,0-1 1,1 1-1,-1-1 1,1 1 0,-1-1-1,0 1 1,0-1-1,1 1 1,-1-1-1,0 1 1,0-1-1,0 0 1,1 1 0,-1-1-1,0 1 1,0-1-1,0 0 1,0 1-1,0-1 1,0 1-1,0-1 1,0 0 0,-1 1-1,1-1 1,0 0-1,0-4-1109,0-21-7045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50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547 165 624,'0'0'6329,"6"-20"-3936,21-61-83,-26 80-2171,-1-1 0,1 1-1,-1-1 1,1 1 0,-1 0 0,1-1-1,-1 1 1,0-1 0,0 1 0,0-1 0,1 1-1,-2-1 1,1 1 0,0-1 0,0 1 0,0-1-1,-1 1 1,1-1 0,-1 1 0,1 0-1,-1-1 1,1 1 0,-1 0 0,0-1 0,0 1-1,0 0 1,0 0 0,1 0 0,-2 0-1,1 0 1,-2-2 0,0 1 95,-1 1 0,0 0 0,1 0-1,-1 1 1,0-1 0,1 1 0,-1-1 0,0 1 0,-3 1 0,-3-1 291,-15-1 170,1 1 1,-1 2 0,1 0 0,0 2-1,-27 7 1,26-4-449,0 2 1,0 1-1,1 1 0,0 1 0,1 1 0,0 1 1,-35 29-1,46-33-204,0 0 0,1 1 0,0 1 1,1 0-1,0 0 0,1 0 0,-9 16 1,14-19-39,0-1 0,0 1 0,1 0 0,0 0 1,1 0-1,0 0 0,0 1 0,1-1 1,0 0-1,1 1 0,0-1 0,0 1 0,3 11 1,-1-14-8,0 1 0,1-1 0,0 0 0,0 1 1,1-1-1,0-1 0,0 1 0,0 0 0,1-1 1,0 0-1,1 0 0,-1-1 0,1 1 0,0-1 1,0 0-1,14 7 0,0 0-11,1 0 0,1-2 0,0 0 0,33 9 0,-30-13-12,1 0 1,0-1 0,0-2-1,0 0 1,0-2 0,0-1 0,1-1-1,-1-1 1,0-2 0,0 0-1,40-13 1,-52 12 5,0-1 0,1 0 0,-2-1 0,1-1 0,-1 0 0,0 0 0,-1-2 0,0 1 0,12-14 0,-15 14 9,-1-1 1,-1 0 0,0-1-1,0 1 1,-1-2 0,0 1 0,-1 0-1,0-1 1,-1 0 0,-1 0-1,1 0 1,1-16 0,-3 14 13,-1 0 0,0 0 1,-1 0-1,0 1 0,-1-1 1,-5-27-1,4 34-2,-1-1 1,1 0 0,-1 1-1,-1-1 1,0 1-1,0 0 1,0 0 0,-1 1-1,0-1 1,0 1 0,0 0-1,-1 0 1,-8-5-1,-3-3-152,-1 2 0,-1 0 0,0 1 0,-1 1 0,0 0 0,0 2 0,-40-11 0,56 20-5756,2 5 2100,7 6-473,20 10-4485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50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467 127 13718,'0'0'2641,"-27"-17"670,-89-52-42,104 62-2945,0 1 1,-1 1 0,0 0 0,0 1 0,0 0 0,0 1 0,0 1-1,-1 0 1,1 1 0,-1 0 0,-17 2 0,15-1-11,11-1-232,-1 1-1,1 0 1,0 1 0,-1-1-1,1 1 1,0 0 0,0 1-1,0-1 1,0 1 0,0 0-1,-8 4 1,11-4-74,0 0 1,-1 0-1,1 1 0,0-1 1,1 0-1,-1 1 0,0-1 1,1 1-1,-1 0 0,1-1 1,0 1-1,0 0 0,0 0 1,0 0-1,0 0 0,1 0 1,-1 0-1,1 0 0,0 0 1,0 0-1,0 4 0,1 1-56,-1 0 0,2 0-1,-1 1 1,1-1 0,1 0-1,-1 0 1,1-1 0,1 1-1,-1-1 1,1 1 0,1-1-1,9 12 1,7 6-334,1-1-1,25 21 1,-16-15-9,-7-7 161,5 5-344,0 1 1,32 45-1,-54-66 457,-2 1 0,1-1 1,-1 1-1,-1 0 0,1 1 0,-2-1 0,1 1 1,-1-1-1,-1 1 0,1 0 0,-2 0 0,0 0 1,0 0-1,-1 20 0,-1-27 134,0 1 1,0 0-1,-1 0 0,1-1 1,-1 1-1,0-1 0,0 1 1,0-1-1,-1 0 1,1 0-1,-1 0 0,0 0 1,0 0-1,0 0 0,0-1 1,0 1-1,0-1 0,-1 0 1,1 0-1,-1-1 0,1 1 1,-1-1-1,0 1 1,-5 0-1,-13 4 475,1-1 1,-1-1-1,-23 2 1,38-6-291,-2 1-19,-13 2 54,-1 0 0,1-2 1,-1-1-1,-31-4 0,51 3-700,0 0 0,0 0 0,0 0 0,0-1 0,0 1 0,0-1 0,-4-2-1,2 1-820,-17-11-6237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51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3 96,'-2'-2'11333,"-2"3"-11773,-29 16-630,3 0-4068,18-12 2518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53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1 2561,'0'0'12483,"-2"3"-7809,-9 23-4698,-6 14 382,2 2 0,1 0 0,3 0 0,-10 65 1,-17 205 1496,12-84-250,16-169-1318,-3 0-1,-2-1 1,-27 68 0,14-63-248,15-37-6,-12 39-1,36-74 546,-4 1-573,1 1 0,-1 1 0,1-1 0,0 1 0,15-8 0,4 7-16,0 2-1,0 0 0,0 2 1,0 1-1,0 1 1,38 4-1,0-2 21,4062 2 608,-2842 21-363,274-1-290,-1528-23 41,0-2 0,0-1 0,0-2 0,0-1 0,50-17 0,-64 19-2,0 1 1,0 0-1,0 2 1,0-1-1,0 2 1,27 3-1,7-1 7,195 0 41,207-3 0,-446 1 16,-3 0 84,0 1 0,0-1 0,0-1 0,1 1 0,-1-1 0,0 1 0,0-1-1,-1-1 1,9-2 0,-12 4-83,0 0-1,0-1 0,-1 1 0,1 0 1,0 0-1,0-1 0,0 1 0,0 0 0,0 0 1,0 0-1,0-1 0,-1 1 0,1 0 0,0 0 1,0 0-1,0-1 0,0 1 0,-1 0 1,1 0-1,0 0 0,0 0 0,0-1 0,-1 1 1,1 0-1,0 0 0,0 0 0,-1 0 1,1 0-1,0 0 0,0 0 0,-1 0 0,1 0 1,0 0-1,0 0 0,-1 0 0,1 0 1,0 0-1,-1 0 0,1 0 0,0 0 0,0 0 1,-1 0-1,1 0 0,0 1 0,-25-3 244,13 1-288,-115-17-4163,123 18 3665,-18-5-4297,12-6-2267,8-6-1183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8:53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1 4034,'0'0'16637,"-12"22"-14650,-41 73-325,36-61-283,2 1 0,1 0-1,-13 57 1,5-18-397,15-49-1212,3-10 332,-1 1 1,-1-1 0,-8 15-1,12-26-433,0 0 0,-1 0 0,0 0 0,0-1 0,0 1 0,-4 2-1,5-4-238,0 0-1,-1 0 0,0 0 1,1-1-1,-1 0 0,0 1 1,1-1-1,-1 0 1,0 0-1,-4 0 0,-14 1-8561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5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753 72 1377,'0'0'9105,"0"-8"-7851,-2-36 5365,12 44-6072,154-10 871,-111 4-1266,0 3 1,91 6 0,-139-2-148,0 0 1,0 0 0,0 0-1,0 1 1,0 0 0,0 0 0,0 0-1,0 0 1,-1 1 0,1 0-1,-1 0 1,0 0 0,0 0 0,0 1-1,0 0 1,-1 0 0,1 0 0,-1 0-1,0 0 1,0 1 0,-1-1-1,1 1 1,-1 0 0,0 0 0,0 0-1,-1 0 1,2 7 0,2 12 19,-1 1 1,-2-1-1,0 1 1,-3 36-1,1-56-24,-2 19-1,0 0 1,-2 0 0,0 0-1,-13 37 1,-43 94 9,20-59 1,-221 483 156,259-576-166,-55 123 134,-78 250 0,16 147 1329,109-456-1244,4-1-1,3 109 1,3-163-211,2 1 1,-1-1 0,2 1-1,0-1 1,0 0-1,1 0 1,0 0 0,1 0-1,1-1 1,0 0-1,0 0 1,1-1 0,0 1-1,1-1 1,0-1 0,1 0-1,0 0 1,0 0-1,1-1 1,0-1 0,0 0-1,1 0 1,0-1-1,14 6 1,12 3 29,1-1-1,0-2 1,68 11 0,-99-20-29,-15-10 283,-9-7-247,5 11-43,0 1 1,0 0-1,0 1 0,0 0 0,0 1 0,-1 1 1,1 0-1,0 0 0,-18 5 0,23-4-3,0 1-1,0-1 0,0 1 1,0 1-1,0-1 1,1 1-1,-1 0 0,1 1 1,0-1-1,1 1 0,-1 0 1,1 1-1,0-1 1,0 1-1,0 0 0,1 1 1,0-1-1,1 1 1,-1-1-1,1 1 0,0 0 1,-2 11-1,-3 13-3,2 1 0,1 0 0,1 1 1,1 33-1,-2 17 2,-30 317 67,-10-58-33,36-286-43,-2 44 22,5 1 0,6 106 1,2-73 31,-9 447 139,5-248 364,3-182-460,-3-109-47,-1 1-1,-14 68 1,-31 82 470,12-58-264,31-111-243,-1 2 95,0 0-1,-2 0 1,-19 42 0,24-62-58,0 0-1,-1 0 1,1 0-1,-2 0 1,1-1-1,0 1 1,-1-1 0,0 0-1,0-1 1,-1 1-1,1-1 1,-1 0-1,0 0 1,0-1-1,-1 0 1,1 0 0,0 0-1,-1-1 1,-9 3-1,-29 0 533,1-1-1,-1-3 1,-58-4-1,89 2-520,13 1-46,0 0-1,0 0 1,0 0-1,0 0 1,0 0-1,-1 0 1,1 0-1,0-1 1,0 1 0,0 0-1,0-1 1,0 1-1,0-1 1,0 1-1,0-1 1,0 1-1,-1-2 1,2 1-34,0 1 1,0-1-1,-1 1 1,1-1-1,0 1 1,0-1-1,0 1 1,0-1-1,0 1 1,0-1-1,0 1 1,1-1-1,-1 1 1,0-1-1,0 1 1,0 0-1,0-1 1,1 1-1,-1-1 1,0 1-1,0-1 1,1 1-1,-1 0 1,0-1-1,1 1 1,0-1-1,36-30-3898,-24 22 1276,16-17-4591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6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0 951 4674,'0'0'13513,"2"-7"-12083,1-9-812,1 1 1,1 0-1,0 0 1,1 0-1,1 1 1,10-18-1,62-88 644,-65 100-1178,448-649-655,-462 669 576,1-1 1,-1 0 0,0 0 0,1 0 0,-1 1 0,1-1-1,-1 0 1,1 0 0,0 1 0,-1-1 0,1 0-1,0 1 1,-1-1 0,1 1 0,0-1 0,0 1-1,-1-1 1,3 0 0,-1 25 335,-6 60 328,-20 112 0,-2 10 388,22-19-951,4-168-193,0-18-361,0-10-2322,0 5 2085,0 0 0,-1 0-1,1 0 1,-1 0 0,0 0-1,0 0 1,0 1-1,0-1 1,-1 0 0,1 1-1,-1-1 1,0 1 0,0-1-1,-1 1 1,1 0-1,-1 0 1,1 0 0,-1 0-1,-4-3 1,-27-22-8775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6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10405,'0'0'6707,"115"-10"-3234,-60 8-1808,-5 2-1313,0 0-304,2 0-48,-6 0-512,-4 4-2097,-11 0-2241,-5 0-3282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7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 3522,'0'0'5138,"-35"138"-2049,16-65 1105,4-4-976,5-2-1249,-1-11-817,-1-6-640,3-10-351,-1-15-161,-3-8 32,5-11-32,6-6-545,-2 0-1007,4-25-593,-2-11-1457,-2-12-864,4-8-1121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7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46 3009,'0'0'3271,"20"-7"277,63-24 49,-80 29-3151,1 1-1,-1 0 1,0 0 0,1 0-1,-1 1 1,1-1 0,-1 1-1,1 0 1,-1 0 0,1 0 0,-1 0-1,5 1 1,-8-1-340,1 0-1,-1 1 0,1-1 1,-1 1-1,1-1 1,-1 0-1,0 1 1,1-1-1,-1 1 1,1-1-1,-1 1 1,0-1-1,1 1 1,-1-1-1,0 1 1,0-1-1,1 1 1,-1 0-1,0-1 1,0 1-1,0-1 1,0 1-1,0 0 1,0-1-1,0 1 1,0-1-1,0 1 1,0 0-1,0-1 1,0 1-1,0-1 1,0 1-1,-1 0 1,1-1-1,0 1 1,-1 0-1,-1 4 227,-1 1 0,0-1-1,0 0 1,-1 0 0,1 0 0,-1-1-1,0 1 1,-9 6 0,-6 2 195,-1-1 0,-29 12 0,33-17-547,0 1 0,1 0 0,0 1 0,1 0 1,-24 21-1,26-7-1601,9-9-1188,3-14 2580,0 0 0,0 1-1,0-1 1,0 0 0,0 1-1,0-1 1,0 0 0,0 1 0,0-1-1,0 0 1,0 0 0,1 1-1,-1-1 1,0 0 0,0 1-1,0-1 1,0 0 0,1 0-1,-1 1 1,0-1 0,0 0-1,1 0 1,-1 0 0,0 1-1,0-1 1,1 0 0,-1 0-1,0 0 1,1 0 0,-1 0-1,23 2-8149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7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180 502 12374,'-12'20'4116,"12"-20"-4097,-20 34 2453,1 0 1,2 2-1,-23 68 1,24-38-1139,-11 36-1193,27-102-211,0 0 0,0 0-1,0 1 1,0-1 0,0 0 0,0 0-1,0 0 1,-1 1 0,1-1 0,0 0-1,0 0 1,0 0 0,0 0 0,-1 1-1,1-1 1,0 0 0,0 0 0,0 0-1,-1 0 1,1 0 0,0 0 0,0 0-1,-1 0 1,1 0 0,0 0-1,0 0 1,0 0 0,-1 0 0,1 0-1,0 0 1,0 0 0,-1 0 0,1 0-1,0 0 1,0 0 0,-1 0 0,1 0-1,0 0 1,0 0 0,0 0 0,-1 0-1,1 0 1,0-1 0,0 1 0,0 0-1,0 0 1,-1 0 0,1 0 0,0-1-1,0 1 1,0 0 0,0 0 0,0 0-1,-1-1 1,1 1 0,0 0 0,0 0-1,0 0 1,0-1 0,-4-10-886,1-1 0,0 1 0,1-1-1,0 0 1,1 0 0,0 1 0,1-13 0,0 7 190,-2-7 134,2 0 0,1-1 0,0 1 0,2 0 0,1 0 0,0 0 0,2 0 0,15-37 0,-2 17 537,3 1 0,1 1-1,3 1 1,1 1-1,55-62 1,-52 70 835,1 2 0,1 1 0,64-43 0,-90 68-460,49-27 2308,-50 29-1844,0 0 1,0 0-1,1 1 0,-1 0 1,9-1-1,-13 2-623,0 0 0,-1 0 0,1 0 0,-1 0 1,1 0-1,-1 0 0,1 0 0,0 0 0,-1 1 0,1-1 0,-1 0 0,1 0 0,-1 1 0,1-1 0,-1 0 0,1 1 1,-1-1-1,0 1 0,1-1 0,-1 0 0,1 1 0,-1-1 0,0 1 0,0-1 0,1 1 0,-1-1 0,0 1 0,0-1 1,1 1-1,-1 0 0,0-1 0,0 1 0,0-1 0,0 1 0,0 0 0,0 27 1589,0-17-1128,0 1-147,-1 0 0,0-1 1,0 1-1,-1-1 0,-1 1 0,0-1 0,0 0 0,-6 12 0,7-18-375,-1-1-1,0 1 1,0 0-1,0-1 1,0 1-1,-1-1 1,0 0-1,1 0 1,-2 0-1,1-1 1,0 1-1,-1-1 1,1 0-1,-1-1 1,0 1 0,0-1-1,0 0 1,0 0-1,-10 2 1,11-3-423,-16 3 1169,20-4-893,0 0 0,0 0 0,-1 0 0,1 0 0,0 0 0,0 0 1,-1 0-1,1 0 0,0 0 0,0 0 0,-1 0 0,1 0 0,0 0 0,0 0 1,-1 0-1,1 0 0,0 0 0,0 0 0,0 0 0,-1 0 0,1-1 0,0 1 1,0 0-1,0 0 0,-1 0 0,1 0 0,0-1 0,0 1 0,0 0 0,0 0 0,-1 0 1,1-1-1,0 1 0,0 0 0,0 0 0,0-1 0,0 1 0,0 0 0,0 0 1,0-1-1,0 1 0,0 0 0,0 0 0,0 0 0,0-1 0,0 1 0,0 0 1,0 0-1,0-1 0,0 1 0,0 0 0,0 0 0,0-1 0,0 1 0,0 0 1,0 0-1,1-1 0,-1 1 0,0 0 0,0 0 0,0 0 0,0 0 0,1-1 1,3-4-1370,-1 0 0,2 1 0,-1-1 0,0 1 0,1 0 0,8-6 0,22-12-8140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8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459 0 3554,'0'0'12216,"-18"22"-7625,-41 55-678,-81 140-1,-18 131 471,80-106-5359,73-209-2484,9-31 18,1-2 1979,0-1-1,0 1 0,1-1 0,-1 0 0,0-1 1,0 1-1,-1-1 0,7-3 0,26-16-7908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8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 6099,'0'0'22154,"-40"121"-21354,40-96-592,0-8-208,0-9-80,15-8-1504,10-4-1778,8-40-2192,3-12-4131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8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12070,'0'0'9540,"-31"144"-9636,31-95-1649,8-10-2433,4 1-3761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8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10597,'0'0'14214,"-88"121"-13797,96-92-385,13-6-16,11 0-16,5-10-401,9-11-1071,9-2-1330,9 0-1327,7-17-4163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9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3 6515,'-19'0'6993,"-7"-1"-4896,4 0 282,-1 1-1,-41 4 1,59-3-2035,0 0-1,0 0 1,1 0 0,-1 0-1,0 1 1,1 0 0,-1 0 0,1 0-1,0 1 1,-1-1 0,1 1-1,0 0 1,1 0 0,-6 5-1,6-4-221,1-1-1,-1 1 1,1 0 0,-1 1-1,1-1 1,0 0-1,1 1 1,-1-1 0,1 1-1,0-1 1,0 1-1,0 0 1,1-1 0,0 10-1,0-13-119,0 1 1,1-1-1,-1 0 0,1 1 0,-1-1 0,1 1 0,0-1 0,0 0 0,-1 0 1,1 0-1,0 1 0,0-1 0,0 0 0,0 0 0,0 0 0,1 0 1,-1 0-1,0-1 0,0 1 0,1 0 0,-1-1 0,0 1 0,1 0 1,-1-1-1,0 0 0,1 1 0,-1-1 0,1 0 0,-1 0 0,1 0 0,1 0 1,58 3-200,-48-4 56,-5 2-37,-1-1 0,1 0 0,-1-1 0,0 1 1,1-2-1,-1 1 0,0-1 0,0 0 0,0 0 0,0-1 0,0 0 1,0 0-1,-1-1 0,7-4 0,-8 2 1625,-6 5-914,-7 6-304,5 3-247,1 0 1,1 0-1,-1 0 1,2 0-1,-1 0 0,1 0 1,0 0-1,2 12 1,-2-12-188,0-6 56,1 0 0,-1 0 0,0 0 0,1 0 0,-1 0 0,1 0 0,0 0 0,-1 0 0,1 0 0,0-1 0,0 1 0,0 0 0,0-1 0,1 1 0,-1-1 0,0 1 0,1-1 0,2 3 0,0-2-307,-1 0 0,1 0 0,-1 0 0,1 0 0,0-1-1,0 0 1,0 0 0,8 2 0,-2-2-1326,1 0 0,0-1-1,-1 0 1,1-1 0,0 0 0,16-4 0,26-16-7132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9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1 11589,'0'0'4915,"-106"71"-1570,52-9 1121,8 9-1200,10 5-1362,9 1-575,8-6-176,6-8-465,9-3-576,0-16-112,4-10-96,-2-9-848,-2-17-753,-5-8-1089,-7 0-1263,-7-8-2274,-2-23-5315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9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5314,'18'0'4811,"28"-1"-1844,91 0 5397,-117 2-7246,0 0-1,0 2 1,0 0 0,35 12-1,-52-15-1055,-1 1-1,0 1 1,0-1-1,0 0 0,-1 0 1,1 1-1,0-1 1,0 1-1,-1 0 0,1-1 1,-1 1-1,1 0 1,-1 0-1,0 0 0,0 0 1,0 0-1,0 0 1,0 0-1,0 0 0,-1 0 1,1 1-1,-1-1 1,1 0-1,-1 0 1,0 1-1,0-1 0,0 0 1,0 1-1,0-1 1,0 0-1,-1 0 0,-1 5 1,-1 6 10,-1 0 1,0 0-1,-1-1 0,-7 14 1,10-23-37,-15 40 106,14-32-685,-2 1 0,1-1 0,-10 15 0,13-39-7867,1 7 6578,0-30-5889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09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0 6659,'0'0'18777,"-40"149"-18697,40-101-80,0 2-593,7 0-1792,16-4-2401,8-8-5186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0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142 179 2513,'0'0'11387,"-19"-1"-5526,-61 0-1310,78 1-4401,1 0-1,-1 0 0,0 0 0,0 0 0,1 1 1,-1-1-1,0 0 0,1 1 0,-1-1 0,1 1 1,-1 0-1,0-1 0,1 1 0,-1 0 0,1 0 0,0 0 1,-1 0-1,1 0 0,0 1 0,0-1 0,-1 0 1,1 0-1,0 1 0,0-1 0,1 1 0,-1-1 1,0 1-1,0-1 0,1 1 0,-1 0 0,1-1 1,-1 1-1,1 0 0,0-1 0,-1 1 0,1 0 0,0 3 1,0-1-131,1 0-1,-1 0 1,1 0 0,-1 0 0,1 0 0,1 0 0,-1 0 0,0 0 0,1 0 0,0 0 0,4 6 0,-5-9-31,0 1 1,0-1 0,1 1 0,-1-1 0,0 0-1,1 1 1,0-1 0,-1 0 0,1 0 0,-1 0 0,1 0-1,0 0 1,0-1 0,0 1 0,0 0 0,-1-1-1,1 1 1,0-1 0,0 0 0,0 0 0,0 0 0,0 0-1,0 0 1,0 0 0,0 0 0,0-1 0,0 1-1,0 0 1,0-1 0,0 0 0,-1 1 0,4-3 0,-1 0-77,1 0 1,-1 0 0,0-1 0,0 1-1,0-1 1,0 0 0,-1 0 0,0-1-1,1 1 1,3-9 0,0 0-184,-1-1 1,0 1-1,-1-1 0,-1 0 0,0 0 1,-1-1-1,0 1 0,-1-1 1,-1 0-1,0 1 0,-1-1 1,-3-22-1,-3 22 281,3 5 69,3 10-79,1-1 0,-1 1 0,1-1 1,0 1-1,-1 0 0,1-1 0,0 1 0,-1 0 1,1 0-1,0-1 0,0 1 0,-1 0 1,1 0-1,0 0 0,0 0 0,-1 0 1,1 0-1,0 0 0,1 0 0,32 0-9,11 0-31,1 1 1,56 9 0,-89-8 32,1 1 1,-1 1-1,0 0 1,0 0 0,0 1-1,-1 1 1,1 0 0,-2 1-1,1 0 1,-1 1-1,0 0 1,11 11 0,-19-16 107,-1 0 0,0 0 0,-1 0 1,1 0-1,0 0 0,-1 1 1,0-1-1,0 1 0,0-1 1,0 1-1,0-1 0,-1 1 0,1-1 1,-1 1-1,0-1 0,0 1 1,-1 0-1,1-1 0,-2 6 1,1-3 48,1-1 1,-1 0 0,1 0 0,0 1 0,0-1 0,1 0 0,1 8 0,-1-12-140,-1 0-1,1-1 1,-1 1 0,1 0-1,-1-1 1,1 1 0,0-1-1,-1 1 1,1-1 0,-1 1-1,1-1 1,0 1 0,0-1-1,-1 0 1,1 1 0,0-1-1,0 0 1,-1 1 0,1-1-1,0 0 1,0 0 0,0 0-1,0 0 1,0 0 0,26 0-48,-16-1 44,3 0-44,0 0-1,0-1 1,0 0-1,-1-1 1,22-8-1,67-32-454,-37 15 236,-7 3 264,-56 24 435,-2 3 314,-2 32 497,-11 57-1,9-64-1255,-6 5-1734,9-31 1383,1 0 1,-1 1-1,0-1 0,0 0 1,-1 0-1,1 0 1,0 0-1,0 0 1,0-1-1,-1 1 0,1 0 1,0 0-1,-1-1 1,1 1-1,-1-1 1,1 1-1,0-1 1,-1 0-1,-2 1 0,-22 0-9091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2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258 125 2881,'0'0'5859,"3"-20"-4410,16-85 1365,-20 115 930,2 8-2442,-2 14-1153,-27 234 1187,-46 912-373,32-715-4227,-38-8-6165,26-242 3210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3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643 0 592,'0'0'5475,"5"0"-4776,16 0 136,-16 0 1070,-5 6 723,-1-1-2246,1 1 1,-1-1-1,-1 1 1,1-1-1,-1 1 1,0-1-1,-4 8 1,1 0 84,-45 122 2680,-54 232 0,3 149-1057,68-334-1737,-40 208-138,-89 513-3213,114-577-626,-7 43-4789,28-222 1508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4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648 230 2049,'0'0'7150,"9"-19"-5269,-1 3-1469,-5 8-251,0 0 0,1 1 0,0-1 0,1 1 0,-1 0-1,1 0 1,1 0 0,-1 1 0,1 0 0,0 0 0,1 0-1,-1 1 1,1 0 0,9-5 0,15-5 348,2 1 0,0 2 0,0 1 0,1 2 0,57-9 0,-32 11 174,-1 2 1,92 5-1,-145 0-652,0 0 0,0 1 0,-1 0 0,1-1 0,0 2 1,-1-1-1,1 0 0,-1 1 0,1 0 0,-1 0 0,0 0 0,0 1 1,0-1-1,0 1 0,6 6 0,-6-4-16,0 0 0,0 0 0,-1 1 0,1 0 0,-1-1 0,-1 1 0,1 0 0,-1 0 0,0 1-1,0-1 1,1 10 0,1 18 170,-1 0 0,-1 0 1,-2 1-1,-1-1 0,-2 0 0,-2 0 0,0 0 0,-13 38 0,-16 37 694,-53 114-1,52-140-792,12-27 16,-23 54-25,4 3 0,-28 126 0,65-218-78,1 0-1,1 1 1,0 0 0,2 0-1,1 0 1,0 0 0,6 35-1,-4-51 4,0 0 0,0-1 0,0 1-1,1 0 1,0-1 0,0 0 0,0 0-1,1 0 1,-1 0 0,1 0 0,0-1-1,1 1 1,-1-1 0,1 0 0,0-1-1,0 1 1,0-1 0,0 0 0,1 0-1,-1 0 1,1-1 0,0 0 0,0 0-1,8 1 1,14 3 9,1-2-1,-1-1 1,56-2-1,-64-1-18,20 1-8,-27 1-42,0-2 1,1 1-1,-1-2 0,0 0 0,1 0 0,-1-1 0,0-1 0,19-6 1,-32 9 54,0 0 0,0 0 1,1 0-1,-1 0 1,0 0-1,1 0 0,-1 0 1,0 0-1,0 0 1,1 0-1,-1 0 0,0 0 1,0 0-1,1 0 1,-1 0-1,0-1 1,0 1-1,1 0 0,-1 0 1,0 0-1,0 0 1,0-1-1,1 1 0,-1 0 1,0 0-1,0 0 1,0-1-1,0 1 0,1 0 1,-1 0-1,0-1 1,0 1-1,0 0 0,0 0 1,0-1-1,0 1 1,0 0-1,0-1 0,0 1 1,0 0-1,0 0 1,0-1-1,0 1 1,0 0-1,0 0 0,0-1 1,0 1-1,0 0 1,0 0-1,-1-1 0,-14-2-17,4 3 8,0 0-1,1 1 1,-1 0-1,1 1 1,-1 0-1,1 0 1,0 1-1,0 1 1,0 0-1,0 0 1,0 1-1,1 0 0,0 1 1,0-1-1,1 2 1,-1-1-1,1 2 1,1-1-1,-9 11 1,-2 4-15,0 1 1,2 1-1,1 0 0,0 1 1,2 1-1,-19 54 1,8-3-17,-19 101 0,21-54 24,-8 154 1,20 128-292,10-387 289,1 32-506,-2-1 0,-3 1 0,-16 85 0,16-122 508,0 0 0,-1 0 0,-1 0-1,0 0 1,-1-1 0,0 0 0,-13 17-1,14-23 196,0 0 0,-1 0 0,0 0 0,0-1 0,-1 0 0,0-1 0,0 1 0,0-1 0,-1-1 0,1 0 0,-1 0 0,-15 4 0,4-3 409,-1-1 1,1-1-1,-1-1 0,0-1 0,0-1 0,0 0 1,0-2-1,-35-7 0,-12-7 760,-83-31-1,52 14-1141,-155-38-617,221 58-725,32 13 1062,1 0 0,0 0 0,-1 0 0,1-1 0,0 1 0,-1 0 0,1 0 0,0-1 1,-1 1-1,1 0 0,0 0 0,0-1 0,-1 1 0,1 0 0,0-1 0,0 1 0,0-1 0,-1 1 0,1 0 0,0-1 1,0 1-1,0 0 0,0-1 0,0 1 0,0-1 0,0 1 0,0 0 0,0-1 0,0 1 0,0-1 0,0 1 0,0 0 1,0-1-1,0 1 0,0-1 0,0 1 0,0 0 0,1-1 0,17-12-3924,41-7-4520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5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0 6723,'0'0'14204,"-4"7"-12427,-30 50 340,13-23-1068,-17 38 0,33-61-906,0 1 0,1-1 0,0 1 0,1 0 0,0 1 0,1-1 0,-1 22 0,4-33-141,-1 1-1,0 0 1,1-1-1,-1 1 0,1-1 1,-1 1-1,1-1 0,0 1 1,0-1-1,0 1 1,0-1-1,0 0 0,0 0 1,0 1-1,0-1 0,0 0 1,0 0-1,1 0 0,-1 0 1,0 0-1,1-1 1,-1 1-1,1 0 0,-1-1 1,1 1-1,-1-1 0,1 1 1,-1-1-1,1 0 1,0 1-1,-1-1 0,1 0 1,0 0-1,1 0 0,8 0-8,0 0 1,0 0-1,0-1 0,11-3 0,-13 2-15,-1 0 1,1-1-1,-1 0 0,1-1 1,-1 0-1,0 0 0,0-1 1,-1 0-1,0 0 0,1-1 1,-2 0-1,1 0 0,8-11 1,-10 12-44,-1-1 0,1 0 1,-1-1-1,0 1 0,-1-1 0,1 0 1,-1 1-1,-1-2 0,1 1 1,-1 0-1,-1 0 0,1-1 0,-1 1 1,0-1-1,-1 1 0,0-14 1,-1 18 53,1 0 1,-1 0-1,0 0 1,0 0-1,0 0 0,0 0 1,-1 0-1,1 0 1,-1 0-1,1 0 1,-1 1-1,0-1 1,0 1-1,-1-1 1,1 1-1,-4-3 1,1 1 27,-1 1-1,1 0 1,-1 0 0,0 0 0,0 0 0,0 1 0,-12-3-1,-7 1-635,0 1 0,0 1 0,-33 2 0,42 0-417,13 0 104,-8 0 109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5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701 0 1665,'0'0'17720,"-132"182"-14439,70-71-735,-5 6-722,2 4-319,4-1-400,9-8-785,6-9-304,6-17-16,5-17-817,1-19-1296,-1-19-960,1-18-1569,-3-13-4610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5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1 553 11269,'168'-77'2868,"139"-69"4339,-255 117-6225,-1-2-1,-2-2 1,74-65-1,-109 86-1006,0-2 0,12-16-1,-22 25 17,-1 1-1,0-1 0,0 0 1,0 0-1,-1 0 0,1 0 1,-1 0-1,-1-1 0,1 1 0,-1 0 1,1-9-1,-2 13 9,0 1 0,0-1 0,0 1 0,0-1 0,0 1 0,0-1 0,0 1 0,0-1 0,0 1 0,0-1 1,-1 1-1,1-1 0,0 1 0,0-1 0,-1 1 0,1-1 0,0 1 0,-1 0 0,1-1 0,0 1 0,-1 0 0,1-1 0,-1 1 0,1 0 0,0-1 0,-1 1 0,1 0 0,-1 0 0,1-1 0,-1 1 0,1 0 0,-1 0 0,1 0 0,-1 0 0,0 0 0,-23 0 0,16 1-3,-6 1-10,-1 0 0,1 2 0,-1-1 0,1 2-1,0 0 1,1 1 0,-1 0 0,1 1 0,-13 8 0,-12 12-10,-58 48 0,63-43 47,1 0 1,1 2-1,2 2 1,2 0-1,1 2 0,-33 64 1,21-23 327,3 1-1,-35 124 1,61-173 57,2 1 1,1 0-1,1 0 0,0 58 0,5-89-403,0 0-1,0 0 1,1 0-1,-1 0 1,1-1-1,-1 1 1,1 0-1,-1 0 1,1-1 0,-1 1-1,1 0 1,0 0-1,-1-1 1,1 1-1,0-1 1,0 1-1,0-1 1,-1 1-1,1-1 1,0 1-1,0-1 1,0 0-1,0 1 1,0-1-1,0 0 1,0 0 0,0 0-1,-1 0 1,1 0-1,0 0 1,0 0-1,0 0 1,0 0-1,0 0 1,0 0-1,0-1 1,1 0-1,40-9-13,-15-4 34,0-2 0,-2 0 0,0-2 1,-1-1-1,-1-1 0,27-29 0,-46 45-12,4-7 78,-8 10 128,0 3-246,-5 47-851,3-39-123,1 1 0,0 0-1,1-1 1,0 1 0,2 14-1,-2-24 677,0 0 0,1 0 0,-1 0 0,0 0-1,1 0 1,-1 0 0,1-1 0,0 1 0,-1 0 0,1 0-1,0 0 1,-1-1 0,1 1 0,0 0 0,0-1-1,0 1 1,0 0 0,-1-1 0,1 1 0,0-1 0,0 0-1,0 1 1,0-1 0,0 0 0,0 1 0,0-1 0,0 0-1,0 0 1,1 0 0,-1 0 0,0 0 0,0 0-1,0 0 1,1-1 0,30 1-8500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6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99 7587,'0'0'12966,"11"1"-11872,0 1-728,-5-1-159,-1 0 1,1 0-1,0 0 1,0-1-1,0 0 1,-1 0 0,1-1-1,0 1 1,9-3-1,-13 2-168,-1 0-1,1 0 1,0-1-1,-1 1 1,0 0-1,1-1 1,-1 1-1,0-1 1,0 1-1,0-1 1,0 0-1,0 0 1,0 1-1,0-1 1,0 0-1,-1 0 1,1 0-1,-1 0 1,0 0-1,1 0 1,-1 1-1,0-1 1,0 0-1,0 0 1,0 0-1,-1 0 1,1-3-1,0 3 11,-1 0-1,1 0 0,0-1 0,-1 1 1,1 0-1,-1 0 0,1 0 0,-1 0 1,0 0-1,0 0 0,0 0 0,0 0 0,0 0 1,-1 0-1,1 1 0,0-1 0,-1 0 1,0 1-1,1-1 0,-1 1 0,0 0 1,1-1-1,-5-1 0,-1 1 100,1 1 1,-1 0-1,1 0 0,-1 1 0,0 0 1,1 0-1,-1 0 0,1 1 0,-1 0 0,0 0 1,1 0-1,-8 4 0,10-4-107,1 1-1,0 0 0,0 0 1,0 0-1,0 0 1,0 0-1,0 1 1,1-1-1,-1 1 0,1 0 1,-1 0-1,1 0 1,0 0-1,0 0 1,1 0-1,-1 1 0,1-1 1,-1 0-1,1 1 1,0-1-1,0 1 1,1 0-1,-1 5 0,-1-1-52,2 0-1,-1 1 0,1-1 1,0 0-1,1 0 0,0 0 0,3 13 1,-2-17-111,-1 0 1,1 0-1,0-1 1,0 1-1,0-1 0,1 1 1,-1-1-1,1 0 1,0 0-1,0 0 1,0 0-1,0-1 1,0 1-1,1-1 0,-1 1 1,8 2-1,-2-1-695,1 0 0,0 0 0,0-1 0,20 3 0,42-1-6969,-25-5-905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6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16 341 6707,'0'0'13612,"-2"7"-12799,1-6-777,-8 19 494,9-20-524,0 0-1,0 0 1,0 0 0,0 0 0,0 0 0,0 0-1,0 0 1,0 0 0,0 0 0,0 0 0,0 0-1,0 0 1,-1 0 0,1-1 0,0 1 0,0 0-1,0 0 1,0 0 0,0 0 0,0 0 0,0 0-1,0 0 1,0 0 0,0 0 0,0 0 0,0 0-1,0 0 1,0 0 0,0 0 0,0 0 0,-1 0-1,1 0 1,0 0 0,0 0 0,0 0 0,0 0-1,0 0 1,0 0 0,0 0 0,0 0 0,0 0-1,0 0 1,0 0 0,0 0 0,-1 0 0,1 0-1,0 0 1,0 0 0,0 0 0,0 0 0,0 0-1,0 0 1,0 0 0,0 0 0,0 0 0,0 0-1,0 0 1,0 0 0,0 1 0,0-1 0,0 0-1,0 0 1,0 0 0,0 0 0,0 0 0,0 0-1,0 0 1,0 0 0,-1 0 0,2-16 642,5-25 390,2 2 0,27-77 0,-13 46-895,-18 58-203,-2 3-148,1 0 1,0 0-1,0 0 0,1 1 0,7-12 0,-11 19-213,1 1 0,0-1 0,-1 0 0,1 0 0,0 1 0,0-1 0,0 0 0,0 1 0,0-1 0,-1 1 0,1-1 0,0 1 0,0 0 0,0-1 0,0 1 0,0 0 0,0 0 0,2 0 0,-2-1-325,14 1-9704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6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1 867 9652,'7'-20'4587,"10"-21"-2499,2 0 1,36-59 0,-32 64-1074,180-271 2172,-134 212-3160,91-96 0,-157 187-255,27-24 1496,-29 28-1226,-1 0 1,1-1 0,0 1-1,-1-1 1,1 1 0,-1 0-1,1 0 1,-1-1 0,1 1 0,0 0-1,-1 0 1,1 0 0,0-1-1,-1 1 1,1 0 0,0 0-1,-1 0 1,1 0 0,0 0 0,-1 0-1,1 1 1,0-1 0,-1 0-1,1 0 1,0 0 0,-1 1-1,1-1 1,-1 0 0,1 1-1,-1-1 1,1 0 0,0 1 0,-1-1-1,1 1 1,-1-1 0,0 1-1,1-1 1,-1 1 0,1-1-1,-1 1 1,0-1 0,1 1 0,-1-1-1,0 1 1,0 0 0,1-1-1,-1 1 1,0 0 0,0-1-1,0 1 1,0 0 0,0 0 0,4 26-6,-1-1 1,-1 0-1,-3 47 1,-1-14 126,2-34-33,-5 281 877,0-216-921,-25 126 0,29-211-165,-1 7-39,-1 0 1,0 1 0,-1-1 0,-7 18-1,9-28-143,0 1-1,1 0 1,-1-1-1,0 1 0,0-1 1,0 1-1,-1-1 1,1 0-1,-5 3 0,5-3-212,0-1 0,-1 0 0,1 0 0,-1 0 0,1 0 0,-1-1 0,1 1 1,-1-1-1,1 1 0,-1-1 0,1 0 0,-1 0 0,-3 0 0,-17-4-6029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7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0 366 7860,'19'0'3607,"17"-2"-1475,-2 0 71,0 1-1,52 6 1,-77-5-2074,-1 1 1,0 1 0,0 0-1,1 0 1,-1 0-1,-1 1 1,1 1 0,0-1-1,-1 1 1,1 0 0,-1 1-1,0 0 1,-1 0-1,1 0 1,-1 1 0,9 10-1,-8-5-104,-1 0 0,-1 0 1,1 0-1,-2 1 0,0 0 0,0 0 0,-1 0 0,0 0 0,0 15 0,1 19 336,-2 52 0,-3-67-72,3 18 163,-1-14 287,-4 50 0,2-76-655,0 0-1,-1 0 1,0-1 0,0 1 0,-1-1 0,0 1 0,0-1 0,-1 0-1,0 0 1,-10 13 0,13-19-85,-1 0-1,0 0 1,1 0 0,-1 0-1,0-1 1,0 1-1,0 0 1,0-1 0,0 0-1,0 0 1,-1 1-1,1-1 1,0-1 0,-1 1-1,1 0 1,0 0-1,-1-1 1,1 0-1,-4 1 1,5-1-30,-1-1 0,0 1-1,0 0 1,0-1 0,0 1 0,1-1 0,-1 0-1,0 0 1,1 0 0,-1 1 0,1-2 0,-1 1-1,1 0 1,-1 0 0,1 0 0,0-1-1,-1 1 1,1 0 0,0-1 0,0 1 0,0-1-1,0 0 1,0 1 0,-1-4 0,-6-17-491,1 0 0,1 0 1,1-1-1,0 0 0,2 0 1,1 0-1,1-34 0,2 20-126,2 1 0,1-1 0,19-70 0,2 26 246,3 2-1,4 1 1,3 1-1,4 2 1,59-86 0,-97 158 653,1 0 1,0 1-1,0-1 1,-1 0-1,2 1 1,-1 0-1,0-1 1,0 1-1,1 0 1,2-1-1,-4 2-151,-1 1-1,0 0 1,0 0 0,1 0-1,-1 0 1,0 0 0,1 0-1,-1 0 1,0 1-1,0-1 1,1 0 0,-1 0-1,0 0 1,1 0 0,-1 0-1,0 0 1,0 0 0,1 1-1,-1-1 1,0 0-1,0 0 1,1 0 0,-1 1-1,0-1 1,0 0 0,0 0-1,0 0 1,1 1 0,-1-1-1,0 0 1,0 1-1,0-1 1,5 22 611,-2 13 307,-3 64 0,-5-40-2496,5-59 1099,-1 8-2432,2-4-3166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7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144 397 5170,'0'0'7836,"-6"24"-3351,-1 4-3176,-1 0 411,2 0 0,1 1 1,-3 43-1,7-18 396,-7 71 500,6-111-2395,-1-1 0,0 0 0,0 0-1,-1 0 1,-1 0 0,-12 23 0,15-33-196,1-1 1,-1 0-1,1 0 1,-1 0-1,0 0 1,0 0-1,0-1 0,0 1 1,0-1-1,-3 2 1,4-2-22,1-1 0,-1 0 0,0 0 0,1 1 0,-1-1 0,1 0 0,-1 0 0,0 0 0,1 0 0,-1 0 1,0 0-1,1 0 0,-1 0 0,1 0 0,-1 0 0,0-1 0,1 1 0,-1 0 0,1 0 0,-1 0 0,0-1 0,1 1 0,-1 0 0,1-1 0,-1 1 0,1-1 0,-1 1 0,1 0 0,0-1 0,-1 1 1,1-1-1,-1 1 0,1-1 0,0 1 0,-1-1 0,1 0 0,0 1 0,0-1 0,-1 1 0,1-1 0,0 0 0,0 1 0,0-1 0,0 1 0,0-1 0,0 0 0,0 1 0,0-1 0,0-1 1,-7-47-461,3-1 1,1 0 0,3 0 0,8-67 0,-1 83 307,1 1 0,1 0 0,2 0 0,2 1 0,0 1 0,21-35 0,2 6-194,86-109-1,-103 144 377,-13 17 47,0-1-1,0 1 1,1 1 0,0-1 0,0 1-1,1 1 1,-1-1 0,13-7-1,-19 14-37,-1 0-1,0 0 0,0 0 0,1 0 1,-1 0-1,0 0 0,0 0 0,1 0 1,-1 0-1,0 0 0,1 0 0,-1 0 1,0 0-1,0 0 0,1 1 0,-1-1 1,0 0-1,0 0 0,1 0 0,-1 0 1,0 0-1,0 1 0,0-1 0,1 0 1,-1 0-1,0 0 0,0 1 0,0-1 1,1 0-1,-1 0 0,0 0 0,0 1 1,0-1-1,0 0 0,0 0 0,0 1 1,0-1-1,0 0 0,1 1 0,-1-1 1,0 0-1,0 0 0,0 1 0,2 16-67,-2-14 184,3 24-57,-1 0 0,-1 1 0,-2-1 0,-1 0 0,0 0 0,-3 0 0,0 0 0,-14 43 0,18-69-382,-5 16 608,6-17-468,0 0 0,0 0 0,-1 1 0,1-1 1,0 0-1,0 1 0,0-1 0,0 1 0,0-1 0,-1 0 0,1 1 0,0-1 0,0 0 0,0 1 0,0-1 0,0 0 0,0 1 0,0-1 0,0 0 0,1 1 0,-1-1 0,0 1 0,0-1 0,0 0 0,0 1 0,0-1 0,0 0 0,1 1 0,-1-1 0,0 0 0,0 0 0,1 1 0,-1-1 0,0 0 0,0 0 1,1 1-1,-1-1 0,1 0 0,9 0-1729,0 1-705,0-1 1,1-1-1,16-3 1,25-15-5311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7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27 4562,'0'0'26799,"-18"-4"-25609,-52-16-974,69 20-216,1-1 0,-1 1 0,0 0 0,0 0 0,0-1 0,1 1 0,-1 0 0,0 0 0,0 0 0,0 0 0,1 0 0,-1 0 0,0 0 0,0 0 0,0 0 0,1 1 0,-1-1 0,0 0 0,0 0 0,1 1 0,-1-1 0,0 0 0,0 1 0,1-1 0,-1 1 0,0-1 0,1 1 0,-1-1 0,1 1 0,-1 0 0,1-1 0,-1 1 0,1 0 0,-1-1 0,1 1 0,-1 0 0,1 0 0,0-1 0,0 1 0,-1 0 0,1 0 0,0-1 0,0 1 0,0 0 0,0 0 0,0 0 0,0 0 0,0-1 0,0 1 0,0 0 0,0 0 0,1 1 0,-1 2 0,-5 27 30,0 61 0,5-69-252,-1 1 1,0-1 0,-2 1 0,-11 40 0,12-59-125,0-1 0,-1 0-1,1 0 1,-1 0 0,0 0 0,0 0-1,0 0 1,-1-1 0,0 0 0,1 0-1,-1 0 1,0 0 0,0 0 0,-1-1-1,1 0 1,0 0 0,-1 0 0,-5 2-1,3-1-592,2 0-1272,23-2-16467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18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59 19625,'0'0'13142,"13"-4"-13142,-13 0 0,0-7-2257,-21-6-4722,-25-6-5331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24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1 216 416,'0'0'3805,"2"0"-3525,483-9 3572,243-22-2390,112-3-763,52-30-728,-455 31 54,3 25 27,170-9-4,416-2-13,-640 38-19,1 1 870,653-12 2619,-655 16-1335,1 0 1065,-363-25-1607,127 0 1136,-150 1-2890,-2 0-311,-98 5-10440,39-5 573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25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37 3009,'0'0'11448,"1"-6"-9751,-1 5-1644,0 0-1,1 0 1,-1 0 0,0 0-1,0 0 1,0 0 0,0 0-1,0 0 1,0 0 0,0 0-1,0 0 1,0 0 0,0 0-1,0 0 1,-1 0 0,1 0-1,0 0 1,-1 0 0,1 1-1,-1-1 1,1 0 0,-1 0-1,0 0 1,1 0 0,-1 1-1,0-2 1,-2 1 2,0 0-1,1 1 1,-1-1-1,0 0 1,1 1 0,-1 0-1,0 0 1,1 0-1,-1 0 1,0 0 0,0 0-1,-4 2 1,-6 0 8,1 1 1,-1 1-1,1 0 1,-19 9-1,25-11-54,0 1-1,0 1 0,0-1 0,1 1 1,-1 0-1,1 0 0,0 1 0,0-1 0,0 1 1,-6 9-1,10-12-30,0 0 0,-1 0-1,1 0 1,0 1 0,0-1 0,0 0 0,1 1 0,-1-1 0,1 1-1,-1-1 1,1 0 0,0 1 0,0 0 0,0-1 0,0 1 0,0-1-1,0 1 1,1-1 0,-1 0 0,1 1 0,0-1 0,0 1 0,0-1-1,0 0 1,0 0 0,0 1 0,1-1 0,-1 0 0,1 0 0,-1 0 0,1-1-1,0 1 1,0 0 0,4 2 0,6 5-204,1-1-1,0-1 1,0 0 0,26 9-1,-10-4 34,-7-2 126,-15-8 39,0 0 0,0 1-1,0 0 1,-1 1 0,0-1-1,0 1 1,11 9 0,-17-13 30,0 0 0,0 1 1,1-1-1,-1 0 0,0 1 1,0-1-1,0 1 0,1-1 0,-1 0 1,0 1-1,0-1 0,0 1 1,0-1-1,0 0 0,0 1 0,0-1 1,0 1-1,0-1 0,0 1 1,0-1-1,0 0 0,0 1 0,0-1 1,-1 1-1,1-1 0,0 1 1,0-1-1,0 0 0,-1 1 0,1-1 1,0 0-1,0 1 0,-1-1 1,1 0-1,0 1 0,-1-1 0,1 0 1,0 0-1,-1 1 0,1-1 1,0 0-1,-1 0 0,1 0 0,-1 1 1,0-1-1,-21 8 298,17-7-230,-1 1 25,-12 5 9,0-1 0,-1-1 1,1-1-1,-36 3 0,54-7-800,2-3-1505,10-16-2476,11-7-963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26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6611,'0'0'9124,"-50"130"-7027,27-57-384,4 2 224,2-4-785,3-4-607,7-6-433,5-9-112,0-6-32,0-12-64,2-11-625,-4-11-1488,-2-12-976,-3 0-3362,-5-10-3138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26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4690,'27'-3'3071,"362"-34"5693,-385 37-8725,100-7 310,-51 5-262,-68 9-78,0 0-1,1 1 1,0 0 0,1 1 0,-1 0 0,2 1-1,0 1 1,0 0 0,-12 14 0,21-20-121,-1-1 0,1 1 0,0 0 0,0 0 0,0 0 0,1 0 0,-1 0 1,1 1-1,1-1 0,-1 1 0,1-1 0,0 1 0,0 0 0,0-1 0,1 1 0,0 0 0,0 0 0,1 6 1,0-12 47,-1 1 1,1-1 0,0 1 0,-1-1-1,1 1 1,-1-1 0,1 1 0,0-1-1,-1 0 1,1 1 0,0-1 0,0 0-1,-1 0 1,1 1 0,0-1 0,0 0-1,-1 0 1,1 0 0,0 0 0,0 0-1,-1 0 1,2 0 0,22-2-277,-21 2 230,12-3 44,0-1 0,0-1 0,0-1 0,-1 0 0,0 0 0,0-2 0,-1 0 0,13-9 0,13-7 91,-19 13 86,-11 7 84,1-1 0,-1 0 0,0-1 0,0 0 0,-1-1 0,0 1 0,8-10-1,-11 8 4483,-6 18-3575,1 75-4631,0-84 3256,0 0 1,0 1-1,0-1 1,0 1-1,0-1 1,1 1 0,-1-1-1,0 0 1,1 1-1,0-1 1,-1 0-1,1 1 1,0-1 0,-1 0-1,1 0 1,0 0-1,0 0 1,0 0 0,0 1-1,0-2 1,0 1-1,0 0 1,0 0-1,1 0 1,-1 0 0,3 0-1,25 11-4953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26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13 6771,'0'0'10197,"-121"-12"-8997,91 16-367,12 12-193,5 3-448,9 4-192,4-2-32,0 4-112,0-4-240,12-4-497,7-5-639,8-3-977,11-7-785,12-2 209,11 0-1329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27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263 0 6163,'0'0'6069,"-19"2"-2742,-1 0-2212,-38 10 0,55-11-966,-1 1 0,0 0-1,1-1 1,-1 1-1,1 1 1,0-1-1,0 1 1,0-1-1,0 1 1,0 0-1,0 0 1,1 0-1,0 0 1,-1 0-1,1 1 1,0-1-1,1 1 1,-1 0-1,1-1 1,-3 8-1,1-2 138,-12 38 667,2 2-1,2 0 1,2 0 0,-4 68 0,0 1 0,11-104-885,-10 66-14,-1 107 0,12-186-195,0-23-198,0 12 160,1 0 0,0 0 0,1 0 0,0 0 0,1 1 0,0-1 0,1 0 0,0 1 1,0 0-1,1-1 0,0 1 0,0 1 0,1-1 0,6-8 0,4-2-179,0 1 1,1 0-1,0 2 1,2 0-1,0 0 1,0 2-1,2 0 1,0 1-1,0 1 1,1 1-1,0 1 1,1 1-1,35-10 1,-73 23 608,1 1 1,1 0-1,-1 1 1,1 0-1,0 1 1,-15 11-1,23-14-168,0-1-1,1 1 1,0 0-1,0 1 0,0 0 1,0-1-1,1 1 1,-1 1-1,2-1 1,-1 1-1,0-1 1,1 1-1,0 0 1,0 0-1,1 1 0,0-1 1,0 0-1,-1 11 1,2-11 56,0 0 1,1 1-1,0-1 0,1 0 1,-1 1-1,1-1 0,0 0 1,3 8-1,-2-11-72,-1 1-1,1-1 1,0 1 0,1-1-1,-1 0 1,0 0 0,1 0 0,0 0-1,0-1 1,0 1 0,0-1-1,0 0 1,0 1 0,4 0-1,10 6 22,1-2 0,0 0-1,0-1 1,1-1 0,-1 0-1,25 2 1,48 13-7825,-63-12-883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29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13 558 3265,'0'0'5728,"-12"-6"-2766,12 5-2919,0 0-1,1 1 1,-1-1 0,1 0 0,-1 0 0,1 1-1,0-1 1,-1 0 0,1 1 0,0-1 0,-1 1-1,1-1 1,0 1 0,0-1 0,-1 1 0,1-1-1,0 1 1,0 0 0,0-1 0,0 1 0,0 0-1,1 0 1,28-7-15,-23 5 107,948-150 2708,-845 138-2789,1798-192 160,-800 140-219,6 41-4,-694 24 68,564-28 315,-377-9 1813,-584 38-2141,361 10 314,-154-7 3286,-26-1-3170,-60 0 3296,-86-2-3010,108 12-1,-178-6-446,-14-1-277,-20 2-37,4-2-1120,1 3 0,-68 20-1,18 2-6219,43-16 149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29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0 4130,'0'0'11776,"-13"2"-10741,1 1-828,1-1 0,0 2-1,-1-1 1,1 1 0,1 1 0,-1 0-1,1 1 1,0 0 0,-13 9 0,16-9-161,0 1 1,1-1-1,-1 1 1,1 0-1,1 1 1,-1-1-1,1 1 1,1 0-1,-1 0 0,1 1 1,1-1-1,0 1 1,0 0-1,0 0 1,1 0-1,1 0 1,0 0-1,-1 11 1,2-18-64,1 0 0,-1 0 0,0 0 0,1 0 0,-1 0-1,1 0 1,0 0 0,0 0 0,0 0 0,0 0 0,0 0 0,0 0 0,0-1 0,0 1 0,1-1 0,-1 1 0,1-1 0,-1 1 0,1-1 0,-1 0 0,1 1 0,0-1 0,0 0 0,0 0 0,0-1 0,0 1 0,-1 0-1,1 0 1,1-1 0,2 1 0,8 1-263,0 0 0,0-1 0,23 0 0,-25-1-67,97-1-7190,-48-5 1084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0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24 3362,'0'0'5151,"-21"0"-965,14 0-3820,-9-1 439,0 1-1,0 1 0,0 0 0,1 2 0,-1 0 0,0 0 0,1 1 0,-26 11 1,39-14-757,0 0 0,-1 0 0,1 1 0,0-1 0,0 0 0,0 1 0,0-1 0,0 1 0,1 0 1,-1 0-1,0 0 0,1 0 0,-1 0 0,1 0 0,0 0 0,0 0 0,0 0 0,0 1 0,0-1 0,0 0 1,0 1-1,1-1 0,-1 1 0,1-1 0,0 0 0,0 5 0,0-4-53,1-1 0,0 1 1,0-1-1,0 1 0,0 0 0,1-1 0,-1 0 0,1 1 1,-1-1-1,1 0 0,0 0 0,0 0 0,0 0 0,0 0 1,0 0-1,0 0 0,1-1 0,-1 1 0,1-1 0,-1 0 1,1 0-1,4 2 0,8 1-4,0 0 0,0-1 0,0-1 1,0 0-1,0-1 0,1-1 0,-1 0 0,0-1 1,16-3-1,-25 2 10,0 1 0,0-1-1,-1-1 1,1 1 0,0-1 0,-1 0 0,0 0 0,0-1-1,0 1 1,0-1 0,0 0 0,-1-1 0,5-4 0,-7 7 15,0-1 1,0 0 0,0 1-1,0-1 1,0 0 0,0 0-1,-1 0 1,0 0 0,1 0-1,-1 0 1,0-1 0,-1 1-1,1 0 1,-1-1 0,1 1-1,-1 0 1,0-1-1,0 1 1,0 0 0,-1-1-1,1 1 1,-1 0 0,0-1-1,0 1 1,0 0 0,-2-4-1,1 5-4,0-1 0,0 1 0,0 0-1,-1 0 1,1-1 0,-1 2 0,0-1 0,1 0-1,-1 0 1,0 1 0,0 0 0,0-1 0,0 1-1,0 0 1,0 1 0,-1-1 0,1 0 0,-6 1-1,-8-2-92,0 1-1,-19 2 0,35-1-30,-1 0-1,1 0 1,0 1 0,-1-1-1,1 0 1,0 1 0,0-1-1,-1 1 1,1-1 0,0 1-1,0-1 1,0 1 0,0 0-1,0 0 1,0 0 0,0-1-1,0 1 1,0 0 0,0 0-1,0 0 1,1 0 0,-1 0-1,0 1 1,1-1 0,-1 0-1,1 0 1,-1 2 0,0-1-590,1 1 1,-1-1 0,1 0-1,0 1 1,-1-1 0,1 1 0,0-1-1,1 1 1,-1-1 0,0 0 0,1 1-1,-1-1 1,3 5 0,11 12-6417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0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404 439 5202,'0'0'7836,"-19"-7"-3703,4 2-3332,-1-1-53,-1 1 0,0 0-1,0 1 1,0 1 0,-33-2-1,-106 5 3260,152 0-3936,0 0-1,0 0 1,1 0-1,-1 1 1,0 0-1,0-1 1,0 1-1,1 1 0,-1-1 1,0 1-1,1-1 1,-1 1-1,-5 4 1,7-4-76,0 0 1,0 0-1,0 0 1,1 0-1,-1 1 1,0-1 0,1 1-1,0-1 1,0 1-1,-1 0 1,1-1-1,1 1 1,-1 0-1,0 0 1,1-1 0,0 1-1,-1 0 1,1 5-1,1-7-2,0 0-1,0-1 0,-1 1 0,1-1 1,0 1-1,0-1 0,0 1 1,-1-1-1,1 0 0,0 1 1,0-1-1,0 0 0,0 0 1,0 1-1,0-1 0,0 0 1,0 0-1,0 0 0,0 0 1,0 0-1,0 0 0,-1-1 1,1 1-1,1-1 0,3 1-16,4 0-36,0-1 1,-1 0-1,1-1 0,0 1 0,-1-2 1,1 1-1,-1-1 0,14-8 0,3-3-536,32-23-1,-20 11-25,-36 26 605,198-143-4126,-178 126 3998,-2-1 0,0-1 0,-1 0 0,-1-1 0,0-1 0,-2-1 0,16-29 0,-29 48 447,-1-1-1,1 1 1,-1-1-1,1 0 1,-1 0-1,0 1 1,-1-1-1,1 0 0,0-5 1,-18 10 1467,12 1-1689,1 1 1,0-1-1,1 1 1,-1 0-1,0 0 1,1 0-1,-1 1 1,1-1-1,0 1 1,-2 4-1,-29 46 416,22-33-268,-14 23 197,2 1 0,-26 68 0,44-95-487,0 0 1,1 1-1,0 0 0,2 0 0,0 0 0,1 0 0,1 0 0,1 0 0,4 30 0,-4-46-92,1 0 1,0 0 0,0-1-1,0 1 1,0 0 0,0 0-1,1 0 1,-1-1-1,1 1 1,0-1 0,-1 1-1,1-1 1,0 0-1,1 1 1,-1-1 0,0 0-1,1-1 1,-1 1 0,1 0-1,-1-1 1,1 1-1,0-1 1,0 0 0,0 0-1,0 0 1,5 1-1,7 1-1307,0-2 0,0 1 0,0-2 0,19-1-1,-8 1-1441,30 0-3654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0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67 3522,'0'0'13467,"1"2"-12544,0 2-790,1-1 1,0 1-1,0-1 0,1 0 0,-1 0 0,1 0 0,0 0 1,-1 0-1,1 0 0,1-1 0,-1 1 0,0-1 0,0 0 1,1 0-1,0 0 0,5 2 0,4 1 51,0 0-1,-1-1 1,25 5 0,-24-7-141,0 0 0,0-1 0,22-1 0,-33 0-40,1 0 1,-1 0-1,0 0 0,0 0 1,0-1-1,0 1 1,0-1-1,0 1 0,0-1 1,0 0-1,0 0 1,0 0-1,0 0 0,-1 0 1,1 0-1,0 0 1,0-1-1,-1 1 0,1-1 1,-1 1-1,0-1 1,1 0-1,-1 1 1,0-1-1,0 0 0,0 0 1,0 0-1,0 0 1,-1 0-1,2-3 0,-1 2 17,-1-1 0,1 1 0,-1-1 0,0 1 0,0-1 1,0 1-1,-1-1 0,1 1 0,-1-1 0,0 1 0,0 0 0,0-1 0,0 1 0,-1 0 0,1 0 0,-1 0 0,-3-6 0,2 6 70,-1 0 0,1 0 0,-1 0-1,1 0 1,-1 0 0,0 1 0,0 0 0,0 0 0,0 0 0,0 0 0,-1 1 0,-4-2 0,-9-1 412,0 2 0,0 0 1,0 1-1,0 0 0,-30 4 1,39-2-339,1 0 1,0 1-1,0 0 1,0 0-1,0 0 1,1 1 0,-1 1-1,1-1 1,-1 1-1,1 0 1,0 1-1,-10 8 1,13-9-136,1-1 1,0 0-1,0 1 1,0 0-1,0-1 1,1 1-1,-1 0 1,1 1-1,0-1 1,0 0-1,1 1 1,-1-1-1,1 1 1,0-1-1,0 1 1,1-1-1,-1 1 1,1 0-1,0-1 0,0 1 1,1 0-1,-1-1 1,3 9-1,-2-9-53,1 0-1,0 0 0,1 0 0,-1 0 0,1 0 0,-1 0 0,1 0 0,0-1 1,1 0-1,-1 1 0,1-1 0,-1-1 0,1 1 0,0 0 0,0-1 0,0 0 1,0 0-1,0 0 0,9 2 0,4 2-921,0-1 0,0-1 0,34 4-1,-36-7-1225,0 0-1,0 0 0,0-2 1,27-3-1,8-13-8139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2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44 960,'0'0'7233,"-5"0"-6160,-46 0 1872,51 0-2457,10 0-61,1003-10 2091,866-20-2400,2 26-38,-1342 4-75,71 9 109,-1-1 55,-484-8 93,833 20 634,-750-8 870,-158-10-1689,-49-2 385,-26-6 1336,19 1-1507,10 3-241,27 3-481,53 10-1207,-77-10 1483,60 5-2179,84-2 1,-150-4 2312,-1 0-251,7 0-2327,41 6-445,-101 0 1329,-2-5-1441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3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210 530 2513,'0'0'7926,"18"-17"-6279,58-57-132,-47 39-4,-29 34-1350,1 0-1,-1 0 0,1-1 1,-1 1-1,1 0 1,-1-1-1,0 1 1,0 0-1,0-1 0,0 1 1,0-1-1,0-1 1,-1-6 1036,1 8-1148,0 0 0,0 1 1,0-1-1,-1 1 0,1-1 0,0 1 0,-1-1 0,1 1 1,-1-1-1,1 1 0,0-1 0,-1 1 0,1-1 1,-1 1-1,1 0 0,-1-1 0,0 1 0,1 0 0,-1 0 1,1-1-1,-1 1 0,1 0 0,-1 0 0,0 0 0,1-1 1,-1 1-1,0 0 0,1 0 0,-1 0 0,0 0 1,-26 0 19,21 0 39,-4 1-96,0 0 0,0 1 0,0 0-1,0 1 1,1 0 0,-1 0 0,1 1 0,0 0 0,0 1-1,0 0 1,-9 7 0,-8 7-9,0 2-1,-25 26 1,45-42-21,1 0 1,0 1 0,0 0-1,0 0 1,1 0 0,-1 1-1,2-1 1,-1 1 0,1 0-1,0 0 1,0 0 0,1 1-1,0-1 1,0 1-1,1-1 1,0 1 0,0 13-1,1-20 10,1 1-1,-1-1 0,0 1 0,1-1 0,0 1 0,-1-1 0,1 1 0,0-1 0,-1 0 0,1 1 1,0-1-1,0 0 0,0 0 0,0 0 0,1 0 0,-1 0 0,0 0 0,0 0 0,1 0 1,-1 0-1,0 0 0,1-1 0,-1 1 0,1-1 0,-1 1 0,1-1 0,-1 1 0,1-1 0,-1 0 1,1 0-1,-1 0 0,1 0 0,2 0 0,8 1-2,-1-1 0,1-1 0,17-2 0,-13-1-5,0 0 1,0-1 0,0 0-1,-1-1 1,28-16 0,71-51-440,-45 21 166,-2-3 0,-3-3 0,-2-3 0,-3-2 0,78-109 0,-131 164 306,1-1 38,-1 0 0,0 0 0,0-1 0,-1 0 0,5-11-1,-11 20 15,0 1 0,0 0-1,0 0 1,0 0-1,0 0 1,0 0-1,0 0 1,1 0-1,-1 0 1,0 0 0,0 0-1,0 0 1,0 1-1,0-1 1,0 0-1,0 1 1,1-1 0,-1 0-1,-1 2 1,-24 17 379,1 2 1,2 1 0,0 1-1,1 1 1,-27 38 0,37-47-410,1 1 0,1-1-1,0 2 1,2-1 0,-1 1 0,2 1 0,0 0 0,1 0 0,1 0 0,1 0 0,1 1 0,0-1 0,1 1 0,1 19 0,1-34-98,0 0 1,1-1-1,0 1 1,0-1-1,0 1 0,0 0 1,0-1-1,1 0 1,-1 1-1,1-1 0,0 0 1,0 0-1,0 0 1,0 0-1,1 0 1,-1 0-1,1-1 0,0 1 1,0-1-1,0 0 1,0 0-1,0 0 0,0 0 1,0 0-1,1-1 1,-1 1-1,1-1 1,-1 0-1,5 1 0,11 1-902,0 1-1,0-2 1,0-1-1,27-1 1,-31 0 96,61-3-3940,8-11-1243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3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12 3073,'0'0'2161,"-18"-2"1257,16 2-3328,-124-9 6202,110 9-5603,1 0 0,-1 1 1,1 1-1,-1 1 0,1 0 0,0 1 1,-21 8-1,31-10-607,0 0 0,0 0 0,0 1-1,0-1 1,0 1 0,1 1 0,-1-1 0,1 1-1,0 0 1,0-1 0,0 2 0,1-1 0,-1 0 0,1 1-1,0 0 1,0 0 0,1 0 0,-1 0 0,1 0-1,0 0 1,1 0 0,-1 1 0,1-1 0,0 1-1,0-1 1,0 11 0,1-11-70,0 1-1,0-1 1,1 1-1,-1-1 1,1 1-1,0-1 1,1 1-1,1 5 1,-2-9-11,1 0 1,-1 0-1,1-1 1,-1 1-1,1 0 1,0 0-1,-1-1 1,1 1-1,0-1 1,0 0 0,0 1-1,0-1 1,0 0-1,1 0 1,-1 0-1,0-1 1,0 1-1,1 0 1,-1-1-1,0 0 1,1 1-1,2-1 1,7 1 5,-1-1 0,1 0 0,-1-1 0,1 0 1,-1 0-1,0-2 0,0 1 0,0-1 0,14-6 0,-18 6 0,-1 1 0,0-1 0,-1 0 0,1-1 0,0 1 0,-1-1 0,0-1 0,0 1 0,0 0 0,0-1 0,-1 0 0,0 0 0,0-1 0,0 1 0,-1-1 0,1 0 0,3-9 0,-11 39 151,2 0-1,0 25 0,2-47-274,1 0-1,-1-1 1,0 1-1,1 0 1,-1 0-1,1-1 0,0 1 1,0 0-1,0-1 1,0 1-1,0-1 0,0 1 1,0-1-1,0 0 1,0 1-1,1-1 1,-1 0-1,1 0 0,-1 0 1,1 0-1,-1 0 1,1 0-1,-1 0 1,1 0-1,0-1 0,-1 1 1,1-1-1,0 1 1,3-1-1,8 3-1227,-1-1 0,1-1 0,14 0 0,-25-1 1152,54-3-5676,9-10-1270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4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0 8516,'0'0'7251,"-140"53"-3665,100-14-1617,11 11-481,6 1-239,8 5-753,7 1-288,1-5-128,5-2-80,0-12-48,2-9-48,-2-8-480,-2-13-737,-2 0-1200,-5-8-576,-6 0-1345,-3-14-2497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4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 2897,'0'0'2871,"30"-3"539,206-22 2518,-95 7-2861,-27 2-752,134-1-1,-254 18-2239,0 0 0,1 0 0,-1 1-1,1 0 1,-1 0 0,1 0 0,0 1-1,0 0 1,0 0 0,0 0 0,0 0 0,0 1-1,-7 8 1,-2 2-49,0 0-1,-20 29 1,26-32-33,1-1 0,0 1 0,1 0 0,0 0 0,1 0 0,0 1 1,1 0-1,0 0 0,1 0 0,0 1 0,1-1 0,0 1 0,1 17 1,1-28 1,1-1-1,-1 0 1,1 0 0,0 0 0,0 0 0,-1 0 0,1 0 0,0 0 0,0 0 0,0 0 0,0 0 0,0 0 0,0 0 0,0-1-1,1 1 1,-1 0 0,0-1 0,0 1 0,0-1 0,1 1 0,-1-1 0,0 0 0,1 0 0,-1 1 0,0-1 0,1 0 0,-1 0 0,0 0-1,1 0 1,1-1 0,48-3-22,-42 2 18,0-1 0,0 0 0,0 0 0,0-1 0,-1-1 0,1 1-1,-1-1 1,-1-1 0,13-10 0,-9 7-3,-1 0 1,-1-1-1,0 0 0,0-1 0,-1 0 1,8-15-1,-11 12 1495,-10 32-765,5-17-715,-1 10 58,0 1 0,1-1-1,1 0 1,3 18-1,-3-25-61,0-1-1,0 1 0,1 0 1,-1-1-1,1 1 0,0-1 0,0 1 1,0-1-1,1 0 0,-1 0 1,1 0-1,0 0 0,-1 0 1,1-1-1,1 1 0,5 3 1,3 0-228,-1 0 1,1 0 0,0-1 0,1-1 0,-1 0 0,1 0-1,18 1 1,6-1-2925,51-2 0,32-2-5814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6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2 169 704,'0'0'4664,"0"-4"-3410,0-2-1177,-1 5 48,1 0 1,0 0 0,0 0-1,0 0 1,0 0 0,0 0 0,0 0-1,0 0 1,0 0 0,0 0-1,0 0 1,0 0 0,1 0 0,-1 0-1,0 0 1,1 0 0,-1 0 0,1 0-1,-1 0 1,1 0 0,-1 0-1,1 1 1,0-1 0,-1 0 0,1 0-1,0 1 1,0-1 0,0 0-1,-1 1 1,1-1 0,0 1 0,0-1-1,2 0 1,17-2 374,-1 0 0,1 1 0,0 1 0,39 4-1,0-1 155,1033-24 1550,316-36-1993,-1239 52-155,1032-21 171,-622 21 214,104 0 216,-1 31-413,302 5-294,-856-29 68,205 10-131,54 1 2413,-90 5-1155,-339-30-331,-7 8-919,37 5-210,33 7 68,12-2-2154,47 1 0,-78-6 1229,-90 0-6599,21 0 2400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74 688,'0'0'10792,"11"-13"-8724,32-38-124,-42 50-1822,-1 1 0,0-1-1,0 0 1,1 1 0,-1-1-1,0 1 1,0 0 0,1-1-1,-1 1 1,0-1 0,1 1-1,-1-1 1,1 1 0,-1 0-1,1-1 1,-1 1-1,1 0 1,-1-1 0,1 1-1,-1 0 1,1 0 0,-1 0-1,1-1 1,-1 1 0,1 0-1,-1 0 1,1 0 0,0 0-1,0 0 1,-2 10-97,1-7 438,-1 5-75,1 0 0,-2 1 0,1-1 0,-1 0 0,-1 0 0,-5 14 0,-28 51 1201,9-20-966,-13 38-56,15-31-433,-2-2 0,-43 68-1,70-126-136,1 0 0,-1 0 0,0 0 0,0 0 0,1 0 0,-1 0 0,0 0 0,0 0-1,0 0 1,1 0 0,-1 1 0,0-1 0,0 0 0,0 0 0,1 0 0,-1 0 0,0 0-1,0 0 1,0 0 0,1 0 0,-1 1 0,0-1 0,0 0 0,0 0 0,0 0 0,0 0 0,1 1-1,-1-1 1,0 0 0,0 0 0,0 0 0,0 1 0,0-1 0,0 0 0,0 0 0,0 0 0,0 1-1,0-1 1,0 0 0,0 0 0,0 1 0,0-1 0,0 0 0,0 0 0,0 0 0,0 1-1,0-1 1,0 0 0,0 0 0,0 0 0,0 1 0,0-1 0,20-10-73,-20 10 76,36-21-320,1 2 0,1 1 0,71-22 0,-91 37 317,-17 22 19,-1-13-30,0 1 0,0-1-1,1 1 1,0-1 0,0 1 0,1-1-1,0 0 1,0 1 0,4 7 0,-4-11-244,-1-1 0,1 1 0,0-1 0,0 1 0,0-1 0,0 0 0,0 0 0,1 0 0,2 2 0,-2-2-434,1 0 0,-1 0 0,0-1 0,1 0 0,-1 0 0,0 0 0,1 0 0,0 0 0,3 0 0,16 0-4748,1-1-1416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7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2481,'0'0'6568,"10"2"-5658,35 6 856,84 5 1,-128-13-1765,5 0 11,1 0 0,-1 0 0,0-1-1,0 0 1,1 0 0,8-3 0,-13 4-2,0-1 1,-1 0 0,1 0 0,-1 0 0,1 0 0,-1 0 0,1-1 0,-1 1-1,0 0 1,0-1 0,1 1 0,-1-1 0,0 1 0,0-1 0,-1 0-1,1 1 1,0-1 0,0 0 0,-1 1 0,1-1 0,-1 0 0,0 0-1,1 0 1,-1 1 0,0-1 0,0 0 0,0-3 0,0 3 43,-1-1-1,1 0 1,0 1 0,0-1 0,-1 1 0,0-1 0,1 1-1,-1-1 1,0 1 0,0-1 0,-1 1 0,1 0 0,0 0-1,-1 0 1,1-1 0,-1 1 0,0 0 0,1 1 0,-1-1-1,-3-2 1,1 2 61,1-1 0,-1 1 0,-1 0 0,1 1 0,0-1 0,0 0 0,-1 1 0,1 0 0,-1 0 0,1 1 0,-6-1 0,4 1 27,0-1 0,0 1 0,0 1 1,0-1-1,0 1 0,1 0 0,-1 1 0,0-1 1,0 1-1,1 0 0,-1 0 0,1 1 0,0 0 0,0 0 1,0 0-1,0 0 0,0 1 0,-7 8 0,9-8-119,1 1-1,-1 0 1,1 0-1,0 0 1,1 0 0,-1 0-1,1 1 1,0-1-1,0 0 1,1 1-1,-1-1 1,1 0-1,0 1 1,1-1-1,0 1 1,-1-1-1,2 0 1,-1 0-1,0 1 1,1-1-1,0 0 1,1 0-1,-1-1 1,1 1-1,0 0 1,0-1-1,0 1 1,0-1-1,1 0 1,0 0-1,6 4 1,1-2-197,0 0 0,1-2 0,0 1 0,0-1 0,0-1 0,0 0 0,0-1 0,1 0 1,12-1-1,118-3-5251,-119 0 3970,48-7-3503,-6-9-451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7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13 2177,'0'0'13604,"-16"-3"-12121,2 0-1096,8 2-255,1-1 0,-1 1 0,0 0 0,0 0 0,0 1 0,0 0 0,0 0 0,0 0 0,0 1 0,0 0 0,1 0 0,-1 0 1,0 1-1,0 0 0,-5 2 0,5-1 107,-4 2 105,0 0-1,0 1 0,-15 11 0,23-16-333,1 0 1,0 0-1,-1 0 1,1 1-1,0-1 1,-1 0-1,1 0 1,0 1-1,0-1 1,0 1-1,0-1 1,0 1-1,1-1 1,-1 1-1,0-1 1,1 1-1,-1 0 1,1-1-1,0 1 1,-1 0-1,1-1 1,0 1-1,0 0 1,0 0-1,0-1 1,0 1-1,0 0 0,1 0 1,-1-1-1,1 1 1,-1 0-1,2 2 1,0-3-8,-1 0 0,1 0-1,-1 0 1,1-1 0,0 1 0,-1-1 0,1 1-1,0-1 1,-1 0 0,1 1 0,0-1 0,0 0-1,-1 0 1,1 0 0,2-1 0,29-1-19,-28 2 14,-1-1 0,0 0 0,0 0-1,1-1 1,-1 1 0,0-1 0,0 1-1,0-1 1,0-1 0,-1 1 0,1 0-1,-1-1 1,1 0 0,-1 0 0,0 0-1,0 0 1,0 0 0,4-7 0,-7 9 418,0 7-498,0 0 1,0 0 0,1 0-1,0 0 1,0 0 0,0 0-1,1 0 1,0 0-1,0 0 1,6 10 0,-6-13-343,1 0 0,-1 1 0,1-2 0,0 1 0,0 0 0,0-1 0,0 1 0,1-1 0,-1 0 0,1 0 0,-1 0 0,1 0 0,0-1 0,0 0 0,0 1 0,-1-2 0,1 1 0,5 0 0,33 3-5819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8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 8388,'0'0'10213,"-119"108"-8917,108-68-239,3 6-81,6-2-272,-4 4-31,1-6-545,-1-2-80,0-7-48,0-4-32,-3-6-480,1-6-801,-3-7-1120,5-5-1121,2-5-2913,4-5-832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8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46 2065,'0'0'6315,"18"-8"-2791,59-24-437,-53 27-958,-14 11-880,-9-5-1162,-1 1 1,1-1-1,-1 1 0,0 0 0,0-1 1,0 1-1,0-1 0,0 1 1,0 0-1,0-1 0,0 1 0,-1 2 1,0 1 254,1-4-306,1 10 397,-1 0 0,-1 0 0,0 0 0,0 0 0,-5 14 0,5-21-390,-1 0 0,1-1 1,-1 1-1,0-1 0,-1 0 0,1 1 0,0-1 1,-1 0-1,0 0 0,0-1 0,0 1 1,0 0-1,0-1 0,0 0 0,-1 0 1,1 0-1,-1 0 0,-4 1 0,-19 8-332,-1-1 0,-1-1 0,-50 9 0,49-14-4536,-53 1-1,31-5-3202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8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1056 1 1361,'0'0'9044,"-124"85"-5971,66-18-1216,-9 17-784,-4 4 111,-6 14-143,-7 5-273,-4-1-112,0-1-496,5-3-160,-1-4-48,5-6-432,12-8-1537,12-17-1601,24-25-2192,31-26-145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9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793 0 6243,'0'0'10677,"-115"67"-8340,61-2-897,-9 6-351,1 8-145,-12 7-287,-11 4-241,-5 0-240,6-2-176,11-5-48,23-10-672,21-10-2114,16-17-2144,13-23-3762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9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945 0 9732,'0'0'2754,"-123"23"1023,50 27-191,-9 15-1681,-6 25-817,-4 6-63,-6 9-369,2-1-480,4-3-176,19-5-80,16-6-560,16-15-1569,18-17-1985,16-20-3457,7-28-2162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9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1033 0 12742,'0'0'1697,"-142"67"688,69-6 1424,-4 18-1503,-3 13-1138,-5 13-352,-3 1-383,0 7-289,2-6-128,5-5-16,6-10-352,8-10-1041,14-20-1456,22-16-961,25-21-2433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39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820 1 11429,'0'0'3052,"-22"7"-256,16-5-2582,-15 5 545,1 1 0,-1 0 1,2 1-1,-1 2 0,1 0 1,1 1-1,-20 16 0,-38 43 1335,-88 108-1,-55 96-1640,155-192-720,42-55-321,-25 32-579,44-56 603,0 1-1,0-1 1,1 1-1,-1-1 1,1 1 0,1 0-1,-1 0 1,1 0-1,-1 0 1,0 10-1,2-15 565,0 0-96,0 0-1,0 0 1,0 1-1,0-1 0,0 0 1,0 0-1,0 1 1,0-1-1,1 0 0,-1 0 1,0 0-1,0 1 1,0-1-1,0 0 0,0 0 1,0 0-1,0 1 0,0-1 1,0 0-1,1 0 1,-1 0-1,0 0 0,0 1 1,0-1-1,0 0 1,1 0-1,-1 0 0,0 0 1,0 0-1,0 0 1,1 0-1,-1 0 0,0 1 1,0-1-1,0 0 0,1 0 1,-1 0-1,0 0 1,0 0-1,0 0 0,1 0 1,-1 0-1,0 0 1,0 0-1,0 0 0,1-1 1,37-1-5707,26-16-226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40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901 1 9845,'0'0'4017,"-161"62"209,61 1-128,-1 4-1377,14 6-928,13 0-896,20-2-337,14 0-544,5-4-16,1 4-256,-5-6-1329,-7-2-816,-13-9-1841,-12-16-6227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40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212 274 688,'0'0'2377,"22"-13"-293,138-88 2441,-152 95-4156,10-4 531,-1-2 0,0 0 0,-1-1 0,0-1 0,-1 0 0,14-18 0,-28 31-704,1-1 0,-1 0 0,0 0 0,0 1 0,0-1 0,0 0-1,-1 0 1,1 0 0,0 0 0,-1 0 0,0 0 0,1-2 0,-1 3-102,0 0 0,0 0 0,0 0 0,0 1 0,-1-1 1,1 0-1,0 0 0,0 1 0,-1-1 0,1 0 0,0 1 1,-1-1-1,1 0 0,0 1 0,-1-1 0,1 0 0,-1 1 0,0-1 1,1 1-1,-1-1 0,1 1 0,-2-1 0,0 0-30,-1 0-1,1 0 1,-1 1-1,1-1 1,-1 1 0,1-1-1,-1 1 1,1 0-1,-1 0 1,0 0 0,1 0-1,-1 1 1,1-1-1,-1 1 1,1 0-1,-1-1 1,-3 3-1,-5 2 6,1 1-1,0 0 1,0 0-1,0 1 1,1 0-1,-13 14 1,3-2 126,-29 40 0,25-26-142,2 2-1,2 0 1,1 1-1,2 1 1,1 0 0,-14 57-1,-34 242 266,51-259-302,11-71-25,-17 86-1405,15-82 1112,1-1-1,-2 1 1,0-1 0,0 0-1,0 0 1,-1 0-1,-7 9 1,10-15-251,0-1-1,0 0 1,-1 0-1,1 0 1,0 0-1,-1-1 1,1 1-1,-1-1 1,0 1-1,0-1 1,1 0-1,-5 1 1,-17 5-5218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41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53 480,'0'0'17416,"158"-51"-15943,-93 49 336,2 2-657,4 0-543,0 0-129,-4 2-304,-2 7-112,-4-5-64,-9-2-32,-10-2-224,-15 0-945,-10 2-1536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41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0 182 10213,'0'0'14313,"5"19"-13574,16 57-427,-16-50-75,-5-25-135,0-4-75,-1-40-134,0 18 127,1 0 0,1 1 0,7-48 0,-7 66-60,1 0-1,-1 0 1,1 1-1,0-1 1,1 0 0,0 1-1,-1 0 1,2-1-1,-1 1 1,1 0 0,-1 1-1,1-1 1,1 1 0,-1-1-1,0 1 1,1 0-1,0 1 1,0-1 0,0 1-1,1 0 1,6-2-1,-9 3-274,0 1-1,1 0 0,-1 1 1,1-1-1,-1 1 0,1-1 1,-1 1-1,7 0 0,-6 1-474,-1-1-1,0 1 0,0-1 1,0 1-1,0 0 1,0 0-1,0 1 0,0-1 1,0 1-1,0-1 1,-1 1-1,1 0 1,0 0-1,2 3 0,12 12-6254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41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1 144 2753,'0'0'11227,"17"3"-7922,2 1-2519,1 1 190,0-2 0,1 0 0,33 0 0,-37-3-476,94-4 1308,-99 2-1742,0 0 0,0 0 0,0-1 0,0-1 0,-1 0 0,1 0 0,10-7 0,-20 11-58,-1-1-1,1 0 0,0 0 0,-1 1 1,1-1-1,-1 0 0,1 0 1,-1-1-1,0 1 0,1 0 0,-1 0 1,0-1-1,0 1 0,0-1 1,0 1-1,0-1 0,0 1 0,0-1 1,0 1-1,-1-1 0,1 0 1,0 0-1,-1 1 0,0-1 0,1 0 1,-1 0-1,0 0 0,0 1 0,0-1 1,0 0-1,0 0 0,-1 0 1,1 1-1,0-1 0,-1 0 0,1 0 1,-1 1-1,0-1 0,-1-2 1,-1 0 6,0-1-1,0 1 1,-1 0 0,0 1 0,1-1 0,-1 0 0,-1 1 0,1 0 0,0 0 0,-1 0 0,-8-3 0,-2 1 58,1 0 0,-1 2-1,0 0 1,0 1 0,0 0 0,-1 1-1,1 1 1,-16 1 0,28-1-45,-1 0 1,1 1 0,0-1-1,-1 1 1,1 0 0,0 0-1,0 0 1,0 0-1,-1 1 1,1-1 0,0 1-1,1 0 1,-1 0 0,0 0-1,0 0 1,1 0-1,-1 1 1,1-1 0,0 1-1,0-1 1,0 1 0,0 0-1,0 0 1,1 0-1,-1 0 1,1 0 0,0 0-1,0 0 1,-1 6-1,-2 8-9,1 1-1,1-1 0,1 1 1,1 26-1,1-24-9,-2-13-86,1-1 1,1 0-1,-1 1 0,1-1 1,1 0-1,-1 1 1,1-1-1,0 0 0,0 0 1,0 0-1,1 0 1,0-1-1,1 1 0,-1-1 1,1 0-1,0 0 0,0 0 1,0 0-1,1-1 1,0 1-1,0-1 0,0 0 1,0-1-1,0 1 0,1-1 1,0 0-1,0-1 1,-1 1-1,2-1 0,-1 0 1,10 1-1,9 2-1317,0-2 0,0 0 0,36-1-1,30-7-5423,-7-5-1983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42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88 6675,'0'0'11779,"12"4"-10357,25 11-663,1-3 1,0-1-1,1-1 1,0-3-1,57 5 1,-53-11-711,-30 1-41,0-1 0,0-1 1,0 0-1,-1-1 0,1-1 0,0 1 0,0-2 0,18-6 0,-28 8-10,-1 0 1,0 0-1,0-1 0,0 1 1,0-1-1,0 1 0,0-1 0,0 0 1,-1 1-1,1-1 0,-1 0 0,1 0 1,-1-1-1,0 1 0,0 0 0,0 0 1,0 0-1,0-1 0,0 1 1,0-1-1,-1 1 0,0 0 0,1-1 1,-1 1-1,0-1 0,0 1 0,0-1 1,0 1-1,-1-5 0,0 4 0,0-1 0,0 1-1,0-1 1,-1 1 0,1 0-1,-1-1 1,1 1 0,-1 0-1,0 0 1,0 0 0,-1 0-1,1 0 1,-1 1 0,1-1-1,-1 1 1,0-1 0,0 1 0,-6-3-1,-2 0 13,-1 1 0,0 0 0,0 1 0,0 1 0,0 0 0,0 1 0,0 0 0,-19 1 0,21 0 80,1 1 0,0 0 0,0 0 0,-1 1-1,1 0 1,0 1 0,1 0 0,-1 1 0,0-1 0,1 1 0,-13 9 0,17-10 24,0 0 0,1 0 0,0 1 0,-1-1 0,1 1 0,0 0 0,1 0 0,-1 0 1,1 0-1,-1 0 0,1 1 0,1-1 0,-1 1 0,0-1 0,1 1 0,0 0 0,0-1 0,1 1 0,-1 0 1,1 0-1,0 0 0,0-1 0,1 1 0,1 6 0,-1-3 29,2-1-1,-1 1 1,1-1-1,0 0 1,0 0-1,1 0 1,0 0-1,1 0 1,-1-1-1,1 0 1,0 0-1,1 0 1,10 9-1,-6-8-52,0 1 1,1-1-1,0 0 0,1-1 0,-1-1 0,1 0 0,0 0 0,13 3 0,-2-4-256,-1-1 0,0 0 0,39-1 0,5-5-2990,-55 2 1497,1-1 0,-1-1 1,18-6-1,16-9-6606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56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1105,'0'0'4567,"4"-35"6618,-3 40-8798,1 18-1731,0-15 2254,3 21-2496,-2 1-1,0-1 0,-2 1 0,-2 29 0,2 45 197,2 236 648,-4-189-979,0-127-307,0-42-3273,1 12 1795,0-9-2021,0 3-4908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56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5202,'0'0'11600,"9"3"-9049,0 4-1725,0 1 1,-1 0-1,0 0 1,9 13-1,-8-11-621,0 0 0,0 0 0,12 9-1,-2-5-87,-3-1-67,0-1 0,28 14 0,-43-25 29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09:57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1 544,'0'0'12899,"-15"10"-8184,-34 31-633,29-21-3320,-26 30-1,35-37-632,1 0 0,1 1-1,0 0 1,1 0 0,1 1 0,-7 18 0,12-26 22,2-6-33,0 0 1,0 0-1,0 0 0,0 0 1,0 0-1,0 0 0,-1 0 0,1 0 1,0 0-1,-1 0 0,1 0 1,0-1-1,-1 1 0,1 0 1,-1 0-1,1 0 0,-1-1 1,0 1-1,1 0 0,-1 0 0,0-1 1,0 1-1,0 0 0,0-1 213,-4 10 279,1-1-1847,3-3-2962,1-2-979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0:06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271 922 400,'0'0'6803,"15"-11"-3673,-12 3 4127,-1 1-3652,1-37-2430,-3 43-49,-3-27 2357,5-20-3175,-1 13-124,-3-6-144,-2 1 0,-2 0 0,-2 0 0,-16-48 0,22 81-37,-30-152-118,-3-9 19,29 144 58,1-1-1,1 0 0,-1-45 1,4 70 40,0 0-21,0 0 38,1 0-115,-1 1 97,1 0-1,-1 0 1,0-1 0,1 1-1,-1 0 1,1 0 0,0 0-1,-1 0 1,1 0 0,0 0-1,-1 0 1,1 0 0,0 0-1,0 0 1,0 0 0,0 2-1,0-2 2,-15 44 16,-1 0 0,-2-1-1,-34 58 1,19-39-3,17-18 18,14-41-43,3-6-16,42-84 74,-5-14 13,33-72 302,-71 171-358,0 0-1,0 0 1,1 0-1,-1 0 1,1 0-1,-1 0 1,1 0-1,0 0 1,-1 0-1,1 0 0,0 0 1,-1 1-1,1-1 1,0 0-1,0 1 1,0-1-1,0 0 1,0 1-1,-1-1 1,1 1-1,0-1 1,0 1-1,1-1 0,-1 1 1,0 0-1,0 0 1,0-1-1,0 1 1,0 0-1,0 0 1,0 0-1,0 0 1,0 0-1,0 1 1,1-1-1,-1 0 0,0 0 1,0 1-1,0-1 1,0 1-1,0-1 1,0 1-1,1 0 1,4 4 27,0 0 0,0 0 1,-1 0-1,0 1 0,6 8 1,4 3 27,-3-8 78,0-1 0,0 0 0,1 0 0,0-2 0,0 1 0,27 7 0,-21-7 272,1 1 1,23 13 0,-38-17-365,1-1 0,-1 1 0,1 0 0,-1 1 0,-1-1 0,1 1 0,0 0 0,-1 0 1,0 1-1,-1-1 0,5 8 0,1-1-55,-9-12 27,0 0 0,-1 0 0,1 0 0,0 0 0,0 0 0,-1 0 0,1 0 0,0 1 0,0-1 0,-1 0 0,1 0 0,0 0 0,0 0 0,0 0 0,-1 0 0,1 1 0,0-1 0,0 0 0,0 0 0,0 0 0,-1 0 0,1 1 0,0-1 0,0 0 0,0 0 0,0 0 0,0 1 0,0-1 0,-1 0 0,1 0 0,0 1 0,0-1 0,0 0 0,0 0 0,0 1 0,0-1 0,0 0 0,0 0 1,0 1-1,0-1 0,0 0 0,0 0 0,0 0 0,0 1 0,1-1 0,-1 0 0,0 0 0,0 1 0,0-1 0,0 0 0,0 0 0,0 0 0,1 1 0,-1-1 0,-20 11-2438,1-1-3519,2 2-3636,6-3-344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19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1 103 2945,'0'0'17846,"7"-15"-16144,21-45-328,-27 57-1099,1 1 0,-1 0 1,0 0-1,0 0 0,1 0 1,-1 0-1,1 0 0,0 0 0,0 0 1,2-1-1,-4 2-203,1 1 0,0 0-1,0-1 1,0 1 0,-1-1 0,1 1 0,0 0 0,0 0-1,0 0 1,0-1 0,0 1 0,-1 0 0,1 0 0,0 0-1,0 0 1,0 0 0,0 1 0,1-1 0,0 1-48,-1 0 1,1-1-1,-1 1 1,1 0 0,-1 0-1,1 1 1,-1-1-1,0 0 1,1 0-1,-1 1 1,0-1-1,0 0 1,0 1-1,0-1 1,0 1 0,1 1-1,7 24-108,-1 0-1,-1 0 1,-1 0 0,-2 1-1,0 0 1,-2 0 0,-2 44-1,0-72-275,3-1 316,0 0-1,0-1 1,0 1 0,0-1 0,0 0-1,0 0 1,-1 0 0,1 0-1,0 0 1,-1-1 0,0 1-1,4-5 1,4-4 17,40-31 259,1 2 0,3 2 0,107-57 0,-161 95-220,0 0 0,1 0 0,-1 0 0,0 0 0,0 0 0,1 0 0,-1 0 0,0 0 0,1 0 0,-1 0 0,0 0 0,0 0 0,1 0 0,-1 0 0,0 0 0,1 0 0,-1 1 0,0-1 0,0 0-1,1 0 1,-1 0 0,0 0 0,0 0 0,0 1 0,1-1 0,-1 0 0,0 0 0,0 0 0,0 1 0,1-1 0,-1 0 0,0 0 0,0 1 0,0-1 0,0 0 0,0 0 0,0 1 0,0-1 0,0 0 0,1 1-1,-1-1 1,0 0 0,0 1 0,2 14-59,-2-14 94,3 136-134,-4-82-4556,1-55 4358,1 1 0,-1 0 0,0 0 1,1-1-1,-1 1 0,0 0 0,1-1 0,-1 1 1,1-1-1,-1 1 0,1-1 0,-1 1 0,1-1 1,0 1-1,-1-1 0,1 1 0,0-1 0,-1 1 1,1-1-1,0 0 0,-1 0 0,1 1 0,0-1 0,0 0 1,-1 0-1,1 0 0,0 0 0,0 0 0,0 0 1,-1 0-1,1 0 0,0 0 0,0 0 0,-1 0 1,1 0-1,1-1 0,2 1-964,20 0-4836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19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1 170 5202,'0'0'11206,"8"-1"-9827,109 2 2553,-116-1-3920,0 0 0,0-1 0,0 1 0,0 0 0,0 0 0,0-1 0,0 1 0,0-1 0,0 1 0,0-1 0,-1 1 0,1-1 1,0 0-1,0 1 0,0-1 0,-1 0 0,1 0 0,0 1 0,-1-1 0,1 0 0,-1 0 0,1 0 0,-1 0 0,1 0 0,-1 0 0,1 0 0,-1 0 0,0 0 0,0 0 0,1 0 0,-1-2 0,2-37 165,-3 31-168,2-6 51,-1 8-32,0-1-1,0 1 1,0-1-1,-1 1 1,-2-10 0,2 15 41,1 1 0,-1-1 1,1 1-1,-1 0 1,0-1-1,0 1 0,1-1 1,-1 1-1,0 0 1,0 0-1,0 0 0,0-1 1,-1 1-1,1 0 1,0 0-1,0 0 1,-1 1-1,1-1 0,-1 0 1,1 0-1,0 1 1,-1-1-1,1 1 0,-1-1 1,1 1-1,-1 0 1,0 0-1,1-1 0,-1 1 1,-1 1-1,1-1-62,1 0 0,0 1 0,0-1 0,0 1 0,0-1 0,0 1 0,0 0 0,1-1-1,-1 1 1,0 0 0,0 0 0,0 0 0,1 0 0,-1-1 0,0 1 0,1 0 0,-1 0 0,1 0-1,-1 2 1,-12 27-27,9-21 30,-3 10-81,1-1 0,1 2 0,1-1 0,0 0 0,-1 26-1,3 17-3062,2-61 2922,0 0 0,0 0-1,0 0 1,0-1 0,0 1 0,0 0 0,1 0 0,-1 0 0,0 0 0,1 0 0,-1-1 0,1 1 0,-1 0 0,0 0-1,1-1 1,0 1 0,-1 0 0,1-1 0,-1 1 0,1-1 0,0 1 0,0-1 0,-1 1 0,1-1 0,0 1 0,0-1-1,0 1 1,-1-1 0,1 0 0,0 0 0,0 1 0,0-1 0,1 0 0,35 0-5766,-22 0 3784,22 0-2376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0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1 128 3394,'0'0'15881,"0"7"-14531,0 16-474,-1-7-561,1 1-1,1-1 1,3 17 0,-3-28-331,0-1 0,0 1 1,0 0-1,1 0 0,0 0 1,0-1-1,0 1 1,1-1-1,0 0 0,-1 0 1,1 0-1,1 0 0,-1 0 1,7 5-1,-2-3-225,-1 0 1,1-1-1,0 0 0,0 0 0,1-1 1,12 4-1,-18-6 178,1-1 0,0-1 0,0 1-1,0-1 1,0 1 0,-1-1 0,1 0 0,0 0 0,0-1 0,0 1 0,0-1 0,-1 0 0,1 0-1,0 0 1,-1 0 0,1-1 0,0 0 0,4-3 0,6-4 57,0-2 0,22-22-1,-36 33 578,0 11-493,0-7-91,0 1 0,0-1 0,0 0 1,1 1-1,0-1 0,-1 0 0,1 1 1,1-1-1,-1 0 0,4 6 0,-4-8 15,1 0-1,0 0 1,-1 0 0,1-1-1,0 1 1,0 0-1,0-1 1,0 0 0,1 0-1,-1 1 1,0-1-1,0-1 1,1 1 0,-1 0-1,1 0 1,-1-1-1,1 0 1,-1 1 0,1-1-1,2 0 1,7 1 18,-1-1 0,1 0-1,0 0 1,-1-1 0,1-1 0,-1 0 0,0 0 0,15-6-1,-21 6-2,-1 0 0,1-1 0,0 1 0,-1-1 0,1 0 0,-1-1 0,0 1 0,0-1 0,0 0 0,0 0 0,-1 0 0,0 0 0,1-1 0,-2 1 0,1-1 0,0 0 0,-1 0 0,0 0-1,3-10 1,-3 7 128,0-1 0,0 1 0,-1-1 0,0 0 0,-1 1-1,0-1 1,0 0 0,-1 0 0,0 1 0,0-1-1,-1 0 1,0 1 0,-1 0 0,0-1 0,0 1-1,-5-10 1,-1 4-113,-1 0-1,0 0 1,-1 1-1,-1 0 0,0 0 1,0 2-1,-17-13 1,29 24-760,-2-2 1265,11 1-16666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0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547 19 6835,'-24'-3'5565,"16"2"-5148,-188-14 7183,155 15-5842,-58 8-1,86-6-1642,0 0 1,0 1-1,1 0 1,-1 2-1,1-1 1,0 1-1,0 1 1,-18 11-1,28-15-141,-1 0-1,1 0 1,-1-1-1,1 1 1,0 1-1,-1-1 1,1 0-1,0 1 1,1-1-1,-1 1 1,0-1-1,1 1 1,-1 0-1,1 0 1,0-1-1,0 1 1,0 0-1,0 0 1,1 0-1,-1 0 1,1 1-1,-1-1 1,1 0-1,0 0 1,1 0-1,-1 0 1,0 0-1,1 0 1,0 0-1,0 0 1,-1 0-1,2 0 1,-1 0-1,0 0 1,1-1-1,-1 1 1,1 0-1,0-1 1,0 1-1,0-1 1,0 0-1,0 0 1,0 0-1,4 3 1,29 17-739,1-1 1,1-2-1,66 25 1,2 0-463,-73-29 543,-1 1-1,55 38 0,-81-50 558,0 0-1,-1 1 1,1-1 0,-1 1 0,0 0-1,-1 0 1,6 9 0,-8-12 117,0-1 0,0 1 0,0 0 0,-1 0 0,1 0 0,-1 0 0,1 0 0,-1 0 0,0 0 0,1 0 0,-1 0 0,0 0 0,-1 0 1,1 0-1,0 0 0,0 0 0,-1 0 0,1 0 0,-1 0 0,0 0 0,0 0 0,1 0 0,-1 0 0,0-1 0,-1 1 0,1 0 0,-2 2 0,-3 1 170,0 0 1,0 0-1,-1 0 0,1-1 0,-1 0 0,0 0 0,-1 0 0,1-1 0,-8 2 0,-80 21 2264,75-22-1865,-116 22 2187,-59 16-1749,178-34-1322,14-4-1544,12-2-4616,29-2-1703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0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500 1 8036,'0'0'13878,"-103"109"-11413,53-34-640,2 9-144,4 1-529,7-1-704,3-3-383,7-5-65,2-9 0,2-13-401,2-12-703,0-9-225,2-12-912,3-6-1184,-1-9-1266,2-6-2592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1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7331,'0'0'13089,"22"-6"-10728,6-3-1730,-10 4-227,1-1 0,-1 2 0,1 1 0,0 0 0,22 0 0,131 2 2461,-171 1-2849,0 0 1,1 0-1,-1 0 0,1 0 0,-1 0 1,1 0-1,-1 0 0,1 1 0,-1-1 0,1 0 1,-1 1-1,1-1 0,-1 1 0,0 0 1,1-1-1,-1 1 0,0 0 0,0 0 1,0 0-1,1 0 0,-1 0 0,0 0 1,0 0-1,0 0 0,-1 1 0,1-1 0,0 0 1,1 3-1,-1 1-3,0 0 0,0 0 0,-1 0 0,0 0 1,0 0-1,0 0 0,-1 6 0,1 0-26,-5 22 19,3-27-98,1 0 0,0 0 0,0 0 1,1 0-1,-1 0 0,1 1 0,1-1 0,-1 0 0,3 11 1,-2-15 56,1-1 0,-1 1 0,0-1 0,1 1 0,-1-1 0,0 0 0,1 0 1,0 0-1,-1 0 0,1 0 0,0 0 0,-1 0 0,1 0 0,0-1 0,0 1 0,0-1 1,0 1-1,-1-1 0,4 0 0,44 4-317,-37-4 236,10 2-213,0-2 0,0-1 1,0-1-1,40-8 0,-53 8 293,0 0 1,0-1-1,0-1 0,0 1 0,-1-2 0,0 1 0,0-1 0,0 0 0,0 0 0,-1-1 0,0 0 0,0-1 0,-1 1 0,7-10 0,-4 5 3388,-8 19 693,0 9-4636,-1-12 363,1-1-1,-1 1 1,1-1 0,0 0-1,1 1 1,-1-1-1,1 0 1,0 0-1,0 0 1,0 0 0,0 0-1,1-1 1,0 1-1,0-1 1,-1 1 0,2-1-1,-1 0 1,0 0-1,7 4 1,-3-3-745,1-1 1,-1 1-1,1-1 0,0-1 1,-1 0-1,1 0 1,1 0-1,-1-1 0,16 1 1,35-2-6987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1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310 853 3089,'0'0'12134,"-19"-8"-7991,-64-25-1419,73 29-2348,1 1 0,-1 0 0,0 1 0,0 0 0,0 1 0,0 0 0,0 0 0,0 1 0,0 0 0,0 1 0,-10 2 0,14-2-299,3-1-69,0 1 0,-1 0 1,1-1-1,0 1 0,1 1 0,-1-1 1,0 0-1,0 1 0,0-1 0,1 1 1,-1 0-1,1 0 0,0 0 0,-1 0 1,1 1-1,0-1 0,0 0 0,0 1 0,1 0 1,-1-1-1,0 1 0,-1 5 0,0 0-84,0 1 0,1-1 0,0 0 0,0 1 0,1-1 0,0 1 0,1 9 0,0-17 54,0-1-1,1 1 1,-1-1 0,0 1-1,0 0 1,1-1 0,-1 1 0,0-1-1,1 1 1,-1-1 0,1 1-1,-1-1 1,1 1 0,-1-1-1,1 0 1,-1 1 0,1-1-1,-1 0 1,1 1 0,0-1 0,-1 0-1,1 0 1,-1 1 0,1-1-1,0 0 1,-1 0 0,1 0-1,0 0 1,-1 0 0,1 0-1,-1 0 1,1 0 0,0 0-1,-1 0 1,2-1 0,27-3-74,-19 1 67,0-1 0,-1 0 0,0 0 0,0-1 0,0 0 1,14-10-1,47-45-485,-42 34 163,279-265-2639,-237 216 2731,-4-3 0,63-94 0,-114 148 487,22-42 0,-33 57 614,0-1 1,-1 1-1,0-1 1,0 1-1,-1-1 0,-1 0 1,2-18-1,-3 26 401,-2 5-480,-44 57-365,3 3-1,-68 134 1,82-140-238,3 0-1,-30 99 1,44-113-809,2 1 1,2 0-1,2 0 1,-1 68-1,7-98-456,-1 23-929,1-36 1659,0 1 1,0-1-1,0 0 1,0 0-1,0 0 1,0 1-1,0-1 1,1 0-1,-1 0 1,1 0-1,-1 0 1,1 0-1,-1 0 1,1 0-1,-1 0 0,1 0 1,0 0-1,-1 0 1,1 0-1,0 0 1,2 1-1,10 0-7087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2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76 5891,'0'0'11456,"18"14"-9978,56 44 101,-68-53-1461,-1-1 1,1 0-1,0 0 0,0 0 1,1-1-1,-1 0 0,1 0 1,0-1-1,0 0 0,0 0 0,0 0 1,0-1-1,0 0 0,0-1 1,0 1-1,0-1 0,13-2 1,-16 2-99,-2-1-3,0 1 0,-1-1 0,1 0-1,0 0 1,0 0 0,0 1 0,0-2 0,-1 1-1,1 0 1,-1 0 0,1 0 0,-1-1 0,1 1-1,-1-1 1,0 1 0,1-1 0,-1 0 0,0 0-1,0 1 1,0-1 0,0 0 0,-1 0 0,1 0-1,0 0 1,-1 0 0,0 0 0,1-3-1,0 1 69,0-1-1,-1 0 0,1 1 1,-1-1-1,0 1 0,0-1 1,0 1-1,-1-1 0,0 1 0,0-1 1,0 1-1,-2-6 0,0 5-39,-1 0-1,1 0 0,-1 1 0,0-1 0,0 1 0,0 0 0,-1 0 1,0 0-1,0 1 0,0-1 0,0 1 0,0 1 0,0-1 0,-1 1 0,0-1 1,-8-1-1,-2 0 28,0 0 0,-1 1-1,0 1 1,-29 0 0,40 2-57,0 0-1,0 0 1,0 1 0,0 0-1,0 0 1,-11 4 0,15-4-20,0-1 1,1 1 0,-1 0 0,0 1 0,0-1 0,1 0 0,-1 0-1,1 1 1,-1-1 0,1 1 0,0-1 0,-1 1 0,1 0-1,0 0 1,0-1 0,0 1 0,0 0 0,0 0 0,1 0 0,-1 0-1,1 0 1,-1 0 0,0 4 0,1 3 12,0 0-1,0 0 1,0 0-1,1 0 1,0 0 0,1 0-1,0 0 1,1 0-1,0-1 1,0 1 0,0-1-1,1 0 1,1 0-1,-1 0 1,1 0 0,1-1-1,-1 0 1,13 12 0,-10-12-82,0 1 0,0-1 1,1-1-1,0 0 1,0 0-1,0-1 1,1 0-1,0 0 0,0-1 1,0-1-1,0 0 1,1 0-1,-1-1 1,1 0-1,18 1 0,-13-3-234,-1-1-1,1-1 1,-1 0 0,0 0-1,0-2 1,0 0-1,0-1 1,-1 0-1,1-1 1,-1-1-1,-1 0 1,1-1-1,-1 0 1,-1-1-1,19-17 1,-29 25 383,-1-1 0,1 0 1,-1 1-1,0-1 0,0 0 0,1 0 1,-1 0-1,0 0 0,-1 0 0,1 0 1,0 0-1,-1 0 0,2-4 0,-2 4 267,0 1-1,0-1 1,0 1-1,0-1 1,0 1-1,0-1 1,-1 1-1,1-1 1,0 1-1,-1 0 1,1-1-1,-1 1 1,1-1-1,-1 1 1,0 0-1,0 0 1,0-1-1,-1-1 1,2 3-328,-1 0 1,1 0 0,0 0-1,0 1 1,-1-1-1,1 0 1,0 0-1,0 0 1,-1 0-1,1 0 1,0 0-1,0 0 1,-1 1-1,1-1 1,0 0-1,0 0 1,0 0-1,-1 1 1,1-1 0,0 0-1,0 0 1,0 0-1,0 1 1,-1-1-1,1 0 1,0 1-1,0-1 1,0 0-1,0 0 1,0 1-1,0-1 1,0 0-1,0 0 1,0 1-1,0-1 1,0 0 0,0 1-1,0-1 1,0 0-1,0 0 1,0 1-1,0-1 1,0 0-1,1 1 1,-3 15-74,2-7 99,0-2-10,0 0 1,0 1 0,1-1 0,-1 0-1,1 0 1,1 0 0,2 8-1,-3-13-24,1 1 1,-1-1-1,0 0 0,1 0 0,0 0 0,-1 0 0,1 0 0,0-1 0,0 1 0,0 0 0,0-1 0,0 1 0,1-1 1,-1 0-1,0 0 0,1 0 0,-1 0 0,0 0 0,1-1 0,-1 1 0,1-1 0,-1 1 0,1-1 0,4 0 0,4 1 5,0-1 0,0 0 0,0-1 0,0 0 0,0-1-1,12-4 1,-16 4-7,-1 0 0,0 0 0,1-1 0,-1 0 0,0 0 0,-1 0 0,1-1 0,-1 0-1,1 0 1,-1 0 0,6-8 0,-9 19 3596,2 21-3752,-2-10 260,-1-13-230,0 0-1,0 0 0,0 0 1,1 0-1,0 0 1,0 0-1,0 0 0,0 0 1,1-1-1,0 1 0,0-1 1,4 5-1,-3-6-237,-1 0 0,0 0 0,1 0 0,-1-1 0,1 0 0,0 0 0,0 0 0,0 0 0,0-1-1,0 1 1,0-1 0,1 0 0,-1 0 0,0-1 0,9 1 0,6 0-2153,0-1 0,1 0 0,-1-2-1,26-5 1,33-20-7531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2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 6195,'0'0'16711,"-20"20"-13685,2-3-2394,7-8-331,0 2-1,0 0 1,1 0-1,0 0 1,1 1-1,1 1 1,0 0-1,1 0 1,0 0-1,-7 21 1,-76 276 2593,47-153-2891,39-145-3,-2 7 0,0 1 0,2-1 0,0 1 0,1 0 0,0 36 0,3-54-31,1-1 0,-1 1 0,1-1 0,-1 1 0,1-1 0,0 0 0,-1 1 0,1-1 0,0 0 0,0 1 0,0-1 0,0 0 0,0 0 0,0 0 0,0 0 0,1 0 0,-1 0 0,0 0 0,0 0 0,1-1 0,-1 1 0,1-1 1,-1 1-1,1 0 0,-1-1 0,2 1 0,45 7-1414,-46-8 1350,73 2-3113,-69-2 2541,0 0-1,-1-1 1,1 0 0,0 0-1,-1-1 1,1 0-1,-1 0 1,0 0-1,1 0 1,-1-1 0,6-4-1,-4 1-1764,0-1-1,0 0 1,9-14-1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2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11317,'0'0'8468,"157"19"-5923,-42 1-1920,8 6-625,-4-4-929,-2-7-4033,-14-7-7332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4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366 41 352,'0'0'5485,"2"-3"-4271,25-13 2408,8-5 3812,-42 21-5006,-6 1-2241,-1 0 0,0 1 0,1 1 0,-1 0 0,1 1 0,0 1 0,0 0 0,0 0 0,-20 13 0,11-5-67,1 2-1,0 1 1,0 0-1,-23 25 1,30-25-89,0 0 1,1 1 0,1 1 0,1 0 0,0 0 0,2 1 0,0 0 0,-11 34 0,13-27-58,0 1 1,2 0 0,1 0-1,1 1 1,2-1-1,1 33 1,1-48-201,0 0 0,1 0 1,0 0-1,1 0 0,0 0 0,1-1 1,1 0-1,-1 0 0,2 0 1,0 0-1,0-1 0,1 0 0,0 0 1,0-1-1,1 1 0,0-2 0,16 13 1,-9-10-836,0 0 1,1-1 0,0-1-1,1-1 1,0 0-1,0-1 1,1-1 0,0-1-1,0 0 1,33 3 0,44 0-5973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4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0 5442,'0'0'9077,"27"7"-7335,-6-2-1310,-9-3-188,0 1 0,1 0 0,-1 1 0,0 0 1,0 1-1,-1 0 0,0 1 0,0 0 0,0 1 0,0 0 0,-1 1 0,0 0 0,15 17 1,-9-5 176,-2 1 1,0 0 0,-2 1-1,0 1 1,-2 0 0,0 1 0,12 46-1,-12-24-2,-1 0 1,-3 1-1,1 64 0,-7-79-381,-2-1 0,-1 1 0,-1-1 0,-1 1 0,-2-2 0,-1 1 0,-2-1 0,-1 0 0,-1-1 0,-1 0 0,-28 43 0,16-34 8,-1-1 0,-2-2 1,-2 0-1,-1-2 0,-2-2 0,0 0 0,-3-3 0,0-1 0,-53 31 1,67-47-23,15-7-135,-1 0 0,1 0 0,0 1 0,0-1 0,0 2 0,-9 8 0,15-13-667,0 0 932,2 0-2227,3-1-3668,20 0-3415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5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2 11733,'0'0'18489,"0"-2"-17049,0 4-1440,-2 17-448,0 6-1361,0 7-2032,0 1-2562,2-2-7235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5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515 0 8708,'0'0'7555,"-138"77"-3121,67-37-400,2 0-1489,13-1-1696,12 5-849,10 4-1153,3 5-1584,-2-3-2113,-5-2-3234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8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25 4338,'0'0'12254,"8"-4"-10675,23-14-202,-31 18-1336,0 0-1,1 0 1,-1-1 0,0 1 0,0 0 0,1 0 0,-1 0 0,0 0 0,0-1 0,1 1 0,-1 0 0,0 0 0,0 0 0,1 0 0,-1 0 0,0 0-1,1 0 1,-1 0 0,0 0 0,0 0 0,1 0 0,-1 0 0,0 0 0,1 0 0,-1 0 0,0 0 0,0 0 0,1 0 0,-1 1 0,0-1 0,0 0-1,1 0 1,-1 0 0,0 0 0,0 1 0,1-1 0,-1 0 0,0 0 0,0 0 0,0 1 0,1-1 0,-1 0 0,0 0 0,0 1 0,0-1-1,0 13 572,0-9-217,0 3-71,1 36 1017,-3-1 1,-13 86 0,-24 40-951,-17 77-1388,30-82-4000,23-139 1317,3-9-6494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9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9 496,'0'0'9343,"0"-8"-6643,-4 8 2012,-7 8-4046,1 0 1,0 1 0,-13 15 0,-9 8-5,-226 186-168,251-212-558,2-3-81,1 1 0,0-1 0,0 1 0,1 0 1,-1 0-1,-5 9 0,9-12-373,47-36 275,-29 21 300,245-185 279,-256 194-221,-5 3 16,-1 0 0,1 1-1,0 0 1,1-1 0,-1 1-1,0 0 1,0 0 0,0 0-1,1 1 1,-1-1 0,0 0-1,1 1 1,-1-1 0,5 1-1,-6 2 12,1-1 1,-1 1-1,1 0 0,-1 0 0,0 0 1,1 0-1,-1 0 0,0 0 0,0 0 0,-1 0 1,1 1-1,0 3 0,3 5 261,0-4-228,0 0-1,0 0 1,0 0 0,1 0 0,0-1-1,0 0 1,1 0 0,11 10-1,5 0 107,31 18-1,1 0-204,-40-20-751,-13-14 483,-1 1-1,0-1 1,1 0-1,-1 1 1,0-1-1,1 0 1,-1 1-1,0-1 0,0 1 1,0-1-1,1 1 1,-1-1-1,0 0 1,0 1-1,0-1 1,0 1-1,0-1 1,0 1-1,0-1 0,0 1 1,0-1-1,0 1 1,0-1-1,0 0 1,0 1-1,0-1 1,0 1-1,0-1 0,0 1 1,-1-1-1,1 1 1,0-1-1,0 0 1,-1 1-1,1-1 1,0 0-1,0 1 0,-1-1 1,1 0-1,-1 1 1,-15 4-8551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29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0 7700,'0'0'13950,"-10"4"-13200,-7 6-484,1 0 0,0 1 0,1 1 0,0 0 0,0 1 0,-17 21 0,12-13-121,13-14-83,0 0-1,0 1 1,1 0 0,-11 16-1,17-23-63,0-1 0,1 0 0,-1 0 0,0 1 0,0-1 0,0 0 0,0 1-1,1-1 1,-1 0 0,0 0 0,0 1 0,1-1 0,-1 0 0,0 0 0,0 0 0,1 1-1,-1-1 1,0 0 0,1 0 0,-1 0 0,0 0 0,1 0 0,-1 0 0,0 0 0,1 0-1,-1 0 1,0 1 0,1-1 0,-1 0 0,0-1 0,1 1 0,-1 0 0,0 0 0,1 0-1,-1 0 1,20 0-12,-17 0 11,102 0 64,-104 0-59,0 1 0,1-1 0,-1 0 0,0 1-1,1-1 1,-1 1 0,0-1 0,0 1 0,0 0 0,0 0-1,0-1 1,0 1 0,0 0 0,0 0 0,0 0 0,0 0 0,0 0-1,0 0 1,0 0 0,-1 0 0,1 1 0,-1-1 0,1 0-1,-1 0 1,1 1 0,-1-1 0,1 0 0,-1 1 0,0-1-1,0 0 1,0 1 0,0 1 0,1 55 144,-2-40-70,1 30 188,-2 0 0,-2 0 0,-2 0 0,-3 0 0,-1-1-1,-2-1 1,-3 0 0,-1 0 0,-3-2 0,-1 0 0,-27 42 0,46-85-258,-4 7 118,-1 0 0,1-1 0,-11 12 0,14-18-90,1 1-1,-1-1 1,0 1 0,0-1-1,1 0 1,-1 0 0,0 0-1,0 0 1,0 0-1,0 0 1,-1 0 0,1 0-1,0-1 1,0 0 0,0 1-1,-1-1 1,1 0 0,0 0-1,0 0 1,-4 0-1,5-1-27,0 0 0,0 1 0,0-1-1,0 0 1,0 1 0,0-1-1,1 0 1,-1 0 0,0 0 0,1 0-1,-1 1 1,0-1 0,1 0-1,0 0 1,-1 0 0,1 0 0,-1 0-1,1-1 1,0 1 0,0 0-1,-1 0 1,1 0 0,0 0 0,0-2-1,0-35-15,0 29 11,0-49-424,-2 17-93,3 0-1,11-81 1,-10 110 24,1 0 0,0 0 0,1 0-1,1 0 1,0 0 0,0 1 0,1 0 0,1 0 0,0 1 0,0-1 0,1 1 0,0 1-1,1 0 1,11-9 0,59-37-9168,-36 25 1264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0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26 206 2401,'0'0'22226,"-2"19"-20764,-4 26-1098,-2 27 3146,0-93-1448,7 6-2023,1-1 1,0 1-1,1-1 0,1 1 0,0-1 0,2 1 0,-1 0 0,2 0 0,7-17 0,1 2 9,3 1 0,0 0-1,26-34 1,-37 119-4183,-4-51 3262,0 0 0,0 0 0,1 1 1,-1-1-1,1 0 0,5 8 0,-4-9-347,-1 0 0,1 0 0,0 0 0,0-1 0,0 1 0,0-1-1,1 0 1,5 4 0,19 8-7136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0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80 169 5426,'0'0'21047,"3"-2"-17376,-29 29-1909,21-22-1711,0-1-1,1 0 1,-1 1 0,1 0-1,0 0 1,0 0 0,1 1-1,-1-1 1,1 1-1,1 0 1,-1 0 0,1 0-1,0 0 1,0 0 0,0 0-1,0 12 1,2-18-51,-1 1 0,1 0 0,0 0 0,0 0 0,0-1 0,0 1 0,0 0 0,0 0 0,0 0 0,1-1 0,-1 1 0,0 0 0,0 0 0,1-1 0,-1 1 0,0 0 0,1 0 0,-1-1 0,0 1 0,1 0 0,-1-1 0,1 1 0,0-1 0,-1 1 0,1 0 0,-1-1 0,1 1 0,0-1 0,-1 0 0,1 1 0,0-1 0,-1 0 0,1 1 0,0-1 0,0 0 0,0 0 0,-1 1 0,1-1 0,0 0 0,0 0 0,0 0 0,-1 0 0,1 0 0,0 0 0,0 0 0,0-1 0,-1 1 0,1 0 0,1 0 0,1-1 0,4 1-83,1-2 0,-1 1 0,0-1 1,0-1-1,0 1 0,-1-1 0,1 0 0,0 0 0,-1-1 1,0 0-1,0 0 0,6-6 0,2-2-396,0 0 0,-1-1 0,21-26 0,-29 33 352,-1 0 1,-1-1-1,1 0 1,-1 0 0,0 0-1,-1 0 1,0-1-1,0 1 1,0 0 0,-1-1-1,0 0 1,-1 1 0,1-1-1,-1 0 1,-2-10-1,1 14 37,0 1 0,0-1 0,0 1 0,-1 0 1,1 0-1,-1 0 0,0 0 0,0 0 0,0 0 0,0 0 0,-1 0 0,1 1 0,-1-1 0,1 1 0,-1 0 0,0 0 0,0 0 0,0 0 0,0 0 0,0 1 0,-1-1 0,1 1 0,0 0 0,-1 0 0,1 0 0,-1 0 0,1 1 0,-6-1 0,12 15-2071,1-9 1762,0 0-1,1-1 0,0 1 1,0-1-1,0 0 1,0-1-1,0 1 1,1-1-1,-1 0 0,12 4 1,69 20-6598,-54-18 3481,-24-7 2845,0 0 79,0 1 0,-1 0 0,1 0 0,0 0-1,10 7 1,-17-9 727,1 0-1,-1 0 1,0 0 0,1 1-1,-1-1 1,0 0-1,0 1 1,0-1-1,0 1 1,0-1-1,0 1 1,-1-1 0,2 3-1,-2-2 293,1 0 1,-1 0-1,0 0 0,0 0 0,0-1 0,0 1 1,0 0-1,-1 0 0,1 0 0,-1-1 0,1 1 1,-1 0-1,1 0 0,-1-1 0,-1 3 0,-14 23 4790,12-23-4685,1 0 1,1 1 0,-1-1-1,1 1 1,0 0-1,0 0 1,0 0-1,0 0 1,1 0 0,0 0-1,0 0 1,0 0-1,1 7 1,0-11-524,0 0 0,0 0-1,1-1 1,-1 1 0,0 0 0,1 0 0,-1 0 0,0 0-1,1-1 1,-1 1 0,1 0 0,-1 0 0,1-1 0,0 1-1,-1 0 1,1-1 0,0 1 0,0 0 0,-1-1 0,1 1-1,0-1 1,0 0 0,0 1 0,-1-1 0,1 0 0,0 1-1,0-1 1,0 0 0,0 0 0,0 0 0,0 0 0,1 0-1,37 1-59,-29-1 14,0 0-91,0-1 0,0 0-1,-1 0 1,1-1 0,-1 0 0,1-1 0,-1 0 0,0 0 0,0-1 0,0 0 0,0-1 0,-1 0 0,0 0 0,0-1 0,0 0 0,11-11 0,-19 17 160,0 0 1,1-1 0,-1 1 0,0 0 0,1 0-1,-1-1 1,1 1 0,-1 0 0,0 0-1,1 0 1,-1 0 0,1-1 0,-1 1 0,1 0-1,-1 0 1,1 0 0,-1 0 0,0 0-1,1 0 1,-1 0 0,1 0 0,-1 0 0,1 0-1,-1 1 1,1-1 0,-1 0 0,0 0-1,1 0 1,-1 0 0,1 1 0,-1-1 0,0 0-1,1 1 1,15 14-118,2 2 45,-13-14-31,0 0 0,0 0 0,0 0-1,1-1 1,-1 0 0,1 0 0,-1 0-1,1-1 1,0 0 0,0 0-1,6 0 1,-10-1 65,0 0 0,1-1 0,-1 1-1,0-1 1,0 0 0,0 0 0,0 1 0,0-1-1,0-1 1,0 1 0,0 0 0,0 0 0,0-1-1,-1 1 1,1-1 0,-1 1 0,1-1 0,-1 0-1,1 1 1,-1-1 0,0 0 0,0 0-1,0 0 1,0 0 0,0 0 0,0-1 0,-1 1-1,1 0 1,-1 0 0,1 0 0,-1-4 0,2-6 138,0 0 0,-1 0 1,0 0-1,-1 0 0,0 0 1,-1 0-1,-1-1 0,0 2 1,-4-17-1,3 21-20,1 0 1,-1 1-1,0-1 0,0 1 0,-1 0 0,0 0 0,0 0 1,-1 0-1,1 1 0,-1-1 0,0 1 0,-1 0 1,1 1-1,-1-1 0,0 1 0,0 1 0,-8-5 0,12 7-132,0 0 0,-1 0 0,1 0 0,-1 0 0,1 1 0,-1-1 0,0 1 0,1-1 0,-1 1 0,0 0 0,-3 0 0,5 1-86,0-1 0,1 0 1,-1 0-1,0 0 0,0 1 0,1-1 0,-1 1 0,0-1 0,1 0 0,-1 1 0,1-1 0,-1 1 0,1-1 0,-1 1 1,1 0-1,-1-1 0,1 1 0,-1-1 0,1 1 0,-1 0 0,1-1 0,0 1 0,0 0 0,-1 0 0,1-1 1,0 1-1,0 0 0,0 0 0,0-1 0,0 1 0,0 0 0,0 0 0,0-1 0,0 1 0,0 0 0,0 0 0,0-1 1,1 1-1,-1 1 0,1 0-241,-1-1-1,0 0 1,1 1 0,-1-1 0,1 0 0,0 1 0,-1-1-1,1 0 1,0 0 0,0 0 0,0 0 0,0 1-1,0-1 1,1 1 0,31 15-8302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1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7 13574,'-18'-1'6038,"-140"-5"4460,157 6-10454,0 1 1,0-1-1,0 0 0,0 0 1,0 0-1,0 0 0,0 1 1,1-1-1,-1 1 1,0-1-1,0 0 0,0 1 1,0-1-1,1 1 1,-1 0-1,0-1 0,0 1 1,1 0-1,-1-1 1,1 1-1,-1 0 0,0 0 1,1-1-1,0 1 0,-1 1 1,-1 1-12,1 1 0,0-1 0,0 1 0,0-1 0,1 1 0,-1-1 0,1 5 0,0 4-221,0 0-1,1-1 1,5 22-1,-3-22-104,0-1-3,-1 0 1,0 0-1,0 0 1,0 19-1,-2-26 282,-1 0-1,1-1 0,0 1 0,-1 0 1,0 0-1,0 0 0,0 0 1,0-1-1,0 1 0,0-1 0,-1 1 1,1-1-1,-1 1 0,0-1 1,0 0-1,0 1 0,0-1 1,0 0-1,0 0 0,0-1 0,-5 4 1,-16 5-144,-9 6 955,29-13-2794,17-5-3190,28-10-2245,15-13-5174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1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15415,'0'0'13462,"111"35"-13350,-82-22-112,5-5-224,-5-2-1136,2-1-1378,5-5-2128,-5 0-4082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1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603 1 13686,'0'0'6243,"-107"67"-2241,49-17 256,-1 11-1841,1 10-1072,-1 6-529,-1 7-816,3-3 0,9-12 0,8-4 0,9-15-272,12-17-1217,13-10-944,27-23-6803,27-35 2529,19-21-2065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2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 7940,'0'0'14894,"-21"18"-11663,-69 62-944,78-69-1835,0 1 0,0 0 0,2 1 1,-1 1-1,-15 27 0,23-35-397,0 0 0,1 0-1,0 0 1,0 0 0,0 0-1,1 0 1,-1 1 0,2-1-1,-1 0 1,1 1 0,0-1-1,0 1 1,1-1 0,-1 1-1,4 8 1,-4-14-54,1 1 0,0-1 0,0 1-1,0-1 1,0 0 0,1 1 0,-1-1 0,0 0 0,0 0-1,1 0 1,-1 0 0,1 0 0,-1 0 0,1 0 0,-1-1 0,1 1-1,0 0 1,-1-1 0,1 1 0,0-1 0,-1 0 0,1 0 0,0 1-1,-1-1 1,4-1 0,4 2-15,0-1 0,-1-1-1,17-2 1,-15 0-63,0 0 0,0-1-1,0 0 1,0-1 0,-1 0-1,0 0 1,0-1 0,0 0-1,-1-1 1,12-11 0,-8 6-263,-1 0 0,-1 0 1,0-1-1,0-1 0,-1 1 1,8-19-1,-14 24 73,1-1 1,-1 0-1,0 0 0,2-18 0,-4 24 213,-1 1-1,1-1 0,-1 0 1,0 0-1,0 1 0,0-1 1,0 0-1,-1 0 0,1 1 0,-1-1 1,1 0-1,-1 1 0,0-1 1,0 1-1,0-1 0,-1 1 0,1-1 1,-1 1-1,1 0 0,-1 0 1,-2-3-1,-1 1 42,0 2-1,0-1 1,0 0-1,-1 1 1,1 0-1,-1 0 1,1 1-1,-1 0 1,1 0 0,-10-1-1,-64 1-219,47 2 46,22-1 95,1 1 1,-1 0 0,0 0 0,-18 5 0,26-6 61,1 1 1,-1-1-1,1 1 1,-1-1-1,1 1 1,-1-1 0,1 1-1,-1 0 1,1 0-1,-1 0 1,1 0 0,0 0-1,-1 0 1,1 0-1,0 0 1,0 0-1,0 1 1,0-1 0,0 0-1,0 1 1,0-1-1,1 1 1,-1-1 0,0 1-1,1-1 1,-1 1-1,1 0 1,0-1-1,-1 1 1,1 0 0,0-1-1,0 1 1,0 0-1,0-1 1,0 1 0,1-1-1,0 3 1,-1-2-12,1 0 0,0 0 1,0-1-1,0 1 0,1-1 1,-1 1-1,0-1 1,1 1-1,-1-1 0,1 0 1,-1 1-1,1-1 0,-1 0 1,1 0-1,0 0 1,0 0-1,-1-1 0,4 2 1,40 10-280,-32-9 238,30 5-221,1-2 0,-1-1 0,1-3 1,-1-2-1,53-5 0,-83 2 511,0 0 0,0 0 0,0-2 0,-1 1 1,1-2-1,-1 1 0,19-14 0,10-3 4959,-29 41-2653,-10-12-2446,0-1 1,0 0 0,0 0 0,1 0 0,0 0 0,4 5 0,-5-9-104,-1 0 1,1 0 0,0-1 0,-1 1-1,1-1 1,0 1 0,0-1 0,0 0-1,0 0 1,0 0 0,1 0 0,-1 0-1,0 0 1,0-1 0,1 1-1,-1-1 1,0 1 0,1-1 0,-1 0-1,3 0 1,4 0-201,0 0 41,-1 1 0,1-2 0,-1 1 0,0-1-1,1-1 1,-1 1 0,0-1 0,12-5 0,16-13-29,20-7 929,-54 32 3195,1 11-4471,-2-11 563,0-1-462,0 0 1,1 0-1,-1-1 1,0 1-1,1-1 1,0 1-1,0-1 1,0 0-1,5 6 1,-6-7-179,1-1 1,-1 0 0,1 1 0,0-1-1,0 0 1,0 0 0,-1 0 0,1 0-1,0 0 1,1 0 0,3 1 0,14-1-7777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2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54 162 12694,'0'0'13211,"0"11"-11965,-4 48 414,4-58-1607,-1-1 1,1 0 0,0 1-1,-1-1 1,1 0 0,0 1-1,-1-1 1,1 0 0,0 0 0,-1 0-1,1 1 1,-1-1 0,1 0-1,-1 0 1,1 0 0,-1 0 0,1 0-1,0 0 1,-1 0 0,1 0-1,-1 0 1,1 0 0,-1 0 0,1 0-1,-1 0 1,1 0 0,-1 0-1,1 0 1,0-1 0,-2 1-1,-15-9 609,14 3-637,0-1 0,0 0 1,1 1-1,0-1 0,0 0 0,1 0 0,0 0 1,0 0-1,0 0 0,1 0 0,1-12 1,0 8-209,0 1 1,1-1 0,0 1 0,0 0-1,1 0 1,1 0 0,5-12 0,-8 19-33,1 1 0,-1-1 0,1 1 1,-1-1-1,1 1 0,0 0 0,0 0 1,0 0-1,0 0 0,0 0 0,0 0 0,4-2 1,-2 3-589,0 0 1,0 0 0,-1 0 0,1 0-1,0 0 1,0 1 0,0 0-1,6 0 1,20 0-6393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3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374 1 9861,'0'0'7806,"-20"26"-4029,5-8-3106,-10 13 251,2 1 0,1 0 0,2 2-1,-19 41 1,18-22 166,3 2 0,-19 88 0,-5 115 277,41-257-1362,-5 42 57,-13 46 0,14-73-42,0 0 1,-1 0 0,-1 0-1,0-1 1,-18 26 0,24-40-21,0 0 1,0 0-1,0 1 1,0-1 0,1 0-1,-1 1 1,0-1-1,1 1 1,-1-1-1,0 1 1,1-1-1,0 1 1,-1-1 0,1 1-1,0 2 1,0-3-9,0-1-1,1 1 1,-1-1 0,0 0 0,1 1 0,-1-1-1,0 0 1,1 1 0,-1-1 0,1 0 0,-1 1-1,0-1 1,1 0 0,-1 0 0,1 1 0,-1-1-1,1 0 1,-1 0 0,1 0 0,-1 0 0,1 0-1,-1 0 1,1 0 0,-1 0 0,1 0 0,-1 0-1,1 0 1,-1 0 0,1 0 0,0 0 0,5-1-57,0-1 1,-1 1 0,1-1 0,0 0-1,-1-1 1,9-4 0,27-19-427,-3-2 0,0-2 0,40-40 0,-77 146 2209,-2-67-2264,1 1 0,0-1 1,0 0-1,1 1 0,1-1 1,0 1-1,0-1 0,1 0 1,0 0-1,4 9 1,-6-17 251,-1 0 1,1 0-1,0 0 1,0 0 0,0 0-1,0 0 1,0 0-1,0-1 1,0 1-1,0 0 1,0 0 0,0-1-1,0 1 1,0-1-1,0 1 1,1-1 0,1 1-1,23-2-8417,-6-4-112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4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8356,'0'0'10447,"20"8"-9454,64 26-27,-76-31-868,0-1 0,0 0 1,0 0-1,0 0 1,1-1-1,-1-1 1,1 1-1,15-3 1,1 1-14,-23 2-77,1-1-1,-1 0 1,1 0 0,-1 0 0,1-1 0,-1 1 0,1 0 0,-1-1 0,1 0 0,-1 1 0,1-1 0,-1 0 0,0 0 0,0 0 0,1-1 0,1-1 0,-2 1 13,-1 0 1,0-1-1,0 1 1,0-1-1,0 1 1,0-1 0,0 1-1,0-1 1,-1 0-1,0 1 1,1-1 0,-1 0-1,0 1 1,-1-6-1,1 7 41,0-1-1,0 0 1,-1 1-1,1-1 1,0 1-1,-1-1 0,1 0 1,-1 1-1,0-1 1,1 1-1,-1 0 1,0-1-1,0 1 0,0 0 1,0-1-1,0 1 1,0 0-1,-1 0 1,1 0-1,0 0 0,-1 0 1,1 0-1,0 0 1,-1 0-1,1 1 1,-1-1-1,1 1 0,-1-1 1,1 1-1,-1-1 1,-2 1-1,-6-2 404,-1 1 0,0 0-1,-19 1 1,17 0-178,7 0-206,1 0 0,-1 0-1,0 0 1,1 1 0,-1 0 0,0 0 0,1 1 0,-1-1 0,1 1 0,0 0 0,-1 1 0,1-1-1,0 1 1,0 0 0,1 0 0,-1 1 0,1-1 0,-1 1 0,1 0 0,0 0 0,0 1 0,1-1-1,0 1 1,-1 0 0,2 0 0,-1 0 0,0 0 0,1 0 0,0 0 0,0 1 0,1-1 0,-1 1-1,0 10 1,1-11-127,1 1 0,0 0-1,0-1 1,0 1-1,1 0 1,0-1 0,0 1-1,0-1 1,3 7-1,-2-8-139,0-1 0,0 0 1,0 0-1,0 0 0,0 0 0,1-1 0,-1 1 0,1 0 0,0-1 0,0 0 0,0 0 0,0 0 0,0 0 0,0 0 0,6 2 0,3 0-1043,0-1-1,1 0 1,-1 0-1,1-1 1,0-1-1,-1 0 0,15-1 1,43 1-8034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4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7 3073,'0'0'20962,"-21"-1"-19001,-67-3-608,83 3-1249,-1 1 1,1 0-1,-1 0 1,1 0-1,-1 0 1,1 1 0,-1 0-1,1 1 1,0-1-1,-1 1 1,1 0-1,0 0 1,0 0 0,0 1-1,0 0 1,1 0-1,-1 0 1,1 1 0,0-1-1,0 1 1,0 0-1,0 0 1,1 0-1,-4 6 1,6-9-95,0 0-1,1 1 1,-1-1 0,0 0-1,1 1 1,-1-1 0,0 1-1,1-1 1,0 0 0,-1 1-1,1-1 1,0 1 0,0-1-1,0 1 1,0-1 0,0 1-1,0 1 1,1-2-8,-1 0 0,1 0 0,-1 0-1,1 0 1,-1-1 0,1 1 0,0 0 0,-1 0 0,1-1 0,0 1-1,-1 0 1,1-1 0,0 1 0,0-1 0,0 1 0,0-1-1,0 1 1,-1-1 0,3 1 0,5 0-12,0 1 1,0-1-1,0-1 0,0 0 0,10-1 1,-4 1 21,-2 0-54,-1-1 0,1 0 0,21-6 0,-29 6 31,1 0 0,-1-1 0,1 1 0,-1-1 1,0 0-1,0 0 0,0-1 0,0 1 0,0-1 0,0 0 1,-1 0-1,6-6 0,6 54-1531,-14-42 1050,0-1 0,1 1 0,0-1 0,-1 0 0,1 1 1,0-1-1,0 0 0,0 0 0,3 2 0,-2-2-470,-1-1 0,1 1 1,0-1-1,-1 0 0,1 0 0,0 0 0,0 0 0,-1 0 0,6 0 1,20 0-8665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4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206 272 9476,'0'0'10664,"-14"22"-6892,-2-1-2762,8-10-595,-1 1 1,2 0 0,-1 1-1,2-1 1,0 1-1,0 1 1,1-1-1,1 1 1,-5 22-1,-28 256 3150,25-185-3440,12-103-148,-1 5-60,0 0 0,0 0 0,-1 0 0,0 0-1,0 0 1,-1 0 0,0-1 0,-6 12 0,8-19 45,1-1 1,0 0 0,0 0-1,0 0 1,0 1-1,0-1 1,0 0-1,0 0 1,0 0-1,-1 0 1,1 1-1,0-1 1,0 0-1,0 0 1,0 0-1,-1 0 1,1 0-1,0 1 1,0-1-1,0 0 1,-1 0-1,1 0 1,0 0-1,0 0 1,0 0-1,-1 0 1,1 0-1,0 0 1,0 0-1,-1 0 1,1 0-1,0 0 1,0 0-1,0 0 1,-1 0-1,1 0 1,0 0-1,-1 0 1,-4-10-1184,-1-12-327,6 21 1497,-8-55-3194,3-1 0,3 0 1,6-87-1,0 113 2806,1-1 1,1 1-1,2 0 1,1 1-1,25-56 0,-11 38 231,2 0-1,52-71 0,-61 97 979,1 1 0,1 0 0,28-24 0,-41 40-310,0 0 0,1 0 0,0 1 0,0-1 0,1 2 0,-1-1 0,1 1 0,0 0 0,-1 0 0,1 1 0,1-1 0,-1 2 0,0-1 0,0 1 0,1 0 0,-1 1 0,10 0 0,-16 0-362,0 1 0,0-1-1,0 1 1,0-1 0,0 1-1,0 0 1,0-1 0,0 1 0,0 0-1,-1 0 1,1 0 0,0-1-1,0 1 1,-1 0 0,1 0 0,-1 0-1,1 0 1,-1 0 0,1 1-1,-1-1 1,0 0 0,1 0 0,-1 0-1,0 0 1,0 0 0,0 0-1,0 2 1,1 37 951,-1-31-541,0 3 84,0 1 0,-1 0 0,0 0 0,-1-1 1,-8 26-1,7-30-388,-1 0 1,0 0-1,0 0 0,-1-1 1,0 1-1,0-1 1,-1 0-1,0-1 1,-11 11-1,-13 8 25,2-1-1050,11-9-4110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35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 21098,'0'0'11669,"-17"6"-11669,17-2 0,0 2 0,0 7 0,-4-5-4066,-13-6-5074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2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1 3858,'0'0'10727,"0"0"-10579,0 0-1,0 0 0,0 0 0,0 1 1,0-1-1,0 0 0,0 0 1,0 0-1,0 0 0,0 0 0,0 0 1,0 0-1,0 0 0,0 1 590,1-1-590,-1 0 0,0 0 0,0 0 1,0 0-1,0 0 0,0 0 1,0 0-1,0 0 0,0 0 0,1 1 1,-1-1-1,0 0 0,0 0 1,0 0-1,0 0 0,0 0 0,0 0 1,0 0-1,1 0 0,-1 0 0,0 0 1,0-1-1,0 1 0,0 0 1,0 0-1,0 0 0,0 0 0,1 0 1,-1 0-1,-2 28 35,0 0 1,-2 0-1,-1 0 1,-15 46-1,-48 107-146,62-166-13,5-10-39,-113 262-111,25-96-2913,74-145 1400,-9 14-1632,7-12-5947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2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1 8212,'0'0'4484,"1"25"-1888,0-3-2081,1-3-211,-1-1 1,-1 1-1,0-1 1,-2 1-1,0-1 1,-1 0 0,-8 27-1,-22 42 1507,-70 127 0,-12 31-1378,82-142-1939,19-52-4002,13-50 4860,1 0 0,0 0-1,-1 1 1,1-1 0,-1 0 0,1 0-1,-1 0 1,0 0 0,0 0-1,1 0 1,-1 0 0,0 0-1,-2 2 1,-1-2-5560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2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1 178 6371,'0'0'8036,"110"-44"-5299,-49 29-1168,4-1-161,2-1-111,0 0-433,2 5-608,4-3-240,0 3-16,-2 1-320,-6 3-1393,-13 2-1888,-14 1-4227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3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7379,'0'0'11099,"15"15"-10128,48 45-107,-60-58-779,0 0-1,1 0 0,-1 0 1,0 0-1,1-1 0,-1 1 1,1-1-1,0 0 0,-1 0 1,1 0-1,0-1 0,-1 1 1,1-1-1,0 0 0,0 0 1,0 0-1,-1-1 0,8-1 1,1 1 25,-9 0-78,1 1-1,-1-1 1,0 0-1,1-1 1,-1 1-1,0 0 1,0-1 0,0 0-1,0 0 1,0 0-1,0 0 1,-1 0-1,1-1 1,-1 1-1,1-1 1,-1 1 0,0-1-1,0 0 1,0 0-1,0 0 1,-1 0-1,1 0 1,-1 0-1,0-1 1,0 1 0,0 0-1,1-7 1,-1 6 26,0 0 1,-1 0 0,1 0-1,-1-1 1,0 1 0,0 0-1,0 0 1,-1 0 0,1 0-1,-1 0 1,0 0 0,0 0-1,-1 0 1,1 0 0,-1 0-1,0 1 1,0-1 0,0 0-1,0 1 1,0 0 0,-1-1-1,0 1 1,-3-3 0,2 3-21,-1 0 1,0 0 0,1 0-1,-1 1 1,0-1 0,-1 1-1,1 0 1,0 1 0,0-1-1,-1 1 1,1 0 0,-1 1-1,1-1 1,-1 1 0,1 0-1,-8 1 1,8 0-19,1 0 0,-1 1 1,1-1-1,0 1 0,-1 0 0,1 0 0,0 0 1,0 0-1,1 1 0,-1 0 0,0 0 1,1 0-1,-1 0 0,1 0 0,0 1 1,0-1-1,1 1 0,-1 0 0,-3 7 1,1 1-25,0 0 1,1 0 0,0 1-1,1 0 1,0 0 0,1-1-1,1 2 1,0-1 0,1 0-1,0 0 1,4 25 0,-3-34-144,0 0 0,0 0 0,1 1 0,-1-1 0,1 0 1,0-1-1,0 1 0,0 0 0,1-1 0,-1 1 0,1-1 1,0 1-1,0-1 0,0 0 0,0 0 0,1-1 0,-1 1 1,1-1-1,-1 0 0,1 0 0,0 0 0,0 0 0,0 0 1,0-1-1,0 0 0,0 0 0,8 1 0,8 1-2331,1-1 0,0-1 0,0 0 1,26-4-1,16-4-6361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3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0 7652,'0'0'15873,"-21"4"-14736,1-1-831,11-2-184,1 0 0,-1 0 0,1 1 0,0 0 0,0 0 0,0 1 0,0 0 0,0 1 0,1 0 0,-1 0 0,1 0 0,0 1 0,-10 8 0,3 0 294,0 1-1,1 0 0,-12 18 0,21-27-373,0 1-1,0 0 0,1 0 0,0 1 0,0-1 1,1 0-1,0 1 0,0 0 0,0-1 0,1 1 1,-1 14-1,2-20-53,0 0 0,1 1 1,-1-1-1,1 0 0,0 0 0,-1 0 0,1 1 1,0-1-1,0 0 0,-1 0 0,1 0 0,0 0 1,0 0-1,0 0 0,0-1 0,0 1 1,1 0-1,-1 0 0,0-1 0,0 1 0,0-1 1,1 1-1,-1-1 0,0 1 0,0-1 1,1 0-1,-1 0 0,0 0 0,1 1 0,-1-1 1,1 0-1,-1-1 0,2 1 0,53-3-389,-53 3 384,7-2 3,0-1 1,0 0-1,-1 0 0,1-1 1,-1 0-1,1-1 0,-1 0 1,-1 0-1,1-1 1,-1 0-1,0-1 0,0 0 1,-1 0-1,0-1 1,0 1-1,-1-1 0,0-1 1,6-10-1,-6 6 1057,-8 12 424,-9 20-944,6-3-1050,1 0-1,0 0 1,1 1 0,1-1-1,1 1 1,1 20-1,0-35 311,0-1-1,0 1 1,0 0 0,0 0-1,1 0 1,-1 0 0,0 0-1,1-1 1,0 1 0,-1 0-1,1 0 1,0-1-1,0 1 1,0 0 0,0-1-1,0 1 1,1-1 0,-1 1-1,0-1 1,1 0 0,1 2-1,0-1-496,1 0 0,-1-1-1,1 1 1,0-1 0,0 1-1,0-1 1,-1 0 0,9 1 0,29 1-6975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3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11013,'0'0'3997,"-8"19"-156,-2 2-2779,-4 7 426,2 2 1,-14 45 0,-29 165 2364,-11 37-3229,52-232-802,-1 1-1490,12-30-8225,3-33 7967,2 0 0,0 0 0,1 0-1,1 1 1,7-20 0,11-30-2337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4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1 328 1425,'11'-26'2692,"0"-3"-1704,-3 6 35,2 0 0,0 1 0,1 0 0,2 1 0,21-30-1,-27 42-367,1 0 0,0 0-1,0 0 1,1 1 0,0 0-1,1 1 1,0 0 0,0 0-1,0 1 1,1 0-1,0 1 1,0 1 0,0-1-1,1 2 1,20-5 0,-30 8-547,-1 0 0,1 0 0,-1 0 0,1 0 0,0 0 0,-1 0 0,1 1 0,-1-1 0,1 0 1,-1 1-1,1-1 0,-1 1 0,1 0 0,-1 0 0,1-1 0,-1 1 0,0 0 0,1 0 0,-1 0 0,0 0 1,0 0-1,0 1 0,0-1 0,0 0 0,0 0 0,0 1 0,0-1 0,0 1 0,-1-1 0,1 1 0,-1-1 1,1 1-1,-1-1 0,1 1 0,-1 1 0,2 8 363,-1-1 1,0 1-1,-1 0 1,-1 14-1,0-16-210,1-1-116,-1 0 0,-1 0 0,1 0 0,-1-1 0,0 1 0,-1-1 0,0 1 0,0-1 0,-1 0 0,0 0 0,0 0 0,0-1 0,-1 1 0,0-1 0,0 0 0,-1-1 0,0 1 0,0-1 0,0 0 0,-7 4 0,3-3-38,0 0 0,0-1 0,0-1 0,-1 0-1,0 0 1,1-1 0,-1 0 0,-1-1 0,1 0 0,0 0-1,0-2 1,-1 1 0,-19-3 0,27 1-225,0 0 0,1 0-1,-1 0 1,1 0 0,-1-1 0,1 0-1,0 1 1,0-1 0,-1 0 0,1-1-1,1 1 1,-1 0 0,0-1 0,1 0 0,-1 0-1,1 0 1,0 0 0,-3-3 0,4 0-3502,1 4-36,0-3-4606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4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1033 8084,'0'0'6739,"2"-20"-3060,-2 17-3503,1-15 407,1 0 0,0 0 0,2 1 0,0-1 0,1 1 0,1 0-1,8-18 1,259-428 1886,-243 416-2430,39-57-21,63-103 119,-119 177 2280,-36 96-2057,-75 266 1348,69-195-1044,-19 246 0,41-323-2611,7-59 74,-5-7-4279,4 4 5167,-14-25-5250,-8-11-3684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5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1 667 7475,'20'-6'3114,"358"-106"7693,-314 94-10608,0-3-1,-2-3 0,74-40 0,-112 51-300,-1-2 0,0 0 0,-1-1-1,-1-2 1,0 0 0,-2-1 0,0-1 0,-1 0 0,-1-2 0,24-40 0,-31 45 264,-2 0 1,0-1 0,-1 1 0,-1-2-1,0 1 1,-1-1 0,3-32 0,-8 50-1,0-5 1292,-8 9 211,-2 5-1347,0 1 0,0 0 0,1 1 0,0 0 1,1 0-1,0 1 0,-9 15 0,-46 92 861,55-101-936,-166 374 1683,77-166-1672,92-213-254,8-18-31,0 1 0,1 0 0,-1-1-1,1 1 1,0 1 0,1-1 0,-1 1 0,1-1 0,0 1 0,0 1 0,8-6-1,7-3-220,36-15 0,-43 21 105,0 1-1,0 0 0,0 1 1,0 0-1,1 2 0,-1-1 1,1 2-1,18-1 1,-31 2 145,0 0 0,-1 1 0,1-1 0,0 0 0,-1 1 0,1-1 0,0 1 1,-1-1-1,1 1 0,0-1 0,-1 1 0,1-1 0,-1 1 0,1-1 0,-1 1 0,1 0 1,-1-1-1,0 1 0,1 0 0,-1 0 0,0-1 0,0 1 0,1 0 0,-1 0 1,0-1-1,0 1 0,0 0 0,0 0 0,0 0 0,0-1 0,0 1 0,0 1 0,-1 32 33,0-28-21,0 0 29,-1 0 0,0 0 0,0 0-1,0 0 1,-1 0 0,0-1 0,0 1 0,0-1-1,-1 0 1,1 0 0,-1 0 0,-1 0-1,1-1 1,-1 0 0,0 1 0,-7 4 0,3-2-65,-1-1 0,1 0 0,-1-1 0,0 0 0,0-1 1,0 1-1,0-2 0,-21 5 0,12-9-3138,19 0 2886,0 1 1,-1-1-1,1 1 0,0-1 1,-1 0-1,1 1 0,0-1 1,0 1-1,0-1 1,0 0-1,-1 1 0,1-1 1,0 0-1,0 1 0,0-1 1,0 0-1,0 0 0,1 1 1,-1-1-1,0 1 0,0-1 1,0 0-1,1 1 0,-1-1 1,0 0-1,0 1 0,2-2 1,13-25-8167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5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273 1 16199,'0'0'4322,"-19"0"518,-61 0-1134,74 0-3414,-1 0 1,0 1 0,0 0-1,1 0 1,-1 1-1,1 0 1,-1 0 0,1 1-1,0-1 1,-8 6 0,13-7-281,-1 0 0,1 0 0,-1 0 0,1 0 0,-1 0-1,1 1 1,0-1 0,-1 0 0,1 1 0,0-1 0,0 1 0,0 0 0,0-1 0,1 1 0,-1 0 0,0-1 0,1 1 0,-1 0 0,1 0 0,-1 0 0,1-1 0,0 1 0,0 0 0,0 0 0,0 0 0,0 0 0,0 0 0,0-1 0,1 1 0,-1 0 0,1 0-1,-1 0 1,1-1 0,0 1 0,1 2 0,3 2-134,0-1 0,0 1 0,0-1 0,1 0 0,-1-1 0,1 1-1,0-1 1,1-1 0,11 7 0,27 18-1039,-40-24 907,-1 1 0,1 0-1,-1 0 1,0 0 0,0 0 0,-1 0 0,1 1 0,2 8-1,-5-12 218,0-1-1,0 1 1,0 0-1,-1 0 1,1 0 0,-1 0-1,1 0 1,-1 1-1,0-1 1,0 0-1,0 0 1,0 0-1,0 0 1,0 0-1,-1 0 1,1 0-1,-1 0 1,0 0-1,1 0 1,-1 0-1,0 0 1,0 0-1,0 0 1,0-1-1,0 1 1,-1 0-1,1-1 1,0 1-1,-1-1 1,-2 3-1,-3 0 92,0 1 1,-1-1-1,0 0 0,0-1 0,0 0 0,0 0 0,-12 2 1,-67 8 583,41-7-1013,45-6-230,-6 0 472,5-18-14496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6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421 0 7331,'0'0'14695,"-77"171"-10405,47-83-976,5 4-1698,0 0-575,0-8-641,-2-3-400,-2-10-320,-3-6-1089,-1-15-1120,-3-8-1409,-3-19-1856,-3-14-5348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6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1 155 11589,'0'0'5381,"17"-2"-522,59-8-1324,-74 10-3395,1 0 0,-1 0 0,1 0 0,-1 0 0,1 1 0,-1-1 0,1 0 1,-1 1-1,1 0 0,-1 0 0,1-1 0,-1 1 0,0 1 0,0-1 0,0 0 0,1 1 1,-1-1-1,0 1 0,-1-1 0,1 1 0,0 0 0,0 0 0,-1 0 0,1 0 1,-1 0-1,0 0 0,1 0 0,0 3 0,2 2 175,6 13 21,-2-1 0,0 1 0,-1 1 0,-1-1 0,-1 1 1,-1 1-1,-1-1 0,1 40 0,-2-80-314,1-1 0,1 1 0,1 0 0,0 0 0,1 0 0,1 1 0,1 0 0,16-27 0,-8 19-941,2 0 0,0 0 0,1 2 0,40-39 0,-28 38-2963,-10 10-1573,-2 6-3910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6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0 6531,'0'0'14975,"-19"5"-11309,-58 16-758,74-20-2699,0 0 0,0 0 0,0 0 0,1 1 0,-1-1 0,0 1 0,1-1 0,-1 1 0,1 0 0,-1 0 0,1 1 0,0-1 0,0 0 0,0 1 0,0-1 0,0 1 0,1-1 0,-3 5 0,3-2-106,-1 0 1,1 1-1,0-1 1,0 0-1,1 1 1,0-1-1,0 8 1,0-6-216,1-6 112,-1 0 0,0 0 0,1-1 0,-1 1 1,1 0-1,-1 0 0,1-1 0,-1 1 0,1-1 0,0 1 0,-1 0 0,1-1 1,0 0-1,-1 1 0,1-1 0,0 1 0,0-1 0,-1 0 0,1 1 0,0-1 1,0 0-1,0 0 0,0 0 0,-1 1 0,1-1 0,0 0 0,0 0 0,0 0 1,0-1-1,0 1 0,0 0 0,33-2-60,-23-1-36,-1 1 1,0-1-1,0-1 1,0 0-1,0 0 0,-1-1 1,1 0-1,-1-1 1,-1 0-1,1 0 0,9-10 1,-18 19 204,0 1 0,0-1 1,0 0-1,0 1 0,1-1 0,-1 0 0,1 1 1,1 3-1,-1-4-485,0 1-1,0 0 1,0-1 0,1 1-1,-1-1 1,1 0 0,0 1 0,0-1-1,0 0 1,4 5 0,-2-6-504,-1 1 0,1-1 0,0-1 0,-1 1 1,1 0-1,0-1 0,0 0 0,0 0 0,0 0 0,0 0 1,0-1-1,0 0 0,5 0 0,40 1-11448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6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1 8308,'0'0'15111,"-140"0"-9717,98 8-2593,7 11-1648,12 0-1153,10 6 0,11 0 0,2 2 0,13-4 0,20-4-848,13-8-865,8-11-1521,7 0-1504,0-21-4130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7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356 1 4786,'0'0'18385,"-25"25"-13962,4-5-3546,3-4-370,0 2 0,1 0 0,1 1 0,1 1 0,0 0 0,2 1 0,-20 41 0,-2 22-459,5 1 0,3 1 0,4 2 0,-20 145 0,41-219-48,-2 40 0,4-52 0,-1-1 0,1 1 0,0 0 0,0-1 0,1 1 0,-1 0 0,0-1 0,1 1 0,-1-1 0,1 1 0,-1 0 0,1-1 0,0 1 0,-1-1 0,1 0 0,0 1 0,0-1 0,0 1 0,0-1 0,0 0 0,1 0 0,-1 0 0,0 0 0,3 2 0,6 0-206,0-1-1,0 0 1,1 0 0,-1-1-1,1-1 1,17 0-1,-11-1-1973,-1-1-1,1 0 0,24-8 1,15-14-8927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7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15591,'0'0'1617,"186"27"-64,-80-25-1553,5-2-7252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7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15 5426,'0'0'13954,"-4"-2"-11305,-12-10-245,16 12-2332,0 0 0,0 0 0,-1 0 0,1 0 0,0 0 0,-1 0 0,1-1 0,0 1 1,0 0-1,-1 0 0,1 0 0,0 0 0,-1 0 0,1 0 0,0 0 0,0 0 0,-1 0 1,1 1-1,0-1 0,-1 0 0,1 0 0,0 0 0,0 0 0,-1 0 0,1 0 1,0 1-1,0-1 0,-1 0 0,1 0 0,0 0 0,0 1 0,0-1 0,-1 0 0,1 0 1,0 0-1,0 1 0,0-1 0,0 0 0,-1 1 0,1-1 0,-5 14 523,5-11-201,-18 55 1972,-10 70-1,20-64-5317,5 0-6574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8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8948,'0'0'7046,"19"-6"-3927,21-3-1956,1 2 0,0 1 0,0 2 1,1 2-1,-1 2 0,75 9 0,-58 1-970,0 3 1,-1 3-1,-1 1 0,-1 4 0,0 1 0,-2 3 1,0 3-1,-2 1 0,-2 3 0,0 2 0,67 62 1,-104-84-270,-1 0 0,0 0 1,0 2-1,-1-1 0,-1 1 1,12 24-1,-20-35 54,1 0 0,0 1 0,-1-1 0,0 1-1,0 0 1,0-1 0,0 1 0,0 0 0,-1 0-1,0 0 1,0-1 0,0 1 0,0 0 0,-1 0 0,1 0-1,-1-1 1,0 1 0,0 0 0,0-1 0,-1 1 0,1-1-1,-1 1 1,0-1 0,0 0 0,0 1 0,0-1 0,-1 0-1,1 0 1,-1-1 0,1 1 0,-1-1 0,0 1-1,-5 2 1,-10 5 97,1-1 0,-1 0 0,-1-2 0,0 0-1,0-1 1,-37 7 0,-130 9 1223,129-17-841,-79 6 708,34-5-821,1 6 1,-103 24-1,195-34-381,7-2 14,0 0-1,0 1 1,1-1 0,-1 0 0,0 1 0,1-1 0,-1 1 0,0-1 0,1 1 0,-1 0 0,1 0 0,-1 0 0,1 0-1,0 0 1,-1 0 0,1 0 0,0 0 0,-1 0 0,1 1 0,0-1 0,0 0 0,-1 3 0,2-4-25,0 1 0,0-1 0,0 0 1,0 0-1,0 1 0,0-1 0,-1 0 0,1 0 1,0 1-1,0-1 0,1 0 0,-1 0 0,0 1 1,0-1-1,0 0 0,0 0 0,0 1 1,0-1-1,0 0 0,0 0 0,0 1 0,0-1 1,1 0-1,-1 0 0,0 0 0,0 1 0,0-1 1,1 0-1,-1 0 0,0 0 0,0 1 0,0-1 1,1 0-1,-1 0 0,0 0 0,0 0 1,1 0-1,-1 0 0,0 0 0,0 0 0,1 0 1,-1 0-1,0 0 0,0 1 0,1-2 0,12 4-1310,0-1 0,0-1 0,1 0 0,17-2 0,-3 0-581,64 1-5182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8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1 3618,'0'0'25027,"-8"6"-21492,-47 35-2900,-17 13-683,71-53 48,0 0 0,0 0 0,0 0 0,0 0 0,0 0 0,0 1 0,0-1 0,1 0 0,-1 0 0,0 1 0,0-1 0,1 0 0,-1 2 0,1-2 0,0-1 0,0 0 0,0 1 0,0-1 0,0 1 0,0-1 0,0 0 0,1 1 0,-1-1 0,0 0 0,0 1 0,0-1 0,0 0 0,1 1 0,-1-1 0,0 0 0,0 0 0,1 1 0,-1-1 0,0 0 0,1 0 0,-1 1 0,0-1 0,1 0 0,-1 0 0,0 0 0,1 0 0,-1 1 0,0-1 0,1 0 0,-1 0 0,42 2 0,-29-3 0,2 1 0,-1-2 0,1 0 0,-1 0 0,1-2 0,-1 1 0,0-2 0,22-10 0,-30 11 0,-12 2 0,-13 3 0,16 1 1,0-1 0,0 1 0,1 0 0,-1 0 0,0 0 1,1 1-1,0-1 0,-1 0 0,1 1 0,0-1 0,0 1 0,0 0 0,1 0 0,-1 0 0,1 0 0,-1 0 1,1 0-1,0 0 0,0 0 0,1 1 0,-1-1 0,0 5 0,0 5-63,0 0 0,0-1 0,1 1 0,3 19 0,-3-31-107,1 0 0,-1 0 0,0 1 1,1-1-1,-1 0 0,1 0 1,-1 0-1,1 0 0,0 1 1,0-1-1,-1 0 0,1 0 1,0 0-1,0-1 0,0 1 1,0 0-1,0 0 0,0 0 1,0-1-1,0 1 0,1 0 1,2 1-393,0-1 0,-1 0 0,1 0 0,0 0 0,0 0 0,0 0 0,4-1 0,4 1-1517,0-2 0,-1 1 1,1-2-1,13-2 0,36-19-8198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8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16856,'0'0'13286,"-52"165"-11653,41-83-641,3-1-992,6-4 0,2-6 0,0-8 0,0-13 0,-4-14 0,-3-11 0,1-13 0,-4-5-1521,-5-7-1568,-8 0-1185,-8-19-4946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9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5923,'0'0'5845,"23"-2"-520,-9 1-4458,148-8 6155,110-2-1673,-271 11-5261,-23 13 174,1-1-170,1 2 0,0 0 0,-17 18 0,32-28-113,0 1 0,1 0 1,0 0-1,0 0 0,0 0 1,0 1-1,1 0 0,0 0 0,0 0 1,1 0-1,0 0 0,0 0 1,0 1-1,1-1 0,-1 0 0,1 11 1,2-16-6,-1 0 0,1-1 1,0 1-1,0 0 0,0 0 1,0-1-1,0 1 0,0-1 0,0 1 1,0-1-1,0 0 0,0 1 1,0-1-1,1 0 0,-1 0 1,0 1-1,0-1 0,0 0 1,0 0-1,0 0 0,1-1 0,-1 1 1,0 0-1,2-1 0,2 1-12,7 0 55,0 0 0,0-1 0,0 0 0,-1-1 0,1-1 0,0 0 0,-1 0 0,1-1 0,-1 0 0,0-1 0,0-1 0,-1 0 0,12-8 0,-22 70 1698,-3-19-2428,3 56-1,0-90 414,1-1-1,-1 0 1,0 1-1,0-1 1,1 0-1,0 1 1,-1-1-1,1 0 1,0 0-1,0 1 1,0-1-1,3 4 1,-3-5-232,0 0-1,0 0 1,1 0-1,-1 0 1,0-1-1,1 1 1,-1 0 0,1-1-1,-1 1 1,1 0-1,-1-1 1,1 0 0,2 1-1,34 1-15752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0 6755,'0'0'19361,"-4"25"-17766,2-9-1288,-4 30 605,-2 0 1,-18 54-1,-49 102 808,3-12-1428,63-151-338,9-38 18,0 0 0,0 0 0,0 0 1,0 0-1,0 0 0,0 0 0,0 0 0,1 0 0,-1 0 0,0 0 0,0-1 0,1 1 0,-1 0 0,1 0 0,-1 0 0,1 0 0,-1-1 0,1 1 0,0 0 0,-1 0 0,1-1 0,0 1 0,-1-1 0,1 1 0,0-1 0,0 1 0,0-1 0,0 1 0,-1-1 0,1 1 0,0-1 0,0 0 0,0 0 0,0 1 0,0-1 0,1 0 1,17 2-733,0-1 1,1-1-1,-1 0 1,34-6-1,-44 5-10,-1-1-1,0-1 1,0 0 0,0 0-1,13-7 1,-16 7 1,-1 1 1,0-1 0,-1 0-1,1-1 1,0 1 0,-1-1-1,0 1 1,1-1-1,-1 0 1,4-9 0,2-18-6588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8180,'0'0'11013,"168"-23"-8916,-91 23-1025,-6 4-399,-10 13-673,-7 2-145,-6-2-1727,-4-1-1842,-9-5-2721,-5-9-2849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4018,'0'0'23931,"75"35"-23227,-54-24-416,-2-1-224,6 1-64,5-3-256,-1-2-1168,4-6-1154,-1 0-2048,-1 0-3858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816 0 3778,'0'0'12936,"-14"20"-9636,-197 299 5585,48-100-7024,10-13-1714,86-110-196,-109 159-3348,154-213 1125,13-14-1982,9-28 4074,0 0 0,0 0 0,0 1 0,0-1 0,0 0 0,0 1 1,-1-1-1,1 0 0,0 1 0,0-1 0,0 0 0,0 0 0,0 1 0,0-1 0,0 0 0,0 1 1,0-1-1,1 0 0,-1 1 0,0-1 0,0 0 0,0 0 0,0 1 0,0-1 0,0 0 0,1 1 1,-1-1-1,0 0 0,0 0 0,0 0 0,1 1 0,-1-1 0,0 0 0,0 0 0,1 0 0,-1 1 1,19 0-6208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1 9108,'0'0'14743,"-96"132"-13158,69-70-1,-3 14 1,1 1-432,4-2-289,4-2-448,0-8-416,2-10-176,5-14-752,-3-13-881,7-16-960,3-12-1073,7-21-11637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1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33 7988,'0'0'11392,"19"-7"-8575,62-17-1056,-78 23-1662,0 1 0,1 0 0,-1 0 0,0 0 0,1 0 0,-1 0 0,0 1 0,0-1 0,1 1 1,-1 0-1,0 0 0,0 0 0,0 1 0,0-1 0,0 1 0,0-1 0,0 1 0,0 0 0,-1 0 0,1 0 1,-1 1-1,1-1 0,-1 1 0,0-1 0,0 1 0,0 0 0,2 4 0,-2-5-50,-1 0 0,0 1 0,1-1-1,-1 0 1,0 0 0,0 1 0,0-1-1,-1 1 1,1-1 0,0 0 0,-1 1 0,0 0-1,0-1 1,1 1 0,-1-1 0,-1 1 0,1-1-1,0 1 1,-2 3 0,1-3 48,0 1 0,-1-1 0,0 0 0,0 0 0,0 0 0,0 0 1,0-1-1,-1 1 0,1-1 0,-1 1 0,0-1 0,-3 3 0,-9 4 318,1-1 0,-1-1 0,0 0 0,-25 7 0,39-14-408,-20 6 139,15-5-259,0 1 1,0-1-1,1 1 0,-1 0 1,1 1-1,-1-1 1,1 1-1,-9 6 0,33-10-22163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1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10 8820,'0'0'14980,"3"11"-13427,11 37-619,-13-47-898,0 1 1,-1-1 0,1 1-1,0-1 1,0 1-1,0-1 1,0 0 0,0 1-1,0-1 1,0 0 0,0 0-1,0 0 1,1 0-1,-1 0 1,0 0 0,1 0-1,-1 0 1,1 0 0,-1-1-1,1 1 1,2 0-1,32-1 1,-23-1 25,-5 1-69,-2 1-49,0-1 0,0 0 0,0-1 0,0 0 0,0 0 0,6-2 0,-10 3 45,-1-1 0,0 1-1,1-1 1,-1 0-1,0 0 1,1 0-1,-1 0 1,0 0-1,0 0 1,0 0-1,0 0 1,0 0-1,0-1 1,0 1 0,0 0-1,0-1 1,-1 1-1,1 0 1,0-1-1,-1 1 1,0-1-1,1 1 1,-1-1-1,0 1 1,1-1 0,-1 1-1,0-1 1,0-2-1,-1 2 21,0 0-1,0 0 1,0 0-1,0 0 1,0 0-1,0 0 1,0 0-1,-1 1 0,1-1 1,-1 0-1,1 1 1,-1-1-1,0 1 1,0 0-1,1-1 1,-1 1-1,0 0 1,0 0-1,0 0 1,0 0-1,0 1 1,0-1-1,-1 1 1,-1-1-1,-9-3 162,0 0-1,-24-2 0,32 5 65,0 1-1,0-1 0,1 1 0,-1 0 0,0 0 0,0 1 1,0-1-1,1 1 0,-1 0 0,0 1 0,-8 3 0,11-4-124,-1 1 0,1 0 0,0 0 0,0 0-1,0 0 1,0 1 0,0-1 0,1 1 0,-1-1-1,1 1 1,-1-1 0,1 1 0,0 0 0,0 0 0,0-1-1,0 1 1,1 0 0,-1 0 0,1 0 0,0 0-1,0 3 1,-1 4-104,0-1-1,1 1 0,0 0 1,1-1-1,0 1 0,0-1 1,1 1-1,0-1 1,1 1-1,0-1 0,1 0 1,0 0-1,0-1 1,1 1-1,0-1 0,0 0 1,1 0-1,0 0 0,0-1 1,1 0-1,0 0 1,0-1-1,1 0 0,-1 0 1,2-1-1,-1 0 0,11 5 1,-11-7-588,-1 0 0,1 0 0,0-1 0,-1-1-1,1 1 1,0-1 0,0 0 0,10-1 0,19 0-5278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3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0 732 2673,'0'0'7865,"8"-2"-6680,26-3 206,0 1 0,-1 1 1,53 3-1,54-3-588,464-64-358,2 12-418,699-55-987,-1148 99 720,962-49-553,-774 53 749,892-11 43,-1091 18-81,1160-4 552,0-29 1314,-464 15-1454,109-4-412,-732 10-225,756-26-384,-287 40 186,561-11-3213,-195-78 3784,-362-32 5147,-561 81 81,-107 30-2178,-23 8-3040,-1 0 0,0 0 1,1 0-1,-1 0 0,0 0 1,0 0-1,1 0 0,-1 0 1,0 0-1,1 0 0,-1 0 1,0 0-1,1 0 0,-1 0 1,0 0-1,1 0 0,-1 0 1,0 1-1,0-1 0,1 0 1,-1 0-1,0 0 0,1 0 1,-1 1-1,0-1 0,0 0 1,0 0-1,1 1 0,-1-1 1,0 0-1,0 0 0,0 1 1,0-1-1,1 0 0,-1 1 1,0-1-1,0 0 0,0 1 1,0-1-1,0 0 0,0 1 1,0-1-1,0 0 0,0 1 1,0-1-1,0 0 0,0 1 1,0-1-1,0 0 0,0 0 1,-1 1-1,1-1 0,0 0 1,0 1-1,0 0-97,0 0 0,-1 0 0,1 0 0,0 0 0,0-1 0,-1 1 0,1 0 0,-1 0 0,1 0 1,-1 0-1,1-1 0,-1 1 0,1 0 0,-1 0 0,0-1 0,1 1 0,-1 0 0,0-1 0,0 1 0,0-1 0,-1 1 0,-6 1-1923,1-1 0,-1 0 1,0 0-1,-12-1 0,10 0-409,-18 0-6304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2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1 208 5683,'0'2'14386,"2"9"-13699,29 13-550,10 12-122,-38-33-14,-1 0 1,1 1-1,-1 0 0,1-1 0,-1 1 0,0 0 1,0 0-1,-1 0 0,1 0 0,-1 1 0,0-1 0,0 0 1,0 1-1,-1-1 0,1 0 0,-1 1 0,-1 4 1,1-9 139,-2 0-130,0 0 0,0 0 0,0 0 0,-1 0 0,1-1 0,0 1 0,0-1 0,0 0 0,0 0 0,0 0 0,0 0 0,0 0 0,0 0 0,0 0 0,0 0 0,1-1 0,-1 1 0,-2-3 0,2 0-4,-1 1-1,1-1 1,0 0 0,0 0 0,0 0 0,0 0 0,1 0 0,-3-9 0,1-6-17,1-1-1,0 0 1,2-28-1,1 30 14,-2 9-30,1-8-41,1-1 1,0 1-1,4-19 0,-4 32-15,-1 0-1,1 0 1,1 0 0,-1 0-1,0 1 1,1-1-1,0 0 1,0 1-1,0 0 1,0-1 0,1 1-1,-1 0 1,1 0-1,-1 0 1,1 0 0,0 1-1,1-1 1,-1 1-1,6-3 1,-4 3-550,0 1-1,1 0 1,-1 0 0,0 0 0,1 1-1,-1 0 1,1 0 0,8 1 0,6 0-3505,1-1-2193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3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0 592,'0'0'15277,"-14"2"-13682,-42 7-298,50-7-1144,1 0 0,0 0-1,0 0 1,0 0 0,0 1 0,0 0 0,1 0 0,-1 0 0,1 0 0,0 1 0,0 0 0,0-1 0,0 2 0,1-1 0,-6 9 0,3-3-58,1 0 0,0 1 0,0 0 0,1 0 0,-4 17 0,8-27-95,-8 48 70,7-47-69,1-1-1,0 1 1,0-1 0,-1 1-1,1 0 1,0-1 0,1 1-1,-1-1 1,0 1 0,0-1-1,1 1 1,-1-1-1,1 1 1,-1-1 0,1 1-1,-1-1 1,1 1 0,0-1-1,0 0 1,0 1 0,0-1-1,0 0 1,0 0-1,0 0 1,0 0 0,0 0-1,2 1 1,6 0 11,-1 0 1,1-1-1,-1 0 1,1 0-1,-1-1 1,1 0-1,-1 0 1,1-1-1,-1 0 1,1-1-1,-1 0 0,0 0 1,1-1-1,-1 0 1,-1-1-1,1 1 1,10-8-1,-16 6 9,0 0 0,0 0 0,0 0 0,-1-1 0,0 1-1,0-1 1,0 1 0,-1-1 0,0 1 0,0-8 0,0 5-24,1-61 51,-2 68-81,1 1 1,-1-1-1,1 1 1,-1-1-1,1 1 1,-1-1-1,1 1 1,-1 0-1,0-1 0,1 1 1,-1 0-1,0-1 1,1 1-1,-1 0 1,1 0-1,-1 0 1,0-1-1,0 1 0,1 0 1,-1 0-1,0 0 1,1 0-1,-1 0 1,0 0-1,1 1 1,-1-1-1,0 0 1,1 0-1,-2 1 0,0-1-300,1 0 0,-1 0 0,0 1 0,1-1 0,-1 1 0,0-1 0,1 1 0,-1 0-1,1-1 1,-1 1 0,1 0 0,-1 0 0,-1 2 0,-5 12-4432,3 2-1512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3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18 1745,'0'0'16330,"-9"-4"-15396,3 2-854,3 0 29,-1 1 0,0-1 0,0 1 0,0 0 0,0-1 0,0 2 0,0-1 0,0 0 0,0 1 0,0 0 0,0 0 0,0 0 0,0 1 0,-1-1 0,1 1 0,0 0 0,0 0 0,0 0 0,1 1 0,-8 3 0,1 1 177,0 2 0,0 0 0,1 0 0,-11 12 1,17-16-254,0 0 0,0 0 0,0 0 0,1 0 0,0 0 0,-1 0 0,2 1 0,-1-1 0,0 1 0,1-1 0,0 1 0,0 0 0,0-1 0,1 7 0,0-9-36,1-1 0,0 1 0,-1-1 0,1 0 0,0 1 0,0-1 0,0 0 0,0 0 0,1 1 0,-1-1 0,0 0 0,0 0 0,1 0 0,-1 0 0,0 0 0,1-1 0,-1 1 0,1 0 0,-1-1 0,1 1 0,-1-1 0,4 1 0,37 9-216,-34-9 114,-1-1 0,0 1 0,0-1 0,0-1 0,10-1-1,-15 2 99,1-1 0,0 0 0,-1 0 0,1 0 0,-1 0 0,1-1 0,-1 1 0,0-1 0,1 1 0,-1-1 0,0 0 0,0 0 0,0 0 0,-1 0 0,1 0 0,2-4 0,2-4 3,0 0 1,0-1-1,5-12 0,-10 18 6,1 1 0,-1 0-1,0 0 1,0 0 0,0-1 0,-1 1-1,1-1 1,-1 1 0,0 0 0,0-1 0,-1 1-1,0-6 1,0 10-74,1-1-1,-1 0 1,0 0 0,1 1-1,-1-1 1,0 1 0,1-1-1,-1 1 1,0-1 0,1 1-1,-1-1 1,0 1 0,0-1-1,0 1 1,0 0 0,0 0-1,1-1 1,-1 1-1,0 0 1,0 0 0,0 0-1,0 0 1,-1 0 0,-27 0-5469,21 1 1039,1-1-2311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4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3 2657,'0'0'12174,"-1"-1"-12064,1 1 1,-1 0-1,1 0 0,0-1 1,-1 1-1,1 0 0,-1 0 1,1 0-1,-1 0 0,1-1 1,-1 1-1,1 0 0,-1 0 1,1 0-1,-1 0 1,1 0-1,-1 0 0,1 0 1,-1 1-1,1-1 0,-1 0 1,1 0-1,0 0 0,-1 0 1,1 1-1,-1-1 1,1 0-1,-1 0 0,0 1 1,0 3 124,-1-1 0,1 1 0,0 0 0,0 0 0,0-1 0,0 1 0,1 0 0,-1 6 0,0 5 427,-5 17 371,-9 60 1561,-27 90 0,31-149-2341,-22 88 303,30-105-572,1-1-1,0 1 1,1 0-1,1 0 1,2 29-1,-1-44-12,-1 0-1,1 0 1,-1 0-1,1 0 1,0 0-1,-1 0 1,1 0-1,0 0 1,0 0-1,-1 0 1,1 0-1,0 0 1,0 0-1,0 0 1,0-1-1,0 1 1,0 0-1,0-1 1,1 1-1,-1-1 1,0 0-1,0 1 1,0-1-1,1 0 1,-1 1-1,0-1 1,0 0-1,3 0 1,41-1-907,-35 1 662,-5-1-64,0 1 0,0-1 0,0-1 0,0 1 0,0-1 1,0 0-1,0 0 0,-1 0 0,1 0 0,4-4 0,39-33-7990,-28 18 1087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4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9748,'0'0'6852,"146"-40"-5748,-85 32-896,6 8-208,-2 0 0,-5-2-1857,-1-5-4241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6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1 243 272,'0'0'10312,"20"-11"-8456,149-70 1994,-98 50-2518,133-51 245,-174 73-1348,0 1 0,0 1 0,0 2-1,1 1 1,37 0 0,-62 4-173,0 0-1,0 0 1,0 0-1,0 1 1,0 0-1,0 0 1,0 1-1,9 3 1,-12-3-19,0 0 0,0 0 0,0 1 0,0-1 0,0 1 0,0 0 0,-1-1 0,0 1 0,1 1-1,-1-1 1,0 0 0,-1 0 0,1 1 0,-1-1 0,2 5 0,2 6 124,-1-1-1,-1 1 1,0 0-1,-1 0 1,1 19-1,-4 75 511,-1-58-384,-1-11-14,-3-1 1,0 1-1,-3-1 0,-15 43 0,8-26 55,1-2-115,-49 209 2135,62-246-2358,6-24-1952,1-11-2651,-2 4-3350,-3 2-4111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7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67 896,'0'0'6945,"2"-10"-5232,7-33-54,-4 30 2214,-1 13-492,1 14-832,-4-13-2870,9 27 1464,2 0 0,1-1-1,22 36 1,-19-36-768,-10-18-295,-1-1 0,2-1 0,-1 1 0,1-1 0,14 13 0,3 1-21,-24-20-123,13-14-15508,-1-1 9062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8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398 9 2593,'0'0'7825,"2"-9"-21,-9 10-7442,0 0 0,0 0 1,0 1-1,0 0 1,1 0-1,-1 0 0,0 1 1,-9 5-1,-54 35 1471,37-22-1199,-18 10 66,14-10-402,1 1 1,-52 44-1,75-49-279,13-17-51,25-1-1897,16-9-4640,-22 4-300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9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857 138 2417,'0'0'10674,"-1"-4"-8067,1 2-2474,-1 1 0,1 0 0,-1-1-1,0 1 1,0 0 0,1 0 0,-1 0 0,0 0 0,0 0 0,0 0 0,0 0 0,0 0 0,0 0-1,0 0 1,0 0 0,0 1 0,-1-1 0,1 0 0,0 1 0,0-1 0,-1 1 0,1 0-1,-2-1 1,-2 0 95,1 1-1,-1 0 1,1 0-1,-1 0 1,1 0-1,-1 1 1,-6 1-1,-9 4 499,0 1 0,-27 12 0,-10 9 445,1 3 1,1 1-1,-97 78 0,112-76-878,2 1 0,1 3 0,1 1 0,3 1 0,-35 54 0,49-63-259,2 0 0,2 1 0,0 0 0,2 1 0,2 1 0,1 0 0,1 0 0,3 1 0,0 0 0,-1 49 0,6-40 73,7 73 0,-3-95-102,1-1 0,1 0 1,0 0-1,2 0 0,13 28 0,-6-21-27,2-1 0,0-1 0,2 0 0,0-1 0,2-1 0,1-1 0,43 38 0,-48-48-4,1-1 1,0 0-1,1-1 0,0 0 1,1-2-1,0 0 0,0-1 1,1-1-1,-1-1 0,2-1 1,-1-1-1,36 4 0,-31-7 26,0-1-1,0 0 0,0-2 1,0-1-1,0-1 0,0-2 1,31-10-1,5-8 16,-2-4-1,-1-1 1,-1-4-1,-2-1 1,85-70 0,-70 43 11,-2-3 0,-4-3 0,80-104 0,-125 145-24,-1 0 0,0 0-1,-2-2 1,-2 0 0,0-1 0,-2 0-1,-1-1 1,-1-1 0,-2 1-1,-1-1 1,-1-1 0,-2 1 0,1-56-1,-6 72 8,0 0 0,-2 1 0,1-1 0,-2 0 0,0 1-1,0 0 1,-2 0 0,0 0 0,0 0 0,-1 1 0,-1 0 0,0 1 0,-1-1-1,-12-12 1,-16-14 38,-2 2 0,-74-55 0,64 54-56,-50-50 0,80 68 3,11 11 14,0 0 1,-1 1-1,0 0 1,0 0 0,-12-7-1,17 13 8,0 0-1,-1 0 1,1 1-1,-1-1 1,1 1 0,-1 0-1,1 0 1,-1 1-1,0-1 1,1 1 0,-1 0-1,0 0 1,1 1-1,-1-1 1,0 1 0,1 0-1,-6 2 1,-6 3 22,0 0 1,1 1 0,0 1-1,1 0 1,-19 15-1,-63 56-26,92-76-208,-23 26 364,26-27-525,0-1 1,0 1 0,1 0 0,-1 0-1,0-1 1,1 1 0,-1 0-1,1 0 1,-1-1 0,1 1 0,0 2-1,1-2-278,0-1-1,1 0 1,-1 1-1,1-1 1,-1 0-1,1 0 0,-1 0 1,1 0-1,-1 0 1,1 0-1,0-1 1,0 1-1,-1 0 1,1-1-1,0 0 1,2 1-1,-1 0-1115,15 3-8501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2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26 1297,'0'0'6141,"-2"-3"-5295,1-2-394,-2-5 4,-5 3 11038,4 14-8817,0 6-3142,-5 35 1735,-5 94 0,13-107-1142,-2 1-1,-1-1 1,-2-1 0,-1 1-1,-16 45 1,16-66-1929,7-20-5467,5-13-1149,-2 7 7262,12-16-5832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3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42 4722,'0'0'9935,"-1"3"-8219,-2 6-1163,0-1 0,0 0 0,-1 0 0,-1 0 0,1-1 0,-1 0 0,-7 9 0,4-5-177,0 0 1,1 0 0,-6 14 0,7-11-290,0 0 0,1 1 1,1 0-1,0 0 0,1 0 1,1 0-1,0 1 1,1-1-1,1 1 0,0-1 1,3 18-1,-2-31-93,0 0 1,0 1-1,0-1 1,0 0-1,0 0 0,1 0 1,-1 0-1,1 0 1,0 0-1,-1 0 1,1 0-1,0-1 0,0 1 1,0 0-1,0-1 1,0 0-1,0 0 0,1 0 1,-1 0-1,0 0 1,1 0-1,-1 0 0,1-1 1,-1 1-1,0-1 1,5 1-1,2 0 6,1 0 1,-1-1-1,1 0 0,-1 0 0,18-3 1,-24 2 7,0 0 0,0 0 0,0-1 0,-1 1 0,1-1 0,-1 1 1,1-1-1,-1 0 0,1 0 0,-1 0 0,0 0 0,0-1 0,2-3 0,25-37 93,-21 29-78,0 1 145,-1 0 0,-1-1 0,0 0-1,-1 0 1,0 0 0,-1-1 0,-1 1 0,0-1 0,-1 0 0,1-20-1,-3 29-28,0-1-1,-1 1 1,1 0 0,-1 0-1,0 0 1,0 0-1,-1 0 1,0 0-1,0 0 1,0 0-1,-1 1 1,0-1-1,0 1 1,-1 0-1,1 0 1,-1 0-1,0 0 1,0 0 0,-1 1-1,1 0 1,-1 0-1,0 0 1,0 1-1,0-1 1,-1 1-1,1 0 1,-9-3-1,7 5-30,0-1 0,0 1 0,0 0 0,0 0 0,0 1 0,0 0 0,0 0 0,1 1 0,-1-1 0,0 2 0,0-1 0,0 1 0,0 0 0,1 0 0,-1 1 0,1 0 0,0 0 0,0 0 0,0 1 0,0 0 0,1 0 0,-1 1 0,1-1 0,-8 10 0,13-14-134,0 0 0,0 1-1,0-1 1,0 0 0,0 1 0,-1-1-1,1 0 1,0 1 0,0-1-1,0 0 1,0 1 0,0-1 0,0 0-1,0 1 1,0-1 0,0 0-1,0 1 1,0-1 0,0 0 0,1 1-1,-1-1 1,0 0 0,0 1 0,0-1-1,0 0 1,1 1 0,-1-1-1,0 0 1,0 0 0,0 1 0,1-1-1,-1 0 1,0 0 0,0 0-1,1 1 1,-1-1 0,0 0 0,1 0-1,-1 0 1,0 0 0,1 1-1,-1-1 1,0 0 0,1 0 0,-1 0-1,0 0 1,1 0 0,-1 0 0,0 0-1,1 0 1,-1 0 0,0 0-1,1 0 1,-1 0 0,0 0 0,1-1-1,29 1-2217,-20 0 1069,-2 0-74,0 0 0,0-1 0,0 0-1,0 0 1,0-1 0,0 0 0,8-4-1,31-17-9077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4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7 178 768,'0'0'8583,"-1"-2"-6113,0 1-1891,0-1 0,1 1 0,-1-1 0,0 1 0,1-1 0,-1 1-1,1-1 1,0 1 0,-1-1 0,1 1 0,0-1 0,0 0 0,0 1-1,0-1 1,1-2 0,-1 2-362,1 0-1,0 1 1,0-1 0,-1 0-1,1 0 1,0 1-1,0-1 1,1 1 0,-1-1-1,0 1 1,3-3 0,3-2-404,1 1 1,0 0-1,1 0 1,13-6-1,-12 6 845,25-11-503,1 2 0,0 0-1,1 3 1,1 1 0,0 2-1,0 1 1,0 3 0,42-1 0,-76 5-146,0 0 1,0 1 0,0-1 0,0 1 0,0 0-1,-1 0 1,1 0 0,0 1 0,-1-1-1,1 1 1,-1 0 0,1 0 0,-1 0 0,0 0-1,0 1 1,0-1 0,0 1 0,0 0-1,-1 0 1,1 0 0,-1 0 0,0 0 0,0 0-1,0 1 1,0-1 0,-1 1 0,1 0-1,1 5 1,2 9 37,-1 1-1,0 0 0,-1 0 0,0 28 1,0 14 103,-2 0 0,-3 0 0,-3 0 0,-3 0 0,-2-1 1,-19 65-1,17-85-57,-58 211 1382,69-233-1238,2-17-382,-1 0-1,0 0 1,0-1 0,0 1-1,0 0 1,0 0 0,0 0-1,0 0 1,-1-1 0,1 1-1,0 0 1,0 0 0,0 0-1,-1-1 1,1 1 0,-1 0-1,1 0 1,0-1 0,-2 2-1,-14 1-7140,3-3 1142,-1-2-1353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4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6611,'0'0'16159,"11"2"-14456,-4 0-1464,-1-1-77,-1 0 0,1 1 1,-1-1-1,0 1 0,1 1 0,-1-1 0,0 1 0,0 0 1,-1 0-1,1 0 0,-1 1 0,8 6 0,16 20 985,2-2 0,40 31 1,-50-44-1101,0-2 0,0-1 0,2 0 0,-1-1 0,29 9 1,-46-19-2116,2-12-16287,3-8 9450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4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1 5250,'0'0'12625,"-13"7"-10899,-38 24 174,2 3 1,-82 72-1,113-90-2263,-3 4 1273,-35 41 1,50-53-1301,0 0 0,1 0 0,-6 14 1,8-16-438,1-1 1,1 0 0,-1 0-1,1 1 1,0-1 0,0 1-1,0 7 1,0-3-5377,-6-1-2326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5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809 215 4130,'0'0'8164,"8"-19"-6566,26-59-232,-33 76-1094,0-1 0,0 0 0,0 1 0,-1-1 1,1 0-1,-1 0 0,1 1 0,-1-1 1,0-4-1,0 6-188,0 0 0,-1 1 0,1-1 1,0 0-1,0 0 0,-1 1 0,1-1 0,0 0 0,-1 0 1,1 1-1,-1-1 0,1 0 0,-1 1 0,1-1 1,-1 1-1,1-1 0,-1 0 0,1 1 0,-1-1 1,-1 0-1,-1 0 66,0 0 1,0 1-1,-1-1 1,1 1-1,0-1 1,0 1-1,0 0 1,-1 0-1,1 1 1,-4 0-1,-5 0 134,-43-1 1175,-66 9 1,98-6-1020,1 1 1,-1 2 0,1 0-1,0 1 1,-35 18 0,24-7-348,2 1 1,1 2-1,0 1 1,2 1-1,0 1 1,2 2-1,0 0 1,2 2-1,2 1 1,0 1-1,2 1 1,1 0-1,1 1 1,2 2-1,2-1 1,1 2-1,1 0 1,2 0-1,1 1 1,3 0-1,-5 54 1,9-66-70,2 1 0,0-1 0,1 0 0,2 1 0,0-1 0,2 0 0,0-1 0,14 36 0,-10-38 6,1 0 0,1 0 0,1-1 0,1-1 0,1 0 0,0-1 0,32 30 0,-34-37-28,0-1 0,1-1 1,0 0-1,1-1 0,0-1 0,0 0 1,1 0-1,-1-2 0,1 0 0,1 0 1,-1-2-1,24 3 0,13 0-14,1-3 0,-1-2 0,1-2 0,-1-3 0,0-2-1,0-2 1,0-2 0,51-18 0,-27 1-114,0-3 1,141-78-1,-187 90 56,-1-1 0,-1-2 0,-1-1 0,0-1-1,-2-1 1,-1-1 0,0-1 0,-3-1 0,30-46 0,-40 50 52,0 0 1,-2 0-1,-1-1 0,0 0 0,-2 0 0,-1-1 1,-1 1-1,-1-1 0,-1 0 0,-1 0 0,-2-1 1,0 1-1,-2 0 0,-6-27 0,3 32 39,0 0-1,-2 1 1,0 0-1,-2 1 0,0 0 1,-1 0-1,0 1 1,-1 1-1,-1 0 1,-1 0-1,-1 2 1,-20-18-1,1 4 171,-2 2-1,0 2 1,-1 1 0,-73-32 0,72 39 29,-1 2-1,-73-17 1,88 27-200,0 0 0,0 1 0,0 2-1,0 0 1,0 2 0,-30 4-1,48-4-119,1 1 1,-1 0-1,0 0 0,1 0 0,-1 1 0,1 0 1,0 0-1,0 0 0,0 0 0,0 1 0,1 0 0,0 0 1,-1 0-1,1 0 0,1 1 0,-4 5 0,1-3-836,1 1 0,1 1-1,-7 15 1,-2 26-6380,10-17-629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891 1 1088,'0'0'4549,"-3"2"-4330,-6 2 1438,-12 10 22041,15-7-21003,0 0-6542,-47 61 4766,-121 117-1,64-73-362,30-26-451,4 4 0,-96 149 0,143-192-105,-2-2 0,-1-1 0,-47 48 0,69-81-35,11-8-442,17-11-1178,-6 3 890,33-10-5166,-14 11-4473,-14 4-423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7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737 90 3378,'0'0'9481,"-18"-11"-7653,-58-35-486,73 44-1273,0 0 0,-1 1 0,1-1 0,0 1 0,-1 0 1,1 0-1,-1 0 0,1 1 0,-1-1 0,0 1 0,1 0 1,-1 0-1,1 0 0,-1 0 0,0 0 0,1 1 0,-1 0 0,1 0 1,-1 0-1,1 0 0,-6 3 0,1-1 66,-13 7 333,-1 0-1,1 2 0,1 0 0,-32 26 1,-69 72 1859,90-78-2017,3 1 0,0 1 0,2 2 0,2 1 0,2 0 0,1 2 0,1 1 0,-14 45 1,19-38-160,1 0 0,3 2 0,2-1 1,3 1-1,1 1 0,4 98 1,2-127-117,2-1 0,0 1 0,2-1 0,0 0 0,1 0 0,1 0 0,0-1 0,2 0 0,0-1 1,21 30-1,-21-35-10,0-1 0,1 0 0,1-1-1,0 0 1,0 0 0,1-1 0,0-1 0,1 0 0,0-1 0,1 0 0,0-1 0,0 0 0,0-1 0,30 8 0,-23-10-19,1-1 1,-1-1-1,1 0 1,0-2-1,-1 0 1,1-2-1,27-5 0,-18 1-38,-1-2-1,1-2 1,-2 0-1,41-21 1,-9-3-69,-1-3 0,-2-2 0,96-86 0,-109 86 70,-1-3 1,-3-1-1,-1-2 0,37-56 0,-62 78 28,0-1-1,-2-1 0,-1 0 0,0 0 0,-2-1 0,-1-1 0,-2 0 1,0 0-1,-2-1 0,-1 1 0,1-30 0,-4 35 43,-1 1-1,-1 0 1,-1 0-1,-1 0 1,-1 0 0,0 1-1,-2-1 1,0 1-1,-2 0 1,0 1 0,-1 0-1,-1 0 1,0 1-1,-27-34 1,25 36 36,-1 1 1,-1 0-1,0 1 1,-1 1-1,0 0 1,-1 1-1,-1 0 1,0 2-1,0 0 1,-1 1-1,0 0 1,-1 2-1,0 0 1,0 1-1,0 1 1,-1 1-1,1 0 1,-1 2-1,-26-1 1,22 3-77,0 1 0,-35 6 0,51-5-122,1-1 1,-1 1-1,0 1 0,1 0 0,0 0 1,0 0-1,-1 1 0,2 0 1,-1 0-1,0 1 0,-8 8 1,14-12-65,0-1 1,0 1 0,1 0 0,-1 0 0,0 0 0,1 0 0,-1 0-1,1 0 1,-1 0 0,1 0 0,-1 0 0,1 0 0,0 0 0,-1 1-1,1-1 1,0 0 0,0 2 0,0-3-96,0 1-1,0 0 1,1-1 0,-1 1-1,0-1 1,0 1-1,1 0 1,-1-1 0,0 1-1,1-1 1,-1 1-1,0-1 1,1 1 0,-1-1-1,1 1 1,-1-1-1,1 0 1,-1 1 0,1-1-1,-1 1 1,1-1-1,-1 0 1,1 0 0,-1 1-1,1-1 1,0 0 0,-1 0-1,1 0 1,0 0-1,-1 0 1,2 0 0,21 1-7770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9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38 400,'0'0'4058,"1"-8"-2127,4-21 8909,-6 93-1398,0-33-9243,-2-1 0,0 0 0,-2 0 0,-13 43 0,15-65-1809,-1 21 4504,4-21-6916,0 0-5162,0-4 2047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9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94 1601,'0'0'9252,"0"-4"-7505,0-21 3920,-3 25-4549,-4 1-938,1-1 1,-1 2-1,1-1 1,-1 1 0,1 0-1,0 1 1,-1-1-1,1 1 1,1 0-1,-1 1 1,-6 4-1,-10 8 23,-26 25 0,42-35-145,0 0 0,0 1 0,0-1-1,1 1 1,0 0 0,0 1 0,1-1 0,0 1 0,0 0 0,1 0 0,-4 10 0,6-14-64,0 1 1,1 0 0,-1-1-1,1 1 1,0 0-1,0-1 1,0 1 0,1 0-1,-1-1 1,1 1-1,0 0 1,1-1 0,-1 0-1,1 1 1,0-1-1,0 0 1,0 0 0,1 0-1,-1 0 1,1 0-1,0 0 1,4 3 0,0 0 14,0 0 0,1 0 0,0-1 1,0-1-1,1 1 0,0-1 0,0 0 1,0-1-1,0 0 0,1-1 0,-1 0 1,17 3-1,0-2 99,-1-2 1,1-1 0,46-4 0,-60 2-98,0-1 1,0 0-1,-1-1 1,1 0-1,-1-1 1,0-1-1,0 0 1,0 0-1,16-11 1,-21 12-4,0 0 0,-1 0 0,1 0 0,-1-1 0,0 0 0,0 0 0,-1-1 0,1 1 0,-1-1 0,0 0 0,-1 0 0,1 0 0,-1-1-1,-1 1 1,1-1 0,-1 0 0,2-10 0,-2 8 67,-1 0 0,-1 0 0,1 0 0,-2 0 0,1 0 0,-1 0 0,0 0 0,-1 0 0,0 0 0,0 0 0,-1 0 0,-1 1 0,1-1 0,-1 1 0,0 0 0,-1 0 0,0 1 0,0-1 0,-9-8 0,7 8 65,0 0 0,0 1 0,-1 0 1,0 0-1,0 1 0,-1 0 0,0 0 0,0 1 1,0 0-1,0 1 0,-1 0 0,0 1 0,0-1 1,0 2-1,0 0 0,0 0 0,-20-1 1,29 3-187,1 20-10055,0-15 4734,0 1-3875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1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80 1793,'0'0'11779,"7"-13"-9933,24-40-16,-23 39-283,-22 14 729,9 1-2180,-1 0 0,1 0 0,-1 1 0,1-1 0,0 1 0,0 0 0,-1 0 0,1 1-1,1 0 1,-9 5 0,-43 37 183,52-41-227,0 1 0,0-1 0,1 1 0,0-1 0,0 1 0,0 0 0,0 0 0,1 1 0,0-1 0,0 0 0,0 1 0,1 0 0,-2 7 0,2-1 3,0 0 0,0 0-1,1 0 1,1 0 0,2 17-1,-2-27-56,-1 0-1,1 0 1,0 0-1,0 0 1,-1-1-1,1 1 1,0 0-1,1 0 1,-1-1-1,0 1 1,0-1-1,1 1 1,-1-1-1,1 1 1,-1-1-1,1 0 0,0 0 1,-1 0-1,1 0 1,0 0-1,0 0 1,0 0-1,-1 0 1,1-1-1,0 1 1,3 0-1,6 0-44,0 1 0,0-1 1,18-1-1,-17-1-55,-2 1 84,0-1 1,-1 0-1,1-1 0,-1 0 0,0 0 1,1-1-1,-1 0 0,0-1 1,-1 0-1,1 0 0,-1-1 1,0 0-1,0-1 0,0 0 1,-1 0-1,0 0 0,0-1 1,0 0-1,-1-1 0,0 1 0,0-1 1,-1 0-1,0 0 0,-1-1 1,0 0-1,4-11 0,-5-6 3703,-3 36-3184,-1 25 441,-2-1 0,-14 66 0,-29 68 776,23-101-1248,-3-1 1,-46 84-1,66-136-441,7-10-228,21-22-2654,1-6-4595,-15 9-553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3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1 189 2465,'0'0'6971,"16"-12"-5028,53-38-105,-67 48-1583,0 1 1,0-1-1,0 1 1,1 0-1,-1 0 1,0 0-1,0 0 1,1 1-1,3-2 1,-5 2-180,0 0 1,0 0-1,-1 0 0,1 0 0,0 0 1,0 1-1,0-1 0,-1 0 0,1 0 1,0 0-1,-1 1 0,1-1 0,0 0 1,-1 1-1,1-1 0,0 1 1,-1-1-1,1 1 0,0 0 0,1 1 45,-1 1 0,0-1 0,1 1 0,-1-1 0,-1 0 0,1 1 0,0 0 0,0-1 0,-1 1 0,1 3 0,0 1 158,6 34 352,-2 1-1,-2-1 1,-2 56-1,-1-81-550,0-16-73,0 0 0,0 1 0,0-1 1,0 0-1,0 0 0,0 0 1,0 1-1,0-1 0,0 0 1,0 0-1,0 1 0,0-1 1,0 0-1,-1 0 0,1 0 1,0 0-1,0 1 0,0-1 1,0 0-1,0 0 0,-1 0 1,1 0-1,0 1 0,0-1 0,0 0 1,-1 0-1,1 0 0,0 0 1,0 0-1,-1 0 0,1 0 1,0 0-1,0 0 0,0 0 1,-1 0-1,1 0 0,0 0 1,0 0-1,-1 0 0,1 0 1,0 0-1,0 0 0,0 0 1,-1 0-1,1 0 0,0 0 0,0 0 1,0 0-1,-1-1 0,1 1 1,0 0-1,-12-11 85,8 3-81,1 0 1,1 0 0,-1 0-1,1-1 1,1 1 0,-1-16 0,2-57 191,0 60-139,1 11-37,1 0 0,0 0 0,0 1 0,1-1-1,0 0 1,0 1 0,1 0 0,1-1 0,-1 2-1,2-1 1,-1 0 0,1 1 0,0 0 0,1 1 0,0-1-1,0 1 1,1 1 0,-1-1 0,2 1 0,-1 1 0,0-1-1,1 1 1,0 1 0,1 0 0,17-6 0,-18 7-711,1 1 1,-1 1 0,0-1 0,14 1-1,-14 1-498,-1 0 0,1 1 0,-1 0-1,1 1 1,9 3 0,6 3-5429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4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34 6019,'0'0'11192,"-17"10"-10792,17-10-400,-23 13 214,-27 22 1,47-32-199,0 0 0,1 0 0,-1 0 0,1 1-1,-1-1 1,1 1 0,0 0 0,0-1 0,1 1 0,-1 0 0,1 0-1,0 0 1,0 0 0,0 1 0,1-1 0,-1 0 0,1 0-1,0 0 1,0 0 0,1 1 0,0 5 0,0 8-13,-1-14-9,0 0 0,0 0-1,0 0 1,1 1 0,-1-1-1,1 0 1,0 0 0,2 4-1,-2-6-2,0-1 0,0 0 0,0 0-1,0 1 1,0-1 0,0 0-1,0 0 1,1 0 0,-1 0-1,0 0 1,1 0 0,-1-1 0,1 1-1,-1 0 1,1-1 0,-1 1-1,1-1 1,-1 0 0,1 1-1,-1-1 1,1 0 0,0 0 0,2 0-1,2 0 49,1 0 0,-1 0 0,0-1 0,0 0 0,0 0 0,0 0 0,-1-1 0,1 0 0,0 0 0,-1 0 0,1-1 0,-1 0 0,0 0 0,1 0 0,-2-1 0,1 1 0,0-1 0,-1-1 0,1 1 0,-1 0 0,-1-1 0,1 0 0,-1 0 0,1 0 0,1-6 0,-3 7 21,0 0 0,-1-1 1,0 1-1,0 0 0,0-1 0,-1 1 0,0 0 1,1-1-1,-2 1 0,1-1 0,0 1 0,-1 0 0,0-1 1,0 1-1,0 0 0,0 0 0,-1-1 0,0 1 1,0 0-1,0 0 0,0 1 0,-4-7 0,1 3-42,-1 1-1,1-1 1,-1 1-1,0 0 1,0 0-1,-1 0 1,0 1-1,0 0 1,0 1-1,-14-8 1,19 12-64,1-1 0,-1 0 1,0 0-1,1 0 0,-1 1 0,0-1 1,0 1-1,1 0 0,-1-1 0,0 1 1,0 0-1,0 0 0,0 0 0,1 0 1,-1 0-1,0 1 0,0-1 1,0 0-1,1 1 0,-1 0 0,0-1 1,0 1-1,-1 1 0,1 0-394,1-1 0,0 1 1,-1 0-1,1 0 0,0 0 0,0 0 0,0 0 0,1 0 1,-1 1-1,0-1 0,1 0 0,-1 0 0,1 0 0,0 1 1,0-1-1,0 0 0,0 4 0,0 7-5453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4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1 1121,'0'0'14377,"-3"1"-13483,-2 2-816,0 0 1,0 0 0,1 0-1,-1 1 1,1 0 0,0 0-1,0 0 1,0 1 0,0-1 0,-4 8-1,-31 55 420,35-58-465,0 0 0,0 0 1,1 1-1,0-1 1,1 1-1,0 0 0,1-1 1,0 1-1,0 15 0,1-24-37,0 1-1,0-1 1,1 1-1,-1-1 1,1 0-1,-1 1 0,1-1 1,-1 1-1,1-1 1,0 0-1,0 0 1,0 1-1,-1-1 1,1 0-1,0 0 0,1 0 1,-1 0-1,0 0 1,0 0-1,0 0 1,0-1-1,1 1 1,-1 0-1,0-1 0,1 1 1,-1 0-1,1-1 1,-1 0-1,1 1 1,-1-1-1,3 0 1,6 2 31,1-1 1,0 0 0,14-2 0,-13 1 12,-8 0-25,0 0 0,0-1 0,0 1 1,0-1-1,0 0 0,0 0 0,0 0 1,0-1-1,0 1 0,0-1 0,-1 0 1,1 0-1,-1-1 0,1 1 0,-1-1 1,0 1-1,0-1 0,0 0 0,0 0 0,-1 0 1,1-1-1,3-5 0,-3 3 80,-1 1-1,1-1 1,-1 0-1,0 0 1,0 0-1,-1 0 1,0-1 0,0 1-1,0 0 1,-1 0-1,0-1 1,0 1-1,0 0 1,-3-10-1,2 13-62,0 0 0,0-1 0,0 1 0,0 0-1,-1 0 1,1 0 0,-1 0 0,0 0-1,0 1 1,0-1 0,0 0 0,0 1-1,-1 0 1,1-1 0,-1 1 0,0 0 0,0 0-1,1 1 1,-1-1 0,0 0 0,-4 0-1,-2-1-654,1 0-1,-1 1 1,1 0-1,-1 1 1,0 0-1,-15 0 1,24 1 435,-1 0-1,1-1 1,0 1 0,0 0 0,0 0 0,-1 0 0,1 0-1,0 0 1,0 0 0,-1 0 0,1 0 0,0 0 0,0 0-1,0 0 1,-1 0 0,1 0 0,0 1 0,0-1 0,0 0-1,-1 0 1,1 0 0,0 0 0,0 0 0,0 0 0,-1 0-1,1 1 1,0-1 0,0 0 0,0 0 0,0 0 0,0 0-1,-1 1 1,1-1 0,0 0 0,0 0 0,0 0 0,0 1-1,0-1 1,0 0 0,0 0 0,0 0 0,0 1 0,0-1-1,0 0 1,0 0 0,0 0 0,0 1 0,0-1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5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9332,'0'0'9066,"3"13"-7756,2 11-401,-1 1 0,-1 0 0,-1 0 0,-1 0 0,-2 0 0,-4 34 0,1-35-775,1 1 0,0 33 0,3-57-225,0 0-1,0 1 0,1-1 0,-1 1 0,0-1 0,1 0 0,-1 1 0,1-1 0,0 0 0,-1 0 0,1 1 1,0-1-1,0 0 0,0 0 0,0 0 0,0 0 0,0 0 0,0 0 0,0 0 0,0-1 0,0 1 0,0 0 0,1 0 1,-1-1-1,0 1 0,1-1 0,-1 1 0,0-1 0,1 0 0,-1 1 0,0-1 0,2 0 0,8 1-1280,-1 0-1,0 0 1,15-2-1,-11 1-129,16-2-2967,0-7-1555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5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8500,'0'0'8500,"108"-4"-7812,-51-4-272,10-3-416,10-3 0,5 1-1584,-1-8-7429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1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1 278 4482,'0'0'6627,"19"-21"-5496,62-65-21,-70 75-695,0 1 1,1 0-1,0 0 0,1 1 1,0 1-1,24-12 0,-12 7 122,-2 1-273,0 0 1,0 2-1,1 0 0,0 2 0,1 1 0,0 0 0,0 2 0,0 1 0,36-1 1,-58 5-258,0 1 1,0-1 0,0 1-1,-1 0 1,1 0 0,0 0-1,0 0 1,0 1 0,-1-1-1,1 1 1,-1 0 0,1-1-1,-1 1 1,0 0 0,0 0-1,1 1 1,-1-1 0,-1 0-1,1 1 1,0-1 0,-1 1-1,1 0 1,-1-1 0,0 1-1,0 0 1,0 0 0,1 5-1,4 11 99,-2 1 0,0 0 0,1 22-1,-3-26-14,8 118 449,-7 182 0,-9-249-169,-3-2-1,-31 117 1,13-64 935,21-97-745,-1 14 454,7-35-977,-2-19-8848,-11 5 3386,-12-1-1120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1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3682,'0'0'11528,"7"-5"-9199,23-11-216,-29 15-2029,0 1 1,-1 0 0,1-1-1,0 1 1,0 0 0,-1-1-1,1 1 1,0 0 0,0 0-1,-1 0 1,1 0 0,0 0-1,0 0 1,0 0 0,-1 0-1,1 0 1,0 0 0,0 0-1,-1 1 1,1-1 0,0 0-1,0 1 1,-1-1 0,1 0-1,0 1 1,-1-1 0,1 1-1,0-1 1,-1 1 0,1-1-1,-1 1 1,1-1 0,-1 1-1,1 0 1,-1-1 0,1 1-1,-1 0 1,0-1 0,1 1-1,-1 0 1,1 1 0,1 2 222,17 22 442,1-2 0,1 0 1,30 26-1,-43-43-1059,1 0-1,-1-1 1,1 0-1,1 0 1,-1-1-1,1-1 1,0 1-1,0-2 0,1 1 1,-1-1-1,1-1 1,-1 0-1,16 1 1,-12-2-1134,26 0-3748,-14-5-1317,-3-6-990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1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1 8404,'0'0'13828,"-11"4"-13143,-21 10-140,1 2 0,0 1 0,1 2 0,-39 32 0,-27 27-3148,9 0-9279,62-54 3926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2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939 226 576,'0'0'10824,"-3"-7"-9138,1 3-1456,0 1 0,1 0 0,-1 0 0,0 0 0,0 0 0,-1 0 1,1 0-1,-1 0 0,1 0 0,-1 1 0,0 0 0,0-1 0,0 1 0,0 0 0,-1 1 0,1-1 0,0 0 0,-1 1 0,1 0 0,-7-2 1,-28-5 690,0 2 0,-1 1 0,1 2 0,-1 2 0,0 1 1,-52 7-1,60-2-765,1 2-1,0 1 1,0 1 0,1 1-1,0 2 1,0 1 0,2 1-1,0 1 1,0 1 0,2 2-1,0 1 1,1 0 0,-39 43-1,50-46-141,0 1-1,1 0 1,1 1-1,1 0 1,0 0-1,2 1 0,0 1 1,-8 30-1,8-15-12,2-1 0,1 1 0,2 1 0,1 43 0,3-65 5,-1 1-1,2 0 1,0-1 0,1 0 0,0 1 0,1-1 0,0-1-1,2 1 1,-1-1 0,2 1 0,0-2 0,0 1-1,1-1 1,1 0 0,0 0 0,14 14 0,-1-6 8,0-1 1,1 0 0,1-2 0,0-1 0,1-1 0,1 0-1,0-3 1,1 0 0,1-1 0,53 13 0,-30-13-9,0-3 1,0-1 0,0-3-1,1-2 1,73-7-1,-93 1-9,0-1 1,0-2-1,-1-1 0,49-19 0,-25 4-14,81-48 0,-112 57 9,-1-2 1,0 0-1,-1-1 0,0-2 0,-2 0 0,32-39 0,-39 42 1,-2-1 0,0-1-1,-1 0 1,0-1 0,-2 0-1,0 0 1,-1 0 0,-1-1 0,6-38-1,-8 33 16,-2-1 0,0 1-1,-2-1 1,-1 1-1,-8-47 1,5 53 7,-1 0 0,0 0 0,-2 0 0,0 1 0,-2 0 0,0 1 1,0 0-1,-14-18 0,0 5 99,-2 0 1,-1 2-1,-2 0 1,0 2-1,-2 1 1,-1 2-1,-56-34 1,64 44-97,0 1-1,0 1 1,-1 2-1,-1 0 1,1 1-1,-1 2 1,-1 0-1,1 2 1,-1 1 0,0 0-1,0 2 1,-33 4-1,52-3-110,0 1 1,1 1-1,-1-1 0,1 1 1,0 0-1,0 1 0,-1-1 0,1 1 1,1 1-1,-1-1 0,0 1 0,1 0 1,0 0-1,0 0 0,0 1 0,0 0 1,1 0-1,0 0 0,0 0 0,0 1 1,-4 10-1,2-4-744,1-1-1,0 2 1,1-1-1,-2 14 1,-5 53-8244,6-30 749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3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621 9 1697,'0'0'13233,"0"-8"-9893,-4 11-3054,1 0 1,-1 0 0,0 0-1,1 1 1,0 0-1,0-1 1,-3 7 0,-3 1 538,-22 31 371,2 1-1,2 1 0,-29 62 0,11-18-616,-57 111 111,-19 35-53,87-176-81,-77 101 0,104-152-504,6-5-38,-1 0 0,0 0 0,0 0 0,1 0-1,-1 0 1,1 0 0,-1 0 0,1 0 0,0 1-1,0-1 1,0 1 0,0 2 0,1-4-33,11-2-8257,-9 1 7559,0-1 0,-1 1 0,1-1 0,0 1-1,0-1 1,0 1 0,-1-1 0,1 0 0,0 0 0,2-2-1,13-13-8483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3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4386,'0'0'12456,"1"3"-10970,67 119 5280,63 141-4322,-111-195-2604,-18-68-527,-1 1 0,1-1-1,0 1 1,-1-1 0,1 1 0,0-1 0,-1 0 0,1 0 0,0 0-1,0 0 1,-1 0 0,1 0 0,3-1 0,-1 1-957,21-5-4561,8-9-1783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4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685 15 1281,'0'0'14940,"1"-4"-13195,-1 3-1705,0 1 0,0 0 0,0 0 1,0 0-1,0-1 0,0 1 0,1 0 1,-1 0-1,0-1 0,0 1 1,0 0-1,0 0 0,0-1 0,0 1 1,0 0-1,0-1 0,0 1 0,0 0 1,0 0-1,0-1 0,0 1 1,0 0-1,-1 0 0,1-1 0,0 1 1,0 0-1,0 0 0,0 0 1,0-1-1,0 1 0,-1 0 0,1 0 1,0 0-1,0-1 0,0 1 0,-1 0 1,1 0-1,0 0 0,0 0 1,0-1-1,-1 1 0,1 0 0,0 0 1,0 0-1,-1 0 0,1 0 0,-19 7 1404,-35 30 618,26-17-1004,-58 31 1319,-102 43 1,57-30-2476,4 7-3767,94-52-5518,18-13 611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4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697 35 8932,'0'0'16050,"-20"-8"-15031,8 3-877,5 2-92,1 0 0,0 0 0,-1 0 0,0 1 0,0 0 0,0 0 0,1 1 0,-1 0 0,-1 0 0,1 1 0,0 0 0,0 0 0,0 1 0,0-1 0,0 2 0,0-1 0,0 1 0,1 0 0,-13 5 0,-36 23 452,1 2 0,-70 54 1,90-59-163,1 2 0,2 1 0,1 1 0,-35 47 0,54-61-307,0 1-1,0 0 1,2 1 0,0 0-1,2 0 1,0 0 0,1 1-1,0 1 1,2-1 0,1 0-1,0 1 1,2 0 0,0 0-1,1 0 1,1-1 0,1 1-1,1 0 1,1-1 0,12 38 0,-3-21-121,2-1 1,1-1 0,30 48 0,-40-73 82,1 0 0,0-1 0,0-1 0,1 1 0,1-1 0,-1-1 0,1 1-1,1-1 1,-1-1 0,1 0 0,0 0 0,0-1 0,1 0 0,0-1 0,0 0 0,13 2 0,33 3 43,0-3 1,0-3 0,100-6-1,-137 1-32,0-1-1,0-1 1,-1-1 0,0 0-1,0-2 1,0 0-1,-1-1 1,0-1-1,0 0 1,-1-2-1,0 0 1,-1 0-1,-1-2 1,0 0-1,0-1 1,-1 0-1,-1-1 1,0-1 0,-2 0-1,1-1 1,-2 0-1,0 0 1,-1-1-1,-1 0 1,-1-1-1,8-30 1,-10 24 68,-2 0-1,0 0 1,-1 0 0,-2-1-1,-1 1 1,-1 0 0,0 0 0,-2 0-1,-2 0 1,0 1 0,-1 0-1,-1 0 1,-1 0 0,-2 1 0,0 1-1,-1 0 1,-2 0 0,-16-20-1,8 13 16,0 2 0,-3 1-1,0 1 1,-1 1-1,-31-22 1,39 34-101,0 0 0,-1 0 0,0 2 0,-1 1-1,0 0 1,-1 1 0,0 1 0,0 1 0,-28-4 0,54 12-5325,21 3 1966,30 4-4806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5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34 504 2721,'0'0'7316,"-5"-10"-5270,-16-29 176,13 18 5593,9-4-8232,1 13 644,-1 0-328,1 1 0,1 0-1,0 0 1,0 0 0,1 0 0,0 1-1,10-18 1,4-11 183,-3 2 805,-1 0 0,-2-1 1,-2-1-1,8-62 0,-14 135 3202,29 109-3082,-7-51-453,5-1 0,45 93 1,99 166-198,-142-291-355,-4 2 1,-2 1 0,-2 1-1,24 100 1,-18-59-3,-21-72 0,-9-29-45,-1-2-366,1-1-1930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6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1969,'0'0'6157,"35"-1"4667,0 15-9764,0 2 0,-2 1 1,1 2-1,40 32 0,6 1 231,-70-46-1001,0-1 0,1 0 0,0-1 1,0 0-1,0-1 0,0 0 0,0-1 0,1 0 0,-1-1 0,1 0 0,-1-1 0,1 0 0,15-2 0,-25 1-196,1 1-1,0-1 1,0 0 0,0 0-1,0 0 1,-1 0 0,1 0-1,0-1 1,-1 1 0,1-1-1,-1 0 1,0 0 0,0 0-1,1 0 1,-1 0 0,0 0-1,-1 0 1,1-1 0,0 1-1,-1-1 1,1 1 0,-1-1-1,0 0 1,0 1 0,0-1-1,0 0 1,1-4-1,1-8 25,-1 0 0,-1 0 0,0 0 0,-1-16 0,0 22-166,0-1 43,0 6-1,0 0 1,-1-1-1,2 1 0,-1-1 1,1 1-1,-1 0 1,1-1-1,0 1 0,3-6 1,9 26-5651,-11-11 3760,1 0 1,0-1-1,0 1 1,1-1-1,5 5 1,10 5-8388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7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864 6 1457,'0'0'13582,"-26"-1"-9450,5-1-3267,5 0-355,0 1 0,1 1 0,-1 0 0,0 1 0,0 1 0,0 0 0,0 1 1,1 1-1,-30 11 0,-7 9 402,1 2 1,1 2 0,1 2-1,2 2 1,1 2 0,-56 55-1,79-66-816,1 0-1,1 1 1,1 1-1,2 1 1,0 1-1,2 0 1,0 1-1,2 1 1,2 0-1,0 1 1,2 1-1,-11 59 1,16-59-104,2 1 1,1-1-1,2 1 1,6 56-1,-3-72-63,0 0-1,1 0 1,1 0-1,0-1 1,1 0-1,1 0 1,1 0-1,0 0 1,0-2-1,20 26 1,-10-21-32,0-1-1,1-1 1,1 0 0,0-1 0,1-2 0,0 0 0,1-1 0,1-1 0,0-1-1,0-1 1,46 11 0,-9-7-144,1-2-1,0-3 1,100-1-1,-124-6 210,-1-1-1,1-3 1,-1 0 0,0-3-1,0-1 1,0-1-1,53-22 1,-39 9 139,-2-3-1,0-3 1,80-58 0,-101 64 148,-1-1 0,-1-1 0,-2-1 0,0-1 0,-1-1 1,-1-2-1,20-35 0,-32 45-207,0 0 0,-2-1 0,0 0-1,-1 0 1,-1 0 0,0-1 0,-2 0 0,0 0 0,-2 0 0,0 0 0,-1-1-1,-1 1 1,-1 0 0,0 0 0,-2 0 0,0 1 0,-2-1 0,0 1-1,-1 0 1,-1 0 0,0 1 0,-14-20 0,3 7-42,-2 2 0,-2 0 0,0 1 0,-2 2 0,-1 0 0,-1 2 0,-55-38 0,60 47 0,-1 2 0,-1 0 0,0 1 0,0 2 0,-1 0 0,-1 2 0,1 1 0,-1 1 0,0 1 0,-1 1 0,-36 0 0,60 4 3,-1 0-1,1 0 1,-1 0 0,0 0-1,1 1 1,-1 0-1,1-1 1,-1 1 0,1 1-1,0-1 1,-1 0 0,1 1-1,0 0 1,0 0 0,0 0-1,0 0 1,0 0-1,1 0 1,-5 6 0,4-4-338,0 1 1,1-1-1,-1 1 1,1 0-1,1 0 1,-1 0-1,1 0 1,-1 0 0,2 1-1,-1-1 1,0 0-1,1 7 1,0 17-5440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0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31 496,'0'0'12454,"0"-6"-10816,1-18-189,-9 55 6855,-20 29-6701,0-2-1044,13-20-414,3 1-1,0 0 1,-7 54 0,16-66-3348,-1 37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1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45 1777,'0'-3'24808,"9"-11"-24301,-4 10-474,1 1-1,-1 0 0,1 1 0,0-1 0,0 1 1,0 0-1,0 1 0,0-1 0,7 0 0,57-1-196,-67 3 161,-2 0-9,-1 0-1,1 0 0,0 0 1,-1 0-1,1 0 1,0 0-1,-1 0 0,1 1 1,-1-1-1,1 0 1,0 0-1,-1 1 0,1-1 1,-1 0-1,1 1 1,-1-1-1,1 0 0,-1 1 1,1-1-1,-1 1 1,1-1-1,-1 1 0,0-1 1,1 1-1,-1 0 1,0-1-1,1 1 1,-1-1-1,0 2 0,1 25-281,-3-18 261,0-1-1,0 1 0,-1-1 0,-4 9 1,-3 0 63,0-1 0,-1 0 0,-1-1 1,-1 0-1,0-1 0,-23 20 0,5-9 41,0-2 0,-41 23 0,71-46-74,0 0-1,1 1 1,-1-1-1,0 0 1,1 0-1,-1 1 1,0-1 0,1 0-1,-1 1 1,1-1-1,-1 0 1,1 1 0,-1-1-1,1 1 1,-1-1-1,1 1 1,-1-1 0,1 1-1,-1 0 1,1-1-1,0 1 1,-1-1 0,1 1-1,0 0 1,0-1-1,0 1 1,-1 0 0,1-1-1,0 1 1,0 0-1,0-1 1,0 1-1,0 0 1,0 0 0,0-1-1,0 1 1,1 0-1,-1-1 1,0 1 0,0 0-1,0-1 1,1 1-1,-1-1 1,0 1 0,1 0-1,-1-1 1,1 1-1,-1-1 1,1 1 0,-1-1-1,1 1 1,-1-1-1,1 1 1,-1-1 0,1 0-1,-1 1 1,1-1-1,0 0 1,-1 1-1,1-1 1,0 0 0,0 0-1,5 3 6,0 0-1,1 0 0,-1-1 1,13 2-1,27 1 392,0-2 0,48-3 0,-40-1-262,-26-2-31,-28 3-114,1 0 1,-1 0-1,1 0 0,-1 0 0,0 0 0,1 0 0,-1 0 0,1 0 1,-1 0-1,0 0 0,1 0 0,-1-1 0,1 1 0,-1 0 0,0 0 1,1 0-1,-1-1 0,0 1 0,1 0 0,-1 0 0,0-1 0,0 1 1,1 0-1,-1 0 0,0-1 0,0 1 0,1 0 0,-1-1 0,0 1 1,0 0-1,0-1 0,1 1 0,-1-1 0,0 1 0,0 0 0,0-1 1,0 1-1,0-1 0,0 1 0,0 0 0,0-1 0,0 1 0,0-1 0,0 1 1,0 0-1,0-1 0,0 1 0,-1 0 0,1-1 0,0 1 0,0-1 1,0 1-1,-1 0 0,1-1 0,0 1 0,0 0 0,-1 0 0,1-1 1,-1 1-1,0-1-304,0 1 1,0-1 0,-1 1-1,1 0 1,0-1 0,0 1-1,-1 0 1,1 0-1,0 0 1,-1 0 0,1 0-1,0 0 1,-3 1 0,-3 0-1734,-21-1-5851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2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1169,'0'0'14411,"3"0"-12890,13 0 5576,-16 22-4280,-2-14-2621,1 0-1,-1-1 1,0 1-1,-1-1 1,0 1-1,0-1 1,0 0-1,-1 0 1,-6 8-1,-5 13 296,0 3-329,2 1-1,1 0 1,-9 41-1,14-47-326,4-17-595,1 0 0,-1 1 0,2-1 1,-2 16-1,24-25-4798,-1-3 975,2-8-2487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3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 6563,'0'0'17485,"-14"17"-15948,-45 58-19,54-69-1288,1 0 0,0 0 0,0 1 1,1 0-1,-1 0 0,1 0 0,1 0 0,-4 13 0,-3 10 274,6-24-432,-14 38 101,-35 61 0,36-71-1488,16-32 844,-1 0 0,1-1 0,-1 1 1,1 0-1,0-1 0,0 1 0,0 0 0,0-1 0,0 1 0,0 0 0,1 2 1,6 0-5261,17-3-3681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4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0 960,'0'2'24257,"-1"3"-19623,-5 32-3159,-10 24-1099,2 1 0,-6 82 0,14-29-8352,6-114 7325,13 1-17333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5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63 7924,'0'0'16546,"-18"5"-14940,-58 20 141,70-22-1612,1 0-1,0 1 0,0-1 0,0 1 1,0 0-1,1 1 0,0-1 0,-1 1 1,2 0-1,-1-1 0,0 2 0,1-1 1,0 0-1,0 1 0,1 0 0,0-1 1,0 1-1,0 0 0,0 0 0,1 0 1,-1 11-1,-1 3-138,1 0 0,1 0 0,3 38 0,-2-56-26,1 0 1,-1 1-1,1-1 1,0 0-1,0 0 1,0 0-1,0 0 1,0 0-1,0 0 1,0 0-1,1 0 1,-1-1-1,1 1 1,-1 0-1,1-1 1,0 1-1,0-1 1,-1 0-1,1 0 1,0 1-1,0-1 1,0-1-1,0 1 1,1 0-1,-1 0 1,0-1-1,0 1 1,0-1-1,1 1 1,-1-1-1,4 0 1,0 0 21,-1 0-1,1 0 1,-1 0 0,1-1 0,-1 1-1,1-2 1,-1 1 0,0 0 0,1-1-1,-1 0 1,0 0 0,7-5 0,-2 0 20,-1-1 1,0 0 0,-1 0 0,0-1 0,0 0-1,-1 0 1,0-1 0,0 0 0,-1 0-1,-1-1 1,6-12 0,-5 6 161,-1 0 0,0-1 0,-1 1 0,-1-1 0,0 0 0,-1-31 0,-2 46-116,0 0 0,0 0 0,-1 0 0,1 0 0,-1 0 0,0 0 0,0 0 0,0 0 0,0 0 0,0 1 0,-1-1 0,1 0 0,-1 1 0,1-1 0,-1 1 0,0 0 0,0-1 0,0 1 0,-1 0 0,1 0 0,0 1 0,-1-1 0,1 0 0,-1 1 0,0-1 0,0 1 0,1 0 0,-1 0 0,0 0 0,-4 0 0,-8-3-115,0 2 1,-1 0-1,1 0 1,-24 2-1,32 0 79,3 0-173,1 0 1,0 0 0,0 1 0,0-1 0,-1 1 0,1 0 0,0 0-1,0 0 1,0 0 0,0 0 0,1 1 0,-1 0 0,0-1 0,0 1 0,-2 3-1,-20 21-4329,7-6-851,-4 1-5068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8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871 75 384,'0'0'5275,"3"-12"-4262,9-37 180,-8 37 1365,-26 12 2445,2-1-2438,-27 1 1175,45 0-3523,-1 0 1,1 0 0,-1 0 0,1 1 0,-1-1 0,1 1 0,-1 0 0,1 0 0,0 0 0,-1 0 0,1 0 0,0 0 0,-3 2 0,-3 9 3619,-4 9-2905,1-1-483,-255 354 2260,82-124-2654,129-168-54,-50 101 1,105-183-2,-42 82 0,-40 112 0,113-232-11579,-19 17 2989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8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577 396 7700,'0'0'4207,"6"-17"-643,16-56-904,-21 71-2497,0 0-1,-1 0 1,1 0-1,-1 0 1,1 0 0,-1 0-1,0 0 1,0 0-1,0 0 1,0 0 0,0 0-1,0 0 1,0 0-1,-1-3 1,0 5-94,0-1-1,1 1 1,-1-1-1,1 1 1,-1 0-1,1 0 1,-1-1 0,0 1-1,1 0 1,-1 0-1,0 0 1,1-1 0,-1 1-1,0 0 1,1 0-1,-1 0 1,0 0-1,1 0 1,-1 1 0,0-1-1,1 0 1,-2 0-1,-7 1 171,-1 0-45,0 0-1,0 1 1,0 0-1,0 0 0,1 1 1,-1 1-1,1 0 1,-1 0-1,-15 10 1,-82 62 306,75-51-203,-12 7 119,3 3 0,0 1 0,-42 49 0,70-69-318,0 1-1,1 0 1,0 0 0,2 1-1,0 1 1,1-1 0,1 2-1,1-1 1,1 1 0,0 0-1,-4 32 1,7-29-97,2-1 0,0 1-1,1 0 1,1 0 0,2 0 0,5 25 0,-4-34-73,0 0 0,1 0 0,0-1 0,1 0 1,1 0-1,0 0 0,1-1 0,0 0 0,1 0 1,18 18-1,-10-15-98,1 0 0,0-1 0,1-1 0,1-1 0,-1-1 0,2 0 0,0-2 0,0 0 0,0-2 0,1 0 0,40 7 0,-36-10 142,-1-1 0,1-1 0,0-1-1,0-1 1,-1-2 0,1 0-1,0-2 1,-1-1 0,0 0 0,32-13-1,-12-1 138,-1-1 0,-1-3 0,0-2 0,-2-1-1,-1-2 1,-2-2 0,42-40 0,-58 48-22,0-1 0,-2-1 0,-1 0 0,0-1 0,-2-1 0,-1-1 0,-1-1 0,-2 0 0,0-1-1,-2 0 1,-2 0 0,9-42 0,-13 44 120,-2 1-1,-1-1 1,-1 0-1,-2 0 1,0 1 0,-2-1-1,-8-36 1,5 43-4,0 1 0,-1 0 0,-1 0 0,-1 0 0,0 1 1,-2 0-1,0 1 0,-1 0 0,0 1 0,-20-19 0,9 12 44,-2 1-1,0 1 0,-1 1 1,-2 1-1,0 2 0,-53-25 0,60 33-215,-1 1-1,0 0 1,0 2 0,-1 1-1,1 0 1,-1 2-1,0 0 1,-1 2-1,1 1 1,-35 3-1,54-2-28,-1 0 0,0 0-1,1 0 1,-1 1 0,1 0 0,0 0 0,-1 0-1,1 0 1,0 1 0,0-1 0,0 1 0,1 0-1,-1 0 1,-4 5 0,6-6-103,1 1 1,-1-1-1,1 0 1,-1 1-1,1-1 0,0 1 1,0 0-1,0-1 1,0 1-1,0 0 0,0-1 1,1 1-1,0 0 1,-1 0-1,1 0 0,0 0 1,0-1-1,1 1 1,-1 0-1,0 0 0,1 0 1,0-1-1,0 1 1,0 0-1,0 0 0,1 2 1,2-1-435,-1 1-1,1-1 1,-1 0 0,1 0 0,0-1 0,0 1 0,1-1 0,-1 0-1,1 0 1,0-1 0,0 1 0,0-1 0,0 0 0,0 0 0,0-1-1,6 2 1,50 9-9256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6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209 117 3650,'0'0'11685,"6"-8"-10503,2-3-703,-4 6-118,0 0 0,-1-1-1,0 1 1,0-1 0,3-6 0,-5 11-118,0-1-1,-1 1 1,1-1 0,-1 1 0,1-1 0,-1 0-1,1 1 1,-1-1 0,0 0 0,0 1 0,0-1 0,0 0-1,0 1 1,0-1 0,0 0 0,0 1 0,-1-1-1,1 1 1,-1-1 0,1 0 0,-1 1 0,-1-3 0,1 3-152,-1-1 0,1 1 0,-1-1 0,0 1 0,0 0 0,1-1 0,-1 1 0,0 0 1,0 0-1,0 0 0,0 1 0,0-1 0,-1 1 0,-3-2 0,-7 1-137,0 0 0,0 1 0,0 0 0,-17 3 0,30-3 51,-6 1 0,0 0 1,0 0 0,0 1 0,1 0-1,-1 0 1,1 1 0,0-1 0,-1 1 0,1 0-1,0 1 1,1-1 0,-1 1 0,1 0 0,-1 0-1,1 1 1,1-1 0,-6 9 0,4-6 0,0 0 0,1 0 0,0 1 0,1 0 0,0 0 0,0 0 0,0 0 0,1 0 0,1 0 0,-1 1 0,0 14 0,2-21-3,1 0-1,-1 0 1,0 0 0,1 0 0,-1 0 0,1 0 0,0 0 0,0 0 0,0 0 0,0 0 0,0-1-1,0 1 1,0 0 0,0-1 0,1 1 0,-1 0 0,1-1 0,-1 0 0,1 1 0,0-1 0,-1 0-1,1 0 1,0 0 0,0 0 0,0 0 0,0 0 0,0 0 0,0-1 0,0 1 0,0-1 0,0 0 0,4 1-1,10 1 5,-1-1-1,1-1 0,24-2 0,-20 1-1,-12-1 2,-1 0 0,1 0 0,-1 0 0,1-1 0,-1 0 0,0 0 0,0-1-1,0 0 1,-1 0 0,1-1 0,-1 0 0,0 0 0,0 0 0,-1-1 0,0 1 0,0-1 0,0-1 0,0 1 0,4-9 0,-4-3 4767,-10 30-3903,-10 32-648,0-1 63,-17 78 0,-16 217-286,49-325-1414,0-13 1201,-1 1-1,0-1 1,0 1 0,1-1-1,-1 0 1,0 1-1,1-1 1,-1 1-1,0-1 1,1 0 0,-1 1-1,1-1 1,-1 0-1,0 0 1,1 1-1,-1-1 1,1 0-1,-1 0 1,1 0 0,-1 1-1,1-1 1,-1 0-1,1 0 1,-1 0-1,1 0 1,-1 0 0,1 0-1,-1 0 1,1 0-1,-1 0 1,1 0-1,-1-1 1,1 1-1,-1 0 1,1 0 0,-1 0-1,1 0 1,-1-1-1,1 1 1,-1 0-1,1-1 1,-1 1 0,0 0-1,1-1 1,-1 1-1,0 0 1,1-1-1,-1 1 1,1-2-1,14-20-8654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8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142 203 256,'0'0'4125,"-3"-9"-3202,-1-1-343,-3-10-445,5-2 7063,3 20-6916,1 0-1,0 0 1,1 0 0,-1 1 0,0-1 0,0 0-1,1 1 1,-1 0 0,1-1 0,0 1 0,3-1-1,9-5 382,19-15-197,0 3 0,43-19-1,-60 31-471,1 1 0,-1 0 0,1 2 0,0 0 0,0 0 0,36 0 1,-52 4-2,1 0 1,-1 1 0,0-1 0,1 1 0,-1-1 0,0 1-1,0 0 1,1 0 0,-1 0 0,0 1 0,0-1 0,0 0 0,0 1-1,-1-1 1,1 1 0,0 0 0,0-1 0,-1 1 0,1 0-1,-1 0 1,0 0 0,0 0 0,1 0 0,-1 0 0,0 1 0,-1-1-1,1 0 1,0 1 0,-1-1 0,1 4 0,2 9 71,-1 0 0,0 1 0,-2 23 0,0-35-38,0 50 199,-2-1 0,-2 0 0,-24 104 0,-3-48-35,-48 109 1,-59 96 1001,76-179-80,-103 210 2273,161-337-3329,3-4-13,0-1-1,0 0 1,-1 1-1,1-1 0,-1 0 1,0 1-1,0-1 1,-4 4-1,3-6-14,2-21-2072,1-39-3282,0 19-1134,0 12 376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8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7379,'0'0'14311,"9"-7"-13065,-4 2-1065,-2 3-106,0-1 0,0 1 0,0 0 1,0 0-1,0 0 0,0 0 0,5-1 1,-7 2-43,0 1 0,0 0 0,1 0 0,-1 0 0,0-1 0,1 1 0,-1 0 0,0 1 0,1-1 0,-1 0 0,0 0 0,1 0 0,-1 1 0,0-1 0,1 1 0,-1-1 0,0 1 0,0 0 0,0-1 0,0 1 0,1 0 0,-1 0 0,0-1 0,0 1 0,-1 0 0,1 0 0,1 2 0,42 52 989,-22-26-523,27 28 1,-40-49-460,-1 0 0,2 0 0,-1-1 1,1 0-1,0-1 0,0 0 0,16 7 1,-7-10-119,-16-3-4151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9.0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4706,'0'0'10071,"-1"9"-8651,0-4-1244,1-2-71,0 1 0,0-1 0,-1 0 0,0 1 0,1-1 0,-1 0 0,0 0 0,-1 0 0,1 0 0,0 0 0,-1 0 0,0 0 0,0 0 0,0 0 0,0-1 0,0 1 0,0-1 0,-5 4 0,-55 34 1282,-7 4-647,62-39-719,1 0 0,0 1 0,0-1 0,0 1 0,1 1 0,-1-1 0,-4 9 0,1 14-1233,8-9-5185,1-12 418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9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625 145 656,'0'0'4744,"18"-11"-3698,57-36 146,-69 43-765,0 0 1,0-1-1,0 1 0,-1-1 0,9-11 0,-12 14-22,-1 0 0,0 0 0,0 0 0,0-1 0,0 1 0,0 0 0,0-1 0,-1 1 0,1 0 0,-1-1 0,0 1 0,1-1 0,-1-2 0,-1 4-282,1 1 0,0-1 1,0 1-1,0-1 0,0 1 0,0-1 0,-1 1 0,1-1 0,0 1 0,0-1 0,-1 1 0,1-1 0,0 1 0,-1-1 0,1 1 1,0-1-1,-1 1 0,1 0 0,-1-1 0,1 1 0,-1 0 0,1-1 0,-1 1 0,1 0 0,-1 0 0,1 0 0,-1-1 1,1 1-1,-1 0 0,1 0 0,-2 0 0,-21-1 753,17 1-504,-18 1-71,1 2 0,0 0 0,0 2-1,0 0 1,1 2 0,-1 0 0,2 2 0,-1 0 0,-23 14 0,-7 8 32,0 2-1,-59 52 1,83-63-156,1 2-1,1 2 1,2 0 0,0 1 0,2 2 0,1 0-1,-18 34 1,30-47-171,2 0 0,0 0-1,0 0 1,1 1-1,2 0 1,-1 0 0,2 1-1,0-1 1,1 1-1,1-1 1,1 1 0,0-1-1,2 1 1,-1 0 0,2-1-1,7 26 1,-6-31-21,1 0 0,0 0 0,1-1 0,0 1 0,1-1 0,0-1 0,1 1 0,0-1 0,0-1 0,1 1 1,1-2-1,-1 1 0,1-1 0,1 0 0,-1-1 0,1-1 0,1 0 0,-1 0 0,1-1 0,0 0 0,15 3 0,-10-4 20,0 0 1,0-1-1,0-1 0,1-1 0,-1 0 0,0-1 1,1-1-1,-1-1 0,0 0 0,0-2 0,0 0 1,0 0-1,0-2 0,-1 0 0,20-10 0,5-8 54,0-1 0,-2-2 0,-1-1 0,-1-3 0,-2 0 0,-1-3 0,-1 0 0,52-75 0,-73 91 0,-2 0 0,-1 0 0,0-1 0,-1-1 0,-1 1 0,-1-1 0,7-36 0,-11 46-5,-1 0 0,0 0 0,-1-1 0,0 1 0,0 0 0,-1 0 0,0 0 0,-1 0 0,0 0 0,-1 0 0,0 0 0,-1 0 0,0 1 0,0 0 0,-1 0 0,0 0 0,-9-12 0,4 10-23,0 2 1,0-1-1,-1 1 1,0 1 0,-1 0-1,0 1 1,0 0-1,0 0 1,-1 2-1,0-1 1,0 2 0,0 0-1,-16-3 1,3 2-75,-1 2 1,0 0-1,0 2 1,0 0-1,-51 8 0,71-6-91,1 0 0,-1 0 1,1 1-1,0 0 0,0 1 0,0-1 0,0 1 0,0 1 0,1-1 0,-1 1 0,1-1 0,0 2 0,0-1 0,-6 7 0,4-2-951,0 0 1,0 1-1,1-1 0,0 1 0,1 1 0,0-1 1,-4 16-1,-2 12-6441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0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659 0 2881,'0'0'17323,"0"6"-16456,-1 1-723,0 0 1,0 0-1,0-1 1,-1 1-1,0-1 0,0 1 1,0-1-1,-1 0 0,-4 7 1,-37 55 868,27-45-773,-105 166 843,-60 84-146,156-238-798,-196 289 626,215-315-12837,5-8 10773,-13 7-5107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1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276 517 3073,'10'-20'1689,"-2"5"-1003,5-8 101,-1-1-1,10-30 1,-18 43 898,-1-1 0,0 0 0,-1 1 0,0-1 0,0-17 0,-2 29-1582,0-1 1,-1 1 0,1 0 0,0-1 0,-1 1 0,1 0 0,0 0 0,-1-1 0,1 1-1,-1 0 1,1 0 0,0 0 0,-1-1 0,1 1 0,-1 0 0,1 0 0,-1 0 0,1 0 0,0 0-1,-1 0 1,1 0 0,-1 0 0,1 0 0,-1 0 0,1 0 0,0 0 0,-1 0 0,1 1 0,-1-1-1,0 0 1,-1 0 259,-5 2-229,-1 0 0,1 0 1,0 0-1,1 1 1,-1 0-1,0 0 1,1 1-1,0 0 1,0 0-1,-11 10 1,-57 57 132,65-61-162,-12 14 92,0 0 0,2 1 1,0 1-1,-16 33 0,25-41-137,2 1 0,0 1-1,1-1 1,1 1 0,0 0 0,2 1 0,-3 28 0,4-20-56,2 0 0,1 0 0,1-1 0,2 1 0,9 45 0,-9-63-39,0 0 1,1 0-1,0 0 0,1 0 0,0-1 0,1 0 0,0 0 0,0 0 0,1-1 1,1 0-1,-1 0 0,1-1 0,1 0 0,-1-1 0,2 1 0,16 9 0,-12-9-9,1-1 0,0-1 0,0-1-1,1 0 1,-1-1 0,1 0-1,0-1 1,0-1 0,0-1-1,1 0 1,-1-1 0,0-1 0,0 0-1,0-2 1,0 1 0,0-2-1,0 0 1,22-10 0,-7 1 75,0-1 0,-1-2 0,0-1 0,-2-2 1,0 0-1,-1-2 0,45-45 0,-40 32 30,-1-1 0,-2-2-1,38-59 1,-54 72-22,0 0-1,-1-1 1,-1 0 0,-1-1-1,-2-1 1,-1 1 0,6-37-1,-10 34 66,0 1 1,-3 0-1,0-1 0,-7-48 0,4 59-50,-2-1 1,0 1-1,0 0 1,-2 0-1,0 1 1,-1 0-1,-1 0 1,-11-15 0,8 15 136,-1 0 0,0 1 0,-1 1 0,-1 0 0,-31-24 1,36 31-569,-1 1 0,-1 1 0,1 0 1,-16-5-1,18 7-1289,-1 1 0,1 1 0,-1 0 1,0 0-1,0 1 0,-11 0 0,33 1-7074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2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 4194,'0'0'13393,"0"0"-13318,-1 0 0,1-1 0,0 1 0,0 0 0,0 0 0,-1-1 0,1 1 0,0 0 0,0 0 1,-1-1-1,1 1 0,0 0 0,-1 0 0,1 0 0,0 0 0,0 0 0,-1-1 0,1 1 0,0 0 0,-1 0 0,1 0 1,0 0-1,-1 0 0,1 0 0,0 0 0,-1 0 0,1 0 0,0 0 0,-1 0 0,1 0 0,0 1 0,-1-1 0,1 0 0,-1 0 1,0 4 148,1-1 0,-1 1 0,0 0 0,1-1 0,0 1 0,0 0 0,0-1 0,1 5 0,-1 6 329,1 12 177,1-1 1,2 1 0,0-1-1,9 29 1,39 98 804,-35-103-1129,26 59 77,72 133 0,75 91-412,-187-327-67,17 29 61,-2 1 0,17 42 0,-34-75 31,-1-1 0,1 1 0,0-1 1,0 0-1,0 1 0,0-1 1,0 0-1,0 1 0,1-1 1,-1 0-1,0 0 0,1 0 1,-1 0-1,2 1 0,11 9-800,-11 3-4945,-5 4-4599,-10-9 1169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2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3 9556,'0'0'10915,"-23"4"-10070,4-1-736,9-2-77,1 0 1,0 1 0,0-1 0,0 2 0,1-1 0,-1 1 0,1 1 0,-1-1 0,1 1 0,0 1 0,0 0 0,1 0 0,-1 0 0,1 1-1,-9 9 1,-1 5 140,1 1 0,1 0 0,0 0-1,2 2 1,0 0 0,2 0-1,1 1 1,0 0 0,2 1-1,1 0 1,1 1 0,1-1 0,1 1-1,2 0 1,0 0 0,2 0-1,0 0 1,6 28 0,-4-40-171,1-1 0,1 0 0,0 0 0,0-1 0,2 1 0,0-1 1,0 0-1,1 0 0,0-1 0,1 0 0,0 0 0,1-1 0,0 0 0,1 0 0,0-1 1,0-1-1,1 0 0,13 8 0,-9-7-30,1-1-1,0 0 1,1-2 0,0 0 0,0 0 0,0-2-1,0 0 1,1-1 0,-1-1 0,1 0 0,0-1-1,0-2 1,24-2 0,-17-1 34,-1-1-1,1-2 1,41-16-1,69-39 144,-105 46-120,25-10 81,-1-3 0,-2-2 1,74-58-1,-107 73-61,-2-1-1,0 0 1,-1-1 0,27-39 0,-35 44 14,0-1 1,-1 0-1,-1-1 1,0 1-1,-1-1 1,0-1 0,-1 1-1,2-24 1,-5 30-3,0-1 0,-1 1 0,0-1 0,0 1 0,-1-1 0,-1 1 0,-4-18 0,4 21-35,0 0 1,-1 1-1,0-1 0,0 1 0,0-1 1,-1 1-1,0 0 0,0 1 0,0-1 1,0 1-1,-1-1 0,-9-6 0,-6-1 18,0 0-1,-1 2 1,0 1 0,0 0-1,-1 1 1,0 2-1,-1 0 1,-43-5-1,-15 4-591,-94 3-1,144 4 169,-4 0-1746,0 3 1,-51 8-1,10 4-5795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3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749 0 1425,'0'0'19483,"-1"13"-17351,0-4-1820,-1 0 1,0 0-1,0 1 0,-1-1 1,0-1-1,-8 17 0,-35 54 640,25-46-569,-302 441 1796,304-447-2119,-23 30 10,-3-2 0,-2-2 0,-105 92 0,146-139-448,2-2 2419,1-2-4062,-13 0-22747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3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0 7267,'0'0'12654,"-15"8"-11947,-10 5-514,1 2 0,1 0-1,-38 32 1,16-5 419,2 2-1,1 1 1,-48 70 0,75-92-366,0 0 0,2 1 1,0 0-1,2 1 1,1 1-1,1 0 0,1 0 1,1 0-1,1 1 1,-2 29-1,6-27-63,1 0 0,1 1 0,7 43 0,-5-61-154,0-1 1,1 1-1,1 0 1,0-1-1,1 0 1,0 0-1,0 0 1,1-1-1,1 0 1,0 0-1,10 11 1,0-3-25,1-1 0,1-1-1,0 0 1,1-2 0,0 0 0,26 12 0,-28-17-46,0-1 0,0-1 0,1 0 0,0-2 1,0 0-1,1-1 0,-1 0 0,23-1 0,-33-3 53,0-1-1,0 0 0,0 0 0,0-1 0,0 0 0,0-1 1,0 0-1,-1 0 0,0-1 0,1 0 0,-1-1 0,13-9 0,4-6 51,0-1-1,26-30 0,-39 39-72,59-66 66,-4-4 0,88-138 0,-138 194-47,-2-1 0,0 0 0,-2-1-1,18-53 1,-28 70 7,-1-1 0,1 0 0,-2 0 0,0 0 0,0 0 0,-2-19 0,0 24-3,0 0 0,-1 0 1,0 0-1,0 0 1,0 0-1,-1 0 0,0 1 1,0 0-1,0-1 0,-1 1 1,0 0-1,-6-5 1,-2-2 39,-1 0 1,-1 1 0,0 1-1,-1 0 1,0 1 0,0 0-1,-1 1 1,-1 1 0,1 1-1,-32-10 1,19 9-370,-58-8 0,-27 9-3620,143-10-14917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4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50 544,'0'0'9338,"2"-3"-8055,32-44 5811,-31 48-1890,4 10-5027,13 37 641,14 51 0,6 16 153,156 428 2284,-181-494-3032,2 0 1,45 87 0,-45-106-145,1 0 0,2-2 1,1 0-1,1-1 0,30 27 1,-38-43-834,5 6 2678,-17-13-6245,-11-5-7490,1 1 4240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5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540 224 10165,'0'0'7515,"-21"-5"-4065,-70-18-1209,81 22-2064,0-1 1,0 1-1,1 1 0,-1 0 1,0 0-1,0 1 1,0 0-1,0 1 0,1 0 1,-1 0-1,-14 7 1,5 0 134,1 0 0,0 2 0,-29 21 0,32-20-121,1 0-1,0 2 1,0 0-1,1 0 0,1 1 1,1 0-1,0 1 1,1 1-1,1 0 1,0 0-1,1 0 0,1 1 1,1 0-1,-5 22 1,0 13-32,3 1 0,2-1 0,2 96 0,3-133-154,2 0 0,0 0 0,0 0 1,8 27-1,-8-38-14,1 1 0,1 0 0,-1-1 0,1 0 0,0 1 0,0-1 0,1 0 0,-1-1 0,1 1 0,0-1 0,0 1 0,1-1 0,-1 0 0,1-1 0,9 6 0,-2-3-27,0-1 0,0 0 1,0 0-1,1-1 0,0-1 0,0 0 0,0-1 1,22 1-1,2-3 21,71-6 0,-77 0 1,1 0 0,-1-2 1,0-2-1,-1-1 0,0-1 0,-1-1 1,35-22-1,-3-3-132,-1-3 1,63-57-1,13-30-15,-116 105 138,0 0 0,-2-2-1,0 0 1,14-29 0,-26 42 34,-1-1 1,0 1-1,-1-1 1,0 0-1,-1 0 1,0 0 0,-1 0-1,-1 0 1,0-1-1,-1 1 1,0-1-1,-1 1 1,-1 0-1,0 0 1,-1-1 0,0 1-1,-9-23 1,3 20 26,0 1 0,-1-1 0,-1 2 0,0 0 0,-1 0 0,-1 1 0,0 0 1,-1 1-1,0 1 0,0 0 0,-1 1 0,-1 0 0,-26-12 0,21 13 46,-1 1 0,1 1-1,-1 1 1,0 0 0,-1 2-1,1 1 1,-1 0 0,0 2-1,0 1 1,-34 3 0,30 3-123,26-5-36,1-1-1,-1 0 0,0 0 1,0 1-1,0-1 1,1 1-1,-1-1 0,0 0 1,0 1-1,1 0 1,-1-1-1,1 1 1,-1-1-1,0 1 0,1 0 1,-1-1-1,1 1 1,-1 0-1,1 0 1,0-1-1,-1 1 0,1 0 1,0 0-1,-1 0 1,1 1-1,0-2-188,1 1-1,0-1 1,-1 0 0,1 1-1,-1-1 1,1 0 0,-1 1-1,1-1 1,0 0 0,-1 0-1,1 0 1,0 1 0,-1-1-1,1 0 1,0 0 0,-1 0-1,1 0 1,0 0 0,0 0-1,-1 0 1,1-1 0,1 1-1,1 0-1013,27-4-5352,5-13-2609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6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0 198 7091,'0'0'12670,"8"-6"-11347,-4 3-1096,-3 2-175,0 0 0,0 0 0,1-1 0,-1 1 0,0 0 0,1 0 0,-1 1 0,1-1 0,-1 0 0,1 0 0,-1 1 0,1-1 0,-1 1 0,1-1 0,0 1 0,-1-1 0,1 1 0,0 0 0,-1 0 0,1 0 0,0 0 0,-1 0 0,1 1 0,0-1 1,-1 0-1,1 1 0,-1-1 0,1 1 0,0-1 0,-1 1 0,1 0 0,-1 0 0,0 0 0,1 0 0,1 1 0,14 17 282,-1-1 0,0 2-1,-2 0 1,0 1 0,-2 0 0,0 1 0,10 26 0,-20-42-302,0-1 0,0 1 1,-1 0-1,0 0 0,0 0 1,0 0-1,-1 10 0,0-15 94,-2-2-111,1 1 1,-1 0-1,1-1 1,-1 1-1,1-1 1,-1 0-1,1 0 1,-1 1-1,1-1 1,-1 0-1,1 0 1,0 0-1,-1-1 1,1 1-1,0 0 1,0 0-1,0-1 1,0 1-1,-1-2 1,-16-31-15,18 34 2,-7-20 5,2 1-1,-1-1 1,2 0-1,1-1 1,1 1-1,0-1 0,2 1 1,3-41-1,-2 52-110,0 0 0,1 0 0,0 0 0,1 1 1,0-1-1,0 1 0,1-1 0,0 1 0,0 0 0,1 0 0,11-13 0,-14 18 11,1-1 1,0 1-1,0 0 1,0 0-1,1 0 1,-1 0-1,1 1 0,0 0 1,-1-1-1,1 1 1,0 1-1,0-1 1,0 0-1,1 1 0,-1 0 1,0 0-1,0 0 1,1 1-1,-1-1 1,1 1-1,-1 0 1,0 0-1,1 1 0,-1-1 1,0 1-1,1 0 1,5 2-1,-7-1-625,1 0 0,0 1 0,-1-1 0,0 1 0,1-1 0,-1 1 0,0 0 0,0 0 0,-1 1 0,1-1 0,-1 0 0,4 8 0,13 20-6652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6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134 126 2993,'0'0'17857,"-16"3"-16686,-50 10-205,63-13-898,1 1-1,-1 0 1,0 1 0,1-1 0,-1 0 0,1 1 0,-1-1 0,1 1 0,0 0 0,0 0 0,0 0 0,0 0 0,0 0 0,0 0 0,0 0 0,0 1 0,1-1 0,0 1 0,-1-1 0,1 1 0,0 0 0,-1 4 0,0 0-20,1 0 1,1 0-1,-1 0 1,1-1-1,0 1 0,2 13 1,-1-17-44,0 0 1,0 0 0,0 0 0,0 0 0,1 0-1,-1-1 1,1 1 0,0 0 0,0-1 0,0 1-1,0-1 1,0 0 0,0 0 0,1 0-1,-1 0 1,1 0 0,-1 0 0,1-1 0,0 1-1,0-1 1,-1 0 0,1 1 0,0-1-1,0-1 1,5 2 0,1 0 48,0 0-1,1-1 1,-1 0-1,1 0 1,-1-1-1,1 0 1,10-2 0,-15 0-13,0 1 1,0-1 0,0 0 0,0-1 0,-1 1 0,1-1-1,-1 0 1,0 0 0,0 0 0,0-1 0,0 0 0,0 1-1,-1-1 1,0 0 0,0-1 0,0 1 0,0-1-1,-1 1 1,1-1 0,2-8 0,-2 7 19,-1 0 1,0-1-1,0 1 0,-1 0 1,1-1-1,-1 1 0,-1-1 1,1 1-1,-1-1 0,0 1 1,-1-1-1,1 0 0,-1 1 1,-1 0-1,1-1 0,-4-8 1,-3 3-146,0 1 1,0 0 0,-1 0 0,-1 1-1,0 0 1,0 0 0,-1 2 0,0-1-1,-14-8 1,7 12-933,17 5 644,0 0-1,1 0 0,-1 0 1,0 0-1,0 1 0,0-1 1,0 0-1,0 0 0,0 1 1,0-1-1,0 0 0,1 1 1,-1-1-1,0 1 0,0-1 1,0 1-1,1-1 0,-1 1 1,-1 0-1,2 0 9,0 0 0,-1-1 0,1 1-1,-1 0 1,1-1 0,0 1 0,0 0 0,-1 0 0,1-1 0,0 1-1,0 0 1,0 0 0,0-1 0,0 1 0,0 0 0,0 0-1,0-1 1,0 1 0,0 0 0,0 0 0,0-1 0,1 2 0,9 12-2291,17 0-2049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7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63 7603,'0'0'10352,"-21"4"-8437,-64 21-370,81-24-1459,0 1 0,1 0 0,-1 0 0,1 0 0,-1 1 1,1-1-1,0 1 0,0 0 0,0 0 0,0 0 0,1 0 0,-1 0 0,1 1 0,0-1 0,0 1 0,0 0 0,0-1 0,1 1 0,-1 0 0,1 0 0,0 0 1,0 0-1,1 0 0,-1 0 0,1 0 0,0 8 0,-1 0-50,0-1 0,1 1 0,1 0 0,0-1 0,0 1 0,4 14 0,-4-24-30,0 1 1,0 0-1,1 0 0,-1 0 0,1 0 1,-1-1-1,1 1 0,0-1 1,0 1-1,0-1 0,0 0 1,0 0-1,0 0 0,1 0 1,-1 0-1,1 0 0,-1 0 0,1-1 1,0 0-1,0 1 0,0-1 1,0 0-1,0 0 0,0-1 1,0 1-1,0-1 0,0 1 0,5-1 1,-2 0 52,0 0-1,0 0 1,0 0 0,0-1 0,0 0 0,-1 0 0,1-1 0,0 1 0,0-1 0,-1-1-1,1 1 1,4-4 0,-2 1-13,0-1 0,-1 0 0,0 0-1,0-1 1,-1 0 0,11-14 0,-8 7-18,0 1 1,-1-1-1,0-1 1,-2 1-1,8-21 1,-12 27-13,1 0 1,-1 0 0,0 0 0,-1-1 0,0 1 0,0-1 0,-1 1 0,0-1-1,-1 1 1,0-1 0,-3-13 0,3 19-45,0 1 0,-1 0 0,1 0-1,-1-1 1,0 1 0,1 0 0,-1 0 0,0 0 0,0 1-1,0-1 1,-1 0 0,1 1 0,0-1 0,0 1 0,-1 0-1,1 0 1,-1 0 0,1 0 0,-1 0 0,0 1 0,1-1-1,-1 1 1,0-1 0,-3 1 0,-6-1-532,1 0 0,-1 1 1,0 1-1,-14 2 0,21-2 55,0 0-1,-1 1 1,1 0 0,0 0 0,0 0-1,0 0 1,0 1 0,0 0-1,-5 5 1,-21 19-6615,14-9-1348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7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0 1921,'0'0'16752,"-21"10"-13274,5-3-2745,9-5-548,0 1 0,0-1 1,1 1-1,-1 1 0,1-1 1,0 1-1,0 0 1,0 0-1,0 1 0,1 0 1,0 0-1,0 0 0,0 1 1,1-1-1,-1 1 0,1 0 1,1 0-1,-1 1 0,-2 7 1,-12 44 393,3 1 1,3 0-1,2 0 0,3 1 1,1 80-1,6-135-632,0 1 1,0 0-1,1 0 0,-1-1 0,1 1 1,1-1-1,-1 1 0,1-1 0,2 7 1,-2-10-51,0 1 0,-1 0 0,1-1 0,0 0 0,1 1 0,-1-1 0,0 0 0,1 0 0,-1-1 0,1 1 0,0 0 0,-1-1 0,1 1 0,0-1 0,0 0 0,0 0 0,0 0 0,4 0 0,3 2-535,1-1 0,0 0 0,0-1-1,0 0 1,1-1 0,-1-1 0,0 1 0,0-2 0,0 1-1,0-2 1,-1 1 0,1-1 0,11-6 0,13-17-6166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7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7475,'0'0'8292,"108"-11"-5923,-24 5-1680,10 4-689,4-2-6227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40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 5314,'0'0'13356,"-11"16"-11907,-32 54 23,35-55-1067,0 1 0,1 0 0,1 0 0,0 1 0,1 0 0,1 0 0,-4 30 0,5-27-233,-11 149-68,12-179-10800,3-19 4617,6 4-44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40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64 3394,'0'0'17808,"-6"9"-16405,-13 28 856,-19 46 0,33-68-2249,0 1 0,1-1-1,0 1 1,1 1 0,1-1-1,0 20 1,6-35-89,0 0 0,1 0 1,-1-1-1,1 1 0,-1-1 0,0 0 0,1 0 0,5-2 0,0 0 94,-1 0 0,1-1 0,-1 0-1,0-1 1,0 0 0,0-1 0,0 0-1,-1 0 1,12-9 0,-10 7-1,-1-1 1,0 0 0,0-1-1,-1 0 1,0 0-1,0-1 1,8-13 0,-14 18 6,1 1 1,-1-1-1,0 1 1,-1-1-1,1 0 0,-1 0 1,0 0-1,0 0 1,0 0-1,-1 0 1,0 0-1,0 0 1,0 0-1,-1 0 1,1 1-1,-1-1 1,0 0-1,-1 0 1,1 0-1,-1 0 1,0 1-1,0-1 1,0 1-1,-1 0 1,0-1-1,0 1 1,0 0-1,0 1 1,0-1-1,-1 0 1,0 1-1,1 0 1,-1 0-1,-1 0 1,1 0-1,0 1 0,-6-3 1,-3-1-36,-1 1 1,-1 0-1,1 1 1,0 1-1,-1 0 0,0 1 1,0 0-1,1 2 0,-28 1 1,40-1-86,0 0 0,0 1-1,1-1 1,-1 1 0,1-1 0,-1 1 0,0 0-1,1-1 1,0 1 0,-1 0 0,1 0 0,-1 0 0,1 0-1,0 0 1,0 1 0,-1-1 0,1 0 0,0 1-1,0-1 1,0 0 0,1 1 0,-1-1 0,0 1 0,0 0-1,0 2 1,-9 47-6044,9-44 4377,-3 24-8193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41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0 5122,'0'0'14751,"-9"10"-13342,-30 30-235,36-37-1004,0 0 0,1 0 0,0 0 1,0 1-1,0-1 0,0 0 0,0 1 1,1-1-1,-1 1 0,1 0 0,0-1 1,-1 8-1,-2 8 442,-63 172 1029,66-182-6736,8-17-4034,-2 1 8813,13-13-5103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42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84 2993,'0'0'11235,"2"-7"-9360,1 2-2484,4-10 3907,-3 9 575,-9 19-1631,-29 50-132,23-46-1725,-15 36-1,6 9-222,19-56-184,-1-1 0,2 0 1,-1 1-1,1-1 0,0 1 0,0-1 0,0 1 1,1-1-1,2 10 0,-3-14 2,0 0 0,1 0-1,0-1 1,-1 1 0,1 0 0,-1-1-1,1 1 1,0 0 0,-1-1 0,1 1-1,0-1 1,0 1 0,-1-1 0,1 0 0,0 1-1,0-1 1,0 0 0,0 1 0,0-1-1,-1 0 1,1 0 0,2 0 0,22 1-266,-19-1 237,4-1 42,-1 0 1,1-1 0,-1 0-1,0-1 1,0 0 0,0 0-1,0-1 1,0 0 0,0 0-1,-1-1 1,13-10 0,-6 4-28,1-2 1,-2 0 0,0-1-1,21-26 1,-31 36 40,-1-1 0,0 0 0,0 0 0,-1 0-1,0-1 1,0 1 0,0 0 0,0-1 0,-1 0 0,0 1 0,0-1 0,0 0 0,-1-10 0,0 12 51,-1 0 0,1 0 0,-1 0 1,0 1-1,0-1 0,0 0 0,0 0 1,-1 1-1,1-1 0,-1 0 0,0 1 1,0 0-1,-1-1 0,1 1 1,-1 0-1,1 0 0,-1 0 0,0 1 1,-6-6-1,-1 3-58,0 0 1,0 0 0,-1 0-1,1 1 1,-1 1 0,0 0-1,0 0 1,0 1 0,-1 1-1,1 0 1,-18 1 0,29 0-718,1 1 1,-1 0-1,1 0 1,-1 0-1,1 0 0,0 0 1,-1 0-1,1-1 1,0 1-1,0 0 1,0-1-1,-1 1 0,1 0 1,0-1-1,0 1 1,2 0-1,20 0-9984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43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83 768,'0'0'4592,"0"-5"-5290,0-27 17031,0 24-14992,0 7-1341,0 0 0,-1 0 0,1 0 0,0 0 1,0 0-1,-1 0 0,1 0 0,0 0 0,-1 0 1,1 0-1,-1 0 0,0 0 0,1 0 0,-1 1 0,1-1 1,-1 0-1,0 0 0,0 1 0,0-1 0,1 0 1,-3 0-1,-26-10 0,-32 5-26,56 6 33,0-1-1,0 1 0,0 1 1,0-1-1,0 1 1,0 0-1,0 0 0,0 0 1,1 0-1,-1 1 0,0 0 1,1 0-1,0 0 1,-1 1-1,1-1 0,0 1 1,0 0-1,0 0 1,1 1-1,-1-1 0,1 1 1,0 0-1,0 0 0,0 0 1,0 0-1,1 0 1,-4 7-1,4-6 13,1 0 1,-1 0-1,1 0 1,0 0-1,0 0 1,1 0-1,-1 0 0,1 1 1,0-1-1,1 0 1,1 7-1,-2-9 0,0-1 0,1 1 0,-1-1 0,1 1 0,0-1 0,0 1 0,0-1 0,0 1 0,1-1 0,-1 0 0,0 1 0,1-1 0,0 0 0,0 0 0,-1 0 0,1 0 0,0-1 0,0 1 0,1 0 0,-1-1 0,0 0 0,5 3 0,1-2 23,1-1 0,-1 0 0,1 0 1,-1-1-1,1 0 0,-1 0 1,1-1-1,-1 0 0,0 0 0,1-1 1,-1-1-1,0 1 0,0-1 0,0 0 1,11-7-1,11-7-26,0-2-1,36-29 1,-64 47-16,1-1 69,-1 0-3,0 1-1,1-1 0,-1 1 1,0-1-1,0 0 0,0 0 0,0 0 1,0 0-1,-1 0 0,1 0 0,-1 0 1,1-1-1,-1 1 0,0-1 0,0 1 1,0-1-1,0 1 0,1-5 673,-5 8-529,1 0 1,-1 1-1,1 0 1,0-1 0,0 1-1,0 0 1,0 0-1,0 0 1,0 0-1,0 1 1,1-1-1,-3 4 1,-6 14 103,0 0 0,2 1 0,0 0 0,1 0 0,1 0 1,1 1-1,-3 28 0,-7 28 418,-3-20-343,11-41-205,2 1 1,-5 25 0,9-41 1500,1 0-3633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54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28 544,'0'0'3106,"0"-9"-2594,0 1-384,0 2 112,0 1 48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56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8 368,'0'0'2777,"0"-6"-386,0 4-4654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03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65 4402,'0'0'8343,"7"-10"-7658,23-26 134,-30 36-724,0 0 0,0 0 0,1 0 0,-1 0 0,0 0 0,0-1 0,0 1 0,0 0 0,0 0-1,0 0 1,0 0 0,0 0 0,0-1 0,0 1 0,1 0 0,-1 0 0,0 0 0,0 0 0,0 0 0,0-1 0,0 1 0,0 0 0,0 0 0,0 0-1,0 0 1,0-1 0,0 1 0,0 0 0,-1 0 0,1 0 0,0 0 0,0 0 0,0-1 0,0 1 0,0 0 0,0 0 0,0 0 0,0 0-1,0 0 1,0-1 0,-1 1 0,1 0 0,0 0 0,0 0 0,0 0 0,0 0 0,-1 0 0,-10-3 633,-17 4-1109,22 1 389,0-1 0,0 1 1,0 1-1,0-1 1,0 1-1,0 0 0,0 0 1,1 1-1,0 0 0,-9 7 1,12-9-7,-1 1 0,0-1 0,1 1 1,-1 0-1,1 0 0,0 0 0,0 0 1,0 0-1,1 0 0,-1 1 0,1-1 0,-1 1 1,1-1-1,0 1 0,1-1 0,-1 1 1,0-1-1,1 1 0,0 0 0,0 4 0,1-7-2,-1 1 0,1 0 0,0 0 0,0 0-1,0-1 1,0 1 0,0-1 0,0 1 0,1 0-1,-1-1 1,0 0 0,1 1 0,-1-1 0,1 0-1,1 1 1,34 20 10,-9-5 24,-18-9-29,-1 0 0,1 1 1,-2 0-1,1 1 1,-1 0-1,-1 0 0,0 1 1,0 0-1,-1 0 1,0 1-1,5 15 1,-9-21-1,0 1 0,-1-1 0,1 1 1,-1-1-1,0 1 0,-1 0 1,0 0-1,0-1 0,0 1 0,-1 0 1,0-1-1,0 1 0,-1 0 1,1-1-1,-2 1 0,1-1 0,-1 0 1,0 0-1,0 0 0,0 0 1,-1 0-1,-8 9 0,2-5 90,0 1 0,-1-1 0,0-1 0,-1 0 0,1-1 0,-2 0 0,1-1 0,-1 0 0,-1-1 0,1 0 0,-21 5-1,33-11-85,0 0-1,1 0 0,-1 0 0,0 0 0,0-1 0,1 1 0,-1 0 1,0 0-1,1-1 0,-1 1 0,0-1 0,1 1 0,-1 0 0,1-1 1,-1 1-1,1-1 0,-1 1 0,1-1 0,-1 1 0,1-1 0,-1 0 0,1 1 1,0-1-1,-1 0 0,1 1 0,0-1 0,-1 0 0,1 1 0,0-1 1,0 0-1,0 0 0,0 1 0,0-1 0,0 0 0,0 1 0,0-1 1,0 0-1,0-1 0,2-36 55,-1 32-46,1-11 45,2 1 0,0-1 0,1 1 0,0 0 0,1 0 0,1 0 0,1 1 0,0 0 0,1 1 0,19-25 0,10-6 754,76-70 1,-77 81-416,-29 26-272,0-1 0,-1 1-1,1-2 1,5-9 0,-11 16-22,0 0 1,-1 0-1,1 0 0,-1 0 1,0 0-1,0 0 1,0 0-1,0 0 0,0 0 1,-1 0-1,1-1 0,-1 1 1,0 0-1,0 0 0,0-1 1,0 1-1,-1 0 0,-1-6 1,-1 8-1,1 0 0,-1 0-1,0 1 1,0-1 0,0 1 0,0-1 0,0 1 0,0 0 0,0 0 0,0 0-1,-4 1 1,0 0 41,1-1-153,1 0-1,-1 1 1,0-1 0,0 1 0,1 1 0,-1-1-1,1 1 1,-1 0 0,1 0 0,-1 1 0,1-1 0,0 1-1,0 1 1,1-1 0,-1 0 0,1 1 0,-6 6-1,10-10-78,0 0-1,0 0 1,-1 1-1,1-1 0,0 0 1,0 0-1,0 0 1,0 0-1,0 0 0,0 1 1,0-1-1,0 0 1,0 0-1,0 0 0,0 0 1,0 1-1,0-1 1,0 0-1,0 0 0,0 0 1,0 0-1,0 1 1,0-1-1,1 0 0,-1 0 1,0 0-1,0 0 1,0 0-1,0 1 0,0-1 1,0 0-1,0 0 0,0 0 1,1 0-1,-1 0 1,0 0-1,0 0 0,0 0 1,0 0-1,0 1 1,1-1-1,-1 0 0,0 0 1,0 0-1,0 0 1,1 0-1,12 3-2697,20-3-1814,-29 0 3209,35 0-7708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05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74 160,'0'0'5130,"2"-2"-5398,1-3 9364,-4 4-7943,19-7 1944,99-30-2659,-78 31-384,-1 1 0,73 0 1,-110 6-28,-1 0 0,1 1 1,0-1-1,0 1 0,0-1 1,0 1-1,0-1 0,-1 1 1,1-1-1,0 1 0,0 0 0,-1-1 1,1 1-1,-1 0 0,1 0 1,0-1-1,-1 1 0,1 0 1,-1 0-1,0 0 0,1 0 1,-1 0-1,0 0 0,1 0 1,-1 0-1,0-1 0,0 1 1,0 0-1,0 0 0,0 0 0,0 0 1,0 2-1,-2 39 1314,2-35-1113,-5 21 226,-1-2 0,-1 1 1,-1-1-1,-1 0 0,-22 42 0,17-35-167,-56 110 981,42-92-655,2 3-1,-31 93 1,56-142-602,1-4-11,-1 1 0,1-1 0,0 0 1,-1 1-1,1-1 0,-1 0 0,0 0 0,1 1 0,-1-1 0,0 0 0,1 0 1,-1 0-1,0 0 0,-2 2 0,2-3-85,1-56-9368,0 31 2439,0 4-194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05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 11749,'0'0'6147,"146"-52"-3970,-89 40-928,4-5-177,-1 7-79,-5 1-289,-7 7-32,-13 2-303,-12 0-337,-10 0-32,-3 0-81,-8 0-831,0 0-1329,2 6-2065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2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1440 4482,'0'0'18659,"18"-17"-17674,133-115 933,-127 111-1786,-2 0-1,-1-2 1,-1-1 0,25-37-1,59-114-189,-74 123 53,210-402-2037,-228 431 1982,-3 5 44,22-40 11,-28 54 21,-1 0 0,1 0-1,1 0 1,-1 0 0,0 0-1,1 1 1,0 0-1,0-1 1,7-3 0,-10 6-12,-1 1 1,0 0-1,0 0 1,0 0-1,1 0 1,-1-1-1,0 1 1,0 0 0,1 0-1,-1 0 1,0 0-1,0 0 1,1 0-1,-1 0 1,0 0-1,1 0 1,-1 0-1,0 0 1,0 0 0,1 0-1,-1 0 1,0 0-1,1 0 1,-1 0-1,0 0 1,0 0-1,1 0 1,-1 0-1,0 0 1,0 1 0,1-1-1,-1 0 1,0 0-1,0 0 1,0 0-1,1 1 1,-1-1-1,0 0 1,0 0-1,0 0 1,1 1 0,-1-1-1,0 0 1,0 0-1,0 1 1,0-1-1,1 17 130,-1-9-95,-15 356 986,14-344-1013,1-12-4,-1 1 1,1-1-1,1 0 0,0 1 0,3 13 0,-4-20-11,1 0-1,0-1 1,-1 1-1,1-1 1,0 1-1,0-1 1,0 1-1,0-1 1,0 0-1,0 1 1,1-1 0,-1 0-1,0 0 1,1 0-1,-1 0 1,0 0-1,1 0 1,-1 0-1,1 0 1,0-1-1,-1 1 1,1-1-1,0 1 1,-1-1-1,1 1 1,0-1-1,0 0 1,-1 0-1,1 0 1,0 0 0,0 0-1,2-1 1,0 0-6,1 0 1,0 0-1,-1 0 1,1 0-1,-1-1 1,1 0-1,-1 0 1,0 0-1,0-1 1,7-4-1,36-36-39,-29 25 0,112-111-802,-5-6 0,198-280 0,-290 358 1893,-31 54 61,-6 10 76,-39 73 33,4 3 0,-53 161 0,3 121-364,60-119-3238,28-197-2474,6-42-376,9-7 1813,-10-1 1774,25-2-6635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3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1 11797,'0'0'11291,"-19"2"-10032,0-1-907,8-1-156,0 0 1,0 2-1,0-1 1,1 1-1,-1 1 0,0 0 1,1 1-1,0 0 0,-16 8 1,-11 8 583,1 3-1,-37 29 1,60-41-674,0 0 0,0 1 1,2 0-1,-1 1 0,2 0 0,0 0 0,0 2 1,-9 18-1,17-30-108,1 0 0,0-1 0,0 1 0,0 0 1,0-1-1,0 1 0,0 0 0,1 0 0,0 0 1,-1-1-1,1 7 0,1-8-7,-1 0 0,1 0-1,0 0 1,-1 0 0,1 0 0,0 0-1,0 0 1,-1-1 0,1 1 0,0 0-1,0 0 1,0-1 0,0 1 0,0-1-1,0 1 1,0-1 0,0 1 0,0-1 0,1 0-1,-1 1 1,0-1 0,0 0 0,0 0-1,0 0 1,0 0 0,1 0 0,-1 0-1,0 0 1,2-1 0,6 1-28,0-1 1,-1 0-1,1-1 1,-1 0-1,1-1 1,-1 1-1,14-8 1,55-33-653,-59 32 453,-2 1 175,-1-1 0,0-1-1,0 0 1,-1-1 0,-1 0-1,0-1 1,-1-1-1,0 0 1,14-26 0,-26 41 112,1 0 0,-1 0 0,0 0 0,0-1 1,0 1-1,1 0 0,-1 0 0,0-1 0,0 1 0,0 0 0,0 0 1,0-1-1,0 1 0,1 0 0,-1-1 0,0 1 0,0 0 1,0 0-1,0-1 0,0 1 0,0 0 0,0-1 0,0 1 0,0 0 1,0-1-1,0 1 0,-1 0 0,1 0 0,0-1 0,0 1 1,0 0-1,0-1 0,0 1 0,-1 0 0,1 0 0,0 0 0,0-1 1,0 1-1,-1 0 0,-11 2 736,6 3-727,1-1 0,1 1 0,-1 0 0,0 0 0,1 0 0,0 0 0,1 1 0,-1 0 0,1 0 0,0 0 0,0 0 0,-2 7 0,-1 5-2,0 1-1,1-1 1,-2 22 0,4-17-176,1 0 0,1 1 0,3 34 0,-1-55 1,-1-1 0,1 0 0,-1 0-1,1 0 1,0 1 0,0-1 0,0 0 0,0 0 0,0 0 0,0 0-1,0-1 1,1 1 0,-1 0 0,1 0 0,-1-1 0,1 1-1,0-1 1,2 2 0,0-1-276,0 1-1,0-1 1,1 0-1,0 0 1,-1-1-1,1 1 1,0-1-1,5 1 1,1-1-1263,-1 0 1,0-1-1,0 0 1,0-1-1,0 0 1,1 0-1,18-6 1,-18 2-2137,0 0 0,20-13 0,-30 18 3602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3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0 8612,'0'0'11285,"-20"25"-7673,-65 81-592,68-84-2226,1 2 0,2-1-1,-21 46 1,15-26-164,-11 21 73,11-21-585,-1-1 0,-42 60-1,48-87-1736,15-15 1472,-1 0 0,1 1 0,0-1 1,0 0-1,0 0 0,-1 0 0,1 0 0,0 0 0,0 0 0,-1 0 0,1 0 0,0 0 0,0 0 0,-1 0 0,1 0 0,0 0 0,0 0 0,0 0 0,-1 0 0,1-1 0,0 1 0,0 0 0,-1 0 1,1 0-1,0 0 0,0 0 0,0 0 0,0-1 0,-1 1 0,1 0 0,0 0 0,0 0 0,0 0 0,0-1 0,0 1 0,-1 0 0,1 0 0,0-1 0,0 1 0,-3-35-11242,3 28 10955,0-39-7746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3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6771,'0'0'14220,"6"19"-10840,2 9-2321,2 0 0,1 0 1,1-1-1,23 39 0,0-17-296,63 69 0,-93-111-1386,1 0 0,-1 0 1,0 1-1,5 11 0,3 5-4081,3-2-4235,-2-9-887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4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4066,'0'0'12069,"14"0"-9993,247 0 4196,-160 0-6956,-67 0-2782,-1 0-4741,-22 0-61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4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0 2209,'0'0'12971,"-9"26"-9030,-91 293 4577,58-151-5770,-39 129-1571,76-283-1647,0 1 0,-1-1 0,-1 0 0,0-1 0,-13 19 0,20-31 338,0-1 0,0 0 0,0 0 0,0 0 1,0 1-1,-1-1 0,1 0 0,0 0 0,0 0 0,0 1 0,0-1 0,0 0 1,0 0-1,0 0 0,0 0 0,0 1 0,-1-1 0,1 0 0,0 0 1,0 0-1,0 0 0,0 0 0,-1 1 0,1-1 0,0 0 0,0 0 0,0 0 1,0 0-1,-1 0 0,1 0 0,0 0 0,0 0 0,0 0 0,-1 0 1,1 0-1,0 0 0,0 0 0,-1 0 0,1 0 0,0 0 0,0 0 0,0 0 1,-1 0-1,1 0 0,0 0 0,0 0 0,0 0 0,0 0 0,-1 0 1,1-1-1,0 1 0,0 0 0,0 0 0,0 0 0,-1 0 0,1 0 1,0-1-1,0 1 0,0 0 0,0 0 0,0-10-5200,3 2 4531,22-33-6253,10-16-443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4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1 14279,'0'0'4025,"-11"26"-132,-102 298 4652,80-191-6940,-78 277-1185,56-218-420,54-198-5400,1-40-1651,0-5-2220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5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16199,'0'0'9957,"159"23"-8532,-96-13-1025,6 1-352,-4-3-48,1-2-1105,-3-2-1776,0-4-2850,-7 0-5730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5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 9556,'0'0'13745,"18"9"-12245,58 29-503,-70-36-867,-1 1 0,1-1 0,0 0 0,0 0-1,0-1 1,0 0 0,0 0 0,1 0-1,-1-1 1,0 0 0,8-1 0,6 0 124,-4 2-153,-9-1-76,0 0 1,-1 0-1,1 0 1,0-1-1,11-2 1,-16 2-39,-1 1 1,1-1-1,-1 0 0,1 1 1,-1-1-1,0 0 0,1 0 1,-1 0-1,0 0 0,0 0 1,0 0-1,1 0 1,-1-1-1,-1 1 0,1 0 1,0 0-1,0-1 0,0 1 1,-1-1-1,1 1 0,-1-1 1,1 1-1,-1-1 0,1 1 1,-1-1-1,0 1 1,0-1-1,0 1 0,0-4 1,0 2 11,0 1 0,0-1 0,0 0 1,0 0-1,-1 1 0,1-1 1,-1 0-1,0 1 0,0-1 0,0 1 1,0-1-1,0 1 0,0-1 0,-1 1 1,1 0-1,-4-4 0,2 4 32,0 0 1,0-1-1,0 1 0,0 1 0,-1-1 0,1 1 0,0-1 0,-1 1 0,1 0 0,-1 0 1,0 0-1,-4 0 0,-8-2 374,-1 1 0,0 1 1,0 0-1,1 1 0,-28 4 1,40-3-327,0-1 0,1 1 1,-1 0-1,0 0 0,0 0 1,1 0-1,-1 1 0,1-1 0,-1 1 1,1 0-1,0 0 0,-1 0 1,1 1-1,0-1 0,1 1 1,-1 0-1,0 0 0,1 0 0,-1 0 1,1 0-1,0 0 0,0 0 1,1 1-1,-1-1 0,0 1 0,1 0 1,0-1-1,0 1 0,0 0 1,0 5-1,0-2-90,1 1 1,-1-1-1,2 1 0,-1 0 0,1-1 1,0 1-1,1-1 0,-1 0 0,2 1 1,4 12-1,-4-16-274,-1 1 0,1-1 0,0 0 1,0 0-1,1-1 0,-1 1 0,1 0 0,0-1 0,0 0 1,0 0-1,0 0 0,0-1 0,1 1 0,-1-1 0,1 0 1,-1 0-1,10 1 0,-1 0-2083,1-1 0,-1 0 1,28-1-1,6-1-7439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5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0 10677,'0'0'14713,"-20"2"-11581,-62 9-1224,71-9-1615,1 0 1,1 1-1,-1 0 0,0 1 1,1 0-1,0 0 0,-16 11 1,11-7-304,-25 20 10,37-27 0,1 1 0,-1 0 0,1 0 0,-1 0 0,1 0 0,0 0 0,0 0 0,-1 0 0,2 0 0,-1 0 0,0 1 0,0-1 0,1 0 0,-1 0 0,1 1 0,-1 3 0,2-5 0,-1 0 0,0-1 0,1 1 0,-1-1 0,0 1 0,1-1 0,-1 1 0,1-1 0,-1 1 0,1-1 0,-1 1 0,1-1 0,-1 1 0,1-1 0,0 0 0,-1 1 0,1-1 0,0 0 0,-1 0 0,1 1 0,0-1 0,-1 0 0,1 0 0,0 0 0,-1 0 0,1 0 0,1 0 0,24 1 0,-24-1 0,0 0 0,17 0 0,1 0 0,28-6 0,-42 5 0,0 0 0,-1-1 0,1 1 0,-1-2 0,1 1 0,-1 0 0,0-1 0,0 0 0,0-1 0,0 1 0,0-1 0,7-7 0,-11 11 0,-1-1 0,1 0 0,-1 1 0,1-1 0,0 0 0,-1 0 0,0 0 0,1 1 0,-1-1 0,1 0 0,-1 0 0,0 0 0,0 0 0,1 0 0,-1 0 0,0 1 0,0-1 0,0 0 0,0 0 0,0-1 0,0 1 0,-1 0 0,1 1 0,0-1 0,0 1 0,-1-1 0,1 1 0,-1-1 0,1 1 0,0 0 0,-1-1 0,1 1 0,-1-1 0,1 1 0,-1 0 0,1-1 0,-1 1 0,0 0 0,1 0 0,-1-1 0,1 1 0,-1 0 0,0 0 0,1 0 0,-1 0 0,1 0 0,-1 0 0,0 0 0,1 0 0,-2 0 0,2 1 0,-1 0 0,0 0 0,0-1 0,1 1 0,-1 0 0,1 0 0,-1 0 0,0 0 0,1 1 0,0-1 0,-1 0 0,1 0 0,0 0 0,-1 0 0,1 0 0,0 0 0,0 1 0,0-1 0,0 0 0,0 0 0,0 0 0,1 2 0,1 32 0,-2-31-40,1 0-1,0 0 1,0 0-1,1 0 1,-1 0-1,1 0 1,0 0-1,0 0 1,0-1-1,0 1 1,1-1-1,0 1 1,-1-1-1,1 0 1,0 0-1,1 0 1,4 3-1,-1-1-998,1 0-1,0-1 1,0 1 0,1-2-1,-1 1 1,1-1-1,10 2 1,33 3-7589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6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0 16440,'0'0'13398,"-90"134"-11766,76-71-335,-5 8-1297,2 0 0,0 0 0,-4-4 0,7-4 0,-5 4 0,6 2 0,5-7-288,6-3-1329,2-17-2305,0-21-2176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6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43 4978,'0'0'13417,"20"-7"-10360,60-22-1152,-76 28-1780,-1-1 0,0 1 0,0 1 0,1-1 0,-1 0 0,0 1 0,1 0 0,-1 0 0,1 0 0,-1 0 0,0 0 0,1 1 0,-1-1 0,0 1 0,1 0 0,-1 0 0,0 0 0,0 1 0,0-1 0,0 1 0,0 0 0,0-1 0,0 1 0,0 0 0,-1 1 0,1-1 0,-1 0 0,0 1 0,0 0 0,4 5 0,-2 0 15,1 0 0,-1 1 1,-1 0-1,0 0 1,0 0-1,-1 0 1,0 1-1,1 11 1,-3-21-139,5 65 175,-5-59-161,0 0-1,0 1 1,-1-1-1,0 0 1,0 0 0,0 0-1,-4 12 1,3-17 19,1 1 1,0 0-1,-1-1 1,1 1-1,-1-1 1,1 0-1,-1 1 0,0-1 1,1 0-1,-1 0 1,0 0-1,0 0 1,0 0-1,0 0 1,0-1-1,0 1 0,0-1 1,0 1-1,0-1 1,-3 0-1,-49 0 741,36 0-690,-12-2 290,-53-9 0,93 13-11922,7-2 3139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7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9 7283,'0'0'21864,"-22"-1"-20304,-69-5-319,82 6-1178,0-1 0,-1 1 0,1 0 0,0 1 0,-1 0 0,1 1 0,0 0 0,0 0 0,0 1 0,0 0 0,1 0 0,-15 8 0,23-11-63,-1 1 0,1-1 0,-1 0 0,0 0 0,1 0 0,-1 1 0,1-1 0,-1 0 0,1 1 0,-1-1 0,1 1 0,-1-1 0,1 0 0,0 1 0,-1-1 0,1 1 0,-1-1 0,1 1 0,0 0 0,0-1 0,-1 1 0,1-1 0,0 1 0,0-1 0,-1 1 0,1 0 0,0-1 0,0 1 0,0-1 0,0 1 0,0 0 0,0-1 0,0 1 0,0 0 0,0-1 0,1 1 0,-1-1 0,0 1 0,0 0 0,0-1 0,1 1 0,-1-1 0,0 1 0,1-1 0,-1 1 0,0-1 0,1 1 0,-1-1 0,1 1 0,-1-1 0,1 1 0,30 16 0,-27-15 0,12 5-237,0 1-1,-1 1 1,16 11 0,-28-18 100,1 0 1,-1 1-1,0 0 1,0-1-1,0 1 1,-1 1-1,1-1 1,-1 0-1,0 0 1,1 1-1,-2 0 1,1-1-1,0 1 1,-1 0-1,1 0 1,-1 0-1,0 0 1,-1 0-1,2 6 1,-3-9 149,1 0-1,-1 1 1,1-1 0,-1 0-1,0 1 1,1-1 0,-1 0-1,0 0 1,0 1-1,0-1 1,0 0 0,0 0-1,0 0 1,0 0 0,0 0-1,-1-1 1,1 1 0,0 0-1,-1-1 1,1 1 0,0 0-1,-1-1 1,1 1 0,-3-1-1,-44 12 1159,36-9-721,-59 8 1451,23-9-4432,52-12-7959,17-5 590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8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 3217,'0'0'10301,"-3"12"-7662,-34 146 3445,-21 81-66,-17-6-3732,70-220-2438,1-4-41,-1 1 0,2 0 0,-1-1-1,1 1 1,1 1 0,0-1 0,0 0-1,1 0 1,0 20 0,2-29-31,-1-1 0,1 1 1,-1-1-1,1 0 0,-1 1 0,1-1 0,-1 0 1,1 0-1,0 1 0,-1-1 0,1 0 1,-1 0-1,1 0 0,0 0 0,-1 0 0,1 0 1,0 0-1,-1 0 0,1 0 0,-1 0 0,1 0 1,0 0-1,0 0 0,1-1-939,12 1-5589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8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14263,'0'0'14737,"-3"0"-11517,2 0-3203,1 0-1,-1 0 1,0 0-1,1 0 1,-1 0 0,1 0-1,-1 0 1,1 0-1,-1 0 1,0 0 0,1 0-1,-1 0 1,1 0-1,-1 1 1,1-1-1,-1 0 1,1 0 0,-1 0-1,1 1 1,-1-1-1,1 0 1,-1 1 0,1-1-1,0 1 1,-1-1-1,1 0 1,-1 1-1,1-1 1,0 1 0,-1-1-1,1 1 1,0-1-1,0 1 1,0-1 0,-1 1-1,6 7-83,-5-8 84,23 24-2957,-10-17-4269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6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0 205 8100,'0'0'9842,"0"0"-9755,0 0 0,1 0 1,-1-1-1,0 1 1,0 0-1,0 0 1,0 0-1,1-1 1,-1 1-1,0 0 1,0 0-1,0 0 1,1 0-1,-1-1 1,0 1-1,0 0 0,1 0 1,-1 0-1,0 0 1,0 0-1,1 0 1,-1 0-1,0 0 1,0 0-1,1 0 1,-1 0-1,0 0 1,1 0-1,-1 0 0,0 0 1,0 0-1,1 0 1,-1 0-1,0 0 1,0 0-1,1 0 1,2 4 141,0-1 1,-1 0-1,1 1 0,-1 0 1,0-1-1,0 1 1,0 0-1,0 0 0,-1 0 1,1 0-1,-1 0 1,0 1-1,0 3 0,3 7 380,4 10 22,-3-12-466,0 1 0,-1 0-1,-1 0 1,-1 0 0,2 22 0,-4-35 72,0-8 110,-11-43-333,7 39-73,1-1 1,1 0 0,-2-14 0,3 6 16,0 0 0,1 1 0,2-1 0,3-21 0,-3 31 6,1 0 1,0 1-1,1-1 1,0 1-1,0-1 1,1 1-1,0 1 1,0-1-1,12-13 0,-12 16-63,0 0-1,1 1 1,-1-1-1,1 1 1,0 0-1,1 1 1,-1-1-1,14-6 1,-15 9-415,0 1 1,0-1-1,0 1 1,0 0-1,0 0 1,1 1-1,-1-1 1,10 2-1,-14-1 175,0 0 1,0 0-1,1 1 0,-1-1 0,0 0 1,0 1-1,0-1 0,0 1 0,0-1 0,0 1 1,0 0-1,0-1 0,0 1 0,0 0 1,0 0-1,0 0 0,-1 0 0,1-1 0,0 1 1,-1 0-1,1 0 0,0 0 0,-1 1 1,1 0-1,1 2-839,11 15-6457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6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75 160,'0'0'20732,"-15"2"-20404,-46 5-141,57-6-159,1 0 0,0 0 0,0 1 0,0 0 1,0-1-1,0 1 0,1 0 0,-1 0 0,0 1 0,1-1 0,0 0 0,-1 1 0,1-1 0,0 1 0,0 0 1,1 0-1,-1 0 0,1 0 0,-1 0 0,-1 6 0,0-1 57,0-4-80,2 0-1,-1 0 1,0 0-1,1 0 1,0 0-1,0 0 1,0 1-1,1-1 1,-1 0 0,1 1-1,0-1 1,0 0-1,1 1 1,-1-1-1,3 8 1,-2-9-14,0-1 0,0 0 0,1 0 0,-1 0 0,1 0 1,-1 0-1,1 0 0,0 0 0,-1 0 0,1-1 0,0 1 0,0-1 0,0 1 0,1-1 1,-1 0-1,0 0 0,0 0 0,1 0 0,-1 0 0,1 0 0,-1-1 0,0 1 0,1-1 1,-1 0-1,1 1 0,0-1 0,3-1 0,6 1 28,1 1-20,1-2 0,-1 1 0,19-5 0,-27 4-1,0-1 0,0 1 1,-1-1-1,1 0 1,0-1-1,-1 1 1,0-1-1,1 0 1,-1 0-1,0 0 1,-1-1-1,6-4 1,-5 3 5,1-1 1,-1 1-1,0-1 0,-1 0 1,1 0-1,-1 0 1,0-1-1,-1 1 1,1-1-1,1-12 1,-1 1 107,-1 0 0,-2-32 1,0 31 37,0 18-184,0 0 0,0-1 0,0 1 0,0 0 0,0 0 0,0 0 0,0 0 0,-1 0 0,1 0 0,0 0-1,-1-1 1,1 1 0,-1 0 0,0 0 0,1 1 0,-1-1 0,0 0 0,1 0 0,-1 0 0,0 0 0,0 0 0,0 1 0,0-1 0,1 0 0,-1 1 0,0-1 0,0 1 0,0-1 0,-1 1 0,1 0 0,0-1 0,0 1 0,0 0 0,0 0 0,0-1 0,0 1-1,0 0 1,-1 0 0,1 0 0,-1 1 0,-23 4-4135,5 8-3331,7 0-687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6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66 4162,'0'0'16282,"-20"0"-15364,-62 3-721,80-3-192,-1 0 1,0 1-1,1-1 0,-1 1 0,1 0 1,0-1-1,-1 1 0,1 0 0,0 1 0,-1-1 1,1 0-1,0 1 0,0-1 0,0 1 0,0 0 1,0-1-1,1 1 0,-1 0 0,0 0 1,1 0-1,-3 4 0,2-1-6,1 0 0,-1 0 1,0 0-1,1 0 0,0 1 0,0 9 1,0-6-23,0 1 0,0 0 0,2-1 0,-1 1 1,4 19-1,-3-26 11,0-1 1,0 1-1,0-1 1,0 1-1,0-1 1,0 0-1,1 1 1,0-1-1,-1 0 0,1 0 1,0 0-1,0 0 1,0-1-1,0 1 1,0 0-1,0-1 1,1 1-1,-1-1 1,0 0-1,1 0 1,-1 0-1,1 0 1,0 0-1,-1 0 0,1-1 1,3 1-1,13 1-31,-1 0 0,1-1 0,24-2-1,-35 1 41,0-1-1,1 0 0,-1-1 0,0 0 0,-1 0 1,1-1-1,0 0 0,-1 0 0,13-7 1,-16 7 58,0-1 1,-1 0-1,1 0 1,-1 0-1,0 0 1,0 0-1,0 0 1,0-1-1,-1 0 1,0 1-1,0-1 1,0 0-1,0 0 1,-1 0-1,0 0 1,0 0-1,0-1 1,-1 1 0,0 0-1,0 0 1,0-1-1,0 1 1,-1 0-1,0 0 1,0 0-1,0 0 1,-1 0-1,0 0 1,0 0-1,0 0 1,0 1-1,-1-1 1,0 1-1,0 0 1,0-1-1,-7-5 1,1 2-109,0 0-1,0 1 1,-1 1-1,-17-10 1,20 13-1017,1 1 0,-1-1 1,0 1-1,-14-3 0,10 3-4466,4-2-2166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7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0 8308,'0'0'16349,"-15"20"-15264,-2 1-667,5-7-93,1 0 0,0 1 0,2 1 0,-1 0 0,2 0 0,-7 19-1,-8 19 871,-8 18-797,4 1 0,-21 83-1,42-107-1163,6-48 649,0 1-1,-1 0 1,1 0-1,0 0 1,1 0-1,-1 0 1,0 0-1,1 0 1,-1 0-1,1-1 1,-1 1-1,1 0 1,0 0-1,0 0 1,0-1-1,0 1 1,0-1-1,0 1 1,0-1-1,0 1 1,1-1-1,1 2 1,5 0-625,1-1 1,-1 0-1,1 0 1,0-1-1,-1 0 1,1 0-1,0-1 1,15-2-1,6 1-2389,23 1-4942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7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13718,'0'0'2337,"203"-21"-1392,-84 19-913,15 0-32,2-2-1505,-2-7-5474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8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0 291 8244,'0'0'10183,"14"-21"-9463,49-67-77,-59 83-554,1-1-1,-1 1 1,1 0-1,1 0 0,-1 0 1,0 1-1,1-1 0,0 1 1,0 1-1,9-5 1,1 0 150,36-16 227,1 2 0,1 3 0,92-21 1,-128 35-425,-2 2 43,0 0 0,0 1 0,0 1 0,22 1 0,-38 0-80,1 0 3,0 1 1,0-1 0,0 0 0,0 1-1,-1-1 1,1 1 0,0-1 0,0 1-1,-1 0 1,1-1 0,-1 1 0,1 0-1,0-1 1,-1 1 0,1 0 0,-1 0-1,1-1 1,-1 1 0,0 0 0,1 0-1,-1 0 1,0 0 0,0-1-1,1 1 1,-1 0 0,0 0 0,0 1-1,4 35 247,-3-24-202,2 22 97,-1 1 1,-1-1-1,-3 1 0,0-1 0,-3 0 1,-1 1-1,-1-2 0,-2 1 1,-1-1-1,-2-1 0,-1 0 0,-2 0 1,-1-2-1,-27 41 0,-85 106 1738,61-90-820,65-84-926,1 0-1,-1 0 1,1 0-1,0 0 1,0 0-1,0 0 1,0 5-1,1-6-3728,0-9-5782,0-10 352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9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11637,'0'0'11411,"15"9"-10037,-12-7-1280,31 20 1170,42 37 0,-18-10 49,67 62-123,-118-101-1160,4 4-1366,-4-11-2444,1-6-3572,4-10-1817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9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0 4770,'0'0'17939,"-8"15"-16448,7-12-1431,-7 13 428,0-1 0,-1 0 1,0 0-1,-1-1 0,-1-1 0,-23 24 0,3-13 44,-2-2 1,-40 22 0,-27 17-373,95-57-331,-17 14 323,16-4-2977,11-11-4147,-4-3 4990,7 0-7843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40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791 77 864,'0'0'12534,"-9"-9"-10744,-33-28-26,40 36-1600,-1-1 1,1 0 0,-1 1 0,0 0-1,1 0 1,-1 0 0,0 0-1,0 0 1,0 0 0,0 1-1,1-1 1,-1 1 0,0 0-1,0 0 1,-5 0 0,-4 1 284,-12-2 235,0 0 1,-1 2 0,1 1-1,0 1 1,0 1 0,0 2-1,-40 13 1,30-5-45,1 1-1,0 1 1,-46 32 0,60-35-519,2 1-1,0 0 1,0 2 0,2 0-1,0 1 1,0 0 0,-11 20-1,9-9-46,0 0 0,2 2 0,1-1-1,2 2 1,1 0 0,1 0 0,1 1-1,2 1 1,2-1 0,0 1 0,3 0-1,0 0 1,5 52 0,-1-74-52,-1-1 0,2 0 0,-1 1 0,2-1 0,-1 0 1,1-1-1,0 1 0,1-1 0,1 0 0,11 16 0,-7-13 9,0-1 0,0 0 0,2-1 0,-1-1 0,1 1 0,26 14 0,-11-11-2,0 0 0,1-2-1,0-1 1,1-2 0,0 0 0,1-2 0,35 3 0,35-3 41,114-6 1,-178-3-88,1 0 0,-1-3-1,0-1 1,-1-1 0,0-2 0,0-2-1,-1-1 1,40-21 0,-52 22-15,-1 0 1,0-2 0,-1-1-1,0 0 1,-2-1 0,1-1-1,-2-1 1,0 0 0,-2-2-1,0 1 1,-1-2 0,23-44-1,-24 33 24,-1 0 0,-1-1 0,-2-1 0,-2 0 0,0 0 0,-3 0 0,-1-1 0,-1 1 0,-4-42 0,1 65 30,0 1 0,-1-1 0,0 0 0,-1 1 0,0 0 0,-1-1 0,0 1 0,-1 1 0,0-1 0,0 1 0,-1-1 0,-10-11 0,5 8 65,-1 2-1,0-1 1,-1 2 0,0 0 0,-1 0 0,0 1-1,-21-10 1,-8 0 72,-1 3 1,-1 1-1,0 3 1,-85-13-1,100 20-367,0 1 0,0 1 0,-48 2 0,75 2 42,-1 0 0,0-1 0,1 1 1,-1 1-1,1-1 0,-1 0 0,1 1 1,-1 0-1,1 0 0,0 0 1,0 0-1,0 0 0,0 1 0,0-1 1,1 1-1,-4 4 0,1-1-944,1 0-1,0 0 1,0 1-1,1-1 1,0 1-1,0 0 1,-3 9-1,2 4-7138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0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843 86 3265,'0'0'5899,"23"-3"-4586,-16-3-812,1 0 0,0 0 0,13-7 0,-13 9 315,0-2 0,0 1 1,12-11 1095,-15 12 1204,19-13 1476,-25 23-3821,-3 5-982,-87 113 1121,-90 205-309,115-198 198,-107 156-1,-41-16 1010,-19 26-86,230-293-1719,1-1-2,0-1 0,1 1 1,-1-1-1,0 1 0,1 0 1,0 0-1,0 0 0,0-1 1,0 1-1,0 0 0,-1 6 1,2-9-37,14-12-4247,1 4 818,-1 1-5470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1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17 3682,'0'0'9188,"-19"-1"-6309,-7-2-2152,13 1-386,-1 1-1,1 0 1,-1 1 0,1 0 0,-1 1 0,-21 4 0,11 2 413,0 0 0,1 1 0,0 2 0,-39 21 0,-80 60 1535,95-58-1538,2 2 1,1 2 0,2 2-1,-48 56 1,73-74-622,1 1 1,0 1 0,2 0-1,1 1 1,1 0-1,1 1 1,1 0 0,1 1-1,1 0 1,2 0-1,-4 33 1,5-25-96,3 1 1,1-1 0,1 1-1,7 44 1,-3-60-22,-1-1 0,2 0 1,1 0-1,0 0 0,1-1 0,1 0 0,1 0 1,0-1-1,18 24 0,-11-21 10,0-1 0,1-1-1,1-1 1,0 0 0,1-1 0,1-2-1,1 0 1,-1 0 0,2-2 0,0-1-1,0-1 1,31 9 0,-19-9 36,1-1 1,0-2-1,0-1 1,0-2-1,0-2 0,0-1 1,68-8-1,-68 0-39,0 0-1,-1-2 0,0-2 1,-1-1-1,0-1 0,54-34 0,-7-3-9,99-84-1,-144 106-5,-1-2-1,-2 0 1,-1-2-1,-1-2 1,48-74-1,-63 84-5,-1-1 0,-2-1 0,-1 0 0,0-1 0,-3 0 0,0 0 0,-1-1 0,-2 0 0,-1 0 0,0-37 0,-4 51 1,-1 1 0,-1-1 1,0 1-1,0 0 0,-2 0 0,1 0 0,-2 0 0,0 1 0,-1 0 1,0 0-1,-1 0 0,0 1 0,-1 0 0,0 0 0,-1 1 0,-1 0 1,-20-19-1,9 11 18,0 1 1,-2 1 0,0 1 0,-1 1-1,0 1 1,-1 1 0,-1 1-1,0 1 1,-45-11 0,19 10 99,0 2 1,-1 2-1,-1 3 0,-61 1 1,91 4-80,-48 6-1,65-5-70,-1 1 0,1 0 0,0 0 0,0 0 0,0 1 0,1 0 0,-1 0 0,1 1 0,-1 0 0,-9 8 0,14-10-74,0 0-1,1 0 1,-1 0-1,0 0 1,1 0-1,-1 1 1,1-1 0,0 0-1,-2 5 1,2-6 2,1 0 1,0 0 0,0 0-1,0 0 1,-1 0 0,1 0-1,0 0 1,0-1 0,0 1-1,0 0 1,0 0 0,1 0-1,-1 0 1,0 0 0,0 0-1,1 0 1,-1 0 0,0 0-1,1-1 1,-1 1 0,1 0 0,-1 0-1,1-1 1,-1 1 0,1 0-1,0 0 1,-1-1 0,1 1-1,0-1 1,-1 1 0,1-1-1,1 2 1,8 1-928,0-1-1,0 1 1,0-2 0,0 1 0,0-1-1,0-1 1,15-1 0,-20 1 408,66 0-8101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02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1 3762,'0'0'9068,"-2"21"-7537,-19 148 1209,13-108-2113,-2 0-1,-3 0 0,-2-2 1,-46 112-1,26-90-540,28-74-2074,4-17-2568,4-17-1463,8 2 1160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02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149 157 2113,'0'0'8436,"6"-4"-7300,16-10 265,-16 11 3129,-12 7-2294,-21 19-1720,1 2 1,1 1-1,-22 29 0,41-46-526,0-1 0,1 0-1,0 1 1,0 0-1,1 1 1,0-1 0,0 1-1,1-1 1,0 1 0,1 0-1,0 0 1,1 0-1,0 0 1,1 1 0,1 16-1,-1-25 1,1-1 0,0 1-1,-1 0 1,1-1 0,0 1 0,0 0-1,0-1 1,0 1 0,0-1-1,1 0 1,-1 1 0,0-1 0,1 0-1,-1 0 1,1 1 0,-1-1-1,1 0 1,0-1 0,-1 1-1,1 0 1,0 0 0,-1-1 0,1 1-1,0-1 1,0 0 0,0 1-1,0-1 1,3 0 0,4 1 9,0-1 1,0 0-1,0 0 1,-1-1-1,10-2 1,-8 0 13,0 0 1,-1-1-1,1 0 1,-1-1-1,0 0 1,0 0-1,-1-1 1,0 0-1,0 0 0,0-1 1,0 0-1,-1-1 1,7-9-1,-2 2 16,-1 0 0,-1-1-1,0-1 1,-1 0 0,0 0 0,7-24-1,-10 23 204,-1-1 0,0 0 0,-1 1 0,-2-1-1,0-1 1,0 1 0,-2 0 0,-3-28 0,3 45-190,-1 0 0,1 0 0,-1 0 0,0 0 0,1 1 0,-1-1 0,0 0 0,0 0-1,0 1 1,-1-1 0,1 1 0,0-1 0,0 1 0,-1-1 0,1 1 0,-1 0 0,1 0 0,-1 0 0,-3-2 0,1 1 3,0 0 0,-1 1-1,1 0 1,-1 0 0,1 0-1,-1 0 1,1 0 0,-7 1-1,3 0-44,0 0-1,0 1 0,0 0 1,1 0-1,-1 1 0,0 0 1,1 0-1,-1 1 0,-10 5 1,13-5-78,0 1 1,0 0-1,0 0 0,1 0 1,-5 6-1,-2 11-3313,11-20 2789,-1 0 0,1 0 0,0 1 0,0-1 0,0 0-1,0 0 1,0 1 0,0-1 0,1 0 0,-1 0 0,0 0 0,1 0 0,-1 1 0,0-1 0,1 0 0,0 1 0,8 8-5777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9:50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94 1393,'0'0'6184,"1"-15"-4797,0-64 6425,-1 90-6233,-2 6-1059,-2 0 1,0 0-1,-1-1 0,-9 23 0,-11 36 238,20-49-625,1 1-1,0 26 1,3-30-3891,0 0-4055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9:50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58 7347,'0'0'11326,"4"-9"-10649,-2 4-563,-2 3-90,0 0 0,1 0 1,-1 0-1,1 0 0,0 0 0,0 0 1,0 0-1,0 0 0,0 1 0,0-1 1,0 0-1,1 1 0,-1-1 0,0 1 1,1-1-1,-1 1 0,1-1 0,0 1 1,-1 0-1,1 0 0,0 0 0,0 0 1,0 0-1,0 1 0,0-1 0,2 0 1,15-1 272,0 1 1,1 0 0,-1 2-1,25 3 1,-43-4-277,1 1 0,-1 0-1,1 0 1,-1 0 0,0 0 0,1 1-1,-1-1 1,0 0 0,0 0-1,0 1 1,0-1 0,0 1 0,0-1-1,0 1 1,0-1 0,-1 1-1,1-1 1,-1 1 0,1 0 0,-1-1-1,0 1 1,1 0 0,-1 3-1,0-1 22,1-1 0,-1 1 0,0-1 0,0 1 0,0 0 0,-1-1 0,1 1-1,-1 0 1,0-1 0,-2 7 0,-3-3 23,1-1 0,-1 1-1,0-1 1,-1-1 0,1 1 0,-1-1 0,0 0 0,0-1-1,-1 1 1,-13 5 0,9-5-40,1 1 0,0 1 0,1 0 0,-18 14 0,24-17-26,1 0 0,-1 1 0,0-1 0,1 1 0,0 0 0,0 0 0,1 0 0,-1 1 0,1-1 0,0 1 0,0-1 0,1 1 0,0 0 1,0-1-1,0 1 0,0 9 0,2-14 6,-1-1 1,0 1 0,1 0-1,-1 0 1,1 0-1,-1 0 1,1 0 0,-1 0-1,1-1 1,-1 1-1,1 0 1,0 0 0,0-1-1,-1 1 1,1-1 0,0 1-1,0 0 1,0-1-1,0 1 1,-1-1 0,1 0-1,0 1 1,0-1-1,2 1 1,28 6 304,-28-7-259,49 6 847,1-2 0,79-5 0,-45-1-705,-11 2-226,-44 0-4075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1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38 2849,'0'0'4498,"-63"0"-4113,57 0-289,-2 0-48,-5 0-48,-1 0-257,-3 0-607,-2 0-705,-2-17-416,2-4-816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2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94 1088,'0'0'13094,"-8"-16"-10415,-27-47-150,22 49 458,4 14-1417,0 16-361,9-15-1001,-4 10 229,1 0 1,0 0 0,1 0-1,0 0 1,1 1-1,1-1 1,-1 1 0,3 17-1,2-2 53,0 0 0,13 39-1,20 49 485,57 115-1,68 105-948,-28-61-1,-113-224-24,-1 1 0,13 57 0,14 107 0,-44-197 0,1 1 0,0-1 0,1 0 0,1 0 0,1 0 0,1-1 0,0 0 0,1-1 0,1 0 0,11 15 0,-12-25 65,-6-10-838,-4-5-2232,-4 0-3631,-2 2-3280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2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814 31 6915,'0'0'3895,"-22"-5"-672,-1-1-2181,2 1 195,0 0-1,-1 1 1,1 1-1,-37 0 1,33 3-514,0 1 1,1 1-1,-1 1 1,1 1-1,-1 2 1,1 0-1,1 1 1,-1 2-1,1 0 1,-36 21-1,36-16-389,2 0 1,0 1-1,0 2 0,2 0 1,0 1-1,1 1 0,0 0 1,2 2-1,-26 41 1,26-33-310,1 1 1,2 0 0,1 1 0,1 1 0,2 0 0,1 0 0,-5 45 0,6 12-26,5 103 0,2-182 0,0 13 0,2 0 0,0 0 0,1 0 0,1 0 0,2 0 0,0-1 0,1 0 0,19 38 0,-20-49 0,0 0 0,1 0 0,1 0 0,0-1 0,0-1 0,1 1 0,0-1 0,0-1 0,1 0 0,1 0 0,-1-1 0,1 0 0,0-1 0,1 0 0,-1-1 0,1 0 0,19 4 0,17 1 0,1-3 0,-1-1 0,2-3 0,96-7 0,-106 1 0,-1-3 0,0-1 0,50-16 0,111-47 0,-194 68 0,246-110 0,-202 85 0,-2-2 0,82-64 0,-114 80 0,-1-1 0,0-1 0,-1 0 0,-1-1 0,21-32 0,-27 36 0,0-1 0,-1 0 0,-1 0 0,-1 0 0,1-1 0,-2 1 0,0-1 0,-1 0 0,1-21 0,-1 17 0,-2 0 0,0 0 0,-1 0 0,-1 0 0,-1 0 0,0 0 0,-1 0 0,-1 1 0,-1-1 0,-1 2 0,0-1 0,-13-23 0,4 17 0,0 1 0,-1 0 0,-2 1 0,0 1 0,-1 1 0,0 1 0,-2 0 0,0 2 0,-1 0 0,-1 2 0,-38-18 0,24 16 0,0 3 0,-1 1 0,0 1 0,0 2 0,-1 2 0,-1 2 0,-51 0 0,61 4 0,-122 2 0,134 1 0,-1 0 0,0 1 0,1 1 0,0 1 0,-29 11 0,40-10-2489,20-7-3779,-4 1 4228,11 0-7092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9:51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 7027,'0'0'14196,"0"20"-12486,0 156 1721,-1-142-3030,-2 1 1,-1-1-1,-1-1 1,-3 1-1,0-1 0,-2 0 1,-1-1-1,-21 40 0,11-28-274,9-22-168,2 0-1,-16 48 1,25-69-173,1 0 0,0 0 0,-1-1 1,1 1-1,0 0 0,0 0 0,0-1 0,0 1 0,-1 0 0,1 0 0,0 0 1,0-1-1,1 1 0,-1 0 0,0 0 0,0 0 0,0-1 0,0 1 0,1 0 1,-1 0-1,0-1 0,1 1 0,-1 0 0,0-1 0,2 2 0,-1-2 4,0 1-1,-1-1 0,1 0 0,0 0 1,0 0-1,0 0 0,0 0 0,0 0 0,0 0 1,0 0-1,0-1 0,-1 1 0,1 0 1,0 0-1,0-1 0,0 1 0,0-1 1,1 0-1,39-28-8247,-38 27 7182,25-21-7739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9:52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12 9845,'0'0'14932,"-8"-12"-10061,6 32-4422,-1-1-1,-1 1 1,0-1 0,-2 0-1,0-1 1,-12 26-1,-7 21-469,15-33 21,1-1 0,2 1 0,1 1 0,1-1 0,2 1 0,1 0 0,4 46 0,-2-76-35,1 0-1,0 0 1,-1 0-1,1 0 1,0 0 0,0 0-1,1 0 1,-1 0 0,1-1-1,-1 1 1,1-1-1,0 1 1,0-1 0,0 1-1,0-1 1,1 0-1,-1 0 1,0 0 0,1 0-1,4 2 1,14 2-4103,3-10-5059,-12-5-3633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2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1 3858,'0'0'10727,"0"0"-10579,0 0-1,0 0 0,0 0 0,0 1 1,0-1-1,0 0 0,0 0 1,0 0-1,0 0 0,0 0 0,0 0 1,0 0-1,0 0 0,0 1 590,1-1-590,-1 0 0,0 0 0,0 0 1,0 0-1,0 0 0,0 0 1,0 0-1,0 0 0,0 0 0,1 1 1,-1-1-1,0 0 0,0 0 1,0 0-1,0 0 0,0 0 0,0 0 1,0 0-1,1 0 0,-1 0 0,0 0 1,0-1-1,0 1 0,0 0 1,0 0-1,0 0 0,0 0 0,1 0 1,-1 0-1,-2 28 35,0 0 1,-2 0-1,-1 0 1,-15 46-1,-48 107-146,62-166-13,5-10-39,-113 262-111,25-96-2913,74-145 1400,-9 14-1632,7-12-5947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2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1 8212,'0'0'4484,"1"25"-1888,0-3-2081,1-3-211,-1-1 1,-1 1-1,0-1 1,-2 1-1,0-1 1,-1 0 0,-8 27-1,-22 42 1507,-70 127 0,-12 31-1378,82-142-1939,19-52-4002,13-50 4860,1 0 0,0 0-1,-1 1 1,1-1 0,-1 0 0,1 0-1,-1 0 1,0 0 0,0 0-1,1 0 1,-1 0 0,0 0-1,-2 2 1,-1-2-5560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2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1 178 6371,'0'0'8036,"110"-44"-5299,-49 29-1168,4-1-161,2-1-111,0 0-433,2 5-608,4-3-240,0 3-16,-2 1-320,-6 3-1393,-13 2-1888,-14 1-4227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3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7379,'0'0'11099,"15"15"-10128,48 45-107,-60-58-779,0 0-1,1 0 0,-1 0 1,0 0-1,1-1 0,-1 1 1,1-1-1,0 0 0,-1 0 1,1 0-1,0-1 0,-1 1 1,1-1-1,0 0 0,0 0 1,0 0-1,-1-1 0,8-1 1,1 1 25,-9 0-78,1 1-1,-1-1 1,0 0-1,1-1 1,-1 1-1,0 0 1,0-1 0,0 0-1,0 0 1,0 0-1,0 0 1,-1 0-1,1-1 1,-1 1-1,1-1 1,-1 1 0,0-1-1,0 0 1,0 0-1,0 0 1,-1 0-1,1 0 1,-1 0-1,0-1 1,0 1 0,0 0-1,1-7 1,-1 6 26,0 0 1,-1 0 0,1 0-1,-1-1 1,0 1 0,0 0-1,0 0 1,-1 0 0,1 0-1,-1 0 1,0 0 0,0 0-1,-1 0 1,1 0 0,-1 0-1,0 1 1,0-1 0,0 0-1,0 1 1,0 0 0,-1-1-1,0 1 1,-3-3 0,2 3-21,-1 0 1,0 0 0,1 0-1,-1 1 1,0-1 0,-1 1-1,1 0 1,0 1 0,0-1-1,-1 1 1,1 0 0,-1 1-1,1-1 1,-1 1 0,1 0-1,-8 1 1,8 0-19,1 0 0,-1 1 1,1-1-1,0 1 0,-1 0 0,1 0 0,0 0 1,0 0-1,1 1 0,-1 0 0,0 0 1,1 0-1,-1 0 0,1 0 0,0 1 1,0-1-1,1 1 0,-1 0 0,-3 7 1,1 1-25,0 0 1,1 0 0,0 1-1,1 0 1,0 0 0,1-1-1,1 2 1,0-1 0,1 0-1,0 0 1,4 25 0,-3-34-144,0 0 0,0 0 0,1 1 0,-1-1 0,1 0 1,0-1-1,0 1 0,0 0 0,1-1 0,-1 1 0,1-1 1,0 1-1,0-1 0,0 0 0,0 0 0,1-1 0,-1 1 1,1-1-1,-1 0 0,1 0 0,0 0 0,0 0 0,0 0 1,0-1-1,0 0 0,0 0 0,8 1 0,8 1-2331,1-1 0,0-1 0,0 0 1,26-4-1,16-4-6361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3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0 7652,'0'0'15873,"-21"4"-14736,1-1-831,11-2-184,1 0 0,-1 0 0,1 1 0,0 0 0,0 0 0,0 1 0,0 0 0,0 1 0,1 0 0,-1 0 0,1 0 0,0 1 0,-10 8 0,3 0 294,0 1-1,1 0 0,-12 18 0,21-27-373,0 1-1,0 0 0,1 0 0,0 1 0,0-1 1,1 0-1,0 1 0,0 0 0,0-1 0,1 1 1,-1 14-1,2-20-53,0 0 0,1 1 1,-1-1-1,1 0 0,0 0 0,-1 0 0,1 1 1,0-1-1,0 0 0,-1 0 0,1 0 0,0 0 1,0 0-1,0 0 0,0-1 0,0 1 1,1 0-1,-1 0 0,0-1 0,0 1 0,0-1 1,1 1-1,-1-1 0,0 1 0,0-1 1,1 0-1,-1 0 0,0 0 0,1 1 0,-1-1 1,1 0-1,-1-1 0,2 1 0,53-3-389,-53 3 384,7-2 3,0-1 1,0 0-1,-1 0 0,1-1 1,-1 0-1,1-1 0,-1 0 1,-1 0-1,1-1 1,-1 0-1,0-1 0,0 0 1,-1 0-1,0-1 1,0 1-1,-1-1 0,0-1 1,6-10-1,-6 6 1057,-8 12 424,-9 20-944,6-3-1050,1 0-1,0 0 1,1 1 0,1-1-1,1 1 1,1 20-1,0-35 311,0-1-1,0 1 1,0 0 0,0 0-1,1 0 1,-1 0 0,0 0-1,1-1 1,0 1 0,-1 0-1,1 0 1,0-1-1,0 1 1,0 0 0,0-1-1,0 1 1,1-1 0,-1 1-1,0-1 1,1 0 0,1 2-1,0-1-496,1 0 0,-1-1-1,1 1 1,0-1 0,0 1-1,0-1 1,-1 0 0,9 1 0,29 1-6975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3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11013,'0'0'3997,"-8"19"-156,-2 2-2779,-4 7 426,2 2 1,-14 45 0,-29 165 2364,-11 37-3229,52-232-802,-1 1-1490,12-30-8225,3-33 7967,2 0 0,0 0 0,1 0-1,1 1 1,7-20 0,11-30-2337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4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1 328 1425,'11'-26'2692,"0"-3"-1704,-3 6 35,2 0 0,0 1 0,1 0 0,2 1 0,21-30-1,-27 42-367,1 0 0,0 0-1,0 0 1,1 1 0,0 0-1,1 1 1,0 0 0,0 0-1,0 1 1,1 0-1,0 1 1,0 1 0,0-1-1,1 2 1,20-5 0,-30 8-547,-1 0 0,1 0 0,-1 0 0,1 0 0,0 0 0,-1 0 0,1 1 0,-1-1 0,1 0 1,-1 1-1,1-1 0,-1 1 0,1 0 0,-1 0 0,1-1 0,-1 1 0,0 0 0,1 0 0,-1 0 0,0 0 1,0 0-1,0 1 0,0-1 0,0 0 0,0 0 0,0 1 0,0-1 0,0 1 0,-1-1 0,1 1 0,-1-1 1,1 1-1,-1-1 0,1 1 0,-1 1 0,2 8 363,-1-1 1,0 1-1,-1 0 1,-1 14-1,0-16-210,1-1-116,-1 0 0,-1 0 0,1 0 0,-1-1 0,0 1 0,-1-1 0,0 1 0,0-1 0,-1 0 0,0 0 0,0 0 0,0-1 0,-1 1 0,0-1 0,0 0 0,-1-1 0,0 1 0,0-1 0,0 0 0,-7 4 0,3-3-38,0 0 0,0-1 0,0-1 0,-1 0-1,0 0 1,1-1 0,-1 0 0,-1-1 0,1 0 0,0 0-1,0-2 1,-1 1 0,-19-3 0,27 1-225,0 0 0,1 0-1,-1 0 1,1 0 0,-1-1 0,1 0-1,0 1 1,0-1 0,-1 0 0,1-1-1,1 1 1,-1 0 0,0-1 0,1 0 0,-1 0-1,1 0 1,0 0 0,-3-3 0,4 0-3502,1 4-36,0-3-4606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4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1033 8084,'0'0'6739,"2"-20"-3060,-2 17-3503,1-15 407,1 0 0,0 0 0,2 1 0,0-1 0,1 1 0,1 0-1,8-18 1,259-428 1886,-243 416-2430,39-57-21,63-103 119,-119 177 2280,-36 96-2057,-75 266 1348,69-195-1044,-19 246 0,41-323-2611,7-59 74,-5-7-4279,4 4 5167,-14-25-5250,-8-11-3684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5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1 667 7475,'20'-6'3114,"358"-106"7693,-314 94-10608,0-3-1,-2-3 0,74-40 0,-112 51-300,-1-2 0,0 0 0,-1-1-1,-1-2 1,0 0 0,-2-1 0,0-1 0,-1 0 0,-1-2 0,24-40 0,-31 45 264,-2 0 1,0-1 0,-1 1 0,-1-2-1,0 1 1,-1-1 0,3-32 0,-8 50-1,0-5 1292,-8 9 211,-2 5-1347,0 1 0,0 0 0,1 1 0,0 0 1,1 0-1,0 1 0,-9 15 0,-46 92 861,55-101-936,-166 374 1683,77-166-1672,92-213-254,8-18-31,0 1 0,1 0 0,-1-1-1,1 1 1,0 1 0,1-1 0,-1 1 0,1-1 0,0 1 0,0 1 0,8-6-1,7-3-220,36-15 0,-43 21 105,0 1-1,0 0 0,0 1 1,0 0-1,1 2 0,-1-1 1,1 2-1,18-1 1,-31 2 145,0 0 0,-1 1 0,1-1 0,0 0 0,-1 1 0,1-1 0,0 1 1,-1-1-1,1 1 0,0-1 0,-1 1 0,1-1 0,-1 1 0,1-1 0,-1 1 0,1 0 1,-1-1-1,0 1 0,1 0 0,-1 0 0,0-1 0,0 1 0,1 0 0,-1 0 1,0-1-1,0 1 0,0 0 0,0 0 0,0 0 0,0-1 0,0 1 0,0 1 0,-1 32 33,0-28-21,0 0 29,-1 0 0,0 0 0,0 0-1,0 0 1,-1 0 0,0-1 0,0 1 0,0-1-1,-1 0 1,1 0 0,-1 0 0,-1 0-1,1-1 1,-1 0 0,0 1 0,-7 4 0,3-2-65,-1-1 0,1 0 0,-1-1 0,0 0 0,0-1 1,0 1-1,0-2 0,-21 5 0,12-9-3138,19 0 2886,0 1 1,-1-1-1,1 1 0,0-1 1,-1 0-1,1 1 0,0-1 1,0 1-1,0-1 1,0 0-1,-1 1 0,1-1 1,0 0-1,0 1 0,0-1 1,0 0-1,0 0 0,1 1 1,-1-1-1,0 1 0,0-1 1,0 0-1,1 1 0,-1-1 1,0 0-1,0 1 0,2-2 1,13-25-8167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5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273 1 16199,'0'0'4322,"-19"0"518,-61 0-1134,74 0-3414,-1 0 1,0 1 0,0 0-1,1 0 1,-1 1-1,1 0 1,-1 0 0,1 1-1,0-1 1,-8 6 0,13-7-281,-1 0 0,1 0 0,-1 0 0,1 0 0,-1 0-1,1 1 1,0-1 0,-1 0 0,1 1 0,0-1 0,0 1 0,0 0 0,0-1 0,1 1 0,-1 0 0,0-1 0,1 1 0,-1 0 0,1 0 0,-1 0 0,1-1 0,0 1 0,0 0 0,0 0 0,0 0 0,0 0 0,0 0 0,0-1 0,1 1 0,-1 0 0,1 0-1,-1 0 1,1-1 0,0 1 0,1 2 0,3 2-134,0-1 0,0 1 0,0-1 0,1 0 0,-1-1 0,1 1-1,0-1 1,1-1 0,11 7 0,27 18-1039,-40-24 907,-1 1 0,1 0-1,-1 0 1,0 0 0,0 0 0,-1 0 0,1 1 0,2 8-1,-5-12 218,0-1-1,0 1 1,0 0-1,-1 0 1,1 0 0,-1 0-1,1 0 1,-1 1-1,0-1 1,0 0-1,0 0 1,0 0-1,0 0 1,0 0-1,-1 0 1,1 0-1,-1 0 1,0 0-1,1 0 1,-1 0-1,0 0 1,0 0-1,0 0 1,0-1-1,0 1 1,-1 0-1,1-1 1,0 1-1,-1-1 1,-2 3-1,-3 0 92,0 1 1,-1-1-1,0 0 0,0-1 0,0 0 0,0 0 0,-12 2 1,-67 8 583,41-7-1013,45-6-230,-6 0 472,5-18-14496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6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421 0 7331,'0'0'14695,"-77"171"-10405,47-83-976,5 4-1698,0 0-575,0-8-641,-2-3-400,-2-10-320,-3-6-1089,-1-15-1120,-3-8-1409,-3-19-1856,-3-14-5348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6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1 155 11589,'0'0'5381,"17"-2"-522,59-8-1324,-74 10-3395,1 0 0,-1 0 0,1 0 0,-1 0 0,1 1 0,-1-1 0,1 0 1,-1 1-1,1 0 0,-1 0 0,1-1 0,-1 1 0,0 1 0,0-1 0,0 0 0,1 1 1,-1-1-1,0 1 0,-1-1 0,1 1 0,0 0 0,0 0 0,-1 0 0,1 0 1,-1 0-1,0 0 0,1 0 0,0 3 0,2 2 175,6 13 21,-2-1 0,0 1 0,-1 1 0,-1-1 0,-1 1 1,-1 1-1,-1-1 0,1 40 0,-2-80-314,1-1 0,1 1 0,1 0 0,0 0 0,1 0 0,1 1 0,1 0 0,16-27 0,-8 19-941,2 0 0,0 0 0,1 2 0,40-39 0,-28 38-2963,-10 10-1573,-2 6-3910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6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0 6531,'0'0'14975,"-19"5"-11309,-58 16-758,74-20-2699,0 0 0,0 0 0,0 0 0,1 1 0,-1-1 0,0 1 0,1-1 0,-1 1 0,1 0 0,-1 0 0,1 1 0,0-1 0,0 0 0,0 1 0,0-1 0,0 1 0,1-1 0,-3 5 0,3-2-106,-1 0 1,1 1-1,0-1 1,0 0-1,1 1 1,0-1-1,0 8 1,0-6-216,1-6 112,-1 0 0,0 0 0,1-1 0,-1 1 1,1 0-1,-1 0 0,1-1 0,-1 1 0,1-1 0,0 1 0,-1 0 0,1-1 1,0 0-1,-1 1 0,1-1 0,0 1 0,0-1 0,-1 0 0,1 1 0,0-1 1,0 0-1,0 0 0,0 0 0,-1 1 0,1-1 0,0 0 0,0 0 0,0 0 1,0-1-1,0 1 0,0 0 0,33-2-60,-23-1-36,-1 1 1,0-1-1,0-1 1,0 0-1,0 0 0,-1-1 1,1 0-1,-1-1 1,-1 0-1,1 0 0,9-10 1,-18 19 204,0 1 0,0-1 1,0 0-1,0 1 0,1-1 0,-1 0 0,1 1 1,1 3-1,-1-4-485,0 1-1,0 0 1,0-1 0,1 1-1,-1-1 1,1 0 0,0 1 0,0-1-1,0 0 1,4 5 0,-2-6-504,-1 1 0,1-1 0,0-1 0,-1 1 1,1 0-1,0-1 0,0 0 0,0 0 0,0 0 0,0 0 1,0-1-1,0 0 0,5 0 0,40 1-11448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6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1 8308,'0'0'15111,"-140"0"-9717,98 8-2593,7 11-1648,12 0-1153,10 6 0,11 0 0,2 2 0,13-4 0,20-4-848,13-8-865,8-11-1521,7 0-1504,0-21-4130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7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356 1 4786,'0'0'18385,"-25"25"-13962,4-5-3546,3-4-370,0 2 0,1 0 0,1 1 0,1 1 0,0 0 0,2 1 0,-20 41 0,-2 22-459,5 1 0,3 1 0,4 2 0,-20 145 0,41-219-48,-2 40 0,4-52 0,-1-1 0,1 1 0,0 0 0,0-1 0,1 1 0,-1 0 0,0-1 0,1 1 0,-1-1 0,1 1 0,-1 0 0,1-1 0,0 1 0,-1-1 0,1 0 0,0 1 0,0-1 0,0 1 0,0-1 0,0 0 0,1 0 0,-1 0 0,0 0 0,3 2 0,6 0-206,0-1-1,0 0 1,1 0 0,-1-1-1,1-1 1,17 0-1,-11-1-1973,-1-1-1,1 0 0,24-8 1,15-14-8927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7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15591,'0'0'1617,"186"27"-64,-80-25-1553,5-2-7252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7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15 5426,'0'0'13954,"-4"-2"-11305,-12-10-245,16 12-2332,0 0 0,0 0 0,-1 0 0,1 0 0,0 0 0,-1 0 0,1-1 0,0 1 1,0 0-1,-1 0 0,1 0 0,0 0 0,-1 0 0,1 0 0,0 0 0,0 0 0,-1 0 1,1 1-1,0-1 0,-1 0 0,1 0 0,0 0 0,0 0 0,-1 0 0,1 0 1,0 1-1,0-1 0,-1 0 0,1 0 0,0 0 0,0 1 0,0-1 0,-1 0 0,1 0 1,0 0-1,0 1 0,0-1 0,0 0 0,-1 1 0,1-1 0,-5 14 523,5-11-201,-18 55 1972,-10 70-1,20-64-5317,5 0-6574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8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8948,'0'0'7046,"19"-6"-3927,21-3-1956,1 2 0,0 1 0,0 2 1,1 2-1,-1 2 0,75 9 0,-58 1-970,0 3 1,-1 3-1,-1 1 0,-1 4 0,0 1 0,-2 3 1,0 3-1,-2 1 0,-2 3 0,0 2 0,67 62 1,-104-84-270,-1 0 0,0 0 1,0 2-1,-1-1 0,-1 1 1,12 24-1,-20-35 54,1 0 0,0 1 0,-1-1 0,0 1-1,0 0 1,0-1 0,0 1 0,0 0 0,-1 0-1,0 0 1,0-1 0,0 1 0,0 0 0,-1 0 0,1 0-1,-1-1 1,0 1 0,0 0 0,0-1 0,-1 1 0,1-1-1,-1 1 1,0-1 0,0 0 0,0 1 0,0-1 0,-1 0-1,1 0 1,-1-1 0,1 1 0,-1-1 0,0 1-1,-5 2 1,-10 5 97,1-1 0,-1 0 0,-1-2 0,0 0-1,0-1 1,-37 7 0,-130 9 1223,129-17-841,-79 6 708,34-5-821,1 6 1,-103 24-1,195-34-381,7-2 14,0 0-1,0 1 1,1-1 0,-1 0 0,0 1 0,1-1 0,-1 1 0,0-1 0,1 1 0,-1 0 0,1 0 0,-1 0 0,1 0-1,0 0 1,-1 0 0,1 0 0,0 0 0,-1 0 0,1 1 0,0-1 0,0 0 0,-1 3 0,2-4-25,0 1 0,0-1 0,0 0 1,0 0-1,0 1 0,0-1 0,-1 0 0,1 0 1,0 1-1,0-1 0,1 0 0,-1 0 0,0 1 1,0-1-1,0 0 0,0 0 0,0 1 1,0-1-1,0 0 0,0 0 0,0 1 0,0-1 1,1 0-1,-1 0 0,0 0 0,0 1 0,0-1 1,1 0-1,-1 0 0,0 0 0,0 1 0,0-1 1,1 0-1,-1 0 0,0 0 0,0 0 1,1 0-1,-1 0 0,0 0 0,0 0 0,1 0 1,-1 0-1,0 0 0,0 1 0,1-2 0,12 4-1310,0-1 0,0-1 0,1 0 0,17-2 0,-3 0-581,64 1-5182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8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1 3618,'0'0'25027,"-8"6"-21492,-47 35-2900,-17 13-683,71-53 48,0 0 0,0 0 0,0 0 0,0 0 0,0 0 0,0 1 0,0-1 0,1 0 0,-1 0 0,0 1 0,0-1 0,1 0 0,-1 2 0,1-2 0,0-1 0,0 0 0,0 1 0,0-1 0,0 1 0,0-1 0,0 0 0,1 1 0,-1-1 0,0 0 0,0 1 0,0-1 0,0 0 0,1 1 0,-1-1 0,0 0 0,0 0 0,1 1 0,-1-1 0,0 0 0,1 0 0,-1 1 0,0-1 0,1 0 0,-1 0 0,0 0 0,1 0 0,-1 1 0,0-1 0,1 0 0,-1 0 0,42 2 0,-29-3 0,2 1 0,-1-2 0,1 0 0,-1 0 0,1-2 0,-1 1 0,0-2 0,22-10 0,-30 11 0,-12 2 0,-13 3 0,16 1 1,0-1 0,0 1 0,1 0 0,-1 0 0,0 0 1,1 1-1,0-1 0,-1 0 0,1 1 0,0-1 0,0 1 0,0 0 0,1 0 0,-1 0 0,1 0 0,-1 0 1,1 0-1,0 0 0,0 0 0,1 1 0,-1-1 0,0 5 0,0 5-63,0 0 0,0-1 0,1 1 0,3 19 0,-3-31-107,1 0 0,-1 0 0,0 1 1,1-1-1,-1 0 0,1 0 1,-1 0-1,1 0 0,0 1 1,0-1-1,-1 0 0,1 0 1,0 0-1,0-1 0,0 1 1,0 0-1,0 0 0,0 0 1,0-1-1,0 1 0,1 0 1,2 1-393,0-1 0,-1 0 0,1 0 0,0 0 0,0 0 0,0 0 0,4-1 0,4 1-1517,0-2 0,-1 1 1,1-2-1,13-2 0,36-19-8198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8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16856,'0'0'13286,"-52"165"-11653,41-83-641,3-1-992,6-4 0,2-6 0,0-8 0,0-13 0,-4-14 0,-3-11 0,1-13 0,-4-5-1521,-5-7-1568,-8 0-1185,-8-19-4946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1:59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5923,'0'0'5845,"23"-2"-520,-9 1-4458,148-8 6155,110-2-1673,-271 11-5261,-23 13 174,1-1-170,1 2 0,0 0 0,-17 18 0,32-28-113,0 1 0,1 0 1,0 0-1,0 0 0,0 0 1,0 1-1,1 0 0,0 0 0,0 0 1,1 0-1,0 0 0,0 0 1,0 1-1,1-1 0,-1 0 0,1 11 1,2-16-6,-1 0 0,1-1 1,0 1-1,0 0 0,0 0 1,0-1-1,0 1 0,0-1 0,0 1 1,0-1-1,0 0 0,0 1 1,0-1-1,1 0 0,-1 0 1,0 1-1,0-1 0,0 0 1,0 0-1,0 0 0,1-1 0,-1 1 1,0 0-1,2-1 0,2 1-12,7 0 55,0 0 0,0-1 0,0 0 0,-1-1 0,1-1 0,0 0 0,-1 0 0,1-1 0,-1 0 0,0-1 0,0-1 0,-1 0 0,12-8 0,-22 70 1698,-3-19-2428,3 56-1,0-90 414,1-1-1,-1 0 1,0 1-1,0-1 1,1 0-1,0 1 1,-1-1-1,1 0 1,0 0-1,0 1 1,0-1-1,3 4 1,-3-5-232,0 0-1,0 0 1,1 0-1,-1 0 1,0-1-1,1 1 1,-1 0 0,1-1-1,-1 1 1,1 0-1,-1-1 1,1 0 0,2 1-1,34 1-15752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0 6755,'0'0'19361,"-4"25"-17766,2-9-1288,-4 30 605,-2 0 1,-18 54-1,-49 102 808,3-12-1428,63-151-338,9-38 18,0 0 0,0 0 0,0 0 1,0 0-1,0 0 0,0 0 0,0 0 0,1 0 0,-1 0 0,0 0 0,0-1 0,1 1 0,-1 0 0,1 0 0,-1 0 0,1 0 0,-1-1 0,1 1 0,0 0 0,-1 0 0,1-1 0,0 1 0,-1-1 0,1 1 0,0-1 0,0 1 0,0-1 0,0 1 0,-1-1 0,1 1 0,0-1 0,0 0 0,0 0 0,0 1 0,0-1 0,1 0 1,17 2-733,0-1 1,1-1-1,-1 0 1,34-6-1,-44 5-10,-1-1-1,0-1 1,0 0 0,0 0-1,13-7 1,-16 7 1,-1 1 1,0-1 0,-1 0-1,1-1 1,0 1 0,-1-1-1,0 1 1,1-1-1,-1 0 1,4-9 0,2-18-6588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8180,'0'0'11013,"168"-23"-8916,-91 23-1025,-6 4-399,-10 13-673,-7 2-145,-6-2-1727,-4-1-1842,-9-5-2721,-5-9-2849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4018,'0'0'23931,"75"35"-23227,-54-24-416,-2-1-224,6 1-64,5-3-256,-1-2-1168,4-6-1154,-1 0-2048,-1 0-3858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816 0 3778,'0'0'12936,"-14"20"-9636,-197 299 5585,48-100-7024,10-13-1714,86-110-196,-109 159-3348,154-213 1125,13-14-1982,9-28 4074,0 0 0,0 0 0,0 1 0,0-1 0,0 0 0,0 1 1,-1-1-1,1 0 0,0 1 0,0-1 0,0 0 0,0 0 0,0 1 0,0-1 0,0 0 0,0 1 1,0-1-1,1 0 0,-1 1 0,0-1 0,0 0 0,0 0 0,0 1 0,0-1 0,0 0 0,1 1 1,-1-1-1,0 0 0,0 0 0,0 0 0,1 1 0,-1-1 0,0 0 0,0 0 0,1 0 0,-1 1 1,19 0-6208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0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1 9108,'0'0'14743,"-96"132"-13158,69-70-1,-3 14 1,1 1-432,4-2-289,4-2-448,0-8-416,2-10-176,5-14-752,-3-13-881,7-16-960,3-12-1073,7-21-11637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1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33 7988,'0'0'11392,"19"-7"-8575,62-17-1056,-78 23-1662,0 1 0,1 0 0,-1 0 0,0 0 0,1 0 0,-1 0 0,0 1 0,0-1 0,1 1 1,-1 0-1,0 0 0,0 0 0,0 1 0,0-1 0,0 1 0,0-1 0,0 1 0,0 0 0,-1 0 0,1 0 1,-1 1-1,1-1 0,-1 1 0,0-1 0,0 1 0,0 0 0,2 4 0,-2-5-50,-1 0 0,0 1 0,1-1-1,-1 0 1,0 0 0,0 1 0,0-1-1,-1 1 1,1-1 0,0 0 0,-1 1 0,0 0-1,0-1 1,1 1 0,-1-1 0,-1 1 0,1-1-1,0 1 1,-2 3 0,1-3 48,0 1 0,-1-1 0,0 0 0,0 0 0,0 0 0,0 0 1,0-1-1,-1 1 0,1-1 0,-1 1 0,0-1 0,-3 3 0,-9 4 318,1-1 0,-1-1 0,0 0 0,-25 7 0,39-14-408,-20 6 139,15-5-259,0 1 1,0-1-1,1 1 0,-1 0 1,1 1-1,-1-1 1,1 1-1,-9 6 0,33-10-22163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1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10 8820,'0'0'14980,"3"11"-13427,11 37-619,-13-47-898,0 1 1,-1-1 0,1 1-1,0-1 1,0 1-1,0-1 1,0 0 0,0 1-1,0-1 1,0 0 0,0 0-1,0 0 1,1 0-1,-1 0 1,0 0 0,1 0-1,-1 0 1,1 0 0,-1-1-1,1 1 1,2 0-1,32-1 1,-23-1 25,-5 1-69,-2 1-49,0-1 0,0 0 0,0-1 0,0 0 0,0 0 0,6-2 0,-10 3 45,-1-1 0,0 1-1,1-1 1,-1 0-1,0 0 1,1 0-1,-1 0 1,0 0-1,0 0 1,0 0-1,0 0 1,0 0-1,0-1 1,0 1 0,0 0-1,0-1 1,-1 1-1,1 0 1,0-1-1,-1 1 1,0-1-1,1 1 1,-1-1-1,0 1 1,1-1 0,-1 1-1,0-1 1,0-2-1,-1 2 21,0 0-1,0 0 1,0 0-1,0 0 1,0 0-1,0 0 1,0 0-1,-1 1 0,1-1 1,-1 0-1,1 1 1,-1-1-1,0 1 1,0 0-1,1-1 1,-1 1-1,0 0 1,0 0-1,0 0 1,0 0-1,0 1 1,0-1-1,-1 1 1,-1-1-1,-9-3 162,0 0-1,-24-2 0,32 5 65,0 1-1,0-1 0,1 1 0,-1 0 0,0 0 0,0 1 1,0-1-1,1 1 0,-1 0 0,0 1 0,-8 3 0,11-4-124,-1 1 0,1 0 0,0 0 0,0 0-1,0 0 1,0 1 0,0-1 0,1 1 0,-1-1-1,1 1 1,-1-1 0,1 1 0,0 0 0,0 0 0,0-1-1,0 1 1,1 0 0,-1 0 0,1 0 0,0 0-1,0 3 1,-1 4-104,0-1-1,1 1 0,0 0 1,1-1-1,0 1 0,0-1 1,1 1-1,0-1 1,1 1-1,0-1 0,1 0 1,0 0-1,0-1 1,1 1-1,0-1 0,0 0 1,1 0-1,0 0 0,0-1 1,1 0-1,0 0 1,0-1-1,1 0 0,-1 0 1,2-1-1,-1 0 0,11 5 1,-11-7-588,-1 0 0,1 0 0,0-1 0,-1-1-1,1 1 1,0-1 0,0 0 0,10-1 0,19 0-5278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03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0 732 2673,'0'0'7865,"8"-2"-6680,26-3 206,0 1 0,-1 1 1,53 3-1,54-3-588,464-64-358,2 12-418,699-55-987,-1148 99 720,962-49-553,-774 53 749,892-11 43,-1091 18-81,1160-4 552,0-29 1314,-464 15-1454,109-4-412,-732 10-225,756-26-384,-287 40 186,561-11-3213,-195-78 3784,-362-32 5147,-561 81 81,-107 30-2178,-23 8-3040,-1 0 0,0 0 1,1 0-1,-1 0 0,0 0 1,0 0-1,1 0 0,-1 0 1,0 0-1,1 0 0,-1 0 1,0 0-1,1 0 0,-1 0 1,0 0-1,1 0 0,-1 0 1,0 1-1,0-1 0,1 0 1,-1 0-1,0 0 0,1 0 1,-1 1-1,0-1 0,0 0 1,0 0-1,1 1 0,-1-1 1,0 0-1,0 0 0,0 1 1,0-1-1,1 0 0,-1 1 1,0-1-1,0 0 0,0 1 1,0-1-1,0 0 0,0 1 1,0-1-1,0 0 0,0 1 1,0-1-1,0 0 0,0 1 1,0-1-1,0 0 0,0 0 1,-1 1-1,1-1 0,0 0 1,0 1-1,0 0-97,0 0 0,-1 0 0,1 0 0,0 0 0,0-1 0,-1 1 0,1 0 0,-1 0 0,1 0 1,-1 0-1,1-1 0,-1 1 0,1 0 0,-1 0 0,0-1 0,1 1 0,-1 0 0,0-1 0,0 1 0,0-1 0,-1 1 0,-6 1-1923,1-1 0,-1 0 1,0 0-1,-12-1 0,10 0-409,-18 0-6304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2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1 208 5683,'0'2'14386,"2"9"-13699,29 13-550,10 12-122,-38-33-14,-1 0 1,1 1-1,-1 0 0,1-1 0,-1 1 0,0 0 1,0 0-1,-1 0 0,1 0 0,-1 1 0,0-1 0,0 0 1,0 1-1,-1-1 0,1 0 0,-1 1 0,-1 4 1,1-9 139,-2 0-130,0 0 0,0 0 0,0 0 0,-1 0 0,1-1 0,0 1 0,0-1 0,0 0 0,0 0 0,0 0 0,0 0 0,0 0 0,0 0 0,0 0 0,0 0 0,1-1 0,-1 1 0,-2-3 0,2 0-4,-1 1-1,1-1 1,0 0 0,0 0 0,0 0 0,0 0 0,1 0 0,-3-9 0,1-6-17,1-1-1,0 0 1,2-28-1,1 30 14,-2 9-30,1-8-41,1-1 1,0 1-1,4-19 0,-4 32-15,-1 0-1,1 0 1,1 0 0,-1 0-1,0 1 1,1-1-1,0 0 1,0 1-1,0 0 1,0-1 0,1 1-1,-1 0 1,1 0-1,-1 0 1,1 0 0,0 1-1,1-1 1,-1 1-1,6-3 1,-4 3-550,0 1-1,1 0 1,-1 0 0,0 0 0,1 1-1,-1 0 1,1 0 0,8 1 0,6 0-3505,1-1-2193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3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0 592,'0'0'15277,"-14"2"-13682,-42 7-298,50-7-1144,1 0 0,0 0-1,0 0 1,0 0 0,0 1 0,0 0 0,1 0 0,-1 0 0,1 0 0,0 1 0,0 0 0,0-1 0,0 2 0,1-1 0,-6 9 0,3-3-58,1 0 0,0 1 0,0 0 0,1 0 0,-4 17 0,8-27-95,-8 48 70,7-47-69,1-1-1,0 1 1,0-1 0,-1 1-1,1 0 1,0-1 0,1 1-1,-1-1 1,0 1 0,0-1-1,1 1 1,-1-1-1,1 1 1,-1-1 0,1 1-1,-1-1 1,1 1 0,0-1-1,0 0 1,0 1 0,0-1-1,0 0 1,0 0-1,0 0 1,0 0 0,0 0-1,2 1 1,6 0 11,-1 0 1,1-1-1,-1 0 1,1 0-1,-1-1 1,1 0-1,-1 0 1,1-1-1,-1 0 1,1-1-1,-1 0 0,0 0 1,1-1-1,-1 0 1,-1-1-1,1 1 1,10-8-1,-16 6 9,0 0 0,0 0 0,0 0 0,-1-1 0,0 1-1,0-1 1,0 1 0,-1-1 0,0 1 0,0-8 0,0 5-24,1-61 51,-2 68-81,1 1 1,-1-1-1,1 1 1,-1-1-1,1 1 1,-1-1-1,1 1 1,-1 0-1,0-1 0,1 1 1,-1 0-1,0-1 1,1 1-1,-1 0 1,1 0-1,-1 0 1,0-1-1,0 1 0,1 0 1,-1 0-1,0 0 1,1 0-1,-1 0 1,0 0-1,1 1 1,-1-1-1,0 0 1,1 0-1,-2 1 0,0-1-300,1 0 0,-1 0 0,0 1 0,1-1 0,-1 1 0,0-1 0,1 1 0,-1 0-1,1-1 1,-1 1 0,1 0 0,-1 0 0,-1 2 0,-5 12-4432,3 2-1512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3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18 1745,'0'0'16330,"-9"-4"-15396,3 2-854,3 0 29,-1 1 0,0-1 0,0 1 0,0 0 0,0-1 0,0 2 0,0-1 0,0 0 0,0 1 0,0 0 0,0 0 0,0 0 0,0 1 0,-1-1 0,1 1 0,0 0 0,0 0 0,0 0 0,1 1 0,-8 3 0,1 1 177,0 2 0,0 0 0,1 0 0,-11 12 1,17-16-254,0 0 0,0 0 0,0 0 0,1 0 0,0 0 0,-1 0 0,2 1 0,-1-1 0,0 1 0,1-1 0,0 1 0,0 0 0,0-1 0,1 7 0,0-9-36,1-1 0,0 1 0,-1-1 0,1 0 0,0 1 0,0-1 0,0 0 0,0 0 0,1 1 0,-1-1 0,0 0 0,0 0 0,1 0 0,-1 0 0,0 0 0,1-1 0,-1 1 0,1 0 0,-1-1 0,1 1 0,-1-1 0,4 1 0,37 9-216,-34-9 114,-1-1 0,0 1 0,0-1 0,0-1 0,10-1-1,-15 2 99,1-1 0,0 0 0,-1 0 0,1 0 0,-1 0 0,1-1 0,-1 1 0,0-1 0,1 1 0,-1-1 0,0 0 0,0 0 0,0 0 0,-1 0 0,1 0 0,2-4 0,2-4 3,0 0 1,0-1-1,5-12 0,-10 18 6,1 1 0,-1 0-1,0 0 1,0 0 0,0-1 0,-1 1-1,1-1 1,-1 1 0,0 0 0,0-1 0,-1 1-1,0-6 1,0 10-74,1-1-1,-1 0 1,0 0 0,1 1-1,-1-1 1,0 1 0,1-1-1,-1 1 1,0-1 0,1 1-1,-1-1 1,0 1 0,0-1-1,0 1 1,0 0 0,0 0-1,1-1 1,-1 1-1,0 0 1,0 0 0,0 0-1,0 0 1,-1 0 0,-27 0-5469,21 1 1039,1-1-2311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4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3 2657,'0'0'12174,"-1"-1"-12064,1 1 1,-1 0-1,1 0 0,0-1 1,-1 1-1,1 0 0,-1 0 1,1 0-1,-1 0 0,1-1 1,-1 1-1,1 0 0,-1 0 1,1 0-1,-1 0 1,1 0-1,-1 0 0,1 0 1,-1 1-1,1-1 0,-1 0 1,1 0-1,0 0 0,-1 0 1,1 1-1,-1-1 1,1 0-1,-1 0 0,0 1 1,0 3 124,-1-1 0,1 1 0,0 0 0,0 0 0,0-1 0,0 1 0,1 0 0,-1 6 0,0 5 427,-5 17 371,-9 60 1561,-27 90 0,31-149-2341,-22 88 303,30-105-572,1-1-1,0 1 1,1 0-1,1 0 1,2 29-1,-1-44-12,-1 0-1,1 0 1,-1 0-1,1 0 1,0 0-1,-1 0 1,1 0-1,0 0 1,0 0-1,-1 0 1,1 0-1,0 0 1,0 0-1,0 0 1,0-1-1,0 1 1,0 0-1,0-1 1,1 1-1,-1-1 1,0 0-1,0 1 1,0-1-1,1 0 1,-1 1-1,0-1 1,0 0-1,3 0 1,41-1-907,-35 1 662,-5-1-64,0 1 0,0-1 0,0-1 0,0 1 0,0-1 1,0 0-1,0 0 0,-1 0 0,1 0 0,4-4 0,39-33-7990,-28 18 1087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4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9748,'0'0'6852,"146"-40"-5748,-85 32-896,6 8-208,-2 0 0,-5-2-1857,-1-5-4241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6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1 243 272,'0'0'10312,"20"-11"-8456,149-70 1994,-98 50-2518,133-51 245,-174 73-1348,0 1 0,0 1 0,0 2-1,1 1 1,37 0 0,-62 4-173,0 0-1,0 0 1,0 0-1,0 1 1,0 0-1,0 0 1,0 1-1,9 3 1,-12-3-19,0 0 0,0 0 0,0 1 0,0-1 0,0 1 0,0 0 0,-1-1 0,0 1 0,1 1-1,-1-1 1,0 0 0,-1 0 0,1 1 0,-1-1 0,2 5 0,2 6 124,-1-1-1,-1 1 1,0 0-1,-1 0 1,1 19-1,-4 75 511,-1-58-384,-1-11-14,-3-1 1,0 1-1,-3-1 0,-15 43 0,8-26 55,1-2-115,-49 209 2135,62-246-2358,6-24-1952,1-11-2651,-2 4-3350,-3 2-4111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7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67 896,'0'0'6945,"2"-10"-5232,7-33-54,-4 30 2214,-1 13-492,1 14-832,-4-13-2870,9 27 1464,2 0 0,1-1-1,22 36 1,-19-36-768,-10-18-295,-1-1 0,2-1 0,-1 1 0,1-1 0,14 13 0,3 1-21,-24-20-123,13-14-15508,-1-1 9062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8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398 9 2593,'0'0'7825,"2"-9"-21,-9 10-7442,0 0 0,0 0 1,0 1-1,0 0 1,1 0-1,-1 0 0,0 1 1,-9 5-1,-54 35 1471,37-22-1199,-18 10 66,14-10-402,1 1 1,-52 44-1,75-49-279,13-17-51,25-1-1897,16-9-4640,-22 4-300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19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857 138 2417,'0'0'10674,"-1"-4"-8067,1 2-2474,-1 1 0,1 0 0,-1-1-1,0 1 1,0 0 0,1 0 0,-1 0 0,0 0 0,0 0 0,0 0 0,0 0 0,0 0 0,0 0-1,0 0 1,0 0 0,0 1 0,-1-1 0,1 0 0,0 1 0,0-1 0,-1 1 0,1 0-1,-2-1 1,-2 0 95,1 1-1,-1 0 1,1 0-1,-1 0 1,1 0-1,-1 1 1,-6 1-1,-9 4 499,0 1 0,-27 12 0,-10 9 445,1 3 1,1 1-1,-97 78 0,112-76-878,2 1 0,1 3 0,1 1 0,3 1 0,-35 54 0,49-63-259,2 0 0,2 1 0,0 0 0,2 1 0,2 1 0,1 0 0,1 0 0,3 1 0,0 0 0,-1 49 0,6-40 73,7 73 0,-3-95-102,1-1 0,1 0 1,0 0-1,2 0 0,13 28 0,-6-21-27,2-1 0,0-1 0,2 0 0,0-1 0,2-1 0,1-1 0,43 38 0,-48-48-4,1-1 1,0 0-1,1-1 0,0 0 1,1-2-1,0 0 0,0-1 1,1-1-1,-1-1 0,2-1 1,-1-1-1,36 4 0,-31-7 26,0-1-1,0 0 0,0-2 1,0-1-1,0-1 0,0-2 1,31-10-1,5-8 16,-2-4-1,-1-1 1,-1-4-1,-2-1 1,85-70 0,-70 43 11,-2-3 0,-4-3 0,80-104 0,-125 145-24,-1 0 0,0 0-1,-2-2 1,-2 0 0,0-1 0,-2 0-1,-1-1 1,-1-1 0,-2 1-1,-1-1 1,-1-1 0,-2 1 0,1-56-1,-6 72 8,0 0 0,-2 1 0,1-1 0,-2 0 0,0 1-1,0 0 1,-2 0 0,0 0 0,0 0 0,-1 1 0,-1 0 0,0 1 0,-1-1-1,-12-12 1,-16-14 38,-2 2 0,-74-55 0,64 54-56,-50-50 0,80 68 3,11 11 14,0 0 1,-1 1-1,0 0 1,0 0 0,-12-7-1,17 13 8,0 0-1,-1 0 1,1 1-1,-1-1 1,1 1 0,-1 0-1,1 0 1,-1 1-1,0-1 1,1 1 0,-1 0-1,0 0 1,1 1-1,-1-1 1,0 1 0,1 0-1,-6 2 1,-6 3 22,0 0 1,1 1 0,0 1-1,1 0 1,-19 15-1,-63 56-26,92-76-208,-23 26 364,26-27-525,0-1 1,0 1 0,1 0 0,-1 0-1,0-1 1,1 1 0,-1 0-1,1 0 1,-1-1 0,1 1 0,0 2-1,1-2-278,0-1-1,1 0 1,-1 1-1,1-1 1,-1 0-1,1 0 0,-1 0 1,1 0-1,-1 0 1,1 0-1,0-1 1,0 1-1,-1 0 1,1-1-1,0 0 1,2 1-1,-1 0-1115,15 3-8501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2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26 1297,'0'0'6141,"-2"-3"-5295,1-2-394,-2-5 4,-5 3 11038,4 14-8817,0 6-3142,-5 35 1735,-5 94 0,13-107-1142,-2 1-1,-1-1 1,-2-1 0,-1 1-1,-16 45 1,16-66-1929,7-20-5467,5-13-1149,-2 7 7262,12-16-5832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3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42 4722,'0'0'9935,"-1"3"-8219,-2 6-1163,0-1 0,0 0 0,-1 0 0,-1 0 0,1-1 0,-1 0 0,-7 9 0,4-5-177,0 0 1,1 0 0,-6 14 0,7-11-290,0 0 0,1 1 1,1 0-1,0 0 0,1 0 1,1 0-1,0 1 1,1-1-1,1 1 0,0-1 1,3 18-1,-2-31-93,0 0 1,0 1-1,0-1 1,0 0-1,0 0 0,1 0 1,-1 0-1,1 0 1,0 0-1,-1 0 1,1 0-1,0-1 0,0 1 1,0 0-1,0-1 1,0 0-1,0 0 0,1 0 1,-1 0-1,0 0 1,1 0-1,-1 0 0,1-1 1,-1 1-1,0-1 1,5 1-1,2 0 6,1 0 1,-1-1-1,1 0 0,-1 0 0,18-3 1,-24 2 7,0 0 0,0 0 0,0-1 0,-1 1 0,1-1 0,-1 1 1,1-1-1,-1 0 0,1 0 0,-1 0 0,0 0 0,0-1 0,2-3 0,25-37 93,-21 29-78,0 1 145,-1 0 0,-1-1 0,0 0-1,-1 0 1,0 0 0,-1-1 0,-1 1 0,0-1 0,-1 0 0,1-20-1,-3 29-28,0-1-1,-1 1 1,1 0 0,-1 0-1,0 0 1,0 0-1,-1 0 1,0 0-1,0 0 1,0 0-1,-1 1 1,0-1-1,0 1 1,-1 0-1,1 0 1,-1 0-1,0 0 1,0 0 0,-1 1-1,1 0 1,-1 0-1,0 0 1,0 1-1,0-1 1,-1 1-1,1 0 1,-9-3-1,7 5-30,0-1 0,0 1 0,0 0 0,0 0 0,0 1 0,0 0 0,0 0 0,1 1 0,-1-1 0,0 2 0,0-1 0,0 1 0,0 0 0,1 0 0,-1 1 0,1 0 0,0 0 0,0 0 0,0 1 0,0 0 0,1 0 0,-1 1 0,1-1 0,-8 10 0,13-14-134,0 0 0,0 1-1,0-1 1,0 0 0,0 1 0,-1-1-1,1 0 1,0 1 0,0-1-1,0 0 1,0 1 0,0-1 0,0 0-1,0 1 1,0-1 0,0 0-1,0 1 1,0-1 0,0 0 0,1 1-1,-1-1 1,0 0 0,0 1 0,0-1-1,0 0 1,1 1 0,-1-1-1,0 0 1,0 0 0,0 1 0,1-1-1,-1 0 1,0 0 0,0 0-1,1 1 1,-1-1 0,0 0 0,1 0-1,-1 0 1,0 0 0,1 1-1,-1-1 1,0 0 0,1 0 0,-1 0-1,0 0 1,1 0 0,-1 0 0,0 0-1,1 0 1,-1 0 0,0 0-1,1 0 1,-1 0 0,0 0 0,1-1-1,29 1-2217,-20 0 1069,-2 0-74,0 0 0,0-1 0,0 0-1,0 0 1,0-1 0,0 0 0,8-4-1,31-17-9077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4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7 178 768,'0'0'8583,"-1"-2"-6113,0 1-1891,0-1 0,1 1 0,-1-1 0,0 1 0,1-1 0,-1 1-1,1-1 1,0 1 0,-1-1 0,1 1 0,0-1 0,0 0 0,0 1-1,0-1 1,1-2 0,-1 2-362,1 0-1,0 1 1,0-1 0,-1 0-1,1 0 1,0 1-1,0-1 1,1 1 0,-1-1-1,0 1 1,3-3 0,3-2-404,1 1 1,0 0-1,1 0 1,13-6-1,-12 6 845,25-11-503,1 2 0,0 0-1,1 3 1,1 1 0,0 2-1,0 1 1,0 3 0,42-1 0,-76 5-146,0 0 1,0 1 0,0-1 0,0 1 0,0 0-1,-1 0 1,1 0 0,0 1 0,-1-1-1,1 1 1,-1 0 0,1 0 0,-1 0 0,0 0-1,0 1 1,0-1 0,0 1 0,0 0-1,-1 0 1,1 0 0,-1 0 0,0 0 0,0 0-1,0 1 1,0-1 0,-1 1 0,1 0-1,1 5 1,2 9 37,-1 1-1,0 0 0,-1 0 0,0 28 1,0 14 103,-2 0 0,-3 0 0,-3 0 0,-3 0 0,-2-1 1,-19 65-1,17-85-57,-58 211 1382,69-233-1238,2-17-382,-1 0-1,0 0 1,0-1 0,0 1-1,0 0 1,0 0 0,0 0-1,0 0 1,-1-1 0,1 1-1,0 0 1,0 0 0,0 0-1,-1-1 1,1 1 0,-1 0-1,1 0 1,0-1 0,-2 2-1,-14 1-7140,3-3 1142,-1-2-1353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4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6611,'0'0'16159,"11"2"-14456,-4 0-1464,-1-1-77,-1 0 0,1 1 1,-1-1-1,0 1 0,1 1 0,-1-1 0,0 1 0,0 0 1,-1 0-1,1 0 0,-1 1 0,8 6 0,16 20 985,2-2 0,40 31 1,-50-44-1101,0-2 0,0-1 0,2 0 0,-1-1 0,29 9 1,-46-19-2116,2-12-16287,3-8 9450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4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1 5250,'0'0'12625,"-13"7"-10899,-38 24 174,2 3 1,-82 72-1,113-90-2263,-3 4 1273,-35 41 1,50-53-1301,0 0 0,1 0 0,-6 14 1,8-16-438,1-1 1,1 0 0,-1 0-1,1 1 1,0-1 0,0 1-1,0 7 1,0-3-5377,-6-1-2326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5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809 215 4130,'0'0'8164,"8"-19"-6566,26-59-232,-33 76-1094,0-1 0,0 0 0,0 1 0,-1-1 1,1 0-1,-1 0 0,1 1 0,-1-1 1,0-4-1,0 6-188,0 0 0,-1 1 0,1-1 1,0 0-1,0 0 0,-1 1 0,1-1 0,0 0 0,-1 0 1,1 1-1,-1-1 0,1 0 0,-1 1 0,1-1 1,-1 1-1,1-1 0,-1 0 0,1 1 0,-1-1 1,-1 0-1,-1 0 66,0 0 1,0 1-1,-1-1 1,1 1-1,0-1 1,0 1-1,0 0 1,-1 0-1,1 1 1,-4 0-1,-5 0 134,-43-1 1175,-66 9 1,98-6-1020,1 1 1,-1 2 0,1 0-1,0 1 1,-35 18 0,24-7-348,2 1 1,1 2-1,0 1 1,2 1-1,0 1 1,2 2-1,0 0 1,2 2-1,2 1 1,0 1-1,2 1 1,1 0-1,1 1 1,2 2-1,2-1 1,1 2-1,1 0 1,2 0-1,1 1 1,3 0-1,-5 54 1,9-66-70,2 1 0,0-1 0,1 0 0,2 1 0,0-1 0,2 0 0,0-1 0,14 36 0,-10-38 6,1 0 0,1 0 0,1-1 0,1-1 0,1 0 0,0-1 0,32 30 0,-34-37-28,0-1 0,1-1 1,0 0-1,1-1 0,0-1 0,0 0 1,1 0-1,-1-2 0,1 0 0,1 0 1,-1-2-1,24 3 0,13 0-14,1-3 0,-1-2 0,1-2 0,-1-3 0,0-2-1,0-2 1,0-2 0,51-18 0,-27 1-114,0-3 1,141-78-1,-187 90 56,-1-1 0,-1-2 0,-1-1 0,0-1-1,-2-1 1,-1-1 0,0-1 0,-3-1 0,30-46 0,-40 50 52,0 0 1,-2 0-1,-1-1 0,0 0 0,-2 0 0,-1-1 1,-1 1-1,-1-1 0,-1 0 0,-1 0 0,-2-1 1,0 1-1,-2 0 0,-6-27 0,3 32 39,0 0-1,-2 1 1,0 0-1,-2 1 0,0 0 1,-1 0-1,0 1 1,-1 1-1,-1 0 1,-1 0-1,-1 2 1,-20-18-1,1 4 171,-2 2-1,0 2 1,-1 1 0,-73-32 0,72 39 29,-1 2-1,-73-17 1,88 27-200,0 0 0,0 1 0,0 2-1,0 0 1,0 2 0,-30 4-1,48-4-119,1 1 1,-1 0-1,0 0 0,1 0 0,-1 1 0,1 0 1,0 0-1,0 0 0,0 0 0,0 1 0,1 0 0,0 0 1,-1 0-1,1 0 0,1 1 0,-4 5 0,1-3-836,1 1 0,1 1-1,-7 15 1,-2 26-6380,10-17-629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891 1 1088,'0'0'4549,"-3"2"-4330,-6 2 1438,-12 10 22041,15-7-21003,0 0-6542,-47 61 4766,-121 117-1,64-73-362,30-26-451,4 4 0,-96 149 0,143-192-105,-2-2 0,-1-1 0,-47 48 0,69-81-35,11-8-442,17-11-1178,-6 3 890,33-10-5166,-14 11-4473,-14 4-423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27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737 90 3378,'0'0'9481,"-18"-11"-7653,-58-35-486,73 44-1273,0 0 0,-1 1 0,1-1 0,0 1 0,-1 0 1,1 0-1,-1 0 0,1 1 0,-1-1 0,0 1 0,1 0 1,-1 0-1,1 0 0,-1 0 0,0 0 0,1 1 0,-1 0 0,1 0 1,-1 0-1,1 0 0,-6 3 0,1-1 66,-13 7 333,-1 0-1,1 2 0,1 0 0,-32 26 1,-69 72 1859,90-78-2017,3 1 0,0 1 0,2 2 0,2 1 0,2 0 0,1 2 0,1 1 0,-14 45 1,19-38-160,1 0 0,3 2 0,2-1 1,3 1-1,1 1 0,4 98 1,2-127-117,2-1 0,0 1 0,2-1 0,0 0 0,1 0 0,1 0 0,0-1 0,2 0 0,0-1 1,21 30-1,-21-35-10,0-1 0,1 0 0,1-1-1,0 0 1,0 0 0,1-1 0,0-1 0,1 0 0,0-1 0,1 0 0,0-1 0,0 0 0,0-1 0,30 8 0,-23-10-19,1-1 1,-1-1-1,1 0 1,0-2-1,-1 0 1,1-2-1,27-5 0,-18 1-38,-1-2-1,1-2 1,-2 0-1,41-21 1,-9-3-69,-1-3 0,-2-2 0,96-86 0,-109 86 70,-1-3 1,-3-1-1,-1-2 0,37-56 0,-62 78 28,0-1-1,-2-1 0,-1 0 0,0 0 0,-2-1 0,-1-1 0,-2 0 1,0 0-1,-2-1 0,-1 1 0,1-30 0,-4 35 43,-1 1-1,-1 0 1,-1 0-1,-1 0 1,-1 0 0,0 1-1,-2-1 1,0 1-1,-2 0 1,0 1 0,-1 0-1,-1 0 1,0 1-1,-27-34 1,25 36 36,-1 1 1,-1 0-1,0 1 1,-1 1-1,0 0 1,-1 1-1,-1 0 1,0 2-1,0 0 1,-1 1-1,0 0 1,-1 2-1,0 0 1,0 1-1,0 1 1,-1 1-1,1 0 1,-1 2-1,-26-1 1,22 3-77,0 1 0,-35 6 0,51-5-122,1-1 1,-1 1-1,0 1 0,1 0 0,0 0 1,0 0-1,-1 1 0,2 0 1,-1 0-1,0 1 0,-8 8 1,14-12-65,0-1 1,0 1 0,1 0 0,-1 0 0,0 0 0,1 0 0,-1 0-1,1 0 1,-1 0 0,1 0 0,-1 0 0,1 0 0,0 0 0,-1 1-1,1-1 1,0 0 0,0 2 0,0-3-96,0 1-1,0 0 1,1-1 0,-1 1-1,0-1 1,0 1-1,1 0 1,-1-1 0,0 1-1,1-1 1,-1 1-1,0-1 1,1 1 0,-1-1-1,1 1 1,-1-1-1,1 0 1,-1 1 0,1-1-1,-1 1 1,1-1-1,-1 0 1,1 0 0,-1 1-1,1-1 1,0 0 0,-1 0-1,1 0 1,0 0-1,-1 0 1,2 0 0,21 1-7770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3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1 189 2465,'0'0'6971,"16"-12"-5028,53-38-105,-67 48-1583,0 1 1,0-1-1,0 1 1,1 0-1,-1 0 1,0 0-1,0 0 1,1 1-1,3-2 1,-5 2-180,0 0 1,0 0-1,-1 0 0,1 0 0,0 0 1,0 1-1,0-1 0,-1 0 0,1 0 1,0 0-1,-1 1 0,1-1 0,0 0 1,-1 1-1,1-1 0,0 1 1,-1-1-1,1 1 0,0 0 0,1 1 45,-1 1 0,0-1 0,1 1 0,-1-1 0,-1 0 0,1 1 0,0 0 0,0-1 0,-1 1 0,1 3 0,0 1 158,6 34 352,-2 1-1,-2-1 1,-2 56-1,-1-81-550,0-16-73,0 0 0,0 1 0,0-1 1,0 0-1,0 0 0,0 0 1,0 1-1,0-1 0,0 0 1,0 0-1,0 1 0,0-1 1,0 0-1,-1 0 0,1 0 1,0 0-1,0 1 0,0-1 1,0 0-1,0 0 0,-1 0 1,1 0-1,0 1 0,0-1 0,0 0 1,-1 0-1,1 0 0,0 0 1,0 0-1,-1 0 0,1 0 1,0 0-1,0 0 0,0 0 1,-1 0-1,1 0 0,0 0 1,0 0-1,-1 0 0,1 0 1,0 0-1,0 0 0,0 0 1,-1 0-1,1 0 0,0 0 0,0 0 1,0 0-1,-1-1 0,1 1 1,0 0-1,-12-11 85,8 3-81,1 0 1,1 0 0,-1 0-1,1-1 1,1 1 0,-1-16 0,2-57 191,0 60-139,1 11-37,1 0 0,0 0 0,0 1 0,1-1-1,0 0 1,0 1 0,1 0 0,1-1 0,-1 2-1,2-1 1,-1 0 0,1 1 0,0 0 0,1 1 0,0-1-1,0 1 1,1 1 0,-1-1 0,2 1 0,-1 1 0,0-1-1,1 1 1,0 1 0,1 0 0,17-6 0,-18 7-711,1 1 1,-1 1 0,0-1 0,14 1-1,-14 1-498,-1 0 0,1 1 0,-1 0-1,1 1 1,9 3 0,6 3-5429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4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34 6019,'0'0'11192,"-17"10"-10792,17-10-400,-23 13 214,-27 22 1,47-32-199,0 0 0,1 0 0,-1 0 0,1 1-1,-1-1 1,1 1 0,0 0 0,0-1 0,1 1 0,-1 0 0,1 0-1,0 0 1,0 0 0,0 1 0,1-1 0,-1 0 0,1 0-1,0 0 1,0 0 0,1 1 0,0 5 0,0 8-13,-1-14-9,0 0 0,0 0-1,0 0 1,1 1 0,-1-1-1,1 0 1,0 0 0,2 4-1,-2-6-2,0-1 0,0 0 0,0 0-1,0 1 1,0-1 0,0 0-1,0 0 1,1 0 0,-1 0-1,0 0 1,1 0 0,-1-1 0,1 1-1,-1 0 1,1-1 0,-1 1-1,1-1 1,-1 0 0,1 1-1,-1-1 1,1 0 0,0 0 0,2 0-1,2 0 49,1 0 0,-1 0 0,0-1 0,0 0 0,0 0 0,0 0 0,-1-1 0,1 0 0,0 0 0,-1 0 0,1-1 0,-1 0 0,0 0 0,1 0 0,-2-1 0,1 1 0,0-1 0,-1-1 0,1 1 0,-1 0 0,-1-1 0,1 0 0,-1 0 0,1 0 0,1-6 0,-3 7 21,0 0 0,-1-1 1,0 1-1,0 0 0,0-1 0,-1 1 0,0 0 1,1-1-1,-2 1 0,1-1 0,0 1 0,-1 0 0,0-1 1,0 1-1,0 0 0,0 0 0,-1-1 0,0 1 1,0 0-1,0 0 0,0 1 0,-4-7 0,1 3-42,-1 1-1,1-1 1,-1 1-1,0 0 1,0 0-1,-1 0 1,0 1-1,0 0 1,0 1-1,-14-8 1,19 12-64,1-1 0,-1 0 1,0 0-1,1 0 0,-1 1 0,0-1 1,0 1-1,1 0 0,-1-1 0,0 1 1,0 0-1,0 0 0,0 0 0,1 0 1,-1 0-1,0 1 0,0-1 1,0 0-1,1 1 0,-1 0 0,0-1 1,0 1-1,-1 1 0,1 0-394,1-1 0,0 1 1,-1 0-1,1 0 0,0 0 0,0 0 0,0 0 0,1 0 1,-1 1-1,0-1 0,1 0 0,-1 0 0,1 0 0,0 1 1,0-1-1,0 0 0,0 4 0,0 7-5453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4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1 1121,'0'0'14377,"-3"1"-13483,-2 2-816,0 0 1,0 0 0,1 0-1,-1 1 1,1 0 0,0 0-1,0 0 1,0 1 0,0-1 0,-4 8-1,-31 55 420,35-58-465,0 0 0,0 0 1,1 1-1,0-1 1,1 1-1,0 0 0,1-1 1,0 1-1,0 15 0,1-24-37,0 1-1,0-1 1,1 1-1,-1-1 1,1 0-1,-1 1 0,1-1 1,-1 1-1,1-1 1,0 0-1,0 0 1,0 1-1,-1-1 1,1 0-1,0 0 0,1 0 1,-1 0-1,0 0 1,0 0-1,0 0 1,0-1-1,1 1 1,-1 0-1,0-1 0,1 1 1,-1 0-1,1-1 1,-1 0-1,1 1 1,-1-1-1,3 0 1,6 2 31,1-1 1,0 0 0,14-2 0,-13 1 12,-8 0-25,0 0 0,0-1 0,0 1 1,0-1-1,0 0 0,0 0 0,0 0 1,0-1-1,0 1 0,0-1 0,-1 0 1,1 0-1,-1-1 0,1 1 0,-1-1 1,0 1-1,0-1 0,0 0 0,0 0 0,-1 0 1,1-1-1,3-5 0,-3 3 80,-1 1-1,1-1 1,-1 0-1,0 0 1,0 0-1,-1 0 1,0-1 0,0 1-1,0 0 1,-1 0-1,0-1 1,0 1-1,0 0 1,-3-10-1,2 13-62,0 0 0,0-1 0,0 1 0,0 0-1,-1 0 1,1 0 0,-1 0 0,0 0-1,0 1 1,0-1 0,0 0 0,0 1-1,-1 0 1,1-1 0,-1 1 0,0 0 0,0 0-1,1 1 1,-1-1 0,0 0 0,-4 0-1,-2-1-654,1 0-1,-1 1 1,1 0-1,-1 1 1,0 0-1,-15 0 1,24 1 435,-1 0-1,1-1 1,0 1 0,0 0 0,0 0 0,-1 0 0,1 0-1,0 0 1,0 0 0,-1 0 0,1 0 0,0 0 0,0 0-1,0 0 1,-1 0 0,1 0 0,0 1 0,0-1 0,0 0-1,-1 0 1,1 0 0,0 0 0,0 0 0,0 0 0,-1 0-1,1 1 1,0-1 0,0 0 0,0 0 0,0 0 0,0 0-1,-1 1 1,1-1 0,0 0 0,0 0 0,0 0 0,0 1-1,0-1 1,0 0 0,0 0 0,0 0 0,0 1 0,0-1-1,0 0 1,0 0 0,0 0 0,0 1 0,0-1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5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9332,'0'0'9066,"3"13"-7756,2 11-401,-1 1 0,-1 0 0,-1 0 0,-1 0 0,-2 0 0,-4 34 0,1-35-775,1 1 0,0 33 0,3-57-225,0 0-1,0 1 0,1-1 0,-1 1 0,0-1 0,1 0 0,-1 1 0,1-1 0,0 0 0,-1 0 0,1 1 1,0-1-1,0 0 0,0 0 0,0 0 0,0 0 0,0 0 0,0 0 0,0 0 0,0-1 0,0 1 0,0 0 0,1 0 1,-1-1-1,0 1 0,1-1 0,-1 1 0,0-1 0,1 0 0,-1 1 0,0-1 0,2 0 0,8 1-1280,-1 0-1,0 0 1,15-2-1,-11 1-129,16-2-2967,0-7-1555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5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8500,'0'0'8500,"108"-4"-7812,-51-4-272,10-3-416,10-3 0,5 1-1584,-1-8-7429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6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0 205 8100,'0'0'9842,"0"0"-9755,0 0 0,1 0 1,-1-1-1,0 1 1,0 0-1,0 0 1,0 0-1,1-1 1,-1 1-1,0 0 1,0 0-1,0 0 1,1 0-1,-1-1 1,0 1-1,0 0 0,1 0 1,-1 0-1,0 0 1,0 0-1,1 0 1,-1 0-1,0 0 1,0 0-1,1 0 1,-1 0-1,0 0 1,1 0-1,-1 0 0,0 0 1,0 0-1,1 0 1,-1 0-1,0 0 1,0 0-1,1 0 1,2 4 141,0-1 1,-1 0-1,1 1 0,-1 0 1,0-1-1,0 1 1,0 0-1,0 0 0,-1 0 1,1 0-1,-1 0 1,0 1-1,0 3 0,3 7 380,4 10 22,-3-12-466,0 1 0,-1 0-1,-1 0 1,-1 0 0,2 22 0,-4-35 72,0-8 110,-11-43-333,7 39-73,1-1 1,1 0 0,-2-14 0,3 6 16,0 0 0,1 1 0,2-1 0,3-21 0,-3 31 6,1 0 1,0 1-1,1-1 1,0 1-1,0-1 1,1 1-1,0 1 1,0-1-1,12-13 0,-12 16-63,0 0-1,1 1 1,-1-1-1,1 1 1,0 0-1,1 1 1,-1-1-1,14-6 1,-15 9-415,0 1 1,0-1-1,0 1 1,0 0-1,0 0 1,1 1-1,-1-1 1,10 2-1,-14-1 175,0 0 1,0 0-1,1 1 0,-1-1 0,0 0 1,0 1-1,0-1 0,0 1 0,0-1 0,0 1 1,0 0-1,0-1 0,0 1 0,0 0 1,0 0-1,0 0 0,-1 0 0,1-1 0,0 1 1,-1 0-1,1 0 0,0 0 0,-1 1 1,1 0-1,1 2-839,11 15-6457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6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75 160,'0'0'20732,"-15"2"-20404,-46 5-141,57-6-159,1 0 0,0 0 0,0 1 0,0 0 1,0-1-1,0 1 0,1 0 0,-1 0 0,0 1 0,1-1 0,0 0 0,-1 1 0,1-1 0,0 1 0,0 0 1,1 0-1,-1 0 0,1 0 0,-1 0 0,-1 6 0,0-1 57,0-4-80,2 0-1,-1 0 1,0 0-1,1 0 1,0 0-1,0 0 1,0 1-1,1-1 1,-1 0 0,1 1-1,0-1 1,0 0-1,1 1 1,-1-1-1,3 8 1,-2-9-14,0-1 0,0 0 0,1 0 0,-1 0 0,1 0 1,-1 0-1,1 0 0,0 0 0,-1 0 0,1-1 0,0 1 0,0-1 0,0 1 0,1-1 1,-1 0-1,0 0 0,0 0 0,1 0 0,-1 0 0,1 0 0,-1-1 0,0 1 0,1-1 1,-1 0-1,1 1 0,0-1 0,3-1 0,6 1 28,1 1-20,1-2 0,-1 1 0,19-5 0,-27 4-1,0-1 0,0 1 1,-1-1-1,1 0 1,0-1-1,-1 1 1,0-1-1,1 0 1,-1 0-1,0 0 1,-1-1-1,6-4 1,-5 3 5,1-1 1,-1 1-1,0-1 0,-1 0 1,1 0-1,-1 0 1,0-1-1,-1 1 1,1-1-1,1-12 1,-1 1 107,-1 0 0,-2-32 1,0 31 37,0 18-184,0 0 0,0-1 0,0 1 0,0 0 0,0 0 0,0 0 0,0 0 0,-1 0 0,1 0 0,0 0-1,-1-1 1,1 1 0,-1 0 0,0 0 0,1 1 0,-1-1 0,0 0 0,1 0 0,-1 0 0,0 0 0,0 0 0,0 1 0,0-1 0,1 0 0,-1 1 0,0-1 0,0 1 0,0-1 0,-1 1 0,1 0 0,0-1 0,0 1 0,0 0 0,0 0 0,0-1 0,0 1-1,0 0 1,-1 0 0,1 0 0,-1 1 0,-23 4-4135,5 8-3331,7 0-687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6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66 4162,'0'0'16282,"-20"0"-15364,-62 3-721,80-3-192,-1 0 1,0 1-1,1-1 0,-1 1 0,1 0 1,0-1-1,-1 1 0,1 0 0,0 1 0,-1-1 1,1 0-1,0 1 0,0-1 0,0 1 0,0 0 1,0-1-1,1 1 0,-1 0 0,0 0 1,1 0-1,-3 4 0,2-1-6,1 0 0,-1 0 1,0 0-1,1 0 0,0 1 0,0 9 1,0-6-23,0 1 0,0 0 0,2-1 0,-1 1 1,4 19-1,-3-26 11,0-1 1,0 1-1,0-1 1,0 1-1,0-1 1,0 0-1,1 1 1,0-1-1,-1 0 0,1 0 1,0 0-1,0 0 1,0-1-1,0 1 1,0 0-1,0-1 1,1 1-1,-1-1 1,0 0-1,1 0 1,-1 0-1,1 0 1,0 0-1,-1 0 0,1-1 1,3 1-1,13 1-31,-1 0 0,1-1 0,24-2-1,-35 1 41,0-1-1,1 0 0,-1-1 0,0 0 0,-1 0 1,1-1-1,0 0 0,-1 0 0,13-7 1,-16 7 58,0-1 1,-1 0-1,1 0 1,-1 0-1,0 0 1,0 0-1,0 0 1,0-1-1,-1 0 1,0 1-1,0-1 1,0 0-1,0 0 1,-1 0-1,0 0 1,0 0-1,0-1 1,-1 1 0,0 0-1,0 0 1,0-1-1,0 1 1,-1 0-1,0 0 1,0 0-1,0 0 1,-1 0-1,0 0 1,0 0-1,0 0 1,0 1-1,-1-1 1,0 1-1,0 0 1,0-1-1,-7-5 1,1 2-109,0 0-1,0 1 1,-1 1-1,-17-10 1,20 13-1017,1 1 0,-1-1 1,0 1-1,-14-3 0,10 3-4466,4-2-2166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7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0 8308,'0'0'16349,"-15"20"-15264,-2 1-667,5-7-93,1 0 0,0 1 0,2 1 0,-1 0 0,2 0 0,-7 19-1,-8 19 871,-8 18-797,4 1 0,-21 83-1,42-107-1163,6-48 649,0 1-1,-1 0 1,1 0-1,0 0 1,1 0-1,-1 0 1,0 0-1,1 0 1,-1 0-1,1-1 1,-1 1-1,1 0 1,0 0-1,0 0 1,0-1-1,0 1 1,0-1-1,0 1 1,0-1-1,0 1 1,1-1-1,1 2 1,5 0-625,1-1 1,-1 0-1,1 0 1,0-1-1,-1 0 1,1 0-1,0-1 1,15-2-1,6 1-2389,23 1-4942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7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13718,'0'0'2337,"203"-21"-1392,-84 19-913,15 0-32,2-2-1505,-2-7-5474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8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0 291 8244,'0'0'10183,"14"-21"-9463,49-67-77,-59 83-554,1-1-1,-1 1 1,1 0-1,1 0 0,-1 0 1,0 1-1,1-1 0,0 1 1,0 1-1,9-5 1,1 0 150,36-16 227,1 2 0,1 3 0,92-21 1,-128 35-425,-2 2 43,0 0 0,0 1 0,0 1 0,22 1 0,-38 0-80,1 0 3,0 1 1,0-1 0,0 0 0,0 1-1,-1-1 1,1 1 0,0-1 0,0 1-1,-1 0 1,1-1 0,-1 1 0,1 0-1,0-1 1,-1 1 0,1 0 0,-1 0-1,1-1 1,-1 1 0,0 0 0,1 0-1,-1 0 1,0 0 0,0-1-1,1 1 1,-1 0 0,0 0 0,0 1-1,4 35 247,-3-24-202,2 22 97,-1 1 1,-1-1-1,-3 1 0,0-1 0,-3 0 1,-1 1-1,-1-2 0,-2 1 1,-1-1-1,-2-1 0,-1 0 0,-2 0 1,-1-2-1,-27 41 0,-85 106 1738,61-90-820,65-84-926,1 0-1,-1 0 1,1 0-1,0 0 1,0 0-1,0 0 1,0 5-1,1-6-3728,0-9-5782,0-10 352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9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11637,'0'0'11411,"15"9"-10037,-12-7-1280,31 20 1170,42 37 0,-18-10 49,67 62-123,-118-101-1160,4 4-1366,-4-11-2444,1-6-3572,4-10-1817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39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0 4770,'0'0'17939,"-8"15"-16448,7-12-1431,-7 13 428,0-1 0,-1 0 1,0 0-1,-1-1 0,-1-1 0,-23 24 0,3-13 44,-2-2 1,-40 22 0,-27 17-373,95-57-331,-17 14 323,16-4-2977,11-11-4147,-4-3 4990,7 0-7843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40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791 77 864,'0'0'12534,"-9"-9"-10744,-33-28-26,40 36-1600,-1-1 1,1 0 0,-1 1 0,0 0-1,1 0 1,-1 0 0,0 0-1,0 0 1,0 0 0,0 1-1,1-1 1,-1 1 0,0 0-1,0 0 1,-5 0 0,-4 1 284,-12-2 235,0 0 1,-1 2 0,1 1-1,0 1 1,0 1 0,0 2-1,-40 13 1,30-5-45,1 1-1,0 1 1,-46 32 0,60-35-519,2 1-1,0 0 1,0 2 0,2 0-1,0 1 1,0 0 0,-11 20-1,9-9-46,0 0 0,2 2 0,1-1-1,2 2 1,1 0 0,1 0 0,1 1-1,2 1 1,2-1 0,0 1 0,3 0-1,0 0 1,5 52 0,-1-74-52,-1-1 0,2 0 0,-1 1 0,2-1 0,-1 0 1,1-1-1,0 1 0,1-1 0,1 0 0,11 16 0,-7-13 9,0-1 0,0 0 0,2-1 0,-1-1 0,1 1 0,26 14 0,-11-11-2,0 0 0,1-2-1,0-1 1,1-2 0,0 0 0,1-2 0,35 3 0,35-3 41,114-6 1,-178-3-88,1 0 0,-1-3-1,0-1 1,-1-1 0,0-2 0,0-2-1,-1-1 1,40-21 0,-52 22-15,-1 0 1,0-2 0,-1-1-1,0 0 1,-2-1 0,1-1-1,-2-1 1,0 0 0,-2-2-1,0 1 1,-1-2 0,23-44-1,-24 33 24,-1 0 0,-1-1 0,-2-1 0,-2 0 0,0 0 0,-3 0 0,-1-1 0,-1 1 0,-4-42 0,1 65 30,0 1 0,-1-1 0,0 0 0,-1 1 0,0 0 0,-1-1 0,0 1 0,-1 1 0,0-1 0,0 1 0,-1-1 0,-10-11 0,5 8 65,-1 2-1,0-1 1,-1 2 0,0 0 0,-1 0 0,0 1-1,-21-10 1,-8 0 72,-1 3 1,-1 1-1,0 3 1,-85-13-1,100 20-367,0 1 0,0 1 0,-48 2 0,75 2 42,-1 0 0,0-1 0,1 1 1,-1 1-1,1-1 0,-1 0 0,1 1 1,-1 0-1,1 0 0,0 0 1,0 0-1,0 0 0,0 1 0,0-1 1,1 1-1,-4 4 0,1-1-944,1 0-1,0 0 1,0 1-1,1-1 1,0 1-1,0 0 1,-3 9-1,2 4-7138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0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843 86 3265,'0'0'5899,"23"-3"-4586,-16-3-812,1 0 0,0 0 0,13-7 0,-13 9 315,0-2 0,0 1 1,12-11 1095,-15 12 1204,19-13 1476,-25 23-3821,-3 5-982,-87 113 1121,-90 205-309,115-198 198,-107 156-1,-41-16 1010,-19 26-86,230-293-1719,1-1-2,0-1 0,1 1 1,-1-1-1,0 1 0,1 0 1,0 0-1,0 0 0,0-1 1,0 1-1,0 0 0,-1 6 1,2-9-37,14-12-4247,1 4 818,-1 1-5470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1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17 3682,'0'0'9188,"-19"-1"-6309,-7-2-2152,13 1-386,-1 1-1,1 0 1,-1 1 0,1 0 0,-1 1 0,-21 4 0,11 2 413,0 0 0,1 1 0,0 2 0,-39 21 0,-80 60 1535,95-58-1538,2 2 1,1 2 0,2 2-1,-48 56 1,73-74-622,1 1 1,0 1 0,2 0-1,1 1 1,1 0-1,1 1 1,1 0 0,1 1-1,1 0 1,2 0-1,-4 33 1,5-25-96,3 1 1,1-1 0,1 1-1,7 44 1,-3-60-22,-1-1 0,2 0 1,1 0-1,0 0 0,1-1 0,1 0 0,1 0 1,0-1-1,18 24 0,-11-21 10,0-1 0,1-1-1,1-1 1,0 0 0,1-1 0,1-2-1,1 0 1,-1 0 0,2-2 0,0-1-1,0-1 1,31 9 0,-19-9 36,1-1 1,0-2-1,0-1 1,0-2-1,0-2 0,0-1 1,68-8-1,-68 0-39,0 0-1,-1-2 0,0-2 1,-1-1-1,0-1 0,54-34 0,-7-3-9,99-84-1,-144 106-5,-1-2-1,-2 0 1,-1-2-1,-1-2 1,48-74-1,-63 84-5,-1-1 0,-2-1 0,-1 0 0,0-1 0,-3 0 0,0 0 0,-1-1 0,-2 0 0,-1 0 0,0-37 0,-4 51 1,-1 1 0,-1-1 1,0 1-1,0 0 0,-2 0 0,1 0 0,-2 0 0,0 1 0,-1 0 1,0 0-1,-1 0 0,0 1 0,-1 0 0,0 0 0,-1 1 0,-1 0 1,-20-19-1,9 11 18,0 1 1,-2 1 0,0 1 0,-1 1-1,0 1 1,-1 1 0,-1 1-1,0 1 1,-45-11 0,19 10 99,0 2 1,-1 2-1,-1 3 0,-61 1 1,91 4-80,-48 6-1,65-5-70,-1 1 0,1 0 0,0 0 0,0 0 0,0 1 0,1 0 0,-1 0 0,1 1 0,-1 0 0,-9 8 0,14-10-74,0 0-1,1 0 1,-1 0-1,0 0 1,1 0-1,-1 1 1,1-1 0,0 0-1,-2 5 1,2-6 2,1 0 1,0 0 0,0 0-1,0 0 1,-1 0 0,1 0-1,0 0 1,0-1 0,0 1-1,0 0 1,0 0 0,1 0-1,-1 0 1,0 0 0,0 0-1,1 0 1,-1 0 0,0 0-1,1-1 1,-1 1 0,1 0 0,-1 0-1,1-1 1,-1 1 0,1 0-1,0 0 1,-1-1 0,1 1-1,0-1 1,-1 1 0,1-1-1,1 2 1,8 1-928,0-1-1,0 1 1,0-2 0,0 1 0,0-1-1,0-1 1,15-1 0,-20 1 408,66 0-8101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1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38 2849,'0'0'4498,"-63"0"-4113,57 0-289,-2 0-48,-5 0-48,-1 0-257,-3 0-607,-2 0-705,-2-17-416,2-4-816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2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94 1088,'0'0'13094,"-8"-16"-10415,-27-47-150,22 49 458,4 14-1417,0 16-361,9-15-1001,-4 10 229,1 0 1,0 0 0,1 0-1,0 0 1,1 1-1,1-1 1,-1 1 0,3 17-1,2-2 53,0 0 0,13 39-1,20 49 485,57 115-1,68 105-948,-28-61-1,-113-224-24,-1 1 0,13 57 0,14 107 0,-44-197 0,1 1 0,0-1 0,1 0 0,1 0 0,1 0 0,1-1 0,0 0 0,1-1 0,1 0 0,11 15 0,-12-25 65,-6-10-838,-4-5-2232,-4 0-3631,-2 2-3280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2:52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814 31 6915,'0'0'3895,"-22"-5"-672,-1-1-2181,2 1 195,0 0-1,-1 1 1,1 1-1,-37 0 1,33 3-514,0 1 1,1 1-1,-1 1 1,1 1-1,-1 2 1,1 0-1,1 1 1,-1 2-1,1 0 1,-36 21-1,36-16-389,2 0 1,0 1-1,0 2 0,2 0 1,0 1-1,1 1 0,0 0 1,2 2-1,-26 41 1,26-33-310,1 1 1,2 0 0,1 1 0,1 1 0,2 0 0,1 0 0,-5 45 0,6 12-26,5 103 0,2-182 0,0 13 0,2 0 0,0 0 0,1 0 0,1 0 0,2 0 0,0-1 0,1 0 0,19 38 0,-20-49 0,0 0 0,1 0 0,1 0 0,0-1 0,0-1 0,1 1 0,0-1 0,0-1 0,1 0 0,1 0 0,-1-1 0,1 0 0,0-1 0,1 0 0,-1-1 0,1 0 0,19 4 0,17 1 0,1-3 0,-1-1 0,2-3 0,96-7 0,-106 1 0,-1-3 0,0-1 0,50-16 0,111-47 0,-194 68 0,246-110 0,-202 85 0,-2-2 0,82-64 0,-114 80 0,-1-1 0,0-1 0,-1 0 0,-1-1 0,21-32 0,-27 36 0,0-1 0,-1 0 0,-1 0 0,-1 0 0,1-1 0,-2 1 0,0-1 0,-1 0 0,1-21 0,-1 17 0,-2 0 0,0 0 0,-1 0 0,-1 0 0,-1 0 0,0 0 0,-1 0 0,-1 1 0,-1-1 0,-1 2 0,0-1 0,-13-23 0,4 17 0,0 1 0,-1 0 0,-2 1 0,0 1 0,-1 1 0,0 1 0,-2 0 0,0 2 0,-1 0 0,-1 2 0,-38-18 0,24 16 0,0 3 0,-1 1 0,0 1 0,0 2 0,-1 2 0,-1 2 0,-51 0 0,61 4 0,-122 2 0,134 1 0,-1 0 0,0 1 0,1 1 0,0 1 0,-29 11 0,40-10-2489,20-7-3779,-4 1 4228,11 0-7092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09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 7171,'0'0'7721,"-1"8"-7001,-1 20 751,4 48 0,0-53-991,-1 1 1,-1-1-1,-1 0 1,-2 1-1,-5 27 0,-1-19-164,2 1 0,-4 51-1,8-18-6779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0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6115,'0'0'11213,"0"-6"-10271,1 4-842,-1 1 0,0-1 0,1 0 0,-1 0 0,1 0 0,0 0 0,0 1 0,0-1 0,-1 0 0,1 1 0,1-1-1,-1 1 1,0-1 0,0 1 0,1-1 0,-1 1 0,0 0 0,1 0 0,1-2 0,2 1 90,0 0 0,0-1-1,0 1 1,0 1-1,0-1 1,0 1-1,8-1 1,-3 0 11,1 0-114,0 0 0,0 1-1,0 0 1,0 1 0,0 0 0,20 3-1,-29-3-84,-1 1 0,0 0 0,1-1-1,-1 1 1,0 0 0,0 0 0,0 0 0,0 0-1,0 0 1,0 0 0,0 0 0,0 0-1,0 1 1,-1-1 0,1 0 0,0 0 0,-1 1-1,1-1 1,-1 0 0,1 1 0,-1-1-1,0 1 1,1-1 0,-1 3 0,2 40 224,-3-34-123,1-9-94,1 21 154,-6 39 1,3-52-153,0-1 1,0 1 0,-1-1 0,0 0-1,0 0 1,-1 0 0,-7 11-1,-4 2 218,-1-1-1,-33 32 0,-13 17 1227,61-68-1438,0 0 1,1 0-1,-1-1 0,0 1 1,0 0-1,1 0 0,-1 0 1,1 1-1,-1-1 0,1 0 0,-1 0 1,1 0-1,0 0 0,0 0 1,-1 0-1,1 1 0,0-1 1,0 0-1,0 0 0,0 0 1,1 2-1,-1-2 0,1 0 0,-1-1-1,1 1 1,0 0 0,-1 0 0,1-1 0,0 1-1,0 0 1,-1-1 0,1 1 0,0-1 0,0 1-1,0-1 1,0 1 0,0-1 0,0 0 0,0 1 0,0-1-1,1 0 1,9 2 120,0-2 0,-1 1-1,21-3 1,-16 2 21,30 0 161,-1 0 0,0-3 0,0-2 0,77-19 0,-110 19 542,-6 1-2692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1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1 278 4482,'0'0'6627,"19"-21"-5496,62-65-21,-70 75-695,0 1 1,1 0-1,0 0 0,1 1 1,0 1-1,24-12 0,-12 7 122,-2 1-273,0 0 1,0 2-1,1 0 0,0 2 0,1 1 0,0 0 0,0 2 0,0 1 0,36-1 1,-58 5-258,0 1 1,0-1 0,0 1-1,-1 0 1,1 0 0,0 0-1,0 0 1,0 1 0,-1-1-1,1 1 1,-1 0 0,1-1-1,-1 1 1,0 0 0,0 0-1,1 1 1,-1-1 0,-1 0-1,1 1 1,0-1 0,-1 1-1,1 0 1,-1-1 0,0 1-1,0 0 1,0 0 0,1 5-1,4 11 99,-2 1 0,0 0 0,1 22-1,-3-26-14,8 118 449,-7 182 0,-9-249-169,-3-2-1,-31 117 1,13-64 935,21-97-745,-1 14 454,7-35-977,-2-19-8848,-11 5 3386,-12-1-1120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1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3682,'0'0'11528,"7"-5"-9199,23-11-216,-29 15-2029,0 1 1,-1 0 0,1-1-1,0 1 1,0 0 0,-1-1-1,1 1 1,0 0 0,0 0-1,-1 0 1,1 0 0,0 0-1,0 0 1,0 0 0,-1 0-1,1 0 1,0 0 0,0 0-1,-1 1 1,1-1 0,0 0-1,0 1 1,-1-1 0,1 0-1,0 1 1,-1-1 0,1 1-1,0-1 1,-1 1 0,1-1-1,-1 1 1,1-1 0,-1 1-1,1 0 1,-1-1 0,1 1-1,-1 0 1,0-1 0,1 1-1,-1 0 1,1 1 0,1 2 222,17 22 442,1-2 0,1 0 1,30 26-1,-43-43-1059,1 0-1,-1-1 1,1 0-1,1 0 1,-1-1-1,1-1 1,0 1-1,0-2 0,1 1 1,-1-1-1,1-1 1,-1 0-1,16 1 1,-12-2-1134,26 0-3748,-14-5-1317,-3-6-990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1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1 8404,'0'0'13828,"-11"4"-13143,-21 10-140,1 2 0,0 1 0,1 2 0,-39 32 0,-27 27-3148,9 0-9279,62-54 3926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2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939 226 576,'0'0'10824,"-3"-7"-9138,1 3-1456,0 1 0,1 0 0,-1 0 0,0 0 0,0 0 0,-1 0 1,1 0-1,-1 0 0,1 0 0,-1 1 0,0 0 0,0-1 0,0 1 0,0 0 0,-1 1 0,1-1 0,0 0 0,-1 1 0,1 0 0,-7-2 1,-28-5 690,0 2 0,-1 1 0,1 2 0,-1 2 0,0 1 1,-52 7-1,60-2-765,1 2-1,0 1 1,0 1 0,1 1-1,0 2 1,0 1 0,2 1-1,0 1 1,0 1 0,2 2-1,0 1 1,1 0 0,-39 43-1,50-46-141,0 1-1,1 0 1,1 1-1,1 0 1,0 0-1,2 1 0,0 1 1,-8 30-1,8-15-12,2-1 0,1 1 0,2 1 0,1 43 0,3-65 5,-1 1-1,2 0 1,0-1 0,1 0 0,0 1 0,1-1 0,0-1-1,2 1 1,-1-1 0,2 1 0,0-2 0,0 1-1,1-1 1,1 0 0,0 0 0,14 14 0,-1-6 8,0-1 1,1 0 0,1-2 0,0-1 0,1-1 0,1 0-1,0-3 1,1 0 0,1-1 0,53 13 0,-30-13-9,0-3 1,0-1 0,0-3-1,1-2 1,73-7-1,-93 1-9,0-1 1,0-2-1,-1-1 0,49-19 0,-25 4-14,81-48 0,-112 57 9,-1-2 1,0 0-1,-1-1 0,0-2 0,-2 0 0,32-39 0,-39 42 1,-2-1 0,0-1-1,-1 0 1,0-1 0,-2 0-1,0 0 1,-1 0 0,-1-1 0,6-38-1,-8 33 16,-2-1 0,0 1-1,-2-1 1,-1 1-1,-8-47 1,5 53 7,-1 0 0,0 0 0,-2 0 0,0 1 0,-2 0 0,0 1 1,0 0-1,-14-18 0,0 5 99,-2 0 1,-1 2-1,-2 0 1,0 2-1,-2 1 1,-1 2-1,-56-34 1,64 44-97,0 1-1,0 1 1,-1 2-1,-1 0 1,1 1-1,-1 2 1,-1 0-1,1 2 1,-1 1 0,0 0-1,0 2 1,-33 4-1,52-3-110,0 1 1,1 1-1,-1-1 0,1 1 1,0 0-1,0 1 0,-1-1 0,1 1 1,1 1-1,-1-1 0,0 1 0,1 0 1,0 0-1,0 0 0,0 1 0,0 0 1,1 0-1,0 0 0,0 0 0,0 1 1,-4 10-1,2-4-744,1-1-1,0 2 1,1-1-1,-2 14 1,-5 53-8244,6-30 749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3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621 9 1697,'0'0'13233,"0"-8"-9893,-4 11-3054,1 0 1,-1 0 0,0 0-1,1 1 1,0 0-1,0-1 1,-3 7 0,-3 1 538,-22 31 371,2 1-1,2 1 0,-29 62 0,11-18-616,-57 111 111,-19 35-53,87-176-81,-77 101 0,104-152-504,6-5-38,-1 0 0,0 0 0,0 0 0,1 0-1,-1 0 1,1 0 0,-1 0 0,1 0 0,0 1-1,0-1 1,0 1 0,0 2 0,1-4-33,11-2-8257,-9 1 7559,0-1 0,-1 1 0,1-1 0,0 1-1,0-1 1,0 1 0,-1-1 0,1 0 0,0 0 0,2-2-1,13-13-8483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3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4386,'0'0'12456,"1"3"-10970,67 119 5280,63 141-4322,-111-195-2604,-18-68-527,-1 1 0,1-1-1,0 1 1,-1-1 0,1 1 0,0-1 0,-1 0 0,1 0 0,0 0-1,0 0 1,-1 0 0,1 0 0,3-1 0,-1 1-957,21-5-4561,8-9-1783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4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685 15 1281,'0'0'14940,"1"-4"-13195,-1 3-1705,0 1 0,0 0 0,0 0 1,0 0-1,0-1 0,0 1 0,1 0 1,-1 0-1,0-1 0,0 1 1,0 0-1,0 0 0,0-1 0,0 1 1,0 0-1,0-1 0,0 1 0,0 0 1,0 0-1,0-1 0,0 1 1,0 0-1,-1 0 0,1-1 0,0 1 1,0 0-1,0 0 0,0 0 1,0-1-1,0 1 0,-1 0 0,1 0 1,0 0-1,0-1 0,0 1 0,-1 0 1,1 0-1,0 0 0,0 0 1,0-1-1,-1 1 0,1 0 0,0 0 1,0 0-1,-1 0 0,1 0 0,-19 7 1404,-35 30 618,26-17-1004,-58 31 1319,-102 43 1,57-30-2476,4 7-3767,94-52-5518,18-13 611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4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697 35 8932,'0'0'16050,"-20"-8"-15031,8 3-877,5 2-92,1 0 0,0 0 0,-1 0 0,0 1 0,0 0 0,0 0 0,1 1 0,-1 0 0,-1 0 0,1 1 0,0 0 0,0 0 0,0 1 0,0-1 0,0 2 0,0-1 0,0 1 0,1 0 0,-13 5 0,-36 23 452,1 2 0,-70 54 1,90-59-163,1 2 0,2 1 0,1 1 0,-35 47 0,54-61-307,0 1-1,0 0 1,2 1 0,0 0-1,2 0 1,0 0 0,1 1-1,0 1 1,2-1 0,1 0-1,0 1 1,2 0 0,0 0-1,1 0 1,1-1 0,1 1-1,1 0 1,1-1 0,12 38 0,-3-21-121,2-1 1,1-1 0,30 48 0,-40-73 82,1 0 0,0-1 0,0-1 0,1 1 0,1-1 0,-1-1 0,1 1-1,1-1 1,-1-1 0,1 0 0,0 0 0,0-1 0,1 0 0,0-1 0,0 0 0,13 2 0,33 3 43,0-3 1,0-3 0,100-6-1,-137 1-32,0-1-1,0-1 1,-1-1 0,0 0-1,0-2 1,0 0-1,-1-1 1,0-1-1,0 0 1,-1-2-1,0 0 1,-1 0-1,-1-2 1,0 0-1,0-1 1,-1 0-1,-1-1 1,0-1 0,-2 0-1,1-1 1,-2 0-1,0 0 1,-1-1-1,-1 0 1,-1-1-1,8-30 1,-10 24 68,-2 0-1,0 0 1,-1 0 0,-2-1-1,-1 1 1,-1 0 0,0 0 0,-2 0-1,-2 0 1,0 1 0,-1 0-1,-1 0 1,-1 0 0,-2 1 0,0 1-1,-1 0 1,-2 0 0,-16-20-1,8 13 16,0 2 0,-3 1-1,0 1 1,-1 1-1,-31-22 1,39 34-101,0 0 0,-1 0 0,0 2 0,-1 1-1,0 0 1,-1 1 0,0 1 0,0 1 0,-28-4 0,54 12-5325,21 3 1966,30 4-4806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5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34 504 2721,'0'0'7316,"-5"-10"-5270,-16-29 176,13 18 5593,9-4-8232,1 13 644,-1 0-328,1 1 0,1 0-1,0 0 1,0 0 0,1 0 0,0 1-1,10-18 1,4-11 183,-3 2 805,-1 0 0,-2-1 1,-2-1-1,8-62 0,-14 135 3202,29 109-3082,-7-51-453,5-1 0,45 93 1,99 166-198,-142-291-355,-4 2 1,-2 1 0,-2 1-1,24 100 1,-18-59-3,-21-72 0,-9-29-45,-1-2-366,1-1-1930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6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1969,'0'0'6157,"35"-1"4667,0 15-9764,0 2 0,-2 1 1,1 2-1,40 32 0,6 1 231,-70-46-1001,0-1 0,1 0 0,0-1 1,0 0-1,0-1 0,0 0 0,0-1 0,1 0 0,-1-1 0,1 0 0,-1-1 0,1 0 0,15-2 0,-25 1-196,1 1-1,0-1 1,0 0 0,0 0-1,0 0 1,-1 0 0,1 0-1,0-1 1,-1 1 0,1-1-1,-1 0 1,0 0 0,0 0-1,1 0 1,-1 0 0,0 0-1,-1 0 1,1-1 0,0 1-1,-1-1 1,1 1 0,-1-1-1,0 0 1,0 1 0,0-1-1,0 0 1,1-4-1,1-8 25,-1 0 0,-1 0 0,0 0 0,-1-16 0,0 22-166,0-1 43,0 6-1,0 0 1,-1-1-1,2 1 0,-1-1 1,1 1-1,-1 0 1,1-1-1,0 1 0,3-6 1,9 26-5651,-11-11 3760,1 0 1,0-1-1,0 1 1,1-1-1,5 5 1,10 5-8388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7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864 6 1457,'0'0'13582,"-26"-1"-9450,5-1-3267,5 0-355,0 1 0,1 1 0,-1 0 0,0 1 0,0 1 0,0 0 0,0 1 1,1 1-1,-30 11 0,-7 9 402,1 2 1,1 2 0,1 2-1,2 2 1,1 2 0,-56 55-1,79-66-816,1 0-1,1 1 1,1 1-1,2 1 1,0 1-1,2 0 1,0 1-1,2 1 1,2 0-1,0 1 1,2 1-1,-11 59 1,16-59-104,2 1 1,1-1-1,2 1 1,6 56-1,-3-72-63,0 0-1,1 0 1,1 0-1,0-1 1,1 0-1,1 0 1,1 0-1,0 0 1,0-2-1,20 26 1,-10-21-32,0-1-1,1-1 1,1 0 0,0-1 0,1-2 0,0 0 0,1-1 0,1-1 0,0-1-1,0-1 1,46 11 0,-9-7-144,1-2-1,0-3 1,100-1-1,-124-6 210,-1-1-1,1-3 1,-1 0 0,0-3-1,0-1 1,0-1-1,53-22 1,-39 9 139,-2-3-1,0-3 1,80-58 0,-101 64 148,-1-1 0,-1-1 0,-2-1 0,0-1 0,-1-1 1,-1-2-1,20-35 0,-32 45-207,0 0 0,-2-1 0,0 0-1,-1 0 1,-1 0 0,0-1 0,-2 0 0,0 0 0,-2 0 0,0 0 0,-1-1-1,-1 1 1,-1 0 0,0 0 0,-2 0 0,0 1 0,-2-1 0,0 1-1,-1 0 1,-1 0 0,0 1 0,-14-20 0,3 7-42,-2 2 0,-2 0 0,0 1 0,-2 2 0,-1 0 0,-1 2 0,-55-38 0,60 47 0,-1 2 0,-1 0 0,0 1 0,0 2 0,-1 0 0,-1 2 0,1 1 0,-1 1 0,0 1 0,-1 1 0,-36 0 0,60 4 3,-1 0-1,1 0 1,-1 0 0,0 0-1,1 1 1,-1 0-1,1-1 1,-1 1 0,1 1-1,0-1 1,-1 0 0,1 1-1,0 0 1,0 0 0,0 0-1,0 0 1,0 0-1,1 0 1,-5 6 0,4-4-338,0 1 1,1-1-1,-1 1 1,1 0-1,1 0 1,-1 0-1,1 0 1,-1 0 0,2 1-1,-1-1 1,0 0-1,1 7 1,0 17-5440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4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0 960,'0'2'24257,"-1"3"-19623,-5 32-3159,-10 24-1099,2 1 0,-6 82 0,14-29-8352,6-114 7325,13 1-17333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5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63 7924,'0'0'16546,"-18"5"-14940,-58 20 141,70-22-1612,1 0-1,0 1 0,0-1 0,0 1 1,0 0-1,1 1 0,0-1 0,-1 1 1,2 0-1,-1-1 0,0 2 0,1-1 1,0 0-1,0 1 0,1 0 0,0-1 1,0 1-1,0 0 0,0 0 0,1 0 1,-1 11-1,-1 3-138,1 0 0,1 0 0,3 38 0,-2-56-26,1 0 1,-1 1-1,1-1 1,0 0-1,0 0 1,0 0-1,0 0 1,0 0-1,0 0 1,0 0-1,1 0 1,-1-1-1,1 1 1,-1 0-1,1-1 1,0 1-1,0-1 1,-1 0-1,1 0 1,0 1-1,0-1 1,0-1-1,0 1 1,1 0-1,-1 0 1,0-1-1,0 1 1,0-1-1,1 1 1,-1-1-1,4 0 1,0 0 21,-1 0-1,1 0 1,-1 0 0,1-1 0,-1 1-1,1-2 1,-1 1 0,0 0 0,1-1-1,-1 0 1,0 0 0,7-5 0,-2 0 20,-1-1 1,0 0 0,-1 0 0,0-1 0,0 0-1,-1 0 1,0-1 0,0 0 0,-1 0-1,-1-1 1,6-12 0,-5 6 161,-1 0 0,0-1 0,-1 1 0,-1-1 0,0 0 0,-1-31 0,-2 46-116,0 0 0,0 0 0,-1 0 0,1 0 0,-1 0 0,0 0 0,0 0 0,0 0 0,0 0 0,0 1 0,-1-1 0,1 0 0,-1 1 0,1-1 0,-1 1 0,0 0 0,0-1 0,0 1 0,-1 0 0,1 0 0,0 1 0,-1-1 0,1 0 0,-1 1 0,0-1 0,0 1 0,1 0 0,-1 0 0,0 0 0,-4 0 0,-8-3-115,0 2 1,-1 0-1,1 0 1,-24 2-1,32 0 79,3 0-173,1 0 1,0 0 0,0 1 0,0-1 0,-1 1 0,1 0 0,0 0-1,0 0 1,0 0 0,0 0 0,1 1 0,-1 0 0,0-1 0,0 1 0,-2 3-1,-20 21-4329,7-6-851,-4 1-5068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8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871 75 384,'0'0'5275,"3"-12"-4262,9-37 180,-8 37 1365,-26 12 2445,2-1-2438,-27 1 1175,45 0-3523,-1 0 1,1 0 0,-1 0 0,1 1 0,-1-1 0,1 1 0,-1 0 0,1 0 0,0 0 0,-1 0 0,1 0 0,0 0 0,-3 2 0,-3 9 3619,-4 9-2905,1-1-483,-255 354 2260,82-124-2654,129-168-54,-50 101 1,105-183-2,-42 82 0,-40 112 0,113-232-11579,-19 17 2989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18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577 396 7700,'0'0'4207,"6"-17"-643,16-56-904,-21 71-2497,0 0-1,-1 0 1,1 0-1,-1 0 1,1 0 0,-1 0-1,0 0 1,0 0-1,0 0 1,0 0 0,0 0-1,0 0 1,0 0-1,-1-3 1,0 5-94,0-1-1,1 1 1,-1-1-1,1 1 1,-1 0-1,1 0 1,-1-1 0,0 1-1,1 0 1,-1 0-1,0 0 1,1-1 0,-1 1-1,0 0 1,1 0-1,-1 0 1,0 0-1,1 0 1,-1 1 0,0-1-1,1 0 1,-2 0-1,-7 1 171,-1 0-45,0 0-1,0 1 1,0 0-1,0 0 0,1 1 1,-1 1-1,1 0 1,-1 0-1,-15 10 1,-82 62 306,75-51-203,-12 7 119,3 3 0,0 1 0,-42 49 0,70-69-318,0 1-1,1 0 1,0 0 0,2 1-1,0 1 1,1-1 0,1 2-1,1-1 1,1 1 0,0 0-1,-4 32 1,7-29-97,2-1 0,0 1-1,1 0 1,1 0 0,2 0 0,5 25 0,-4-34-73,0 0 0,1 0 0,0-1 0,1 0 1,1 0-1,0 0 0,1-1 0,0 0 0,1 0 1,18 18-1,-10-15-98,1 0 0,0-1 0,1-1 0,1-1 0,-1-1 0,2 0 0,0-2 0,0 0 0,0-2 0,1 0 0,40 7 0,-36-10 142,-1-1 0,1-1 0,0-1-1,0-1 1,-1-2 0,1 0-1,0-2 1,-1-1 0,0 0 0,32-13-1,-12-1 138,-1-1 0,-1-3 0,0-2 0,-2-1-1,-1-2 1,-2-2 0,42-40 0,-58 48-22,0-1 0,-2-1 0,-1 0 0,0-1 0,-2-1 0,-1-1 0,-1-1 0,-2 0 0,0-1-1,-2 0 1,-2 0 0,9-42 0,-13 44 120,-2 1-1,-1-1 1,-1 0-1,-2 0 1,0 1 0,-2-1-1,-8-36 1,5 43-4,0 1 0,-1 0 0,-1 0 0,-1 0 0,0 1 1,-2 0-1,0 1 0,-1 0 0,0 1 0,-20-19 0,9 12 44,-2 1-1,0 1 0,-1 1 1,-2 1-1,0 2 0,-53-25 0,60 33-215,-1 1-1,0 0 1,0 2 0,-1 1-1,1 0 1,-1 2-1,0 0 1,-1 2-1,1 1 1,-35 3-1,54-2-28,-1 0 0,0 0-1,1 0 1,-1 1 0,1 0 0,0 0 0,-1 0-1,1 0 1,0 1 0,0-1 0,0 1 0,1 0-1,-1 0 1,-4 5 0,6-6-103,1 1 1,-1-1-1,1 0 1,-1 1-1,1-1 0,0 1 1,0 0-1,0-1 1,0 1-1,0 0 0,0-1 1,1 1-1,0 0 1,-1 0-1,1 0 0,0 0 1,0-1-1,1 1 1,-1 0-1,0 0 0,1 0 1,0-1-1,0 1 1,0 0-1,0 0 0,1 2 1,2-1-435,-1 1-1,1-1 1,-1 0 0,1 0 0,0-1 0,0 1 0,1-1 0,-1 0-1,1 0 1,0-1 0,0 1 0,0-1 0,0 0 0,0 0 0,0-1-1,6 2 1,50 9-9256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8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142 203 256,'0'0'4125,"-3"-9"-3202,-1-1-343,-3-10-445,5-2 7063,3 20-6916,1 0-1,0 0 1,1 0 0,-1 1 0,0-1 0,0 0-1,1 1 1,-1 0 0,1-1 0,0 1 0,3-1-1,9-5 382,19-15-197,0 3 0,43-19-1,-60 31-471,1 1 0,-1 0 0,1 2 0,0 0 0,0 0 0,36 0 1,-52 4-2,1 0 1,-1 1 0,0-1 0,1 1 0,-1-1 0,0 1-1,0 0 1,1 0 0,-1 0 0,0 1 0,0-1 0,0 0 0,0 1-1,-1-1 1,1 1 0,0 0 0,0-1 0,-1 1 0,1 0-1,-1 0 1,0 0 0,0 0 0,1 0 0,-1 0 0,0 1 0,-1-1-1,1 0 1,0 1 0,-1-1 0,1 4 0,2 9 71,-1 0 0,0 1 0,-2 23 0,0-35-38,0 50 199,-2-1 0,-2 0 0,-24 104 0,-3-48-35,-48 109 1,-59 96 1001,76-179-80,-103 210 2273,161-337-3329,3-4-13,0-1-1,0 0 1,-1 1-1,1-1 0,-1 0 1,0 1-1,0-1 1,-4 4-1,3-6-14,2-21-2072,1-39-3282,0 19-1134,0 12 376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8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7379,'0'0'14311,"9"-7"-13065,-4 2-1065,-2 3-106,0-1 0,0 1 0,0 0 1,0 0-1,0 0 0,0 0 0,5-1 1,-7 2-43,0 1 0,0 0 0,1 0 0,-1 0 0,0-1 0,1 1 0,-1 0 0,0 1 0,1-1 0,-1 0 0,0 0 0,1 0 0,-1 1 0,0-1 0,1 1 0,-1-1 0,0 1 0,0 0 0,0-1 0,0 1 0,1 0 0,-1 0 0,0-1 0,0 1 0,-1 0 0,1 0 0,1 2 0,42 52 989,-22-26-523,27 28 1,-40-49-460,-1 0 0,2 0 0,-1-1 1,1 0-1,0-1 0,0 0 0,16 7 1,-7-10-119,-16-3-4151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9.0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4706,'0'0'10071,"-1"9"-8651,0-4-1244,1-2-71,0 1 0,0-1 0,-1 0 0,0 1 0,1-1 0,-1 0 0,0 0 0,-1 0 0,1 0 0,0 0 0,-1 0 0,0 0 0,0 0 0,0 0 0,0-1 0,0 1 0,0-1 0,-5 4 0,-55 34 1282,-7 4-647,62-39-719,1 0 0,0 1 0,0-1 0,0 1 0,1 1 0,-1-1 0,-4 9 0,1 14-1233,8-9-5185,1-12 418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29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625 145 656,'0'0'4744,"18"-11"-3698,57-36 146,-69 43-765,0 0 1,0-1-1,0 1 0,-1-1 0,9-11 0,-12 14-22,-1 0 0,0 0 0,0 0 0,0-1 0,0 1 0,0 0 0,0-1 0,-1 1 0,1 0 0,-1-1 0,0 1 0,1-1 0,-1-2 0,-1 4-282,1 1 0,0-1 1,0 1-1,0-1 0,0 1 0,0-1 0,-1 1 0,1-1 0,0 1 0,0-1 0,-1 1 0,1-1 0,0 1 0,-1-1 0,1 1 1,0-1-1,-1 1 0,1 0 0,-1-1 0,1 1 0,-1 0 0,1-1 0,-1 1 0,1 0 0,-1 0 0,1 0 0,-1-1 1,1 1-1,-1 0 0,1 0 0,-2 0 0,-21-1 753,17 1-504,-18 1-71,1 2 0,0 0 0,0 2-1,0 0 1,1 2 0,-1 0 0,2 2 0,-1 0 0,-23 14 0,-7 8 32,0 2-1,-59 52 1,83-63-156,1 2-1,1 2 1,2 0 0,0 1 0,2 2 0,1 0-1,-18 34 1,30-47-171,2 0 0,0 0-1,0 0 1,1 1-1,2 0 1,-1 0 0,2 1-1,0-1 1,1 1-1,1-1 1,1 1 0,0-1-1,2 1 1,-1 0 0,2-1-1,7 26 1,-6-31-21,1 0 0,0 0 0,1-1 0,0 1 0,1-1 0,0-1 0,1 1 0,0-1 0,0-1 0,1 1 1,1-2-1,-1 1 0,1-1 0,1 0 0,-1-1 0,1-1 0,1 0 0,-1 0 0,1-1 0,0 0 0,15 3 0,-10-4 20,0 0 1,0-1-1,0-1 0,1-1 0,-1 0 0,0-1 1,1-1-1,-1-1 0,0 0 0,0-2 0,0 0 1,0 0-1,0-2 0,-1 0 0,20-10 0,5-8 54,0-1 0,-2-2 0,-1-1 0,-1-3 0,-2 0 0,-1-3 0,-1 0 0,52-75 0,-73 91 0,-2 0 0,-1 0 0,0-1 0,-1-1 0,-1 1 0,-1-1 0,7-36 0,-11 46-5,-1 0 0,0 0 0,-1-1 0,0 1 0,0 0 0,-1 0 0,0 0 0,-1 0 0,0 0 0,-1 0 0,0 0 0,-1 0 0,0 1 0,0 0 0,-1 0 0,0 0 0,-9-12 0,4 10-23,0 2 1,0-1-1,-1 1 1,0 1 0,-1 0-1,0 1 1,0 0-1,0 0 1,-1 2-1,0-1 1,0 2 0,0 0-1,-16-3 1,3 2-75,-1 2 1,0 0-1,0 2 1,0 0-1,-51 8 0,71-6-91,1 0 0,-1 0 1,1 1-1,0 0 0,0 1 0,0-1 0,0 1 0,0 1 0,1-1 0,-1 1 0,1-1 0,0 2 0,0-1 0,-6 7 0,4-2-951,0 0 1,0 1-1,1-1 0,0 1 0,1 1 0,0-1 1,-4 16-1,-2 12-6441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0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659 0 2881,'0'0'17323,"0"6"-16456,-1 1-723,0 0 1,0 0-1,0-1 1,-1 1-1,0-1 0,0 1 1,0-1-1,-1 0 0,-4 7 1,-37 55 868,27-45-773,-105 166 843,-60 84-146,156-238-798,-196 289 626,215-315-12837,5-8 10773,-13 7-5107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1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276 517 3073,'10'-20'1689,"-2"5"-1003,5-8 101,-1-1-1,10-30 1,-18 43 898,-1-1 0,0 0 0,-1 1 0,0-1 0,0-17 0,-2 29-1582,0-1 1,-1 1 0,1 0 0,0-1 0,-1 1 0,1 0 0,0 0 0,-1-1 0,1 1-1,-1 0 1,1 0 0,0 0 0,-1-1 0,1 1 0,-1 0 0,1 0 0,-1 0 0,1 0 0,0 0-1,-1 0 1,1 0 0,-1 0 0,1 0 0,-1 0 0,1 0 0,0 0 0,-1 0 0,1 1 0,-1-1-1,0 0 1,-1 0 259,-5 2-229,-1 0 0,1 0 1,0 0-1,1 1 1,-1 0-1,0 0 1,1 1-1,0 0 1,0 0-1,-11 10 1,-57 57 132,65-61-162,-12 14 92,0 0 0,2 1 1,0 1-1,-16 33 0,25-41-137,2 1 0,0 1-1,1-1 1,1 1 0,0 0 0,2 1 0,-3 28 0,4-20-56,2 0 0,1 0 0,1-1 0,2 1 0,9 45 0,-9-63-39,0 0 1,1 0-1,0 0 0,1 0 0,0-1 0,1 0 0,0 0 0,0 0 0,1-1 1,1 0-1,-1 0 0,1-1 0,1 0 0,-1-1 0,2 1 0,16 9 0,-12-9-9,1-1 0,0-1 0,0-1-1,1 0 1,-1-1 0,1 0-1,0-1 1,0-1 0,0-1-1,1 0 1,-1-1 0,0-1 0,0 0-1,0-2 1,0 1 0,0-2-1,0 0 1,22-10 0,-7 1 75,0-1 0,-1-2 0,0-1 0,-2-2 1,0 0-1,-1-2 0,45-45 0,-40 32 30,-1-1 0,-2-2-1,38-59 1,-54 72-22,0 0-1,-1-1 1,-1 0 0,-1-1-1,-2-1 1,-1 1 0,6-37-1,-10 34 66,0 1 1,-3 0-1,0-1 0,-7-48 0,4 59-50,-2-1 1,0 1-1,0 0 1,-2 0-1,0 1 1,-1 0-1,-1 0 1,-11-15 0,8 15 136,-1 0 0,0 1 0,-1 1 0,-1 0 0,-31-24 1,36 31-569,-1 1 0,-1 1 0,1 0 1,-16-5-1,18 7-1289,-1 1 0,1 1 0,-1 0 1,0 0-1,0 1 0,-11 0 0,33 1-7074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2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 4194,'0'0'13393,"0"0"-13318,-1 0 0,1-1 0,0 1 0,0 0 0,0 0 0,-1-1 0,1 1 0,0 0 0,0 0 1,-1-1-1,1 1 0,0 0 0,-1 0 0,1 0 0,0 0 0,0 0 0,-1-1 0,1 1 0,0 0 0,-1 0 0,1 0 1,0 0-1,-1 0 0,1 0 0,0 0 0,-1 0 0,1 0 0,0 0 0,-1 0 0,1 0 0,0 1 0,-1-1 0,1 0 0,-1 0 1,0 4 148,1-1 0,-1 1 0,0 0 0,1-1 0,0 1 0,0 0 0,0-1 0,1 5 0,-1 6 329,1 12 177,1-1 1,2 1 0,0-1-1,9 29 1,39 98 804,-35-103-1129,26 59 77,72 133 0,75 91-412,-187-327-67,17 29 61,-2 1 0,17 42 0,-34-75 31,-1-1 0,1 1 0,0-1 1,0 0-1,0 1 0,0-1 1,0 0-1,0 1 0,1-1 1,-1 0-1,0 0 0,1 0 1,-1 0-1,2 1 0,11 9-800,-11 3-4945,-5 4-4599,-10-9 1169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2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3 9556,'0'0'10915,"-23"4"-10070,4-1-736,9-2-77,1 0 1,0 1 0,0-1 0,0 2 0,1-1 0,-1 1 0,1 1 0,-1-1 0,1 1 0,0 1 0,0 0 0,1 0 0,-1 0 0,1 1-1,-9 9 1,-1 5 140,1 1 0,1 0 0,0 0-1,2 2 1,0 0 0,2 0-1,1 1 1,0 0 0,2 1-1,1 0 1,1 1 0,1-1 0,1 1-1,2 0 1,0 0 0,2 0-1,0 0 1,6 28 0,-4-40-171,1-1 0,1 0 0,0 0 0,0-1 0,2 1 0,0-1 1,0 0-1,1 0 0,0-1 0,1 0 0,0 0 0,1-1 0,0 0 0,1 0 0,0-1 1,0-1-1,1 0 0,13 8 0,-9-7-30,1-1-1,0 0 1,1-2 0,0 0 0,0 0 0,0-2-1,0 0 1,1-1 0,-1-1 0,1 0 0,0-1-1,0-2 1,24-2 0,-17-1 34,-1-1-1,1-2 1,41-16-1,69-39 144,-105 46-120,25-10 81,-1-3 0,-2-2 1,74-58-1,-107 73-61,-2-1-1,0 0 1,-1-1 0,27-39 0,-35 44 14,0-1 1,-1 0-1,-1-1 1,0 1-1,-1-1 1,0-1 0,-1 1-1,2-24 1,-5 30-3,0-1 0,-1 1 0,0-1 0,0 1 0,-1-1 0,-1 1 0,-4-18 0,4 21-35,0 0 1,-1 1-1,0-1 0,0 1 0,0-1 1,-1 1-1,0 0 0,0 1 0,0-1 1,0 1-1,-1-1 0,-9-6 0,-6-1 18,0 0-1,-1 2 1,0 1 0,0 0-1,-1 1 1,0 2-1,-1 0 1,-43-5-1,-15 4-591,-94 3-1,144 4 169,-4 0-1746,0 3 1,-51 8-1,10 4-5795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3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749 0 1425,'0'0'19483,"-1"13"-17351,0-4-1820,-1 0 1,0 0-1,0 1 0,-1-1 1,0-1-1,-8 17 0,-35 54 640,25-46-569,-302 441 1796,304-447-2119,-23 30 10,-3-2 0,-2-2 0,-105 92 0,146-139-448,2-2 2419,1-2-4062,-13 0-22747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3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0 7267,'0'0'12654,"-15"8"-11947,-10 5-514,1 2 0,1 0-1,-38 32 1,16-5 419,2 2-1,1 1 1,-48 70 0,75-92-366,0 0 0,2 1 1,0 0-1,2 1 1,1 1-1,1 0 0,1 0 1,1 0-1,1 1 1,-2 29-1,6-27-63,1 0 0,1 1 0,7 43 0,-5-61-154,0-1 1,1 1-1,1 0 1,0-1-1,1 0 1,0 0-1,0 0 1,1-1-1,1 0 1,0 0-1,10 11 1,0-3-25,1-1 0,1-1-1,0 0 1,1-2 0,0 0 0,26 12 0,-28-17-46,0-1 0,0-1 0,1 0 0,0-2 1,0 0-1,1-1 0,-1 0 0,23-1 0,-33-3 53,0-1-1,0 0 0,0 0 0,0-1 0,0 0 0,0-1 1,0 0-1,-1 0 0,0-1 0,1 0 0,-1-1 0,13-9 0,4-6 51,0-1-1,26-30 0,-39 39-72,59-66 66,-4-4 0,88-138 0,-138 194-47,-2-1 0,0 0 0,-2-1-1,18-53 1,-28 70 7,-1-1 0,1 0 0,-2 0 0,0 0 0,0 0 0,-2-19 0,0 24-3,0 0 0,-1 0 1,0 0-1,0 0 1,0 0-1,-1 0 0,0 1 1,0 0-1,0-1 0,-1 1 1,0 0-1,-6-5 1,-2-2 39,-1 0 1,-1 1 0,0 1-1,-1 0 1,0 1 0,0 0-1,-1 1 1,-1 1 0,1 1-1,-32-10 1,19 9-370,-58-8 0,-27 9-3620,143-10-14917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4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50 544,'0'0'9338,"2"-3"-8055,32-44 5811,-31 48-1890,4 10-5027,13 37 641,14 51 0,6 16 153,156 428 2284,-181-494-3032,2 0 1,45 87 0,-45-106-145,1 0 0,2-2 1,1 0-1,1-1 0,30 27 1,-38-43-834,5 6 2678,-17-13-6245,-11-5-7490,1 1 4240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6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0 198 7091,'0'0'12670,"8"-6"-11347,-4 3-1096,-3 2-175,0 0 0,0 0 0,1-1 0,-1 1 0,0 0 0,1 0 0,-1 1 0,1-1 0,-1 0 0,1 0 0,-1 1 0,1-1 0,-1 1 0,1-1 0,0 1 0,-1-1 0,1 1 0,0 0 0,-1 0 0,1 0 0,0 0 0,-1 0 0,1 1 0,0-1 1,-1 0-1,1 1 0,-1-1 0,1 1 0,0-1 0,-1 1 0,1 0 0,-1 0 0,0 0 0,1 0 0,1 1 0,14 17 282,-1-1 0,0 2-1,-2 0 1,0 1 0,-2 0 0,0 1 0,10 26 0,-20-42-302,0-1 0,0 1 1,-1 0-1,0 0 0,0 0 1,0 0-1,-1 10 0,0-15 94,-2-2-111,1 1 1,-1 0-1,1-1 1,-1 1-1,1-1 1,-1 0-1,1 0 1,-1 1-1,1-1 1,-1 0-1,1 0 1,0 0-1,-1-1 1,1 1-1,0 0 1,0 0-1,0-1 1,0 1-1,-1-2 1,-16-31-15,18 34 2,-7-20 5,2 1-1,-1-1 1,2 0-1,1-1 1,1 1-1,0-1 0,2 1 1,3-41-1,-2 52-110,0 0 0,1 0 0,0 0 0,1 1 1,0-1-1,0 1 0,1-1 0,0 1 0,0 0 0,1 0 0,11-13 0,-14 18 11,1-1 1,0 1-1,0 0 1,0 0-1,1 0 1,-1 0-1,1 1 0,0 0 1,-1-1-1,1 1 1,0 1-1,0-1 1,0 0-1,1 1 0,-1 0 1,0 0-1,0 0 1,1 1-1,-1-1 1,1 1-1,-1 0 1,0 0-1,1 1 0,-1-1 1,0 1-1,1 0 1,5 2-1,-7-1-625,1 0 0,0 1 0,-1-1 0,0 1 0,1-1 0,-1 1 0,0 0 0,0 0 0,-1 1 0,1-1 0,-1 0 0,4 8 0,13 20-6652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6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134 126 2993,'0'0'17857,"-16"3"-16686,-50 10-205,63-13-898,1 1-1,-1 0 1,0 1 0,1-1 0,-1 0 0,1 1 0,-1-1 0,1 1 0,0 0 0,0 0 0,0 0 0,0 0 0,0 0 0,0 0 0,0 0 0,0 1 0,1-1 0,0 1 0,-1-1 0,1 1 0,0 0 0,-1 4 0,0 0-20,1 0 1,1 0-1,-1 0 1,1-1-1,0 1 0,2 13 1,-1-17-44,0 0 1,0 0 0,0 0 0,0 0 0,1 0-1,-1-1 1,1 1 0,0 0 0,0-1 0,0 1-1,0-1 1,0 0 0,0 0 0,1 0-1,-1 0 1,1 0 0,-1 0 0,1-1 0,0 1-1,0-1 1,-1 0 0,1 1 0,0-1-1,0-1 1,5 2 0,1 0 48,0 0-1,1-1 1,-1 0-1,1 0 1,-1-1-1,1 0 1,10-2 0,-15 0-13,0 1 1,0-1 0,0 0 0,0-1 0,-1 1 0,1-1-1,-1 0 1,0 0 0,0 0 0,0-1 0,0 0 0,0 1-1,-1-1 1,0 0 0,0-1 0,0 1 0,0-1-1,-1 1 1,1-1 0,2-8 0,-2 7 19,-1 0 1,0-1-1,0 1 0,-1 0 1,1-1-1,-1 1 0,-1-1 1,1 1-1,-1-1 0,0 1 1,-1-1-1,1 0 0,-1 1 1,-1 0-1,1-1 0,-4-8 1,-3 3-146,0 1 1,0 0 0,-1 0 0,-1 1-1,0 0 1,0 0 0,-1 2 0,0-1-1,-14-8 1,7 12-933,17 5 644,0 0-1,1 0 0,-1 0 1,0 0-1,0 1 0,0-1 1,0 0-1,0 0 0,0 1 1,0-1-1,0 0 0,1 1 1,-1-1-1,0 1 0,0-1 1,0 1-1,1-1 0,-1 1 1,-1 0-1,2 0 9,0 0 0,-1-1 0,1 1-1,-1 0 1,1-1 0,0 1 0,0 0 0,-1 0 0,1-1 0,0 1-1,0 0 1,0 0 0,0-1 0,0 1 0,0 0 0,0 0-1,0-1 1,0 1 0,0 0 0,0 0 0,0-1 0,1 2 0,9 12-2291,17 0-2049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7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63 7603,'0'0'10352,"-21"4"-8437,-64 21-370,81-24-1459,0 1 0,1 0 0,-1 0 0,1 0 0,-1 1 1,1-1-1,0 1 0,0 0 0,0 0 0,0 0 0,1 0 0,-1 0 0,1 1 0,0-1 0,0 1 0,0 0 0,0-1 0,1 1 0,-1 0 0,1 0 0,0 0 1,0 0-1,1 0 0,-1 0 0,1 0 0,0 8 0,-1 0-50,0-1 0,1 1 0,1 0 0,0-1 0,0 1 0,4 14 0,-4-24-30,0 1 1,0 0-1,1 0 0,-1 0 0,1 0 1,-1-1-1,1 1 0,0-1 1,0 1-1,0-1 0,0 0 1,0 0-1,0 0 0,1 0 1,-1 0-1,1 0 0,-1 0 0,1-1 1,0 0-1,0 1 0,0-1 1,0 0-1,0 0 0,0-1 1,0 1-1,0-1 0,0 1 0,5-1 1,-2 0 52,0 0-1,0 0 1,0 0 0,0-1 0,0 0 0,-1 0 0,1-1 0,0 1 0,0-1 0,-1-1-1,1 1 1,4-4 0,-2 1-13,0-1 0,-1 0 0,0 0-1,0-1 1,-1 0 0,11-14 0,-8 7-18,0 1 1,-1-1-1,0-1 1,-2 1-1,8-21 1,-12 27-13,1 0 1,-1 0 0,0 0 0,-1-1 0,0 1 0,0-1 0,-1 1 0,0-1-1,-1 1 1,0-1 0,-3-13 0,3 19-45,0 1 0,-1 0 0,1 0-1,-1-1 1,0 1 0,1 0 0,-1 0 0,0 0 0,0 1-1,0-1 1,-1 0 0,1 1 0,0-1 0,0 1 0,-1 0-1,1 0 1,-1 0 0,1 0 0,-1 0 0,0 1 0,1-1-1,-1 1 1,0-1 0,-3 1 0,-6-1-532,1 0 0,-1 1 1,0 1-1,-14 2 0,21-2 55,0 0-1,-1 1 1,1 0 0,0 0 0,0 0-1,0 0 1,0 1 0,0 0-1,-5 5 1,-21 19-6615,14-9-1348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7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0 1921,'0'0'16752,"-21"10"-13274,5-3-2745,9-5-548,0 1 0,0-1 1,1 1-1,-1 1 0,1-1 1,0 1-1,0 0 1,0 0-1,0 1 0,1 0 1,0 0-1,0 0 0,0 1 1,1-1-1,-1 1 0,1 0 1,1 0-1,-1 1 0,-2 7 1,-12 44 393,3 1 1,3 0-1,2 0 0,3 1 1,1 80-1,6-135-632,0 1 1,0 0-1,1 0 0,-1-1 0,1 1 1,1-1-1,-1 1 0,1-1 0,2 7 1,-2-10-51,0 1 0,-1 0 0,1-1 0,0 0 0,1 1 0,-1-1 0,0 0 0,1 0 0,-1-1 0,1 1 0,0 0 0,-1-1 0,1 1 0,0-1 0,0 0 0,0 0 0,0 0 0,4 0 0,3 2-535,1-1 0,0 0 0,0-1-1,0 0 1,1-1 0,-1-1 0,0 1 0,0-2 0,0 1-1,0-2 1,-1 1 0,1-1 0,11-6 0,13-17-6166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37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7475,'0'0'8292,"108"-11"-5923,-24 5-1680,10 4-689,4-2-6227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41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0 5122,'0'0'14751,"-9"10"-13342,-30 30-235,36-37-1004,0 0 0,1 0 0,0 0 1,0 1-1,0-1 0,0 0 0,0 1 1,1-1-1,-1 1 0,1 0 0,0-1 1,-1 8-1,-2 8 442,-63 172 1029,66-182-6736,8-17-4034,-2 1 8813,13-13-5103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3:54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28 544,'0'0'3106,"0"-9"-2594,0 1-384,0 2 112,0 1 48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4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4066,'0'0'12069,"14"0"-9993,247 0 4196,-160 0-6956,-67 0-2782,-1 0-4741,-22 0-61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4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0 2209,'0'0'12971,"-9"26"-9030,-91 293 4577,58-151-5770,-39 129-1571,76-283-1647,0 1 0,-1-1 0,-1 0 0,0-1 0,-13 19 0,20-31 338,0-1 0,0 0 0,0 0 0,0 0 1,0 1-1,-1-1 0,1 0 0,0 0 0,0 0 0,0 1 0,0-1 0,0 0 1,0 0-1,0 0 0,0 0 0,0 1 0,-1-1 0,1 0 0,0 0 1,0 0-1,0 0 0,0 0 0,-1 1 0,1-1 0,0 0 0,0 0 0,0 0 1,0 0-1,-1 0 0,1 0 0,0 0 0,0 0 0,0 0 0,-1 0 1,1 0-1,0 0 0,0 0 0,-1 0 0,1 0 0,0 0 0,0 0 0,0 0 1,-1 0-1,1 0 0,0 0 0,0 0 0,0 0 0,0 0 0,-1 0 1,1-1-1,0 1 0,0 0 0,0 0 0,0 0 0,-1 0 0,1 0 1,0-1-1,0 1 0,0 0 0,0 0 0,0-10-5200,3 2 4531,22-33-6253,10-16-443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4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1 14279,'0'0'4025,"-11"26"-132,-102 298 4652,80-191-6940,-78 277-1185,56-218-420,54-198-5400,1-40-1651,0-5-2220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5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16199,'0'0'9957,"159"23"-8532,-96-13-1025,6 1-352,-4-3-48,1-2-1105,-3-2-1776,0-4-2850,-7 0-5730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5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 9556,'0'0'13745,"18"9"-12245,58 29-503,-70-36-867,-1 1 0,1-1 0,0 0 0,0 0-1,0-1 1,0 0 0,0 0 0,1 0-1,-1-1 1,0 0 0,8-1 0,6 0 124,-4 2-153,-9-1-76,0 0 1,-1 0-1,1 0 1,0-1-1,11-2 1,-16 2-39,-1 1 1,1-1-1,-1 0 0,1 1 1,-1-1-1,0 0 0,1 0 1,-1 0-1,0 0 0,0 0 1,0 0-1,1 0 1,-1-1-1,-1 1 0,1 0 1,0 0-1,0-1 0,0 1 1,-1-1-1,1 1 0,-1-1 1,1 1-1,-1-1 0,1 1 1,-1-1-1,0 1 1,0-1-1,0 1 0,0-4 1,0 2 11,0 1 0,0-1 0,0 0 1,0 0-1,-1 1 0,1-1 1,-1 0-1,0 1 0,0-1 0,0 1 1,0-1-1,0 1 0,0-1 0,-1 1 1,1 0-1,-4-4 0,2 4 32,0 0 1,0-1-1,0 1 0,0 1 0,-1-1 0,1 1 0,0-1 0,-1 1 0,1 0 0,-1 0 1,0 0-1,-4 0 0,-8-2 374,-1 1 0,0 1 1,0 0-1,1 1 0,-28 4 1,40-3-327,0-1 0,1 1 1,-1 0-1,0 0 0,0 0 1,1 0-1,-1 1 0,1-1 0,-1 1 1,1 0-1,0 0 0,-1 0 1,1 1-1,0-1 0,1 1 1,-1 0-1,0 0 0,1 0 0,-1 0 1,1 0-1,0 0 0,0 0 1,1 1-1,-1-1 0,0 1 0,1 0 1,0-1-1,0 1 0,0 0 1,0 5-1,0-2-90,1 1 1,-1-1-1,2 1 0,-1 0 0,1-1 1,0 1-1,1-1 0,-1 0 0,2 1 1,4 12-1,-4-16-274,-1 1 0,1-1 0,0 0 1,0 0-1,1-1 0,-1 1 0,1 0 0,0-1 0,0 0 1,0 0-1,0 0 0,0-1 0,1 1 0,-1-1 0,1 0 1,-1 0-1,10 1 0,-1 0-2083,1-1 0,-1 0 1,28-1-1,6-1-7439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5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0 10677,'0'0'14713,"-20"2"-11581,-62 9-1224,71-9-1615,1 0 1,1 1-1,-1 0 0,0 1 1,1 0-1,0 0 0,-16 11 1,11-7-304,-25 20 10,37-27 0,1 1 0,-1 0 0,1 0 0,-1 0 0,1 0 0,0 0 0,0 0 0,-1 0 0,2 0 0,-1 0 0,0 1 0,0-1 0,1 0 0,-1 0 0,1 1 0,-1 3 0,2-5 0,-1 0 0,0-1 0,1 1 0,-1-1 0,0 1 0,1-1 0,-1 1 0,1-1 0,-1 1 0,1-1 0,-1 1 0,1-1 0,-1 1 0,1-1 0,0 0 0,-1 1 0,1-1 0,0 0 0,-1 0 0,1 1 0,0-1 0,-1 0 0,1 0 0,0 0 0,-1 0 0,1 0 0,1 0 0,24 1 0,-24-1 0,0 0 0,17 0 0,1 0 0,28-6 0,-42 5 0,0 0 0,-1-1 0,1 1 0,-1-2 0,1 1 0,-1 0 0,0-1 0,0 0 0,0-1 0,0 1 0,0-1 0,7-7 0,-11 11 0,-1-1 0,1 0 0,-1 1 0,1-1 0,0 0 0,-1 0 0,0 0 0,1 1 0,-1-1 0,1 0 0,-1 0 0,0 0 0,0 0 0,1 0 0,-1 0 0,0 1 0,0-1 0,0 0 0,0 0 0,0-1 0,0 1 0,-1 0 0,1 1 0,0-1 0,0 1 0,-1-1 0,1 1 0,-1-1 0,1 1 0,0 0 0,-1-1 0,1 1 0,-1-1 0,1 1 0,-1 0 0,1-1 0,-1 1 0,0 0 0,1 0 0,-1-1 0,1 1 0,-1 0 0,0 0 0,1 0 0,-1 0 0,1 0 0,-1 0 0,0 0 0,1 0 0,-2 0 0,2 1 0,-1 0 0,0 0 0,0-1 0,1 1 0,-1 0 0,1 0 0,-1 0 0,0 0 0,1 1 0,0-1 0,-1 0 0,1 0 0,0 0 0,-1 0 0,1 0 0,0 0 0,0 1 0,0-1 0,0 0 0,0 0 0,0 0 0,1 2 0,1 32 0,-2-31-40,1 0-1,0 0 1,0 0-1,1 0 1,-1 0-1,1 0 1,0 0-1,0 0 1,0-1-1,0 1 1,1-1-1,0 1 1,-1-1-1,1 0 1,0 0-1,1 0 1,4 3-1,-1-1-998,1 0-1,0-1 1,0 1 0,1-2-1,-1 1 1,1-1-1,10 2 1,33 3-7589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6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0 16440,'0'0'13398,"-90"134"-11766,76-71-335,-5 8-1297,2 0 0,0 0 0,-4-4 0,7-4 0,-5 4 0,6 2 0,5-7-288,6-3-1329,2-17-2305,0-21-2176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6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43 4978,'0'0'13417,"20"-7"-10360,60-22-1152,-76 28-1780,-1-1 0,0 1 0,0 1 0,1-1 0,-1 0 0,0 1 0,1 0 0,-1 0 0,1 0 0,-1 0 0,0 0 0,1 1 0,-1-1 0,0 1 0,1 0 0,-1 0 0,0 0 0,0 1 0,0-1 0,0 1 0,0 0 0,0-1 0,0 1 0,0 0 0,-1 1 0,1-1 0,-1 0 0,0 1 0,0 0 0,4 5 0,-2 0 15,1 0 0,-1 1 1,-1 0-1,0 0 1,0 0-1,-1 0 1,0 1-1,1 11 1,-3-21-139,5 65 175,-5-59-161,0 0-1,0 1 1,-1-1-1,0 0 1,0 0 0,0 0-1,-4 12 1,3-17 19,1 1 1,0 0-1,-1-1 1,1 1-1,-1-1 1,1 0-1,-1 1 0,0-1 1,1 0-1,-1 0 1,0 0-1,0 0 1,0 0-1,0 0 1,0-1-1,0 1 0,0-1 1,0 1-1,0-1 1,-3 0-1,-49 0 741,36 0-690,-12-2 290,-53-9 0,93 13-11922,7-2 3139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7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9 7283,'0'0'21864,"-22"-1"-20304,-69-5-319,82 6-1178,0-1 0,-1 1 0,1 0 0,0 1 0,-1 0 0,1 1 0,0 0 0,0 0 0,0 1 0,0 0 0,1 0 0,-15 8 0,23-11-63,-1 1 0,1-1 0,-1 0 0,0 0 0,1 0 0,-1 1 0,1-1 0,-1 0 0,1 1 0,-1-1 0,1 1 0,-1-1 0,1 0 0,0 1 0,-1-1 0,1 1 0,-1-1 0,1 1 0,0 0 0,0-1 0,-1 1 0,1-1 0,0 1 0,0-1 0,-1 1 0,1 0 0,0-1 0,0 1 0,0-1 0,0 1 0,0 0 0,0-1 0,0 1 0,0 0 0,0-1 0,1 1 0,-1-1 0,0 1 0,0 0 0,0-1 0,1 1 0,-1-1 0,0 1 0,1-1 0,-1 1 0,0-1 0,1 1 0,-1-1 0,1 1 0,-1-1 0,1 1 0,30 16 0,-27-15 0,12 5-237,0 1-1,-1 1 1,16 11 0,-28-18 100,1 0 1,-1 1-1,0 0 1,0-1-1,0 1 1,-1 1-1,1-1 1,-1 0-1,0 0 1,1 1-1,-2 0 1,1-1-1,0 1 1,-1 0-1,1 0 1,-1 0-1,0 0 1,-1 0-1,2 6 1,-3-9 149,1 0-1,-1 1 1,1-1 0,-1 0-1,0 1 1,1-1 0,-1 0-1,0 0 1,0 1-1,0-1 1,0 0 0,0 0-1,0 0 1,0 0 0,0 0-1,-1-1 1,1 1 0,0 0-1,-1-1 1,1 1 0,0 0-1,-1-1 1,1 1 0,-3-1-1,-44 12 1159,36-9-721,-59 8 1451,23-9-4432,52-12-7959,17-5 590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8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 3217,'0'0'10301,"-3"12"-7662,-34 146 3445,-21 81-66,-17-6-3732,70-220-2438,1-4-41,-1 1 0,2 0 0,-1-1-1,1 1 1,1 1 0,0-1 0,0 0-1,1 0 1,0 20 0,2-29-31,-1-1 0,1 1 1,-1-1-1,1 0 0,-1 1 0,1-1 0,-1 0 1,1 0-1,0 1 0,-1-1 0,1 0 1,-1 0-1,1 0 0,0 0 0,-1 0 0,1 0 1,0 0-1,-1 0 0,1 0 0,-1 0 0,1 0 1,0 0-1,0 0 0,1-1-939,12 1-5589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4:18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14263,'0'0'14737,"-3"0"-11517,2 0-3203,1 0-1,-1 0 1,0 0-1,1 0 1,-1 0 0,1 0-1,-1 0 1,1 0-1,-1 0 1,0 0 0,1 0-1,-1 0 1,1 0-1,-1 1 1,1-1-1,-1 0 1,1 0 0,-1 0-1,1 1 1,-1-1-1,1 0 1,-1 1 0,1-1-1,0 1 1,-1-1-1,1 0 1,-1 1-1,1-1 1,0 1 0,-1-1-1,1 1 1,0-1-1,0 1 1,0-1 0,-1 1-1,6 7-83,-5-8 84,23 24-2957,-10-17-4269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12.4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0 911 2513,'0'0'9042,"2"2"-5447,16 5-1001,-11-8-1896,0 1-1,0-1 0,0 0 1,0-1-1,0 0 1,0 0-1,8-4 1,-3 1-198,-1-1 1,1-1 0,14-10-1,3-7-98,45-48-1,-32 24-184,57-82 0,25-62-186,-76 115-2,80-148 243,-130 241 1246,-7 14-1529,-7 11 99,2 0 0,2 2-1,2-1 1,1 1 0,2 0 0,3 1-1,0 66 1,4-108-87,0 0 1,0 0-1,0 0 1,0-1-1,0 1 1,0 0-1,1 0 1,-1-1-1,1 1 1,-1 0-1,1-1 1,0 1-1,-1-1 1,1 1-1,0-1 1,0 1-1,0-1 1,0 1-1,0-1 1,1 0-1,-1 1 1,0-1-1,1 0 1,1 1-1,0-1 4,0 0-1,0 0 1,0 0-1,0-1 0,0 1 1,0-1-1,0 0 0,0 0 1,0 0-1,1 0 1,-1-1-1,0 1 0,5-2 1,9-4 10,0 0 0,0-1 0,-1-1 0,0-1 0,0 0 0,-1-1 0,16-13 0,-4 3-18,51-37-124,76-74 1,58-77-152,-191 188 355,-11 11 137,0-1 1,-1 0-1,0-1 1,-1 1-1,13-23 0,-67 114 2620,-1 3-3053,20-25 127,2 2 0,3 1-1,3 1 1,3 1 0,2 0 0,-9 131-1,22-183-420,0 25-1525,1-36 1821,0 0-1,0 1 0,0-1 0,1 0 1,-1 0-1,0 0 0,1 0 1,-1 0-1,0 0 0,1 0 0,-1 0 1,1 0-1,0 0 0,-1 0 1,1 0-1,0 0 0,0 0 0,-1-1 1,1 1-1,0 0 0,0 0 0,0-1 1,0 1-1,0-1 0,2 2 1,5-1-1415,-1 0 1,1 0-1,0-1 1,0 0 0,0-1-1,0 1 1,10-3-1,29-13-9162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12.6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0 8324,'0'0'20793,"-48"128"-19512,35-95-673,5-2-464,0-8-144,1-8-128,7-7-704,0-43-9877,19-15 1505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12.7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12934,'0'0'12678,"-37"111"-12678,33-53-16,-1 7-1009,5 4-1920,0-4-2658,0-11-5074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13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 6147,'0'0'18699,"16"-3"-17144,51-6-351,-66 8-1163,0 1 1,0 0 0,0 0 0,0 0-1,0 0 1,1 0 0,-1 0 0,0 0-1,0 0 1,0 0 0,0 1-1,0-1 1,0 0 0,0 1 0,0-1-1,0 1 1,0-1 0,0 1 0,0-1-1,0 1 1,0 0 0,0 0 0,0-1-1,-1 1 1,1 0 0,0 0-1,0 0 1,-1 0 0,1 0 0,-1 0-1,1 0 1,-1 0 0,1 0 0,-1 0-1,0 0 1,1 0 0,-1 2 0,1 4 10,-1-1 0,0 0 1,0 1-1,0-1 1,-2 8-1,1-4 65,0-4-77,0 0 0,0 0 1,-1 0-1,1 0 1,-1-1-1,0 1 1,-1 0-1,0-1 0,1 1 1,-2-1-1,-5 8 1,-14 24 170,23-37-195,10-14 11,-6 10-22,14-13-8,1 1 1,1 0-1,1 2 0,0 0 1,1 1-1,1 1 0,0 2 1,0 0-1,33-9 0,-13 10 57,-42 9-22,0 0-1,1-1 1,-1 1-1,0 0 1,0 0-1,1 0 1,-1-1-1,0 1 1,1 1-1,-1-1 1,0 0-1,0 0 1,1 0 0,-1 1-1,0-1 1,0 1-1,0-1 1,0 1-1,1-1 1,-1 1-1,0 0 1,0-1-1,0 1 1,0 0 0,0 0-1,0 0 1,-1 0-1,3 2 1,-2 3 59,-1 0 0,1 0 0,-1 1 1,0-1-1,0 0 0,-1 1 0,0-1 0,0 0 1,0 0-1,-1 0 0,0 0 0,0 0 0,0 0 1,-1 0-1,-5 8 0,0 9 97,1-2-3654,-5-10-5726,-2-5-1485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36.9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0 800,'0'0'3106,"54"15"-3090,-46-7-16,1 1-32,1-1-272,-4-2-529,-1 0 1,1-1-145,-2-1 225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37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264 79 960,'0'0'11966,"12"-19"-6486,-12 8-5237,1 8-46,-1 0 1,0 0-1,0 0 0,0 0 1,-1-1-1,1 1 0,-1 0 1,0 0-1,-1-4 0,1 6-143,0 0 0,0 0 0,0 0 0,0 0-1,0 0 1,-1 0 0,1 0 0,0 0 0,-1 0 0,1 1-1,0-1 1,-1 1 0,1-1 0,-1 1 0,1-1-1,-1 1 1,1 0 0,-1 0 0,1 0 0,-1 0 0,1 0-1,-1 0 1,-1 0 0,-15 0-56,-2 0-17,0 0 1,0 1-1,-40 8 1,55-8 14,-1 1 1,0 0 0,1 0-1,0 0 1,-1 1-1,1 0 1,0 0-1,0 0 1,0 1 0,1-1-1,-1 1 1,1 0-1,0 1 1,0-1-1,0 1 1,1-1 0,0 1-1,-4 8 1,6-11 1,-1 0 0,1 0 0,0 0 0,1 0 1,-1 0-1,0 1 0,1-1 0,-1 0 0,1 1 1,0-1-1,-1 0 0,1 1 0,0-1 0,1 0 1,-1 1-1,0-1 0,1 0 0,-1 1 0,1-1 1,1 4-1,0-3 7,0-1 0,0 0 0,0 1 0,0-1 0,0 0 0,1 0 0,-1 0 0,1 0 0,-1 0 0,1-1 0,0 1 0,-1-1 0,1 0 0,5 2 0,3 0 5,0 0 1,1 0-1,-1-1 1,0 0-1,1-1 1,-1-1-1,1 1 0,-1-2 1,1 0-1,-1 0 1,18-5-1,-13 1 0,-1 0-1,0-1 0,0 0 1,0-2-1,-1 1 0,-1-2 1,20-15-1,-32 24-35,9-8 614,-12 11 1017,-15 17-680,8-5-593,0 0 0,1 1 0,1 0 0,1 0 0,-7 22 0,-14 89 1704,15-68-1430,-18 111-823,24-97-4629,2-44 278,-3-10-1491,-7 2-3873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38.4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140 68 3009,'0'0'6555,"0"-10"-6042,-1-4-232,0 9-88,1-1 0,-1 0 0,1 1 0,1-1 0,-1 1 0,2-5 7138,-2 16-3711,1 2-3380,-2 0 0,1 0 0,-1 0 0,-3 11 0,-10 17 542,-2 0-1,-21 36 1,18-38-591,1 1 0,-13 39 1,31-74-332,1 0 0,-1 0 0,0 0 0,0 0 0,1 0 0,-1 0 0,0 0 1,0-1-1,1 1 0,-1 0 0,0 0 0,1 0 0,-1 0 0,0 0 1,0 0-1,1 0 0,-1 1 0,0-1 0,0 0 0,1 0 0,-1 0 0,0 0 1,0 0-1,1 0 0,-1 0 0,0 1 0,0-1 0,1 0 0,-1 0 1,0 0-1,0 0 0,0 1 0,1-1 0,-1 0 0,0 0 0,0 1 0,0-1 1,0 0-1,0 0 0,0 0 0,1 1 0,-1-1 0,0 0 0,0 1 1,0-1-1,0 0 0,0 0 0,0 1 0,0-1 0,0 0 0,0 0 0,0 1 1,0-1-1,0 0 0,0 1 0,-1-1 0,1 0 0,0 0 0,0 1 1,27-21-4582,-19 14 2080,19-16-3709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38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193 112 6915,'0'0'12385,"-6"5"-11478,-18 17 255,1 0-1,-30 38 1,40-44-791,2 0 0,0 1-1,0 0 1,2 1-1,-13 31 1,20-42-370,0 0 0,0 0 1,1 0-1,0 1 0,0-1 0,0 0 0,1 1 1,0-1-1,1 1 0,-1-1 0,1 0 1,4 11-1,-4-13-3,1-1 1,0 1-1,0-1 0,1 1 1,-1-1-1,1 0 1,0 0-1,0 0 0,1-1 1,-1 1-1,1-1 1,-1 0-1,1 1 0,0-2 1,0 1-1,1 0 1,-1-1-1,0 0 0,6 2 1,-2-2 1,0 1 0,1-2 1,-1 1-1,1-1 0,-1 0 1,1-1-1,-1 0 0,1 0 0,0-1 1,-1 0-1,0-1 0,1 0 1,-1 0-1,0-1 0,0 0 0,0 0 1,0-1-1,0 0 0,-1 0 1,13-10-1,-7 4 6,-1 0 0,0-1 0,0 0 0,-1-1 0,0 0 0,-1-1 0,0 0 0,-1-1 0,-1 0 0,8-19 0,-11 22 91,-1 0 0,-1-1 0,0 0 0,-1 0 0,0 0 0,-1 0 0,0 0 0,-1 0 0,0 0 0,-1 0 0,0 0 0,-1 0 0,0 0 1,-1 1-1,0-1 0,-1 0 0,-7-13 0,7 17-30,0 0 1,0 1-1,-1-1 1,0 1-1,0 0 1,-1 1-1,0-1 0,0 1 1,-1 1-1,1-1 1,-1 1-1,-1 0 1,1 0-1,-1 1 1,1 0-1,-1 0 1,0 1-1,0 0 1,-1 1-1,1-1 1,-1 2-1,1-1 1,-1 1-1,-12 0 0,19 1-218,0 0 0,1 0 0,-1 0-1,0 0 1,1 0 0,-1 1-1,0-1 1,1 0 0,-1 1-1,1-1 1,-1 1 0,1 0-1,-1 0 1,1-1 0,-1 1-1,1 0 1,-1 0 0,1 0-1,0 0 1,0 1 0,0-1 0,-1 0-1,1 1 1,0-1 0,1 0-1,-1 1 1,0-1 0,0 1-1,1-1 1,-1 1 0,0 0-1,1-1 1,0 1 0,-1-1-1,1 1 1,0 0 0,0-1-1,0 1 1,0 0 0,0 0 0,0-1-1,1 1 1,-1-1 0,0 1-1,2 3 1,5 8-7887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47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27 960,'0'0'15007,"-2"-4"-13201,-6-14-194,8 17-1554,0 1 0,0 0-1,-1 0 1,1-1 0,0 1 0,0 0 0,0 0 0,0-1 0,0 1-1,-1 0 1,1 0 0,0 0 0,0 0 0,0-1 0,-1 1-1,1 0 1,0 0 0,0 0 0,-1 0 0,1 0 0,0 0 0,0-1-1,0 1 1,-1 0 0,1 0 0,0 0 0,-1 0 0,1 0-1,0 0 1,0 0 0,-1 0 0,1 0 0,0 0 0,0 0 0,-1 0-1,1 1 1,0-1 0,0 0 0,-1 0 0,1 0 0,0 0-1,0 0 1,0 0 0,-1 1 0,1-1 0,0 0 0,0 0 0,0 0-1,-1 0 1,1 1 0,0-1 0,0 0 0,0 0 0,0 1-1,-9 12 318,-19 40 156,3 2 0,3 1 0,-24 88 0,43-133-698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48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47 3922,'0'0'12566,"-7"10"-11633,5-7-852,-68 113 1905,62-103-1921,2 1 1,0-1-1,0 1 0,1 0 1,1 0-1,0 0 0,1 1 1,-1 16-1,4-30-70,0 1 0,1-1 0,-1 0 0,0 1 1,1-1-1,-1 0 0,1 1 0,0-1 0,-1 0 0,1 0 0,0 1 1,0-1-1,0 0 0,0 0 0,0 0 0,0 0 0,0 0 0,0 0 1,0 0-1,0-1 0,1 1 0,-1 0 0,0-1 0,0 1 0,1-1 1,-1 1-1,1-1 0,-1 1 0,0-1 0,1 0 0,-1 0 0,3 0 1,8 2 9,0-2 1,25-1 0,-20 1 38,-11 0-35,0 0 1,0-1-1,0 1 0,0-1 0,0 0 1,-1-1-1,1 0 0,0 1 0,-1-2 0,1 1 1,8-6-1,-8 3 14,1 0 0,-2 0 1,1 0-1,-1-1 0,1 0 0,-2-1 1,1 1-1,5-11 0,-4 6 188,0 0-1,-1-1 0,0 0 0,-1 0 1,0 0-1,-1 0 0,-1-1 1,0 1-1,0-1 0,-1-22 0,-1 31-123,0 0 0,-1 0 0,1 0-1,-1 0 1,0 0 0,0 0 0,0 0-1,-1 0 1,1 0 0,-1 0-1,0 1 1,0-1 0,0 0 0,-1 1-1,1 0 1,-1 0 0,0 0 0,0 0-1,0 0 1,0 0 0,-1 1 0,1-1-1,-1 1 1,1 0 0,-1 0-1,0 1 1,1-1 0,-1 1 0,-5-2-1,-10-2 95,0 2 0,0-1 0,0 2 0,0 1 0,-20 1-1,37 0-199,0 0 0,-1 0 0,1 0 0,0 0 0,0 1 0,0-1 0,0 1 0,0-1 1,0 1-1,0 0 0,0 0 0,0 0 0,0 0 0,1 0 0,-1 1 0,0-1 0,0 0 0,1 1 0,-1-1 0,1 1 0,0 0 0,-1-1 0,1 1 0,0 0 0,0 0 0,0 0 0,0 0 0,0 0 0,0 3 0,-5 30-2452,5 0-3351,1-34 5528,0 24-7979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49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2 5106,'0'0'12598,"-1"0"-12520,1 0 1,0 0-1,-1 0 1,1-1-1,0 1 0,-1 0 1,1 0-1,0 0 0,-1 0 1,1 0-1,0 0 0,-1 0 1,1 0-1,0 0 0,-1 0 1,1 0-1,0 0 0,-1 0 1,1 0-1,0 1 0,-1-1 1,1 0-1,0 0 1,-1 0-1,1 0 0,0 1 1,-1-1-1,1 0 0,0 0 1,0 0-1,-1 1 0,1-1 1,0 0-1,0 1 0,-1-1 1,1 0-1,0 1 0,-8 6 418,1 1-1,0 0 0,0 0 0,0 0 0,1 1 0,-7 14 0,-30 64 1718,36-71-1939,-14 33 299,-16 59 1,10 0-3402,25-101 2103,2-6 339,0-1-1,0 0 1,0 1-1,0-1 0,0 0 1,0 1-1,0-1 1,0 0-1,0 1 1,0-1-1,0 0 0,0 1 1,0-1-1,0 0 1,0 0-1,1 1 1,-1-1-1,0 0 0,0 1 1,0-1-1,0 0 1,1 0-1,-1 1 1,0-1-1,0 0 0,0 0 1,1 0-1,-1 1 1,0-1-1,0 0 1,1 0-1,-1 0 0,0 0 1,1 1-1,-1-1 1,0 0-1,1 0 0,-1 0 1,0 0-1,0 0 1,1 0-1,-1 0 1,0 0-1,1 0 0,11 0-5645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49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7299,'0'0'16042,"-1"2"-15324,-12 21-1,1 0 0,1 1 0,-9 33 0,4-15-215,-21 71-271,22-63-4332,-2 0-8213,11-33 1293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5:56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182 216 1601,'0'0'7270,"10"-2"-6742,28-7 195,-36 8-561,0 1 0,-1-1 0,1 0 0,-1 0 0,1 0 0,-1 0 0,0 0 0,1 0 0,-1 0 0,0 0 0,0-1-1,1 1 1,-1 0 0,0-1 0,0 1 0,-1-1 0,1 1 0,0-1 0,1-2 0,4-30 2552,-5 28-2307,0-3-28,0 1 0,0 0 0,-1-1 0,0 1 0,0 0 0,-1-1 0,-2-10 0,2 16-304,0 0 1,0 1 0,-1-1-1,1 0 1,0 0-1,-1 1 1,0-1-1,0 1 1,0 0-1,0-1 1,0 1-1,0 0 1,0 0 0,-1 0-1,1 1 1,-1-1-1,1 1 1,-1-1-1,0 1 1,0 0-1,1 0 1,-1 0 0,-3-1-1,-6-1-27,1 0-1,-1 1 1,0 1-1,0-1 1,0 2-1,0 0 1,-21 2 0,29-1-49,0 0 1,0 0-1,0 0 1,-1 0-1,2 0 1,-1 1-1,0 0 1,0 0-1,0 0 1,1 0-1,-1 1 1,1-1-1,0 1 1,0 0-1,0 0 1,0 0-1,0 1 1,1-1-1,-1 0 1,1 1-1,0 0 1,0 0-1,0-1 1,-2 8-1,0 7 15,2 0 0,-1-1 0,2 1-1,0 0 1,4 32 0,-3-48-12,0 0-1,1 0 1,-1-1 0,0 1 0,1 0-1,0-1 1,-1 1 0,1-1-1,0 1 1,0-1 0,0 1 0,0-1-1,0 1 1,0-1 0,0 0-1,0 0 1,1 1 0,-1-1 0,0 0-1,1 0 1,-1 0 0,1 0-1,-1-1 1,1 1 0,-1 0 0,1-1-1,0 1 1,-1-1 0,1 1 0,0-1-1,1 0 1,9 2 21,0-2 1,-1 1-1,22-3 1,-9 1 19,-13 1-49,0 0 0,0-1 0,-1-1 1,1 1-1,19-7 0,-25 6 153,-1 1 0,0-1 1,0-1-1,1 1 0,-2 0 0,1-1 1,0 0-1,0 0 0,-1 0 0,0 0 0,0-1 1,0 0-1,0 1 0,0-1 0,-1 0 1,3-5 2624,-18 25-2212,-163 248 2890,165-246-3357,5-8 37,3-7-94,0 1 0,1-1 0,0 1-1,0 0 1,0 0 0,0 0-1,1 0 1,-1 0 0,1 0-1,0 5 1,1-9-60,17-8-2083,19-11-3301,-11 11-4378,-14 6 144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07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29 80,'0'0'3244,"13"-8"1924,-9 5 915,-3-15-2878,1 24-1511,-2-2-1466,0 1 0,0 0 0,0-1 0,0 1 0,-2 9 0,-3-2 50,0 0 1,-1 0 0,-1 0 0,-12 17 0,-12 20 141,17-21-330,-40 70-583,53-87-5972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08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55 6739,'0'0'8967,"15"-6"-8281,14-6 10,1 2 0,53-12 0,-63 20-377,40 0-1,-48 2-269,-11 0-45,-1 0 0,1 0 0,0 0 0,0 1 0,-1-1 0,1 0 0,0 0 0,-1 1 0,1-1 0,0 0 0,-1 1 0,1-1 0,-1 0 0,1 1 0,-1-1 0,1 1-1,-1-1 1,1 1 0,-1-1 0,1 1 0,-1 0 0,1-1 0,-1 1 0,0 0 0,0-1 0,1 1 0,-1 0 0,0-1 0,0 1 0,0 0 0,1-1 0,-1 1 0,0 0 0,0 0 0,0-1 0,0 1 0,0 0 0,-1-1 0,1 1 0,0 0 0,0-1 0,-1 2-1,0 3 72,0-1 0,0 0 0,0 0-1,0 0 1,-1-1 0,-4 8 0,-8 6 230,-1 0 0,-1-1 0,0-1 0,-1 0 0,-1-1 0,-28 17 0,-16 13 281,47-32-443,-25 19 238,38-30-348,0 1 0,1 0 0,-1 0 0,0-1 0,1 1 1,0 1-1,-1-1 0,1 0 0,0 0 0,0 0 0,0 1 0,0-1 0,0 0 1,1 1-1,-1 4 0,1-7-29,0 1 1,0-1-1,0 0 1,0 1-1,0-1 1,1 1-1,-1-1 1,0 0-1,0 1 0,0-1 1,1 0-1,-1 1 1,0-1-1,1 0 1,-1 1-1,0-1 1,1 0-1,-1 0 1,0 1-1,1-1 1,-1 0-1,0 0 0,1 0 1,-1 1-1,1-1 1,-1 0-1,1 0 1,-1 0-1,0 0 1,1 0-1,-1 0 1,2 0-1,19 0 114,-12 0-50,38-1 404,0-1-1,72-14 0,-90 12-348,-22 4-72,1-1 0,-1 0-1,0 0 1,0-1 0,12-4-1,-19 4-919,0 1 0,0-1 0,0 1-1,0-1 1,0 1 0,0-1 0,0 1 0,0-1-1,-1 0 1,1 1 0,-1 0 0,1-1 0,-1 1-1,0-3 1,-5-6-9485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09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50 256,'0'0'10141,"7"-8"-8858,23-26-133,-19 26 1570,-11 14 340,0-2-3347,-1 6 701,0-1-1,0 1 1,-1-1-1,0 1 1,-1-1-1,-7 16 1,-32 60 1010,11-24-911,18-25-477,1 1 0,2 0 1,-7 46-1,10-47-155,6-21-572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09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39 2993,'0'0'14780,"3"-8"-13059,6-16-759,-5 17-415,-5 19 329,-47 138 1918,22-58-2660,-6 23-3023,13-39-4473,8-35-455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14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70 920 6755,'-65'-163'160,"61"4"-304,39 2 144,55 1-768,8 9-1,-18 9-1520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33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711 29 1665,'0'0'12710,"-3"-3"-11713,1 1-908,0 1-1,0-1 0,0 1 1,0-1-1,0 1 1,-1 0-1,1 0 0,0 0 1,0 0-1,-1 0 0,1 0 1,-1 1-1,1-1 1,-1 1-1,1 0 0,-1 0 1,1 0-1,-1 0 0,1 0 1,-1 0-1,1 0 1,-1 1-1,-2 1 0,-22 8 90,1 1 0,0 2 0,-25 16 0,3-2 15,-4 2 65,1 3 1,-83 66-1,107-75-163,1 2-1,1 0 0,1 2 0,2 0 1,0 2-1,-17 31 0,31-45-23,1 0 0,1 1 0,0-1-1,1 1 1,1 0 0,0 0 0,-1 19 0,2 4 175,3 74 0,1-99-233,0 0-1,2 0 1,-1 0 0,2 0-1,0-1 1,0 1-1,1-1 1,1 0 0,0-1-1,1 1 1,0-1-1,1 0 1,0-1 0,1 0-1,0 0 1,1-1-1,0 0 1,1-1-1,0 0 1,0-1 0,1 0-1,0 0 1,0-1-1,22 8 1,-3-4-5,-1-1 0,1-2 0,0-1 0,1-2 0,0 0 0,0-3 0,51-1 0,-61-2-3,-1-1-1,0-1 0,0-1 1,0 0-1,-1-2 1,0 0-1,0-2 1,0 0-1,-1-1 1,29-18-1,-8 0 80,-1-2 0,-1-1-1,53-56 1,-67 62 29,-1-2-1,-2 0 0,34-56 0,-45 64-81,0-2-1,-1 1 0,-1-2 0,-1 1 1,-1-1-1,0 0 0,3-27 0,-6 22-9,-2 0-1,0 0 1,-1 0 0,-2 0-1,-5-33 1,4 45 9,-1 1-1,0-1 1,-1 1 0,0 0 0,-1 0-1,0 0 1,-1 1 0,-1-1-1,0 2 1,0-1 0,-13-12-1,5 9 95,-1 1 0,0 0 0,-1 1-1,-1 1 1,0 1 0,0 0-1,-1 2 1,0 0 0,-1 1 0,-40-9-1,10 7 26,1 2 0,-1 2-1,-79 1 1,130 5-199,0 0 1,0 1-1,0-1 1,0 0-1,-1 0 1,1 1-1,0-1 0,0 0 1,0 1-1,0-1 1,0 0-1,0 0 0,0 1 1,0-1-1,0 0 1,0 1-1,0-1 1,0 0-1,0 0 0,0 1 1,0-1-1,0 0 1,0 1-1,0-1 1,0 0-1,0 0 0,0 1 1,1-1-1,-1 0 1,0 0-1,0 1 1,0-1-1,0 0 0,1 0 1,-1 1-1,2 0-346,1 0-1,-1 0 1,1 0 0,-1 0-1,1 0 1,-1 0 0,1-1-1,-1 0 1,1 1-1,0-1 1,-1 0 0,1 0-1,0 0 1,2-1 0,5 1-1268,33 0-6265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34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1 144,'0'0'4261,"-13"0"-3095,-37 0-193,41 0 4098,2 0 5199,212 0-8296,-204 0-1964,0 0 0,-1 0 0,1 0 0,-1 0 1,1 1-1,0-1 0,-1 0 0,1 0 0,-1 1 0,1-1 0,0 1 0,-1-1 1,1 0-1,-1 1 0,1-1 0,-1 1 0,0-1 0,1 1 0,-1-1 0,0 1 1,1 0-1,-1-1 0,0 1 0,1-1 0,-1 1 0,0 0 0,0-1 0,0 1 0,0 0 1,0-1-1,1 2 0,-1 25 329,0-21-228,-1 16 52,0-1 1,-2 0 0,0 0-1,-2-1 1,-8 27 0,-46 97 134,35-89-234,14-37-64,8-16-33,0 1 1,1 0-1,-1 0 1,0 0-1,1 0 1,0 0-1,0 0 1,0 0-1,-1 5 1,2-8-280,3-6-8381,8-17 1762,-4 8 641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34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4578,'0'0'13366,"119"-58"-11765,-77 49-561,2 5-207,-2 0-385,-2 4-240,-5 0-208,-3 0-16,-9 0-224,2 0-1505,-2 0-1216,-5 0-3026,-3 0-2129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39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42 1024,'0'0'7340,"-7"5"3318,28-7-10648,0 0-1,-1-1 1,0-1 0,24-8-1,-24 6-20,1 1 0,-1 0-1,1 2 1,25-1 0,-45 19 131,-2-8-60,-1 0 1,0-1-1,0 1 1,-1-1-1,1 0 0,-2 0 1,1 0-1,-9 11 1,-6 15 203,-89 186 473,95-190-711,2-1 0,0 1 1,2 1-1,1-1 0,2 2 1,-4 40-1,9-133-11311,0 40 3324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39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92 6067,'0'0'12830,"26"-7"-11168,7-2-1175,125-29 1029,70 4-1028,-131 30-3590,-106 5 2027,0 0 0,0 1 1,0-1-1,-13 6 0,7-2-848,-21 5-3589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41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1 6035,'0'0'10477,"-14"6"-10096,5-2-331,-1-1 114,0 1-1,0 1 1,1 0-1,-1 0 1,1 1-1,0 1 1,0-1-1,1 1 1,0 1-1,-9 9 1,15-13-117,0 0-1,0 0 1,1 0-1,-1 0 1,1 0 0,0 0-1,0 0 1,1 1-1,-1-1 1,1 0 0,0 1-1,0-1 1,0 0-1,1 1 1,-1-1 0,1 0-1,0 1 1,0-1 0,1 0-1,2 6 1,4 8-31,1 0 0,0-1 0,14 18 0,-22-29 70,1 1 0,-1-1 0,0 1 0,-1-1 0,0 1-1,0-1 1,0 1 0,-1-1 0,-2 9 0,-1 1 103,0-1 0,-1 0-1,-14 28 1,18-42-161,1 0 0,-1-1 0,1 1 0,-1-1 0,1 1 0,-1 0 0,0-1 0,1 1 0,-1-1 0,0 1 0,1-1 0,-1 1 0,0-1 0,1 0 0,-1 1 0,0-1 0,0 0 0,0 0 0,1 0 0,-1 1 0,0-1 0,0 0 0,0 0 0,1 0 0,-1 0 0,0 0 0,0 0 0,0-1 0,1 1 0,-1 0 0,0 0 0,0 0 0,0-1 0,-1 0 8,0 0 1,1 1 0,-1-1 0,1 0 0,-1 0 0,1 0-1,0 0 1,-1 0 0,1 0 0,0-1 0,0 1 0,0 0 0,-2-4-1,-1-2 93,1 0 0,0 0-1,1-1 1,-1 0-1,2 1 1,-1-1 0,1 0-1,0 0 1,0-14-1,2 21-113,-1 0 0,0 0-1,1 0 1,-1 0 0,1 0 0,-1 0-1,1 0 1,-1 0 0,1 0-1,0 0 1,0 1 0,-1-1-1,1 0 1,0 0 0,0 0-1,0 1 1,0-1 0,0 1 0,0-1-1,2 0 1,28-13 139,-17 9-107,10-6-26,0-2 1,-1 0-1,-1-1 0,0-1 1,-1-2-1,29-27 0,-44 37 158,0-1 0,-1 0 0,0 0 0,-1 0 0,0-1 0,0 0-1,3-10 1,-4 11-68,-2 6-27,0 0 0,0 0-1,0 0 1,-1 0-1,1 0 1,-1 0 0,1-1-1,-1 1 1,0 0 0,1 0-1,-1-1 1,-1 1-1,1 0 1,0 0 0,0-1-1,-2-2 1,1 3-41,0 1 1,-1-1-1,1 1 1,-1 0-1,1-1 1,-1 1-1,0 0 1,1 0 0,-1 0-1,0 0 1,0 0-1,0 1 1,0-1-1,1 0 1,-1 1-1,0 0 1,0-1-1,0 1 1,-4 0-1,-31-3 14,-39 1-1,60 2-124,15 30-4275,1-29 4118,0 2-728,-1-1 1,1 1 0,1-1-1,-1 1 1,0-1 0,1 1-1,-1-1 1,1 1 0,-1-1-1,1 1 1,0-1 0,2 3-1,7 5-6866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44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243 121 5074,'0'0'11734,"-13"-5"-10432,-39-14-323,48 17-903,-1 1 1,1 0-1,-1 0 1,0 0-1,0 1 0,1-1 1,-1 1-1,0 0 1,0 1-1,1-1 1,-1 1-1,0 0 1,1 0-1,-1 0 1,1 1-1,-9 3 0,3 1-73,1 0-1,-1 1 0,2-1 1,-16 16-1,23-21 10,-2 2-6,0 0-1,1 0 1,-1 0 0,1 0 0,0 0-1,0 0 1,0 1 0,0-1-1,1 1 1,-1 0 0,1-1 0,0 1-1,0 0 1,0 5 0,0-7-10,1 1 0,0-1 0,0 0 0,1 1 0,-1-1 0,0 1 0,1-1 0,0 0 1,-1 1-1,1-1 0,0 0 0,0 1 0,0-1 0,1 0 0,-1 0 0,0 0 0,1 0 0,-1 0 1,1-1-1,0 1 0,0 0 0,0-1 0,2 2 0,9 6-18,1-1 1,0-1-1,1-1 0,-1 0 0,19 5 1,82 15-32,-49-12-92,-65-14 132,1 0 0,-1 1 1,0-1-1,1 0 0,-1 1 0,0-1 1,1 1-1,-1-1 0,0 1 0,0-1 1,0 1-1,0 0 0,0 0 0,0 0 0,0-1 1,2 3-1,-3-2 15,0-1-1,0 1 1,0-1 0,0 1 0,0-1-1,0 1 1,0-1 0,0 1-1,-1-1 1,1 1 0,0-1 0,0 1-1,0-1 1,-1 0 0,1 1 0,0-1-1,-1 1 1,1-1 0,0 0-1,-1 1 1,1-1 0,-1 0 0,1 1-1,0-1 1,-1 0 0,1 0-1,-1 1 1,0-1 0,-44 18 178,13-10-134,1-1 0,-1-1 0,0-2 0,-42 1 0,73-5-44,0 0 0,0 0 1,0 0-1,0 0 0,0 0 1,0 0-1,0 0 0,0-1 1,0 1-1,0 0 0,1-1 1,-1 1-1,0 0 0,0-1 0,0 1 1,0-1-1,1 1 0,-1-1 1,0 0-1,0 1 0,1-1 1,-1 0-1,1 1 0,-1-1 1,1 0-1,-1 0 0,1 0 1,-1-1-1,0 0 0,1-1 1,-1 1-1,1 0 1,0-1-1,0 1 1,0-1-1,0 1 1,0-1-1,1 1 1,0-5-1,2-2 11,0 0 0,1 0-1,-1 0 1,2 0 0,5-8-1,46-54 92,-41 55 53,-1-1 1,0-1-1,-2-1 1,0 1-1,-1-2 1,12-26-1,-22 42-24,1 0-1,-1 0 1,0 0-1,0 0 1,-1 0-1,1 0 1,-1 0-1,0-1 1,0 1-1,0 0 0,-2-6 1,2 9-90,-1-1 0,0 0 0,0 1 0,0-1 0,0 1 0,0-1 0,0 1 0,0 0 0,0 0 0,0-1 0,-1 1 0,1 0 0,0 0 0,-1 0 0,1 0 0,-1 0 0,1 0 0,-1 1-1,0-1 1,1 1 0,-1-1 0,0 1 0,1-1 0,-1 1 0,0 0 0,0 0 0,1 0 0,-3 0 0,-1-1-46,-7 0 100,0 0 1,0 1-1,0 1 1,0 0-1,-12 2 0,22-2-157,-1-1 0,1 1 0,0-1 0,-1 1 0,1 0 0,0 0 0,0 0 0,0 1 0,0-1-1,0 0 1,0 1 0,0-1 0,1 1 0,-1 0 0,0-1 0,1 1 0,-1 0 0,1 0 0,0 0-1,0 0 1,0 0 0,0 1 0,0-1 0,0 0 0,0 0 0,1 1 0,-1-1 0,1 0 0,-1 1-1,1-1 1,0 5 0,0 23-7303,0-19-1276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16:45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126 124 848,'0'0'5416,"7"-8"-3799,19-22 456,-24 27-1663,0 1 1,-1 0-1,1-1 1,-1 1-1,0-1 1,0 1-1,0-1 1,0 0-1,0 0 1,-1 1-1,1-1 1,-1 0-1,0 0 1,0 0-1,0 1 1,0-1-1,-1-4 1,1 6-265,0-1 0,0 1 1,-1-1-1,1 1 1,-1-1-1,1 1 0,-1-1 1,1 1-1,-1 0 0,0-1 1,0 1-1,0 0 1,0 0-1,0 0 0,0-1 1,0 1-1,0 0 1,0 0-1,0 0 0,0 1 1,-1-1-1,1 0 1,0 0-1,-1 1 0,1-1 1,-3 0-1,-1 0-110,0 0 0,-1 1 0,1 0-1,0-1 1,0 2 0,-1-1 0,1 1 0,0 0-1,0 0 1,0 0 0,0 0 0,0 1 0,0 0 0,0 0-1,0 1 1,1-1 0,-1 1 0,1 0 0,0 0-1,0 1 1,0-1 0,0 1 0,0 0 0,1 0 0,0 0-1,-1 0 1,2 1 0,-1-1 0,0 1 0,1 0-1,0-1 1,0 1 0,1 0 0,-1 0 0,1 1-1,0-1 1,0 0 0,1 0 0,-1 9 0,1-13-39,0 0 0,1 0-1,-1 0 1,0 0 0,0 0 0,0 0 0,1 0 0,-1 0 0,1 0 0,-1 0 0,0 0 0,1 0 0,0 0-1,-1 0 1,1 0 0,0 0 0,-1-1 0,1 1 0,0 0 0,0 0 0,0-1 0,1 2 0,1-1-4,0 1 0,0-1 0,0 0 0,0 0 0,0 0 0,0-1 0,0 1 0,4 0 0,6-1-17,1 0 0,25-4 0,-19 0 21,0-1 0,0-1 0,-1-1 0,28-14 0,14-4 21,-42 16 0,-15 7 10,1 0-1,-1 0 1,1 1-1,0-1 0,0 1 1,-1 0-1,8-1 0,-12 21 840,-2 7-303,0-1-1,-2 1 0,-1-1 1,-1 0-1,-2 0 0,0-1 0,-17 36 1,18-43-431,-20 51 652,25-62-943,1 1 1,-1-1-1,1 0 0,0 1 0,1-1 0,-1 0 1,1 1-1,2 11 0,-1-17-157,1 0 0,-1 0 0,0 0 0,1 0 0,-1-1 0,0 1 0,1-1 0,-1 1 0,1-1 0,-1 0 0,1 1 0,-1-1 0,1 0 0,0 0 0,-1 0 0,1 0 0,-1 0 0,1 0 0,1-1 0,1 1-1194,13 0-5574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2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326 651 6451,'0'0'5010,"-8"23"241,1-26-1461,-12-12-2699,-1-1-946,8 12-64,1 0 1,-1 1-1,-1 0 0,1 1 0,0 0 1,-1 1-1,1 0 0,-22 2 1,18-1-62,12 1-14,-1-1 0,0 1 0,0-1 0,1 1 0,-1 1 0,1-1 1,-1 1-1,1 0 0,-1 0 0,1 0 0,0 0 0,0 1 0,0 0 0,0 0 0,0 0 0,1 0 0,-1 0 0,1 1 0,0-1 0,0 1 0,0 0 0,1 0 0,-1 0 0,1 1 0,0-1 0,0 1 0,-2 8 0,-1 5 38,0 0 0,1 0 0,1 1 0,1 0 0,0 32 0,2-50-42,0 1 0,0 0 1,1-1-1,-1 1 1,0-1-1,1 1 1,-1 0-1,1-1 0,0 1 1,-1-1-1,1 0 1,0 1-1,0-1 1,0 0-1,0 1 1,0-1-1,0 0 0,0 0 1,0 0-1,1 0 1,-1 0-1,0 0 1,1 0-1,-1 0 1,1 0-1,-1-1 0,1 1 1,-1-1-1,1 1 1,-1-1-1,1 0 1,2 1-1,2 0 5,-1-1 1,1 1-1,0-1 0,-1-1 1,1 1-1,0-1 1,-1 0-1,11-3 0,-1-2 5,0-1 0,-1 0 0,1-1 0,-2 0 1,1-1-1,16-16 0,72-73-414,-29 10-549,-3-3 1,62-109-1,-103 155 724,3-2-44,39-66-375,-64 101 677,-1-1 1,-1 0-1,0 1 0,0-2 0,-2 1 1,1 0-1,1-17 0,-5 30-1,0 0 0,0 0-1,0 0 1,0-1 0,0 1 0,0 0 0,1 0-1,-1 0 1,0 0 0,0-1 0,0 1 0,0 0-1,0 0 1,0 0 0,0 0 0,0-1 0,0 1-1,0 0 1,0 0 0,0 0 0,0-1 0,0 1-1,0 0 1,0 0 0,0 0 0,0 0 0,0-1-1,0 1 1,-1 0 0,1 0 0,0 0 0,0 0-1,0-1 1,0 1 0,0 0 0,0 0 0,0 0-1,-1 0 1,1 0 0,0-1 0,0 1 0,0 0-1,0 0 1,-1 0 0,1 0 0,0 0 0,0 0-1,0 0 1,0 0 0,-1 0 0,1 0 0,0 0-1,0 0 1,-1 0 0,-11 11 815,-18 26-673,2 1 0,1 1-1,2 1 1,2 1 0,1 2 0,3 0 0,1 1 0,2 0 0,2 2 0,2 0 0,3 0-1,1 1 1,-3 92 0,11-124-215,-1-10-237,1 1 1,0 0 0,0 0 0,1-1 0,2 10 0,-3-14 120,1 1 0,-1-1 0,1 1-1,0-1 1,-1 0 0,1 0 0,0 1 0,0-1 0,0 0 0,0 0 0,0 0 0,0 0 0,0 0 0,1 0 0,-1 0 0,0-1 0,0 1-1,1 0 1,-1-1 0,1 1 0,-1 0 0,0-1 0,1 0 0,-1 1 0,1-1 0,1 0 0,17 2-4363,39-3 0,-54 1 3863,48-4-5728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2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268 1 4802,'0'0'14823,"-23"1"-13281,-71 8-491,88-7-911,0-1 0,-1 1 1,1 0-1,0 1 0,0 0 0,1 0 0,-1 0 0,1 0 0,-1 1 1,1 0-1,0 0 0,0 0 0,1 1 0,-6 6 0,-4 4 213,8-10-229,1 1 0,-1 0 0,1 0 0,1 1 0,-8 11 0,11-14-113,-1-1-1,1 0 1,-1 1 0,1-1-1,0 1 1,1 0 0,-1-1-1,0 1 1,1 0 0,0-1-1,0 1 1,0 0 0,0-1-1,2 6 1,-2-8-15,1 0-1,0-1 1,-1 1 0,1-1 0,-1 1-1,1-1 1,0 0 0,-1 1-1,1-1 1,0 1 0,0-1 0,-1 0-1,1 0 1,0 1 0,0-1-1,-1 0 1,1 0 0,0 0 0,0 0-1,0 0 1,-1 0 0,2 0 0,24-1-65,-19 1 57,6-1-34,1 0 0,-1-1 0,0 0 0,0-1 0,0 0 0,0-1-1,-1-1 1,1 0 0,-1-1 0,0 0 0,-1-1 0,0 0 0,14-11 0,-22 15 93,2 0-5,-4 6-202,-2 7-212,1-5-138,-1 0-1,2 0 1,-1 0 0,1 0 0,-1 1 0,1-2 0,1 1 0,2 9-1,-3-12 116,1 0-1,-1-1 0,0 1 0,1-1 0,-1 1 1,1-1-1,-1 0 0,1 0 0,0 1 0,-1-1 0,1 0 1,0 0-1,0-1 0,0 1 0,0 0 0,0-1 1,0 1-1,0-1 0,0 1 0,0-1 0,0 0 1,0 0-1,0 0 0,3-1 0,21 1-4961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2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1 8660,'0'0'11301,"-21"9"-9871,-8 3-766,-30 19 1,53-27-495,1 0 0,-1 1 0,0-1 0,1 1 0,0 1 0,1-1 0,-1 1 0,1 0 0,0 0 0,0 0 0,1 0 0,-5 10 0,2-2 152,-8 14 206,3 0 1,0 0-1,1 1 1,2 0-1,-4 32 1,4-6-2247,1 103 0,7-134-1302,0-8-3241,0-11-465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3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0 153 7059,'0'0'8690,"21"-11"-6610,-8 4-1798,7-3 47,1 0 0,0 1 1,0 1-1,1 1 0,26-5 1,264-54 2551,-265 53-1432,-48 14-1365,0-1 1,-1 1-1,1-1 1,-1 1-1,1-1 1,0 1-1,-1 0 1,1 0-1,0 0 1,0 0-1,0 0 1,0 0-1,-2 1 1,3-1 40,-1 0-1,0 0 1,0 0 0,0 0-1,0-1 1,0 1 0,0 0 0,0-1-1,0 1 1,0-1 0,0 1-1,-1-1 1,1 1 0,0-1 0,0 0-1,0 1 1,-3-1 0,0 1-100,0 1 0,0 0 0,0 0 1,0 0-1,0 0 0,0 0 0,0 1 1,1 0-1,0 0 0,-6 5 0,-1 1 13,-12 9 141,-37 41 0,53-52-169,0 0 0,1 0 0,0 0 0,0 1 1,0 0-1,1 0 0,0 0 0,1 1 0,0-1 0,-2 11 0,4-18-21,1-1 1,0 1-1,0-1 0,0 1 1,0 0-1,0-1 0,1 1 1,-1 0-1,0-1 0,0 1 1,0-1-1,0 1 0,1-1 1,-1 1-1,0 0 0,1-1 1,-1 1-1,0-1 0,1 1 1,-1-1-1,1 1 0,-1-1 1,1 0-1,-1 1 0,1-1 1,-1 1-1,1-1 0,-1 0 1,1 0-1,-1 1 0,1-1 1,0 0-1,0 0 0,30 4-205,-23-5 189,0 0 0,0 0 0,0 0 0,0-1 0,0 0 0,7-4 0,4-5 27,-1-2 1,0 0 0,-1-1-1,-1-1 1,0 0-1,-1-1 1,0-1 0,16-25-1,-30 41 1483,-1 4-1388,-1 14 289,2-1 0,4 30 0,-4-39-752,1 0-1,1-1 1,-1 1 0,1-1 0,0 0-1,0 0 1,1 0 0,0 0 0,6 8 0,12 9-3646,0 1-4077,-6-1-3901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3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0 8004,'0'0'15647,"1"5"-14463,-1 5-854,0 0 0,0 0 0,-1 1 0,0-1 0,-1 0 0,0 0 0,-4 13 0,-6 27 568,2 39-203,1 165 0,9-250-1007,1 15-897,6-13-3545,-3-10 123,-1-17-2060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4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91 125 208,'0'0'16309,"23"-1"-14324,333-30 1998,-294 26-3622,1140-83 1564,-1201 88-1802,0 0 0,0 0 0,0 0 0,0 1 0,0-1 0,0 0 0,-1 0 0,1 1 0,0-1 0,0 0 0,0 1 0,0-1 0,-1 1 0,1-1 0,0 1 0,-1-1 0,1 1 0,0 0 0,-1-1 0,1 1 0,-1 0 0,1-1 0,-1 1 0,1 0 0,-1 0 0,1 0 0,-1-1 0,0 1 0,0 0 0,1 0 0,-1 0 0,0 0 0,0 0 0,0 0 0,0-1 0,0 1 0,0 0 0,0 0 0,0 0 0,0 0 0,0 0 0,-1 1 0,-11 51 1021,6-31-421,-19 138-443,6 1 0,3 222 0,15-383-280,1 0 0,0 1 0,0-1 0,0 0 0,0 0 0,-1 1 0,1-1 0,0 0 0,0 1 0,-1-1 0,1 0 0,0 0 0,-1 0 0,1 1 0,0-1 0,0 0 0,-1 0 0,1 0 0,0 0 0,-1 0 0,1 1 0,-1-1 0,1 0 0,0 0 0,-1 0 0,1 0 0,0 0 0,-1 0 0,1 0 0,0 0 0,-1 0 0,1 0 0,0-1 0,-1 1 0,0 0 0,-1 0 0,-536 27-656,5 31-238,389-41 993,-302 35 159,473-57-1662,1-1-1,40-15 0,1-1-2888,26-3-4287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5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0 245 4690,'0'0'7078,"20"0"-6435,-3 0-442,17-1 532,62-8 0,579-62 2442,-2 40-2457,-469 23-497,239-4-125,112-5 121,-9-30 2488,-516 44-2217,-16 2 108,0-1 0,0 0 0,-1 0 0,1-1 0,0-1 0,-1-1 0,19-8-1,-23 2 3267,-8 8-1589,-3 8-2106,-4 8 576,2-7-5227,-1-25-24398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5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 11957,'0'0'12219,"19"12"-10885,-3-2-1043,27 15 644,55 26 0,11-5-305,-50-23-558,92 51 0,-150-73-70,0-1 0,1 1 0,-1-1 0,0 1 0,0 0 0,0-1 0,-1 1 0,1 0 0,0 0 0,0 0 0,0 0 0,-1 0 0,1 0 0,0 0 0,-1 0 0,1 0 0,-1 0 0,1 0 0,0 2 0,-1-2 11,0 0 1,-1 0-1,1-1 0,0 1 0,0 0 0,-1 0 1,1 0-1,0 0 0,-1-1 0,1 1 0,-1 0 0,1-1 1,-1 1-1,1 0 0,-1-1 0,0 1 0,1 0 1,-1-1-1,0 1 0,-1 0 0,-6 3 185,-1 1 0,1-2-1,-1 1 1,-10 2 0,6-2 161,-86 29 1337,57-22-1504,1 3 1,1 2-1,0 1 0,-73 44 0,106-56-329,0 0 0,0 1 0,1 0 0,0 0 0,-6 7-1,-9 21-4433,14-22-1240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6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46 2161,'0'0'11328,"2"-7"-9405,5-24-237,-5 23 1329,-2 10-1833,-13 231 4335,12 560-1203,2-445-7107,8-482-12771,-1 65 3579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7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1 444 1953,'0'0'6910,"4"-3"-6326,3 1 379,-1 0-1,0 0 1,1 0-1,0 1 1,8-1 0,72 1 2110,-12 0-2037,459-71 1150,-322 38-2123,421-74 539,-52 9 470,4 27-746,322 41-41,-444 24-215,508 2 104,-535 7 479,-402-2-652,800 13 44,559 18 536,-911-6-516,-4 32 30,-254-32 72,84 12 3497,-274-34-630,-37-3-2757,-17 0-2777,0 2-1,-21 4 0,-13 2-4905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9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20 825 800,'0'0'5208,"3"7"-4485,10 23 7318,-18-28-4861,-13-3-2756,6 1 1004,12 2-599,0-1-805,0-1-1,0 1 0,0-1 1,-1 0-1,1 1 0,0-1 0,0 1 1,0-1-1,0 0 0,0 1 1,0-1-1,0 1 0,0-1 1,0 1-1,0-1 0,0 0 1,0 1-1,0-1 0,1 1 0,-1-1 1,0 0-1,0 1 0,0-1 1,1 0-1,-1 1 0,0-1 1,0 0-1,1 1 0,-1-1 0,0 0 1,1 1-1,-1-1 0,0 0 1,1 0-1,-1 0 0,0 1 1,1-1-1,-1 0 0,0 0 1,1 0-1,-1 0 0,1 0 0,-1 1 1,0-1-1,1 0 0,-1 0 1,1 0-1,0 0 0,61 0 1052,1-3 1,64-10-1,161-33-636,169-31-427,-335 51-12,1100-200 573,-542 120 51,2 0 470,-366 62-345,789-83 63,-167 73-569,-895 51-250,828-43 310,-411 44 0,-251 3-259,324 17 421,2 1 326,149 25 437,-494-24-1135,-197-17-453,-1-1 1,0 0-1,0 0 1,0-1-1,-9 1 1,-3-1-4509,0-3-4253,7-2-2025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29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9 4162,'0'0'10848,"24"18"-4155,-22-18-6536,0 0 0,-1 0-1,1-1 1,0 1-1,-1-1 1,1 1 0,0-1-1,-1 0 1,1 0 0,-1 0-1,1 0 1,-1 0 0,1 0-1,-1 0 1,0 0 0,1-1-1,-1 1 1,0 0-1,1-2 1,6-6 3159,-13 119-1724,-23 128 1,6-69-499,11-72-919,-5 41-55,12-45-4414,4-93 4046,0 0 0,0 1 1,0-1-1,0 0 0,0 1 0,0-1 1,0 0-1,0 0 0,0 1 1,0-1-1,0 0 0,1 1 0,-1-1 1,0 0-1,0 0 0,0 1 1,0-1-1,0 0 0,1 0 1,-1 1-1,0-1 0,0 0 0,1 0 1,-1 0-1,0 1 0,0-1 1,0 0-1,1 0 0,-1 0 0,0 0 1,1 0-1,-1 0 0,10 1-7459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0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1121,'0'0'11242,"11"6"-8801,-4-2-1971,-2-2-198,-1 1 0,1-1 0,-1 1-1,0 0 1,0 0 0,0 1 0,0-1-1,0 1 1,-1 0 0,1 0 0,-1 0-1,0 0 1,0 0 0,-1 1 0,3 5-1,14 42 3249,13 59 0,-2 56 118,-22-75-2495,-5 153 0,-5-231-1117,0 0 0,0-1 1,-1 1-1,-1-1 1,-10 25-1,-2 9-1524,13-36-1042,-1 3-2770,0-6-3106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0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29 109 1024,'0'0'11350,"0"-7"-10806,1-2-254,0 0 0,0-1 1,1 1-1,4-12 0,11-22 7119,-17 48-6433,13 298 5741,-10 159-3553,-3-423-3053,1-12-109,-1-1 1,-2 0 0,0 0-1,-2 1 1,-1-2 0,-1 1-1,-15 41 1,16-53-715,-5 16 1427,3-23-6615,-5-32-19065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1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2785,'0'0'7692,"0"-4"-6726,2-7-1081,9-14 6561,-10 24-6111,-1 0 1,1 0 0,-1 0-1,1 1 1,-1-1-1,1 0 1,0 1 0,-1-1-1,1 0 1,0 1-1,0-1 1,-1 1 0,1-1-1,0 1 1,0 0-1,0-1 1,0 1 0,1-1-1,-1 1-231,0 1-1,0-1 1,0 0-1,0 0 1,0 1 0,0-1-1,0 1 1,-1-1-1,1 1 1,0-1-1,0 1 1,0-1-1,-1 1 1,1 0 0,0-1-1,-1 1 1,1 0-1,0 0 1,-1 0-1,1-1 1,-1 1 0,1 2-1,7 11 361,0 2-1,-2-1 1,0 1-1,0-1 1,-2 2-1,5 24 1,6 106 860,-15-141-1275,5 529 957,-28-349-880,2-42-76,25-278-15038,-4 89 6064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2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93 1185,'0'0'5005,"4"-9"-4056,13-29 100,-16 36-642,0 0 1,0-1 0,0 1-1,-1-1 1,1 1 0,-1-1-1,1 1 1,-1-1 0,0 0-1,0 1 1,0-1 0,-1-2-1,0-5 10808,1 17-10793,0 42 411,-4 321 2702,-25-1-2424,16-272-888,-49 180 0,59-266 159,-6 15-1666,6-25-45,1-15-98,0-6-2971,0 1-1,-8-35 1,-3 8-4996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2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78 112,'0'0'4832,"6"-9"-3773,1 0-752,20-33 1152,-16 29 2638,-2 9 3865,-11 223-1131,-13 106-4170,2-133-2076,-15 172 986,0-136-280,32-285-916,-2 18-4210,-1 13-6319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3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113 135 1297,'0'0'10298,"0"-6"-7321,1-1-1751,-1-6-129,1-1 5782,-12 19-5823,2 4-985,0-1 0,0 1 0,1 1 0,0-1 0,0 1 0,1 1 0,1-1 0,-1 1 0,2 1 0,0-1 0,0 1 0,1 0 0,0 0 0,1 0 0,1 0 0,0 0-1,0 1 1,1-1 0,1 19 0,1-30-76,-1 1-1,1-1 0,-1 0 1,1 0-1,0 1 0,-1-1 0,1 0 1,0 0-1,0 0 0,0 0 1,0 0-1,0 0 0,0 0 1,0 0-1,0 0 0,0-1 1,0 1-1,0 0 0,0-1 0,1 1 1,-1 0-1,0-1 0,1 0 1,-1 1-1,0-1 0,1 0 1,-1 0-1,0 0 0,1 0 1,1 0-1,48-2-163,-48 2 160,7-2-8,-1 0 1,0-1 0,1 0 0,-1-1 0,0 1 0,-1-2 0,1 1 0,-1-1 0,0-1 0,0 1 0,0-1 0,-1-1 0,12-12-1,-10 9 18,-1 0 0,1-1-1,-2 0 1,1 0 0,-2-1-1,1 0 1,-2 0-1,0-1 1,6-18 0,-9 20 92,1 0 0,-2-1 0,1 1 0,-2 0 0,1-1 0,-3-16 0,2 25-73,0 1-1,-1-1 1,1 1 0,-1 0 0,0-1-1,1 1 1,-1-1 0,0 1 0,0 0-1,-1 0 1,1-1 0,0 1-1,-1 0 1,1 0 0,-1 0 0,0 1-1,0-1 1,0 0 0,1 1 0,-2-1-1,1 1 1,0-1 0,0 1 0,0 0-1,-1 0 1,1 0 0,0 0 0,-1 1-1,1-1 1,-1 1 0,1-1-1,-1 1 1,1 0 0,-4 0 0,-20 4-1399,18 4-2177,13 6-3864,3-7-1945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3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30 4434,'0'0'15119,"-1"-5"-12849,-3-16-202,4 21-2024,0 0 0,0 0 0,0 0-1,0-1 1,0 1 0,0 0 0,0 0 0,0 0 0,0 0 0,0 0 0,0 0-1,0-1 1,0 1 0,0 0 0,0 0 0,0 0 0,-1 0 0,1 0 0,0 0-1,0 0 1,0 0 0,0-1 0,0 1 0,0 0 0,0 0 0,-1 0-1,1 0 1,0 0 0,0 0 0,0 0 0,0 0 0,0 0 0,-1 0 0,1 0-1,0 0 1,0 0 0,0 0 0,0 0 0,0 0 0,-1 0 0,1 0 0,0 0-1,0 0 1,0 0 0,0 0 0,0 0 0,0 0 0,-1 0 0,1 0 0,0 1-1,0-1 1,-8 8 907,-4 11-171,0 5-206,1 0-1,1 1 0,-9 36 0,15-44-974,1-1 0,0 2 0,0 25 0,3-42 210,0 0 0,0-1 1,0 1-1,0 0 0,0 0 1,0-1-1,0 1 0,0 0 1,0-1-1,0 1 0,0 0 1,0-1-1,1 1 0,-1 0 0,0-1 1,0 1-1,1 0 0,-1-1 1,0 1-1,1-1 0,-1 1 1,1-1-1,-1 1 0,1 0 1,-1-1-1,1 0 0,-1 1 1,1-1-1,-1 1 0,1-1 0,0 0 1,-1 1-1,1-1 0,0 0 1,-1 0-1,1 1 0,0-1 1,-1 0-1,2 0 0,19 1-7199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4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81 4898,'0'0'17117,"3"-9"-15999,-1 5-1060,0 0 0,0 1-1,0-1 1,0 0 0,1 1 0,0-1-1,-1 1 1,1 0 0,0-1-1,1 2 1,-1-1 0,1 0 0,-1 1-1,1-1 1,0 1 0,0 0 0,0 0-1,0 1 1,0-1 0,0 1-1,8-2 1,-1 0 92,-1 1 0,1 0 0,0 1-1,0 0 1,0 1 0,11 0 0,-22 1-148,1-1 0,0 1 0,-1-1 0,0 1 0,1-1 0,-1 1 0,1-1 0,-1 1 1,1-1-1,-1 1 0,0-1 0,0 1 0,1 0 0,-1-1 0,0 1 0,0-1 0,0 1 0,1 0 1,-1-1-1,0 1 0,0 0 0,0-1 0,0 1 0,0 0 0,0-1 0,-1 2 0,-1 19 56,0-14 8,-1 0 0,0 0 0,-1-1-1,0 1 1,0-1 0,0 0 0,0 0 0,-1 0-1,0-1 1,0 1 0,-1-1 0,0 0-1,-10 6 1,8-5 152,0 0 0,1 1 0,0 0 0,0 0 0,1 0 1,0 1-1,-7 10 0,13-18-200,-1 1 1,1 0 0,-1-1 0,1 1-1,-1 0 1,1 0 0,0-1-1,-1 1 1,1 0 0,0 0 0,0 0-1,-1 0 1,1-1 0,0 1 0,0 0-1,0 0 1,0 0 0,0 0-1,0 0 1,0-1 0,0 1 0,1 0-1,-1 0 1,0 0 0,0 0 0,1-1-1,-1 1 1,1 0 0,-1 0-1,0-1 1,1 1 0,-1 0 0,1-1-1,0 1 1,-1 0 0,1-1 0,0 1-1,-1-1 1,1 1 0,0-1-1,-1 1 1,1-1 0,0 0 0,0 1-1,0-1 1,-1 0 0,1 0 0,0 1-1,1-1 1,7 1 29,-1 0 0,0-1 0,1 0 0,11-2 0,-2 1 40,35 2-98,25 1-2679,-27-8-4147,-8-6-3377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5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5378,'0'0'10395,"7"-8"-8779,26-25 30,-29 30-1325,0 0 0,0 0 0,0 0 0,0 1 0,1 0 0,-1 0 0,1 0 0,-1 1-1,1-1 1,0 1 0,0 0 0,-1 0 0,1 1 0,0 0 0,0 0 0,8 0 0,6 0 15,83-2 91,-101 2-426,0 0 0,-1 0-1,1 0 1,0 1-1,0-1 1,0 0 0,0 1-1,0-1 1,0 1 0,-1-1-1,1 1 1,0-1 0,0 1-1,-1-1 1,1 1 0,0 0-1,-1 0 1,1-1 0,0 1-1,-1 0 1,1 0 0,-1 0-1,0-1 1,1 1-1,-1 0 1,1 0 0,-1 0-1,0 0 1,0 0 0,0 0-1,0 0 1,0 0 0,1 0-1,-2 0 1,1 0 0,0-1-1,0 1 1,0 0 0,-1 2-1,1 1 14,-1 0 0,0 0 0,0 1 0,0-1 0,0 0 0,-1 0 0,1 0 0,-4 5 0,-21 20 259,22-25-240,0-1-1,0 1 0,0 0 0,1 0 0,-1 0 0,1 0 0,0 1 0,1-1 1,-1 1-1,1 0 0,0 0 0,0 0 0,0 0 0,-2 10 0,6-13-49,0-1-1,0 1 1,0-1-1,0 0 1,0 1-1,0-1 1,0 0-1,1 0 1,-1-1 0,0 1-1,1 0 1,-1-1-1,4 1 1,7 3-19,-12-4 36,12 4-104,1 1 0,-1 0-1,0 1 1,0 1-1,0 0 1,-1 1 0,0 0-1,18 17 1,-29-24 107,1 0-1,-1 0 1,0 0 0,0 0-1,0 0 1,0 1 0,0-1 0,0 0-1,-1 1 1,1-1 0,0 0-1,-1 1 1,1-1 0,-1 1-1,1-1 1,-1 1 0,0-1-1,1 1 1,-1 0 0,0-1-1,0 1 1,0-1 0,-1 1-1,1-1 1,0 1 0,0-1-1,-1 1 1,1-1 0,-1 1-1,1-1 1,-1 1 0,0-1 0,0 1-1,0-1 1,1 0 0,-1 0-1,0 1 1,0-1 0,-1 0-1,1 0 1,0 0 0,0 0-1,-1 0 1,1 0 0,0-1-1,-1 1 1,-1 0 0,-10 5 427,0 0 1,0-2-1,0 1 1,-20 2-1,13-2 338,-7-1-5,23-5-5108,12-14-15966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5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9 4258,'0'0'13606,"1"-2"-10445,4-5-1864,-6 11-972,0-1 0,0 1 1,-1-1-1,1 1 0,-1-1 0,0 0 0,0 0 0,0 0 0,0 0 1,-4 4-1,5-6-215,-27 35 2493,-43 74 0,64-97-2480,0 1 1,1 1-1,1-1 1,0 1-1,1 0 1,0 0-1,1 0 1,1 0-1,0 21 1,2-35-122,0 1 1,1-1 0,-1 0-1,1 1 1,-1-1 0,1 1-1,0-1 1,-1 0 0,1 1-1,0-1 1,0 0 0,0 0-1,0 0 1,0 0 0,0 0-1,0 0 1,0 0 0,0 0-1,1 0 1,-1 0 0,0-1-1,1 1 1,-1 0 0,0-1-1,1 1 1,-1-1 0,3 1-1,48 9 99,-41-9-68,75 7-301,112-5 0,-127-4-2721,-102 4-9769,16-3 2418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5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0 11797,'0'0'13174,"-79"115"-9956,64-73-1025,11 0-608,0-2-785,2-3-800,2 3 0,0-7 0,0-3 0,4 1-912,17-6-1073,16-2-1441,11-6-1584,15-9-3810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6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11 3009,'0'0'15794,"4"-2"-13718,2 0-1372,2-1 97,1 0 2790,-12 11-1767,-4 0-1414,-1 1 0,0-1 0,-1-1 0,-10 9 0,7-8-187,1 1-1,-18 19 0,27-25-245,-1 1-1,1-1 1,-1 0-1,1 1 1,1-1-1,-1 1 0,0 0 1,1 0-1,-1 0 1,1 0-1,0-1 1,1 1-1,-1 1 1,0 4-1,2-7-58,-1-1 0,0 1 0,0-1-1,1 1 1,-1-1 0,1 0 0,-1 1 0,1-1 0,-1 0-1,1 1 1,0-1 0,0 0 0,0 0 0,-1 0-1,1 0 1,0 0 0,0 0 0,1 0 0,0 1-1,28 15-930,-21-13 714,24 13-542,159 91 23,-190-108 843,-1 1 1,0 0-1,0 0 1,1 0-1,-1-1 1,0 2-1,0-1 1,0 0-1,0 0 0,0 0 1,0 0-1,0 1 1,0-1-1,-1 0 1,1 1-1,0-1 1,-1 0-1,1 3 1,-1-3 42,0 0 0,0 0 0,0 0 0,-1 0 0,1 0 0,0 0 0,-1 0 0,1 0 0,0 0 0,-1-1 0,1 1 0,-1 0 0,0 0 0,1 0 0,-1-1 0,0 1 1,1 0-1,-1-1 0,0 1 0,-1 1 0,-7 3 561,0-1-1,0 1 1,0-2 0,-15 5 0,7-2-177,14-5-506,-29 12 842,-37 8 0,35-14-3180,-2-5-4224,32-5-241,2-15-4030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36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10389,'0'0'15063,"106"2"-13751,-68 7-127,0-9-737,-3 6-384,-6-4-64,-12-2-352,-9 0-1601,-8 4-800,-10-4-2065,-19 0-8549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46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15 1809,'0'0'16194,"2"-3"-15170,1-8-492,-5 10 204,-10 18 727,-5 8-1078,12-20-274,-17 21 242,1 1-1,1 1 0,1 1 1,-19 40-1,36-64-359,0 1 0,0-1-1,1 1 1,0 0 0,0 0-1,1-1 1,-1 12 0,2-16 0,-1-1 1,0 1 0,0-1-1,1 1 1,-1-1 0,0 1-1,1-1 1,-1 1 0,0-1-1,1 1 1,-1-1 0,1 1-1,-1-1 1,1 0 0,-1 1-1,1-1 1,-1 0 0,1 1-1,-1-1 1,1 0 0,0 0-1,-1 1 1,1-1 0,-1 0-1,1 0 1,0 0 0,-1 0-1,1 0 1,0 0 0,-1 0-1,1 0 1,29 0-171,-20-1 79,97-3-505,-58 0 395,60 4 0,-109 1 207,1-1 0,-1 0 0,1 0 0,0 1 0,-1-1 0,1 0 0,-1 1 0,1-1 0,-1 0-1,1 1 1,-1-1 0,1 1 0,-1-1 0,0 1 0,1-1 0,-1 1 0,0-1 0,1 1 0,-1 0 0,0-1 0,0 1 0,1-1 0,-1 1 0,0 0 0,0-1 0,0 1 0,0 0 0,0-1 0,0 1 0,0 0-1,0 27 60,0-19-3,-1-2 27,0 0 0,0 0 0,0 0 0,-1 0-1,0 0 1,0 0 0,0-1 0,-1 1 0,0-1 0,-6 10 0,-3 1 303,1-1 1,-22 22-1,30-35-346,0-1 0,0 0 0,-1 1 1,1-1-1,0 0 0,-1-1 0,1 1 0,-1 0 0,0-1 1,1 0-1,-1 0 0,0 0 0,0-1 0,-6 1 0,-59-2-793,44 0 17,-37-5-3358,24-5-5451,22 1 710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46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71 7716,'0'0'10965,"121"-31"-8548,-83 25-689,2 6-511,2 0-273,-3-2-431,-1 0-257,-3-3-176,-3 5-64,-7-4-32,-2-2-753,-4 0-1071,-5 1-2370,-5 1-5171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47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1 5811,'0'0'15679,"-20"14"-14014,-66 48-497,74-52-870,1 0 0,0 0 0,0 1 0,1 0 0,0 1 0,-15 25 0,1-3 97,20-28-427,0 0 0,1 0 0,-1 0 0,1 0 0,0 1 0,1-1 0,-1 1 0,1 0 0,1 0 0,-1 0 0,1-1 0,0 1 0,1 13 0,0-19 18,0-1 0,0 1 0,1 0 0,-1-1 0,0 1 0,1-1 1,-1 1-1,0 0 0,1-1 0,-1 1 0,0-1 0,1 1 0,-1-1 0,1 0 0,-1 1 0,1-1 0,-1 1 0,1-1 0,0 0 0,-1 0 0,1 1 1,-1-1-1,1 0 0,0 0 0,0 1 0,21 3 2,-21-3 5,60 5-191,118-4 0,-94-3-116,-5-7 194,-80 7 26,1 1-1,-1 0 1,0 0 0,1 0 0,-1-1 0,1 1-1,-1 0 1,1-1 0,-1 1 0,0 0 0,1-1-1,-1 1 1,0 0 0,1-1 0,-1 1 0,0-1 0,0 1-1,1-1 1,-1 1 0,0-1 0,0 1 0,0-1-1,1 1 1,-1-1 0,0 1 0,0-1 0,0 1-1,0-1 1,-2-17-12184,-3 7 3424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48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0 8340,'0'0'16856,"-67"124"-15080,53-81-383,1 1-657,1 2-335,3-4-305,1-4-96,2-5-48,2-6-641,1-1-703,-1-8-1026,0-1-1727,-11-9-3619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49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 1809,'0'0'18953,"0"3"-17059,-6 84 2378,-20 46-2601,4-20-1606,9-55-668,7-33-2166,2-10-1097,4-13 1198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49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78 1969,'0'0'20927,"-16"8"-19772,-52 29-112,62-32-972,0 0 0,1 0 0,-1 0 0,1 1 0,0 0 0,1 0 1,0 1-1,-1-1 0,2 1 0,-1 0 0,1 0 0,0 0 0,1 0 0,0 0 0,0 1 0,0-1 0,1 1 0,-1 10 0,2-18-71,-2 15-21,1-1-1,1 0 1,0 1 0,0-1-1,4 16 1,-4-29 10,1 1 1,0 0-1,0-1 0,1 1 1,-1-1-1,0 1 0,0-1 1,1 0-1,-1 1 0,1-1 1,-1 0-1,1 0 0,0 0 1,-1 0-1,1 0 0,0 0 1,0-1-1,-1 1 0,1 0 1,0-1-1,0 0 0,0 1 1,0-1-1,0 0 0,0 0 1,2 0-1,2 0-17,0 0 0,0 0 0,0 0 0,0-1 0,0 0 0,0-1 0,7-1 0,-5-1 36,-1-1 0,1 1 0,-1-1 0,0-1 0,0 1 1,-1-1-1,1 0 0,-1-1 0,5-7 0,3-4 22,-1 0 0,14-29 0,-21 36 39,0-1 1,0-1 0,-1 1 0,-1-1-1,0 0 1,-1 0 0,-1 0 0,0 0 0,0-1-1,-1 1 1,-1 0 0,-1-14 0,0 24-7,1 1 1,0 0 0,-1 0 0,0 0 0,1-1-1,-1 1 1,0 0 0,0 0 0,0 0-1,-1 0 1,1 1 0,0-1 0,-1 0 0,1 0-1,-1 1 1,0-1 0,1 1 0,-1-1 0,0 1-1,0 0 1,0 0 0,0 0 0,0 0-1,0 0 1,0 0 0,-3 0 0,-5-1-293,1 0-1,-1 1 1,1 0 0,-18 0 0,25 1 37,1 0 88,1 0 1,0 0-1,-1 0 1,1 0-1,-1 0 1,1 0-1,0 0 1,-1 0-1,1 0 1,-1 0-1,1 0 1,0 1-1,-1-1 1,1 0-1,0 0 1,-1 0-1,1 0 1,0 1-1,-1-1 1,1 0 0,0 0-1,-1 1 1,1-1-1,0 0 1,-1 1-1,1-1 1,-1 10-6692,1-3-605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52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3330,'0'0'15116,"10"-7"-14300,3-2-518,0 1 0,1 0 0,0 1 0,0 1 0,1 0 0,29-7 0,-13 8 464,0 2-1,51 1 0,-60 3-315,-21-1-444,-1 0-1,1 0 1,-1 1 0,1-1 0,-1 0 0,0 1 0,1-1-1,-1 1 1,1-1 0,-1 0 0,0 1 0,1-1 0,-1 1 0,0-1-1,1 1 1,-1 0 0,0-1 0,0 1 0,1-1 0,-1 1-1,0-1 1,0 1 0,0 0 0,0-1 0,0 1 0,0-1 0,0 1-1,0 0 1,0-1 0,0 1 0,0-1 0,-1 1 0,-2 23-29,1-19 49,-1 0-1,0 0 0,1 0 0,-2-1 0,1 1 0,0-1 0,-1 1 1,0-1-1,-4 4 0,-47 34 428,16-12-171,35-27-245,1-1 0,0 1 1,0-1-1,0 1 0,0 0 0,0 0 0,1 1 0,-1-1 0,1 0 0,0 1 0,0-1 0,0 1 0,1 0 0,-1 0 0,1 0 0,0 0 0,0 0 0,0 0 0,1 0 0,-1 0 0,1 0 0,0 0 0,1 6 0,-1-8-8,1-1 0,-1 0 0,1 0 0,0 1 0,0-1 0,0 0 0,0 0 0,-1 0 0,1 0 0,0 0 0,1-1 0,-1 1 0,0 0 0,0 0 0,0-1 0,0 1 0,1 0 0,-1-1 0,0 1 0,1-1 0,-1 0 0,2 1 0,35 4 531,-30-4-409,53 3 440,0-2 0,92-11 0,-140 6-2182,-35 1-959,-40 1-5204,10 1-1502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54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1457,'0'0'17816,"2"7"-16386,5 37 61,-2-1-1,-2 89 1,1 0-1030,-4-94-434,0-28-131,0 0-1,0 0 1,1 0 0,3 14 0,3-14-1813,7-8-7060,-13-2 8642,5 0-6455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6:55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68 6915,'0'0'11798,"19"-10"-10291,61-32-37,-75 39-1310,-1 1 0,1 0 0,0 0 0,0 1 0,0-1 0,0 1 0,0 0 0,0 0 0,0 1 0,1 0 0,-1 0 0,0 0 0,0 0 0,9 2 0,-7 0 38,-4-2-170,0 1-1,-1 0 0,1 0 0,0 0 1,-1 1-1,1-1 0,-1 1 0,0-1 0,0 1 1,1 0-1,-1 0 0,0 0 0,0 0 0,-1 0 1,1 1-1,0-1 0,-1 0 0,1 1 1,-1-1-1,0 1 0,0-1 0,0 1 0,0 0 1,0 0-1,-1-1 0,1 1 0,-1 4 0,2 7-7,0 0 0,-2 0 0,0 0 0,-1 17 0,-1-23-18,1-1-1,-1 0 0,0 0 1,-1 0-1,0 0 1,0 0-1,0 0 1,-1-1-1,0 1 0,-8 9 1,-8 9-44,-30 26-1,2-2-19,26-13-24,21-35 81,1 0-1,-1-1 1,1 1 0,-1-1 0,1 1-1,0 0 1,0-1 0,-1 1 0,1 0-1,0 0 1,0-1 0,0 1 0,0 0-1,0 0 1,0-1 0,0 1 0,0 0-1,0-1 1,0 1 0,0 0-1,0 0 1,0-1 0,1 1 0,-1 0-1,0-1 1,1 1 0,-1 0 0,0-1-1,1 1 1,-1 0 0,1-1 0,-1 1-1,1-1 1,-1 1 0,1-1 0,-1 1-1,1-1 1,0 1 0,-1-1 0,1 0-1,0 1 1,-1-1 0,1 0-1,0 0 1,-1 1 0,1-1 0,0 0-1,0 0 1,1 0 0,29 2 14,1-2 0,-1-1-1,1-1 1,-1-2 0,1-1 0,-1-1 0,-1-2-1,0-1 1,51-23 0,-73 29-430,-7 3 206,0-1 1,0 1-1,1-1 1,-1 1-1,0-1 0,0 1 1,0-1-1,0 0 1,0 1-1,1-1 1,-1 0-1,-1 0 0,1 0 1,0 0-1,0 0 1,0 0-1,0 0 1,1-2-1,-2 3 123,0 0 1,0-1-1,0 1 1,0 0-1,0 0 1,0 0-1,0 0 1,0 0-1,0-1 0,0 1 1,0 0-1,0 0 1,0 0-1,0 0 1,0 0-1,0 0 1,0-1-1,0 1 1,0 0-1,0 0 0,-1 0 1,1 0-1,0 0 1,0 0-1,0-1 1,0 1-1,0 0 1,0 0-1,0 0 0,0 0 1,0 0-1,-1 0 1,1 0-1,0 0 1,0 0-1,0 0 1,0 0-1,0 0 1,0-1-1,-1 1 0,1 0 1,0 0-1,0 0 1,0 0-1,0 0 1,0 0-1,-1 0 1,1 0-1,0 0 1,0 0-1,0 0 0,0 1 1,-1-1-1,-23-1-8757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10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3105,'0'0'15866,"2"-7"-13987,7-22-20,3 6 6657,-12 46-7705,0 574-80,0-597-717,0 0 0,0 1 0,0-1 0,0 0 0,0 0 0,0 0 0,0 0 0,0 0-1,0 1 1,1-1 0,-1 0 0,0 0 0,0 0 0,0 0 0,0 0 0,0 0 0,0 1 0,0-1 0,0 0 0,1 0 0,-1 0 0,0 0 0,0 0-1,0 0 1,0 0 0,0 0 0,0 0 0,1 0 0,-1 0 0,0 0 0,0 0 0,0 0 0,0 0 0,0 0 0,1 0 0,-1 0 0,0 0 0,0 0 0,0 0-1,0 0 1,1 0 0,-1 0 0,0 0 0,0 0 0,0 0 0,4 0-1884,-2 17-12892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29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0 8772,'0'0'13073,"2"10"-11894,-2 0-877,0-1 0,-1 1 1,0-1-1,0 1 0,-1-1 0,-1 0 0,1 0 1,-8 16-1,-5 6 154,-20 31 0,25-45-316,-23 33 32,-56 67 0,13-20-2007,71-91 458,-12 18-358,14-16-2595,1-1-4105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0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6355,'0'0'11389,"16"20"-9807,51 69-512,-59-76-817,0 0 0,-1 0-1,-1 1 1,0 0 0,0 1 0,4 21 0,2 4 181,-3-14-97,35 89 207,-38-103-538,0 0 0,0-1 1,1 0-1,1 0 0,0 0 0,0-1 1,11 9-1,-19-18-2,1 0 1,0 0-1,0-1 1,0 1-1,0 0 1,0-1-1,0 1 1,0-1-1,0 1 1,0-1-1,1 1 1,-1-1 0,0 0-1,0 0 1,0 0-1,0 1 1,0-1-1,1 0 1,-1 0-1,0-1 1,0 1-1,0 0 1,0 0-1,1 0 1,-1-1-1,0 1 1,0-1-1,0 1 1,0-1-1,0 1 1,0-1-1,0 0 1,0 1-1,0-1 1,0 0-1,0-1 1,5-3 116,-1-1 1,0-1 0,0 1-1,5-11 1,-1 4 90,25-40 252,-3-1-1,-3-1 1,-1-2 0,-3-1 0,16-62-1,-23 76 625,4-21-348,-21 63-5069,0 16-13747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0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5843,'0'0'14171,"-8"4"-13018,-1 1-1037,-1 0 0,0 1 0,1 1-1,1 0 1,-1 0 0,1 0 0,0 1 0,0 1 0,1-1 0,0 1-1,1 0 1,0 1 0,-9 19 0,9-16-114,0-1-1,1 1 1,1 0-1,0 0 1,1 1-1,0 0 1,1-1 0,0 1-1,2 0 1,-1 0-1,3 22 1,-1-34-22,0 1 0,-1-1 0,1 0 0,0 0 0,0 1 0,0-1 0,0 0 0,0 0 0,1 0 0,-1 0 0,1 0 0,-1-1 0,1 1 0,0 0 0,-1-1 0,1 1 0,0-1 0,0 0 0,0 1 0,0-1 0,1 0 0,-1 0 0,0-1 0,0 1 0,1 0 0,-1-1 0,4 1 0,6 1-85,0-1-1,1 0 0,-1-1 0,13-1 0,-19 0 93,1 1 18,-1-1-1,1 0 1,0-1 0,0 0 0,-1 0-1,1 0 1,-1-1 0,0 0 0,0 0-1,0-1 1,0 1 0,0-1 0,-1-1-1,0 1 1,1-1 0,-2 0 0,1 0 0,-1 0-1,1-1 1,-1 1 0,-1-1 0,4-7-1,-1 2 176,-2 0 0,1 0 0,-2 0-1,1 0 1,-1-1 0,-1 1 0,0-1 0,-1 0-1,0 0 1,-1 1 0,0-1 0,-3-16-1,3 25-139,-1-1 1,0 1-1,0 0 0,0-1 0,0 1 0,0 0 0,-1 0 0,0 0 0,1 0 0,-1 0 0,0 0 0,0 0 0,-1 1 1,1-1-1,0 1 0,-1-1 0,0 1 0,0 0 0,1 0 0,-1 0 0,-6-2 0,-31-7-1697,-2 10-4461,30 5-830,8 8-1538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1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130 197 6835,'0'0'15308,"-7"24"-13363,2-10-1628,-60 161 3253,13-62-2734,52-113-868,0-16-444,2-1 128,0 0 0,1 1 1,1 0-1,0-1 0,1 1 0,1 1 1,7-16-1,11-15-359,37-54 0,-44 75 324,0 0-1,2 1 1,1 1-1,26-24 1,-38 40 365,0-1 0,1 2 0,0-1 0,1 1 0,-1 0 0,1 1 0,0 1 0,0-1 0,1 1 0,0 1 0,-1 0-1,1 1 1,0 0 0,20-1 0,-30 3 20,0 0-1,0 0 1,0 0-1,1 0 0,-1 1 1,0-1-1,0 0 1,0 1-1,0-1 0,0 1 1,0-1-1,0 1 1,0-1-1,0 1 1,0 0-1,0-1 0,-1 1 1,1 0-1,0 0 1,0 0-1,-1 0 0,1 0 1,0 0-1,-1 0 1,2 1-1,-1 2 15,0 0 1,0-1-1,0 1 0,0 0 1,-1 0-1,1-1 0,-1 1 1,0 5-1,0-3 12,-1 1 0,0-1 0,0 0 0,0 0 0,0 1 0,-1-1 0,0 0-1,-1 0 1,1-1 0,-4 7 0,0-6 30,1 0 0,-1 0 1,0-1-1,0 0 0,0 0 0,-1 0 0,0-1 0,0 0 0,-9 4 0,-5 0 196,-42 9 0,48-14-124,0 1 1,0 1 0,0 0 0,1 0-1,0 2 1,-15 8 0,26-13-41,0 1 1,0-1-1,0 1 1,0 0-1,1 0 1,-1 1-1,1-1 1,0 0-1,0 1 1,0-1-1,0 1 1,0 0-1,1 0 1,0 0-1,0-1 1,0 1-1,0 0 1,1 0-1,-1 0 1,1 0-1,0 1 1,0-1-1,1 0 1,-1 0-1,1 0 1,0 0-1,0 0 1,0-1-1,0 1 1,1 0-1,-1 0 1,1-1-1,0 1 1,1-1-1,-1 1 1,0-1-1,5 4 1,9 10 650,1-1 0,0-1 0,31 20 0,-39-30-695,-1 1-1,1-2 0,0 1 1,1-1-1,-1-1 0,1 0 0,-1 0 1,1-1-1,0 0 0,18 1 1,-28 14-11481,0-9 2887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1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1 519 3858,'0'0'16973,"10"-13"-15335,4-4-1118,4-6 324,26-39 1,47-104-122,-55 97-292,61-90 0,-87 151 790,-6 13-674,-2 22-404,-2-21-91,-1 77 885,-1-52-711,2-1 1,1 1 0,1 0 0,8 31 0,-10-61-226,0-1 0,0 0 1,0 1-1,0-1 1,0 0-1,0 0 1,0 1-1,0-1 0,0 0 1,1 1-1,-1-1 1,0 0-1,0 0 1,0 1-1,0-1 0,1 0 1,-1 0-1,0 1 1,0-1-1,1 0 1,-1 0-1,0 0 0,0 0 1,1 1-1,-1-1 1,0 0-1,1 0 1,-1 0-1,0 0 0,1 0 1,-1 0-1,0 0 1,0 0-1,1 0 1,-1 0-1,0 0 1,1 0-1,-1 0 0,0 0 1,1 0-1,-1 0 1,0 0-1,1 0 1,-1-1-1,0 1 0,0 0 1,1 0-1,-1 0 1,0 0-1,0-1 1,1 1-1,-1 0 0,0 0 1,1-1-1,12-14-66,13-21 45,0 1 0,2 2 0,2 0 0,1 2 0,2 2 0,0 0 0,66-41 0,-99 70 61,0 0 0,1 0 1,-1 0-1,0 0 0,1 0 0,-1 0 1,0 0-1,1 0 0,-1 0 0,0 0 1,0 0-1,1 0 0,-1 0 0,0 0 1,1 0-1,-1 0 0,0 0 0,0 0 1,1 0-1,-1 1 0,0-1 0,1 0 1,-1 0-1,0 0 0,0 0 0,1 1 1,-1-1-1,0 0 0,0 0 0,0 0 1,1 1-1,-1-1 0,0 0 0,0 0 1,0 1-1,0-1 0,0 0 0,0 1 1,1-1-1,-1 0 0,0 0 0,0 1 0,0-1 1,0 0-1,0 1 0,0-1 0,0 0 1,0 1-1,0-1 0,0 0 0,0 1 1,-1-1-1,1 1 0,0 25-232,0-19 383,-2 24-113,-2-1 0,-1 1 0,-1-1 0,-20 55 1,-7 38-87,30-93-324,7-5-4194,-3-23 3867,0 0 0,0 0 1,0 0-1,1 0 0,-1 0 1,0 0-1,1 0 0,0-1 1,-1 1-1,1 0 0,0-1 1,0 1-1,0-1 0,0 0 1,0 0-1,0 0 0,0 0 1,0 0-1,0 0 0,3 0 1,30 7-10530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2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2 682 12102,'0'0'15809,"-1"-4"-14331,0-18-1212,1-1-1,1 0 0,2 0 0,0 0 0,1 1 0,1-1 0,11-30 0,8-10-773,39-75 0,-44 100 96,0 2 0,3 0 1,1 2-1,1 0 0,37-38 0,-60 70 409,0 1-1,0 0 0,1 0 1,-1 0-1,0 0 0,1 0 0,-1 0 1,1 0-1,-1 0 0,1 0 0,-1 1 1,1-1-1,2 0 0,-4 1 7,1 0 0,-1 0 0,1 0-1,-1 0 1,1 0 0,0 0 0,-1 1 0,1-1-1,-1 0 1,1 0 0,-1 0 0,1 1 0,-1-1-1,1 0 1,-1 1 0,1-1 0,-1 0 0,0 1-1,1-1 1,-1 1 0,1-1 0,-1 0-1,0 1 1,1-1 0,-1 2 0,3 3 42,-2 1 1,1 0-1,-1-1 0,1 1 1,-1 0-1,0 7 0,-1-13-41,8 124 1821,-10 152 0,-2-235-1719,0 0 1,-19 71 0,22-112-266,1 0 0,0 1 0,0-1 1,0 0-1,-1 0 0,1 0 0,0 0 1,0 0-1,0 0 0,-1 0 0,1 1 1,0-1-1,0 0 0,-1 0 0,1 0 0,0 0 1,0 0-1,-1 0 0,1 0 0,0 0 1,0 0-1,-1 0 0,1-1 0,0 1 0,0 0 1,-1 0-1,1 0 0,0 0 0,0 0 1,0 0-1,-1 0 0,1-1 0,0 1 0,0 0 1,0 0-1,0 0 0,-1 0 0,1-1 1,0 1-1,0 0 0,0 0 0,0 0 0,0-1 1,0 1-1,-1 0 0,1 0 0,0-1 1,0 1-1,0 0 0,0 0 0,0-1 1,0 1-1,0 0 0,-9-15-6709,-1-5-4038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2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9780,'0'0'9205,"129"-23"-6564,-83 17-1921,0-2-432,0 8-288,-4 0-96,2-3-1520,-8-5-2418,-5-7-4290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3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 6051,'0'0'17955,"-1"15"-14935,1-9-2689,0 7 249,0-1-1,-1 0 1,-1 1-1,0-1 1,-1 0-1,0 0 1,-6 15-1,-101 183 197,47-98-778,59-104 2,-1 0 0,1 1 0,0 0 0,1 0 0,0 0 0,1 0 0,0 0 0,0 1 0,1-1 0,-1 17 0,3-25 0,-1 0 0,0 0 0,1 0 0,-1 0 0,1 0 0,-1 0 0,1 0 0,0 0 0,-1 0 0,1 0 0,0-1 0,0 1 0,0 0 0,-1 0 0,1-1 0,0 1 0,0 0 0,0-1 0,0 1 0,0-1 0,0 1 0,0-1 0,0 0 0,1 1 0,-1-1 0,2 0 0,36 5 0,-30-4 0,79 4 0,91-7 0,-167 1 0,0 0 0,-1-2 0,1 1 0,0-1 0,15-7 0,-3 1 0,-21 5-1065,-14 0-2854,-18 4-2534,-11 0-5593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3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1 221 10389,'0'0'13195,"7"-5"-11717,-3 2-1198,16-7 491,-19 9-745,-1 2 1,1-1 0,-1 0 0,1 0-1,0 0 1,-1 0 0,1 0 0,0 0 0,-1 1-1,1-1 1,-1 0 0,1 0 0,0 1-1,-1-1 1,1 1 0,-1-1 0,1 0-1,-1 1 1,0-1 0,1 1 0,-1-1 0,1 1-1,-1-1 1,0 1 0,1-1 0,-1 1-1,0 0 1,0-1 0,1 1 0,-1 0-1,0-1 1,0 1 0,0-1 0,0 1 0,0 0-1,0 0 1,15 59 2323,26 65 1,-19-68-1870,35 63 1,-53-114-482,-1 0 0,1 0 0,1 0 0,-1 0 0,1 0 0,6 5 0,-9-10 0,-1 0 0,0 1 0,1-1 0,-1 0 0,0 0 0,1-1 0,0 1 0,-1 0 0,1 0 0,-1-1 0,1 1 0,0-1 0,-1 1 0,1-1 0,0 0 0,0 0 0,-1 0 0,1 0 0,0 0 0,0 0 0,-1 0 0,1 0 0,0-1 0,0 1 0,-1-1 0,1 1 0,-1-1 0,1 0 0,0 1 0,-1-1 0,1 0 0,-1 0 0,2-1 0,16-18 0,0-1 0,-1 0 0,-1-1 0,-1-1 0,23-44 0,-27 46 0,93-190 0,7-12 0,-112 223 0,0 0 0,0 0 0,0 0 0,0 0 0,0 0 1,0 0-1,0 1 0,0-1 0,0 0 0,0 0 0,0 0 0,1 0 0,-1 0 0,0 0 0,0 0 0,0 0 0,0 0 1,0 0-1,0 1 0,0-1 0,0 0 0,0 0 0,0 0 0,0 0 0,0 0 0,1 0 0,-1 0 0,0 0 1,0 0-1,0 0 0,0 0 0,0 0 0,0 0 0,0 0 0,0 0 0,0 0 0,1 0 0,-1 0 0,0 0 0,0 0 1,0 0-1,0 0 0,0 0 0,0 0 0,0 0 0,0 0 0,1 0 0,-1 0 0,0 0 0,0 0 0,0 0 0,0 0 1,0 0-1,0 0 0,0 0 0,0-1 0,0 1 0,0 0 0,0 0 0,0 0 0,1 0 0,-1 0 0,0 0 1,0 0-1,0 0 0,2 15-40,-2 19-908,-3-12-1060,0 9-3015,4-2-3745,2-16-159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4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14375,'0'0'13958,"-61"144"-12261,51-106-209,-1 0-495,-1-1-737,4-8-256,-1-3 0,3-4 0,2-5 0,2-4-880,2-5-529,0-2-864,8-6-1345,15 0-2865,6-16-5810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4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13142,'0'0'15532,"-1"7"-13061,-6 12-1929,-1 0 0,-9 17 0,-8 16-546,-29 60 4,1-5 0,48-83 0,5-24 0,1 1 0,-1 0 0,0-1 0,0 1 0,0 0 0,1-1 0,-1 1 0,0 0 0,0-1 0,1 1 0,-1-1 0,1 1 0,-1-1 0,1 1 0,-1-1 0,0 1 0,1-1 0,0 1 0,-1-1 0,2 1 0,2 0 0,-1 0 0,1 0 0,1 0 0,-1 0 0,0-1 0,0 0 0,0 0 0,5 0 0,0 0 0,-2 0 0,48 0 0,88-11 0,-128 9 0,1-1 0,-1 0 0,0-2 0,0 1 0,0-2 0,-1 0 0,0-1 0,0 0 0,0-1 0,19-15 0,-32 22-118,-1 1 0,0 0 0,0 0 0,1 0 0,-1 0 0,0-1 0,0 1-1,0 0 1,1 0 0,-1 0 0,0-1 0,0 1 0,0 0 0,0 0 0,1-1 0,-1 1 0,0 0 0,0 0 0,0-1 0,0 1 0,0 0-1,0 0 1,0-1 0,0 1 0,0 0 0,0-1 0,0 1 0,0 0 0,0 0 0,0-1 0,0 1 0,0 0 0,0-1 0,0 1 0,0 0 0,0 0-1,0-1 1,-1 1 0,1 0 0,0 0 0,0-1 0,0 1 0,0 0 0,-1 0 0,1 0 0,0-1 0,0 1 0,-1 0 0,1 0 0,0 0-1,0 0 1,-1-1 0,1 1 0,0 0 0,-1 0 0,-15-5-3404,13 4 2245,-17-7-5953,-3-4-3871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4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14070,'0'0'6659,"129"-13"-3201,-68 9-2065,4 4-401,-3-2-336,-9-5-511,-14 5-113,-14-4-32,-14 6-609,-15 0-2176,-28 0-1697,-16 0-3330,-10 0-3537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5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6227,'0'0'14390,"121"4"-11588,-72-4-865,-3 0-817,-7 0-800,-1 0-320,-3 0-544,1 0-1537,-7 0-2929,1-6-7300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5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0 171 11397,'0'0'18097,"3"8"-16718,12 67 470,9 35-1783,-20-96-70,0-1 1,1 0-1,0 0 1,1 0-1,14 20 1,-20-32 3,1-1 0,-1 1 0,1-1 0,-1 1 0,1-1 1,-1 1-1,1-1 0,-1 1 0,1-1 0,-1 1 0,1-1 0,0 0 0,-1 0 0,1 1 0,0-1 0,-1 0 0,1 0 1,0 0-1,-1 0 0,1 1 0,0-1 0,-1 0 0,1 0 0,0 0 0,0-1 0,-1 1 0,1 0 0,0 0 0,-1 0 1,1 0-1,0-1 0,-1 1 0,1 0 0,0-1 0,-1 1 0,1 0 0,-1-1 0,1 1 0,-1-1 0,1 1 1,-1-1-1,1 1 0,-1-1 0,1 0 0,24-33-38,-19 25-16,43-71-904,-33 50 903,3 1 1,0 0-1,40-44 726,-59 84-457,5 18-131,0-1 1,2 0-1,9 27 1,-11-43-85,0 1 0,1 0 0,0-1 0,0 0 0,1-1 0,1 0 0,0 0 0,16 16 0,-23-26 1,0 1 0,0-1 0,1 0 0,-1 0 0,1 0 0,-1 0 0,1 0 0,-1 0 0,1 0 0,-1-1 0,1 1 0,0 0 0,-1-1 0,1 0 0,0 1 0,0-1 0,-1 0 0,1 0 0,0 0 0,0 0 0,-1 0 0,1 0 0,0 0 0,0-1 0,-1 1 0,1-1 0,0 1 0,-1-1 0,1 0 0,0 1 0,-1-1 0,1 0 0,-1 0 0,1 0 0,-1 0 0,0-1 0,1 1 0,-1 0 0,2-3 0,4-5 0,0-1 0,-1 0 0,0 0 0,9-20 0,-9 17 0,13-25 0,-2-2 0,-1 0 0,-3-1 0,-1-1 0,-2 0 0,8-71 0,-18 112 5,0 1 1,0 0-1,0-1 0,0 1 1,0 0-1,0-1 0,0 1 1,0 0-1,0-1 0,0 1 1,0 0-1,0-1 1,0 1-1,0 0 0,0-1 1,0 1-1,0 0 0,1-1 1,-1 1-1,0 0 0,0-1 1,0 1-1,1 0 0,-1 0 1,0-1-1,0 1 0,1 0 1,-1 0-1,0-1 0,0 1 1,1 0-1,0 0 0,2 3-2193,-3 7-3043,0 1-2877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6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0 3362,'0'0'15852,"2"18"-13269,4 54-406,-3 0 1,-4 0 0,-10 78-1,-37 87-1131,35-179-1326,4-35-1539,9-23 1646,0 1 0,0-1 0,0 0 1,0 1-1,-1-1 0,1 0 1,0 1-1,0-1 0,-1 0 0,1 1 1,0-1-1,-1 0 0,1 0 0,0 1 1,-1-1-1,1 0 0,0 0 1,-1 0-1,1 0 0,0 1 0,-1-1 1,1 0-1,0 0 0,-1 0 1,1 0-1,-1 0 0,1 0 0,0 0 1,-1 0-1,1 0 0,-1 0 0,1 0 1,0 0-1,-1 0 0,1 0 1,-1-1-1,1 1 0,0 0 0,-1 0 1,1 0-1,0-1 0,-1 1 1,1 0-1,0 0 0,0-1 0,-1 1 1,1 0-1,0 0 0,-1-1 0,1 1 1,0 0-1,0-1 0,-1 0 1,-9-21-9390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6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10981,'0'0'7107,"186"-30"-3121,-86 22-1217,19 2-688,7 0-800,-3 1-625,-6 5-432,-10 0-224,-13 0-48,-8 0-1088,-20 0-1601,-15 0-2322,-20 0-3297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7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111 366 10101,'0'0'4682,"-4"23"-320,-6 32 575,-34 105 0,-4-9-3113,48-151-1831,0 0 0,0 0-1,0 0 1,0 0-1,0-1 1,0 1 0,0 0-1,0 0 1,0 0 0,0 0-1,0 0 1,0 0-1,0-1 1,0 1 0,0 0-1,0 0 1,0 0-1,0 0 1,0 0 0,0 0-1,0 0 1,0 0-1,0-1 1,-1 1 0,1 0-1,0 0 1,0 0-1,0 0 1,0 0 0,0 0-1,0 0 1,0 0-1,0 0 1,-1 0 0,1 0-1,0 0 1,0 0-1,0 0 1,0-1 0,0 1-1,0 0 1,0 0 0,-1 0-1,1 0 1,0 0-1,0 0 1,0 0 0,0 1-1,0-1 1,0 0-1,0 0 1,-1 0 0,1 0-1,0 0 1,0 0-1,0 0 1,-1-19-413,1 0 1,1 0-1,1 1 0,0-1 1,2 0-1,0 1 1,1 0-1,1 0 0,0 0 1,2 1-1,0 0 0,0 0 1,13-16-1,10-17-905,3 2 0,2 0 0,50-48 0,-55 64 1033,2 1 0,2 2 0,1 2 0,70-42 0,-92 61 499,0 1 0,0 0 0,1 1 0,0 0 0,0 2 0,0 0 0,1 0 0,-1 2 0,1-1 0,0 2 0,24 1 0,-37 1-72,0-1 1,1 1 0,-1 0 0,0 1-1,0-1 1,0 1 0,0-1 0,0 1-1,0 0 1,-1 0 0,1 0 0,0 1-1,-1-1 1,0 0 0,0 1-1,1 0 1,-1-1 0,-1 1 0,1 0-1,0 0 1,-1 0 0,1 0 0,-1 1-1,0-1 1,0 0 0,-1 0 0,1 1-1,0 3 1,0-1 8,0 0 0,0 1 1,-1-1-1,0 0 0,0 1 0,0-1 0,-1 1 0,0-1 0,0 0 1,0 0-1,-1 1 0,0-1 0,-1 0 0,-3 8 0,1-8-97,1-1 0,-1 0 0,0 0 0,0 0 0,-1-1 0,1 1 0,-1-1-1,0 0 1,0-1 0,-1 0 0,1 0 0,-1 0 0,1-1 0,-1 1-1,0-2 1,-9 2 0,-12 1-22,0-1 0,-49-1 0,54-3-8,-156 1 95,179 1-99,-1-1 1,0 0-1,0 1 0,1-1 1,-1 1-1,0-1 1,1 1-1,-1-1 0,0 1 1,1-1-1,-1 1 1,1-1-1,-1 1 0,1 0 1,-1-1-1,1 1 0,-1 0 1,1 0-1,0-1 1,-1 1-1,1 0 0,0 0 1,0 0-1,0-1 1,0 1-1,-1 0 0,1 0 1,0 0-1,0 0 1,1 1-1,-1 35 547,1-26-297,-2-2-166,1 0 0,1-1 1,0 1-1,0-1 0,1 1 1,-1-1-1,2 1 0,-1-1 1,2 0-1,-1 0 0,1-1 0,0 1 1,0-1-1,1 1 0,0-1 1,0-1-1,1 1 0,7 6 1,0-1 110,0 0 0,1-1 0,1 0 0,0-2 0,0 1 0,1-2 0,0 0 0,27 9 0,-24-11-792,0-1 0,23 2 0,16-2-4437,1-8-4557,-30-2-2174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7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7123,'0'0'20244,"1"16"-17931,1-4-1873,-1-4-216,0 2 1,0-1 0,-1 0 0,0 0 0,-1 0 0,0 0 0,0 0 0,-1 0 0,0 0 0,-4 9 0,-23 40-45,23-48-181,-1 1 1,2 0-1,0 0 0,0 0 1,1 1-1,0-1 0,1 1 0,1 0 1,-2 16-1,4-27 1,0 0 0,0-1 0,0 1 0,0-1 0,1 1 0,-1 0 0,0-1 0,0 1 0,1 0 0,-1-1 0,0 1 0,1-1 0,-1 1 0,1-1 0,-1 1 0,1-1 0,-1 1 0,1-1 0,-1 0 0,1 1 0,-1-1 0,1 0 0,0 1 0,-1-1 0,1 0 0,0 0 0,-1 1 0,1-1 0,0 0 0,24 3 0,-21-3 0,26 2 157,0-1 0,0-2 0,52-8 0,-63 5-633,-1 0 0,1-2 0,22-10 0,22-18-5611,-61 33 5272,-1 0 0,1-1 0,0 1 0,0-1 1,-1 1-1,1-1 0,-1 0 0,0 0 0,1 1 0,-1-1 1,2-3-1,0-10-7784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8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10005,'0'0'8788,"153"-13"-4835,-92 13-1616,-5 0-1024,-8 0-561,-12 4-656,-13 5-96,-17-3-464,-6 4-1489,-15 3-1440,-22-1-1073,-16 5-3074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8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3394,'0'0'9588,"111"0"-6259,-65 0-1440,4 0-688,-2 0-945,2 0-256,5 0-1841,3 4-4578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8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98 896,'0'0'2748,"6"-14"-1718,1-5-515,-5 11-114,1 0 0,0 0 0,1 0 0,0 1 0,0 0 0,14-11 17339,-15 32-12591,-3 22-4721,0-34 493,-2 17-751,-1 0 0,-1-1 0,-1 1 0,0-1 0,-12 27 0,10-28-182,0 1 0,1-1-1,1 1 1,1 1 0,1-1-1,-2 25 1,5-42 12,1 0 0,-1 0 0,0 0 0,1-1 0,-1 1 0,1 0 0,-1 0 0,1-1 0,-1 1 0,1 0 0,-1-1 0,1 1 0,0-1 0,-1 1 0,1-1 0,0 1 0,-1-1 0,1 1 0,0-1 0,0 0 0,-1 1 0,1-1 0,0 0 0,0 0 0,0 1 0,0-1 0,-1 0 0,1 0 0,0 0 0,0 0 0,1 0 0,37-1 0,-27 1 0,19 0-127,0-1 1,1-2-1,-1-1 0,0-1 0,-1-1 1,1-2-1,33-14 0,-62 22-74,0-1-1,0 0 0,0 0 1,-1 0-1,1 0 1,0-1-1,0 1 1,-1 0-1,1-1 0,0 1 1,-1-1-1,0 1 1,1-1-1,-1 0 1,0 0-1,0 1 0,0-1 1,0 0-1,1-3 1,-2 3-367,1 0 1,-1 0-1,0 0 1,0 0 0,0 0-1,0 0 1,-1 0-1,1 0 1,-1 1-1,1-1 1,-1 0 0,1 0-1,-1 0 1,0 0-1,0 1 1,0-1-1,0 0 1,0 1-1,0-1 1,-1 1 0,1-1-1,-2-1 1,-24-21-11207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8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4322,'0'0'11333,"163"-27"-6371,-96 27-1488,-6 0-1649,-9 0-801,-14 0-639,-11 0-353,-13 0-32,-5 0-353,-36 0-10019,-24 6 383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9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1649,'0'0'15463,"138"34"-9701,-67-24-2016,4 3-2001,-3 3-1137,-8 1-608,-3 4-432,-7 0-2497,-8-2-2802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39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1 213 4818,'0'0'19252,"19"14"-17249,-7-5-1623,-4-4-169,0 0 0,0 0 0,-1 1 0,0 0 0,-1 1 0,1 0 0,-1 0 0,0 0 0,-1 0 0,0 1 0,0 0 0,0 0 0,-1 1 1,0-1-1,4 16 0,-4-8 187,112 407 2141,-114-414-2539,10 23 0,-12-31 0,1 0 0,-1-1 0,0 1 0,1-1 0,-1 1 0,1 0 0,-1-1 0,1 1 0,-1-1 0,1 1 0,-1-1 0,1 0 0,-1 1 0,1-1 0,0 0 0,-1 1 0,1-1 0,0 0 0,-1 0 0,1 1 0,0-1 0,-1 0 0,1 0 0,0 0 0,-1 0 0,1 0 0,0 0 0,0 0 0,-1 0 0,1 0 0,0 0 0,-1-1 0,1 1 0,0 0 0,-1 0 0,1-1 0,0 1 0,-1 0 0,1-1 0,-1 1 0,2-1 0,6-7 0,0-1 0,-1 1 0,0-1 0,0-1 0,-1 1 0,0-1 0,-1 0 0,0 0 0,4-13 0,0 2 0,51-123 0,45-171 0,-83 245 0,-10 28 0,-8 25 0,1-1 0,1 1 0,0 0 0,1 0 0,1 0 0,15-21 0,-23 37-102,0 0 1,0 1-1,1-1 0,-1 1 1,0-1-1,1 1 0,-1 0 1,0-1-1,1 1 1,-1-1-1,1 1 0,-1 0 1,1-1-1,-1 1 0,1 0 1,-1-1-1,1 1 0,-1 0 1,1 0-1,-1-1 0,1 1 1,0 0-1,0 0 0,4 11-2538,-8 30-3967,2-33 4087,-1 21-7172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0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 12854,'0'0'8852,"-16"109"-4274,3-63-1825,5-3-928,-1 6-400,1-8-945,2-3-480,2-9 0,1-6 0,3-6 0,0-7-1553,0-7-1056,15-3-1873,10-5-4930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0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10789,'0'0'18198,"-5"16"-16219,4-9-1775,-10 31 595,-20 49-1,17-57-798,2 1 0,1-1 0,1 2 0,2-1 0,1 1 0,-4 64 0,11-95 0,0-1 0,1 1 0,-1 0 0,0 0 0,1 0 0,-1 0 0,1-1 0,-1 1 0,1 0 0,-1-1 0,1 1 0,0 0 0,-1-1 0,1 1 0,0-1 0,0 1 0,-1-1 0,1 1 0,0-1 0,0 1 0,0-1 0,0 0 0,0 1 0,-1-1 0,1 0 0,0 0 0,0 0 0,0 0 0,0 0 0,0 0 0,1 0 0,39 0 0,-30 0 0,11 0 0,128-5 0,-128 3 0,0-1 0,-1-1 0,1-1 0,37-14 0,-55 17-22,1 0 1,-1 0-1,0 0 1,1-1-1,-1 0 0,0 0 1,-1 0-1,1 0 0,0 0 1,3-5-1,-5 6-192,-1-1 0,1 1-1,-1-1 1,0 0 0,0 0-1,0 1 1,0-1 0,0 0 0,0 0-1,-1 0 1,1 0 0,-1 0-1,0 0 1,0 0 0,0 0-1,-1 0 1,0-4 0,1 5-167,-1 0 1,0 0-1,0 0 1,0 0-1,0 0 1,0 0 0,-1 0-1,1 1 1,0-1-1,-1 0 1,1 1-1,-1 0 1,0-1-1,1 1 1,-1 0-1,0-1 1,0 1-1,0 0 1,0 1-1,-2-2 1,-1-1-682,-30-14-6841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0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6371,'0'0'10229,"136"-28"-5267,-88 28-2017,-6 0-1184,-4 0-753,-13 0-735,-11 0-273,-7 0-32,-11 9-6243,-24-1 1152,-9-2-3409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0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7187,'0'0'10885,"136"31"-6563,-75-20-2577,-3-1-1233,-7 1-448,-7-7-64,-1 0-992,-1-4-2658,0 0-4257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1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42 800,'0'0'17899,"6"-3"-15476,19-13-145,-25 16-2226,0 0-1,0 0 1,1 0 0,-1 0-1,0 0 1,0 0-1,0 0 1,0-1 0,0 1-1,1 0 1,-1 0 0,0 0-1,0 0 1,0 0-1,0 0 1,1 0 0,-1 0-1,0 0 1,0 0 0,0 0-1,0 0 1,0 0-1,1 0 1,-1 0 0,0 0-1,0 0 1,0 1 0,0-1-1,1 0 1,-1 0-1,0 0 1,0 0 0,0 0-1,0 0 1,0 0-1,0 0 1,1 1 0,-1-1-1,0 0 1,0 0 0,0 0-1,0 0 1,0 0-1,0 0 1,0 1 0,0-1-1,0 0 1,0 0 0,0 0-1,0 0 1,0 1-1,0-1 1,0 0 0,0 0-1,0 10 335,0-8-15,-1 108 3455,3 134-1881,-1-236-1945,0 0 0,0 0 0,1 0 0,0 0 0,1 0 0,-1-1 0,1 1 0,1-1 0,0 0 0,7 12 0,-9-16 0,0 0 0,1 0 0,-1-1 0,1 1 0,-1-1 0,1 1 0,0-1 0,0 0 0,0 0 0,0 0 0,0 0 0,0-1 0,1 1 0,-1-1 0,1 0 0,-1 0 0,1 0 0,-1 0 0,1-1 0,0 0 0,-1 1 0,1-1 0,-1 0 0,1-1 0,7 0 0,-8 0 0,-1-1 0,1 1 0,0 0 0,-1-1 0,1 1 0,0-1 0,-1 0 0,0 0 0,1 0 0,-1 0 0,0-1 0,0 1 0,0 0 0,-1-1 0,1 1 0,-1-1 0,1 0 0,1-5 0,4-8 0,-2 0 0,5-21 0,-4 15 0,8-25-91,-5 18-31,0 0 0,-2-1 0,-1 0 0,3-52-1,-6 56 359,-3 26-231,0 0 0,0 0 0,0 0 1,1 0-1,-1 0 0,0 0 0,0 0 0,1 0 0,-1 0 0,0 0 0,0 0 0,0 0 0,1 0 0,-1 0 0,0 0 0,0 0 0,0 0 0,1 0 0,-1 0 0,0 0 0,0 1 0,0-1 1,0 0-1,1 0 0,-1 0 0,0 0 0,0 0 0,0 0 0,0 1 0,0-1 0,1 0 0,-1 0 0,0 0 0,0 1 0,0-1 0,0 0 0,0 0 0,0 0 0,0 0 0,0 1 1,0-1-1,0 0 0,0 0 0,0 0 0,0 1 0,0-1 0,0 0 0,0 0 0,0 1 0,16 50 289,-11-32-375,7 15 81,2-1 0,33 60 0,-38-78 0,1 0 0,0 0 0,1-2 0,0 1 0,1-1 0,1-1 0,27 21 0,-37-31 0,-1 0 0,1 0 0,0 0 0,0 0 0,0-1 0,1 1 0,-1-1 0,0 0 0,1 0 0,-1 0 0,0-1 0,1 1 0,-1-1 0,1 1 0,-1-1 0,1 0 0,-1-1 0,1 1 0,-1-1 0,0 1 0,1-1 0,5-2 0,-4 0 0,-1 0 0,0 0 0,0 0 0,0-1 0,0 1 0,0-1 0,-1 0 0,0 0 0,0-1 0,0 1 0,0 0 0,-1-1 0,1 0 0,1-6 0,25-69 0,29-130 0,-28 93 0,-27 104-2,0 3 7,-2 23-45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3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13 291 5378,'0'0'14042,"-3"0"-10450,-7-6-880,11 6-2599,0-1 0,-1 0 1,1 0-1,0 1 0,0-1 0,-1 0 1,1 1-1,0-1 0,0 0 0,0 1 1,0 0-1,0-1 0,0 1 0,0-1 1,0 1-1,0 0 0,0 0 0,0 0 1,0-1-1,0 1 0,0 0 0,0 0 1,0 0-1,0 1 0,0-1 0,1 0 1,31 3 419,-27-1-501,-1 1 1,0 0-1,0 0 0,0 0 1,0 0-1,0 1 1,-1 0-1,0 0 0,0 0 1,0 0-1,0 1 1,0-1-1,-1 1 0,0 0 1,3 7-1,1 1 5,0 0-1,-1 1 1,-1 0 0,7 28-1,-10-29 29,0 0 0,0 24 0,-2-37-59,-1 1 1,1-1-1,0 1 0,0-1 0,-1 1 1,1 0-1,0-1 0,-1 1 1,1-1-1,-1 1 0,1-1 0,-1 0 1,1 1-1,-1-1 0,1 0 0,-1 1 1,1-1-1,-1 0 0,1 1 0,-1-1 1,0 0-1,1 0 0,-1 0 0,1 1 1,-1-1-1,0 0 0,1 0 0,-1 0 1,0 0-1,1 0 0,-1 0 0,1 0 1,-1 0-1,0-1 0,1 1 1,-1 0-1,1 0 0,-1 0 0,0-1 1,1 1-1,-1 0 0,1-1 0,-1 1 1,1 0-1,-1-1 0,1 1 0,-1-1 1,1 1-1,0-1 0,-1 1 0,0-2 1,-1-4-24,-1 0 1,1-1-1,1 1 1,-1-1-1,1 0 1,0 0-1,0-11 0,3-56-162,-1 51 179,0 5-6,2 0 0,0 1 0,1-1 0,0 1 0,1 0 0,1 0 1,1 0-1,1 1 0,18-30 0,-18 34-4,0 0-1,1 1 1,0 0-1,1 0 1,0 1-1,0 0 1,1 1-1,1 1 1,-1-1-1,1 2 1,1-1-1,-1 2 1,15-6-1,-22 10-135,1 0 1,-1 1-1,0 0 0,1 0 0,-1 0 0,1 0 1,-1 1-1,1 0 0,0 0 0,-1 1 1,8 1-1,-8-1-372,0 1 1,-1 0 0,1 0-1,-1 0 1,0 0-1,0 1 1,0 0-1,0 0 1,0 0-1,0 0 1,-1 1 0,0-1-1,4 5 1,17 21-5286,-1-2-2025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4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157 115 2785,'0'0'18713,"0"-5"-16720,0 4-1913,0-1 0,0 1 0,0 0 0,0 0 0,-1 0 0,1 0 0,0 0 0,-1-1 0,1 1 0,-1 0 1,1 0-1,-1 0 0,1 0 0,-1 0 0,0 0 0,1 0 0,-1 0 0,0 1 0,0-1 0,-2-1 0,2 1-36,0 1 1,-1 0-1,1-1 0,-1 1 0,1 0 0,-1 0 0,0 0 1,1 0-1,-1 0 0,1 1 0,-1-1 0,1 0 0,0 1 1,-1-1-1,1 1 0,-1-1 0,1 1 0,0 0 0,-1-1 0,1 1 1,0 0-1,-2 1 0,-8 6 55,1-1 0,0 1 0,0 1 0,1 0 0,0 0 0,-10 15 0,15-19-99,0 1-1,1-1 1,0 1 0,0 0 0,0 1 0,0-1 0,1 0 0,0 1 0,1-1-1,-1 1 1,1 0 0,0 0 0,1 11 0,0-17-8,1 1-1,0-1 1,-1 1-1,1-1 1,0 0-1,0 1 1,0-1-1,0 0 1,0 0-1,0 1 1,0-1-1,0 0 1,0 0-1,0 0 1,1-1-1,-1 1 1,0 0-1,1 0 1,-1-1 0,1 1-1,-1 0 1,1-1-1,-1 0 1,1 1-1,-1-1 1,1 0-1,-1 0 1,1 0-1,-1 0 1,1 0-1,1 0 1,56-3-97,-51 1 88,1 0 1,0-1 0,-1 0-1,0-1 1,1 1-1,-1-1 1,-1-1 0,1 0-1,-1 0 1,1 0-1,-1-1 1,-1 0 0,1-1-1,8-10 1,-9 9 46,0 1 1,-1-1-1,1-1 1,-1 1-1,-1-1 1,0 0 0,0 0-1,-1 0 1,0 0-1,0-1 1,-1 1-1,-1-1 1,2-12-1,-3 19-12,0 0 0,1 1-1,-1-1 1,0 0 0,0 1 0,-1-1-1,1 0 1,-1 1 0,1-1 0,-1 1-1,0-1 1,0 1 0,0-1 0,0 1-1,0-1 1,0 1 0,-1 0 0,1 0-1,-1 0 1,0 0 0,1 0 0,-1 0-1,0 0 1,0 0 0,0 1 0,-1-1-1,1 1 1,0-1 0,-1 1-1,1 0 1,0 0 0,-1 0 0,0 0-1,1 1 1,-1-1 0,1 1 0,-1-1-1,0 1 1,-3 0 0,-43-3-1121,24 7-1976,24-4 2467,-1 0 0,1 1 0,0-1-1,0 1 1,0-1 0,0 1 0,0-1 0,-1 1-1,1 0 1,0 0 0,1-1 0,-1 1 0,-2 2-1,2 2-7609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4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0 4514,'0'0'16896,"-5"0"-15029,0 1-1649,0 0-1,1 1 1,-1 0-1,0-1 0,1 2 1,-1-1-1,1 0 1,0 1-1,0 0 1,0 0-1,0 0 1,0 0-1,0 1 0,-4 5 1,-8 9 397,-25 35 1,36-45-593,1-1 1,-1 1-1,1 0 1,1 1-1,0-1 0,0 0 1,0 1-1,1 0 1,0 0-1,1 0 0,0 0 1,0 10-1,1-17-31,1-1 0,-1 0 0,0 1 0,0-1 0,0 0 0,1 0 0,-1 1 0,1-1 0,-1 0 0,1 0 0,-1 0 0,1 1 1,0-1-1,0 0 0,-1 0 0,1 0 0,0 0 0,0 0 0,0-1 0,0 1 0,0 0 0,2 1 0,0 0-21,1-1 0,-1 1-1,1-1 1,0 0 0,0 0 0,-1 0 0,8 1 0,-1-1-42,0-1 0,0 0 0,0 0-1,0-1 1,18-4 0,-19 2 39,1-1 1,-1 0-1,1 0 1,-1-1-1,-1-1 0,1 0 1,-1 0-1,0 0 0,11-11 1,-14 12 99,-1 0 0,1 0 1,-1-1-1,1 1 0,-1-1 0,-1 0 1,1 0-1,-1-1 0,0 1 1,-1-1-1,0 1 0,0-1 1,0 0-1,-1 0 0,2-10 0,-29 16-3226,-4 1-6220,21 0 678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4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5170,'0'0'14796,"-3"0"-12226,1 1-2321,0-1 0,0 1 0,0 0 0,0 0 0,0 0 0,0 0 0,0 0 1,0 0-1,0 0 0,1 1 0,-1-1 0,0 1 0,1-1 0,-1 1 0,1 0 1,0-1-1,-1 1 0,0 3 0,-26 44 1529,21-36-1313,-8 17-307,1 1-1,2 0 0,0 1 1,3 0-1,0 0 1,2 1-1,2 0 0,1 1 1,1-1-1,2 1 1,4 49-1,-2-79-204,-1-1-1,1 1 1,0-1-1,0 1 1,0-1-1,0 0 1,1 1 0,-1-1-1,1 0 1,0 0-1,0 0 1,0 0-1,0-1 1,1 1 0,-1 0-1,1-1 1,0 1-1,-1-1 1,1 0-1,0 0 1,0 0 0,0-1-1,1 1 1,-1-1-1,0 1 1,1-1-1,-1 0 1,5 0 0,-3 0-352,-1 0 0,0-1 1,1 0-1,-1 0 1,0 0-1,1-1 0,-1 1 1,0-1-1,1 0 0,-1 0 1,0 0-1,0-1 1,0 0-1,0 0 0,0 0 1,0 0-1,-1 0 1,1-1-1,-1 1 0,1-1 1,-1 0-1,4-5 1,11-19-4506,-1 0-3463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5.0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7555,'0'0'15800,"109"-6"-15672,-69 6-128,14 0-609,19 0-1439,9 0-2066,10 0-6067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5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0 374 7924,'0'0'10791,"16"-15"-9564,-1-2-880,-5 5-112,1 1 0,0 0 0,0 1 1,1 0-1,0 1 0,1 1 0,16-9 0,30-12 808,1 4 0,101-29 0,134-17-421,-293 70-616,140-26 19,1 6 0,0 6 1,150 4-1,-292 11 40,1 0 1,-1 1-1,1-1 1,-1 0-1,1 0 1,-1 1-1,1-1 1,-1 1-1,1 0 1,-1-1-1,0 1 1,1 0-1,-1 0 1,0 0 0,0 0-1,1 0 1,-1 0-1,0 0 1,0 0-1,0 0 1,0 0-1,-1 1 1,1-1-1,0 0 1,0 1-1,-1-1 1,1 1-1,-1-1 1,1 1-1,-1-1 1,0 1-1,1 1 1,0 7 378,0 1 1,0-1 0,-2 20 0,0-11-176,0 7 137,-1 0-1,-1 0 1,-1 0 0,-11 36-1,-42 98 182,43-125-673,-7 25 86,2 1 0,-20 120 0,39-173 284,-4 12-1901,-2-18-1936,-4-11-2902,-4-10-3750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6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11333,'0'0'14260,"12"0"-12670,-1 0-1246,1 1-1,-1 0 0,0 0 1,0 1-1,0 1 1,0-1-1,0 2 1,0 0-1,-1 0 0,15 9 1,247 148 1462,-268-159-1940,-3-1 55,0 0 0,0-1 0,-1 1 0,1-1 0,0 1 0,0-1-1,0 0 1,0 1 0,0-1 0,0 0 0,0 0 0,0 1 0,0-1 0,0 0 0,0 0 0,0 0 0,0 0 0,0-1 0,2 1 0,-3-3-5316,0-7 2213,0 8 1100,0-12-5841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6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362 0 10165,'0'0'17042,"-23"16"-14846,-129 88 714,132-87-2892,1 1-1,1 0 1,0 1-1,1 1 1,1 1-1,-14 24 1,26-39-82,2-2-732,0-1-1,-1 0 1,1 0-1,-1 0 1,0 0-1,0 0 1,0 0-1,-4 2 1,-9 1-5519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7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1035 9 2017,'0'0'13145,"-5"-2"-11062,0 0-1788,1 1 0,-1 0 0,1 0 0,-1 0 0,0 1 0,1 0 0,-1 0 0,1 0 0,-1 0 0,0 1 0,1-1 0,-9 3 0,-63 23 2555,54-18-2150,-72 28 1544,2 5-1,-117 69 1,157-78-2010,0 3 1,3 2-1,1 2 0,2 2 1,-43 50-1,75-74-234,0 0 0,2 1 0,0 1 0,1 0 0,1 1 0,0 0 0,2 0 0,0 1 0,-5 23 0,6-5 0,1 0 0,1 0 0,3 0 0,2 47 0,0-72 0,1 0 0,1 0 0,1 0 0,0 0 0,0 0 0,1 0 0,1-1 0,0 0 0,1 0 0,1 0 0,0-1 0,10 13 0,-5-9 0,1-2 0,0 0 0,1 0 0,1-1 0,0-1 0,1-1 0,0 0 0,19 9 0,4-1 0,0-2 0,2-2 0,0-2 0,0-2 0,2-1 0,-1-2 0,60 3 0,214-4 0,-246-11 0,0-3 0,101-23 0,178-71 0,-301 83 0,-2-2 0,0-2 0,-1-1 0,-1-3 0,43-33 0,-71 45 0,0 0 0,0-2 0,-1 1 0,-1-2 0,-1 0 0,0 0 0,-2-1 0,0-1 0,-1 0 0,0 0 0,-2-1 0,0 0 0,-1-1 0,-2 1 0,0-1 0,-1-1 0,-1 1 0,0 0 0,-2-1 0,-1 1 0,-5-42 0,4 49 0,-2 1 0,0-1 0,0 1 0,-2-1 0,1 1 0,-2 0 0,1 1 0,-2-1 0,-15-21 0,9 17 0,-1 0 0,0 1 0,-1 1 0,-1 1 0,-33-24 0,11 14 0,-1 2 0,-1 2 0,-1 1 0,0 2 0,-70-18 0,62 22 0,0 3 0,-1 1 0,0 3 0,-1 2 0,-93 4 0,136 1 3,0 0 1,0 0-1,0 1 0,0 0 1,0 0-1,0 1 0,1 0 1,-12 6-1,-10 14-2645,28-21 1937,-4 1-1679,0-2-2827,-1-1-3550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8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804 51 592,'0'0'6411,"4"-9"-5074,14-24 50,-13 25 11646,-18 19-10864,-104 129 407,28-33-1351,-374 386 1342,450-480-2473,-26 27 299,-40 51 0,76-86-390,1-1-1,-1 1 0,1 0 0,0 0 1,1 0-1,-2 6 0,2-7-287,5-10-9,0 1 0,0 0 1,1 0-1,0 1 0,0-1 1,0 1-1,0 0 0,1 0 0,9-4 1,9-4-3918,0 2-3603,-13 6-2633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7:49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988 210 480,'0'0'8999,"4"-11"-7300,11-33 257,-14 43-1873,-1 0 0,0 1 0,0-1 0,1 1 0,-1-1 0,0 0 0,0 1 0,0-1 0,0 0 0,0 1 0,0-1 0,0 0 0,0 1 0,0-1 0,0 0 0,0 1 0,0-1 0,0 1 0,-1-1-1,1 0 1,0 1 0,-1-1 0,1 1 0,0-1 0,-1 0 0,1 1 0,0-1 0,-1 1 0,1-1 0,-1 1 0,1 0 0,-1-1 0,1 1 0,-1-1 0,1 1 0,-1 0 0,0 0 0,1-1 0,-2 1 0,-24-2 1168,20 2-811,-19 0 177,0 2 0,1 1 0,0 0 0,0 2 0,0 1 0,-41 15 0,-136 71 2277,170-76-2247,-21 9-36,2 3 0,1 2 1,1 2-1,2 2 0,-50 48 0,78-65-532,1 1 0,1 1-1,1 0 1,0 1 0,2 1-1,0 0 1,1 1 0,2 0-1,0 0 1,1 1 0,1 1-1,2 0 1,0 0 0,-4 42-1,8-34-51,1 0-1,1-1 0,8 51 0,-4-61-24,1 0 1,0-1 0,2 0-1,0 0 1,2-1 0,13 26-1,-9-25 0,0 0 0,2-1 0,0-1 0,1 0 0,0-1-1,2-1 1,0 0 0,0-1 0,2-2 0,0 0 0,0 0 0,1-2-1,1-1 1,-1 0 0,2-2 0,-1-1 0,1 0 0,0-2 0,33 4 0,-16-4-17,1-3 0,-1-1 1,1-1-1,0-3 0,-1-1 0,1-2 1,-1-2-1,-1-2 0,56-20 1,-24-1 128,-1-3-1,97-63 1,112-110 905,-242 178-925,-2-3-1,-1-1 1,33-42-1,-55 59-79,0 0 1,-1-1 0,-1 0-1,-1-1 1,0 0-1,-1-1 1,-1 0-1,-1 0 1,-1 0-1,3-21 1,-4 17-14,-1-1-1,-2 0 1,0 1-1,-2-1 1,0 0-1,-2 0 1,-1 1-1,0 0 1,-2-1-1,-1 2 1,0-1-1,-2 1 1,-1 0-1,-14-25 1,8 23-1,0 0 0,-1 0 0,-1 2 0,-1 0 0,-1 1 0,-1 1 0,-1 1 0,-1 1 0,0 1 0,-1 1 0,-1 1 0,0 1 0,-43-16 0,62 28-5,1-1-1,0 2 1,-1-1 0,0 1-1,1 0 1,-1 0 0,0 0-1,0 1 1,1 0 0,-13 1-1,18-1-95,-1 1 0,0-1 0,1 0-1,-1 1 1,0 0 0,1-1 0,-1 1-1,0-1 1,1 1 0,-1 0-1,1-1 1,-1 1 0,1 0 0,-1 0-1,1-1 1,0 1 0,-1 0 0,1 0-1,0 0 1,0-1 0,0 1 0,-1 0-1,1 1 1,-1 23-7493,1-22 5031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00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1 107 896,'0'0'9074,"1"-5"-8015,4-95 8407,-5 99-8749,0 13 20,3 43 324,3-1-1,3-1 1,16 60 0,-9-43-435,138 551 3233,-107-444-3308,-29-99-208,-11-44-3,1 0 0,19 48 0,-26-79-326,1 0-1,-1 0 1,1-1 0,0 1-1,0 0 1,0 0-1,1-1 1,-1 0 0,1 1-1,-1-1 1,1 0 0,4 2-1,12 12-14,-13-11 1071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01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864 264 2497,'0'0'4162,"8"-19"-2078,24-60 466,-31 78-2391,-1-1-1,1 1 0,0-1 1,-1 1-1,1-1 1,-1 1-1,1-1 1,-1 0-1,0 1 0,0-1 1,0 1-1,0-1 1,0 0-1,0 1 1,0-1-1,0 1 0,-1-3 1,0 3-76,1 1-1,-1 0 1,1-1 0,-1 1 0,0 0 0,1-1-1,-1 1 1,0 0 0,1 0 0,-1-1-1,0 1 1,1 0 0,-1 0 0,0 0 0,0 0-1,1 0 1,-1 0 0,0 0 0,1 0-1,-2 1 1,-5-1 551,-31-1 421,-1 2-1,1 1 1,0 2 0,0 2 0,1 1 0,0 2-1,0 2 1,-62 26 0,58-18-603,2 1 0,0 2 0,2 1 0,0 3 1,2 0-1,1 3 0,-42 44 0,59-54-382,1 0 0,1 2 0,0 0 0,2 1 0,1 0 0,0 0 0,-8 28 0,14-33-63,1 0 0,0 0 0,2 0 0,0 0 0,1 1 0,0-1-1,2 1 1,0-1 0,1 1 0,0-1 0,6 22 0,-3-26-8,1 0 1,0 0-1,1 0 1,0 0-1,1-1 1,1 0-1,0-1 1,0 0-1,1 0 1,13 12-1,-3-5-4,0-1 1,1-1-1,1 0 0,39 21 1,-37-27-2,1 0 1,-1-1-1,1-1 1,1-1-1,0-1 1,48 4 0,-18-6-15,-1-3 1,64-7-1,-69 0 28,-1-3 0,0-2 0,-1-1 0,0-3-1,-1-2 1,-1-2 0,-1-2 0,0-1-1,-2-3 1,70-53 0,-91 61 99,-1-2 1,0 0 0,-1-1-1,-2-1 1,0-1-1,-1 0 1,-1-1-1,-1-1 1,21-49-1,-23 39 67,0-1 0,-3-1 0,-1 0-1,-1 0 1,-2 0 0,1-69 0,-6 93-161,-1 0 1,0 0-1,0 0 1,-1 0 0,-1 0-1,0 0 1,-1 0 0,0 1-1,0 0 1,-1-1 0,-1 2-1,0-1 1,0 1-1,-1 0 1,-1 0 0,0 1-1,-13-14 1,5 9-14,0 0 0,-1 0 0,0 2 0,-1 0 0,-1 1 0,0 1 0,0 0 0,-1 2 0,0 0 0,0 2 0,-25-6 0,-3 3 0,-1 2 0,0 3 0,-86 2 0,131 2 9,1 0-1,-1 0 1,0 1-1,1-1 1,-1 1-1,1 0 1,-1 0-1,1 0 1,-1 0-1,1 1 1,0 0-1,0-1 1,0 1-1,0 0 1,0 0 0,0 1-1,-3 3 1,4-4-213,0 1 1,1-1 0,-1 1 0,1 0 0,0-1 0,-1 1 0,1 0 0,1 0 0,-1 0 0,0 0 0,1 0 0,0 0 0,-1 0 0,1 0 0,0 0-1,1 0 1,-1 0 0,0 0 0,1 0 0,0 0 0,1 4 0,-1-4-562,1 1 1,0-1-1,-1 0 1,1 0-1,0-1 0,1 1 1,-1 0-1,0-1 0,1 1 1,-1-1-1,1 0 1,0 0-1,0 0 0,4 2 1,20 10-10601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02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747 80 2273,'0'0'8508,"8"-13"-7948,25-41 54,-28 41 6218,-15 18-4934,-16 16-1176,3 2 266,1 1 0,1 1 0,-30 46 0,-43 92 1394,77-132-1929,-472 845 4120,449-801-4573,56-106-1072,-9 17-51,-1 1 0,10-26 0,-15 35-164,0-1 0,0 1 0,0 0 0,-1-1 0,0 1 0,1 0 0,-2-1 1,0-6-1,-2 1-8222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02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363 247 3506,'0'0'4863,"19"-19"-1816,59-56 104,-71 67 2651,-14 13-4196,-22 20-1225,28-24-95,-54 46 1050,3 3-1,2 2 1,-79 105-1,111-130-1180,0 1-1,2 1 1,1 0 0,1 2 0,2-1-1,0 2 1,3-1 0,0 1-1,3 1 1,-6 55 0,10-53-122,1 1 1,8 64 0,-5-86-34,1 0 0,0 0 0,1-1 1,1 1-1,0-1 0,1 0 1,0-1-1,1 1 0,1-1 0,8 11 1,0-5-9,1-1 1,0 0 0,1-2 0,0 0 0,1-1 0,1-1 0,0 0-1,1-2 1,1 0 0,-1-2 0,42 13 0,-20-11-60,0-1 1,0-3-1,1-1 0,0-2 1,67-3-1,-73-4 55,0-1 1,0-3-1,0-1 0,-1-1 1,0-3-1,-1-1 0,0-1 1,34-20-1,-31 13 30,-1-2 0,-2-1 0,0-2 0,-1-1 0,-2-2 0,53-60 0,-69 68 44,-2-1 0,-1 0 0,0-1 0,-2-1 0,-1 0 0,0-1 0,-2 0 0,-1-1 0,-1 0 0,-2 0 0,0 0 0,-1 0 0,-2-1 0,-1 0 0,-1 0-1,-1 1 1,-1-1 0,-2 1 0,-1-1 0,0 1 0,-2 0 0,-15-36 0,10 33 163,-2 1 0,0 0 0,-2 1 0,-1 0 0,-23-26 0,25 36-141,-1 0-1,0 1 0,-2 1 1,1 1-1,-2 1 0,0 0 1,-38-19-1,23 19-83,1 1 0,-2 1 0,0 2 0,0 1 0,0 2 0,-44-2 0,70 7-8,8 1-312,22-3-3962,-20 3 4180,36-6-4045,38-10 0,17-14-2280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03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50 1281,'0'0'7891,"-3"-7"-6744,-10-24 443,5 20 6666,3 17-2519,3 6-2928,1-4-3336,3 20 1223,2 0 1,0-1 0,2 1 0,10 30 0,7 35 26,11 79-535,68 201 0,54 113-188,-154-478 0,-2-6 0,0 0 0,0 0 0,0-1 0,1 1 0,-1 0 0,1 0 0,0-1 0,-1 1 0,1 0 0,0-1 0,0 1 0,0-1 0,2 3 0,0-28 0,-3 23-106,0 1 0,0-1 1,0 1-1,0-1 0,0 0 0,0 1 1,0-1-1,0 1 0,0-1 0,0 1 1,0-1-1,-1 1 0,1-1 0,0 1 0,0-1 1,-1 1-1,1-1 0,0 1 0,-1-1 1,1 1-1,0-1 0,-1 1 0,1 0 1,-1-1-1,1 1 0,0 0 0,-1-1 0,1 1 1,-1 0-1,0-1 0,0 1-426,0 0-1,0 0 1,-1 0 0,1 0-1,0 0 1,0 1-1,0-1 1,0 0 0,0 0-1,0 1 1,0-1-1,0 1 1,0-1 0,0 1-1,0-1 1,0 1 0,0 1-1,-16 14-9832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04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801 251 14054,'0'0'3055,"-23"-4"387,0-1-2422,5 0-324,0 1 1,0 1-1,0 1 1,-1 0 0,1 1-1,-33 3 1,27 3-259,0 1 1,1 0-1,0 2 1,1 0 0,-1 2-1,2 0 1,-26 17-1,10-2-12,0 0 1,2 3-1,-33 32 0,46-38-285,1 2 1,1 0-1,2 1 1,0 1-1,2 0 0,0 1 1,-19 50-1,26-53-143,0 1-1,2 0 1,1 0 0,1 1-1,1 0 1,2 0-1,0 0 1,2 0-1,4 41 1,-1-52-3,0 0 1,1 0-1,1-1 1,0 0-1,1 0 1,1 0-1,0-1 1,1 0-1,0 0 1,1-1-1,0 0 1,1 0-1,0-1 1,1-1-1,0 0 1,13 9-1,-9-8-49,1 0-1,0-2 1,0 0-1,1 0 0,0-2 1,0 0-1,1-1 0,0-1 1,0 0-1,0-2 0,1 0 1,29 1-1,-25-5 56,1 0 1,-1-2-1,0 0 1,0-2-1,-1-1 1,1 0-1,-1-2 1,0 0-1,-1-2 1,27-16-1,16-10 25,-2-4-1,-2-2 1,71-64-1,-107 84-2,-1-1 0,0-1 0,-2-1 1,-1-1-1,-2 0 0,0-2 0,-2 0 0,0-1 0,20-57 0,-30 65 22,-1 1 0,-1-1 0,0 0-1,-2 0 1,0-31 0,-2 40-30,-1 0 1,-1-1-1,0 1 0,0 0 1,-1 0-1,0 1 0,-1-1 1,-1 1-1,0-1 1,-10-16-1,-3 2-15,-2 2 0,0 1 0,-1 0 0,-1 2 0,-1 0 0,-1 2 0,0 0 0,-29-15 0,-32-14 0,-107-43 0,167 80 0,48 9-2743,1 2 735,5 0-2081,41-4 0,21-15-5232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04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443 0 3169,'0'0'17203,"3"2"-15266,4 0-1835,28 5 9872,-35 7-9592,-6 11-382,-1-1 0,-1 0 0,-1 0 0,-22 40 0,-4 11 0,-166 478 0,100-258 0,66-209 0,22-58 0,1 1 0,1 1 0,-8 38 0,21-62 1337,-1-4-4216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05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705 307 9861,'0'0'12280,"-22"-11"-8871,-75-33-992,91 42-2250,0 1-1,0-1 0,0 1 0,0 0 0,0 1 0,0-1 0,0 1 1,0 1-1,0-1 0,0 1 0,0 0 0,0 0 0,0 1 0,0 0 0,0 0 1,1 0-1,-1 1 0,1-1 0,-8 6 0,1-2 100,-22 13-120,1 0 1,1 2-1,1 2 0,1 0 1,0 3-1,2 0 0,1 1 1,-36 49-1,45-51-155,2 0 1,0 1-1,2 0 0,1 1 0,1 1 0,1 0 0,2 0 0,0 1 1,2 1-1,1-1 0,-2 48 0,7-54 9,0 0 0,6 38 0,-4-53 0,1 0 0,0 0 0,0 0 0,1 0 0,0-1 0,0 1 0,1 0 0,0-1 0,0 0 0,9 10 0,-3-6 0,0 0 0,1 0 0,1-2 0,-1 1 0,1-1 0,1-1 0,0 0 0,0-1 0,1 0 0,-1-1 0,1-1 0,1 0 0,14 3 0,9-1 0,0-1 0,0-2 0,75-3 0,-81-3 0,-1-2 0,1 0 0,-1-3 0,0 0 0,-1-2 0,0-1 0,48-24 0,0-7 0,110-77 0,-156 97 0,-1-2 0,-2-1 0,40-41 0,-59 55 0,-1-1 0,0 0 0,-1-1 0,0 0 0,-1 0 0,-1-1 0,0 0 0,0 0 0,-1-1 0,-1 1 0,0-1 0,2-22 0,-3 14 0,-1 0 0,-2 0 0,0-1 0,-5-33 0,3 46 0,0 0 0,-1-1 0,0 2 0,-1-1 0,0 0 0,0 1 0,-1 0 0,-1 0 0,1 0 0,-1 0 0,-13-13 0,-28-22 0,-55-43 0,55 50 0,-66-68 0,94 84 0,2 1 0,0 2 0,-34-28 0,44 41 0,-1 0 0,1 0 0,-1 1 0,0 0 0,0 1 0,0 0 0,0 0 0,-1 0 0,1 1 0,-1 1 0,-15-2 0,-6 1 0,0 2 0,0 0 0,-35 7 0,55-6 0,1 1 0,0 0 0,-1 1 0,1 0 0,0 0 0,0 1 0,1 0 0,-1 1 0,1 0 0,0 0 0,0 0 0,0 1 0,1 1 0,-7 6 0,13-12-10,0 1 0,0-1 0,0 0 0,-1 0 0,2 1 1,-1-1-1,0 0 0,0 1 0,0-1 0,1 1 0,-1-1 0,1 1 0,-1 0 0,1-1 0,-1 1 0,1-1 1,0 1-1,0 0 0,0-1 0,0 1 0,0 0 0,0-1 0,1 1 0,-1-1 0,1 3 0,0-2 53,1 1 0,-1-1-1,1 0 1,0 0-1,0 0 1,0-1-1,0 1 1,0 0 0,0-1-1,0 1 1,0-1-1,1 1 1,-1-1 0,3 1-1,45 13-1198,-9-10-4488,-4-4-1607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13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2673,'0'0'12355,"0"-8"-3321,0 62-8146,2-1-1,3 1 1,2 0 0,16 61 0,2 1 399,-16-69-258,-5-13-1670,-5-31 28,0 0-1,0 0 1,0-1-1,0 1 1,0 0 0,-1 0-1,1-1 1,-1 1-1,0-1 1,0 0 0,0 1-1,0-1 1,0 0-1,-3 2 1,-17 17-7073,-5 1-3730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14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55 672,'0'0'7156,"6"-10"-4867,19-29 330,-19 33 7297,-3 12-7065,-3 16-4114,0-19 2357,0 343 3148,0-346-4349,0-20-9694,0 2 3024,0-1-2832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15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74 160,'0'0'13852,"-3"-1"-11875,-8-1-443,8 1 2494,3 0-3900,0 0 0,0 0 0,0 1 0,0-1 0,0 0 0,1 0 0,-1 1 0,0-1-1,0 0 1,1 0 0,-1 1 0,0-1 0,1 0 0,-1 1 0,1-1 0,-1 0 0,1 1 0,0-2 0,10-5-57,1 0 0,0 1 0,0 0 0,0 0 0,0 2 0,1-1 0,0 2 0,0 0 0,0 0 0,0 1 0,0 1 0,24 0 0,-36 1-73,-1 0 0,1 0 1,-1 1-1,1-1 0,-1 0 0,1 0 1,-1 1-1,1-1 0,-1 1 1,1-1-1,-1 0 0,1 1 0,-1-1 1,1 1-1,-1-1 0,0 1 1,1-1-1,-1 1 0,0-1 0,1 1 1,-1-1-1,0 1 0,0-1 0,0 1 1,1 0-1,-1-1 0,0 1 1,0-1-1,0 1 0,0 0 0,0 0 1,0 27 29,0-20 7,-1 2-16,1 0 1,-1-1-1,-1 1 1,0-1-1,0 1 1,-1-1-1,-1 0 1,1 0-1,-9 15 1,-4 1 8,-34 43 1,35-50-9,1 2-1,0-1 1,-20 40 0,34-58 2,-1-1-1,1 1 1,-1-1 0,1 1 0,0 0 0,-1-1 0,1 1 0,0 0 0,-1-1 0,1 1 0,0 0 0,0-1 0,0 1 0,0 0 0,-1 0 0,1-1 0,0 1 0,0 0 0,0 0 0,0-1 0,1 1 0,-1 0 0,0-1 0,0 1-1,0 0 1,1 0 0,-1-1 0,0 1 0,1 0 0,-1-1 0,0 1 0,1-1 0,-1 1 0,1 0 0,-1-1 0,1 1 0,-1-1 0,1 1 0,-1-1 0,1 0 0,0 1 0,-1-1 0,1 0 0,0 1 0,-1-1 0,2 1-1,3-1 166,0 0 0,0 0 0,0 0 0,0 0 0,0-1-1,5-1 1,22-5 875,38-14 0,21-5 90,-10 11-933,-50 8-13609,-4-3 4666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16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1 4738,'0'0'15135,"-4"5"-13254,-3 7-728,0 1 1,1 0-1,0 0 1,-6 21-1,-11 25 771,-30 86-325,52-145-1599,1 1 0,0-1 0,0 1 1,-1-1-1,1 1 0,0 0 1,0-1-1,0 1 0,0-1 0,-1 1 1,1 0-1,0-1 0,0 1 1,0-1-1,0 1 0,1 0 1,-1-1-1,0 1 0,0 0 0,0-1 1,0 1-1,1-1 0,-1 1 1,0-1-1,0 1 0,1 0 1,-1-1-1,0 1 0,1-1 0,0 1 1,18 0-113,-13-1 145,15-2-151,-1-1-1,0-2 0,39-12 1,-40 11-215,1 0 1,0 1-1,0 1 1,23-2-1,-34 6 257,21 2-228,-29-2 306,0 1-1,-1-1 0,1 1 1,0 0-1,0-1 0,-1 1 1,1 0-1,0-1 0,-1 1 1,1 0-1,-1 0 0,1 0 1,-1 0-1,0-1 0,1 1 1,-1 0-1,0 0 0,1 0 0,-1 0 1,0 0-1,0 0 0,0 0 1,0 0-1,0 0 0,0 0 1,0 2-1,0 8 112,0 0 1,-1 0-1,0 0 0,0 0 1,-2 0-1,1 0 0,-1 0 1,-1-1-1,0 1 0,0-1 1,-1 0-1,-1 0 0,1-1 1,-1 1-1,-1-1 1,0-1-1,0 1 0,-1-1 1,0 0-1,0-1 0,-1 0 1,0 0-1,0-1 0,-1 0 1,0-1-1,0 0 0,0 0 1,0-1-1,-1-1 0,-18 5 1,24-7-856,-26 5 1430,17-6-3748,8-5-5979,6-11 2212,0-6-1830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16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8452,'0'0'14889,"9"-2"-13427,105-7 1996,-61 6-2149,58-10-1,-95 8-897,-25 5-1249,-29 5-6082,18 3 1339,-5 0-4141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1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33 192,'0'0'3612,"16"-9"-1443,-3-11 457,-6 17 1189,-4 12 5565,-1 84-6879,0-25-1898,-6 69-1,2-126-1890,-3 6 3597,2-6-2387,0-1-3906,2-4-1979,1 0-3439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18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40 3970,'0'0'15060,"0"0"-15003,1 0-1,-1 0 1,0 0-1,0-1 1,0 1-1,0 0 1,0 0 0,0-1-1,0 1 1,0 0-1,0 0 1,0 0-1,0-1 1,0 1 0,0 0-1,0 0 1,0-1-1,0 1 1,0 0-1,0 0 1,0 0 0,0-1-1,0 1 1,0 0-1,0 0 1,-1 0-1,1-1 1,0 1 0,0 0-1,0 0 1,0 0-1,0 0 1,-1-1-1,1 1 1,0 0 0,0 0-1,0 0 1,-1 0-1,1 0 1,0 0-1,0-1 1,0 1 0,-1 0-1,-2 2 53,0-1-1,0 1 1,0 0 0,1 0-1,-1 0 1,0 0 0,1 0-1,0 1 1,-1-1 0,1 1-1,0 0 1,-3 5-1,-24 39 823,23-31-888,0 0 0,1 1 0,0-1 1,2 1-1,0 0 0,1 0 1,0 0-1,2 29 0,1-41-73,-1-1 0,1 1 0,0-1-1,1 0 1,-1 0 0,1 1 0,0-1 0,0 0 0,0 0-1,1-1 1,-1 1 0,1 0 0,0-1 0,0 1-1,0-1 1,1 0 0,-1 0 0,1-1 0,-1 1 0,1-1-1,0 1 1,0-1 0,0 0 0,0-1 0,1 1 0,-1-1-1,0 1 1,1-1 0,-1-1 0,1 1 0,-1-1-1,1 0 1,-1 0 0,1 0 0,-1 0 0,1-1 0,-1 1-1,0-1 1,1-1 0,-1 1 0,0-1 0,1 1 0,-1-1-1,4-3 1,3-4 139,-1-1 0,0-1-1,0 0 1,-1 0 0,-1-1-1,0 0 1,-1 0 0,0-1-1,0 0 1,-2 0 0,1-1-1,-2 0 1,0 1 0,-1-2-1,0 1 1,-1 0 0,0 0-1,-2-28 1,0 38 12,-1 0 0,0 0 1,0 0-1,-1 1 0,1-1 0,-1 0 0,0 1 0,0-1 1,0 1-1,0-1 0,-1 1 0,1 0 0,-1 0 0,0 0 0,0 1 1,0-1-1,0 1 0,-1-1 0,1 1 0,-1 0 0,-4-2 1,-2-1-13,-1 0 1,0 1 0,0 0-1,0 0 1,0 1 0,-15-1 0,-46 3 290,71 1-424,3 9-161,-2-9 139,0 1 0,0 0-1,0 0 1,0-1 0,0 1 0,0 0-1,1-1 1,-1 1 0,0 0 0,0-1-1,0 1 1,1 0 0,-1-1 0,0 1-1,1 0 1,-1-1 0,0 1 0,1-1-1,0 2 1,7 5-1514,9 7-3629,-7-2-5763,-6-6 2356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20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33 2225,'0'0'14401,"3"-6"-12194,1-4-2656,5-5 4063,-7 13 161,-10 22-2376,-37 73 11,28-60-965,-25 64 0,38-84-459,0-1 1,1 1-1,0-1 0,1 1 0,-1 23 0,4-35 14,1 0 0,0-1 0,0 1-1,0-1 1,0 0 0,0 1 0,0-1-1,0 0 1,0 0 0,3-1 0,-1 1 5,26-1 46,0-2 1,0-1-1,48-12 0,85-34 3,-111 32-27,99-40 98,-143 51 1030,-19 5-1040,-20 3-945,23 2 176,-1 0-1,1 0 1,0 0-1,-11 8 1,-15 6-4393,30-15 3340,-1-1 0,1 1-1,-1-1 1,0 0-1,-9 1 1,-7-2-5667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21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 13302,'0'0'6814,"-9"22"-3004,-32 73-1102,37-84-2276,0 1 0,1 0 0,0 0 1,1 0-1,0 0 0,1 0 1,0 0-1,1 1 0,2 15 0,-1 11 186,-1 66-98,0-37-3801,1-66 2885,-1-1 0,0 0 0,0 0-1,0 0 1,1 0 0,-1 0 0,1 1-1,-1-1 1,1 0 0,-1 0 0,1 0 0,0 0-1,-1 0 1,1 0 0,0-1 0,0 1 0,0 0-1,0 0 1,-1 0 0,1-1 0,0 1-1,0-1 1,1 1 0,-1 0 0,0-1 0,0 0-1,0 1 1,0-1 0,0 0 0,0 1-1,1-1 1,-1 0 0,0 0 0,0 0 0,0 0-1,2-1 1,20 2-11068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22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87 1521,'0'0'7595,"-5"-3"-6194,4 2-1289,-5-4 890,-1 0 1,-1 0 0,1 1-1,-9-4 1,16 8-815,-1 0 1,1 0-1,0 0 1,-1-1-1,1 1 1,0 0-1,-1 0 1,1 0-1,0 0 1,-1-1-1,1 1 0,0 0 1,0 0-1,-1-1 1,1 1-1,0 0 1,0 0-1,-1-1 1,1 1-1,0 0 1,0-1-1,0 1 1,0 0-1,0-1 1,-1 1-1,1 0 1,0-1-1,0 0 0,6-8 1313,15-5-1125,1 7-110,0 2-1,0 0 1,1 2 0,-1 0 0,1 2 0,0 0-1,28 3 1,-49-2-265,-1 1 0,1-1 0,-1 0 0,0 1 0,0-1 0,1 1 0,-1-1 0,0 1 0,0-1 0,0 1 0,1 0 0,-1 0 0,0 0 0,0 0 0,0-1-1,0 1 1,0 0 0,-1 1 0,1-1 0,0 0 0,0 1 0,1 2 22,0 0-1,-1-1 0,0 1 1,0 0-1,0 0 0,0 0 1,0 5-1,0 7 185,-1 1-1,-4 26 1,4-41-178,-1 3 1,-1 1 1,1-1-1,-1 1 1,0-1-1,-1 0 1,1 0-1,-1 0 1,0 0-1,0 0 1,0 0 0,-1-1-1,0 0 1,0 0-1,-6 5 1,-8 7 84,-2-2 0,-21 14 0,23-17-62,-48 27 216,43-26-28,1 1 1,1 1 0,-26 21-1,46-35-220,0 1-1,0 0 0,0 0 1,0 0-1,0-1 1,0 1-1,0 0 1,1 0-1,-1 0 0,0 0 1,1 0-1,-1 0 1,1 0-1,-1 1 0,1-1 1,0 0-1,-1 0 1,1 2-1,0-2-4,0-1 0,1 1 0,-1-1 0,0 1 0,1-1 0,-1 1 0,0-1 0,1 1 0,-1-1 0,1 1 0,-1-1-1,1 1 1,-1-1 0,1 0 0,-1 1 0,1-1 0,-1 0 0,1 1 0,0-1 0,-1 0 0,1 0 0,-1 0 0,1 1 0,1-1 0,6 1 116,1 0 1,0 0 0,16-2 0,-15 1-112,21 0 224,23 0-49,63-7-1,-100 5-119,1-2-1,0 0 1,-1 0 0,0-2-1,0 0 1,0-1-1,23-13 1,-38 17 1403,-7 2-396,-16 2-5439,11-1-6773,-2 0-1744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31.9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 1 2721,'4'5'18404,"-2"-3"-18885,-3 3 593,-1 0 0,1 0 0,-1-1 1,0 1-1,0-1 0,0 0 0,-1 1 0,1-1 0,-1 0 0,-4 4 0,-12 22 459,13-16-327,0 1 1,1-1-1,1 1 1,0 0-1,1 0 0,1 1 1,0-1-1,1 0 1,1 1-1,2 19 1,-2-32-209,1-1 0,0 0 0,0 0 0,0 1 0,0-1 0,0 0-1,1 0 1,-1 0 0,0 0 0,1-1 0,0 1 0,-1 0 0,1 0 0,0-1 0,0 0 0,0 1 0,0-1 0,0 0 0,0 0 0,0 0 0,1 0 0,-1 0 0,0 0 0,0-1-1,1 1 1,-1-1 0,1 1 0,4-1 0,-3 1-16,0-1 0,0 0-1,1 1 1,-1-1 0,0-1 0,1 1-1,-1-1 1,0 1 0,0-1-1,1-1 1,-1 1 0,0 0 0,0-1-1,0 0 1,5-3 0,0-3 23,0-1 0,-1 1 1,0-1-1,12-17 0,-17 20-21,0 1 0,-1-1-1,1 0 1,-1 0-1,-1 0 1,1 0-1,-1 0 1,0 0-1,0-1 1,-1-11-1,0-49 51,0 66-68,-1-1 0,1 1 0,0 0 0,-1-1 0,0 1 0,1 0 0,-1-1 0,0 1 0,0 0 0,1 0 0,-1 0 0,0-1 0,0 1 0,0 0 0,0 0 0,-1 0 0,1 1 0,0-1 0,-2-1 0,1 1 30,1 0 1,-1 0-1,1 0 1,0 0 0,-1 0-1,1-1 1,0 1-1,0 0 1,-1-1-1,1 1 1,0-1-1,1 1 1,-1-1 0,0 1-1,0-1 1,0-1-1,1 1 38,0 1 0,-1 0-1,1 0 1,-1 0 0,1-1-1,-1 1 1,1 0 0,-1 0-1,0 0 1,1 0-1,-1 0 1,0 0 0,0 0-1,0 0 1,0 0 0,0 1-1,0-1 1,0 0 0,0 0-1,0 1 1,0-1 0,0 1-1,-1-1 1,1 1-1,0 0 1,0-1 0,0 1-1,-1 0 1,1 0 0,0 0-1,0-1 1,-1 2 0,1-1-1,-2 0 1,-20-5 1193,19 2-649,2 2-575,0-1-1,0 1 1,0 0 0,0 0-1,0 0 1,0 0 0,-1 1-1,1-1 1,0 0 0,0 1-1,-1 0 1,1-1-1,0 1 1,-1 0 0,1 0-1,-4 1 1,6-1-97,-1 1-1,1-1 1,-1 0-1,1 1 1,-1-1-1,1 0 1,0 1-1,-1-1 1,1 0 0,-1 1-1,1-1 1,0 1-1,0-1 1,-1 1-1,1-1 1,0 1-1,0-1 1,-1 1-1,1-1 1,0 1 0,0-1-1,0 1 1,0-1-1,0 1 1,0-1-1,0 1 1,0-1-1,0 1 1,0 0 0,1 17-2131,-1-17 1732,0 16-4227,0-7-1753,0 1-5245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33.5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0 127 192,'0'0'5413,"4"-7"-5178,16-46 329,-5 9 3277,-15 42-3562,1 0 0,0 0-1,0 1 1,-1-1 0,1 0 0,1 1 0,-1-1 0,0 1 0,0-1 0,3-1 0,-4 2-1,1 1 0,-1 0-1,1 0 1,-1-1 0,1 1 0,-1 0 0,1 0 0,-1 0 0,1-1 0,-1 1-1,1 0 1,-1 0 0,1 0 0,-1 0 0,1 0 0,-1 0 0,1 0 0,-1 0-1,1 0 1,-1 1 0,1-1 0,-1 0 0,1 0 0,-1 0 0,1 1 0,0 0 200,1-1 1,-1 1-1,0 0 1,0 0-1,0 0 1,-1 0-1,1 0 1,0 1 0,0-1-1,0 0 1,-1 0-1,1 0 1,0 3-1,3 14-1442,-1 27 2316,-4 85-1,-14-21 452,7-34 156,8-76-2037,0 1 0,1-1 0,-1 0 0,0 0 0,1 1 0,-1-1 0,0 0 0,1 1 0,-1-1 0,1 1 0,-1-1 0,1 0 0,-1 1 0,1-1 0,0 1 0,-1-1 0,1 1 0,0 0 0,-1-1 0,1 1 0,0 0 1,-1-1-1,1 1 0,0 0 0,0 0 0,-1 0 0,1-1 0,0 1 0,0 0 0,0 0 0,0 0 0,32 0-9320,-25 0 5940,18 0-7702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34.9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1553,'0'0'9908,"10"0"-5247,13 0-1782,-6-1-2025,-1-1 1,0 0 0,0-1 0,17-6 0,-18 5-612,1 0 1,0 1 0,0 1 0,18-1 0,-6 3-121,-27 0-122,-1 0 0,1 0 1,-1 0-1,1 1 0,-1-1 1,1 0-1,-1 1 0,0-1 0,1 0 1,-1 1-1,1-1 0,-1 0 1,0 1-1,1-1 0,-1 1 1,0-1-1,1 1 0,-1-1 1,0 0-1,0 1 0,0-1 1,1 1-1,-1-1 0,0 1 1,0 0-1,0-1 0,0 1 1,0-1-1,0 1 0,0-1 0,0 1 1,0-1-1,0 1 0,0-1 1,0 1-1,-1 0 0,-2 17 84,-4-4-39,-1 0 1,0 0-1,-1-1 1,-1 0-1,0 0 0,-17 16 1,9-8-14,3-5 50,-29 37 0,42-49-18,-1 0 1,0 0 0,1 1 0,0-1-1,0 1 1,1-1 0,-1 1 0,1-1-1,0 1 1,0 0 0,0 6 0,1-10-22,1 0 0,-1 0 0,0 0 1,1 0-1,0 0 0,-1-1 1,1 1-1,-1 0 0,1-1 1,0 1-1,0 0 0,-1-1 0,1 1 1,0-1-1,0 1 0,0-1 1,0 1-1,-1-1 0,1 0 0,0 1 1,0-1-1,0 0 0,0 0 1,0 0-1,0 0 0,0 1 0,0-1 1,2-1-1,37 2 688,-32-1-531,44 1 634,-19 0-300,0-1 0,0-1 0,-1-2 0,35-8 1,-61 10-1882,-12 3-4152,-8 4 203,-10 4-3344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36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63 3073,'0'0'10704,"5"-4"-8775,-4 3-1884,5-4 628,-1 0 1,1 1-1,0 0 1,0 0-1,0 1 1,1-1 0,-1 2-1,9-4 1,4 1-288,0 0 1,0 1-1,1 1 1,-1 1-1,1 1 1,0 0-1,36 5 1,-55-4-388,0 0 1,0 1-1,0-1 0,0 0 1,0 1-1,-1-1 0,1 1 1,0 0-1,0-1 1,0 1-1,-1-1 0,1 1 1,0 0-1,-1 0 1,1-1-1,0 1 0,-1 0 1,1 0-1,-1 0 1,0 0-1,1 0 0,-1 0 1,1 1-1,1 30 68,-2-28-48,0 1 1,-1-1 0,0 0-1,0 1 1,0-1 0,-1 0-1,1 1 1,-1-1 0,0 0-1,0 0 1,-4 5 0,-7 1 51,0 0-1,-20 12 1,11-8 189,22-14-258,-1 0-1,1 1 0,0-1 1,0 0-1,-1 0 1,1 0-1,0 1 1,-1-1-1,1 0 0,0 1 1,0-1-1,0 0 1,-1 0-1,1 1 1,0-1-1,0 0 0,0 1 1,0-1-1,-1 0 1,1 1-1,0-1 1,0 0-1,0 1 0,0-1 1,0 1-1,0-1 1,0 0-1,0 1 1,0-1-1,0 0 1,0 1-1,0-1 0,1 0 1,-1 1-1,0-1 1,0 0-1,0 1 1,0-1-1,0 0 0,1 1 1,-1-1-1,0 0 1,0 0-1,1 1 1,-1-1-1,0 0 0,0 0 1,1 1-1,-1-1 1,0 0-1,1 0 1,-1 0-1,1 1 0,14 6-14,-6-5 27,3 1-22,1 0 0,-1 0 0,22 10-1,-31-12-27,0 1 0,0-1-1,-1 1 1,1 0-1,-1-1 1,1 1 0,-1 0-1,0 1 1,0-1-1,0 0 1,0 0-1,0 1 1,0-1 0,-1 1-1,1 0 1,-1 0-1,0-1 1,0 1-1,0 0 1,0 0 0,0 0-1,0 4 1,0 1 103,0 0 1,-1 0-1,0 0 1,0 0 0,-1 0-1,0 0 1,-1 1-1,1-2 1,-6 13-1,6-16 72,-1 0 0,0-1 0,-1 0 0,1 1 0,-1-1 0,1 0 0,-1 0 0,0 0 0,0-1 0,0 1 0,0-1 0,-1 1 0,1-1 0,-1 0 0,1 0 0,-1-1 0,0 1 0,0-1-1,0 0 1,-6 2 0,-1-2 233,0 1-1,0-1 0,-13-1 1,18 0-348,5-1-71,0 1 0,1 0-1,-1-1 1,0 1 0,1-1 0,-1 1-1,0-1 1,1 1 0,-1-1-1,1 1 1,-1-1 0,0 0-1,1 1 1,0-1 0,-1 0 0,1 1-1,-1-1 1,1 0 0,0 0-1,-1 1 1,1-1 0,0 0-1,0 0 1,0 0 0,0 1 0,0-1-1,0 0 1,0 0 0,0 0-1,0 1 1,0-1 0,0 0 0,0 0-1,1-1 1,-1 1-329,0-1 0,0 1 0,0 0 0,0-1 1,1 1-1,-1-1 0,1 1 0,-1-1 0,1 1 0,-1 0 1,1-1-1,0 1 0,0 0 0,-1-1 0,1 1 0,0 0 0,0 0 1,0 0-1,0 0 0,2-1 0,18-2-6971,5-2-3365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37.0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77 17 3009,'0'0'14839,"2"-3"-12929,3-8-221,-3 8-243,-2 6-307,-1 5-840,-1 0-1,0 0 1,0-1 0,-1 1-1,0-1 1,0 1-1,0-1 1,-1 0-1,-7 9 1,-9 21 309,14-27-563,2 1 0,-1 1 0,1-1 0,1 1 0,0-1 1,0 1-1,2 0 0,-1 0 0,1 12 0,1-23-44,1-1-1,-1 1 1,0-1-1,1 0 1,-1 1 0,0-1-1,1 1 1,-1-1 0,1 0-1,-1 1 1,1-1 0,-1 0-1,1 0 1,-1 1 0,1-1-1,-1 0 1,1 0 0,-1 0-1,1 1 1,-1-1 0,1 0-1,-1 0 1,1 0 0,-1 0-1,1 0 1,1 0 0,21 0 30,-16 0-21,126 1 56,-125-2-52,0-1 0,0 0 0,-1-1 0,1 0 0,-1 0 0,0 0 0,0-1 0,0 0 0,0-1 0,6-5 0,0 1 94,-12 8-42,1 1-70,-2 0-32,0 0-1,1 0 1,-1 0-1,0 0 1,0 0-1,0 0 0,0 0 1,1 0-1,-1 0 1,0 0-1,0 0 1,0 0-1,1 0 0,-1 0 1,0 0-1,0 0 1,0 0-1,0 0 1,1 0-1,-1 0 0,0 0 1,0 0-1,0 0 1,0 0-1,1 0 0,-1 1 1,0-1-1,0 0 1,0 0-1,0 0 1,0 0-1,1 0 0,-1 0 1,0 1-1,0-1 1,0 0-1,0 0 1,0 0-1,0 0 0,0 1 1,0-1-1,0 0 1,0 3-522,-3 13-4441,-8-12-2882,5-4 1328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37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0 6995,'0'0'17243,"-4"21"-15610,-7 37-70,-5 67 0,14 17-941,2-140-814,0-1 0,0 1 1,0 0-1,0-1 0,1 1 0,-1 0 0,1-1 1,-1 1-1,1 0 0,0-1 0,-1 1 0,1-1 1,0 1-1,0-1 0,0 0 0,0 1 1,0-1-1,2 2 0,-1-1-587,1-1-1,-1 1 1,1-1 0,-1 0-1,1 1 1,0-1 0,-1 0-1,1 0 1,5 0 0,15 2-6070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38.4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41 368,'0'0'8223,"3"-2"-6628,-1 0-866,8-4-393,-7-3 5138,5-6 753,-3 9-4362,-3 12 2201,-2 14-3789,-1 0 1,0 0 0,-2 0 0,0 0 0,-9 25 0,9-32-202,-1-5 40,2 1 0,-1 0-1,1 0 1,1 0 0,-2 19 0,27-28-97,-13-1-27,-1 0 0,0 0-1,13-5 1,28-4-253,100 6-958,-151 4 1210,1 0 0,0 0 0,-1 0-1,1 0 1,0 0 0,-1 1 0,1-1 0,0 0 0,-1 0 0,1 1-1,-1-1 1,1 0 0,0 0 0,-1 1 0,1-1 0,-1 1 0,1-1 0,-1 1-1,1-1 1,-1 1 0,1-1 0,-1 1 0,0-1 0,1 1 0,-1-1-1,0 1 1,1 0 0,1 23-71,-3-20 91,1-1-1,-1 1 0,0-1 1,0 1-1,0-1 1,0 1-1,-1-1 0,1 0 1,-1 1-1,-4 5 1,-3-2 76,1 0 0,-1 0 0,0-1 1,-1 0-1,0 0 0,0-1 1,0 0-1,0-1 0,-1-1 1,0 1-1,1-1 0,-1-1 0,0 0 1,-1-1-1,1 0 0,0-1 1,-12-1-1,-5 1-108,1 0-1113,10 0-3268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28:38.9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 2785,'0'0'14316,"0"-1"-13983,0 0 0,0 0-1,0 1 1,1-1 0,-1 0-1,0 1 1,0-1 0,0 0-1,0 1 1,1-1 0,-1 1-1,0-1 1,1 0 0,-1 1-1,0-1 1,1 1 0,-1-1-1,1 1 1,0-1 0,54-6 3348,-18 3-2443,56-14 0,-39 7-621,-42 10-3926,-2 0-3736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18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 6755,'0'0'9850,"-3"21"-7374,-19 148 1051,-35 238 629,55-374-6167,19-46-18740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19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2017,'0'0'17848,"5"8"-16421,-2-2-1271,2 3 213,1-1 1,0 1 0,9 10-1,-12-16-320,-1-1-1,1 1 1,0-1-1,0 0 1,0 0-1,0 0 0,0 0 1,0 0-1,0-1 1,1 1-1,-1-1 1,1 0-1,-1 0 1,1 0-1,5 0 1,8 0-28,51 0 89,-64-1-106,-1-1 0,1 1 0,-1-1 0,1 0 0,-1 1 0,1-1 1,-1-1-1,0 1 0,0 0 0,0-1 0,0 0 0,0 0 1,0 0-1,0 0 0,4-5 0,-5 5 1,-1 0 0,0 0 0,0 0 0,0 0 1,0-1-1,0 1 0,0 0 0,-1-1 0,1 1 0,-1 0 0,0-1 0,1 1 0,-1-1 1,0 1-1,-1-1 0,1 1 0,0-1 0,-1 1 0,1 0 0,-2-5 0,0 2 7,0 1 0,0-1 0,0 1 0,0 0 0,-1 0 0,0 0 0,0 0 0,0 0 0,-5-4 0,5 4 43,-2 1 0,1 0 0,0-1 0,-1 2 0,1-1 0,-1 0 0,0 1 0,0 0 0,0 0 0,0 1 0,0-1 0,0 1 0,0 0 0,-1 0 0,1 1 0,0 0 0,-1 0 0,1 0 0,0 0 0,-1 1 0,1 0 0,0 0 1,-9 3-1,10-2 37,-1 0 1,1 1-1,0-1 1,0 1-1,0 0 1,0 0 0,1 0-1,-1 0 1,1 1-1,0-1 1,0 1-1,0 0 1,0 0 0,1 0-1,-1 0 1,1 0-1,0 1 1,0-1 0,1 1-1,-1-1 1,1 1-1,0 0 1,1 0-1,-1-1 1,1 1 0,0 6-1,0-1-82,1 0-1,1 0 0,-1 0 1,2-1-1,-1 1 1,1-1-1,1 1 1,6 11-1,0-2-893,0-2 1,2 1-1,14 16 1,-22-29 229,0 0 0,0 0 0,1-1 0,-1 0 0,1 0 0,0 0 0,0-1 0,0 0 0,7 3 0,-7-3-360,1-1 0,0-1 0,0 1 0,-1-1-1,1 0 1,7 0 0,41 0-7635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19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609 203 5555,'0'0'15879,"-3"-19"-14535,-9-63-306,11 79-943,-1-1-1,1 0 1,-1 0-1,1 1 0,-1-1 1,0 1-1,-1 0 1,1-1-1,0 1 1,-1 0-1,0 0 1,0 1-1,0-1 0,0 0 1,0 1-1,0 0 1,-1 0-1,1 0 1,-1 0-1,1 0 1,-8-1-1,-1-3 208,-5 0-110,-1 0 0,0 1 0,0 0 0,0 2 0,-1 0 1,1 1-1,-1 1 0,1 0 0,-34 4 0,46-2-165,1 1 0,0-1 1,-1 1-1,1 0 0,0 0 0,0 1 0,0-1 1,0 1-1,0 0 0,1 0 0,-1 1 0,1-1 1,0 1-1,0 0 0,0 0 0,0 1 1,1-1-1,0 1 0,0 0 0,-3 6 0,-6 11 81,2 1-1,0 0 0,-7 28 0,-2 19 261,-21 144-1,15 78 531,25-292-898,-16 153 187,13-135-367,-1 0-1,-1 0 0,0-1 0,-2 1 1,0-1-1,-12 21 0,18-35 1358,-3 3-6965,2-14-4768,2-18 837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19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7860,'0'0'13702,"117"-7"-13398,-92 16-304,0-1-144,7 0-993,7-3-1168,5-5-656,8 0-3698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20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1 672,'0'0'19991,"-7"19"-17030,-46 137 1140,-12 34 197,-2 9-3554,65-188-994,-1 0 0,2 0-1,-1 1 1,2 19 0,0-30 179,0 1 0,0-1 1,0 0-1,0 0 0,1 0 1,-1 0-1,0 0 0,1 1 1,-1-1-1,1 0 0,-1 0 1,1 0-1,-1 0 0,1 0 1,0 0-1,0-1 1,0 1-1,-1 0 0,1 0 1,0 0-1,1 0 0,1 1-95,1 0-1,-1-1 0,0 1 1,1-1-1,-1 0 1,1 0-1,3 1 1,9 0-1371,-1-1 0,23 0 0,-31-1 468,26-3-4189,1-11-2156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20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11045,'0'0'10133,"111"-5"-9541,-69 5-592,10 7-96,11-1-1377,1-2-2064,3-4-4691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22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1 6531,'0'0'5106,"-125"0"-1648,66 25-321,3 15-1536,-1 12-320,5 9-65,12 8-335,17 0-529,9-2-256,14-5-96,0-3-16,4-9-304,13-2-1185,12-12-1104,4-9-833,5-17-2513,2-10-1136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23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1905,'0'0'18411,"-4"8"-17205,-50 169 4242,15-43-3167,4-33-1166,-42 147 446,68-216-1476,9-32-98,0-10-230,1 3 115,1-1 0,-1 1 0,1-1 0,1 1 0,-1 0 0,1 0 0,0 0 0,1 0 0,0 0 0,0 1 0,0 0 0,1 0 0,5-6 0,6-6-476,1 1 0,37-30 0,-42 38 403,1 0 0,0 0 0,0 1 0,1 1 0,0 0 0,1 1 0,-1 1 0,1 0 0,0 1 0,1 0 1,-1 1-1,24-1 0,-39 4 203,0 0 1,1 1-1,-1-1 1,1 0-1,-1 0 0,0 0 1,1 0-1,-1 0 1,0 0-1,1 1 1,-1-1-1,0 0 1,1 0-1,-1 1 1,0-1-1,1 0 0,-1 0 1,0 1-1,0-1 1,1 0-1,-1 1 1,0-1-1,0 0 1,1 1-1,-1-1 1,0 1-1,0-1 0,0 0 1,0 1-1,0-1 1,0 0-1,0 1 1,0-1-1,0 1 1,0-1-1,0 0 1,0 1-1,0-1 1,0 1-1,0-1 0,0 0 1,0 1-1,0-1 1,-1 1-1,1-1 1,0 0-1,0 1 1,0-1-1,-1 0 1,1 1-1,0-1 0,0 0 1,-1 0-1,1 1 1,0-1-1,-1 0 1,1 1-1,-1-1 5,-4 7 73,-1-1 0,0 0 0,0 0 0,0 0 1,-1 0-1,0-1 0,0 0 0,-1-1 0,1 0 0,-16 6 0,10-5 286,1-1-1,-1 0 0,0-1 1,0-1-1,0 0 1,-22 0 1530,36 3-1828,0 1-1,0-1 0,1 1 0,-1-1 1,1 0-1,0 0 0,1 0 0,-1 0 1,1 0-1,0 0 0,0-1 1,1 1-1,-1-1 0,1 0 0,0 0 1,0 0-1,0-1 0,8 6 0,-3-2-226,0-1-1,1-1 0,0 1 0,0-1 0,0-1 1,0 0-1,1 0 0,17 3 0,15-5-3519,-14-2-2501,-8 0-2473,-10 0 1228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23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11 7139,'0'0'13361,"-4"-11"-11323,14 49-83,-7-27-1605,95 371 5714,-97-378-6039,13 80 325,-12-74-329,-2 0 0,1 0 0,-1 0 1,-1 0-1,0 0 0,-3 12 0,3-18 2,-1-1-1,1 1 0,-1-1 0,0 0 0,0 0 0,0 0 1,0 0-1,0 0 0,-1-1 0,1 1 0,-1-1 0,0 1 1,-5 3-1,-47 24 442,8-5-769,47-25 221,0 0 0,0 0-1,0 0 1,0 0 0,0 0 0,1 0 0,-1 0 0,0 0 0,0 0-1,0 0 1,0 1 0,0-1 0,0 0 0,0 0 0,0 0-1,0 0 1,0 0 0,0 0 0,0 0 0,0 0 0,0 0 0,0 0-1,0 0 1,0 0 0,0 0 0,0 1 0,0-1 0,0 0-1,0 0 1,0 0 0,0 0 0,0 0 0,0 0 0,0 0 0,0 0-1,0 0 1,0 0 0,0 1 0,0-1 0,0 0 0,0 0-1,0 0 1,0 0 0,0 0 0,0 0 0,0 0 0,0 0 0,0 0-1,0 0 1,0 0 0,0 0 0,0 0 0,0 0 0,0 0-1,-1 0 1,1 1 0,11-4-3976,17-12-1799,12-9-3353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23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6755,'0'0'19353,"113"2"-18249,-61 7-575,-4 3-337,-6-8-160,-9-4-32,-10 0-96,-12 0-625,-11 7-2304,-7-3 416,-20 0-1553,-15 2-4210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23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0 592,'0'0'21802,"121"23"-20233,-83-23-368,-9 0-641,2 0-480,-8 0-80,-2 0-865,4 0-1920,-6 0-3762,0 0-9060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29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96 2689,'0'0'11552,"13"-9"-10805,0-2-465,-6 5-48,0 0 0,0 1 0,0 0 0,1 1 0,-1-1 0,1 1 0,0 1 0,17-6 0,-17 7 200,13-5 109,0 1 0,0 2 1,1 0-1,30-2 1,-51 6-535,0 0 1,0 0 0,0 0-1,-1 0 1,1 1 0,0-1-1,0 0 1,0 0 0,-1 1-1,1-1 1,0 0 0,0 1-1,-1-1 1,1 1 0,0-1-1,-1 1 1,1-1 0,-1 1-1,1 0 1,0-1 0,-1 1-1,1 0 1,-1-1 0,0 1-1,1 0 1,-1 0 0,0-1-1,1 1 1,-1 0 0,0 0-1,0 0 1,0-1 0,1 2-1,-1 35 343,-1-21-165,0 15 16,-1-1 1,-2 0-1,-1 0 0,-1 0 1,-1-1-1,-2 0 0,-18 39 1,17-45-166,-1-1 1,-1-1 0,-1 0 0,0-1-1,-2 0 1,-1-1 0,0 0 0,-1-2-1,-33 26 1,44-38-30,0 0 1,0-1-1,-1-1 0,1 1 1,-1-1-1,0 0 0,0 0 1,0-1-1,-1 0 0,1 0 1,-1-1-1,1 0 0,-1 0 1,1 0-1,-16-2 0,21 1-7,1-1-1,-1 1 1,0-1-1,1 1 0,-1-1 1,0 0-1,1 1 1,-1-1-1,1 0 0,-1 0 1,1 0-1,0 0 0,-1 0 1,1-1-1,0 1 1,0 0-1,0-1 0,0 1 1,0 0-1,0-1 0,0 1 1,0-1-1,0 0 1,1 1-1,-1-1 0,1 0 1,-1-1-1,0-3 6,0 0-1,0 1 1,1-1 0,0 0-1,0 1 1,2-12 0,-2 15-8,1 1 1,0-1-1,-1 1 1,1-1-1,0 1 0,0 0 1,0 0-1,0-1 1,0 1-1,0 0 1,1 0-1,-1 0 1,0 0-1,1 0 0,-1 0 1,0 0-1,1 1 1,-1-1-1,1 0 1,-1 1-1,1-1 0,-1 1 1,1 0-1,0-1 1,2 1-1,47-3 20,-47 3-10,27-1 177,-8 0 48,-1 1-1,1 1 0,-1 1 1,0 1-1,1 0 0,37 13 1,-22-3 270,-23-9 23,0 1 0,0 0 1,-1 1-1,0 1 0,0 0 0,-1 1 1,24 18-1,-35-24-346,1 0 0,-1 0 1,0 0-1,1 0 0,-1-1 0,1 1 0,-1-1 1,1 1-1,0-1 0,0 0 0,0 0 1,0 0-1,5 0 0,-8-1-437,-8-2-11187,3-9 1212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1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7 2945,'0'0'13804,"2"-6"-10247,-2 6-3512,0 0 0,0 0 0,0 0 0,0 0-1,1 0 1,-1 0 0,0 0 0,0 0-1,0 0 1,0 1 0,0-1 0,0 0 0,0 0-1,0 0 1,0 0 0,0 0 0,0 0 0,0 0-1,1 0 1,-1 0 0,0 0 0,0 0 0,0 0-1,0 0 1,0 0 0,0 0 0,0 0-1,0 0 1,0 0 0,0 0 0,0 0 0,1 0-1,-1-1 1,0 1 0,0 0 0,0 0 0,0 0-1,0 0 1,0 0 0,0 0 0,0 0 0,0 0-1,0 0 1,0 0 0,0 0 0,0 0-1,0 0 1,0 0 0,0 0 0,0-1 0,0 1-1,0 0 1,0 0 0,2 27 1711,-1-1 1,-2 1-1,-7 46 0,-24 80-469,7-38-360,19-83-833,-57 243 615,59-262-709,-3 6 0,1 1 0,-3 25 0,8-55 0,1 0 0,0 0 0,0 0 0,1 1 0,3-14 0,8-8-130,1 1 0,1 0-1,2 1 1,32-45 0,-38 59-94,2 1 0,0 1 0,0 0 0,1 1 0,1 0-1,0 1 1,1 0 0,0 1 0,0 1 0,19-8 0,-30 15 143,-1 1-1,1-1 1,-1 1 0,1 0-1,-1 0 1,1 1 0,0-1-1,4 1 1,-7 0 75,0 0 0,0 0 0,0 0 1,0 1-1,0-1 0,0 0 0,-1 1 0,1-1 1,0 1-1,0-1 0,0 1 0,-1-1 0,1 1 0,0 0 1,-1-1-1,1 1 0,-1 0 0,1-1 0,-1 1 1,1 0-1,-1 0 0,1 0 0,-1 0 0,1-1 1,-1 1-1,0 0 0,0 0 0,0 0 0,1 0 0,-1 0 1,0 0-1,0 0 0,0 0 0,0 0 0,0-1 1,-1 3-1,1 2 27,0 0 0,0 1 0,0-1 0,-1 0 1,0 1-1,0-1 0,-1 0 0,1 0 0,-5 9 1,5-12 4,-1 0 0,0 1 0,0-1 0,0 0 0,0 0 0,0-1 1,0 1-1,0 0 0,0-1 0,-1 1 0,1-1 0,-1 0 0,1 1 1,-1-1-1,0-1 0,1 1 0,-1 0 0,0-1 0,0 1 1,1-1-1,-6 0 0,-139 1 534,146-1-499,0 0-1,-1 0 1,1 0-1,0 1 1,0-1 0,-1 0-1,1 1 1,0-1-1,0 1 1,0-1 0,0 1-1,0 0 1,0-1-1,0 1 1,0 0 0,0 0-1,0 0 1,0 0-1,0 0 1,0 0 0,1 0-1,-1 0 1,0 0-1,1 0 1,-1 0-1,1 0 1,-1 0 0,1 1-1,-1-1 1,1 2-1,-1 2 60,1 0 0,-1 0-1,1 0 1,1 0 0,-1 0-1,2 8 1,0-9-120,-1 1 0,1-1 0,-1 0 0,1-1 0,1 1 0,-1 0 0,0 0 0,1-1 0,0 0 0,0 1 0,4 3 0,39 30 0,-36-30 0,1 2 0,1-1 0,0 0 0,1-1 0,0 0 0,26 10 0,-36-15 0,-2-1 0,-1-1 0,0 0 0,0 1 0,0-1 0,0 0 0,1 0 0,-1 1 0,0-1 0,0 0 0,0 0 0,1 0 0,-1 1 0,0-1 0,0 0 0,1 0 0,-1 0 0,0 0 0,1 0 0,-1 1 0,0-1 0,0 0 0,1 0 0,-1 0 0,0 0 0,1 0 0,-1 0 0,0 0 0,1 0 0,-1 0 0,0 0 0,1 0 0,-1 0 0,0 0 0,1-1 0,0 1 0,-1 0 0,1 1 0,-1-1 0,1 0 0,0 0 0,-1 0 0,1 0 0,0 1 0,-1-1 0,1 0 0,-1 1 0,1-1 0,-1 0 0,1 1 0,-1-1 0,1 1 0,-1-1 0,1 1 0,-1-1 0,0 1 0,1-1 0,-1 1 0,0-1 0,1 1 0,-1-1 0,0 1 0,0 0 0,0-1 0,1 1 0,-1 1 0,1 12 0,-1-13 0,0 4-192,1 1-1,-1 0 1,1-1 0,0 1-1,1-1 1,-1 1-1,1-1 1,0 1 0,4 5-1,-4-6-928,1-1 0,0 0 0,0 0-1,0 0 1,0 0 0,1-1 0,-1 1 0,1-1-1,0 0 1,8 5 0,22 5-11738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1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63 3810,'0'0'13953,"2"-5"-12766,22-49 3170,-22 50-1570,0 11-1143,-1 9-1036,-34 185 2154,29-168-2966,-1 0 0,-16 55 0,10-56-3494,-2-3-3488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2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6723,'0'0'14383,"9"-4"-13239,-8 4-1130,7-4 289,1 0 0,-1 1 0,1 0 0,0 1 0,0 0 0,0 0 1,14-1-1,37 5 1536,-32 0-827,-1-2 1,46-4 0,-78-1-8263,-7 3 3727,5 4-2515,2 3-1739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3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4 2193,'0'0'8807,"9"-3"-5348,0 4 8486,-10 21-11138,-2-1 0,0 1 0,-7 21 0,-5 36 549,11-50-803,-32 206 673,-9-77-1226,35-127 0,-10 68 0,13-66 0,2-12 0,1 0 0,1 1 0,0 24 0,0-23-10764,-3-12 220,-10-1 3167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4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2897,'0'0'14775,"6"-6"-12473,16-19-445,-21 24-1784,-1 1-1,0-1 1,1 1-1,-1-1 0,1 1 1,-1-1-1,1 1 1,-1-1-1,1 1 0,0 0 1,-1-1-1,1 1 1,-1 0-1,1 0 0,0-1 1,-1 1-1,1 0 1,0 0-1,-1 0 0,1 0 1,0 0-1,-1 0 1,1 0-1,0 0 0,-1 0 1,1 0-1,0 0 1,-1 0-1,1 0 0,0 1 1,-1-1-1,1 0 1,0 0-1,-1 1 0,1-1 1,-1 1-1,1-1 1,-1 0-1,1 1 0,-1-1 1,1 1-1,-1-1 1,1 1-1,-1-1 0,1 1 1,-1 0-1,0-1 1,1 1-1,-1-1 0,0 1 1,0 0-1,0-1 1,1 1-1,-1 0 0,7 35 1189,-7-35-1200,3 42 797,-1 1 0,-7 65 1,-4-81-741,9-27-105,-1 0 0,1 0 0,-1 0 0,0 0 0,1 0 0,-1 0 0,0-1 0,1 1 0,-1 0 1,0 0-1,0-1 0,0 1 0,0-1 0,0 1 0,0 0 0,0-1 0,0 0 0,0 1 0,0-1 0,0 0 0,0 1 0,-2-1 0,3-1-4,-1 1 0,1-1-1,-1 0 1,1 0 0,0 1-1,0-1 1,-1 0 0,1 0-1,0 0 1,0 0-1,0 1 1,0-1 0,0 0-1,0 0 1,0 0 0,0 0-1,1-1 1,-1-1 14,-1-15-9,2-1-1,0 1 0,1 0 1,1 0-1,1 0 0,0 0 1,2 0-1,0 1 0,0 0 1,19-32-1,-11 25 10,1 1 0,2 0 0,25-28 0,-37 45-71,1 0 1,0 1-1,0 0 0,0 0 0,1 0 0,0 1 0,0 0 0,0 0 0,0 1 0,0 0 0,1 0 0,-1 1 0,1 0 0,0 0 0,0 0 0,12 0 0,-19 3-60,0-1 0,0 0-1,0 1 1,0-1 0,-1 0 0,1 1 0,0-1-1,0 1 1,-1-1 0,1 1 0,0 0 0,-1-1-1,1 1 1,0 0 0,-1-1 0,1 1 0,-1 0-1,1 0 1,-1-1 0,1 1 0,-1 0 0,0 0 0,1 0-1,-1 0 1,0 0 0,0-1 0,0 1 0,0 0-1,0 0 1,0 0 0,0 0 0,0 1 0,0 41-5387,-1-27 1218,1 10-6718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4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11269,'0'0'17176,"19"117"-15911,-19-103-705,0-1-464,0-7-96,0 1-400,0-3-1057,-5-4-5650,-7-7-1425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5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1345,'0'0'13974,"6"54"-23851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5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301 387 7892,'0'0'10348,"-24"-9"-5986,-79-29-1155,92 35-2753,0-1 1,-1 2-1,1 0 0,-1 0 0,1 1 1,-1 1-1,0 0 0,1 0 1,-17 3-1,22-2-224,4-1-190,1 1 0,-1-1 0,0 1 0,0-1 0,0 1 0,1 0 0,-1 0 1,0-1-1,1 1 0,-1 0 0,1 1 0,-1-1 0,1 0 0,0 0 0,-1 1 0,1-1 0,0 1 0,0-1 0,0 1 0,0-1 0,0 1 0,0-1 0,1 1 1,-1 0-1,0 0 0,1 0 0,-1-1 0,1 1 0,0 0 0,0 0 0,-1 0 0,2 3 0,-2 3-38,2 0 0,-1 0-1,1 0 1,1-1 0,-1 1-1,5 13 1,10 18-5,3 0 0,24 41 0,-19-38-31,26 62 0,-44-91-86,-1-1 1,-1 1 0,0 0 0,-1 0-1,-1 1 1,0-1 0,0 1 0,-1-1-1,-2 24 1,0-35 117,0 0 0,0 0 0,0-1 0,0 1 0,0 0 0,0 0 0,0 0 0,-1-1 0,1 1 0,0-1 0,-1 1 0,0-1 0,1 0 0,-1 1 0,0-1 0,0 0 0,1 0 0,-1 0 0,0 0 0,0-1 0,0 1 0,0-1 0,0 1 0,-1-1 0,1 1 0,0-1 0,0 0 0,-2 0 0,-7 1-54,1-1-1,-1 0 0,1-1 0,-14-2 1,20 3 5,1-1 0,0 0 0,0 0 0,0 0 0,0 0 0,0 0 1,0-1-1,1 1 0,-1-1 0,0 0 0,1 0 0,-1 0 0,1 0 1,0 0-1,-1-1 0,1 1 0,0 0 0,1-1 0,-1 0 0,0 0 1,1 1-1,-1-1 0,1 0 0,-1-5 0,1 4-77,0 0 1,0 0-1,1-1 0,0 1 0,0 0 0,0 0 0,0-1 0,0 1 1,1 0-1,0 0 0,0 0 0,0 0 0,1 0 0,-1 0 1,1 0-1,0 0 0,0 0 0,5-6 0,2-1-59,1 0 0,0 1 0,0 0 0,1 1 0,18-12 0,68-37-430,-54 34 374,0-1 170,193-119-2167,-186 110 349,-1-3-1,65-63 0,-100 87 1490,-2 0 0,0-2 0,0 1-1,-2-2 1,0 1 0,0-1 0,-2-1-1,11-25 1,-14 26 1060,-1 0-1,0-1 1,-1 1 0,-1-1-1,0-29 1,-2 45-533,0 1 0,0-1 0,0 1 0,0-1 0,0 1 0,0-1 0,-1 1 0,1-1 0,0 1 0,0-1 0,-1 1 0,1-1-1,0 1 1,-1 0 0,1-1 0,0 1 0,-1 0 0,1-1 0,0 1 0,-1 0 0,1-1 0,-1 1 0,1 0 0,-1-1 0,1 1 0,-1 0 0,1 0 0,-1 0 0,0-1 0,-23 0 1311,16 2-1241,1 0 0,-1 0 0,1 1 0,-12 4 0,5 2 125,0 0 0,0 1 0,0 1 0,1 0 0,1 1 0,0 0 0,0 1 0,1 0 0,1 1 0,0 0 0,1 1 0,0 0 0,1 0 0,-11 28 0,3-1 259,1 1-1,2 1 1,3 0 0,-8 58 0,10-42-320,-1 82 0,27-147-441,48-44 57,-11 7 2,-35 30 120,-5 4 57,-1-1-1,21-19 1,-34 28 431,-1 4-565,-1 29-358,0-16-998,0 1 1,2-1 0,2 17 0,-3-32 1154,0 0 0,0 0 0,1 0 0,-1 0 0,0 0 0,1 0-1,-1 0 1,1 0 0,-1 0 0,1 0 0,0 0 0,-1 0 0,1-1 0,0 1 0,-1 0-1,1 0 1,0-1 0,0 1 0,0 0 0,0-1 0,0 1 0,0-1 0,0 0 0,1 1-1,28 2-9319,-3-3 1600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6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1 14102,'0'0'14610,"-11"24"-12617,-4 7-1345,-7 14 48,-19 53 1,34-77-695,1 0 0,1 1 1,0-1-1,2 1 1,0 0-1,2 0 0,0 0 1,3 25-1,-2-44 3,1 0 0,-1 0 0,1 0 0,-1-1-1,1 1 1,0 0 0,0 0 0,0-1 0,0 1 0,1 0 0,-1-1 0,1 1-1,-1-1 1,1 0 0,0 1 0,0-1 0,0 0 0,0 0 0,1-1 0,-1 1-1,0 0 1,1-1 0,-1 1 0,1-1 0,0 0 0,-1 1 0,5 0-1,4 0-307,1 0-1,-1 0 1,1-2-1,-1 1 0,18-2 1,-23 1-77,-4 0-60,-1 0 1,1 0-1,0 0 0,0 0 0,0 0 1,0-1-1,0 1 0,0 0 1,-1-1-1,1 0 0,0 1 0,0-1 1,-1 0-1,1 0 0,0 0 0,-1 0 1,1 0-1,-1 0 0,1 0 1,-1-1-1,0 1 0,0-1 0,1 1 1,-1-1-1,0 1 0,0-1 0,1-2 1,5-24-13213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6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13798,'0'0'10613,"148"-21"-10357,-89 21-256,1 0-544,-1 0-2978,-3 0-3873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6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502 0 14487,'0'0'3089,"-119"21"833,48 19 1008,-5 10-1808,3 17-1202,10 4-623,13 2-1297,19 4 0,14-5 0,15-8 0,2-7 0,15-9 0,26-6 0,10-9-1569,5-10-1856,9-15-2482,-2-8-5298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7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1 12166,'0'0'10674,"-2"6"-8727,-45 151 4961,20-60-5908,0 1-964,-27 201 0,52-285-36,-1 9 0,2-45 0,1 2-146,1-1 0,1 1 0,1 0 1,1 0-1,0 1 0,2-1 0,0 1 0,1 0 0,1 1 1,0-1-1,14-20 0,-12 22-257,1 0-1,0 1 1,25-27-1,-32 39 261,1 0-1,-1 0 0,1 0 0,0 0 1,0 1-1,1 0 0,-1 0 0,1 0 0,-1 0 1,1 1-1,0 0 0,0 1 0,0-1 0,0 1 1,0 0-1,9 0 0,-15 1 146,1 0 0,-1 0 0,0 0 0,1 0 0,-1 1 0,0-1 0,1 0 0,-1 0 0,0 0 0,1 0 0,-1 0 0,0 1 0,1-1 0,-1 0 0,0 0 0,0 1 0,1-1 0,-1 0 0,0 1 0,0-1 0,1 0 0,-1 0 0,0 1 0,0-1 0,0 0 0,0 1 0,1-1 0,-1 1 0,0-1 0,0 0 0,0 1 0,0-1 0,0 0 0,0 1 0,0-1 0,0 0 0,0 1-1,0-1 1,-1 1 0,-1 11 250,1-10-190,-1 0 0,1 0-1,-1 0 1,1 0 0,-1 0 0,0-1 0,0 1 0,0 0 0,0-1-1,0 0 1,0 1 0,0-1 0,-1 0 0,-1 1 0,-40 13 659,31-11-468,-17 5 291,19-6-260,-1 0 0,1 1 0,0 0 0,1 1 1,-1 0-1,1 1 0,-16 11 0,25-16-264,0 0-1,0 1 1,0-1-1,0 0 0,1 1 1,-1-1-1,0 1 1,1-1-1,0 1 1,-1-1-1,1 1 0,0-1 1,0 1-1,0 0 1,0-1-1,0 1 1,0-1-1,0 1 0,0-1 1,1 1-1,-1 0 1,0-1-1,1 1 1,0-1-1,-1 0 0,1 1 1,0-1-1,0 1 1,-1-1-1,1 0 1,0 0-1,1 0 0,-1 1 1,0-1-1,0 0 1,0 0-1,1 0 1,1 0-1,16 10-67,0-2 0,1-1 0,0 0 0,1-2 0,-1 0 1,1-1-1,33 3 0,34-3-7293,-58-9-211,-3-13-4192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7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6227,'0'0'20073,"20"16"-18355,-4-3-1263,-8-7-259,0 0 0,0 0-1,-1 1 1,1 0 0,-1 0 0,-1 1-1,0 0 1,0 0 0,0 0-1,-1 1 1,0 0 0,-1 0 0,0 0-1,5 19 1,1 26 144,-2 1-1,-3 0 1,-2 68-1,-3-114-339,0 0 0,-1 0 0,0 0 0,-1 0 0,0-1 0,0 1 0,-1 0 0,0-1 0,0 0 0,-1 1 0,0-2 0,0 1 0,-1 0 0,0-1 0,-1 0 0,1 0 0,-2 0 0,1-1 0,0 0 0,-12 8 0,9-6-175,-11 7 405,7-10-3164,12-16-10755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7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8180,'0'0'20249,"75"19"-18952,-36-17-449,3-2-544,-4 0-176,-5 0-80,-8 4-48,-4 0-352,-12 0-865,-9 5-1792,0-3-1921,-23-2-3010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7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6851,'0'0'21642,"126"21"-19881,-72-14-833,-6-7-928,-8 0-208,-3 0-2161,-3 0-3522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39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1 108 6819,'0'0'11934,"17"-14"-10947,61-43-235,-70 52-620,1 1-1,-1 0 1,1 1 0,0 0-1,0 0 1,0 0 0,0 2 0,0-1-1,1 1 1,-1 0 0,14 1-1,9-1 333,-13-1-158,-6 0-90,0 1-1,-1 0 1,1 1 0,25 3-1,-37-2-191,1 0-1,0-1 1,0 1 0,-1 0-1,1 0 1,0 0-1,-1 1 1,1-1-1,-1 0 1,1 0 0,-1 1-1,0-1 1,0 1-1,1-1 1,-1 1-1,0 0 1,0-1-1,-1 1 1,1 0 0,0 0-1,0-1 1,-1 1-1,1 0 1,-1 0-1,0 0 1,1 3 0,0 8 105,-1 0 1,0 0 0,-1 13 0,0-9 19,-1 5-56,-2-1 0,0 1 0,-1 0 0,-1-1 0,-1 0 0,-1-1 0,-1 0 0,-1 0 0,0 0 0,-2-1 0,0-1 0,-1 0 0,-1-1 0,0 0 1,-21 17-1,28-27-66,-1-1 1,0 0-1,-1-1 1,0 0-1,0 0 1,0 0 0,0-2-1,0 1 1,-1-1-1,0 0 1,0-1-1,0 0 1,0-1 0,-13 1-1,23-3-24,-1 1-1,0-1 1,1 1-1,-1-1 1,0 0-1,1 0 1,-1 1 0,1-1-1,-1 0 1,1 0-1,0 0 1,-1 1-1,1-1 1,0 0-1,-1 0 1,1 0 0,0 0-1,0 0 1,0 0-1,0 0 1,0 1-1,0-1 1,0 0-1,0 0 1,0 0 0,1-1-1,-1-1-1,0-1 0,0 1 0,1 0 0,-1 0 0,1 0 0,0 0 0,0 0 0,1-3-1,2 2 32,-1 0 1,1 0-1,0 1 0,0 0 0,0 0 0,0 0 0,0 0 0,1 1 0,-1-1 0,1 1 0,0 0 0,0 1 0,0-1 0,0 1 0,0 0 0,0 0 0,0 0 0,0 1 0,0 0 0,10 1 0,6 0 581,0 1 0,0 1 0,34 10 0,-30-6-302,1-1 1,0-1-1,0-1 1,45 1 0,-21 9-5936,-1-14-4151,-26-4-166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0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7235,'0'0'18083,"1"2"-16562,1 31-89,0 0 1,-2-1 0,-7 51-1,-24 100-1363,16-102 60,4-27-129,-1 0 0,-3 0 0,-29 67 0,39-111 0,1-11 0,3-20 0,9-40 0,1 34-123,2 1 0,0 0-1,1 1 1,2 0 0,1 1 0,0 0 0,2 1-1,1 1 1,0 1 0,28-24 0,-44 42 73,1 0 0,0 1 0,1-1 0,-1 1 0,0-1 1,1 1-1,-1 0 0,1 0 0,0 1 0,-1-1 0,1 1 1,0 0-1,0 0 0,0 0 0,0 0 0,0 1 0,0-1 0,7 1 1,-10 35 548,-1-31-478,0 0 1,-1-1 0,1 1 0,-1-1 0,0 0-1,0 1 1,0-1 0,0 0 0,-1 1 0,1-1 0,-1 0-1,0 0 1,0 0 0,0 0 0,0-1 0,-1 1-1,1 0 1,-1-1 0,-2 3 0,-1-1-3,1 0 0,-1-1 0,0 0 0,0 0 0,-1 0 0,1 0 0,0-1 0,-1 0 0,-8 1 0,-21 5 79,21-4-57,1-1 0,-1-1 0,-20 2 0,35-4 194,0 2-200,1-1 1,1 1-1,-1 0 0,0-1 1,0 1-1,1-1 1,-1 1-1,0-1 1,1 0-1,0 0 0,-1 1 1,1-1-1,0 0 1,-1-1-1,1 1 1,0 0-1,4 1 1,4 3 6,22 17-42,58 50 0,-64-49 0,2 0 0,41 25 0,-58-42 0,1 0 0,-1-1 0,1 0 0,1 0 0,-1-1 0,0-1 0,1 0 0,0-1 0,0-1 0,17 1 0,-32-4 0,-8 5 0,-6 4-3471,2-5-6675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0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4 3153,'0'0'16122,"3"-2"-13784,-3 2-2245,0 0 1,1 0-1,-1 0 1,0-1-1,1 1 1,-1 0-1,0 0 1,0 0-1,1 0 1,-1 0-1,0-1 1,1 1 0,-1 0-1,0 0 1,1 0-1,-1 0 1,0 0-1,1 0 1,-1 0-1,0 0 1,1 0-1,-1 0 1,0 1-1,1-1 1,-1 0-1,0 0 1,1 0 0,-1 0-1,0 0 1,1 1-1,-1-1 1,1 0-1,3 13 2166,-4 31 575,-1-24-1820,-1 27 10,-9 51 1,-1 13-1113,10-9 88,2-102-127,0 0-1,0 1 1,0-1-1,0 0 1,0 0-1,0 1 1,0-1-1,0 0 1,1 0-1,-1 1 1,0-1-1,0 0 1,0 1 0,0-1-1,-1 0 1,1 0-1,0 1 1,0-1-1,0 0 1,0 0-1,0 1 1,0-1-1,0 0 1,0 0-1,-1 1 1,1-1 0,0 0-1,0 0 1,0 0-1,0 1 1,-1-1-1,1 0 1,0 0-1,0 0 1,0 0-1,-1 1 1,1-1-1,0 0 1,0 0 0,-1 0-1,1 0 1,0 0-1,-1 0 1,1 0-1,0 0 1,0 0-1,-1 0 1,1 0-1,0 0 1,0 0-1,-1 0 1,1 0 0,0 0-1,-1 0 1,1 0-1,0 0 1,0 0-1,-1 0 1,1 0-1,0-1 1,0 1-1,0 0 1,-1 0 0,1-1-1,-11-10-10524,5-8-1769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2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49 592,'0'0'22048,"11"-4"-20242,-9 4-1890,19-8 1661,0 1 1,1 2-1,-1 0 1,45-4-1,-10 10-1596,61-2 20,-117 1 11,1 0 5,0 0 0,-1 0-1,1 0 1,0 0 0,0 0-1,-1 0 1,1 0 0,0 0-1,-1 0 1,1 0 0,0-1-1,0 1 1,-1 0 0,1 0-1,0-1 1,-1 1 0,1-1 0,-1 1-1,1 0 1,0-1 0,-1 1-1,1-1 1,-1 1 0,1-1-1,-1 0 1,0 1 0,1-1-1,0-1 1,-1 2-54,-19 0-9792,14 0 1820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3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57 2993,'0'0'14057,"4"-4"-12141,1-1-1543,0 1 0,1-1-1,-1 1 1,1 1 0,-1-1-1,1 1 1,0 0 0,0 0 0,1 1-1,-1 0 1,0 0 0,1 0 0,9 0-1,29-3 552,1 2 0,86 6 0,-127-3-884,-1 0 1,0 1-1,0 0 0,0 0 0,0 0 0,0 0 0,0 1 0,0 0 0,0 0 0,0 0 0,0 0 0,-1 0 1,4 4-1,-6-5-26,1 0 0,-1 1 0,0-1 0,0 1 1,0-1-1,0 1 0,0-1 0,-1 1 0,1 0 0,0-1 1,-1 1-1,1 0 0,-1 0 0,0 0 0,1-1 0,-1 1 1,0 0-1,0 0 0,0 0 0,0-1 0,-1 1 0,1 0 1,0 0-1,-1-1 0,1 1 0,-1 0 0,0 0 0,0-1 1,1 1-1,-1-1 0,0 1 0,0-1 0,-3 3 0,-9 11 136,0-1 0,-1 0 0,-1-1 0,-1 0 0,-17 10 0,-16 14-65,34-24-44,-60 47 302,-100 107-1,173-166-301,1 1 0,-1 0 0,1 0 0,-1-1 0,1 1 0,0 0 0,0 0 0,0 1 0,0-1 0,0 0 0,0 0 0,1 0 0,-1 1 0,0-1 0,1 0 0,0 1 0,0-1 0,0 3 0,3-4 32,0 1 1,0-1 0,0 0 0,0 0-1,0-1 1,1 1 0,-1-1 0,0 1-1,1-1 1,3 0 0,-4 0 11,250 2 1317,-138-3-1852,-161 3-13273,27-2 2712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4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1281,'91'-21'15413,"1"10"-8907,93 7-2123,-137 4-2299,-47 0-2103,-1 0 1,0 0-1,0 0 1,1 0-1,-1 0 1,0 1-1,1-1 1,-1 0-1,0 0 1,0 0-1,1 0 1,-1 0-1,0 0 1,0 0-1,1 1 1,-1-1-1,0 0 1,0 0-1,1 0 1,-1 1-1,0-1 1,0 0-1,0 0 1,0 1-1,1-1 1,-1 0-1,0 0 1,0 1-1,0-1 1,0 0-1,0 0 1,0 1-1,0-1 1,0 0-1,0 1 1,0-1-1,0 0 1,0 0-1,0 1 0,0-1 1,0 0-1,0 1 1,0-1-1,0 0 1,0 0-1,0 1 1,0-1-1,0 0 1,-1 1-1,1-1 1,0 0-1,0 0 1,0 0-1,-1 1 1,-9 12-1824,-2-7-289,0-1 1,0-1-1,-1 0 1,-13 3-1,-12 1-5507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5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4466,'0'0'14775,"22"2"-11686,4-1-2216,110 5 2742,122-25 1579,-193 12-4439,-59 5-755,-5 1 0,-4 0 0,2 1 0,1 0 0,0 0 0,-1 0 0,1 0 0,-1 0 0,1 0 0,0 0 0,-1 0 0,1 0 0,0 0 0,-1 0 0,1 0 0,0 0 0,-1 1 0,1-1 0,-1 0 0,1 0 0,0 0 0,0 0 0,-1 1 0,1-1 0,0 0 0,-1 0 0,1 1 0,0-1 0,0 0 0,-1 0 0,1 1 0,0-1 0,0 0 0,0 1 0,-1-1 0,1 0 0,0 1 0,0 0 0,-5 7 0,-7-6 0,-1 4 0,11-5 0,1 0 0,-1 0 0,0 0 0,0 0 0,0 0 0,0-1 0,0 1 0,0 0 0,-1-1 0,1 0 0,-3 1 0,2-1 0,2 1 0,-16 12-1930,11-10-2258,1-4-3668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5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6 480,'0'0'15231,"6"-5"-12281,0 5 3366,-6 17-4709,-1 0 1,-6 28 0,-2-9-513,-16 42 1,22-71-1023,-142 424 630,143-414-912,2-17 4,1 1 1,-1 0-1,0-1 0,0 1 1,0-1-1,0 1 1,1-1-1,-1 1 1,0 0-1,1-1 0,-1 1 1,0-1-1,1 1 1,-1-1-1,1 0 1,-1 1-1,1-1 0,-1 1 1,1-1-1,-1 0 1,1 1-1,-1-1 0,1 0 1,0 1-1,3 0-980,0-1 0,0 0 0,-1 1 0,1-1 0,0 0 0,0-1 0,6 0 0,22-6-7558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6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94 2177,'0'0'20377,"8"3"-18909,4 2-688,1 1 0,-1 1 1,20 14-1,-27-18-684,0 0 0,1 0 0,-1 0 0,1-1 0,0 0 0,-1 0 0,1 0 0,0-1 0,0 0 0,0 0 0,11 0 0,-15-1-136,0 0 0,0 0 1,0 0-1,0 0 0,0 0 1,0-1-1,0 1 0,-1-1 1,1 1-1,0-1 0,0 0 1,0 0-1,-1 0 1,1 0-1,0 0 0,-1 0 1,1 0-1,-1-1 0,1 1 1,-1 0-1,0-1 0,1 1 1,-1-1-1,0 0 0,0 1 1,0-1-1,0 0 0,-1 0 1,1 1-1,0-1 0,-1 0 1,1 0-1,-1 0 1,0 0-1,1 0 0,-1 0 1,0 0-1,0-2 0,0 1 19,0-1-1,-1 1 1,1 0-1,0-1 0,-1 1 1,0 0-1,0-1 1,0 1-1,0 0 1,0 0-1,-1 0 1,1 0-1,-4-4 0,1 1 57,-1 2 0,0-1 0,0 0-1,0 1 1,-10-6 0,4 2 120,8 6-9,1 0 0,-1 0 0,0 0 0,1 0 0,-1 0 0,0 1 0,0-1 0,0 1 0,0 0 0,-6-2 0,8 12 1177,1 23-887,-1-10-138,1 1-1,2 0 1,4 26 0,-5-42-299,1 1 1,1 0 0,-1-1-1,1 0 1,1 1 0,-1-1-1,1-1 1,0 1 0,1 0-1,0-1 1,0 0 0,0 0-1,8 6 1,-2-4-334,0 0-1,1-1 1,-1 0 0,1-1 0,1 0-1,-1-1 1,1-1 0,0 0-1,0 0 1,27 3 0,-5-4-2112,0-1-1,0-1 1,39-4 0,3-8-6697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6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529 94 9204,'0'0'9981,"-23"-14"-5734,-74-43-1120,92 54-2916,1 0 0,-1 0 0,0 1 0,-1 0-1,1 0 1,0 0 0,-1 0 0,1 1 0,0 0 0,-1 0 0,0 1 0,1-1 0,-1 1 0,1 1 0,-1-1 0,-5 2 0,-4 0 194,8-1-332,0 1 0,0 0 0,0 0 0,0 1 0,1-1 0,0 2 0,-1-1 0,1 1 0,0 0 0,0 0 0,1 0 0,0 1 0,-10 10 1,3-1 25,-1 1 0,2 1 0,-19 31 0,18-22 11,1-1 1,1 1-1,1 1 0,1 0 0,2 0 0,-6 49 0,3 165-91,5-45-11,4-193-104,0 1 1,-1-1-1,1 0 0,-1 0 0,0 0 1,0 0-1,1 0 0,-1 0 1,0-1-1,-1 1 0,1 0 1,-3 3-1,-9 1-4146,12-6 3770,0 0-1,1 0 1,-1 0-1,0 0 1,0-1-1,0 1 1,0 0-1,0-1 1,0 1-1,0 0 1,0-1-1,1 1 1,-1-1-1,0 0 1,0 1-1,0-2 1,-12-17-9477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6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3201,'0'0'13783,"108"-5"-9157,-62 5-2257,9 5-2049,-1 5-304,3-4-16,-1-6-1360,-4 0-2114,-6-2-4018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7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1 12982,'0'0'8764,"-21"23"-5000,1-2-2975,4-4-203,1 0 1,0 1-1,2 0 0,0 1 1,1 1-1,-18 38 0,13-18-290,1 1-1,1 1 1,3 1-1,2 0 1,1 0-1,2 1 1,-1 68-1,8-110-295,1-1 0,-1 1 0,1 0 1,-1-1-1,1 1 0,0-1 0,-1 0 0,1 1 0,0-1 1,0 0-1,0 1 0,0-1 0,0 0 0,1 0 0,-1 0 0,0 0 1,0 0-1,1 0 0,-1 0 0,1 0 0,-1-1 0,1 1 1,-1 0-1,1-1 0,-1 1 0,1-1 0,-1 0 0,1 1 0,2-1 1,51 5-58,-52-4 48,5-1-18,1 0-576,0 0 1,0 0 0,15-3 0,-22 3 185,0-1 0,0 1 0,0-1 0,1 0 1,-1 0-1,0 0 0,0 0 0,-1 0 0,1 0 0,0 0 0,0-1 1,-1 1-1,1-1 0,0 1 0,-1-1 0,0 0 0,1 0 0,-1 0 1,1-2-1,7-27-9815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7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7603,'0'0'6820,"138"0"-3299,-77 0-2352,4 6-1169,4 0-753,2-6-2704,4 0-3154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7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463 11 1969,'0'0'14921,"-19"-2"-10660,-2-1-3035,7 1-652,0 0 0,-1 1 0,1 1 0,0 0 0,-1 0 0,1 2 1,-19 3-1,19-1-233,-1 1 0,1 1 1,-1 0-1,1 0 1,1 1-1,0 1 0,0 1 1,0 0-1,1 0 0,0 1 1,1 1-1,0 0 0,1 0 1,0 1-1,-11 18 1,10-12-312,1 1 1,0 0-1,1 1 1,2 0-1,0 1 1,1 0-1,1 0 1,0 0-1,2 0 1,-1 33-1,3-34-30,1-1 0,1 1 0,0 0 0,6 25 0,-5-38 0,0 1 0,1-1 0,0 0 0,0 0 0,1 0 0,0 0 0,0-1 0,0 0 0,1 1 0,0-2 0,0 1 0,1 0 0,-1-1 0,8 5 0,-1-2-220,0-1 0,0-1 0,0 0 0,1 0 0,0-1-1,0-1 1,1 0 0,-1-1 0,1 0 0,15 0 0,-10-1-1344,0-2 1,30-2-1,-34 1-782,0-2-1,0 0 0,20-6 1,28-21-13523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8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0 9732,'0'0'10680,"-20"21"-7620,-67 71-760,77-80-1819,0 1 1,1 0 0,0 1-1,1-1 1,1 2 0,0-1-1,1 1 1,1 0 0,-7 25-1,5-13 36,-41 201 1203,-1 4-1778,43-214 58,-1 0 0,-10 18 0,19-89 0,3 41 4,1 0 0,0 0-1,0 1 1,1 0 0,0 0 0,15-17 0,58-55-775,-64 68 235,1 1 1,1 1-1,0 1 0,1 0 1,0 1-1,0 1 1,42-14-1,-61 24 573,1 1 0,-1-1 1,1 0-1,-1 1 0,0-1 0,1 0 0,-1 1 0,0-1 0,1 0 1,-1 1-1,0-1 0,1 1 0,-1-1 0,0 1 0,0-1 1,0 1-1,0-1 0,1 0 0,-1 1 0,0-1 0,0 1 1,0-1-1,0 1 0,0-1 0,0 1 0,0-1 0,0 1 1,0-1-1,0 1 0,0-1 0,-1 1 0,1-1 0,0 1 1,-1 0-1,-2 22 399,1-20-381,1-1 0,0 1 0,0-1 0,-1 0 0,1 0 0,-1 0 0,0 1 0,0-1 0,0-1 0,0 1 0,0 0 0,0 0 0,0-1 0,-1 0 0,1 1 0,-1-1 0,1 0 1,-1 0-1,1 0 0,-1 0 0,1-1 0,-1 1 0,0-1 0,-2 1 0,-12 1 20,1-2 0,-1 0 1,-17-2-1,-1 1 41,26 1-139,8-1 42,0 1 0,0 0 0,1-1 0,-1 1 0,0 0 0,0 0 1,0 0-1,0 0 0,1 0 0,-1 0 0,0 0 0,0 0 0,0 0 0,1 0 0,-1 1 0,0-1 0,0 0 0,0 0 0,1 1 0,-1-1 1,0 0-1,0 1 0,1-1 0,-1 1 0,0-1 0,1 1 0,-1-1 0,1 1 0,-1 0 0,1-1 0,-1 1 0,1 0 0,-1-1 1,1 1-1,0 0 0,-1 0 0,1-1 0,0 1 0,-1 0 0,1 0 0,0 0 0,0-1 0,0 1 0,0 0 0,0 0 0,0 0 1,0 0-1,0-1 0,1 3 0,-1 5 17,1 0 0,1 0 1,0 0-1,0 0 0,0-1 0,1 1 1,0 0-1,1-1 0,0 0 1,0 0-1,0 0 0,1-1 0,0 1 1,0-1-1,1 0 0,10 9 0,-9-9-39,0 0 0,1 0 0,0 0 0,0-1-1,0-1 1,1 1 0,-1-1 0,1 0-1,0-1 1,0 0 0,1-1 0,-1 0-1,0 0 1,12 0 0,2-1-16,31-3-2284,-51 2 1863,0-1 1,0 0 0,0 0 0,1 0 0,-1 0-1,0-1 1,-1 1 0,1-1 0,0 0-1,0 0 1,-1 0 0,1 0 0,-1 0-1,3-3 1,20-33-8317,-5-11-5384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8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0 3890,'0'0'17861,"17"14"-15433,-4-3-1950,3 1 132,0 2 1,0 0-1,-2 1 1,0 0-1,20 28 1,-19-20 152,-2 1 0,0 0-1,-1 1 1,10 33 0,-14-32-684,-2 0 1,0 0-1,-2 0 0,-1 1 0,-1 0 0,-1 0 0,-4 42 0,2-60-79,-1-1 0,0 1 0,0-1 0,-1 0 0,0 0 0,0 0 0,-1 0 0,0 0 0,0-1 0,-1 0 0,0 0 0,-1 0 0,1 0 0,-1-1 0,0 0 0,-1 0 0,1-1 0,-12 8 0,-6 1 0,0-1 0,-1 0 0,0-2 0,-39 12 0,64-23 0,0 0 0,0-1 0,0 1 0,0 0 0,0 0 0,0 0 0,0 0 0,0 0 0,0-1 0,0 1 0,0 0 0,0 0 0,0 0 0,0 0 0,0-1 0,0 1 0,0 0 0,0 0 0,0 0 0,-1 0 0,1 0 0,0 0 0,0-1 0,0 1 0,0 0 0,0 0 0,0 0 0,0 0 0,0 0 0,-1 0 0,1 0 0,0 0 0,0 0 0,0-1 0,0 1 0,0 0 0,-1 0 0,1 0 0,0 0 0,0 0 0,0 0 0,0 0 0,0 0 0,-1 0 0,1 0 0,0 0 0,0 0 0,0 0 0,-1 0 0,12-9 0,37-13-2237,30 1-8518,-56 15 7646,43-10-8243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9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8 8228,'0'0'17552,"2"-4"-15509,-2 4-1996,0 0-1,0 0 0,0-1 0,0 1 0,0 0 0,1 0 1,-1 0-1,0-1 0,0 1 0,0 0 0,0 0 0,0 0 1,0 0-1,1-1 0,-1 1 0,0 0 0,0 0 0,0 0 1,0 0-1,1 0 0,-1 0 0,0 0 0,0 0 0,0-1 1,0 1-1,1 0 0,-1 0 0,0 0 0,0 0 1,0 0-1,1 0 0,-1 0 0,0 0 0,0 0 0,1 0 1,-1 0-1,0 0 0,0 0 0,0 1 0,0-1 0,1 0 1,-1 0-1,0 0 0,0 0 0,0 0 0,1 0 0,-1 0 1,0 1-1,0-1 0,0 0 0,0 0 0,0 0 0,1 0 1,-1 0-1,0 1 0,0-1 0,0 0 0,0 0 0,0 0 1,0 1-1,0-1 0,0 0 0,0 0 0,0 0 0,0 1 1,0-1-1,0 0 0,0 0 0,0 1 0,4 29 1358,-5 58-1170,1-70-160,-15 134-74,1-19 0,8-104 194,3-15-1745,2 0-4501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49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4210,'0'0'9303,"19"-3"-5435,324-38 5947,-318 40-9368,-14 1-209,0 0 0,0-1 0,1 0 0,-1-1 0,-1 0 0,20-7 0,-25 6 2439,-9 5-1848,-12 10-965,-2 13-5125,7-8-5589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3:50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0 944,'0'2'24278,"1"3"-18324,-5 39-5321,-8 2-303,-2-1-1,-36 78 0,-6 18-359,-21 124 30,75-263-789,0 0 0,0 0 0,0-1 0,0 1 0,-1 0-1,1-1 1,0 1 0,-1-1 0,1 0 0,-1 0 0,1 0 0,-1 0 0,-4 1 0,1 0-2653,-17 6-13972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29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3 976,'0'0'5355,"4"0"-4403,17-2 3924,-41 6 367,-6 1-2972,3 1-3578,10-2 1313,-67 24 105,73-24-101,0-1-1,0 1 1,0 0-1,0 0 1,1 1-1,0 0 1,-1 0-1,-5 7 1,11-11-15,0 0 1,0 1 0,1-1 0,-1 0-1,0 0 1,0 1 0,1-1 0,-1 0 0,0 1-1,1-1 1,-1 0 0,1 1 0,0-1 0,0 1-1,-1-1 1,1 1 0,0-1 0,0 1-1,0-1 1,1 1 0,-1-1 0,0 1 0,0-1-1,1 0 1,-1 1 0,1-1 0,-1 1 0,1-1-1,0 0 1,0 0 0,-1 1 0,1-1-1,0 0 1,0 0 0,0 0 0,0 0 0,0 0-1,0 0 1,1 0 0,1 1 0,4 3-28,0-1 0,0 1-1,1-1 1,0-1 0,11 4 0,31 7-21,-38-11-70,0 0 0,0 0 0,0 1 0,0 0-1,-1 1 1,21 12 0,-30-14 123,0-1-1,1 0 1,-1 1 0,0 0-1,-1-1 1,1 1 0,0 0-1,-1 0 1,1 0 0,-1 0-1,0 0 1,0 0 0,0 0 0,-1 1-1,1-1 1,-1 0 0,0 0-1,0 1 1,0-1 0,0 0-1,-1 7 1,0-5 69,0 0 0,0-1 0,0 1 0,0 0 1,-1 0-1,0-1 0,0 1 0,0-1 0,0 0 0,-1 0 0,0 0 0,0 0 0,0 0 1,-4 4-1,-1-2 108,0 0 1,-1-1-1,0 0 1,0 0-1,0 0 1,-1-2-1,1 1 1,-1-1-1,0 0 0,-13 1 1,-9 0 1538,-62-1 0,91-3-1628,1-1 1322,17-4-26130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29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1 848,'0'0'11915,"-8"19"-10197,-3 4-1282,4-9-133,1 0 0,1 0 0,0 0 0,-4 19 0,7-24-653,-5 26 2777,6-24-5315,3-3-4225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2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34 7828,'0'0'13334,"-4"-33"-13222,4 43-1329,0 9-416,0 2-1936,0 0-2226,0-3-2209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0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447 286 2497,'0'0'4560,"7"-21"-2768,18-64-620,-24 81-986,0-1 0,0 1 1,0-1-1,-1 1 1,1-1-1,-1 1 1,0-1-1,-1 0 1,1 1-1,-1-1 0,0 1 1,0-1-1,0 1 1,0 0-1,-1-1 1,0 1-1,0 0 0,0 0 1,-1 0-1,1 0 1,-1 0-1,0 1 1,-5-6-1,-1 2 296,0 0-1,0 0 1,0 2-1,-1-1 1,0 1-1,0 0 1,-14-4-1,7 4 10,0 1 0,0 0 0,-1 1 0,1 1 0,-1 0-1,0 2 1,-17 1 0,30 0-458,1 0 0,0 0 0,0 0-1,0 1 1,0-1 0,0 1 0,0 0-1,0 0 1,1 1 0,-1-1 0,1 1-1,-1 0 1,1 0 0,0 0 0,0 0-1,0 0 1,1 1 0,-1 0 0,-3 7 0,-3 4 134,1 1 0,1 1-1,-9 24 1,4 2 148,1 1 0,-9 87-1,9 92 18,-6 51 1018,7-192-715,1 104 0,9-185-817,0-4-2491,0-105-13716,0 67 8716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0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6643,'0'0'13158,"75"14"-12454,-54-5-496,2-1-208,5-4-16,9-4-1296,5 0-1585,14-6-3859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1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0 6675,'0'0'13510,"-3"8"-11709,-11 27 977,-16 62-1,-3 12-1089,-3-16-1047,-22 61-256,51-131-369,1 0-1,2 1 1,0-1 0,-1 44 0,5-65-19,0 1 0,0 0 0,0 0-1,1-1 1,-1 1 0,1 0 0,-1-1 0,1 1 0,0-1 0,0 1 0,1-1 0,-1 1 0,0-1 0,1 0-1,-1 0 1,1 0 0,0 1 0,0-1 0,0-1 0,0 1 0,0 0 0,0 0 0,0-1 0,1 0-1,-1 1 1,0-1 0,1 0 0,-1 0 0,1 0 0,5 1 0,6 1-148,0-1-1,0-1 1,0 0 0,26-2-1,-16 1-305,-13 0 61,0-1 0,0 1 0,0-2 0,0 0 0,0 0 0,13-5 0,-21 6-42,0 0 0,-1-1-1,1 1 1,0-1 0,0 0 0,-1 1 0,1-1 0,-1-1 0,0 1 0,1 0 0,2-4 0,-4 4-414,0 0 1,0-1-1,0 1 0,0 0 0,0-1 1,0 1-1,-1-1 0,1 1 0,-1 0 0,0-1 1,1 0-1,-1 1 0,0-1 0,-1 1 1,1-1-1,-1-3 0,-2-4-5199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1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5170,'0'0'10290,"14"0"-8822,15 0-984,203-7 4189,-164 0-4328,57-6-182,169-39 1,-278 47-212,-10 4 1013,-17 7-2482,-18 6-6594,9-6 132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3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49 139 2369,'0'0'8212,"-8"1"-7374,-1 0-522,-22 4 5681,40 0-5606,59 1-90,100-6-1,-108-2-261,217-13-49,-36 0 39,1653-34 2428,-813-3 2535,-936 36-2063,-133 14-1846,-14-1-1297,-8 1-2544,-2 2-3786,-1 0-1585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4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434 123 2145,'0'0'12037,"3"-17"-9694,-1 3-1734,0 1 0,-1-25 0,-1 37-566,0 0-1,0 0 0,-1 0 1,1 1-1,0-1 0,-1 0 0,1 0 1,0 0-1,-1 1 0,1-1 1,-1 0-1,1 1 0,-1-1 1,1 0-1,-1 1 0,0-1 0,1 0 1,-1 1-1,0-1 0,1 1 1,-1 0-1,0-1 0,0 1 1,0 0-1,1-1 0,-1 1 0,0 0 1,0 0-1,0-1 0,-1 1 1,-29 2 827,23-1-640,-7 1 61,-1 1 1,1 1-1,0 1 0,0 0 0,1 1 0,0 0 0,-25 15 1,14-5 44,1 1 1,1 1 0,-28 27 0,39-34-291,1 2 0,0-1 1,1 1-1,1 1 0,0-1 1,1 2-1,0-1 0,1 1 1,1 0-1,0 1 1,1 0-1,1 0 0,0 0 1,1 0-1,1 0 0,0 1 1,1-1-1,1 1 1,1-1-1,3 19 0,-3-29-49,0 0 0,1 0-1,0 0 1,0-1-1,1 1 1,-1-1 0,1 0-1,0 1 1,1-1-1,-1 0 1,1-1 0,0 1-1,7 5 1,-4-4-25,0-1-1,1 0 1,0 0 0,0-1 0,0 0-1,0 0 1,1-1 0,9 3 0,6-1-32,-1 0 0,1-2 0,0-1 0,0-1 0,46-4 0,-51 0-1,0 0 0,0-2 1,0 0-1,0-1 1,-1-1-1,0-1 0,0-1 1,-1 0-1,0-1 1,-1-1-1,0 0 0,-1-1 1,0-1-1,-1-1 0,0 0 1,-1 0-1,-1-2 1,0 1-1,-1-2 0,-1 1 1,0-1-1,-2-1 1,0 0-1,10-33 0,-14 35 17,-1 0-1,0 0 0,-1 0 1,-1 0-1,-1 0 0,0-1 1,-2 1-1,1 0 0,-6-21 1,5 29 85,-1 1 1,1 0 0,-1 0-1,-1 1 1,1-1 0,-1 1 0,0-1-1,-1 1 1,1 0 0,-1 1-1,0-1 1,-1 1 0,1 0-1,-1 0 1,0 1 0,0 0-1,-1 0 1,1 0 0,-1 1-1,0-1 1,0 2 0,-8-3 0,2 1 1,1 1 0,-1 1 0,0 0 0,0 0 0,0 1 1,0 1-1,0 1 0,0-1 0,-18 5 0,25-4-195,0 1 0,0 0-1,0 0 1,0 1-1,0-1 1,1 1 0,-1 0-1,1 1 1,-6 4-1,7-5-275,1 1 0,-1-1 0,1 1-1,0 0 1,0 0 0,1 0 0,-1 1 0,1-1-1,0 1 1,0-1 0,0 1 0,-2 8-1,-1 24-5152,5-1-1590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4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11957,'0'0'4362,"0"18"-1539,1 128 2331,0-84-3998,2 7-371,-4 0 0,-14 111 0,3-121-1289,-6 40 819,15-65-4635,3-1-4241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4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72 10101,'0'0'3244,"19"-10"-1478,62-32 584,-72 38-2121,-1 1-1,1 0 0,1 1 1,-1-1-1,0 2 1,1-1-1,-1 1 0,1 1 1,-1 0-1,14 1 0,5 0 187,-26-1-379,1 0 0,0 0 0,-1 0 0,0 0 1,1 0-1,-1 1 0,1-1 0,-1 1 0,1 0 0,-1 0 0,0 0 0,1 0 0,-1 0 0,0 0 1,0 0-1,0 1 0,3 2 0,-3-1-7,0 0 0,0-1 0,-1 1 0,1 0 0,-1 0 0,0 0 0,0 0 0,0 1 0,-1-1 0,1 0 0,-1 0 0,1 0 0,-1 5 0,-1 3 52,1 0-1,-1 0 1,-1 0-1,0 0 0,0-1 1,-1 1-1,0-1 0,-1 1 1,-1-1-1,1 0 1,-2-1-1,1 1 0,-1-1 1,0 0-1,-1 0 0,-9 8 1,4-4 159,0-1 0,-2-1 0,1 0 0,-1-1 0,-1 0 0,1-1 0,-2-1 0,1 0 0,-28 9 1,39-16-197,1 0 0,-1 0 0,1 0 1,-1 0-1,1-1 0,-1 1 0,1-1 1,-1 0-1,0 0 0,-5-1 1,8 0-108,0 1 0,0-1 0,-1 1 0,1-1 0,0 0 0,0 0 0,0 1 0,0-1 0,0 0 0,0 0 0,0 0 0,0 0 0,0 0 0,1-1 0,-1 1 0,0 0 0,1 0 0,-1 0 0,0-1 0,1 1 0,0 0 0,-1-1 0,1 1 0,0 0 0,0-1 0,0 1 0,-1 0 0,2-3 0,-2-14-2863,0 1-1,4-22 0,5-5-6674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5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98 976,'0'0'12022,"20"7"-10056,66 19-629,-75-23-1107,0-1 0,0 0 1,0 0-1,15-1 0,-22-1-187,0 0 0,0 0 0,0-1 0,-1 0 0,1 1 0,0-1 0,0-1 0,-1 1 0,1 0 0,-1-1 0,4-2 0,-4 2-25,-1 0-1,0-1 0,0 1 1,0-1-1,0 0 0,0 1 1,0-1-1,-1 0 0,1 0 1,-1 0-1,0 0 0,0 0 1,0 0-1,-1-1 0,1 1 1,-1 0-1,1-4 0,-1 4 16,1 1-1,-1-1 0,0 1 1,0-1-1,0 0 1,-1 1-1,1-1 0,0 1 1,-1-1-1,0 1 1,0-1-1,1 1 0,-1 0 1,-1-1-1,1 1 0,0 0 1,-1 0-1,1 0 1,-1 0-1,1 0 0,-4-3 1,-1 2 161,-1 0 1,1 1 0,-1 0 0,0 0-1,1 0 1,-1 1 0,0 0 0,0 0-1,-10 1 1,-64 5 1137,77-5-1234,0 1 1,0-1 0,0 1-1,-1 0 1,1 0 0,0 1-1,0-1 1,0 1 0,1 0-1,-1 0 1,0 0 0,1 0-1,-1 1 1,1 0 0,0-1-1,0 1 1,0 0 0,0 1-1,0-1 1,1 0 0,-1 1-1,1 0 1,0-1 0,0 1-1,0 0 1,1 0 0,-1 0-1,1 0 1,0 0 0,0 1 0,1-1-1,-1 0 1,1 0 0,0 1-1,0-1 1,1 7 0,1 1-14,-1 0 0,2-1 0,0 1 1,0-1-1,1 0 0,0 0 0,1 0 1,1 0-1,-1-1 0,2 0 0,-1 0 1,11 12-1,-8-14-314,0 0 1,0-1-1,0 0 0,1 0 0,0-1 0,0 0 1,0-1-1,1 0 0,0-1 0,0 0 1,0-1-1,15 3 0,-7-2-1280,0-2-1,28 1 1,-25-3-2493,38-6 0,-10-8-4626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5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107 174 8900,'0'0'12699,"4"18"-11426,3 7-878,-2-9-37,-1 0 0,0 0 0,1 20 0,-5-34-289,0-1-1,1 0 1,-1 1 0,0-1-1,0 1 1,0-1-1,0 1 1,0-1 0,0 0-1,0 1 1,0-1-1,-1 1 1,1-1-1,0 0 1,-1 1 0,1-1-1,-1 0 1,0 1-1,1-1 1,-1 0-1,0 0 1,0 1 0,-1 0-1,-1-1 15,1 0 0,-1 0 1,0 0-1,1-1 0,-1 1 0,0-1 0,1 0 0,-1 0 0,0 0 0,-3 0 0,-3-1-114,5 1 43,1 0 0,-1 0-1,1-1 1,-1 0-1,1 1 1,0-1-1,-1-1 1,1 1-1,0 0 1,0-1-1,0 0 1,0 1-1,0-1 1,0-1-1,1 1 1,-1 0-1,1 0 1,-1-1 0,1 0-1,0 1 1,0-1-1,0 0 1,0 0-1,1 0 1,-1 0-1,1 0 1,0-1-1,-1 1 1,2 0-1,-1-1 1,0-3-1,-2-8-42,1 0 0,0 0 0,2-1 0,0 1 1,0 0-1,4-16 0,-3 24-32,0 1 1,0 0 0,1 0-1,0 0 1,0 0 0,1 0-1,0 0 1,0 1 0,0-1-1,1 1 1,-1-1 0,1 1-1,1 1 1,-1-1 0,1 1-1,-1-1 1,1 1 0,1 0-1,-1 1 1,0 0 0,1-1-1,0 2 1,0-1 0,6-2-1,2 0-863,1 1 0,0 0 0,25-3 0,44 3-8768,-50 4 1864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5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0 4914,'0'0'14658,"-21"4"-11318,4-2-2729,-4 1 8,0 0 1,1 1 0,0 1 0,0 1 0,-34 14 0,50-17-566,-1-1 1,0 1-1,1 0 1,0 0 0,0 0-1,0 0 1,0 1-1,0 0 1,1 0-1,-1 0 1,1 0-1,0 0 1,1 1-1,-1-1 1,1 1 0,0 0-1,0 0 1,0 0-1,0 0 1,1 0-1,0 0 1,0 0-1,1 0 1,-1 1-1,1-1 1,1 8-1,-2-10-58,1 0 0,0 0 0,0 0-1,1 0 1,-1 0 0,1 0-1,-1 0 1,1 0 0,0 0-1,1 3 1,-1-4-13,1-1 1,-1 0-1,0 0 0,0 0 0,1 0 0,-1 0 0,1 0 1,-1 0-1,1 0 0,-1-1 0,1 1 0,0 0 1,-1-1-1,1 0 0,0 1 0,-1-1 0,1 0 1,0 0-1,-1 0 0,3 0 0,23 2-564,1-2 1,0 0-1,-1-2 0,0-1 0,28-7 0,-43 7 297,0 0 0,0-1-1,0 0 1,-1-1 0,0 0 0,0-1-1,0 0 1,-1-1 0,0 0 0,0-1-1,-1 0 1,0 0 0,13-17 0,-19 22 337,-1-1 1,0 0-1,0 1 1,0-1-1,0 0 0,-1 0 1,2-6-1,-2 9 276,-1-1-1,0 1 0,0-1 1,1 0-1,-1 1 0,0-1 0,-1 0 1,1 1-1,0-1 0,0 0 0,-1 1 1,1-1-1,-1-2 0,1 5-294,0-1 0,0 0 0,0 0 0,0 1 0,-1-1 1,1 0-1,0 0 0,0 1 0,0-1 0,0 0 0,0 0 0,0 1 0,0-1 0,-1 0 0,1 0 0,0 0 0,0 1 0,0-1 0,0 0 0,-1 0 0,1 0 0,0 1 1,0-1-1,0 0 0,-1 0 0,1 0 0,0 0 0,0 0 0,-1 0 0,1 0 0,0 0 0,0 0 0,-1 0 0,1 1 0,0-1 0,-1 0 0,1 0 0,0-1 1,0 1-1,-1 0 0,1 0 0,0 0 0,0 0 0,-1 0 0,1 0 0,0 0 0,0 0 0,-1 0 0,1 0 0,0-1 0,0 1 0,0 0 0,-1 0 0,1 0 0,0-1 1,0 1-1,0 0 0,0 0 0,-1 0 0,1-1 0,0 1 0,0 0 0,0 0 0,0-1 0,-4 23-63,3-17-44,1 0-1,1 1 1,-1-1-1,1 0 1,0 1-1,0-1 0,0 0 1,1 0-1,0 0 1,0 0-1,0 0 1,0 0-1,1-1 1,0 1-1,0-1 1,0 0-1,1 0 1,-1 0-1,1 0 1,0 0-1,0-1 1,0 0-1,0 1 1,10 3-1,-3 0-912,0-1 1,0-1-1,1 0 1,-1-1-1,1 0 1,0-1-1,0 0 1,0-1-1,20 1 1,20-2-4655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8836,'0'0'14164,"-9"23"-11608,1-6-2120,0 0-61,1 0 1,1 0 0,0 1 0,1 0-1,1 0 1,0 0 0,-1 29-1,5 331 3395,0-376-4089,5 59 74,-2-49-3524,1-2-3525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4946,'0'0'6475,"26"-4"-3425,-7 1-2427,167-19 5269,-97 15-3475,164-6-738,-144 16 2306,-105 18-1896,-2 9-1606,-1 44 0,-2-32-1484,1-41 630,0 1-1,0 0 1,-1-1 0,1 1-1,-1 0 1,1 0 0,-1-1 0,0 1-1,1-1 1,-1 1 0,0-1-1,0 1 1,0-1 0,0 1 0,0-1-1,0 0 1,-1 0 0,-1 2-1,-18 8-12753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15863,'0'0'7988,"19"40"-10261,8-11-1137,5 0-3985,5-1-3186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266 130 6515,'0'0'11082,"-22"0"-7136,-72 1-248,88 0-3429,-1-1 0,0 1 0,1 0 0,-1 0 0,0 1 0,1 0 0,0 0 0,-1 1 0,1-1 0,0 1 1,0 1-1,1-1 0,-11 9 0,11-7-249,0 0 0,1 0 0,-1 0 0,1 1 1,0 0-1,1 0 0,-1 0 0,1 0 0,0 0 0,1 1 1,0 0-1,0-1 0,0 1 0,1 0 0,0 0 0,0 0 1,0 9-1,2-14-22,-1 0-1,1 0 1,-1 0 0,1 0 0,0 0 0,0 0 0,0 0 0,0-1 0,0 1-1,0 0 1,0 0 0,1-1 0,-1 1 0,0-1 0,1 1 0,0-1-1,-1 0 1,1 0 0,0 0 0,-1 0 0,1 0 0,0 0 0,0 0-1,0 0 1,0-1 0,0 1 0,0-1 0,0 1 0,3-1 0,11 3-37,0 0 1,27-1 0,-36-1 11,10-1-62,0 0 0,0-1 0,0 0-1,0-1 1,0-1 0,27-9 0,-34 8 73,0 0 0,-1 0 0,0-1 0,0 0 1,0-1-1,-1 0 0,1 0 0,-1-1 1,-1 0-1,1 0 0,-2-1 0,10-13 1,-11 15 28,-1-1 0,-1 1 0,0-1 1,0 0-1,0-1 0,0 1 0,-1 0 0,-1-1 1,1 1-1,0-10 0,-2 13 11,0 0 0,0 0 0,0 0-1,0-1 1,-1 1 0,1 0 0,-1 0 0,0 0-1,-1 0 1,1 0 0,-1 0 0,1 1 0,-1-1-1,0 0 1,0 1 0,-1-1 0,1 1 0,-1 0-1,-5-5 1,0 2-12,0 0 0,-1 0 0,0 1 0,0 0-1,0 0 1,-1 1 0,0 1 0,0-1 0,-14-2 0,-35-1-1757,-1 5-3648,36 3-1133,18 4-3460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7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12278,'0'0'13985,"19"18"-12179,62 58-459,-77-72-1195,1 1 0,-1 0 0,0-1 0,-1 2 0,1-1 0,-1 0 0,0 1 0,0-1 0,-1 1 0,0 0 0,0 0-1,0 0 1,-1 0 0,0 0 0,0 0 0,0 0 0,-1 1 0,0-1 0,-1 9 0,1 0 67,-1-15-226,1 1 0,-1-1 0,0 1 1,1-1-1,-1 1 0,0-1 0,0 0 1,0 1-1,0-1 0,1 0 0,-1 0 0,0 0 1,0 0-1,0 1 0,0-1 0,0 0 1,0 0-1,1-1 0,-1 1 0,0 0 1,0 0-1,0 0 0,0-1 0,0 1 0,1 0 1,-1-1-1,-1 0 0,1-4-116,0 1-1,0-1 0,1 0 0,0 0 1,0 0-1,0 0 0,0 0 1,1 1-1,0-1 0,0 0 1,0 0-1,0 1 0,4-8 1,-1 4-42,0 1 0,1-1 0,-1 1 0,2 0 0,-1 0 0,1 1 0,7-7 0,3-1-103,1 1 1,0 1 0,1 1-1,0 0 1,30-12 0,-40 19 376,-1 1 1,1 0-1,0 0 0,0 1 1,0 0-1,0 1 0,0 0 1,0 0-1,14 1 1,-21 0-11,1 1 1,-1 0-1,0 0 1,1 0-1,-1 0 1,0 0-1,1 0 1,-1 1-1,0-1 1,0 0-1,0 0 1,0 1-1,0-1 1,0 1-1,0-1 0,-1 1 1,1-1-1,-1 1 1,1 0-1,-1-1 1,1 1-1,-1-1 1,0 3-1,7 43 1209,-7-45-1298,1 79 142,-1-74-153,-1 0-1,0 1 1,0-1 0,-1 0-1,0 0 1,-1-1 0,1 1 0,-1 0-1,-5 7 1,-2 4-111,8-14-74,0 0-1,0 0 1,0 0 0,0 0-1,-1 0 1,0-1 0,0 0 0,0 1-1,0-1 1,0 0 0,-7 5-1,-1-5-4444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9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28 428 176,'2'1'6103,"-4"0"-6561,-5 1-2453,-1-1 3729,-5 3 10099,17-3-5097,7-1-5113,152-14 956,-77 4-1541,292-27 56,173-16 445,424-37 684,124-9-115,-840 80-793,502-33-180,1 29 1778,65 10 1541,-776 11-3181,-47 0-357,-3-1 0,1 2 0,0 1 0,119-12 0,-55 7 51,-49 3-137,-47 3-463,-26 9-6324,44-7 4960,-32 6-6789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3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0 563 720,'0'0'10450,"9"7"-5837,-9-3-4316,1 1 0,1 0-1,-1 0 1,1 0 0,0-1-1,0 1 1,0-1 0,0 0 0,1 1-1,0-1 1,-1 0 0,7 6-1,1 1 86,0-1 0,1 0-1,12 10 1,16 7-41,1 0 0,1-3-1,1-1 1,1-3 0,1-1 0,1-2 0,53 13 0,65 21 63,-110-31-88,103 22-1,460 26-51,-379-54-226,305 9-39,-402-24-48,141-19 0,-256 17 48,713-104-95,-223-1 142,-352 59-86,-49 13 8,582-149 56,-662 177-22,19-8 18,-2-1-1,77-38 0,91-63-29,-172 92 2,-11 3-47,42-33 0,-43 30 47,44-27 1,-20 23-1,-26 13 10,37-23 1,-61 33 51,0 1 1,-1-1-1,0 0 1,0-1 0,0 0-1,-1 0 1,0-1 0,8-13-1,-12 12 1078,-8 7 1858,-4 8-638,4 3-3631,-12 25-2738,0-16-2569,1-9-1839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4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0 5282,'0'0'10493,"-23"5"-9884,2-2-459,1 0-28,1 1 0,0 0-1,1 1 1,-1 1-1,-28 14 1,39-16-77,-13 6 91,0 0 1,2 1 0,-1 1-1,1 1 1,-21 18-1,39-30-137,-1 0-1,1 0 1,0 0 0,0 1-1,0-1 1,0 0-1,1 0 1,-1 0 0,0 1-1,0-1 1,1 0-1,-1 1 1,1-1 0,-1 0-1,1 1 1,0-1-1,-1 1 1,1-1 0,0 3-1,0-3-5,1 0 0,-1 0-1,1 0 1,-1 0 0,1 0 0,-1 0-1,1 0 1,0 0 0,-1 0 0,1-1-1,0 1 1,0 0 0,-1 0 0,1-1-1,0 1 1,0 0 0,0-1 0,0 1-1,2 0 1,4 2-10,1-1 0,0 1 0,0-2 0,0 1 0,11 0 1,32 2 56,-30-3-24,0 0 0,0 1 0,-1 1 0,1 1 0,-1 1 0,0 1 0,23 10 0,-42-16-5,-1 0 0,1 0 0,0 1 1,-1-1-1,1 0 0,0 0 0,-1 1 1,1-1-1,-1 1 0,1-1 1,-1 0-1,1 1 0,-1-1 0,1 1 1,-1 0-1,1-1 0,-1 1 0,0-1 1,1 1-1,-1-1 0,0 1 0,1 0 1,-1-1-1,0 1 0,0 0 0,0-1 1,1 1-1,-1 0 0,0 0 1,0-1-1,0 1 0,0 0 0,0-1 1,0 1-1,-1 0 0,1-1 0,0 1 1,0 0-1,0-1 0,-1 1 0,1 0 1,0-1-1,-1 1 0,1-1 1,0 1-1,-1 0 0,1-1 0,-1 1 1,1-1-1,-1 1 0,1-1 0,-1 0 1,1 1-1,-1-1 0,0 1 0,1-1 1,-1 0-1,0 0 0,0 1 1,-42 19 1043,41-19-975,-166 60 1868,168-74-16027,16-4 6377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5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25 4258,'2'1'19753,"5"2"-17053,-6-4-2687,0 1 1,1-1 0,-1 0-1,0 0 1,0 0-1,0 0 1,0 0 0,0-1-1,0 1 1,0 0-1,0 0 1,0-1-1,0 1 1,-1 0 0,1-1-1,-1 1 1,1-1-1,-1 1 1,1-1 0,-1 1-1,0-3 1,7 68 1296,-7-60-1298,0-2-15,0 1-1,0-1 0,1 1 1,-2-1-1,1 1 0,0-1 1,0 1-1,-1-1 0,0 1 0,1-1 1,-1 1-1,0-1 0,0 0 1,0 1-1,-1-1 0,1 0 0,0 0 1,-1 0-1,-3 4 0,3-3-441,-1 0 0,1 0 1,0 1-1,0-1 0,0 1 0,0 0 0,1-1 0,-1 1 0,0 5 0,-6 13-4245,-4-4-5185,4-12 743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5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8884,'0'0'14279,"58"-31"-14359,-53 46-369,-5 5-2112,0 1-2145,0-2-4050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5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4418,'0'0'2735,"19"1"386,85 3 1235,102 2-161,-205-8-4180,-6-1-41,-21-9 149,-1 2 1,0 0-1,0 2 1,-1 2-1,0 0 0,-1 2 1,-56-2-1,85 6-79,-1 0 0,0 1 1,1-1-1,-1 0 0,1 1 0,-1-1 0,1 0 0,-1 1 1,1-1-1,-1 1 0,1-1 0,-1 0 0,1 1 0,0-1 1,-1 1-1,1 0 0,0-1 0,-1 1 0,1-1 0,0 1 0,0-1 1,0 1-1,-1 0 0,1-1 0,0 1 0,0 0 0,0-1 1,0 1-1,0-1 0,0 1 0,0 0 0,0-1 0,0 1 1,1 0-1,-1-1 0,0 1 0,0-1 0,0 1 0,1 0 1,10 29 466,3-13-432,0-1-1,1 0 1,27 21 0,-12-11-343,-16-13-815,1-1 0,23 15 0,-28-22-329,-1 0-1,1 0 1,13 4-1,23 3-5911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0 132 1825,'0'0'22856,"5"4"-22283,115 135 2367,-119-138-2939,-1 0-1,1-1 1,-1 1 0,1-1-1,0 1 1,-1-1 0,1 1-1,0-1 1,-1 0-1,1 1 1,0-1 0,-1 0-1,1 1 1,0-1-1,0 0 1,0 0 0,-1 0-1,1 0 1,0 0 0,0 0-1,0 0 1,-1 0-1,1 0 1,0 0 0,0 0-1,-1 0 1,1 0-1,0-1 1,0 1 0,-1 0-1,1-1 1,0 1 0,-1 0-1,1-1 1,0 1-1,-1-1 1,1 1 0,0-1-1,-1 1 1,1-1-1,-1 0 1,1 1 0,-1-1-1,0 0 1,1 1 0,-1-1-1,0 0 1,1-1-1,16-42-75,-15 38 59,16-64-14,-14 49 57,1 0-1,1 1 1,1-1 0,1 1 0,11-20 0,-13 35-2268,17 5-12469,-21 0 14002,19 3-9033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6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99 2993,'0'0'16512,"12"6"-15271,9 5-961,2 0 0,-1-2 0,1-1 0,0 0 0,1-2 0,0-1 0,37 4 1,-40-8-345,-15-1-9,0 1 0,1-1-1,-1 0 1,1-1 0,9-1-1,-15 1 62,0 1-1,1-1 1,-1 1-1,1-1 0,-1 0 1,0 1-1,0-1 1,1 0-1,-1 0 1,0 0-1,0 0 1,0 0-1,0 0 1,0 0-1,0 0 1,0-1-1,0 1 0,-1 0 1,1-1-1,0 1 1,-1 0-1,1-1 1,-1 1-1,1-1 1,-1 1-1,0 0 1,0-1-1,0-2 0,1-3 3,0-1 0,-1 0-1,0 0 1,0 0 0,-1 0-1,-2-10 1,2 14 21,-1 1 0,1 0 0,-1-1 0,1 1 0,-1 0 0,0 0 0,0 0 0,0 0 0,-1 1 0,1-1 0,-1 1 0,1-1 0,-1 1 0,0 0 0,0 0 0,-4-3 0,-3 1 112,0 1 0,0-1 1,0 1-1,0 1 0,-1 0 0,1 1 0,-1 0 0,1 0 1,-1 1-1,-13 1 0,1 0 195,16-1-211,1 0 0,-1 0 0,0 1 0,0 0 0,1 1 0,-1-1 0,1 1 1,0 0-1,-1 1 0,1 0 0,0 0 0,0 0 0,0 1 0,1 0 0,-1 0 0,-8 8 0,9-6 31,1 0 0,-1 0 0,1 0-1,0 1 1,0 0 0,1 0 0,0 0 0,0 0-1,0 0 1,1 0 0,1 1 0,-1-1-1,1 1 1,-1 12 0,2-13-101,-1 0 1,1 0-1,0 1 0,0-1 1,1 0-1,0 0 1,1 0-1,-1 0 0,1 0 1,0 0-1,1 0 0,0-1 1,0 1-1,0-1 0,1 0 1,0 0-1,0 0 0,1 0 1,-1-1-1,1 0 0,1 0 1,-1 0-1,1 0 0,-1-1 1,8 4-1,0 0-27,0-1-1,0-1 1,1 0 0,0-1-1,0-1 1,0 0 0,1 0-1,22 1 1,14-1-904,58-3 0,-63-1-516,30-4-3234,-60 1 1493,0-1 0,19-8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0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78 2945,'0'0'3514,"5"-8"-3125,-1 0-147,-1 2 33,0 1 1,1 0-1,-1 1 0,1-1 1,0 0-1,5-4 0,-30 30 6708,8-9-6366,0 1 1,0 1-1,2 0 0,-14 19 0,11-7-383,1 0 0,1 0 0,2 1 0,0 0 0,2 1 0,-9 52 0,10-25-39,2 1 0,4 91-1,3-133-187,-1 1 0,2 0 0,0 0 0,0-1 0,2 0 0,0 0-1,0 0 1,1 0 0,1-1 0,0 0 0,1 0 0,13 15 0,-13-18 0,0-1 0,1 1 1,0-2-1,1 1 1,0-1-1,0-1 0,1 0 1,0 0-1,0-1 1,1 0-1,-1-1 0,1-1 1,0 0-1,25 5 1,1-4 74,0-2 0,1-2 1,-1-2-1,0-1 1,0-2-1,0-1 0,70-20 1,-55 9-29,-1-3-1,0-3 1,-1-1 0,84-53 0,-114 62-48,-1 0 1,-1-1-1,35-34 0,-47 41 33,-1 1 0,0-1-1,0 0 1,-1-1 0,0 0-1,0 1 1,-1-1 0,0-1-1,0 1 1,-1-1 0,-1 1-1,3-16 1,-3 11 71,-1-1-1,0 1 1,-1 0-1,0 0 1,-1 0 0,-1-1-1,0 1 1,-1 0-1,0 1 1,-2-1 0,1 1-1,-2-1 1,-8-16-1,-1 7 43,-1 1-1,-1 0 0,0 1 1,-2 1-1,0 1 0,-2 0 1,0 2-1,-1 0 1,0 1-1,-1 2 0,-26-13 1,19 13-34,0 2 0,0 0 1,-1 2-1,-1 2 0,0 1 1,0 1-1,0 2 0,-63-1 1,88 5-141,0 0 0,-1 1 0,1-1 0,0 2 1,0-1-1,0 1 0,0 0 0,1 0 0,-1 1 1,1 0-1,-11 6 0,13-5-241,-1-1-1,1 1 0,0 0 1,0 0-1,1 1 1,-1-1-1,1 1 0,0 0 1,0 0-1,0 0 1,1 0-1,0 0 0,0 0 1,-2 11-1,-3 24-4970,6-1-3365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1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672 147 0,'0'0'4535,"4"-4"-3318,16-13-11,-5 3 5745,2-6-4869,3-3-1866,-15 18-168,-1 0 0,1 0-1,-1 0 1,0-1-1,0 0 1,3-7-1,-1-11 5468,-20 39-4048,10-13-1215,-126 125 3718,109-103-3446,1 1 0,1 1 0,-27 48 0,-27 92 587,-11 19-429,9-53-119,-98 131 0,155-235-561,0 1-1,2 0 1,1 1-1,-11 34 1,25-62-59,0 0 0,1 0 0,-1 0 0,1 0 0,-1 0 0,1 0 0,0 0 0,0 0 0,0 0 1,0 0-1,0 0 0,0 0 0,2 4 0,-1 2-1408,-1-4 572,0-1 1,1 0 0,-2 1-1,1-1 1,0 0 0,-1 1-1,0-1 1,0 0 0,0 1-1,0-1 1,0 0 0,0 0-1,-1 0 1,-3 5 0,-14 15-9905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2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564 276 10533,'-22'0'3649,"15"0"-3337,-11 0 523,-1 0-1,0 2 1,1 0 0,-1 0 0,1 2 0,0 0 0,-27 11-1,18-3 35,0 1-1,1 1 0,0 2 1,2 0-1,0 2 0,0 0 0,-34 38 1,45-42-739,0 1 1,1 1-1,1 0 0,1 0 1,1 1-1,0 1 0,1 0 1,0 0-1,2 0 1,0 1-1,1 0 0,-4 35 1,6-35-102,2 0 1,-1 1-1,2-1 1,1 1 0,0-1-1,1 0 1,2 0-1,0 0 1,0 0 0,10 23-1,-1-16-83,1 0-1,1-1 1,1 0 0,1-1-1,1-1 1,2-1-1,0 0 1,1-2 0,1 0-1,0-2 1,2 0-1,0-2 1,1 0-1,1-2 1,0-1 0,1-1-1,0-1 1,1-1-1,0-2 1,0 0 0,1-3-1,31 4 1,-31-7-178,52-2-1,-70-1 215,-1-1 0,0 0-1,0 0 1,0 0 0,0-2-1,-1 1 1,1-1 0,13-8-1,-2-2 40,0-1-1,-1-1 1,-1-1-1,-1-1 1,19-23-1,73-107 111,-73 92-21,43-85 0,-67 115-75,-1-2 0,-2 0 0,-1 0-1,-1-1 1,7-50 0,-12 50 81,-1 0 0,-2-41 0,-1 57-9,-1 1 1,0 0 0,0 0 0,-1 0 0,-1 0 0,0 0 0,-1 1-1,-6-14 1,-4 1 40,-1 0 0,-1 2 0,-1 0 0,-1 0 0,-35-29 0,-118-79-5201,139 106 2396,-5-8-4917,12-5-5472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2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 3057,'0'0'13180,"-5"18"-11150,-52 139 1510,43-120-2835,7-18-367,0 1-1,1-1 0,-6 34 1,12-52-340,0 0 0,-1 0 1,1-1-1,0 1 0,0 0 0,0 0 1,0 0-1,0 0 0,0 0 1,0-1-1,0 1 0,1 0 1,-1 0-1,0 0 0,0-1 1,1 1-1,-1 0 0,1 0 0,-1-1 1,0 1-1,1 0 0,-1 0 1,1-1-1,0 1 0,-1-1 1,1 1-1,-1-1 0,1 1 1,1 0-1,26 1-363,-12-3 106,3 0-268,-1-1 0,30-6 0,-28 3 284,0 2 0,20-1-1,13 5 92,-52-1 151,-1 0 0,1 1 1,0-1-1,-1 0 0,1 1 0,-1-1 0,1 1 0,-1-1 0,1 1 1,-1-1-1,1 1 0,-1-1 0,0 1 0,1-1 0,-1 1 0,0 0 1,1-1-1,-1 1 0,0 0 0,0-1 0,0 1 0,1 0 0,-1-1 0,0 1 1,0 0-1,0 0 0,0 0 0,-1 26 85,1-18 16,0-2 40,-1 0 0,1-1 0,-1 1 0,0 0 0,-1-1 0,0 1 0,0-1 0,0 1 0,-1-1 0,1 0 0,-2 0 0,1 0 0,-1 0 0,0-1 0,0 1 0,0-1 0,-1 0 1,0-1-1,0 1 0,0-1 0,0 0 0,-8 5 0,-1-1 126,-1-1 0,-1 0 0,1-1 0,-1 0 0,0-2 0,0 0 0,-33 4 0,11 4-225,23-5-3105,11-5 1837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3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7059,'0'0'16120,"106"21"-15112,-60-21-448,9 0-384,3 0-176,-4 0-128,-8 4-1296,-10-2-2802,-13-2-6595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4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6771,'0'0'11264,"11"1"-10170,133 4 2486,-139-5-3484,-1 0-1,1 0 0,0 1 1,0-1-1,0 1 1,-1 0-1,1 1 1,0-1-1,-1 1 1,9 4-1,-11-4-74,0-1 0,0 1 0,0-1 0,-1 1 0,1 0 0,0 0 0,-1 0 0,1 0-1,-1 0 1,0 0 0,0 0 0,0 0 0,0 1 0,0-1 0,0 0 0,0 1 0,-1-1 0,1 1 0,-1-1 0,0 0 0,0 1-1,0 2 1,0 5 51,0 0 0,-1 0 1,-1 0-1,0 0 0,0-1 0,-1 1 0,0-1 0,0 1 0,-1-1 0,0 0 0,-1 0 0,0-1 0,-1 1 0,1-1 0,-9 8 0,-36 43 331,36-45-153,1 1 1,0 0-1,1 1 1,0 0-1,2 1 0,-15 30 1,25-45-183,-1 0 0,0 1-1,0-1 1,1 1 0,-1-1 0,1 1 0,0-1 0,0 1 0,0 0 0,0-1 0,1 3 0,-1-4-35,0 0 0,1 0 0,-1 0 0,0 0 0,1-1 0,-1 1 0,1 0 0,-1 0 0,1-1 0,0 1 0,-1 0 0,1-1 0,-1 1 0,1-1 0,0 1 0,0 0 0,-1-1 0,1 0 0,0 1 1,0-1-1,0 1 0,0-1 0,0 0 0,-1 0 0,1 1 0,0-1 0,0 0 0,0 0 0,2 0 0,38 0 649,1-1 1,0-3-1,-1-1 1,69-18-1,-105 22-986,11-3 287,-6 2-6911,0 2 811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7828,'0'0'11413,"59"36"-12678,-42-15-1648,2-2-2450,8-5-2144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10005,'0'0'8740,"-25"69"-9269,31-50-2800,5 4-3554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0 9092,'0'0'12854,"-92"115"-13174,92-85-2177,0 5-1825,0 7-2481,4 4-1201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3890,'0'0'10789,"-88"118"-7748,81-110-1040,5-8-544,2 6-1457,0-2-80,0 9-1617,0 4-1409,0-1-2144,2 1-2241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7 12166,'0'0'11093,"-46"-6"-12262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7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2849,'0'0'16701,"0"10"-15116,16 124 2543,-1-12-2024,-10-17-1439,-5-66-596,3 0 0,0-1 1,13 56-1,-15-89-66,1-1 1,-1 1-1,1 0 0,0-1 1,0 0-1,0 1 0,1-1 1,-1 0-1,1 0 0,0 0 0,0 0 1,1-1-1,-1 1 0,6 3 1,-4-4-2,0 0 0,0-1 0,1 1-1,-1-1 1,1-1 0,-1 1 0,1-1 0,0 0 0,-1 0 0,1 0 0,0-1 0,7 0 0,17 0 18,1-1 0,-1-2 0,0-1 1,55-14-1,1-8 61,-1-4 0,124-63 0,-200 89-510,9-5 1554,-14 6-2775,-9 1-3436,-15 2-2699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9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432 62 2449,'0'0'13804,"0"-10"-12102,0-30-221,0 39-1444,0 1 0,0 0 0,0-1 0,0 1 0,0 0 0,0-1 0,0 1 0,0-1 0,0 1 0,0 0 0,0-1 0,0 1 0,0 0 0,0-1 0,0 1 0,0-1 0,-1 1 0,1 0 1,0-1-1,0 1 0,0 0 0,-1-1 0,1 1 0,0 0 0,0 0 0,-1-1 0,1 1 0,0 0 0,-1 0 0,1-1 0,0 1 0,-1 0 0,1 0 0,0 0 0,-1 0 0,1-1 0,0 1 1,-1 0-1,1 0 0,-1 0 0,1 0 0,0 0 0,-1 0 0,1 0 0,0 0 0,-1 0 0,1 0 0,-1 0 0,1 0 0,0 1 0,-1-1 0,1 0 0,-1 0 0,-1 1 212,-6-1-140,-1 2 0,1-1 1,0 1-1,-1 0 1,1 1-1,0 0 0,1 0 1,-1 0-1,0 1 1,-10 8-1,-11 8 73,-30 27 0,58-46-170,-19 16 95,1 2-1,0 0 1,2 1-1,0 1 1,2 0 0,0 1-1,1 1 1,1 0-1,-9 26 1,10-18-49,1 1 1,2 0-1,2 0 1,0 1-1,2 0 1,-1 60-1,6-82-54,0 1 0,0-1 1,1 1-1,1-1 0,0 1 0,0-1 0,1 0 0,1 0 0,0 0 0,0-1 0,1 1 0,0-1 0,1 0 0,0 0 0,1-1 0,0 0 0,0 0 0,1 0 1,0-1-1,10 8 0,-1-3-2,1 0 1,1-2 0,0 0 0,0-1 0,1 0-1,0-2 1,1 0 0,-1-2 0,2 0 0,34 4-1,4-3 23,1-2-1,97-6 1,-123-2-18,1-1 1,-1-2 0,0-1-1,0-2 1,-1-1-1,64-29 1,-73 27-4,0-1 0,-1-1-1,0-1 1,-2-2 0,1 0 0,-2-1-1,-1-1 1,0-1 0,24-31-1,-34 36 3,-1-1 0,-1 0 0,0-1-1,-1 0 1,0 0 0,-2 0 0,0-1-1,-1 0 1,-1 0 0,0 0 0,-2 0-1,0-30 1,-1 35 26,0 0 0,-1-1 0,0 1 0,-1 0 0,-1 0 0,0 0 0,-1 1 0,0-1 0,-1 1 0,0 0 0,-1 0 0,-1 0 0,1 1 0,-2 0 0,0 0 0,0 1 0,-1 0 0,-12-11 0,-3 1 59,0 1 1,-2 1-1,0 1 0,-1 1 0,-1 1 0,0 2 0,-1 0 0,0 3 0,-1 0 0,0 2 0,-1 1 0,0 1 0,0 2 0,0 1 0,-50 1 0,75 3-298,1 0 0,-1-1 0,1 2 0,-1-1 1,1 1-1,-1-1 0,1 2 0,0-1 0,0 0 0,0 1 0,-6 4 0,1 1-1333,0 1 0,0 1-1,-14 16 1,-14 21-6106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9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556 107 3618,'0'0'12093,"24"-12"-7173,-15 6-4781,0 0 1,-1 0 0,0-1-1,0 0 1,0 0-1,-1-1 1,0 0 0,9-14-1,-15 22-69,-1-1 0,1 1-1,-1-1 1,0 1 0,1-1-1,-1 0 1,0 1-1,1-1 1,-1 1 0,0-1-1,0 0 1,0 1 0,0-1-1,1 0 1,-1 1 0,0-1-1,0 1 1,0-1-1,0 0 1,0 1 0,0-1-1,-1 0 1,1 1 0,0-2-1,-13 0 2443,-22 15-799,14 0-1314,1 2 1,0 0-1,1 2 1,1 0 0,0 1-1,2 0 1,0 2-1,1 0 1,0 0-1,-17 37 1,-6 21-118,-47 140 0,64-159-327,-17 46 45,-142 361 0,166-438 0,8-18 0,1 1 0,1 0 0,0 0 0,0 0 0,-2 13 0,5-20-59,2-5-108,-1 1-1,1-1 0,-1 0 0,1 0 1,-1 1-1,1-1 0,0 1 0,-1-1 1,1 0-1,0 1 0,-1-1 0,1 1 1,0-1-1,0 1 0,0 0 0,-1-1 0,1 1 1,0 0-1,0-1 0,0 1 0,1 0 1,18-4-5075,-11 3-1081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00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623 195 7443,'0'0'5696,"-21"0"-2169,10-1-3025,1 0-219,1 1 1,-1 0 0,0 0 0,1 1 0,-1 1 0,1-1 0,-1 1 0,1 1 0,0 0 0,0 0 0,0 1 0,0 0 0,-13 8 0,-10 13 598,1 1 1,1 1-1,2 2 0,0 1 0,-42 61 1,33-33 8,2 1-1,-45 103 1,64-123-579,2 1-1,2 0 1,-12 72-1,19-83-261,2 0 0,2 0 0,0 0 0,2 0 0,1 0 0,8 36 0,-5-46-56,1-1 0,1 0-1,1 0 1,0-1 0,1 0 0,1 0 0,1-1 0,0-1 0,1 0 0,0 0 0,2-1 0,-1 0-1,2-2 1,0 1 0,0-2 0,1 0 0,1-1 0,-1-1 0,2 0 0,33 12 0,-29-15-13,1-1 0,0-1 1,0-1-1,0-1 0,0-1 1,0-1-1,0-1 0,0-1 1,0-1-1,0-1 0,-1-1 1,1-1-1,-1-1 0,0-1 1,-1 0-1,0-2 0,-1-1 1,37-24-1,-1-7 38,-2-1 0,-2-3 0,-1-3 0,-3-1-1,-2-3 1,-3-1 0,-1-2 0,-4-2 0,-2-2 0,53-120 0,-75 146-34,-2-1-1,-1-1 1,-2 0-1,-1-1 1,-2 1-1,-2-1 1,-1 0 0,-3-46-1,0 72 44,-1-1-1,0 1 0,-1 0 1,-1-1-1,1 1 0,-2 0 1,1 0-1,-1 1 0,-1-1 1,0 1-1,-1 0 0,0 0 1,0 0-1,-1 1 0,0 0 1,-1 0-1,0 1 0,0 0 1,-1 1-1,0-1 0,0 2 1,-1-1-1,-11-5 1,-6-3 145,-1 2 1,-1 1-1,1 1 1,-2 2-1,1 1 1,-2 1 0,-33-4-1,-27 3 43,-99 3-1,182 5-281,-23 1 199,30-1-163,1 0 0,-1 0 0,0 0 0,1 0 0,-1 0 0,0 0 0,1 0 0,-1 0 0,0 1 0,1-1-1,-1 0 1,0 0 0,1 1 0,-1-1 0,1 0 0,-1 1 0,1-1 0,-1 0 0,1 1 0,-1-1 0,1 1 0,-1-1-1,1 1 1,-1-1 0,1 1 0,0 0 0,-1-1 0,1 1 0,-1 1 0,8-1-2096,4-1 692,0-1 1,0 0-1,0 0 1,0-1 0,0 0-1,16-7 1,40-27-8414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23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1 3570,'0'0'11874,"-5"-1"-5999,-3 7-4672,-95 197 1060,98-198-2201,-4 9 84,9-13-104,44-2 1,-32-1-159,0 1 0,-1 1-1,1 0 1,0 0-1,-1 2 1,1-1-1,-1 1 1,0 1-1,1 0 1,14 6 0,-23-7 102,-1 0 1,0-1 0,0 1 0,0 0 0,-1 0 0,1 0 0,0 0 0,-1 0 0,1 1 0,-1-1 0,0 0-1,0 1 1,0-1 0,0 1 0,0-1 0,-1 1 0,1 0 0,-1-1 0,1 1 0,-1 0 0,0-1 0,0 1-1,0 0 1,-1 2 0,1 0 57,-1-1 0,1 1 0,-1-1 0,0 1-1,-1-1 1,1 0 0,-1 1 0,0-1 0,0 0 0,0 0 0,0 0-1,-7 7 1,-4 1 114,-1 0-1,-1-1 0,1 0 0,-2-1 1,0-1-1,0-1 0,-1 0 0,1-1 0,-2 0 1,1-2-1,-1 0 0,0-1 0,0-1 1,0 0-1,-35-1 0,55-18-3100,0 11 1716,1-1 0,1 0 0,-1 1-1,9-11 1,-5 7-603,16-22-4917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23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4770,'0'0'12675,"9"-4"-11186,3 0-606,1 1 0,-1-1 0,1 2 0,0 0 0,20 0 0,71 2 1841,50 0-2982,-153 0 143,0 0 0,0 0 1,0 0-1,0 0 0,0 0 1,0 0-1,0 0 1,0 0-1,0 1 0,0-1 1,0 0-1,0 1 1,0-1-1,0 1 0,0-1 1,0 1-1,0-1 1,0 1-1,0 0 0,-1-1 1,1 1-1,1 1 0,-2-1-135,0 0 0,0 0 0,0 0 0,0 0 0,0 0 0,0 0 0,0 0 0,0 0 0,-1 0 0,1 0 0,0 0 0,-1 0 0,1 0 0,-1 0 0,1 0 0,-1 0 0,1-1 0,-1 1 0,1 0 0,-1 0 0,0 0 0,0-1 0,1 1 0,-1 0 0,0-1 0,0 1 0,-1 0 0,-39 23-8999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24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36 992,'0'0'11539,"-15"-3"-5424,16 2-5960,0 0 0,-1-1 1,1 1-1,0 0 0,0 0 1,0 0-1,0 0 0,0 0 0,0 0 1,1 0-1,-1 0 0,0 0 1,0 0-1,1 1 0,-1-1 0,0 0 1,1 1-1,-1-1 0,1 1 1,-1 0-1,3-1 0,35-8 1020,-36 9-1106,5-2 35,0 1 1,0 0-1,0 0 1,16 1-1,-23 0-103,1 1 0,-1-1-1,0 0 1,1 1 0,-1-1 0,1 0-1,-1 1 1,0 0 0,0-1 0,1 1-1,-1 0 1,0-1 0,0 1 0,0 0-1,0 0 1,0 0 0,0 0 0,0 0-1,0 0 1,0 1 0,0-1 0,0 0-1,-1 0 1,1 1 0,-1-1 0,1 0-1,-1 1 1,1-1 0,-1 0 0,0 1-1,0-1 1,1 1 0,-1 1 0,0 3 5,0 0 0,0 0 1,0-1-1,-1 1 1,0 0-1,0-1 0,-1 1 1,1-1-1,-1 1 0,0-1 1,-4 7-1,0-3 10,0 0 0,0-1-1,-1 0 1,0-1 0,-11 10-1,-161 123 177,108-88 33,70-51-204,-1 0 1,0 0-1,1 0 1,-1 0-1,1 0 1,-1 1-1,1-1 1,-1 0 0,1 1-1,0 0 1,0-1-1,0 1 1,0 0-1,0-1 1,0 1-1,0 0 1,1 0 0,-1 0-1,1 0 1,-1 0-1,1 0 1,0-1-1,-1 1 1,1 2-1,1-3 13,-1 0 0,1-1 0,0 1 0,-1 0 0,1-1 0,0 1 0,-1-1 0,1 0 0,0 1 0,0-1-1,-1 1 1,1-1 0,0 0 0,0 0 0,0 1 0,0-1 0,-1 0 0,1 0 0,0 0 0,0 0 0,0 0-1,0 0 1,0 0 0,-1 0 0,2-1 0,2 1 130,22 2 471,0-2-1,0-1 1,-1 0-1,1-2 1,35-9-1,144-47 1522,-193 54-10668,0-3 5309,-1 1-406,36-24-12335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37.7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26 3089,'0'0'8167,"-1"-2"-7692,1 1 0,1-1-1,-1 1 1,0-1 0,0 1 0,0 0 0,1-1 0,-1 1 0,1-1 0,-1 1 0,1 0-1,1-2 1,10 0-208,0 2-1,1 0 1,-1 0-1,22 3 1,-4-1-266,-29-1 7,0 0 0,0 1 0,0-1 0,0 0-1,0 1 1,0-1 0,0 1 0,-1-1 0,1 1 0,0 0-1,0-1 1,0 1 0,-1 0 0,1 0 0,0-1 0,-1 1-1,1 0 1,-1 0 0,1 0 0,-1 0 0,1 0 0,-1 0-1,0 0 1,1 0 0,-1 0 0,0 0 0,0 0 0,0 0-1,0 0 1,0 0 0,0 0 0,0 1 0,0 43 357,-1-32-276,1-8-74,-1 1 0,1-1 0,-2 1 0,1-1 1,0 1-1,-1-1 0,0 0 0,0 0 1,-1 0-1,0 0 0,1 0 0,-8 8 0,-6 5 11,-32 30 0,33-33 607,-25 28 0,34-35-272,2-4-98,1 0 0,0 0 0,0 0 0,0 1 1,0-1-1,1 1 0,-1 0 0,1-1 0,1 1 1,-1 0-1,1 0 0,-1 0 0,2 1 0,-2 4 1,4-9-168,0 0 1,0 0-1,1 0 1,-1-1-1,0 1 1,0-1-1,0 1 1,1-1 0,-1 0-1,0 0 1,0 0-1,1 0 1,2-1-1,0 1 116,19-1 166,0-2 0,34-7 0,-5 1 1476,-45 9-2030,8-2 2060,-13-1-5665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47.3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266 0 16,'0'0'1881,"-10"3"-1398,-86 26 13721,95-24-7991,1 5-4042,2 6-3928,-1-3 2824,-1-10-1018,0 14 251,-1 0 1,-3 22-1,3-33-287,0 0 0,-1 1 0,-1-1 0,1 0 0,-1 0 0,0 0 0,0-1 0,0 1 0,-5 5 0,-15 20 40,12-14-58,-25 27 0,35-43-24,17-2-1201,-4 0 1138,1-1 0,-1-1 0,23-8 1,-24 7-14,0 1 0,0 0 1,0 0-1,1 1 0,14-1 1,-24 29-262,-2-22 376,0 0-1,0 0 1,0 0-1,0 0 1,-1 0-1,1 0 1,-1 0-1,0 0 1,0 0-1,-1 0 1,1 0-1,-1 0 1,0 0 0,0-1-1,0 1 1,0-1-1,-1 0 1,1 1-1,-1-1 1,0 0-1,0 0 1,0-1-1,0 1 1,0-1-1,-1 1 1,1-1-1,-6 2 1,-5 1 52,0 0 0,-1 0 1,1-1-1,-1-1 0,0-1 0,0 0 1,0-1-1,-27-1 0,41-1-124,0 1 0,0-1 0,0 1 0,1-1 0,-1 1 0,0-1 0,0 0 0,1 1 0,-1-1 0,0 0 1,1 1-1,-1-1 0,1 0 0,-1 0 0,1 0 0,0 0 0,-1 1 0,1-1 0,0 0 0,-1 0 0,1 0 0,0 0 0,0 0 0,0 0 0,0 0 0,0 0 0,0 0 0,0 0 0,0 0 0,0-1 0,3-34-4809,-2 32 3985,1-1 0,-1 1 1,1 0-1,0-1 0,0 1 1,1 0-1,-1 0 0,5-5 1,-7 8 847,19-25-4799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47.6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1313,'0'0'12907,"10"0"-10719,213-1 6959,-161 2-10776,-3-1-4283,-49 0-977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49.2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 47 2177,'0'0'5181,"1"-1"-5523,5-2 8689,-5 1-7420,-1 1-764,38-22 312,-28 20-315,1-1-1,0 1 1,-1 1 0,1 0 0,0 1-1,1 0 1,-1 0 0,15 2 0,-26-1-141,1 0 0,-1 0 0,1 0 0,-1 1 0,1-1 0,0 0 0,-1 0 0,1 1 0,-1-1 0,1 0 0,-1 1 0,0-1 0,1 0-1,-1 1 1,1-1 0,-1 1 0,0-1 0,1 1 0,-1-1 0,0 1 0,1-1 0,-1 1 0,0-1 0,0 1 0,1-1 0,-1 2 0,4 23 372,-7 24 69,1-43-442,0-1-1,0 0 1,-1 0-1,0 0 1,0-1-1,0 1 1,-1-1 0,1 1-1,-9 6 1,-42 33 12,43-36-20,-21 14 19,23-17 48,0 1 0,0 0-1,1 1 1,-1-1 0,1 2 0,1-1 0,0 1 0,-11 15-1,18-23-49,-1 0-1,1 0 0,0 1 0,0-1 0,0 0 1,0 0-1,0 1 0,0-1 0,0 0 0,0 0 0,0 1 1,0-1-1,0 0 0,0 1 0,0-1 0,0 0 1,0 0-1,0 1 0,0-1 0,0 0 0,0 0 0,0 1 1,0-1-1,0 0 0,1 0 0,-1 1 0,0-1 0,0 0 1,0 0-1,0 0 0,1 1 0,-1-1 0,0 0 1,0 0-1,0 0 0,1 1 0,13 3 607,23-4 242,-30 0-542,9-1 108,0-1 0,0-1 1,0 0-1,0-1 1,28-11-1,-23 8 26,-1 0 0,33-5 1,-45 13-1256,-9 3-2861,-10 5-2090,-5 0-3142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0.3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0 2689,'0'0'15615,"-1"9"-13136,-5 5-1596,-1 0 0,-1-1 0,-14 20 0,2-1-56,14-24-679,2-1-92,-1 0 0,1 1 1,-1-1-1,2 1 0,-1 0 0,1 0 0,1 0 0,-1 0 0,1 0 1,1 0-1,-1 10 0,2-17-71,0-1 0,0 1 0,1-1 0,-1 1 0,0-1 0,0 1 0,1-1 0,-1 1-1,0-1 1,1 1 0,-1-1 0,1 1 0,-1-1 0,0 0 0,1 1 0,-1-1 0,1 1 0,-1-1 0,1 0 0,-1 0 0,1 1 0,0-1 0,-1 0 0,1 0 0,-1 0 0,1 0 0,-1 0 0,1 1 0,0-1 0,-1 0 0,2-1-1,22 2-112,-20-1 87,227 0-2779,-230 19 3007,-2-15-120,-1-1 1,1 0-1,-1 0 1,0 0-1,0 0 1,0 0-1,0 0 1,0-1-1,-1 1 1,1-1-1,-1 1 1,0-1-1,0 0 1,0 0-1,-4 2 1,-51 27 1165,-54 16 1117,96-42-2334,0 0-1,0-1 1,0-1-1,0 0 1,-24 0 0,40-5-331,-1 1 1,0 0-1,1 0 1,-1-1-1,1 1 1,-1 0-1,1-1 1,0 1-1,-1 0 1,1-1-1,0 1 1,0-1-1,0 1 1,0 0-1,0-1 1,0 1-1,0 0 1,1-2 0,-1-3-963,1-21-4485,2-7-2978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0.5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83 5330,'0'0'19465,"113"-19"-17928,-85 15-400,-1-1-449,2 1-336,-6-2-240,8 2-112,-6-3 0,3-1-384,-8 4-1825,1-4-2241,-4-5-4962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6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15 4114,'0'0'11635,"5"0"-9851,14-2-588,-14-2 4025,-18 2-2337,-172-4-1769,158 6-1099,17 0-66,0 0 1,0 1 0,-14 2-1,22-2 33,1-1 0,-1 0 0,1 0 0,-1 1-1,1-1 1,-1 1 0,1-1 0,-1 1-1,1 0 1,-1 0 0,1 0 0,0-1 0,-1 1-1,1 0 1,0 1 0,0-1 0,0 0 0,0 0-1,0 0 1,0 1 0,0-1 0,0 1-1,0-1 1,0 0 0,1 1 0,-1-1 0,1 1-1,-1 0 1,1-1 0,0 3 0,0-3-61,0 0 0,0 0 0,0 1 0,1-1 0,-1 0 0,1 0 0,-1 0 0,1 0 0,-1 0 1,1 0-1,0 1 0,-1-1 0,1-1 0,0 1 0,0 0 0,0 0 0,0 0 0,0 0 0,2 1 0,24 12-437,-21-11 417,44 20-324,-13-7 180,-1 1 0,0 2 0,-1 2 0,46 35-1,-80-55 218,1 0 1,0 0-1,-1 0 0,1 1 0,-1-1 0,0 1 0,1-1 0,-1 1 0,0-1 0,0 1 0,0 0 1,0-1-1,0 1 0,0 0 0,-1 0 0,1 0 0,-1 0 0,1 0 0,-1 0 0,0-1 0,1 1 1,-1 0-1,0 0 0,0 0 0,-1 2 0,0-1 88,0 0 0,-1-1 0,1 1 0,-1-1 0,0 0 0,1 0 0,-1 1 0,0-1 0,0 0 0,-1 0 0,1-1 0,0 1 0,-1 0 0,1-1 0,-5 3 0,1-1 87,-104 51 1483,94-47-1524,-2 0 0,1-2 0,-1 0 0,-28 5 1,45-10-263,1 0 0,-1 0 1,1 0-1,0 0 1,-1 0-1,1 0 0,0 0 1,-1 0-1,1 0 0,0 0 1,-1 0-1,1 0 1,0 0-1,-1 0 0,1 0 1,0-1-1,-1 1 1,1 0-1,0 0 0,-1 0 1,1 0-1,0-1 0,-1 1 1,1 0-1,0 0 1,0-1-1,-1 1 0,1 0 1,0 0-1,0-1 1,0 1-1,-1 0 0,1-1 1,0 1-1,0 0 0,0-1 1,0 1-1,0 0 1,0-1-1,0 1 0,-1-1 1,6-15-6812,10-6-1267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6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0 14343,'0'0'9028,"-17"126"-8420,11-103-176,4-6-224,-2-3-208,-5-5-16,7-3-1040,-4-4-1601,2-2-1745,-2 0-5651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6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14519,'0'0'4610,"19"27"-17112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609 346 5859,'0'0'5298,"5"-21"-3406,15-69 861,-19 82-2342,0 0-1,0 0 1,0 0 0,-1 0 0,-1 0-1,1 0 1,-1 0 0,0 0 0,-1 1-1,0-1 1,0 0 0,-1 1 0,0-1-1,-4-6 1,3 7-186,-1 0 0,0 0 0,0 1 0,-1-1 0,1 1 0,-2 1 0,1-1 0,0 1 0,-1 0 0,0 1 0,-12-7 0,4 5-81,0 0-1,0 1 0,-1 0 0,1 1 0,-1 1 0,0 1 0,0 0 1,0 1-1,0 0 0,0 2 0,-1 0 0,-22 4 0,27-2-108,-1 1 0,1 0 0,0 1 0,1 1 0,-1 0 0,1 0-1,0 1 1,1 0 0,-1 1 0,2 0 0,-1 1 0,1 0 0,0 0 0,-11 17 0,6-6 53,1 0 1,1 0-1,1 1 1,1 1 0,1 0-1,0 0 1,-5 26 0,4 2 187,1 1 0,-3 95 1,15 105 388,-3-249-663,7 117 54,0 52-120,-5-119-71,-1-28-45,-1-1 0,-4 36 0,-3-43-2704,7-15 2686,-1-1 0,1 0 1,0 0-1,0 0 0,0 1 1,-1-1-1,1 0 0,0 0 1,0 0-1,-1 1 0,1-1 1,0 0-1,0 0 0,-1 0 1,1 0-1,0 0 1,-1 0-1,1 0 0,0 1 1,0-1-1,-1 0 0,1 0 1,0 0-1,-1 0 0,1 0 1,0 0-1,-1-1 0,1 1 1,0 0-1,0 0 0,-1 0 1,1 0-1,0 0 0,-1 0 1,1 0-1,0-1 0,0 1 1,-1 0-1,1 0 0,0 0 1,0-1-1,0 1 0,-1 0 1,1 0-1,0-1 0,0 1 1,0 0-1,0 0 0,-1-1 1,1 1-1,0 0 0,0 0 1,0-1-1,0 1 1,0 0-1,0-1 0,0 1 1,0 0-1,0-1 0,0 1 1,0 0-1,0 0 0,0-1 1,0 1-1,-6-29-8638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10645,'0'0'11125,"125"0"-11125,-85 17-208,6-9-2081,0-4-2161,0-4-4850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1 10661,'0'0'16826,"-3"25"-16028,0-8-523,-5 41 1204,-17 65 0,-1-32-338,8-34-1105,3 0 0,-11 90 0,25-146-83,1 1 1,-1-1-1,1 1 1,0-1-1,0 1 1,0 0-1,0-1 0,0 1 1,0-1-1,0 1 1,1-1-1,-1 1 1,1 0-1,-1-1 1,1 0-1,-1 1 0,1-1 1,0 1-1,0-1 1,1 2-1,0-2-198,1 0-1,-1 0 1,0-1-1,1 1 1,-1-1-1,1 1 1,-1-1 0,0 0-1,1 0 1,-1 0-1,4-1 1,2 1-119,-5 0-78,0 0 0,1-1 1,-1 1-1,1-1 1,-1 0-1,0 0 0,1 0 1,-1 0-1,0 0 1,0-1-1,0 1 0,0-1 1,0 0-1,0 0 0,0 0 1,4-4-1,13-22-6892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2289,'0'0'17144,"117"-8"-13687,-56 8-2320,6 0-1057,0 0-80,6 0-2001,8 0-2945,-1-9-6531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8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636 0 10981,'0'0'12059,"-19"5"-10616,13-4-1304,-13 3 338,1 1 0,0 1 0,0 0 1,0 1-1,1 1 0,-28 17 0,-1 6 273,2 2 1,1 2-1,2 1 0,1 2 0,-57 71 1,79-85-728,2 0 0,0 2 1,1-1-1,2 2 0,0 0 1,2 0-1,1 1 0,2 1 1,0-1-1,2 1 0,1 1 1,-1 34-1,5-37-23,1 0 0,4 29 0,-2-44 0,0-1 0,1 0 0,0 0 0,1 0 0,0 0 0,1 0 0,7 12 0,-1-5 7,1-1-1,1-1 1,0 0-1,1 0 1,1-2 0,0 0-1,1 0 1,1-2-1,0 0 1,0-1-1,27 13 1,-19-13-116,0-1 0,1-1 0,0-1 0,0-2 0,1 0 0,0-2 0,0-1 0,34 0 0,-71-16-11685,-12-3-1218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0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293 723 8436,'0'0'14062,"0"-3"-12869,0 2-1084,0 0 0,0 1 0,0-1 1,-1 0-1,1 1 0,0-1 0,0 1 0,0-1 0,-1 1 1,1-1-1,0 1 0,-1-1 0,1 1 0,0-1 1,-1 1-1,1-1 0,-1 1 0,1-1 0,-1 1 0,1 0 1,-1-1-1,1 1 0,-1 0 0,1-1 0,-2 1 0,-21-5 916,-32 8-945,49-2 29,-9 1-102,0 0 0,0 2 0,1 0 0,0 0 1,0 1-1,0 1 0,0 1 0,1 0 0,0 0 0,-20 16 0,30-20-26,1-1 1,0 1-1,0-1 0,0 1 1,0 0-1,0 0 1,0 0-1,0 0 1,1 0-1,-2 5 0,3-8 5,-1 1-1,1 0 0,0 0 0,0 0 0,0 0 0,0-1 1,-1 1-1,1 0 0,0 0 0,1 0 0,-1 0 0,0 0 0,0 0 1,0 0-1,0-1 0,1 1 0,-1 0 0,0 0 0,1 0 0,-1-1 1,0 1-1,1 0 0,-1 0 0,1-1 0,0 1 0,-1 0 1,1-1-1,-1 1 0,1-1 0,0 1 0,0-1 0,-1 1 0,1-1 1,0 1-1,0-1 0,0 1 0,-1-1 0,1 0 0,0 0 1,0 0-1,0 1 0,0-1 0,0 0 0,1 0 0,17 1-13,-1 0-1,1-1 1,-1-1-1,1-1 1,-1-1-1,1 0 0,-1-1 1,0-1-1,-1-1 1,1-1-1,-1 0 1,0-1-1,-1-1 1,23-15-1,-15 6-200,0 0-1,-2-2 1,0 0 0,-2-2 0,0 0-1,-2-1 1,0-1 0,23-41 0,13-41 254,-4-2 1,60-195 0,-107 288 2435,-13 25-514,4-2-2351,-15 20 486,1 0 0,2 2 0,0 0 0,3 1 0,0 0 0,2 2 0,1-1 0,-12 57 0,10-17-521,4 0 1,2 0-1,3 87 1,5-157 192,0-1 1,0 1-1,0 0 0,0-1 1,0 1-1,0-1 0,0 1 1,0-1-1,1 1 0,-1-1 1,1 1-1,-1-1 0,1 0 1,-1 1-1,1-1 1,0 0-1,1 2 0,0-2-326,0 0-1,-1 0 1,1-1-1,0 1 1,0-1-1,0 1 1,0-1-1,0 0 1,0 1-1,0-1 1,0 0-1,4-1 1,31 1-7434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0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13 6467,'0'0'19833,"-21"-3"-17776,3 0-1662,11 1-277,-1 0-1,1 1 1,-1 0 0,1 1 0,-1-1-1,1 1 1,-1 1 0,1 0-1,-1 0 1,1 0 0,-1 1 0,1 0-1,0 0 1,0 1 0,-8 4-1,3-2 136,1 2 0,0 0 0,1 0 0,0 1 0,-14 13 0,20-17-240,1 0-1,-1 0 0,1 1 0,0-1 0,1 1 0,-1 0 1,1 0-1,0 0 0,0 0 0,0 0 0,1 0 0,0 1 1,0-1-1,0 0 0,0 10 0,1-13-19,0-1-1,1 0 1,-1 0 0,0 0-1,1 0 1,-1 0-1,1 0 1,-1 0 0,1-1-1,0 1 1,-1 0-1,1 0 1,0 0 0,-1 0-1,1-1 1,0 1-1,0 0 1,0-1 0,0 1-1,0-1 1,0 1-1,0-1 1,0 1 0,0-1-1,0 1 1,0-1-1,0 0 1,0 0 0,0 0-1,0 0 1,0 1 0,1-2-1,44 2-190,-34-1 128,-2 0 68,0 0 0,0-1 0,0 0 0,-1-1 1,1 0-1,0-1 0,-1 0 0,1 0 0,-1-1 0,0 0 1,0-1-1,0 0 0,-1 0 0,0-1 0,0 0 0,0 0 0,-1-1 1,1 0-1,-2 0 0,1-1 0,-1 0 0,6-9 0,-13 24 102,0 0-1,1 0 1,0 0 0,2 12-1,-1-8-50,0-2-180,0 0-1,0 0 1,1-1 0,0 1-1,0-1 1,1 0 0,0 1-1,1-1 1,0-1 0,0 1-1,7 9 1,-7-12-297,0-1-1,0 1 1,0-1 0,1 0 0,0 0-1,-1-1 1,9 5 0,-8-5-329,0-1 1,0 0-1,1 0 1,-1 0-1,0 0 1,1-1-1,0 0 1,8 0-1,29 0-6470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0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1 18745,'0'0'11061,"-111"144"-10181,103-69-48,6 9 161,2 2-737,0-5-256,0-10 0,0-8 0,-4-11-64,0-12-1073,-7-11-399,1-8-1089,-5-11-1121,-4-10-1937,-4 0-5650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1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13574,'0'0'2540,"25"-3"181,-10 2-2126,163-11 4829,113 12-2046,-290 0-2421,-21 9 212,-8 3-1074,0 2 1,-49 33-1,64-38-104,0 1-1,0 1 1,1 0-1,0 1 1,1 0-1,1 1 1,-12 16 0,21-26-40,-1-1 0,0 1 0,1 0 0,-1 0 0,1-1 0,0 1 0,0 0 0,0 0 0,1 0 0,-1 0 0,1 0 0,-1 0 0,1 0 0,0 1 0,0-1 0,0 0 0,1 0 0,-1 0 1,1 0-1,0 3 0,1-4 19,-1 0 1,0 0 0,1 0 0,0 0 0,-1 0-1,1-1 1,0 1 0,0-1 0,0 1 0,0-1-1,0 0 1,0 1 0,0-1 0,0 0 0,1-1-1,-1 1 1,0 0 0,1-1 0,-1 1 0,0-1-1,1 0 1,-1 1 0,1-1 0,2-1 0,12 2 31,0-2 0,0 0 0,0-1 1,0-1-1,0 0 0,28-10 1,-33 8 61,-1 1 0,-1-2 1,1 1-1,-1-1 0,0-1 0,0 0 1,0 0-1,-1-1 0,-1-1 0,13-13 1,-11 2 1523,-11 18-192,-7 13-1147,3-1-321,0 0 0,0 1-1,1 0 1,0 0 0,1 0 0,0 0 0,-1 14-1,3-17-651,0-1-1,1 1 0,0 0 1,0 0-1,1 0 0,3 14 0,-3-19 186,0-1 0,0 1 0,0-1-1,1 1 1,-1-1 0,1 0-1,-1 0 1,1 1 0,0-1 0,0 0-1,0-1 1,0 1 0,0 0 0,0-1-1,1 1 1,-1-1 0,1 1-1,-1-1 1,1 0 0,-1 0 0,4 0-1,34 9-8645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1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13702,'0'0'9012,"-122"119"-7475,85-77-1313,-3-2-224,0-1-1937,-4-7-5874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3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69 2593,'0'0'10554,"14"-6"-8345,15-6-1070,1 0 0,1 3 0,0 0 0,0 2-1,1 1 1,38-2 0,-69 8-1138,-1 0 0,0 0 1,0 0-1,0 1 0,1-1 0,-1 0 1,0 0-1,0 0 0,0 0 0,1 0 0,-1 0 1,0 0-1,0 0 0,0 1 0,1-1 1,-1 0-1,0 0 0,0 0 0,0 0 0,0 1 1,0-1-1,0 0 0,1 0 0,-1 0 1,0 1-1,0-1 0,0 0 0,0 0 0,0 0 1,0 1-1,0-1 0,0 0 0,0 0 1,0 1-1,0-1 0,0 0 0,0 0 0,0 0 1,0 1-1,0-1 0,0 0 0,0 0 1,0 1-1,0-1 0,-1 0 0,1 4 4,1 21 114,-2 0-1,-1 0 1,-1-1-1,-11 45 1,6-43-111,-1 0 1,-1 0-1,-1-1 0,-28 44 1,31-57-27,-1 0 0,0-1 0,-1-1 0,0 1 0,-1-1 0,0-1 1,-1 0-1,0-1 0,0 0 0,-25 11 0,24-13-166,-1-1 1,1 0 0,0-1-1,-1-1 1,0 0-1,-19 1 1,28-3 103,0-1 0,0 0 0,0 0 0,0-1 0,0 1 0,0-1 0,1 0 0,-1 0 0,0-1 0,1 1 0,-1-1 0,0 0 0,1 0 0,0-1 0,0 1 0,0-1 0,0 0 0,0 0 0,0-1 0,-6-6 0,10 9 101,-1 1 0,0-1 0,1 1-1,-1-1 1,0 0 0,1 0 0,-1 1 0,1-1 0,-1 0 0,1 0 0,-1 0 0,1 1-1,0-1 1,0 0 0,-1 0 0,1 0 0,0 0 0,0 0 0,0 0 0,0 0 0,0 0 0,0 1-1,0-1 1,0 0 0,0 0 0,0 0 0,1 0 0,-1 0 0,0 0 0,1 0 0,-1 1-1,0-1 1,1 0 0,-1 0 0,1 0 0,-1 1 0,1-1 0,0 0 0,-1 1 0,1-1-1,0 0 1,-1 1 0,1-1 0,0 1 0,0-1 0,0 1 0,-1 0 0,1-1 0,2 1 0,3-3 89,1 2 0,0-1 1,-1 1-1,1 0 1,9 0-1,16-1 494,0 2 0,0 0 0,-1 3 0,1 0-1,0 2 1,-1 2 0,0 1 0,39 15 0,-65-21-498,35 14 2199,59 33 1,-96-48-2395,0 1 1,1-1 0,-1 0-1,1 0 1,-1 0 0,1-1-1,0 1 1,3-1 0,19 1-6604,-24-1 5599,14 0-5793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4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4466,'0'0'15042,"8"9"-13106,44 49 652,-3 2-1,82 131 0,51 162-152,-163-310-2316,-1 1 1,-3 1-1,11 53 0,-22-82-78,-2 0 0,1-1 0,-2 1 0,0 1 0,-1-1 0,-1 0 0,-1 0 0,0 0 0,0-1 0,-2 1 0,0 0 0,-1-1 0,-7 17 0,2-15-29,-1 1-1,0-1 0,-2-1 1,1 0-1,-2 0 0,-20 17 1,-102 73-19,14-13 9,119-90-2,1-2 0,0 1 0,0 0 0,0-1 0,1 1 0,-1 0 0,0 0 0,1 0 0,-1 0 0,1 0 0,0 1 0,-2 3 0,4-6-597,0 1 1,1-1-1,-1 0 1,0 0-1,0 0 1,0 1-1,1-1 1,-1 0-1,0-1 1,0 1-1,0 0 1,1 0-1,-1 0 0,2-1 1,4-5-8624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29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3 976,'0'0'5355,"4"0"-4403,17-2 3924,-41 6 367,-6 1-2972,3 1-3578,10-2 1313,-67 24 105,73-24-101,0-1-1,0 1 1,0 0-1,0 0 1,1 1-1,0 0 1,-1 0-1,-5 7 1,11-11-15,0 0 1,0 1 0,1-1 0,-1 0-1,0 0 1,0 1 0,1-1 0,-1 0 0,0 1-1,1-1 1,-1 0 0,1 1 0,0-1 0,0 1-1,-1-1 1,1 1 0,0-1 0,0 1-1,0-1 1,1 1 0,-1-1 0,0 1 0,0-1-1,1 0 1,-1 1 0,1-1 0,-1 1 0,1-1-1,0 0 1,0 0 0,-1 1 0,1-1-1,0 0 1,0 0 0,0 0 0,0 0 0,0 0-1,0 0 1,1 0 0,1 1 0,4 3-28,0-1 0,0 1-1,1-1 1,0-1 0,11 4 0,31 7-21,-38-11-70,0 0 0,0 0 0,0 1 0,0 0-1,-1 1 1,21 12 0,-30-14 123,0-1-1,1 0 1,-1 1 0,0 0-1,-1-1 1,1 1 0,0 0-1,-1 0 1,1 0 0,-1 0-1,0 0 1,0 0 0,0 0 0,-1 1-1,1-1 1,-1 0 0,0 0-1,0 1 1,0-1 0,0 0-1,-1 7 1,0-5 69,0 0 0,0-1 0,0 1 0,0 0 1,-1 0-1,0-1 0,0 1 0,0-1 0,0 0 0,-1 0 0,0 0 0,0 0 0,0 0 1,-4 4-1,-1-2 108,0 0 1,-1-1-1,0 0 1,0 0-1,0 0 1,-1-2-1,1 1 1,-1-1-1,0 0 0,-13 1 1,-9 0 1538,-62-1 0,91-3-1628,1-1 1322,17-4-26130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29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1 848,'0'0'11915,"-8"19"-10197,-3 4-1282,4-9-133,1 0 0,1 0 0,0 0 0,-4 19 0,7-24-653,-5 26 2777,6-24-5315,3-3-4225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2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34 7828,'0'0'13334,"-4"-33"-13222,4 43-1329,0 9-416,0 2-1936,0 0-2226,0-3-2209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0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447 286 2497,'0'0'4560,"7"-21"-2768,18-64-620,-24 81-986,0-1 0,0 1 1,0-1-1,-1 1 1,1-1-1,-1 1 1,0-1-1,-1 0 1,1 1-1,-1-1 0,0 1 1,0-1-1,0 1 1,0 0-1,-1-1 1,0 1-1,0 0 0,0 0 1,-1 0-1,1 0 1,-1 0-1,0 1 1,-5-6-1,-1 2 296,0 0-1,0 0 1,0 2-1,-1-1 1,0 1-1,0 0 1,-14-4-1,7 4 10,0 1 0,0 0 0,-1 1 0,1 1 0,-1 0-1,0 2 1,-17 1 0,30 0-458,1 0 0,0 0 0,0 0-1,0 1 1,0-1 0,0 1 0,0 0-1,0 0 1,1 1 0,-1-1 0,1 1-1,-1 0 1,1 0 0,0 0 0,0 0-1,0 0 1,1 1 0,-1 0 0,-3 7 0,-3 4 134,1 1 0,1 1-1,-9 24 1,4 2 148,1 1 0,-9 87-1,9 92 18,-6 51 1018,7-192-715,1 104 0,9-185-817,0-4-2491,0-105-13716,0 67 8716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0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6643,'0'0'13158,"75"14"-12454,-54-5-496,2-1-208,5-4-16,9-4-1296,5 0-1585,14-6-3859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1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0 6675,'0'0'13510,"-3"8"-11709,-11 27 977,-16 62-1,-3 12-1089,-3-16-1047,-22 61-256,51-131-369,1 0-1,2 1 1,0-1 0,-1 44 0,5-65-19,0 1 0,0 0 0,0 0-1,1-1 1,-1 1 0,1 0 0,-1-1 0,1 1 0,0-1 0,0 1 0,1-1 0,-1 1 0,0-1 0,1 0-1,-1 0 1,1 0 0,0 1 0,0-1 0,0-1 0,0 1 0,0 0 0,0 0 0,0-1 0,1 0-1,-1 1 1,0-1 0,1 0 0,-1 0 0,1 0 0,5 1 0,6 1-148,0-1-1,0-1 1,0 0 0,26-2-1,-16 1-305,-13 0 61,0-1 0,0 1 0,0-2 0,0 0 0,0 0 0,13-5 0,-21 6-42,0 0 0,-1-1-1,1 1 1,0-1 0,0 0 0,-1 1 0,1-1 0,-1-1 0,0 1 0,1 0 0,2-4 0,-4 4-414,0 0 1,0-1-1,0 1 0,0 0 0,0-1 1,0 1-1,-1-1 0,1 1 0,-1 0 0,0-1 1,1 0-1,-1 1 0,0-1 0,-1 1 1,1-1-1,-1-3 0,-2-4-5199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1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5170,'0'0'10290,"14"0"-8822,15 0-984,203-7 4189,-164 0-4328,57-6-182,169-39 1,-278 47-212,-10 4 1013,-17 7-2482,-18 6-6594,9-6 132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3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49 139 2369,'0'0'8212,"-8"1"-7374,-1 0-522,-22 4 5681,40 0-5606,59 1-90,100-6-1,-108-2-261,217-13-49,-36 0 39,1653-34 2428,-813-3 2535,-936 36-2063,-133 14-1846,-14-1-1297,-8 1-2544,-2 2-3786,-1 0-1585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4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434 123 2145,'0'0'12037,"3"-17"-9694,-1 3-1734,0 1 0,-1-25 0,-1 37-566,0 0-1,0 0 0,-1 0 1,1 1-1,0-1 0,-1 0 0,1 0 1,0 0-1,-1 1 0,1-1 1,-1 0-1,1 1 0,-1-1 1,1 0-1,-1 1 0,0-1 0,1 0 1,-1 1-1,0-1 0,1 1 1,-1 0-1,0-1 0,0 1 1,0 0-1,1-1 0,-1 1 0,0 0 1,0 0-1,0-1 0,-1 1 1,-29 2 827,23-1-640,-7 1 61,-1 1 1,1 1-1,0 1 0,0 0 0,1 1 0,0 0 0,-25 15 1,14-5 44,1 1 1,1 1 0,-28 27 0,39-34-291,1 2 0,0-1 1,1 1-1,1 1 0,0-1 1,1 2-1,0-1 0,1 1 1,1 0-1,0 1 1,1 0-1,1 0 0,0 0 1,1 0-1,1 0 0,0 1 1,1-1-1,1 1 1,1-1-1,3 19 0,-3-29-49,0 0 0,1 0-1,0 0 1,0-1-1,1 1 1,-1-1 0,1 0-1,0 1 1,1-1-1,-1 0 1,1-1 0,0 1-1,7 5 1,-4-4-25,0-1-1,1 0 1,0 0 0,0-1 0,0 0-1,0 0 1,1-1 0,9 3 0,6-1-32,-1 0 0,1-2 0,0-1 0,0-1 0,46-4 0,-51 0-1,0 0 0,0-2 1,0 0-1,0-1 1,-1-1-1,0-1 0,0-1 1,-1 0-1,0-1 1,-1-1-1,0 0 0,-1-1 1,0-1-1,-1-1 0,0 0 1,-1 0-1,-1-2 1,0 1-1,-1-2 0,-1 1 1,0-1-1,-2-1 1,0 0-1,10-33 0,-14 35 17,-1 0-1,0 0 0,-1 0 1,-1 0-1,-1 0 0,0-1 1,-2 1-1,1 0 0,-6-21 1,5 29 85,-1 1 1,1 0 0,-1 0-1,-1 1 1,1-1 0,-1 1 0,0-1-1,-1 1 1,1 0 0,-1 1-1,0-1 1,-1 1 0,1 0-1,-1 0 1,0 1 0,0 0-1,-1 0 1,1 0 0,-1 1-1,0-1 1,0 2 0,-8-3 0,2 1 1,1 1 0,-1 1 0,0 0 0,0 0 0,0 1 1,0 1-1,0 1 0,0-1 0,-18 5 0,25-4-195,0 1 0,0 0-1,0 0 1,0 1-1,0-1 1,1 1 0,-1 0-1,1 1 1,-6 4-1,7-5-275,1 1 0,-1-1 0,1 1-1,0 0 1,0 0 0,1 0 0,-1 1 0,1-1-1,0 1 1,0-1 0,0 1 0,-2 8-1,-1 24-5152,5-1-1590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4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11957,'0'0'4362,"0"18"-1539,1 128 2331,0-84-3998,2 7-371,-4 0 0,-14 111 0,3-121-1289,-6 40 819,15-65-4635,3-1-4241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4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72 10101,'0'0'3244,"19"-10"-1478,62-32 584,-72 38-2121,-1 1-1,1 0 0,1 1 1,-1-1-1,0 2 1,1-1-1,-1 1 0,1 1 1,-1 0-1,14 1 0,5 0 187,-26-1-379,1 0 0,0 0 0,-1 0 0,0 0 1,1 0-1,-1 1 0,1-1 0,-1 1 0,1 0 0,-1 0 0,0 0 0,1 0 0,-1 0 0,0 0 1,0 0-1,0 1 0,3 2 0,-3-1-7,0 0 0,0-1 0,-1 1 0,1 0 0,-1 0 0,0 0 0,0 0 0,0 1 0,-1-1 0,1 0 0,-1 0 0,1 0 0,-1 5 0,-1 3 52,1 0-1,-1 0 1,-1 0-1,0 0 0,0-1 1,-1 1-1,0-1 0,-1 1 1,-1-1-1,1 0 1,-2-1-1,1 1 0,-1-1 1,0 0-1,-1 0 0,-9 8 1,4-4 159,0-1 0,-2-1 0,1 0 0,-1-1 0,-1 0 0,1-1 0,-2-1 0,1 0 0,-28 9 1,39-16-197,1 0 0,-1 0 0,1 0 1,-1 0-1,1-1 0,-1 1 0,1-1 1,-1 0-1,0 0 0,-5-1 1,8 0-108,0 1 0,0-1 0,-1 1 0,1-1 0,0 0 0,0 0 0,0 1 0,0-1 0,0 0 0,0 0 0,0 0 0,0 0 0,0 0 0,1-1 0,-1 1 0,0 0 0,1 0 0,-1 0 0,0-1 0,1 1 0,0 0 0,-1-1 0,1 1 0,0 0 0,0-1 0,0 1 0,-1 0 0,2-3 0,-2-14-2863,0 1-1,4-22 0,5-5-6674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5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98 976,'0'0'12022,"20"7"-10056,66 19-629,-75-23-1107,0-1 0,0 0 1,0 0-1,15-1 0,-22-1-187,0 0 0,0 0 0,0-1 0,-1 0 0,1 1 0,0-1 0,0-1 0,-1 1 0,1 0 0,-1-1 0,4-2 0,-4 2-25,-1 0-1,0-1 0,0 1 1,0-1-1,0 0 0,0 1 1,0-1-1,-1 0 0,1 0 1,-1 0-1,0 0 0,0 0 1,0 0-1,-1-1 0,1 1 1,-1 0-1,1-4 0,-1 4 16,1 1-1,-1-1 0,0 1 1,0-1-1,0 0 1,-1 1-1,1-1 0,0 1 1,-1-1-1,0 1 1,0-1-1,1 1 0,-1 0 1,-1-1-1,1 1 0,0 0 1,-1 0-1,1 0 1,-1 0-1,1 0 0,-4-3 1,-1 2 161,-1 0 1,1 1 0,-1 0 0,0 0-1,1 0 1,-1 1 0,0 0 0,0 0-1,-10 1 1,-64 5 1137,77-5-1234,0 1 1,0-1 0,0 1-1,-1 0 1,1 0 0,0 1-1,0-1 1,0 1 0,1 0-1,-1 0 1,0 0 0,1 0-1,-1 1 1,1 0 0,0-1-1,0 1 1,0 0 0,0 1-1,0-1 1,1 0 0,-1 1-1,1 0 1,0-1 0,0 1-1,0 0 1,1 0 0,-1 0-1,1 0 1,0 0 0,0 1 0,1-1-1,-1 0 1,1 0 0,0 1-1,0-1 1,1 7 0,1 1-14,-1 0 0,2-1 0,0 1 1,0-1-1,1 0 0,0 0 0,1 0 1,1 0-1,-1-1 0,2 0 0,-1 0 1,11 12-1,-8-14-314,0 0 1,0-1-1,0 0 0,1 0 0,0-1 0,0 0 1,0-1-1,1 0 0,0-1 0,0 0 1,0-1-1,15 3 0,-7-2-1280,0-2-1,28 1 1,-25-3-2493,38-6 0,-10-8-4626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5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107 174 8900,'0'0'12699,"4"18"-11426,3 7-878,-2-9-37,-1 0 0,0 0 0,1 20 0,-5-34-289,0-1-1,1 0 1,-1 1 0,0-1-1,0 1 1,0-1-1,0 1 1,0-1 0,0 0-1,0 1 1,0-1-1,-1 1 1,1-1-1,0 0 1,-1 1 0,1-1-1,-1 0 1,0 1-1,1-1 1,-1 0-1,0 0 1,0 1 0,-1 0-1,-1-1 15,1 0 0,-1 0 1,0 0-1,1-1 0,-1 1 0,0-1 0,1 0 0,-1 0 0,0 0 0,-3 0 0,-3-1-114,5 1 43,1 0 0,-1 0-1,1-1 1,-1 0-1,1 1 1,0-1-1,-1-1 1,1 1-1,0 0 1,0-1-1,0 0 1,0 1-1,0-1 1,0-1-1,1 1 1,-1 0-1,1 0 1,-1-1 0,1 0-1,0 1 1,0-1-1,0 0 1,0 0-1,1 0 1,-1 0-1,1 0 1,0-1-1,-1 1 1,2 0-1,-1-1 1,0-3-1,-2-8-42,1 0 0,0 0 0,2-1 0,0 1 1,0 0-1,4-16 0,-3 24-32,0 1 1,0 0 0,1 0-1,0 0 1,0 0 0,1 0-1,0 0 1,0 1 0,0-1-1,1 1 1,-1-1 0,1 1-1,1 1 1,-1-1 0,1 1-1,-1-1 1,1 1 0,1 0-1,-1 1 1,0 0 0,1-1-1,0 2 1,0-1 0,6-2-1,2 0-863,1 1 0,0 0 0,25-3 0,44 3-8768,-50 4 1864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5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0 4914,'0'0'14658,"-21"4"-11318,4-2-2729,-4 1 8,0 0 1,1 1 0,0 1 0,0 1 0,-34 14 0,50-17-566,-1-1 1,0 1-1,1 0 1,0 0 0,0 0-1,0 0 1,0 1-1,0 0 1,1 0-1,-1 0 1,1 0-1,0 0 1,1 1-1,-1-1 1,1 1 0,0 0-1,0 0 1,0 0-1,0 0 1,1 0-1,0 0 1,0 0-1,1 0 1,-1 1-1,1-1 1,1 8-1,-2-10-58,1 0 0,0 0 0,0 0-1,1 0 1,-1 0 0,1 0-1,-1 0 1,1 0 0,0 0-1,1 3 1,-1-4-13,1-1 1,-1 0-1,0 0 0,0 0 0,1 0 0,-1 0 0,1 0 1,-1 0-1,1 0 0,-1-1 0,1 1 0,0 0 1,-1-1-1,1 0 0,0 1 0,-1-1 0,1 0 1,0 0-1,-1 0 0,3 0 0,23 2-564,1-2 1,0 0-1,-1-2 0,0-1 0,28-7 0,-43 7 297,0 0 0,0-1-1,0 0 1,-1-1 0,0 0 0,0-1-1,0 0 1,-1-1 0,0 0 0,0-1-1,-1 0 1,0 0 0,13-17 0,-19 22 337,-1-1 1,0 0-1,0 1 1,0-1-1,0 0 0,-1 0 1,2-6-1,-2 9 276,-1-1-1,0 1 0,0-1 1,1 0-1,-1 1 0,0-1 0,-1 0 1,1 1-1,0-1 0,0 0 0,-1 1 1,1-1-1,-1-2 0,1 5-294,0-1 0,0 0 0,0 0 0,0 1 0,-1-1 1,1 0-1,0 0 0,0 1 0,0-1 0,0 0 0,0 0 0,0 1 0,0-1 0,-1 0 0,1 0 0,0 0 0,0 1 0,0-1 0,0 0 0,-1 0 0,1 0 0,0 1 1,0-1-1,0 0 0,-1 0 0,1 0 0,0 0 0,0 0 0,-1 0 0,1 0 0,0 0 0,0 0 0,-1 0 0,1 1 0,0-1 0,-1 0 0,1 0 0,0-1 1,0 1-1,-1 0 0,1 0 0,0 0 0,0 0 0,-1 0 0,1 0 0,0 0 0,0 0 0,-1 0 0,1 0 0,0-1 0,0 1 0,0 0 0,-1 0 0,1 0 0,0-1 1,0 1-1,0 0 0,0 0 0,-1 0 0,1-1 0,0 1 0,0 0 0,0 0 0,0-1 0,-4 23-63,3-17-44,1 0-1,1 1 1,-1-1-1,1 0 1,0 1-1,0-1 0,0 0 1,1 0-1,0 0 1,0 0-1,0 0 1,0 0-1,1-1 1,0 1-1,0-1 1,0 0-1,1 0 1,-1 0-1,1 0 1,0 0-1,0-1 1,0 0-1,0 1 1,10 3-1,-3 0-912,0-1 1,0-1-1,1 0 1,-1-1-1,1 0 1,0-1-1,0 0 1,0-1-1,20 1 1,20-2-4655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8836,'0'0'14164,"-9"23"-11608,1-6-2120,0 0-61,1 0 1,1 0 0,0 1 0,1 0-1,1 0 1,0 0 0,-1 29-1,5 331 3395,0-376-4089,5 59 74,-2-49-3524,1-2-3525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4946,'0'0'6475,"26"-4"-3425,-7 1-2427,167-19 5269,-97 15-3475,164-6-738,-144 16 2306,-105 18-1896,-2 9-1606,-1 44 0,-2-32-1484,1-41 630,0 1-1,0 0 1,-1-1 0,1 1-1,-1 0 1,1 0 0,-1-1 0,0 1-1,1-1 1,-1 1 0,0-1-1,0 1 1,0-1 0,0 1 0,0-1-1,0 0 1,-1 0 0,-1 2-1,-18 8-12753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15863,'0'0'7988,"19"40"-10261,8-11-1137,5 0-3985,5-1-3186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266 130 6515,'0'0'11082,"-22"0"-7136,-72 1-248,88 0-3429,-1-1 0,0 1 0,1 0 0,-1 0 0,0 1 0,1 0 0,0 0 0,-1 1 0,1-1 0,0 1 1,0 1-1,1-1 0,-11 9 0,11-7-249,0 0 0,1 0 0,-1 0 0,1 1 1,0 0-1,1 0 0,-1 0 0,1 0 0,0 0 0,1 1 1,0 0-1,0-1 0,0 1 0,1 0 0,0 0 0,0 0 1,0 9-1,2-14-22,-1 0-1,1 0 1,-1 0 0,1 0 0,0 0 0,0 0 0,0 0 0,0-1 0,0 1-1,0 0 1,0 0 0,1-1 0,-1 1 0,0-1 0,1 1 0,0-1-1,-1 0 1,1 0 0,0 0 0,-1 0 0,1 0 0,0 0 0,0 0-1,0 0 1,0-1 0,0 1 0,0-1 0,0 1 0,3-1 0,11 3-37,0 0 1,27-1 0,-36-1 11,10-1-62,0 0 0,0-1 0,0 0-1,0-1 1,0-1 0,27-9 0,-34 8 73,0 0 0,-1 0 0,0-1 0,0 0 1,0-1-1,-1 0 0,1 0 0,-1-1 1,-1 0-1,1 0 0,-2-1 0,10-13 1,-11 15 28,-1-1 0,-1 1 0,0-1 1,0 0-1,0-1 0,0 1 0,-1 0 0,-1-1 1,1 1-1,0-10 0,-2 13 11,0 0 0,0 0 0,0 0-1,0-1 1,-1 1 0,1 0 0,-1 0 0,0 0-1,-1 0 1,1 0 0,-1 0 0,1 1 0,-1-1-1,0 0 1,0 1 0,-1-1 0,1 1 0,-1 0-1,-5-5 1,0 2-12,0 0 0,-1 0 0,0 1 0,0 0-1,0 0 1,-1 1 0,0 1 0,0-1 0,-14-2 0,-35-1-1757,-1 5-3648,36 3-1133,18 4-3460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7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12278,'0'0'13985,"19"18"-12179,62 58-459,-77-72-1195,1 1 0,-1 0 0,0-1 0,-1 2 0,1-1 0,-1 0 0,0 1 0,0-1 0,-1 1 0,0 0 0,0 0-1,0 0 1,-1 0 0,0 0 0,0 0 0,0 0 0,-1 1 0,0-1 0,-1 9 0,1 0 67,-1-15-226,1 1 0,-1-1 0,0 1 1,1-1-1,-1 1 0,0-1 0,0 0 1,0 1-1,0-1 0,1 0 0,-1 0 0,0 0 1,0 0-1,0 1 0,0-1 0,0 0 1,0 0-1,1-1 0,-1 1 0,0 0 1,0 0-1,0 0 0,0-1 0,0 1 0,1 0 1,-1-1-1,-1 0 0,1-4-116,0 1-1,0-1 0,1 0 0,0 0 1,0 0-1,0 0 0,0 0 1,1 1-1,0-1 0,0 0 1,0 0-1,0 1 0,4-8 1,-1 4-42,0 1 0,1-1 0,-1 1 0,2 0 0,-1 0 0,1 1 0,7-7 0,3-1-103,1 1 1,0 1 0,1 1-1,0 0 1,30-12 0,-40 19 376,-1 1 1,1 0-1,0 0 0,0 1 1,0 0-1,0 1 0,0 0 1,0 0-1,14 1 1,-21 0-11,1 1 1,-1 0-1,0 0 1,1 0-1,-1 0 1,0 0-1,1 0 1,-1 1-1,0-1 1,0 0-1,0 0 1,0 1-1,0-1 1,0 1-1,0-1 0,-1 1 1,1-1-1,-1 1 1,1 0-1,-1-1 1,1 1-1,-1-1 1,0 3-1,7 43 1209,-7-45-1298,1 79 142,-1-74-153,-1 0-1,0 1 1,0-1 0,-1 0-1,0 0 1,-1-1 0,1 1 0,-1 0-1,-5 7 1,-2 4-111,8-14-74,0 0-1,0 0 1,0 0 0,0 0-1,-1 0 1,0-1 0,0 0 0,0 1-1,0-1 1,0 0 0,-7 5-1,-1-5-4444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9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28 428 176,'2'1'6103,"-4"0"-6561,-5 1-2453,-1-1 3729,-5 3 10099,17-3-5097,7-1-5113,152-14 956,-77 4-1541,292-27 56,173-16 445,424-37 684,124-9-115,-840 80-793,502-33-180,1 29 1778,65 10 1541,-776 11-3181,-47 0-357,-3-1 0,1 2 0,0 1 0,119-12 0,-55 7 51,-49 3-137,-47 3-463,-26 9-6324,44-7 4960,-32 6-6789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3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0 563 720,'0'0'10450,"9"7"-5837,-9-3-4316,1 1 0,1 0-1,-1 0 1,1 0 0,0-1-1,0 1 1,0-1 0,0 0 0,1 1-1,0-1 1,-1 0 0,7 6-1,1 1 86,0-1 0,1 0-1,12 10 1,16 7-41,1 0 0,1-3-1,1-1 1,1-3 0,1-1 0,1-2 0,53 13 0,65 21 63,-110-31-88,103 22-1,460 26-51,-379-54-226,305 9-39,-402-24-48,141-19 0,-256 17 48,713-104-95,-223-1 142,-352 59-86,-49 13 8,582-149 56,-662 177-22,19-8 18,-2-1-1,77-38 0,91-63-29,-172 92 2,-11 3-47,42-33 0,-43 30 47,44-27 1,-20 23-1,-26 13 10,37-23 1,-61 33 51,0 1 1,-1-1-1,0 0 1,0-1 0,0 0-1,-1 0 1,0-1 0,8-13-1,-12 12 1078,-8 7 1858,-4 8-638,4 3-3631,-12 25-2738,0-16-2569,1-9-1839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4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0 5282,'0'0'10493,"-23"5"-9884,2-2-459,1 0-28,1 1 0,0 0-1,1 1 1,-1 1-1,-28 14 1,39-16-77,-13 6 91,0 0 1,2 1 0,-1 1-1,1 1 1,-21 18-1,39-30-137,-1 0-1,1 0 1,0 0 0,0 1-1,0-1 1,0 0-1,1 0 1,-1 0 0,0 1-1,0-1 1,1 0-1,-1 1 1,1-1 0,-1 0-1,1 1 1,0-1-1,-1 1 1,1-1 0,0 3-1,0-3-5,1 0 0,-1 0-1,1 0 1,-1 0 0,1 0 0,-1 0-1,1 0 1,0 0 0,-1 0 0,1-1-1,0 1 1,0 0 0,-1 0 0,1-1-1,0 1 1,0 0 0,0-1 0,0 1-1,2 0 1,4 2-10,1-1 0,0 1 0,0-2 0,0 1 0,11 0 1,32 2 56,-30-3-24,0 0 0,0 1 0,-1 1 0,1 1 0,-1 1 0,0 1 0,23 10 0,-42-16-5,-1 0 0,1 0 0,0 1 1,-1-1-1,1 0 0,0 0 0,-1 1 1,1-1-1,-1 1 0,1-1 1,-1 0-1,1 1 0,-1-1 0,1 1 1,-1 0-1,1-1 0,-1 1 0,0-1 1,1 1-1,-1-1 0,0 1 0,1 0 1,-1-1-1,0 1 0,0 0 0,0-1 1,1 1-1,-1 0 0,0 0 1,0-1-1,0 1 0,0 0 0,0-1 1,0 1-1,-1 0 0,1-1 0,0 1 1,0 0-1,0-1 0,-1 1 0,1 0 1,0-1-1,-1 1 0,1-1 1,0 1-1,-1 0 0,1-1 0,-1 1 1,1-1-1,-1 1 0,1-1 0,-1 0 1,1 1-1,-1-1 0,0 1 0,1-1 1,-1 0-1,0 0 0,0 1 1,-42 19 1043,41-19-975,-166 60 1868,168-74-16027,16-4 6377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5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25 4258,'2'1'19753,"5"2"-17053,-6-4-2687,0 1 1,1-1 0,-1 0-1,0 0 1,0 0-1,0 0 1,0 0 0,0-1-1,0 1 1,0 0-1,0 0 1,0-1-1,0 1 1,-1 0 0,1-1-1,-1 1 1,1-1-1,-1 1 1,1-1 0,-1 1-1,0-3 1,7 68 1296,-7-60-1298,0-2-15,0 1-1,0-1 0,1 1 1,-2-1-1,1 1 0,0-1 1,0 1-1,-1-1 0,0 1 0,1-1 1,-1 1-1,0-1 0,0 0 1,0 1-1,-1-1 0,1 0 0,0 0 1,-1 0-1,-3 4 0,3-3-441,-1 0 0,1 0 1,0 1-1,0-1 0,0 1 0,0 0 0,1-1 0,-1 1 0,0 5 0,-6 13-4245,-4-4-5185,4-12 743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5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8884,'0'0'14279,"58"-31"-14359,-53 46-369,-5 5-2112,0 1-2145,0-2-4050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5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4418,'0'0'2735,"19"1"386,85 3 1235,102 2-161,-205-8-4180,-6-1-41,-21-9 149,-1 2 1,0 0-1,0 2 1,-1 2-1,0 0 0,-1 2 1,-56-2-1,85 6-79,-1 0 0,0 1 1,1-1-1,-1 0 0,1 1 0,-1-1 0,1 0 0,-1 1 1,1-1-1,-1 1 0,1-1 0,-1 0 0,1 1 0,0-1 1,-1 1-1,1 0 0,0-1 0,-1 1 0,1-1 0,0 1 0,0-1 1,0 1-1,-1 0 0,1-1 0,0 1 0,0 0 0,0-1 1,0 1-1,0-1 0,0 1 0,0 0 0,0-1 0,0 1 1,1 0-1,-1-1 0,0 1 0,0-1 0,0 1 0,1 0 1,10 29 466,3-13-432,0-1-1,1 0 1,27 21 0,-12-11-343,-16-13-815,1-1 0,23 15 0,-28-22-329,-1 0-1,1 0 1,13 4-1,23 3-5911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0 132 1825,'0'0'22856,"5"4"-22283,115 135 2367,-119-138-2939,-1 0-1,1-1 1,-1 1 0,1-1-1,0 1 1,-1-1 0,1 1-1,0-1 1,-1 0-1,1 1 1,0-1 0,-1 0-1,1 1 1,0-1-1,0 0 1,0 0 0,-1 0-1,1 0 1,0 0 0,0 0-1,0 0 1,-1 0-1,1 0 1,0 0 0,0 0-1,-1 0 1,1 0-1,0-1 1,0 1 0,-1 0-1,1-1 1,0 1 0,-1 0-1,1-1 1,0 1-1,-1-1 1,1 1 0,0-1-1,-1 1 1,1-1-1,-1 0 1,1 1 0,-1-1-1,0 0 1,1 1 0,-1-1-1,0 0 1,1-1-1,16-42-75,-15 38 59,16-64-14,-14 49 57,1 0-1,1 1 1,1-1 0,1 1 0,11-20 0,-13 35-2268,17 5-12469,-21 0 14002,19 3-9033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6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99 2993,'0'0'16512,"12"6"-15271,9 5-961,2 0 0,-1-2 0,1-1 0,0 0 0,1-2 0,0-1 0,37 4 1,-40-8-345,-15-1-9,0 1 0,1-1-1,-1 0 1,1-1 0,9-1-1,-15 1 62,0 1-1,1-1 1,-1 1-1,1-1 0,-1 0 1,0 1-1,0-1 1,1 0-1,-1 0 1,0 0-1,0 0 1,0 0-1,0 0 1,0 0-1,0 0 1,0-1-1,0 1 0,-1 0 1,1-1-1,0 1 1,-1 0-1,1-1 1,-1 1-1,1-1 1,-1 1-1,0 0 1,0-1-1,0-2 0,1-3 3,0-1 0,-1 0-1,0 0 1,0 0 0,-1 0-1,-2-10 1,2 14 21,-1 1 0,1 0 0,-1-1 0,1 1 0,-1 0 0,0 0 0,0 0 0,0 0 0,-1 1 0,1-1 0,-1 1 0,1-1 0,-1 1 0,0 0 0,0 0 0,-4-3 0,-3 1 112,0 1 0,0-1 1,0 1-1,0 1 0,-1 0 0,1 1 0,-1 0 0,1 0 1,-1 1-1,-13 1 0,1 0 195,16-1-211,1 0 0,-1 0 0,0 1 0,0 0 0,1 1 0,-1-1 0,1 1 1,0 0-1,-1 1 0,1 0 0,0 0 0,0 0 0,0 1 0,1 0 0,-1 0 0,-8 8 0,9-6 31,1 0 0,-1 0 0,1 0-1,0 1 1,0 0 0,1 0 0,0 0 0,0 0-1,0 0 1,1 0 0,1 1 0,-1-1-1,1 1 1,-1 12 0,2-13-101,-1 0 1,1 0-1,0 1 0,0-1 1,1 0-1,0 0 1,1 0-1,-1 0 0,1 0 1,0 0-1,1 0 0,0-1 1,0 1-1,0-1 0,1 0 1,0 0-1,0 0 0,1 0 1,-1-1-1,1 0 0,1 0 1,-1 0-1,1 0 0,-1-1 1,8 4-1,0 0-27,0-1-1,0-1 1,1 0 0,0-1-1,0-1 1,0 0 0,1 0-1,22 1 1,14-1-904,58-3 0,-63-1-516,30-4-3234,-60 1 1493,0-1 0,19-8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0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78 2945,'0'0'3514,"5"-8"-3125,-1 0-147,-1 2 33,0 1 1,1 0-1,-1 1 0,1-1 1,0 0-1,5-4 0,-30 30 6708,8-9-6366,0 1 1,0 1-1,2 0 0,-14 19 0,11-7-383,1 0 0,1 0 0,2 1 0,0 0 0,2 1 0,-9 52 0,10-25-39,2 1 0,4 91-1,3-133-187,-1 1 0,2 0 0,0 0 0,0-1 0,2 0 0,0 0-1,0 0 1,1 0 0,1-1 0,0 0 0,1 0 0,13 15 0,-13-18 0,0-1 0,1 1 1,0-2-1,1 1 1,0-1-1,0-1 0,1 0 1,0 0-1,0-1 1,1 0-1,-1-1 0,1-1 1,0 0-1,25 5 1,1-4 74,0-2 0,1-2 1,-1-2-1,0-1 1,0-2-1,0-1 0,70-20 1,-55 9-29,-1-3-1,0-3 1,-1-1 0,84-53 0,-114 62-48,-1 0 1,-1-1-1,35-34 0,-47 41 33,-1 1 0,0-1-1,0 0 1,-1-1 0,0 0-1,0 1 1,-1-1 0,0-1-1,0 1 1,-1-1 0,-1 1-1,3-16 1,-3 11 71,-1-1-1,0 1 1,-1 0-1,0 0 1,-1 0 0,-1-1-1,0 1 1,-1 0-1,0 1 1,-2-1 0,1 1-1,-2-1 1,-8-16-1,-1 7 43,-1 1-1,-1 0 0,0 1 1,-2 1-1,0 1 0,-2 0 1,0 2-1,-1 0 1,0 1-1,-1 2 0,-26-13 1,19 13-34,0 2 0,0 0 1,-1 2-1,-1 2 0,0 1 1,0 1-1,0 2 0,-63-1 1,88 5-141,0 0 0,-1 1 0,1-1 0,0 2 1,0-1-1,0 1 0,0 0 0,1 0 0,-1 1 1,1 0-1,-11 6 0,13-5-241,-1-1-1,1 1 0,0 0 1,0 0-1,1 1 1,-1-1-1,1 1 0,0 0 1,0 0-1,0 0 1,1 0-1,0 0 0,0 0 1,-2 11-1,-3 24-4970,6-1-3365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1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672 147 0,'0'0'4535,"4"-4"-3318,16-13-11,-5 3 5745,2-6-4869,3-3-1866,-15 18-168,-1 0 0,1 0-1,-1 0 1,0-1-1,0 0 1,3-7-1,-1-11 5468,-20 39-4048,10-13-1215,-126 125 3718,109-103-3446,1 1 0,1 1 0,-27 48 0,-27 92 587,-11 19-429,9-53-119,-98 131 0,155-235-561,0 1-1,2 0 1,1 1-1,-11 34 1,25-62-59,0 0 0,1 0 0,-1 0 0,1 0 0,-1 0 0,1 0 0,0 0 0,0 0 0,0 0 1,0 0-1,0 0 0,0 0 0,2 4 0,-1 2-1408,-1-4 572,0-1 1,1 0 0,-2 1-1,1-1 1,0 0 0,-1 1-1,0-1 1,0 0 0,0 1-1,0-1 1,0 0 0,0 0-1,-1 0 1,-3 5 0,-14 15-9905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2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564 276 10533,'-22'0'3649,"15"0"-3337,-11 0 523,-1 0-1,0 2 1,1 0 0,-1 0 0,1 2 0,0 0 0,-27 11-1,18-3 35,0 1-1,1 1 0,0 2 1,2 0-1,0 2 0,0 0 0,-34 38 1,45-42-739,0 1 1,1 1-1,1 0 0,1 0 1,1 1-1,0 1 0,1 0 1,0 0-1,2 0 1,0 1-1,1 0 0,-4 35 1,6-35-102,2 0 1,-1 1-1,2-1 1,1 1 0,0-1-1,1 0 1,2 0-1,0 0 1,0 0 0,10 23-1,-1-16-83,1 0-1,1-1 1,1 0 0,1-1-1,1-1 1,2-1-1,0 0 1,1-2 0,1 0-1,0-2 1,2 0-1,0-2 1,1 0-1,1-2 1,0-1 0,1-1-1,0-1 1,1-1-1,0-2 1,0 0 0,1-3-1,31 4 1,-31-7-178,52-2-1,-70-1 215,-1-1 0,0 0-1,0 0 1,0 0 0,0-2-1,-1 1 1,1-1 0,13-8-1,-2-2 40,0-1-1,-1-1 1,-1-1-1,-1-1 1,19-23-1,73-107 111,-73 92-21,43-85 0,-67 115-75,-1-2 0,-2 0 0,-1 0-1,-1-1 1,7-50 0,-12 50 81,-1 0 0,-2-41 0,-1 57-9,-1 1 1,0 0 0,0 0 0,-1 0 0,-1 0 0,0 0 0,-1 1-1,-6-14 1,-4 1 40,-1 0 0,-1 2 0,-1 0 0,-1 0 0,-35-29 0,-118-79-5201,139 106 2396,-5-8-4917,12-5-5472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7828,'0'0'11413,"59"36"-12678,-42-15-1648,2-2-2450,8-5-2144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10005,'0'0'8740,"-25"69"-9269,31-50-2800,5 4-3554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0 9092,'0'0'12854,"-92"115"-13174,92-85-2177,0 5-1825,0 7-2481,4 4-1201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3890,'0'0'10789,"-88"118"-7748,81-110-1040,5-8-544,2 6-1457,0-2-80,0 9-1617,0 4-1409,0-1-2144,2 1-2241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7 12166,'0'0'11093,"-46"-6"-12262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7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2849,'0'0'16701,"0"10"-15116,16 124 2543,-1-12-2024,-10-17-1439,-5-66-596,3 0 0,0-1 1,13 56-1,-15-89-66,1-1 1,-1 1-1,1 0 0,0-1 1,0 0-1,0 1 0,1-1 1,-1 0-1,1 0 0,0 0 0,0 0 1,1-1-1,-1 1 0,6 3 1,-4-4-2,0 0 0,0-1 0,1 1-1,-1-1 1,1-1 0,-1 1 0,1-1 0,0 0 0,-1 0 0,1 0 0,0-1 0,7 0 0,17 0 18,1-1 0,-1-2 0,0-1 1,55-14-1,1-8 61,-1-4 0,124-63 0,-200 89-510,9-5 1554,-14 6-2775,-9 1-3436,-15 2-2699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9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432 62 2449,'0'0'13804,"0"-10"-12102,0-30-221,0 39-1444,0 1 0,0 0 0,0-1 0,0 1 0,0 0 0,0-1 0,0 1 0,0-1 0,0 1 0,0 0 0,0-1 0,0 1 0,0 0 0,0-1 0,0 1 0,0-1 0,-1 1 0,1 0 1,0-1-1,0 1 0,0 0 0,-1-1 0,1 1 0,0 0 0,0 0 0,-1-1 0,1 1 0,0 0 0,-1 0 0,1-1 0,0 1 0,-1 0 0,1 0 0,0 0 0,-1 0 0,1-1 0,0 1 1,-1 0-1,1 0 0,-1 0 0,1 0 0,0 0 0,-1 0 0,1 0 0,0 0 0,-1 0 0,1 0 0,-1 0 0,1 0 0,0 1 0,-1-1 0,1 0 0,-1 0 0,-1 1 212,-6-1-140,-1 2 0,1-1 1,0 1-1,-1 0 1,1 1-1,0 0 0,1 0 1,-1 0-1,0 1 1,-10 8-1,-11 8 73,-30 27 0,58-46-170,-19 16 95,1 2-1,0 0 1,2 1-1,0 1 1,2 0 0,0 1-1,1 1 1,1 0-1,-9 26 1,10-18-49,1 1 1,2 0-1,2 0 1,0 1-1,2 0 1,-1 60-1,6-82-54,0 1 0,0-1 1,1 1-1,1-1 0,0 1 0,0-1 0,1 0 0,1 0 0,0 0 0,0-1 0,1 1 0,0-1 0,1 0 0,0 0 0,1-1 0,0 0 0,0 0 0,1 0 1,0-1-1,10 8 0,-1-3-2,1 0 1,1-2 0,0 0 0,0-1 0,1 0-1,0-2 1,1 0 0,-1-2 0,2 0 0,34 4-1,4-3 23,1-2-1,97-6 1,-123-2-18,1-1 1,-1-2 0,0-1-1,0-2 1,-1-1-1,64-29 1,-73 27-4,0-1 0,-1-1-1,0-1 1,-2-2 0,1 0 0,-2-1-1,-1-1 1,0-1 0,24-31-1,-34 36 3,-1-1 0,-1 0 0,0-1-1,-1 0 1,0 0 0,-2 0 0,0-1-1,-1 0 1,-1 0 0,0 0 0,-2 0-1,0-30 1,-1 35 26,0 0 0,-1-1 0,0 1 0,-1 0 0,-1 0 0,0 0 0,-1 1 0,0-1 0,-1 1 0,0 0 0,-1 0 0,-1 0 0,1 1 0,-2 0 0,0 0 0,0 1 0,-1 0 0,-12-11 0,-3 1 59,0 1 1,-2 1-1,0 1 0,-1 1 0,-1 1 0,0 2 0,-1 0 0,0 3 0,-1 0 0,0 2 0,-1 1 0,0 1 0,0 2 0,0 1 0,-50 1 0,75 3-298,1 0 0,-1-1 0,1 2 0,-1-1 1,1 1-1,-1-1 0,1 2 0,0-1 0,0 0 0,0 1 0,-6 4 0,1 1-1333,0 1 0,0 1-1,-14 16 1,-14 21-6106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9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556 107 3618,'0'0'12093,"24"-12"-7173,-15 6-4781,0 0 1,-1 0 0,0-1-1,0 0 1,0 0-1,-1-1 1,0 0 0,9-14-1,-15 22-69,-1-1 0,1 1-1,-1-1 1,0 1 0,1-1-1,-1 0 1,0 1-1,1-1 1,-1 1 0,0-1-1,0 0 1,0 1 0,0-1-1,1 0 1,-1 1 0,0-1-1,0 1 1,0-1-1,0 0 1,0 1 0,0-1-1,-1 0 1,1 1 0,0-2-1,-13 0 2443,-22 15-799,14 0-1314,1 2 1,0 0-1,1 2 1,1 0 0,0 1-1,2 0 1,0 2-1,1 0 1,0 0-1,-17 37 1,-6 21-118,-47 140 0,64-159-327,-17 46 45,-142 361 0,166-438 0,8-18 0,1 1 0,1 0 0,0 0 0,0 0 0,-2 13 0,5-20-59,2-5-108,-1 1-1,1-1 0,-1 0 0,1 0 1,-1 1-1,1-1 0,0 1 0,-1-1 1,1 0-1,0 1 0,-1-1 0,1 1 1,0-1-1,0 1 0,0 0 0,-1-1 0,1 1 1,0 0-1,0-1 0,0 1 0,1 0 1,18-4-5075,-11 3-1081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00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623 195 7443,'0'0'5696,"-21"0"-2169,10-1-3025,1 0-219,1 1 1,-1 0 0,0 0 0,1 1 0,-1 1 0,1-1 0,-1 1 0,1 1 0,0 0 0,0 0 0,0 1 0,0 0 0,-13 8 0,-10 13 598,1 1 1,1 1-1,2 2 0,0 1 0,-42 61 1,33-33 8,2 1-1,-45 103 1,64-123-579,2 1-1,2 0 1,-12 72-1,19-83-261,2 0 0,2 0 0,0 0 0,2 0 0,1 0 0,8 36 0,-5-46-56,1-1 0,1 0-1,1 0 1,0-1 0,1 0 0,1 0 0,1-1 0,0-1 0,1 0 0,0 0 0,2-1 0,-1 0-1,2-2 1,0 1 0,0-2 0,1 0 0,1-1 0,-1-1 0,2 0 0,33 12 0,-29-15-13,1-1 0,0-1 1,0-1-1,0-1 0,0-1 1,0-1-1,0-1 0,0-1 1,0-1-1,0-1 0,-1-1 1,1-1-1,-1-1 0,0-1 1,-1 0-1,0-2 0,-1-1 1,37-24-1,-1-7 38,-2-1 0,-2-3 0,-1-3 0,-3-1-1,-2-3 1,-3-1 0,-1-2 0,-4-2 0,-2-2 0,53-120 0,-75 146-34,-2-1-1,-1-1 1,-2 0-1,-1-1 1,-2 1-1,-2-1 1,-1 0 0,-3-46-1,0 72 44,-1-1-1,0 1 0,-1 0 1,-1-1-1,1 1 0,-2 0 1,1 0-1,-1 1 0,-1-1 1,0 1-1,-1 0 0,0 0 1,0 0-1,-1 1 0,0 0 1,-1 0-1,0 1 0,0 0 1,-1 1-1,0-1 0,0 2 1,-1-1-1,-11-5 1,-6-3 145,-1 2 1,-1 1-1,1 1 1,-2 2-1,1 1 1,-2 1 0,-33-4-1,-27 3 43,-99 3-1,182 5-281,-23 1 199,30-1-163,1 0 0,-1 0 0,0 0 0,1 0 0,-1 0 0,0 0 0,1 0 0,-1 0 0,0 1 0,1-1-1,-1 0 1,0 0 0,1 1 0,-1-1 0,1 0 0,-1 1 0,1-1 0,-1 0 0,1 1 0,-1-1 0,1 1 0,-1-1-1,1 1 1,-1-1 0,1 1 0,0 0 0,-1-1 0,1 1 0,-1 1 0,8-1-2096,4-1 692,0-1 1,0 0-1,0 0 1,0-1 0,0 0-1,16-7 1,40-27-8414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23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4770,'0'0'12675,"9"-4"-11186,3 0-606,1 1 0,-1-1 0,1 2 0,0 0 0,20 0 0,71 2 1841,50 0-2982,-153 0 143,0 0 0,0 0 1,0 0-1,0 0 0,0 0 1,0 0-1,0 0 1,0 0-1,0 1 0,0-1 1,0 0-1,0 1 1,0-1-1,0 1 0,0-1 1,0 1-1,0-1 1,0 1-1,0 0 0,-1-1 1,1 1-1,1 1 0,-2-1-135,0 0 0,0 0 0,0 0 0,0 0 0,0 0 0,0 0 0,0 0 0,0 0 0,-1 0 0,1 0 0,0 0 0,-1 0 0,1 0 0,-1 0 0,1 0 0,-1 0 0,1-1 0,-1 1 0,1 0 0,-1 0 0,0 0 0,0-1 0,1 1 0,-1 0 0,0-1 0,0 1 0,-1 0 0,-39 23-8999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47.6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1313,'0'0'12907,"10"0"-10719,213-1 6959,-161 2-10776,-3-1-4283,-49 0-977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6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15 4114,'0'0'11635,"5"0"-9851,14-2-588,-14-2 4025,-18 2-2337,-172-4-1769,158 6-1099,17 0-66,0 0 1,0 1 0,-14 2-1,22-2 33,1-1 0,-1 0 0,1 0 0,-1 1-1,1-1 1,-1 1 0,1-1 0,-1 1-1,1 0 1,-1 0 0,1 0 0,0-1 0,-1 1-1,1 0 1,0 1 0,0-1 0,0 0 0,0 0-1,0 0 1,0 1 0,0-1 0,0 1-1,0-1 1,0 0 0,1 1 0,-1-1 0,1 1-1,-1 0 1,1-1 0,0 3 0,0-3-61,0 0 0,0 0 0,0 1 0,1-1 0,-1 0 0,1 0 0,-1 0 0,1 0 0,-1 0 1,1 0-1,0 1 0,-1-1 0,1-1 0,0 1 0,0 0 0,0 0 0,0 0 0,0 0 0,2 1 0,24 12-437,-21-11 417,44 20-324,-13-7 180,-1 1 0,0 2 0,-1 2 0,46 35-1,-80-55 218,1 0 1,0 0-1,-1 0 0,1 1 0,-1-1 0,0 1 0,1-1 0,-1 1 0,0-1 0,0 1 0,0 0 1,0-1-1,0 1 0,0 0 0,-1 0 0,1 0 0,-1 0 0,1 0 0,-1 0 0,0-1 0,1 1 1,-1 0-1,0 0 0,0 0 0,-1 2 0,0-1 88,0 0 0,-1-1 0,1 1 0,-1-1 0,0 0 0,1 0 0,-1 1 0,0-1 0,0 0 0,-1 0 0,1-1 0,0 1 0,-1 0 0,1-1 0,-5 3 0,1-1 87,-104 51 1483,94-47-1524,-2 0 0,1-2 0,-1 0 0,-28 5 1,45-10-263,1 0 0,-1 0 1,1 0-1,0 0 1,-1 0-1,1 0 0,0 0 1,-1 0-1,1 0 0,0 0 1,-1 0-1,1 0 1,0 0-1,-1 0 0,1 0 1,0-1-1,-1 1 1,1 0-1,0 0 0,-1 0 1,1 0-1,0-1 0,-1 1 1,1 0-1,0 0 1,0-1-1,-1 1 0,1 0 1,0 0-1,0-1 1,0 1-1,-1 0 0,1-1 1,0 1-1,0 0 0,0-1 1,0 1-1,0 0 1,0-1-1,0 1 0,-1-1 1,6-15-6812,10-6-1267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6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0 14343,'0'0'9028,"-17"126"-8420,11-103-176,4-6-224,-2-3-208,-5-5-16,7-3-1040,-4-4-1601,2-2-1745,-2 0-5651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6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14519,'0'0'4610,"19"27"-17112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609 346 5859,'0'0'5298,"5"-21"-3406,15-69 861,-19 82-2342,0 0-1,0 0 1,0 0 0,-1 0 0,-1 0-1,1 0 1,-1 0 0,0 0 0,-1 1-1,0-1 1,0 0 0,-1 1 0,0-1-1,-4-6 1,3 7-186,-1 0 0,0 0 0,0 1 0,-1-1 0,1 1 0,-2 1 0,1-1 0,0 1 0,-1 0 0,0 1 0,-12-7 0,4 5-81,0 0-1,0 1 0,-1 0 0,1 1 0,-1 1 0,0 1 0,0 0 1,0 1-1,0 0 0,0 2 0,-1 0 0,-22 4 0,27-2-108,-1 1 0,1 0 0,0 1 0,1 1 0,-1 0 0,1 0-1,0 1 1,1 0 0,-1 1 0,2 0 0,-1 1 0,1 0 0,0 0 0,-11 17 0,6-6 53,1 0 1,1 0-1,1 1 1,1 1 0,1 0-1,0 0 1,-5 26 0,4 2 187,1 1 0,-3 95 1,15 105 388,-3-249-663,7 117 54,0 52-120,-5-119-71,-1-28-45,-1-1 0,-4 36 0,-3-43-2704,7-15 2686,-1-1 0,1 0 1,0 0-1,0 0 0,0 1 1,-1-1-1,1 0 0,0 0 1,0 0-1,-1 1 0,1-1 1,0 0-1,0 0 0,-1 0 1,1 0-1,0 0 1,-1 0-1,1 0 0,0 1 1,0-1-1,-1 0 0,1 0 1,0 0-1,-1 0 0,1 0 1,0 0-1,-1-1 0,1 1 1,0 0-1,0 0 0,-1 0 1,1 0-1,0 0 0,-1 0 1,1 0-1,0-1 0,0 1 1,-1 0-1,1 0 0,0 0 1,0-1-1,0 1 0,-1 0 1,1 0-1,0-1 0,0 1 1,0 0-1,0 0 0,-1-1 1,1 1-1,0 0 0,0 0 1,0-1-1,0 1 1,0 0-1,0-1 0,0 1 1,0 0-1,0-1 0,0 1 1,0 0-1,0 0 0,0-1 1,0 1-1,-6-29-8638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10645,'0'0'11125,"125"0"-11125,-85 17-208,6-9-2081,0-4-2161,0-4-4850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1 10661,'0'0'16826,"-3"25"-16028,0-8-523,-5 41 1204,-17 65 0,-1-32-338,8-34-1105,3 0 0,-11 90 0,25-146-83,1 1 1,-1-1-1,1 1 1,0-1-1,0 1 1,0 0-1,0-1 0,0 1 1,0-1-1,0 1 1,1-1-1,-1 1 1,1 0-1,-1-1 1,1 0-1,-1 1 0,1-1 1,0 1-1,0-1 1,1 2-1,0-2-198,1 0-1,-1 0 1,0-1-1,1 1 1,-1-1-1,1 1 1,-1-1 0,0 0-1,1 0 1,-1 0-1,4-1 1,2 1-119,-5 0-78,0 0 0,1-1 1,-1 1-1,1-1 1,-1 0-1,0 0 0,1 0 1,-1 0-1,0 0 1,0-1-1,0 1 0,0-1 1,0 0-1,0 0 0,0 0 1,4-4-1,13-22-6892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2289,'0'0'17144,"117"-8"-13687,-56 8-2320,6 0-1057,0 0-80,6 0-2001,8 0-2945,-1-9-6531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8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636 0 10981,'0'0'12059,"-19"5"-10616,13-4-1304,-13 3 338,1 1 0,0 1 0,0 0 1,0 1-1,1 1 0,-28 17 0,-1 6 273,2 2 1,1 2-1,2 1 0,1 2 0,-57 71 1,79-85-728,2 0 0,0 2 1,1-1-1,2 2 0,0 0 1,2 0-1,1 1 0,2 1 1,0-1-1,2 1 0,1 1 1,-1 34-1,5-37-23,1 0 0,4 29 0,-2-44 0,0-1 0,1 0 0,0 0 0,1 0 0,0 0 0,1 0 0,7 12 0,-1-5 7,1-1-1,1-1 1,0 0-1,1 0 1,1-2 0,0 0-1,1 0 1,1-2-1,0 0 1,0-1-1,27 13 1,-19-13-116,0-1 0,1-1 0,0-1 0,0-2 0,1 0 0,0-2 0,0-1 0,34 0 0,-71-16-11685,-12-3-1218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0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293 723 8436,'0'0'14062,"0"-3"-12869,0 2-1084,0 0 0,0 1 0,0-1 1,-1 0-1,1 1 0,0-1 0,0 1 0,0-1 0,-1 1 1,1-1-1,0 1 0,-1-1 0,1 1 0,0-1 1,-1 1-1,1-1 0,-1 1 0,1-1 0,-1 1 0,1 0 1,-1-1-1,1 1 0,-1 0 0,1-1 0,-2 1 0,-21-5 916,-32 8-945,49-2 29,-9 1-102,0 0 0,0 2 0,1 0 0,0 0 1,0 1-1,0 1 0,0 1 0,1 0 0,0 0 0,-20 16 0,30-20-26,1-1 1,0 1-1,0-1 0,0 1 1,0 0-1,0 0 1,0 0-1,0 0 1,1 0-1,-2 5 0,3-8 5,-1 1-1,1 0 0,0 0 0,0 0 0,0 0 0,0-1 1,-1 1-1,1 0 0,0 0 0,1 0 0,-1 0 0,0 0 0,0 0 1,0 0-1,0-1 0,1 1 0,-1 0 0,0 0 0,1 0 0,-1-1 1,0 1-1,1 0 0,-1 0 0,1-1 0,0 1 0,-1 0 1,1-1-1,-1 1 0,1-1 0,0 1 0,0-1 0,-1 1 0,1-1 1,0 1-1,0-1 0,0 1 0,-1-1 0,1 0 0,0 0 1,0 0-1,0 1 0,0-1 0,0 0 0,1 0 0,17 1-13,-1 0-1,1-1 1,-1-1-1,1-1 1,-1-1-1,1 0 0,-1-1 1,0-1-1,-1-1 1,1-1-1,-1 0 1,0-1-1,-1-1 1,23-15-1,-15 6-200,0 0-1,-2-2 1,0 0 0,-2-2 0,0 0-1,-2-1 1,0-1 0,23-41 0,13-41 254,-4-2 1,60-195 0,-107 288 2435,-13 25-514,4-2-2351,-15 20 486,1 0 0,2 2 0,0 0 0,3 1 0,0 0 0,2 2 0,1-1 0,-12 57 0,10-17-521,4 0 1,2 0-1,3 87 1,5-157 192,0-1 1,0 1-1,0 0 0,0-1 1,0 1-1,0-1 0,0 1 1,0-1-1,1 1 0,-1-1 1,1 1-1,-1-1 0,1 0 1,-1 1-1,1-1 1,0 0-1,1 2 0,0-2-326,0 0-1,-1 0 1,1-1-1,0 1 1,0-1-1,0 1 1,0-1-1,0 0 1,0 1-1,0-1 1,0 0-1,4-1 1,31 1-7434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0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13 6467,'0'0'19833,"-21"-3"-17776,3 0-1662,11 1-277,-1 0-1,1 1 1,-1 0 0,1 1 0,-1-1-1,1 1 1,-1 1 0,1 0-1,-1 0 1,1 0 0,-1 1 0,1 0-1,0 0 1,0 1 0,-8 4-1,3-2 136,1 2 0,0 0 0,1 0 0,0 1 0,-14 13 0,20-17-240,1 0-1,-1 0 0,1 1 0,0-1 0,1 1 0,-1 0 1,1 0-1,0 0 0,0 0 0,0 0 0,1 0 0,0 1 1,0-1-1,0 0 0,0 10 0,1-13-19,0-1-1,1 0 1,-1 0 0,0 0-1,1 0 1,-1 0-1,1 0 1,-1 0 0,1-1-1,0 1 1,-1 0-1,1 0 1,0 0 0,-1 0-1,1-1 1,0 1-1,0 0 1,0-1 0,0 1-1,0-1 1,0 1-1,0-1 1,0 1 0,0-1-1,0 1 1,0-1-1,0 0 1,0 0 0,0 0-1,0 0 1,0 1 0,1-2-1,44 2-190,-34-1 128,-2 0 68,0 0 0,0-1 0,0 0 0,-1-1 1,1 0-1,0-1 0,-1 0 0,1 0 0,-1-1 0,0 0 1,0-1-1,0 0 0,-1 0 0,0-1 0,0 0 0,0 0 0,-1-1 1,1 0-1,-2 0 0,1-1 0,-1 0 0,6-9 0,-13 24 102,0 0-1,1 0 1,0 0 0,2 12-1,-1-8-50,0-2-180,0 0-1,0 0 1,1-1 0,0 1-1,0-1 1,1 0 0,0 1-1,1-1 1,0-1 0,0 1-1,7 9 1,-7-12-297,0-1-1,0 1 1,0-1 0,1 0 0,0 0-1,-1-1 1,9 5 0,-8-5-329,0-1 1,0 0-1,1 0 1,-1 0-1,0 0 1,1-1-1,0 0 1,8 0-1,29 0-6470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0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1 18745,'0'0'11061,"-111"144"-10181,103-69-48,6 9 161,2 2-737,0-5-256,0-10 0,0-8 0,-4-11-64,0-12-1073,-7-11-399,1-8-1089,-5-11-1121,-4-10-1937,-4 0-5650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1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13574,'0'0'2540,"25"-3"181,-10 2-2126,163-11 4829,113 12-2046,-290 0-2421,-21 9 212,-8 3-1074,0 2 1,-49 33-1,64-38-104,0 1-1,0 1 1,1 0-1,0 1 1,1 0-1,1 1 1,-12 16 0,21-26-40,-1-1 0,0 1 0,1 0 0,-1 0 0,1-1 0,0 1 0,0 0 0,0 0 0,1 0 0,-1 0 0,1 0 0,-1 0 0,1 0 0,0 1 0,0-1 0,0 0 0,1 0 0,-1 0 1,1 0-1,0 3 0,1-4 19,-1 0 1,0 0 0,1 0 0,0 0 0,-1 0-1,1-1 1,0 1 0,0-1 0,0 1 0,0-1-1,0 0 1,0 1 0,0-1 0,0 0 0,1-1-1,-1 1 1,0 0 0,1-1 0,-1 1 0,0-1-1,1 0 1,-1 1 0,1-1 0,2-1 0,12 2 31,0-2 0,0 0 0,0-1 1,0-1-1,0 0 0,28-10 1,-33 8 61,-1 1 0,-1-2 1,1 1-1,-1-1 0,0-1 0,0 0 1,0 0-1,-1-1 0,-1-1 0,13-13 1,-11 2 1523,-11 18-192,-7 13-1147,3-1-321,0 0 0,0 1-1,1 0 1,0 0 0,1 0 0,0 0 0,-1 14-1,3-17-651,0-1-1,1 1 0,0 0 1,0 0-1,1 0 0,3 14 0,-3-19 186,0-1 0,0 1 0,0-1-1,1 1 1,-1-1 0,1 0-1,-1 0 1,1 1 0,0-1 0,0 0-1,0-1 1,0 1 0,0 0 0,0-1-1,1 1 1,-1-1 0,1 1-1,-1-1 1,1 0 0,-1 0 0,4 0-1,34 9-8645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1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13702,'0'0'9012,"-122"119"-7475,85-77-1313,-3-2-224,0-1-1937,-4-7-5874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4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4466,'0'0'15042,"8"9"-13106,44 49 652,-3 2-1,82 131 0,51 162-152,-163-310-2316,-1 1 1,-3 1-1,11 53 0,-22-82-78,-2 0 0,1-1 0,-2 1 0,0 1 0,-1-1 0,-1 0 0,-1 0 0,0 0 0,0-1 0,-2 1 0,0 0 0,-1-1 0,-7 17 0,2-15-29,-1 1-1,0-1 0,-2-1 1,1 0-1,-2 0 0,-20 17 1,-102 73-19,14-13 9,119-90-2,1-2 0,0 1 0,0 0 0,0-1 0,1 1 0,-1 0 0,0 0 0,1 0 0,-1 0 0,1 0 0,0 1 0,-2 3 0,4-6-597,0 1 1,1-1-1,-1 0 1,0 0-1,0 0 1,0 1-1,1-1 1,-1 0-1,0-1 1,0 1-1,0 0 1,1 0-1,-1 0 0,2-1 1,4-5-8624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38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1505,'0'0'12635,"7"15"-10698,38 68 1366,12 7 5273,6 9-7156,66 183 1266,-35-70-1981,43 39-705,-119-223 0,1-1 0,2-1 0,1-1 0,0-1 0,2-1 0,44 33 0,-43-43 0,-21-11 0,-1-1 0,1 1 0,0 0 0,-1 0 0,1 0 0,-1 0 0,0 1 0,0-1 0,0 1 0,5 5 0,-2 5 0,-4-9 0,0 1 0,0-1 0,1 0 0,-1 0 0,1 0 0,0 0 0,0 0 0,0-1 0,0 1 0,7 4 0,18 13-2513,2-2-7521,-8-5 603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39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753 430 11397,'0'0'3180,"-25"-3"3,-1 0-2267,-16-2 676,1 2-1,-56 2 1,66 3-1049,0 2 0,0 0-1,1 3 1,0 0 0,0 2 0,1 1 0,0 1 0,0 2 0,2 1 0,-1 1 0,-44 33 0,61-38-389,0 0-1,1 1 1,1 0 0,-1 0 0,2 1 0,0 1-1,0-1 1,1 1 0,1 0 0,0 1 0,-6 20 0,7-15-109,0 0 0,2 1 0,0-1 0,1 0 0,1 1 0,1-1 0,1 1 0,3 20 0,-2-30-38,0 1 0,1-1 0,0 0 0,1 0 0,0 0-1,0 0 1,1-1 0,0 0 0,13 17 0,-7-14-4,0 0 1,0-1 0,1 0-1,0-1 1,1 0 0,14 8-1,0-3-42,1-1 0,1-1-1,0-2 1,0-1 0,1-1-1,41 7 1,-25-8-97,0-3 0,0-2 0,1-1 0,-1-3 0,52-7 0,-60 2 92,-1-1 0,-1-2 0,0-1 0,0-2 1,-1-2-1,59-31 0,-61 25 61,-1-1 1,0-1-1,-2-2 1,-1 0-1,-1-3 0,-1 0 1,-1-2-1,33-48 1,-46 57 62,0-1 0,-2 0 0,-1-1 0,-1 0 0,0-1 0,6-30 0,-11 35 40,-1-1 0,-1 1 0,-1-1-1,0 1 1,-2-1 0,0 1 0,-1 0 0,-8-36-1,3 33-113,0 1 0,-2 0 0,0 0 0,-1 1-1,-1 1 1,-1-1 0,-1 2 0,0 0 0,-1 0-1,-23-20 1,9 11-7,-1 2 0,0 2 1,-2 0-1,-1 2 0,-42-20 0,44 26 1,1 2 0,-2 1 0,1 1 0,-1 1 0,-1 2 0,0 1 0,0 2 0,-57-1 0,83 6 7,1-1-1,-1 1 1,1 0 0,-1 0 0,1 1-1,-1-1 1,1 1 0,0 1 0,0-1-1,-6 4 1,8-4-53,1 0 0,-1-1 0,1 1 1,0 0-1,-1 1 0,1-1 0,0 0 0,1 1 0,-1-1 0,0 1 1,1-1-1,-1 1 0,1 0 0,0 0 0,0 0 0,0 0 0,0-1 1,1 1-1,-2 5 0,2-8-90,0 0 1,0 1-1,0-1 1,0 0-1,0 1 1,0-1-1,0 0 1,0 1-1,0-1 1,0 0-1,0 1 1,0-1-1,0 0 1,0 1-1,0-1 1,1 0-1,-1 1 1,0-1-1,0 0 1,0 1-1,0-1 1,1 0-1,-1 0 1,0 1-1,0-1 1,1 0-1,-1 0 1,0 1-1,0-1 1,1 0-1,-1 0 1,0 0-1,1 1 1,23 0-6885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37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1 115 6707,'0'0'11747,"1"-5"-10304,5-19 73,-2 5-288,0 0 0,12-28 0,-17 63 2732,8 19-4064,-4-22 476,7 28 38,3 0 0,33 76-1,53 75 556,-42-83-517,215 506 352,-154-334-800,-106-256 0,17 30 0,-23-50 0,-6-5 0,1 0 0,-1 0 0,0 0 0,1 0 0,-1 0 0,1-1 0,-1 1 0,0 0 0,1 0 0,-1 0 0,0-1 0,0 1 0,1 0 0,-1 0 0,0-1 0,1 1 0,-1 0 0,0-1 0,0 1 0,0 0 0,1 0 0,-1-1 0,0 1 0,0-1 0,0 1 0,0 0 0,0-1 0,0 1 0,0 0 0,1-1 0,-1 1 0,0-1 0,0 1 0,2-16 0,-2 15 0,5-47-1217,-5 47 869,0 1 0,-1-1 0,1 1 0,0-1 0,0 1 0,-1 0 0,1-1 0,0 1 0,0-1 0,-1 1 0,1 0 0,-1-1 0,1 1 0,0 0 0,-1 0 0,1-1 0,-1 1 0,1 0 0,0 0 0,-1 0-1,1-1 1,-1 1 0,1 0 0,-1 0 0,1 0 0,-2 0 0,-1-1-3314,-8-5-14829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37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476 129 12806,'-26'0'3009,"0"-1"-2263,-2 0 331,0 1 0,0 1 0,0 2 0,-41 8 0,54-7-482,0 1-1,0 0 0,0 1 1,1 1-1,0 0 1,0 1-1,1 0 1,-18 15-1,23-16-427,0 1 0,0-1 0,1 2 0,0-1 1,1 1-1,0 0 0,0 0 0,1 1 0,0 0 0,0 0 0,1 0 0,1 0 0,-3 13 0,2-4-87,0 1 0,2-1 0,1 1 0,0-1 0,1 1 1,1-1-1,1 1 0,8 33 0,-6-39-62,0 0 0,2 0 0,0 0 1,0 0-1,1-1 0,1 0 0,0-1 0,1 1 0,0-2 1,1 1-1,21 19 0,-17-21-13,0 0 0,0 0-1,1-1 1,1-1 0,-1-1 0,1 0 0,0-1-1,1 0 1,-1-2 0,27 5 0,-3-4-20,0-1 1,0-3-1,57-4 1,-70 0-94,1-1 1,-1-2 0,0-1 0,-1-1 0,1-1-1,-2-1 1,1-1 0,-1-2 0,36-24-1,-36 21-38,-1-2 1,0-1-1,-2-1 0,0-1 0,-1-1 0,-1-1 0,-1-1 0,24-38 1,-36 49 140,-1 0 1,0 0 0,-1-1 0,0 0-1,-1 0 1,0 0 0,-2 0-1,1 0 1,0-30 0,-3 37 23,0 0 1,-1 0-1,1 0 0,-1 0 1,-1 0-1,1 1 0,-1-1 1,0 0-1,-1 1 0,0-1 1,0 1-1,0 0 0,0-1 1,-1 2-1,0-1 0,-9-9 1,0 3 141,-1 0 1,-1 1 0,1 0 0,-2 2-1,-21-12 1,-5-1 254,-1 1 0,-1 3 0,0 1 0,-2 2-1,0 3 1,0 1 0,-57-5 0,101 15-422,-3 1 11,0-1 0,0 1 0,0 0 0,-1 0 0,1 1 0,-9 1 0,13-2-19,0 1-1,0 0 1,0 0-1,-1-1 1,1 1 0,0 0-1,0 0 1,0 0-1,0 0 1,0 0 0,0 0-1,1 0 1,-1 0-1,0 1 1,0-1-1,1 0 1,-1 0 0,1 1-1,-1-1 1,1 0-1,0 1 1,-1-1 0,1 1-1,0-1 1,0 0-1,0 3 1,0 70-7181,5-30 712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45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72 688,'0'0'16397,"5"-11"-15231,12-36 64,-8 33 4994,-6 21-4452,-4 15-1562,1-21-66,-7 56 1462,-6 101-184,13-129-1473,0 5-731,0-11-6442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45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40 5539,'0'0'14206,"2"-5"-12736,-1 3-1317,0 0-1,0 0 1,0 0-1,0 0 1,1 1-1,-1-1 1,0 0 0,1 1-1,-1-1 1,1 0-1,0 1 1,-1 0-1,1 0 1,0-1 0,4-1-1,-1 2 6,-1-1 0,1 1-1,0 0 1,0 0 0,0 1 0,0-1-1,7 1 1,-11 0-156,-1 1 0,1-1 0,-1 1 0,1-1 1,-1 1-1,1-1 0,-1 1 0,0-1 0,1 1 0,-1-1 0,1 1 0,-1 0 0,0-1 0,0 1 1,1-1-1,-1 1 0,0 0 0,0-1 0,0 1 0,0 0 0,0-1 0,0 1 0,0 0 0,0 0 1,0-1-1,0 2 0,0 25 18,0-20-12,0-1-4,0 0-1,-1 0 0,0 0 0,0 0 1,0 0-1,-1 0 0,1-1 0,-1 1 0,-6 9 1,2-4 3,-1-1 0,-1 0 1,-14 16-1,-60 51 58,19-19 166,62-58-205,0 1 1,0 0-1,1 0 0,-1-1 1,0 1-1,0 0 1,1 0-1,-1 0 0,0 0 1,1 0-1,-1 0 0,1 0 1,-1 0-1,1 0 0,-1 0 1,1 0-1,0 0 1,0 0-1,0 0 0,-1 0 1,1 0-1,0 1 0,1 0 1,-1-1 22,1 0 1,-1 0-1,1 0 1,0 0-1,0 0 1,-1-1-1,1 1 1,0 0-1,0-1 1,0 1-1,0-1 1,0 1-1,0-1 1,0 1-1,0-1 1,0 1-1,0-1 1,0 0-1,2 0 1,8 2 404,1 0-1,0-1 1,17-2 0,-21 1-282,7 0 86,0-2 1,-1 1 0,1-2 0,-1 0-1,0-1 1,25-9 0,76-45 401,-113 57-648,-2 1-79,0-1 0,1 1 0,-1 0 0,0 0 0,0 0 0,1-1-1,-1 1 1,0 0 0,0 0 0,1 0 0,-1 0 0,0 0-1,0 0 1,1-1 0,-1 1 0,0 0 0,1 0 0,-1 0 0,0 0-1,0 0 1,1 0 0,-1 0 0,0 0 0,1 0 0,-1 0 0,0 0-1,1 1 1,-1-1 0,0 0 0,0 0 0,1 0 0,-1 0 0,0 0-1,0 0 1,1 1 0,-1-1 0,0 0 0,0 0 0,1 0 0,-1 1-1,0-1 1,0 0 0,0 0 0,0 1 0,1-1 0,-1 0 0,0 0-1,0 1 1,0-1 0,0 1 0,0 14-2828,0-11 1704,-3 21-5975,-11 7-1272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48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1169,'0'0'7856,"1"-3"-7173,4-10 3388,-2 4-2555,0 0-1,1 0 1,7-12-1,-11 21-1433,0 0 0,0 0 0,0 0-1,0 1 1,0-1 0,0 0 0,0 0 0,0 0 0,0 0-1,0 1 1,0-1 0,0 0 0,0 0 0,0 0 0,0 0 0,0 0-1,0 1 1,0-1 0,0 0 0,0 0 0,0 0 0,1 0-1,-1 0 1,0 0 0,0 1 0,0-1 0,0 0 0,0 0-1,0 0 1,1 0 0,-1 0 0,0 0 0,0 0 0,0 0 0,0 0-1,0 0 1,1 0 0,-1 0 0,0 0 0,0 0 0,0 0-1,0 0 1,1 0 0,-1 0 0,0 0 0,0 0 0,0 0-1,0 0 1,1 0 0,-1 0 0,0 0 0,0 0 0,0 0 0,0 0-1,0 0 1,1 0 0,-1 0 0,0 0 0,0-1 0,0 1-1,1 19-204,-1-17 472,-1 203 3149,0-99-3708,1-1-3787,-9-137-11496,9 12 7949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48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68 124 4866,'0'0'15896,"-1"8"-14082,-4 15-711,0 1 1,-13 30-1,10-32-808,1 0-1,0 1 1,2 0 0,-3 30-1,7-35-222,0-5-57,0-1-1,1 1 1,2 24-1,-1-35-16,-1 0 0,0 0 0,1 0 1,-1 0-1,1 0 0,-1 0 0,1 0 0,0 0 0,0 0 1,0 0-1,0 0 0,0-1 0,1 1 0,-1 0 0,0-1 1,1 1-1,-1-1 0,1 0 0,0 1 0,-1-1 0,1 0 1,0 0-1,0 0 0,0 0 0,0 0 0,0 0 0,0-1 1,0 1-1,3 0 0,0-1 1,1 0 0,-1-1 1,0 1-1,0-1 0,0 0 1,0-1-1,0 1 0,0-1 0,0 0 1,0 0-1,0 0 0,-1-1 1,1 0-1,-1 0 0,0 0 0,0 0 1,0-1-1,0 0 0,-1 1 1,1-1-1,-1-1 0,0 1 0,2-5 1,5-6 7,-1 0 1,-1-1 0,0 0 0,-2 0-1,10-31 1,-8 15 18,-2-1 0,4-36 0,-9 58 50,0 0 0,-1 0 0,-1 0 0,1-1 0,-2 1 1,1 0-1,-2 0 0,1 1 0,-1-1 0,-6-11 0,7 18-2,0 0 0,0 0 0,-1 0 0,1 0 0,-1 1 0,0-1-1,0 1 1,-1 0 0,1 0 0,-1 0 0,1 0 0,-1 1 0,0-1 0,0 1 0,0 0-1,0 0 1,0 1 0,-1-1 0,1 1 0,0 0 0,-1 0 0,1 0 0,-1 1-1,1-1 1,-10 2 0,14-1-111,-1 0 1,0 1-1,0-1 0,1 1 0,-1-1 1,0 1-1,1-1 0,-1 1 0,1-1 0,-1 1 1,1-1-1,-1 1 0,1 0 0,-1-1 0,1 1 1,-1 0-1,1 0 0,0-1 0,0 1 1,-1 0-1,1 0 0,0-1 0,0 1 0,0 0 1,0 0-1,0 0 0,-1-1 0,2 1 0,-1 1 1,1 31-2181,-1-26 1341,0-3 350,1-1 1,-1 0 0,1 1-1,-1-1 1,1 0 0,0 0-1,0 1 1,0-1 0,2 3 0,29 31-8576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50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0 6707,'0'0'14444,"-3"9"-12600,-60 136 3628,-57 74-2693,116-213-2768,0 0 0,1 0 0,0 1 0,0-1 0,0 1 0,1-1 0,0 1-1,0 0 1,1 0 0,0 0 0,0 10 0,2-17-9,0 1 1,0 0-1,0-1 0,0 1 1,0 0-1,1-1 0,-1 0 1,0 1-1,0-1 0,0 0 0,1 0 1,-1 1-1,0-1 0,1 0 1,-1 0-1,0 0 0,0-1 1,3 1-1,-1 0 2,22 0 9,1 0 1,-1-1-1,1-2 0,-1-1 1,1-1-1,28-9 0,-40 9-178,0 0-1,0 2 0,0-1 0,1 2 0,0 0 1,17-1-1,-33-7-16831,-6 2 8246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50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 7363,'0'0'20330,"-6"23"-18241,-20 76-657,21-76-1018,2-1-1,-2 24 1,-1 8-129,-9 56-534,11-63-5264,3-25-47,-1-12-1737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59.4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54 2369,'0'0'4490,"1"-4"-3954,0-2-97,2-19 606,-1 6 13236,-2 35-12654,7 67 1603,-5 116 0,-3-103-2262,1-94-909,0-1-37,0 0-1,-1 0 1,1 0 0,0-1-1,0 1 1,0 0-1,1 0 1,-1 0-1,0-1 1,0 1-1,0 0 1,0 0-1,1-1 1,-1 1 0,0 0-1,1 0 1,-1-1-1,1 1 1,-1 0-1,1-1 1,0 2-1,2-2-2,-3-29-11936,0 20 3662,0 1-3972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5:07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8 2273,'0'0'13329,"3"-2"-11307,-3 2-1831,1-1 0,-1 1 0,0-1 0,1 1-1,-1 0 1,0-1 0,1 1 0,-1 0 0,1-1 0,-1 1 0,0 0-1,1 0 1,-1-1 0,1 1 0,-1 0 0,1 0 0,-1 0 0,1 0 0,-1-1-1,1 1 1,0 0 0,-1 0 0,1 0 0,-1 0 0,1 0 0,-1 0-1,1 1 1,-1-1 0,1 0 0,3 10 3057,-2 3-3821,1 21 1329,-2 0-1,-1 0 0,-2 0 1,-1 0-1,-2 0 1,-16 60-1,-16 61-28,-20 176 0,56-327-373,-4 20-1903,5-23 1108,-1 0 0,0 1 0,1-1 0,-1 0 0,0 0-1,0 0 1,1 0 0,-1 0 0,0 0 0,0-1 0,0 1 0,0 0 0,0 0 0,0-1-1,-1 1 1,1-1 0,-2 2 0,-17 4-7248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5:10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39 4002,'0'0'12347,"5"-7"-10730,16-24 6592,-20 39-6674,-1 16-2303,0-22 1260,-6 348 986,-20-349-10229,17-2 585,0-4-644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5:10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4 6099,'3'0'22955,"16"-2"-22932,8 1 14,-17 0-36,0 1 1,1 0 0,16 2-1,-25-1-14,1-1-1,-1 1 0,1 0 0,-1 0 0,1 0 0,-1 0 0,1 0 0,-1 0 0,0 1 0,0-1 0,1 1 0,-1 0 0,0-1 1,-1 1-1,1 0 0,0 0 0,0 0 0,1 4 0,1 0 0,-1 0 0,0 1 0,-1-1 0,1 1 0,-1 0 0,-1-1 0,1 1 0,-1 0 0,0 0 0,-1 0 0,0 0 0,0 0 0,0 0 0,-1 0 0,0 0 0,0 0 0,-1-1 0,0 1 0,0 0 0,0-1 0,-1 1 0,0-1 0,-1 0 0,-4 7 0,-9 11 34,-1-1 0,-1 0 1,-1-1-1,-31 25 0,28-26-22,1 6 214,21-26-197,1 0 0,-1 0 0,1-1 0,-1 1 0,1 0 0,-1 0 0,1 0 0,0 0 0,0-1 0,-1 1 1,1 0-1,0 0 0,0 0 0,0 0 0,0 0 0,0 0 0,0 0 0,0-1 0,0 1 0,1 0 0,-1 0 0,0 0 0,0 0 0,1 0 0,-1-1 0,1 1 0,-1 0 0,0 0 0,1 0 0,0-1 0,-1 1 0,1 0 0,-1-1 0,1 1 0,0-1 0,0 2 0,6 1 105,-1 1-1,1-1 1,-1 0-1,1 0 1,0-1-1,0 0 0,1 0 1,9 1-1,62 0 786,-63-3-1177,-1 0 1,1 1-1,-1 0 0,1 1 1,18 6-1,-33-8 75,-1 0 0,1 0 0,0 0 0,-1 0 0,1 1 0,-1-1 0,1 0-1,-1 0 1,1 1 0,-1-1 0,0 0 0,1 1 0,-1-1 0,1 1 0,-1-1 0,0 0 0,1 1 0,-1-1 0,0 1 0,1-1 0,-1 1 0,0-1 0,0 1-1,1-1 1,-1 1 0,0 0 0,0-1 0,0 1 0,0-1 0,0 1 0,0-1 0,0 1 0,0 0 0,0-1 0,0 1 0,0 0 0,-2 12-8165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5:11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0 48,'0'0'17024,"1"3"-14898,-1 3-1714,0 0-1,0-1 1,0 1-1,-1 0 1,1 0-1,-2 0 1,1-1-1,-1 1 1,1 0-1,-6 8 1,-4 25 877,-5 31 124,-9 49 49,19-38-9345,14-80-5384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5:11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75 107 8660,'0'0'15250,"-12"23"-13884,-33 75-275,41-90-999,1 0 0,1 0 1,-1 1-1,1 0 1,1-1-1,0 1 0,0 0 1,1-1-1,0 1 0,1 12 1,1 8-90,-2-28-4,0 0 1,0 1 0,0-1-1,0 0 1,0 1-1,0-1 1,0 0-1,1 1 1,-1-1-1,1 0 1,-1 1 0,1-1-1,-1 0 1,1 0-1,0 0 1,-1 0-1,1 0 1,0 0-1,0 0 1,0 0 0,0 0-1,0 0 1,0 0-1,0 0 1,0 0-1,0-1 1,0 1-1,0-1 1,1 1 0,-1-1-1,0 1 1,0-1-1,1 1 1,-1-1-1,0 0 1,1 0-1,-1 0 1,0 0 0,1 0-1,-1 0 1,0 0-1,1 0 1,-1-1-1,0 1 1,1 0-1,-1-1 1,0 1-1,0-1 1,1 1 0,-1-1-1,0 0 1,0 1-1,2-3 1,6-4 23,-1 0 0,1-1-1,-1 0 1,-1-1 0,13-18 0,-4 6-5,-3 5-10,-1-2 0,0 1 0,-2-2 1,11-22-1,-17 32 15,-1-1 0,0 0 0,0 0 0,-1 0 0,0 0-1,-1 0 1,0-1 0,0 1 0,-1-1 0,-2-15 0,1 23 1,1 0 0,-1 0 0,0 1 0,0-1 0,0 0 0,0 1 0,0-1 1,-1 0-1,1 1 0,-1 0 0,0-1 0,0 1 0,0 0 0,0 0 0,0 0 0,0 0 0,0 0 0,-1 0 0,-3-1 0,2 0-329,-1 1-1,0 0 1,0 0-1,0 1 0,-1-1 1,1 1-1,0 0 1,0 1-1,-10-1 1,14 1 36,1 0-1,-1 0 1,0 0 0,1 0 0,-1 0 0,1 0 0,-1 1 0,0-1 0,1 0 0,-1 0 0,0 0 0,1 1 0,-1-1 0,1 0 0,-1 1 0,1-1 0,-1 1 0,1-1 0,-1 0 0,1 1 0,-1-1 0,1 1-1,-1-1 1,1 1 0,0-1 0,-1 1 0,1 0 0,0-1 0,0 1 0,-1-1 0,1 1 0,0 0 0,0-1 0,0 1 0,0 0 0,0-1 0,0 1 0,0 1 0,-3 15-10504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5:12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6 3794,'0'0'14764,"3"-1"-12654,-3 0-1917,1 1 0,-1 0 0,1-1 0,-1 1 0,1 0 0,-1-1 0,0 1 0,1 0 0,-1 0 0,1 0 0,-1-1 0,1 1 0,-1 0 1,1 0-1,-1 0 0,1 0 0,0 0 0,-1 0 0,1 0 0,-1 0 0,1 0 0,-1 0 0,1 0 0,-1 0 0,1 1 0,-1-1 0,1 0 0,-1 0 0,1 1 0,-2 9 3117,-6 3-3932,-7 7 1243,-30 33 1,29-37-496,1 1 0,-18 27 0,28-37-121,0 0-1,1 1 0,0-1 1,0 1-1,0-1 1,1 1-1,0 0 1,1 0-1,0 0 0,0 13 1,0-20-6,1 1-1,0-1 1,0 0 0,0 0 0,0 1 0,0-1-1,0 0 1,0 1 0,0-1 0,0 0 0,0 1 0,1-1-1,-1 0 1,1 0 0,-1 1 0,1-1 0,-1 0-1,1 0 1,0 0 0,-1 0 0,1 0 0,0 0 0,0 0-1,0 0 1,0 0 0,0 0 0,0 0 0,0-1-1,0 1 1,0 0 0,0-1 0,1 1 0,-1-1-1,0 1 1,0-1 0,0 1 0,1-1 0,-1 0 0,0 0-1,1 0 1,-1 0 0,0 0 0,1 0 0,1 0-1,26 1 11,0-1 0,1-1 0,-1-1 0,1-2 0,-1-1 0,-1-2 0,1 0 0,38-17-1,-58 21-414,0 0-1,0 0 1,1 0-1,9 0 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5:13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1 2689,'0'0'21978,"-59"119"-19497,49-71-416,-5 0-656,2 0-913,1 0-400,-5-4-96,-2 0-240,7-4-832,-3-2-737,3-3-1953,-3 1-1552,0-1-6756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29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3 976,'0'0'5355,"4"0"-4403,17-2 3924,-41 6 367,-6 1-2972,3 1-3578,10-2 1313,-67 24 105,73-24-101,0-1-1,0 1 1,0 0-1,0 0 1,1 1-1,0 0 1,-1 0-1,-5 7 1,11-11-15,0 0 1,0 1 0,1-1 0,-1 0-1,0 0 1,0 1 0,1-1 0,-1 0 0,0 1-1,1-1 1,-1 0 0,1 1 0,0-1 0,0 1-1,-1-1 1,1 1 0,0-1 0,0 1-1,0-1 1,1 1 0,-1-1 0,0 1 0,0-1-1,1 0 1,-1 1 0,1-1 0,-1 1 0,1-1-1,0 0 1,0 0 0,-1 1 0,1-1-1,0 0 1,0 0 0,0 0 0,0 0 0,0 0-1,0 0 1,1 0 0,1 1 0,4 3-28,0-1 0,0 1-1,1-1 1,0-1 0,11 4 0,31 7-21,-38-11-70,0 0 0,0 0 0,0 1 0,0 0-1,-1 1 1,21 12 0,-30-14 123,0-1-1,1 0 1,-1 1 0,0 0-1,-1-1 1,1 1 0,0 0-1,-1 0 1,1 0 0,-1 0-1,0 0 1,0 0 0,0 0 0,-1 1-1,1-1 1,-1 0 0,0 0-1,0 1 1,0-1 0,0 0-1,-1 7 1,0-5 69,0 0 0,0-1 0,0 1 0,0 0 1,-1 0-1,0-1 0,0 1 0,0-1 0,0 0 0,-1 0 0,0 0 0,0 0 0,0 0 1,-4 4-1,-1-2 108,0 0 1,-1-1-1,0 0 1,0 0-1,0 0 1,-1-2-1,1 1 1,-1-1-1,0 0 0,-13 1 1,-9 0 1538,-62-1 0,91-3-1628,1-1 1322,17-4-26130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29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1 848,'0'0'11915,"-8"19"-10197,-3 4-1282,4-9-133,1 0 0,1 0 0,0 0 0,-4 19 0,7-24-653,-5 26 2777,6-24-5315,3-3-4225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2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34 7828,'0'0'13334,"-4"-33"-13222,4 43-1329,0 9-416,0 2-1936,0 0-2226,0-3-2209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0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447 286 2497,'0'0'4560,"7"-21"-2768,18-64-620,-24 81-986,0-1 0,0 1 1,0-1-1,-1 1 1,1-1-1,-1 1 1,0-1-1,-1 0 1,1 1-1,-1-1 0,0 1 1,0-1-1,0 1 1,0 0-1,-1-1 1,0 1-1,0 0 0,0 0 1,-1 0-1,1 0 1,-1 0-1,0 1 1,-5-6-1,-1 2 296,0 0-1,0 0 1,0 2-1,-1-1 1,0 1-1,0 0 1,-14-4-1,7 4 10,0 1 0,0 0 0,-1 1 0,1 1 0,-1 0-1,0 2 1,-17 1 0,30 0-458,1 0 0,0 0 0,0 0-1,0 1 1,0-1 0,0 1 0,0 0-1,0 0 1,1 1 0,-1-1 0,1 1-1,-1 0 1,1 0 0,0 0 0,0 0-1,0 0 1,1 1 0,-1 0 0,-3 7 0,-3 4 134,1 1 0,1 1-1,-9 24 1,4 2 148,1 1 0,-9 87-1,9 92 18,-6 51 1018,7-192-715,1 104 0,9-185-817,0-4-2491,0-105-13716,0 67 8716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0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6643,'0'0'13158,"75"14"-12454,-54-5-496,2-1-208,5-4-16,9-4-1296,5 0-1585,14-6-3859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1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0 6675,'0'0'13510,"-3"8"-11709,-11 27 977,-16 62-1,-3 12-1089,-3-16-1047,-22 61-256,51-131-369,1 0-1,2 1 1,0-1 0,-1 44 0,5-65-19,0 1 0,0 0 0,0 0-1,1-1 1,-1 1 0,1 0 0,-1-1 0,1 1 0,0-1 0,0 1 0,1-1 0,-1 1 0,0-1 0,1 0-1,-1 0 1,1 0 0,0 1 0,0-1 0,0-1 0,0 1 0,0 0 0,0 0 0,0-1 0,1 0-1,-1 1 1,0-1 0,1 0 0,-1 0 0,1 0 0,5 1 0,6 1-148,0-1-1,0-1 1,0 0 0,26-2-1,-16 1-305,-13 0 61,0-1 0,0 1 0,0-2 0,0 0 0,0 0 0,13-5 0,-21 6-42,0 0 0,-1-1-1,1 1 1,0-1 0,0 0 0,-1 1 0,1-1 0,-1-1 0,0 1 0,1 0 0,2-4 0,-4 4-414,0 0 1,0-1-1,0 1 0,0 0 0,0-1 1,0 1-1,-1-1 0,1 1 0,-1 0 0,0-1 1,1 0-1,-1 1 0,0-1 0,-1 1 1,1-1-1,-1-3 0,-2-4-5199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1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5170,'0'0'10290,"14"0"-8822,15 0-984,203-7 4189,-164 0-4328,57-6-182,169-39 1,-278 47-212,-10 4 1013,-17 7-2482,-18 6-6594,9-6 132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3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49 139 2369,'0'0'8212,"-8"1"-7374,-1 0-522,-22 4 5681,40 0-5606,59 1-90,100-6-1,-108-2-261,217-13-49,-36 0 39,1653-34 2428,-813-3 2535,-936 36-2063,-133 14-1846,-14-1-1297,-8 1-2544,-2 2-3786,-1 0-1585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4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434 123 2145,'0'0'12037,"3"-17"-9694,-1 3-1734,0 1 0,-1-25 0,-1 37-566,0 0-1,0 0 0,-1 0 1,1 1-1,0-1 0,-1 0 0,1 0 1,0 0-1,-1 1 0,1-1 1,-1 0-1,1 1 0,-1-1 1,1 0-1,-1 1 0,0-1 0,1 0 1,-1 1-1,0-1 0,1 1 1,-1 0-1,0-1 0,0 1 1,0 0-1,1-1 0,-1 1 0,0 0 1,0 0-1,0-1 0,-1 1 1,-29 2 827,23-1-640,-7 1 61,-1 1 1,1 1-1,0 1 0,0 0 0,1 1 0,0 0 0,-25 15 1,14-5 44,1 1 1,1 1 0,-28 27 0,39-34-291,1 2 0,0-1 1,1 1-1,1 1 0,0-1 1,1 2-1,0-1 0,1 1 1,1 0-1,0 1 1,1 0-1,1 0 0,0 0 1,1 0-1,1 0 0,0 1 1,1-1-1,1 1 1,1-1-1,3 19 0,-3-29-49,0 0 0,1 0-1,0 0 1,0-1-1,1 1 1,-1-1 0,1 0-1,0 1 1,1-1-1,-1 0 1,1-1 0,0 1-1,7 5 1,-4-4-25,0-1-1,1 0 1,0 0 0,0-1 0,0 0-1,0 0 1,1-1 0,9 3 0,6-1-32,-1 0 0,1-2 0,0-1 0,0-1 0,46-4 0,-51 0-1,0 0 0,0-2 1,0 0-1,0-1 1,-1-1-1,0-1 0,0-1 1,-1 0-1,0-1 1,-1-1-1,0 0 0,-1-1 1,0-1-1,-1-1 0,0 0 1,-1 0-1,-1-2 1,0 1-1,-1-2 0,-1 1 1,0-1-1,-2-1 1,0 0-1,10-33 0,-14 35 17,-1 0-1,0 0 0,-1 0 1,-1 0-1,-1 0 0,0-1 1,-2 1-1,1 0 0,-6-21 1,5 29 85,-1 1 1,1 0 0,-1 0-1,-1 1 1,1-1 0,-1 1 0,0-1-1,-1 1 1,1 0 0,-1 1-1,0-1 1,-1 1 0,1 0-1,-1 0 1,0 1 0,0 0-1,-1 0 1,1 0 0,-1 1-1,0-1 1,0 2 0,-8-3 0,2 1 1,1 1 0,-1 1 0,0 0 0,0 0 0,0 1 1,0 1-1,0 1 0,0-1 0,-18 5 0,25-4-195,0 1 0,0 0-1,0 0 1,0 1-1,0-1 1,1 1 0,-1 0-1,1 1 1,-6 4-1,7-5-275,1 1 0,-1-1 0,1 1-1,0 0 1,0 0 0,1 0 0,-1 1 0,1-1-1,0 1 1,0-1 0,0 1 0,-2 8-1,-1 24-5152,5-1-1590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4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11957,'0'0'4362,"0"18"-1539,1 128 2331,0-84-3998,2 7-371,-4 0 0,-14 111 0,3-121-1289,-6 40 819,15-65-4635,3-1-4241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4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72 10101,'0'0'3244,"19"-10"-1478,62-32 584,-72 38-2121,-1 1-1,1 0 0,1 1 1,-1-1-1,0 2 1,1-1-1,-1 1 0,1 1 1,-1 0-1,14 1 0,5 0 187,-26-1-379,1 0 0,0 0 0,-1 0 0,0 0 1,1 0-1,-1 1 0,1-1 0,-1 1 0,1 0 0,-1 0 0,0 0 0,1 0 0,-1 0 0,0 0 1,0 0-1,0 1 0,3 2 0,-3-1-7,0 0 0,0-1 0,-1 1 0,1 0 0,-1 0 0,0 0 0,0 0 0,0 1 0,-1-1 0,1 0 0,-1 0 0,1 0 0,-1 5 0,-1 3 52,1 0-1,-1 0 1,-1 0-1,0 0 0,0-1 1,-1 1-1,0-1 0,-1 1 1,-1-1-1,1 0 1,-2-1-1,1 1 0,-1-1 1,0 0-1,-1 0 0,-9 8 1,4-4 159,0-1 0,-2-1 0,1 0 0,-1-1 0,-1 0 0,1-1 0,-2-1 0,1 0 0,-28 9 1,39-16-197,1 0 0,-1 0 0,1 0 1,-1 0-1,1-1 0,-1 1 0,1-1 1,-1 0-1,0 0 0,-5-1 1,8 0-108,0 1 0,0-1 0,-1 1 0,1-1 0,0 0 0,0 0 0,0 1 0,0-1 0,0 0 0,0 0 0,0 0 0,0 0 0,0 0 0,1-1 0,-1 1 0,0 0 0,1 0 0,-1 0 0,0-1 0,1 1 0,0 0 0,-1-1 0,1 1 0,0 0 0,0-1 0,0 1 0,-1 0 0,2-3 0,-2-14-2863,0 1-1,4-22 0,5-5-6674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5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98 976,'0'0'12022,"20"7"-10056,66 19-629,-75-23-1107,0-1 0,0 0 1,0 0-1,15-1 0,-22-1-187,0 0 0,0 0 0,0-1 0,-1 0 0,1 1 0,0-1 0,0-1 0,-1 1 0,1 0 0,-1-1 0,4-2 0,-4 2-25,-1 0-1,0-1 0,0 1 1,0-1-1,0 0 0,0 1 1,0-1-1,-1 0 0,1 0 1,-1 0-1,0 0 0,0 0 1,0 0-1,-1-1 0,1 1 1,-1 0-1,1-4 0,-1 4 16,1 1-1,-1-1 0,0 1 1,0-1-1,0 0 1,-1 1-1,1-1 0,0 1 1,-1-1-1,0 1 1,0-1-1,1 1 0,-1 0 1,-1-1-1,1 1 0,0 0 1,-1 0-1,1 0 1,-1 0-1,1 0 0,-4-3 1,-1 2 161,-1 0 1,1 1 0,-1 0 0,0 0-1,1 0 1,-1 1 0,0 0 0,0 0-1,-10 1 1,-64 5 1137,77-5-1234,0 1 1,0-1 0,0 1-1,-1 0 1,1 0 0,0 1-1,0-1 1,0 1 0,1 0-1,-1 0 1,0 0 0,1 0-1,-1 1 1,1 0 0,0-1-1,0 1 1,0 0 0,0 1-1,0-1 1,1 0 0,-1 1-1,1 0 1,0-1 0,0 1-1,0 0 1,1 0 0,-1 0-1,1 0 1,0 0 0,0 1 0,1-1-1,-1 0 1,1 0 0,0 1-1,0-1 1,1 7 0,1 1-14,-1 0 0,2-1 0,0 1 1,0-1-1,1 0 0,0 0 0,1 0 1,1 0-1,-1-1 0,2 0 0,-1 0 1,11 12-1,-8-14-314,0 0 1,0-1-1,0 0 0,1 0 0,0-1 0,0 0 1,0-1-1,1 0 0,0-1 0,0 0 1,0-1-1,15 3 0,-7-2-1280,0-2-1,28 1 1,-25-3-2493,38-6 0,-10-8-4626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5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107 174 8900,'0'0'12699,"4"18"-11426,3 7-878,-2-9-37,-1 0 0,0 0 0,1 20 0,-5-34-289,0-1-1,1 0 1,-1 1 0,0-1-1,0 1 1,0-1-1,0 1 1,0-1 0,0 0-1,0 1 1,0-1-1,-1 1 1,1-1-1,0 0 1,-1 1 0,1-1-1,-1 0 1,0 1-1,1-1 1,-1 0-1,0 0 1,0 1 0,-1 0-1,-1-1 15,1 0 0,-1 0 1,0 0-1,1-1 0,-1 1 0,0-1 0,1 0 0,-1 0 0,0 0 0,-3 0 0,-3-1-114,5 1 43,1 0 0,-1 0-1,1-1 1,-1 0-1,1 1 1,0-1-1,-1-1 1,1 1-1,0 0 1,0-1-1,0 0 1,0 1-1,0-1 1,0-1-1,1 1 1,-1 0-1,1 0 1,-1-1 0,1 0-1,0 1 1,0-1-1,0 0 1,0 0-1,1 0 1,-1 0-1,1 0 1,0-1-1,-1 1 1,2 0-1,-1-1 1,0-3-1,-2-8-42,1 0 0,0 0 0,2-1 0,0 1 1,0 0-1,4-16 0,-3 24-32,0 1 1,0 0 0,1 0-1,0 0 1,0 0 0,1 0-1,0 0 1,0 1 0,0-1-1,1 1 1,-1-1 0,1 1-1,1 1 1,-1-1 0,1 1-1,-1-1 1,1 1 0,1 0-1,-1 1 1,0 0 0,1-1-1,0 2 1,0-1 0,6-2-1,2 0-863,1 1 0,0 0 0,25-3 0,44 3-8768,-50 4 1864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5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0 4914,'0'0'14658,"-21"4"-11318,4-2-2729,-4 1 8,0 0 1,1 1 0,0 1 0,0 1 0,-34 14 0,50-17-566,-1-1 1,0 1-1,1 0 1,0 0 0,0 0-1,0 0 1,0 1-1,0 0 1,1 0-1,-1 0 1,1 0-1,0 0 1,1 1-1,-1-1 1,1 1 0,0 0-1,0 0 1,0 0-1,0 0 1,1 0-1,0 0 1,0 0-1,1 0 1,-1 1-1,1-1 1,1 8-1,-2-10-58,1 0 0,0 0 0,0 0-1,1 0 1,-1 0 0,1 0-1,-1 0 1,1 0 0,0 0-1,1 3 1,-1-4-13,1-1 1,-1 0-1,0 0 0,0 0 0,1 0 0,-1 0 0,1 0 1,-1 0-1,1 0 0,-1-1 0,1 1 0,0 0 1,-1-1-1,1 0 0,0 1 0,-1-1 0,1 0 1,0 0-1,-1 0 0,3 0 0,23 2-564,1-2 1,0 0-1,-1-2 0,0-1 0,28-7 0,-43 7 297,0 0 0,0-1-1,0 0 1,-1-1 0,0 0 0,0-1-1,0 0 1,-1-1 0,0 0 0,0-1-1,-1 0 1,0 0 0,13-17 0,-19 22 337,-1-1 1,0 0-1,0 1 1,0-1-1,0 0 0,-1 0 1,2-6-1,-2 9 276,-1-1-1,0 1 0,0-1 1,1 0-1,-1 1 0,0-1 0,-1 0 1,1 1-1,0-1 0,0 0 0,-1 1 1,1-1-1,-1-2 0,1 5-294,0-1 0,0 0 0,0 0 0,0 1 0,-1-1 1,1 0-1,0 0 0,0 1 0,0-1 0,0 0 0,0 0 0,0 1 0,0-1 0,-1 0 0,1 0 0,0 0 0,0 1 0,0-1 0,0 0 0,-1 0 0,1 0 0,0 1 1,0-1-1,0 0 0,-1 0 0,1 0 0,0 0 0,0 0 0,-1 0 0,1 0 0,0 0 0,0 0 0,-1 0 0,1 1 0,0-1 0,-1 0 0,1 0 0,0-1 1,0 1-1,-1 0 0,1 0 0,0 0 0,0 0 0,-1 0 0,1 0 0,0 0 0,0 0 0,-1 0 0,1 0 0,0-1 0,0 1 0,0 0 0,-1 0 0,1 0 0,0-1 1,0 1-1,0 0 0,0 0 0,-1 0 0,1-1 0,0 1 0,0 0 0,0 0 0,0-1 0,-4 23-63,3-17-44,1 0-1,1 1 1,-1-1-1,1 0 1,0 1-1,0-1 0,0 0 1,1 0-1,0 0 1,0 0-1,0 0 1,0 0-1,1-1 1,0 1-1,0-1 1,0 0-1,1 0 1,-1 0-1,1 0 1,0 0-1,0-1 1,0 0-1,0 1 1,10 3-1,-3 0-912,0-1 1,0-1-1,1 0 1,-1-1-1,1 0 1,0-1-1,0 0 1,0-1-1,20 1 1,20-2-4655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8836,'0'0'14164,"-9"23"-11608,1-6-2120,0 0-61,1 0 1,1 0 0,0 1 0,1 0-1,1 0 1,0 0 0,-1 29-1,5 331 3395,0-376-4089,5 59 74,-2-49-3524,1-2-3525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4946,'0'0'6475,"26"-4"-3425,-7 1-2427,167-19 5269,-97 15-3475,164-6-738,-144 16 2306,-105 18-1896,-2 9-1606,-1 44 0,-2-32-1484,1-41 630,0 1-1,0 0 1,-1-1 0,1 1-1,-1 0 1,1 0 0,-1-1 0,0 1-1,1-1 1,-1 1 0,0-1-1,0 1 1,0-1 0,0 1 0,0-1-1,0 0 1,-1 0 0,-1 2-1,-18 8-12753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15863,'0'0'7988,"19"40"-10261,8-11-1137,5 0-3985,5-1-3186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266 130 6515,'0'0'11082,"-22"0"-7136,-72 1-248,88 0-3429,-1-1 0,0 1 0,1 0 0,-1 0 0,0 1 0,1 0 0,0 0 0,-1 1 0,1-1 0,0 1 1,0 1-1,1-1 0,-11 9 0,11-7-249,0 0 0,1 0 0,-1 0 0,1 1 1,0 0-1,1 0 0,-1 0 0,1 0 0,0 0 0,1 1 1,0 0-1,0-1 0,0 1 0,1 0 0,0 0 0,0 0 1,0 9-1,2-14-22,-1 0-1,1 0 1,-1 0 0,1 0 0,0 0 0,0 0 0,0 0 0,0-1 0,0 1-1,0 0 1,0 0 0,1-1 0,-1 1 0,0-1 0,1 1 0,0-1-1,-1 0 1,1 0 0,0 0 0,-1 0 0,1 0 0,0 0 0,0 0-1,0 0 1,0-1 0,0 1 0,0-1 0,0 1 0,3-1 0,11 3-37,0 0 1,27-1 0,-36-1 11,10-1-62,0 0 0,0-1 0,0 0-1,0-1 1,0-1 0,27-9 0,-34 8 73,0 0 0,-1 0 0,0-1 0,0 0 1,0-1-1,-1 0 0,1 0 0,-1-1 1,-1 0-1,1 0 0,-2-1 0,10-13 1,-11 15 28,-1-1 0,-1 1 0,0-1 1,0 0-1,0-1 0,0 1 0,-1 0 0,-1-1 1,1 1-1,0-10 0,-2 13 11,0 0 0,0 0 0,0 0-1,0-1 1,-1 1 0,1 0 0,-1 0 0,0 0-1,-1 0 1,1 0 0,-1 0 0,1 1 0,-1-1-1,0 0 1,0 1 0,-1-1 0,1 1 0,-1 0-1,-5-5 1,0 2-12,0 0 0,-1 0 0,0 1 0,0 0-1,0 0 1,-1 1 0,0 1 0,0-1 0,-14-2 0,-35-1-1757,-1 5-3648,36 3-1133,18 4-3460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7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12278,'0'0'13985,"19"18"-12179,62 58-459,-77-72-1195,1 1 0,-1 0 0,0-1 0,-1 2 0,1-1 0,-1 0 0,0 1 0,0-1 0,-1 1 0,0 0 0,0 0-1,0 0 1,-1 0 0,0 0 0,0 0 0,0 0 0,-1 1 0,0-1 0,-1 9 0,1 0 67,-1-15-226,1 1 0,-1-1 0,0 1 1,1-1-1,-1 1 0,0-1 0,0 0 1,0 1-1,0-1 0,1 0 0,-1 0 0,0 0 1,0 0-1,0 1 0,0-1 0,0 0 1,0 0-1,1-1 0,-1 1 0,0 0 1,0 0-1,0 0 0,0-1 0,0 1 0,1 0 1,-1-1-1,-1 0 0,1-4-116,0 1-1,0-1 0,1 0 0,0 0 1,0 0-1,0 0 0,0 0 1,1 1-1,0-1 0,0 0 1,0 0-1,0 1 0,4-8 1,-1 4-42,0 1 0,1-1 0,-1 1 0,2 0 0,-1 0 0,1 1 0,7-7 0,3-1-103,1 1 1,0 1 0,1 1-1,0 0 1,30-12 0,-40 19 376,-1 1 1,1 0-1,0 0 0,0 1 1,0 0-1,0 1 0,0 0 1,0 0-1,14 1 1,-21 0-11,1 1 1,-1 0-1,0 0 1,1 0-1,-1 0 1,0 0-1,1 0 1,-1 1-1,0-1 1,0 0-1,0 0 1,0 1-1,0-1 1,0 1-1,0-1 0,-1 1 1,1-1-1,-1 1 1,1 0-1,-1-1 1,1 1-1,-1-1 1,0 3-1,7 43 1209,-7-45-1298,1 79 142,-1-74-153,-1 0-1,0 1 1,0-1 0,-1 0-1,0 0 1,-1-1 0,1 1 0,-1 0-1,-5 7 1,-2 4-111,8-14-74,0 0-1,0 0 1,0 0 0,0 0-1,-1 0 1,0-1 0,0 0 0,0 1-1,0-1 1,0 0 0,-7 5-1,-1-5-4444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0:39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28 428 176,'2'1'6103,"-4"0"-6561,-5 1-2453,-1-1 3729,-5 3 10099,17-3-5097,7-1-5113,152-14 956,-77 4-1541,292-27 56,173-16 445,424-37 684,124-9-115,-840 80-793,502-33-180,1 29 1778,65 10 1541,-776 11-3181,-47 0-357,-3-1 0,1 2 0,0 1 0,119-12 0,-55 7 51,-49 3-137,-47 3-463,-26 9-6324,44-7 4960,-32 6-6789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3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0 563 720,'0'0'10450,"9"7"-5837,-9-3-4316,1 1 0,1 0-1,-1 0 1,1 0 0,0-1-1,0 1 1,0-1 0,0 0 0,1 1-1,0-1 1,-1 0 0,7 6-1,1 1 86,0-1 0,1 0-1,12 10 1,16 7-41,1 0 0,1-3-1,1-1 1,1-3 0,1-1 0,1-2 0,53 13 0,65 21 63,-110-31-88,103 22-1,460 26-51,-379-54-226,305 9-39,-402-24-48,141-19 0,-256 17 48,713-104-95,-223-1 142,-352 59-86,-49 13 8,582-149 56,-662 177-22,19-8 18,-2-1-1,77-38 0,91-63-29,-172 92 2,-11 3-47,42-33 0,-43 30 47,44-27 1,-20 23-1,-26 13 10,37-23 1,-61 33 51,0 1 1,-1-1-1,0 0 1,0-1 0,0 0-1,-1 0 1,0-1 0,8-13-1,-12 12 1078,-8 7 1858,-4 8-638,4 3-3631,-12 25-2738,0-16-2569,1-9-1839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4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0 5282,'0'0'10493,"-23"5"-9884,2-2-459,1 0-28,1 1 0,0 0-1,1 1 1,-1 1-1,-28 14 1,39-16-77,-13 6 91,0 0 1,2 1 0,-1 1-1,1 1 1,-21 18-1,39-30-137,-1 0-1,1 0 1,0 0 0,0 1-1,0-1 1,0 0-1,1 0 1,-1 0 0,0 1-1,0-1 1,1 0-1,-1 1 1,1-1 0,-1 0-1,1 1 1,0-1-1,-1 1 1,1-1 0,0 3-1,0-3-5,1 0 0,-1 0-1,1 0 1,-1 0 0,1 0 0,-1 0-1,1 0 1,0 0 0,-1 0 0,1-1-1,0 1 1,0 0 0,-1 0 0,1-1-1,0 1 1,0 0 0,0-1 0,0 1-1,2 0 1,4 2-10,1-1 0,0 1 0,0-2 0,0 1 0,11 0 1,32 2 56,-30-3-24,0 0 0,0 1 0,-1 1 0,1 1 0,-1 1 0,0 1 0,23 10 0,-42-16-5,-1 0 0,1 0 0,0 1 1,-1-1-1,1 0 0,0 0 0,-1 1 1,1-1-1,-1 1 0,1-1 1,-1 0-1,1 1 0,-1-1 0,1 1 1,-1 0-1,1-1 0,-1 1 0,0-1 1,1 1-1,-1-1 0,0 1 0,1 0 1,-1-1-1,0 1 0,0 0 0,0-1 1,1 1-1,-1 0 0,0 0 1,0-1-1,0 1 0,0 0 0,0-1 1,0 1-1,-1 0 0,1-1 0,0 1 1,0 0-1,0-1 0,-1 1 0,1 0 1,0-1-1,-1 1 0,1-1 1,0 1-1,-1 0 0,1-1 0,-1 1 1,1-1-1,-1 1 0,1-1 0,-1 0 1,1 1-1,-1-1 0,0 1 0,1-1 1,-1 0-1,0 0 0,0 1 1,-42 19 1043,41-19-975,-166 60 1868,168-74-16027,16-4 6377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5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25 4258,'2'1'19753,"5"2"-17053,-6-4-2687,0 1 1,1-1 0,-1 0-1,0 0 1,0 0-1,0 0 1,0 0 0,0-1-1,0 1 1,0 0-1,0 0 1,0-1-1,0 1 1,-1 0 0,1-1-1,-1 1 1,1-1-1,-1 1 1,1-1 0,-1 1-1,0-3 1,7 68 1296,-7-60-1298,0-2-15,0 1-1,0-1 0,1 1 1,-2-1-1,1 1 0,0-1 1,0 1-1,-1-1 0,0 1 0,1-1 1,-1 1-1,0-1 0,0 0 1,0 1-1,-1-1 0,1 0 0,0 0 1,-1 0-1,-3 4 0,3-3-441,-1 0 0,1 0 1,0 1-1,0-1 0,0 1 0,0 0 0,1-1 0,-1 1 0,0 5 0,-6 13-4245,-4-4-5185,4-12 743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5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8884,'0'0'14279,"58"-31"-14359,-53 46-369,-5 5-2112,0 1-2145,0-2-4050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5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4418,'0'0'2735,"19"1"386,85 3 1235,102 2-161,-205-8-4180,-6-1-41,-21-9 149,-1 2 1,0 0-1,0 2 1,-1 2-1,0 0 0,-1 2 1,-56-2-1,85 6-79,-1 0 0,0 1 1,1-1-1,-1 0 0,1 1 0,-1-1 0,1 0 0,-1 1 1,1-1-1,-1 1 0,1-1 0,-1 0 0,1 1 0,0-1 1,-1 1-1,1 0 0,0-1 0,-1 1 0,1-1 0,0 1 0,0-1 1,0 1-1,-1 0 0,1-1 0,0 1 0,0 0 0,0-1 1,0 1-1,0-1 0,0 1 0,0 0 0,0-1 0,0 1 1,1 0-1,-1-1 0,0 1 0,0-1 0,0 1 0,1 0 1,10 29 466,3-13-432,0-1-1,1 0 1,27 21 0,-12-11-343,-16-13-815,1-1 0,23 15 0,-28-22-329,-1 0-1,1 0 1,13 4-1,23 3-5911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0 132 1825,'0'0'22856,"5"4"-22283,115 135 2367,-119-138-2939,-1 0-1,1-1 1,-1 1 0,1-1-1,0 1 1,-1-1 0,1 1-1,0-1 1,-1 0-1,1 1 1,0-1 0,-1 0-1,1 1 1,0-1-1,0 0 1,0 0 0,-1 0-1,1 0 1,0 0 0,0 0-1,0 0 1,-1 0-1,1 0 1,0 0 0,0 0-1,-1 0 1,1 0-1,0-1 1,0 1 0,-1 0-1,1-1 1,0 1 0,-1 0-1,1-1 1,0 1-1,-1-1 1,1 1 0,0-1-1,-1 1 1,1-1-1,-1 0 1,1 1 0,-1-1-1,0 0 1,1 1 0,-1-1-1,0 0 1,1-1-1,16-42-75,-15 38 59,16-64-14,-14 49 57,1 0-1,1 1 1,1-1 0,1 1 0,11-20 0,-13 35-2268,17 5-12469,-21 0 14002,19 3-9033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26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99 2993,'0'0'16512,"12"6"-15271,9 5-961,2 0 0,-1-2 0,1-1 0,0 0 0,1-2 0,0-1 0,37 4 1,-40-8-345,-15-1-9,0 1 0,1-1-1,-1 0 1,1-1 0,9-1-1,-15 1 62,0 1-1,1-1 1,-1 1-1,1-1 0,-1 0 1,0 1-1,0-1 1,1 0-1,-1 0 1,0 0-1,0 0 1,0 0-1,0 0 1,0 0-1,0 0 1,0-1-1,0 1 0,-1 0 1,1-1-1,0 1 1,-1 0-1,1-1 1,-1 1-1,1-1 1,-1 1-1,0 0 1,0-1-1,0-2 0,1-3 3,0-1 0,-1 0-1,0 0 1,0 0 0,-1 0-1,-2-10 1,2 14 21,-1 1 0,1 0 0,-1-1 0,1 1 0,-1 0 0,0 0 0,0 0 0,0 0 0,-1 1 0,1-1 0,-1 1 0,1-1 0,-1 1 0,0 0 0,0 0 0,-4-3 0,-3 1 112,0 1 0,0-1 1,0 1-1,0 1 0,-1 0 0,1 1 0,-1 0 0,1 0 1,-1 1-1,-13 1 0,1 0 195,16-1-211,1 0 0,-1 0 0,0 1 0,0 0 0,1 1 0,-1-1 0,1 1 1,0 0-1,-1 1 0,1 0 0,0 0 0,0 0 0,0 1 0,1 0 0,-1 0 0,-8 8 0,9-6 31,1 0 0,-1 0 0,1 0-1,0 1 1,0 0 0,1 0 0,0 0 0,0 0-1,0 0 1,1 0 0,1 1 0,-1-1-1,1 1 1,-1 12 0,2-13-101,-1 0 1,1 0-1,0 1 0,0-1 1,1 0-1,0 0 1,1 0-1,-1 0 0,1 0 1,0 0-1,1 0 0,0-1 1,0 1-1,0-1 0,1 0 1,0 0-1,0 0 0,1 0 1,-1-1-1,1 0 0,1 0 1,-1 0-1,1 0 0,-1-1 1,8 4-1,0 0-27,0-1-1,0-1 1,1 0 0,0-1-1,0-1 1,0 0 0,1 0-1,22 1 1,14-1-904,58-3 0,-63-1-516,30-4-3234,-60 1 1493,0-1 0,19-8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0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78 2945,'0'0'3514,"5"-8"-3125,-1 0-147,-1 2 33,0 1 1,1 0-1,-1 1 0,1-1 1,0 0-1,5-4 0,-30 30 6708,8-9-6366,0 1 1,0 1-1,2 0 0,-14 19 0,11-7-383,1 0 0,1 0 0,2 1 0,0 0 0,2 1 0,-9 52 0,10-25-39,2 1 0,4 91-1,3-133-187,-1 1 0,2 0 0,0 0 0,0-1 0,2 0 0,0 0-1,0 0 1,1 0 0,1-1 0,0 0 0,1 0 0,13 15 0,-13-18 0,0-1 0,1 1 1,0-2-1,1 1 1,0-1-1,0-1 0,1 0 1,0 0-1,0-1 1,1 0-1,-1-1 0,1-1 1,0 0-1,25 5 1,1-4 74,0-2 0,1-2 1,-1-2-1,0-1 1,0-2-1,0-1 0,70-20 1,-55 9-29,-1-3-1,0-3 1,-1-1 0,84-53 0,-114 62-48,-1 0 1,-1-1-1,35-34 0,-47 41 33,-1 1 0,0-1-1,0 0 1,-1-1 0,0 0-1,0 1 1,-1-1 0,0-1-1,0 1 1,-1-1 0,-1 1-1,3-16 1,-3 11 71,-1-1-1,0 1 1,-1 0-1,0 0 1,-1 0 0,-1-1-1,0 1 1,-1 0-1,0 1 1,-2-1 0,1 1-1,-2-1 1,-8-16-1,-1 7 43,-1 1-1,-1 0 0,0 1 1,-2 1-1,0 1 0,-2 0 1,0 2-1,-1 0 1,0 1-1,-1 2 0,-26-13 1,19 13-34,0 2 0,0 0 1,-1 2-1,-1 2 0,0 1 1,0 1-1,0 2 0,-63-1 1,88 5-141,0 0 0,-1 1 0,1-1 0,0 2 1,0-1-1,0 1 0,0 0 0,1 0 0,-1 1 1,1 0-1,-11 6 0,13-5-241,-1-1-1,1 1 0,0 0 1,0 0-1,1 1 1,-1-1-1,1 1 0,0 0 1,0 0-1,0 0 1,1 0-1,0 0 0,0 0 1,-2 11-1,-3 24-4970,6-1-3365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1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672 147 0,'0'0'4535,"4"-4"-3318,16-13-11,-5 3 5745,2-6-4869,3-3-1866,-15 18-168,-1 0 0,1 0-1,-1 0 1,0-1-1,0 0 1,3-7-1,-1-11 5468,-20 39-4048,10-13-1215,-126 125 3718,109-103-3446,1 1 0,1 1 0,-27 48 0,-27 92 587,-11 19-429,9-53-119,-98 131 0,155-235-561,0 1-1,2 0 1,1 1-1,-11 34 1,25-62-59,0 0 0,1 0 0,-1 0 0,1 0 0,-1 0 0,1 0 0,0 0 0,0 0 0,0 0 1,0 0-1,0 0 0,0 0 0,2 4 0,-1 2-1408,-1-4 572,0-1 1,1 0 0,-2 1-1,1-1 1,0 0 0,-1 1-1,0-1 1,0 0 0,0 1-1,0-1 1,0 0 0,0 0-1,-1 0 1,-3 5 0,-14 15-9905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2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564 276 10533,'-22'0'3649,"15"0"-3337,-11 0 523,-1 0-1,0 2 1,1 0 0,-1 0 0,1 2 0,0 0 0,-27 11-1,18-3 35,0 1-1,1 1 0,0 2 1,2 0-1,0 2 0,0 0 0,-34 38 1,45-42-739,0 1 1,1 1-1,1 0 0,1 0 1,1 1-1,0 1 0,1 0 1,0 0-1,2 0 1,0 1-1,1 0 0,-4 35 1,6-35-102,2 0 1,-1 1-1,2-1 1,1 1 0,0-1-1,1 0 1,2 0-1,0 0 1,0 0 0,10 23-1,-1-16-83,1 0-1,1-1 1,1 0 0,1-1-1,1-1 1,2-1-1,0 0 1,1-2 0,1 0-1,0-2 1,2 0-1,0-2 1,1 0-1,1-2 1,0-1 0,1-1-1,0-1 1,1-1-1,0-2 1,0 0 0,1-3-1,31 4 1,-31-7-178,52-2-1,-70-1 215,-1-1 0,0 0-1,0 0 1,0 0 0,0-2-1,-1 1 1,1-1 0,13-8-1,-2-2 40,0-1-1,-1-1 1,-1-1-1,-1-1 1,19-23-1,73-107 111,-73 92-21,43-85 0,-67 115-75,-1-2 0,-2 0 0,-1 0-1,-1-1 1,7-50 0,-12 50 81,-1 0 0,-2-41 0,-1 57-9,-1 1 1,0 0 0,0 0 0,-1 0 0,-1 0 0,0 0 0,-1 1-1,-6-14 1,-4 1 40,-1 0 0,-1 2 0,-1 0 0,-1 0 0,-35-29 0,-118-79-5201,139 106 2396,-5-8-4917,12-5-5472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7828,'0'0'11413,"59"36"-12678,-42-15-1648,2-2-2450,8-5-2144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10005,'0'0'8740,"-25"69"-9269,31-50-2800,5 4-3554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0 9092,'0'0'12854,"-92"115"-13174,92-85-2177,0 5-1825,0 7-2481,4 4-1201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3890,'0'0'10789,"-88"118"-7748,81-110-1040,5-8-544,2 6-1457,0-2-80,0 9-1617,0 4-1409,0-1-2144,2 1-2241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6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7 12166,'0'0'11093,"-46"-6"-12262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7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2849,'0'0'16701,"0"10"-15116,16 124 2543,-1-12-2024,-10-17-1439,-5-66-596,3 0 0,0-1 1,13 56-1,-15-89-66,1-1 1,-1 1-1,1 0 0,0-1 1,0 0-1,0 1 0,1-1 1,-1 0-1,1 0 0,0 0 0,0 0 1,1-1-1,-1 1 0,6 3 1,-4-4-2,0 0 0,0-1 0,1 1-1,-1-1 1,1-1 0,-1 1 0,1-1 0,0 0 0,-1 0 0,1 0 0,0-1 0,7 0 0,17 0 18,1-1 0,-1-2 0,0-1 1,55-14-1,1-8 61,-1-4 0,124-63 0,-200 89-510,9-5 1554,-14 6-2775,-9 1-3436,-15 2-2699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9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432 62 2449,'0'0'13804,"0"-10"-12102,0-30-221,0 39-1444,0 1 0,0 0 0,0-1 0,0 1 0,0 0 0,0-1 0,0 1 0,0-1 0,0 1 0,0 0 0,0-1 0,0 1 0,0 0 0,0-1 0,0 1 0,0-1 0,-1 1 0,1 0 1,0-1-1,0 1 0,0 0 0,-1-1 0,1 1 0,0 0 0,0 0 0,-1-1 0,1 1 0,0 0 0,-1 0 0,1-1 0,0 1 0,-1 0 0,1 0 0,0 0 0,-1 0 0,1-1 0,0 1 1,-1 0-1,1 0 0,-1 0 0,1 0 0,0 0 0,-1 0 0,1 0 0,0 0 0,-1 0 0,1 0 0,-1 0 0,1 0 0,0 1 0,-1-1 0,1 0 0,-1 0 0,-1 1 212,-6-1-140,-1 2 0,1-1 1,0 1-1,-1 0 1,1 1-1,0 0 0,1 0 1,-1 0-1,0 1 1,-10 8-1,-11 8 73,-30 27 0,58-46-170,-19 16 95,1 2-1,0 0 1,2 1-1,0 1 1,2 0 0,0 1-1,1 1 1,1 0-1,-9 26 1,10-18-49,1 1 1,2 0-1,2 0 1,0 1-1,2 0 1,-1 60-1,6-82-54,0 1 0,0-1 1,1 1-1,1-1 0,0 1 0,0-1 0,1 0 0,1 0 0,0 0 0,0-1 0,1 1 0,0-1 0,1 0 0,0 0 0,1-1 0,0 0 0,0 0 0,1 0 1,0-1-1,10 8 0,-1-3-2,1 0 1,1-2 0,0 0 0,0-1 0,1 0-1,0-2 1,1 0 0,-1-2 0,2 0 0,34 4-1,4-3 23,1-2-1,97-6 1,-123-2-18,1-1 1,-1-2 0,0-1-1,0-2 1,-1-1-1,64-29 1,-73 27-4,0-1 0,-1-1-1,0-1 1,-2-2 0,1 0 0,-2-1-1,-1-1 1,0-1 0,24-31-1,-34 36 3,-1-1 0,-1 0 0,0-1-1,-1 0 1,0 0 0,-2 0 0,0-1-1,-1 0 1,-1 0 0,0 0 0,-2 0-1,0-30 1,-1 35 26,0 0 0,-1-1 0,0 1 0,-1 0 0,-1 0 0,0 0 0,-1 1 0,0-1 0,-1 1 0,0 0 0,-1 0 0,-1 0 0,1 1 0,-2 0 0,0 0 0,0 1 0,-1 0 0,-12-11 0,-3 1 59,0 1 1,-2 1-1,0 1 0,-1 1 0,-1 1 0,0 2 0,-1 0 0,0 3 0,-1 0 0,0 2 0,-1 1 0,0 1 0,0 2 0,0 1 0,-50 1 0,75 3-298,1 0 0,-1-1 0,1 2 0,-1-1 1,1 1-1,-1-1 0,1 2 0,0-1 0,0 0 0,0 1 0,-6 4 0,1 1-1333,0 1 0,0 1-1,-14 16 1,-14 21-6106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1:59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556 107 3618,'0'0'12093,"24"-12"-7173,-15 6-4781,0 0 1,-1 0 0,0-1-1,0 0 1,0 0-1,-1-1 1,0 0 0,9-14-1,-15 22-69,-1-1 0,1 1-1,-1-1 1,0 1 0,1-1-1,-1 0 1,0 1-1,1-1 1,-1 1 0,0-1-1,0 0 1,0 1 0,0-1-1,1 0 1,-1 1 0,0-1-1,0 1 1,0-1-1,0 0 1,0 1 0,0-1-1,-1 0 1,1 1 0,0-2-1,-13 0 2443,-22 15-799,14 0-1314,1 2 1,0 0-1,1 2 1,1 0 0,0 1-1,2 0 1,0 2-1,1 0 1,0 0-1,-17 37 1,-6 21-118,-47 140 0,64-159-327,-17 46 45,-142 361 0,166-438 0,8-18 0,1 1 0,1 0 0,0 0 0,0 0 0,-2 13 0,5-20-59,2-5-108,-1 1-1,1-1 0,-1 0 0,1 0 1,-1 1-1,1-1 0,0 1 0,-1-1 1,1 0-1,0 1 0,-1-1 0,1 1 1,0-1-1,0 1 0,0 0 0,-1-1 0,1 1 1,0 0-1,0-1 0,0 1 0,1 0 1,18-4-5075,-11 3-1081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00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623 195 7443,'0'0'5696,"-21"0"-2169,10-1-3025,1 0-219,1 1 1,-1 0 0,0 0 0,1 1 0,-1 1 0,1-1 0,-1 1 0,1 1 0,0 0 0,0 0 0,0 1 0,0 0 0,-13 8 0,-10 13 598,1 1 1,1 1-1,2 2 0,0 1 0,-42 61 1,33-33 8,2 1-1,-45 103 1,64-123-579,2 1-1,2 0 1,-12 72-1,19-83-261,2 0 0,2 0 0,0 0 0,2 0 0,1 0 0,8 36 0,-5-46-56,1-1 0,1 0-1,1 0 1,0-1 0,1 0 0,1 0 0,1-1 0,0-1 0,1 0 0,0 0 0,2-1 0,-1 0-1,2-2 1,0 1 0,0-2 0,1 0 0,1-1 0,-1-1 0,2 0 0,33 12 0,-29-15-13,1-1 0,0-1 1,0-1-1,0-1 0,0-1 1,0-1-1,0-1 0,0-1 1,0-1-1,0-1 0,-1-1 1,1-1-1,-1-1 0,0-1 1,-1 0-1,0-2 0,-1-1 1,37-24-1,-1-7 38,-2-1 0,-2-3 0,-1-3 0,-3-1-1,-2-3 1,-3-1 0,-1-2 0,-4-2 0,-2-2 0,53-120 0,-75 146-34,-2-1-1,-1-1 1,-2 0-1,-1-1 1,-2 1-1,-2-1 1,-1 0 0,-3-46-1,0 72 44,-1-1-1,0 1 0,-1 0 1,-1-1-1,1 1 0,-2 0 1,1 0-1,-1 1 0,-1-1 1,0 1-1,-1 0 0,0 0 1,0 0-1,-1 1 0,0 0 1,-1 0-1,0 1 0,0 0 1,-1 1-1,0-1 0,0 2 1,-1-1-1,-11-5 1,-6-3 145,-1 2 1,-1 1-1,1 1 1,-2 2-1,1 1 1,-2 1 0,-33-4-1,-27 3 43,-99 3-1,182 5-281,-23 1 199,30-1-163,1 0 0,-1 0 0,0 0 0,1 0 0,-1 0 0,0 0 0,1 0 0,-1 0 0,0 1 0,1-1-1,-1 0 1,0 0 0,1 1 0,-1-1 0,1 0 0,-1 1 0,1-1 0,-1 0 0,1 1 0,-1-1 0,1 1 0,-1-1-1,1 1 1,-1-1 0,1 1 0,0 0 0,-1-1 0,1 1 0,-1 1 0,8-1-2096,4-1 692,0-1 1,0 0-1,0 0 1,0-1 0,0 0-1,16-7 1,40-27-8414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23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4770,'0'0'12675,"9"-4"-11186,3 0-606,1 1 0,-1-1 0,1 2 0,0 0 0,20 0 0,71 2 1841,50 0-2982,-153 0 143,0 0 0,0 0 1,0 0-1,0 0 0,0 0 1,0 0-1,0 0 1,0 0-1,0 1 0,0-1 1,0 0-1,0 1 1,0-1-1,0 1 0,0-1 1,0 1-1,0-1 1,0 1-1,0 0 0,-1-1 1,1 1-1,1 1 0,-2-1-135,0 0 0,0 0 0,0 0 0,0 0 0,0 0 0,0 0 0,0 0 0,0 0 0,-1 0 0,1 0 0,0 0 0,-1 0 0,1 0 0,-1 0 0,1 0 0,-1 0 0,1-1 0,-1 1 0,1 0 0,-1 0 0,0 0 0,0-1 0,1 1 0,-1 0 0,0-1 0,0 1 0,-1 0 0,-39 23-8999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47.6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1313,'0'0'12907,"10"0"-10719,213-1 6959,-161 2-10776,-3-1-4283,-49 0-977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6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15 4114,'0'0'11635,"5"0"-9851,14-2-588,-14-2 4025,-18 2-2337,-172-4-1769,158 6-1099,17 0-66,0 0 1,0 1 0,-14 2-1,22-2 33,1-1 0,-1 0 0,1 0 0,-1 1-1,1-1 1,-1 1 0,1-1 0,-1 1-1,1 0 1,-1 0 0,1 0 0,0-1 0,-1 1-1,1 0 1,0 1 0,0-1 0,0 0 0,0 0-1,0 0 1,0 1 0,0-1 0,0 1-1,0-1 1,0 0 0,1 1 0,-1-1 0,1 1-1,-1 0 1,1-1 0,0 3 0,0-3-61,0 0 0,0 0 0,0 1 0,1-1 0,-1 0 0,1 0 0,-1 0 0,1 0 0,-1 0 1,1 0-1,0 1 0,-1-1 0,1-1 0,0 1 0,0 0 0,0 0 0,0 0 0,0 0 0,2 1 0,24 12-437,-21-11 417,44 20-324,-13-7 180,-1 1 0,0 2 0,-1 2 0,46 35-1,-80-55 218,1 0 1,0 0-1,-1 0 0,1 1 0,-1-1 0,0 1 0,1-1 0,-1 1 0,0-1 0,0 1 0,0 0 1,0-1-1,0 1 0,0 0 0,-1 0 0,1 0 0,-1 0 0,1 0 0,-1 0 0,0-1 0,1 1 1,-1 0-1,0 0 0,0 0 0,-1 2 0,0-1 88,0 0 0,-1-1 0,1 1 0,-1-1 0,0 0 0,1 0 0,-1 1 0,0-1 0,0 0 0,-1 0 0,1-1 0,0 1 0,-1 0 0,1-1 0,-5 3 0,1-1 87,-104 51 1483,94-47-1524,-2 0 0,1-2 0,-1 0 0,-28 5 1,45-10-263,1 0 0,-1 0 1,1 0-1,0 0 1,-1 0-1,1 0 0,0 0 1,-1 0-1,1 0 0,0 0 1,-1 0-1,1 0 1,0 0-1,-1 0 0,1 0 1,0-1-1,-1 1 1,1 0-1,0 0 0,-1 0 1,1 0-1,0-1 0,-1 1 1,1 0-1,0 0 1,0-1-1,-1 1 0,1 0 1,0 0-1,0-1 1,0 1-1,-1 0 0,1-1 1,0 1-1,0 0 0,0-1 1,0 1-1,0 0 1,0-1-1,0 1 0,-1-1 1,6-15-6812,10-6-1267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6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0 14343,'0'0'9028,"-17"126"-8420,11-103-176,4-6-224,-2-3-208,-5-5-16,7-3-1040,-4-4-1601,2-2-1745,-2 0-5651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6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14519,'0'0'4610,"19"27"-17112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609 346 5859,'0'0'5298,"5"-21"-3406,15-69 861,-19 82-2342,0 0-1,0 0 1,0 0 0,-1 0 0,-1 0-1,1 0 1,-1 0 0,0 0 0,-1 1-1,0-1 1,0 0 0,-1 1 0,0-1-1,-4-6 1,3 7-186,-1 0 0,0 0 0,0 1 0,-1-1 0,1 1 0,-2 1 0,1-1 0,0 1 0,-1 0 0,0 1 0,-12-7 0,4 5-81,0 0-1,0 1 0,-1 0 0,1 1 0,-1 1 0,0 1 0,0 0 1,0 1-1,0 0 0,0 2 0,-1 0 0,-22 4 0,27-2-108,-1 1 0,1 0 0,0 1 0,1 1 0,-1 0 0,1 0-1,0 1 1,1 0 0,-1 1 0,2 0 0,-1 1 0,1 0 0,0 0 0,-11 17 0,6-6 53,1 0 1,1 0-1,1 1 1,1 1 0,1 0-1,0 0 1,-5 26 0,4 2 187,1 1 0,-3 95 1,15 105 388,-3-249-663,7 117 54,0 52-120,-5-119-71,-1-28-45,-1-1 0,-4 36 0,-3-43-2704,7-15 2686,-1-1 0,1 0 1,0 0-1,0 0 0,0 1 1,-1-1-1,1 0 0,0 0 1,0 0-1,-1 1 0,1-1 1,0 0-1,0 0 0,-1 0 1,1 0-1,0 0 1,-1 0-1,1 0 0,0 1 1,0-1-1,-1 0 0,1 0 1,0 0-1,-1 0 0,1 0 1,0 0-1,-1-1 0,1 1 1,0 0-1,0 0 0,-1 0 1,1 0-1,0 0 0,-1 0 1,1 0-1,0-1 0,0 1 1,-1 0-1,1 0 0,0 0 1,0-1-1,0 1 0,-1 0 1,1 0-1,0-1 0,0 1 1,0 0-1,0 0 0,-1-1 1,1 1-1,0 0 0,0 0 1,0-1-1,0 1 1,0 0-1,0-1 0,0 1 1,0 0-1,0-1 0,0 1 1,0 0-1,0 0 0,0-1 1,0 1-1,-6-29-8638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10645,'0'0'11125,"125"0"-11125,-85 17-208,6-9-2081,0-4-2161,0-4-4850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1 10661,'0'0'16826,"-3"25"-16028,0-8-523,-5 41 1204,-17 65 0,-1-32-338,8-34-1105,3 0 0,-11 90 0,25-146-83,1 1 1,-1-1-1,1 1 1,0-1-1,0 1 1,0 0-1,0-1 0,0 1 1,0-1-1,0 1 1,1-1-1,-1 1 1,1 0-1,-1-1 1,1 0-1,-1 1 0,1-1 1,0 1-1,0-1 1,1 2-1,0-2-198,1 0-1,-1 0 1,0-1-1,1 1 1,-1-1-1,1 1 1,-1-1 0,0 0-1,1 0 1,-1 0-1,4-1 1,2 1-119,-5 0-78,0 0 0,1-1 1,-1 1-1,1-1 1,-1 0-1,0 0 0,1 0 1,-1 0-1,0 0 1,0-1-1,0 1 0,0-1 1,0 0-1,0 0 0,0 0 1,4-4-1,13-22-6892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7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2289,'0'0'17144,"117"-8"-13687,-56 8-2320,6 0-1057,0 0-80,6 0-2001,8 0-2945,-1-9-6531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2:58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636 0 10981,'0'0'12059,"-19"5"-10616,13-4-1304,-13 3 338,1 1 0,0 1 0,0 0 1,0 1-1,1 1 0,-28 17 0,-1 6 273,2 2 1,1 2-1,2 1 0,1 2 0,-57 71 1,79-85-728,2 0 0,0 2 1,1-1-1,2 2 0,0 0 1,2 0-1,1 1 0,2 1 1,0-1-1,2 1 0,1 1 1,-1 34-1,5-37-23,1 0 0,4 29 0,-2-44 0,0-1 0,1 0 0,0 0 0,1 0 0,0 0 0,1 0 0,7 12 0,-1-5 7,1-1-1,1-1 1,0 0-1,1 0 1,1-2 0,0 0-1,1 0 1,1-2-1,0 0 1,0-1-1,27 13 1,-19-13-116,0-1 0,1-1 0,0-1 0,0-2 0,1 0 0,0-2 0,0-1 0,34 0 0,-71-16-11685,-12-3-1218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0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293 723 8436,'0'0'14062,"0"-3"-12869,0 2-1084,0 0 0,0 1 0,0-1 1,-1 0-1,1 1 0,0-1 0,0 1 0,0-1 0,-1 1 1,1-1-1,0 1 0,-1-1 0,1 1 0,0-1 1,-1 1-1,1-1 0,-1 1 0,1-1 0,-1 1 0,1 0 1,-1-1-1,1 1 0,-1 0 0,1-1 0,-2 1 0,-21-5 916,-32 8-945,49-2 29,-9 1-102,0 0 0,0 2 0,1 0 0,0 0 1,0 1-1,0 1 0,0 1 0,1 0 0,0 0 0,-20 16 0,30-20-26,1-1 1,0 1-1,0-1 0,0 1 1,0 0-1,0 0 1,0 0-1,0 0 1,1 0-1,-2 5 0,3-8 5,-1 1-1,1 0 0,0 0 0,0 0 0,0 0 0,0-1 1,-1 1-1,1 0 0,0 0 0,1 0 0,-1 0 0,0 0 0,0 0 1,0 0-1,0-1 0,1 1 0,-1 0 0,0 0 0,1 0 0,-1-1 1,0 1-1,1 0 0,-1 0 0,1-1 0,0 1 0,-1 0 1,1-1-1,-1 1 0,1-1 0,0 1 0,0-1 0,-1 1 0,1-1 1,0 1-1,0-1 0,0 1 0,-1-1 0,1 0 0,0 0 1,0 0-1,0 1 0,0-1 0,0 0 0,1 0 0,17 1-13,-1 0-1,1-1 1,-1-1-1,1-1 1,-1-1-1,1 0 0,-1-1 1,0-1-1,-1-1 1,1-1-1,-1 0 1,0-1-1,-1-1 1,23-15-1,-15 6-200,0 0-1,-2-2 1,0 0 0,-2-2 0,0 0-1,-2-1 1,0-1 0,23-41 0,13-41 254,-4-2 1,60-195 0,-107 288 2435,-13 25-514,4-2-2351,-15 20 486,1 0 0,2 2 0,0 0 0,3 1 0,0 0 0,2 2 0,1-1 0,-12 57 0,10-17-521,4 0 1,2 0-1,3 87 1,5-157 192,0-1 1,0 1-1,0 0 0,0-1 1,0 1-1,0-1 0,0 1 1,0-1-1,1 1 0,-1-1 1,1 1-1,-1-1 0,1 0 1,-1 1-1,1-1 1,0 0-1,1 2 0,0-2-326,0 0-1,-1 0 1,1-1-1,0 1 1,0-1-1,0 1 1,0-1-1,0 0 1,0 1-1,0-1 1,0 0-1,4-1 1,31 1-7434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0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13 6467,'0'0'19833,"-21"-3"-17776,3 0-1662,11 1-277,-1 0-1,1 1 1,-1 0 0,1 1 0,-1-1-1,1 1 1,-1 1 0,1 0-1,-1 0 1,1 0 0,-1 1 0,1 0-1,0 0 1,0 1 0,-8 4-1,3-2 136,1 2 0,0 0 0,1 0 0,0 1 0,-14 13 0,20-17-240,1 0-1,-1 0 0,1 1 0,0-1 0,1 1 0,-1 0 1,1 0-1,0 0 0,0 0 0,0 0 0,1 0 0,0 1 1,0-1-1,0 0 0,0 10 0,1-13-19,0-1-1,1 0 1,-1 0 0,0 0-1,1 0 1,-1 0-1,1 0 1,-1 0 0,1-1-1,0 1 1,-1 0-1,1 0 1,0 0 0,-1 0-1,1-1 1,0 1-1,0 0 1,0-1 0,0 1-1,0-1 1,0 1-1,0-1 1,0 1 0,0-1-1,0 1 1,0-1-1,0 0 1,0 0 0,0 0-1,0 0 1,0 1 0,1-2-1,44 2-190,-34-1 128,-2 0 68,0 0 0,0-1 0,0 0 0,-1-1 1,1 0-1,0-1 0,-1 0 0,1 0 0,-1-1 0,0 0 1,0-1-1,0 0 0,-1 0 0,0-1 0,0 0 0,0 0 0,-1-1 1,1 0-1,-2 0 0,1-1 0,-1 0 0,6-9 0,-13 24 102,0 0-1,1 0 1,0 0 0,2 12-1,-1-8-50,0-2-180,0 0-1,0 0 1,1-1 0,0 1-1,0-1 1,1 0 0,0 1-1,1-1 1,0-1 0,0 1-1,7 9 1,-7-12-297,0-1-1,0 1 1,0-1 0,1 0 0,0 0-1,-1-1 1,9 5 0,-8-5-329,0-1 1,0 0-1,1 0 1,-1 0-1,0 0 1,1-1-1,0 0 1,8 0-1,29 0-6470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0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1 18745,'0'0'11061,"-111"144"-10181,103-69-48,6 9 161,2 2-737,0-5-256,0-10 0,0-8 0,-4-11-64,0-12-1073,-7-11-399,1-8-1089,-5-11-1121,-4-10-1937,-4 0-5650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1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13574,'0'0'2540,"25"-3"181,-10 2-2126,163-11 4829,113 12-2046,-290 0-2421,-21 9 212,-8 3-1074,0 2 1,-49 33-1,64-38-104,0 1-1,0 1 1,1 0-1,0 1 1,1 0-1,1 1 1,-12 16 0,21-26-40,-1-1 0,0 1 0,1 0 0,-1 0 0,1-1 0,0 1 0,0 0 0,0 0 0,1 0 0,-1 0 0,1 0 0,-1 0 0,1 0 0,0 1 0,0-1 0,0 0 0,1 0 0,-1 0 1,1 0-1,0 3 0,1-4 19,-1 0 1,0 0 0,1 0 0,0 0 0,-1 0-1,1-1 1,0 1 0,0-1 0,0 1 0,0-1-1,0 0 1,0 1 0,0-1 0,0 0 0,1-1-1,-1 1 1,0 0 0,1-1 0,-1 1 0,0-1-1,1 0 1,-1 1 0,1-1 0,2-1 0,12 2 31,0-2 0,0 0 0,0-1 1,0-1-1,0 0 0,28-10 1,-33 8 61,-1 1 0,-1-2 1,1 1-1,-1-1 0,0-1 0,0 0 1,0 0-1,-1-1 0,-1-1 0,13-13 1,-11 2 1523,-11 18-192,-7 13-1147,3-1-321,0 0 0,0 1-1,1 0 1,0 0 0,1 0 0,0 0 0,-1 14-1,3-17-651,0-1-1,1 1 0,0 0 1,0 0-1,1 0 0,3 14 0,-3-19 186,0-1 0,0 1 0,0-1-1,1 1 1,-1-1 0,1 0-1,-1 0 1,1 1 0,0-1 0,0 0-1,0-1 1,0 1 0,0 0 0,0-1-1,1 1 1,-1-1 0,1 1-1,-1-1 1,1 0 0,-1 0 0,4 0-1,34 9-8645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1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13702,'0'0'9012,"-122"119"-7475,85-77-1313,-3-2-224,0-1-1937,-4-7-5874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3:04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4466,'0'0'15042,"8"9"-13106,44 49 652,-3 2-1,82 131 0,51 162-152,-163-310-2316,-1 1 1,-3 1-1,11 53 0,-22-82-78,-2 0 0,1-1 0,-2 1 0,0 1 0,-1-1 0,-1 0 0,-1 0 0,0 0 0,0-1 0,-2 1 0,0 0 0,-1-1 0,-7 17 0,2-15-29,-1 1-1,0-1 0,-2-1 1,1 0-1,-2 0 0,-20 17 1,-102 73-19,14-13 9,119-90-2,1-2 0,0 1 0,0 0 0,0-1 0,1 1 0,-1 0 0,0 0 0,1 0 0,-1 0 0,1 0 0,0 1 0,-2 3 0,4-6-597,0 1 1,1-1-1,-1 0 1,0 0-1,0 0 1,0 1-1,1-1 1,-1 0-1,0-1 1,0 1-1,0 0 1,1 0-1,-1 0 0,2-1 1,4-5-8624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38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1505,'0'0'12635,"7"15"-10698,38 68 1366,12 7 5273,6 9-7156,66 183 1266,-35-70-1981,43 39-705,-119-223 0,1-1 0,2-1 0,1-1 0,0-1 0,2-1 0,44 33 0,-43-43 0,-21-11 0,-1-1 0,1 1 0,0 0 0,-1 0 0,1 0 0,-1 0 0,0 1 0,0-1 0,0 1 0,5 5 0,-2 5 0,-4-9 0,0 1 0,0-1 0,1 0 0,-1 0 0,1 0 0,0 0 0,0 0 0,0-1 0,0 1 0,7 4 0,18 13-2513,2-2-7521,-8-5 603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39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753 430 11397,'0'0'3180,"-25"-3"3,-1 0-2267,-16-2 676,1 2-1,-56 2 1,66 3-1049,0 2 0,0 0-1,1 3 1,0 0 0,0 2 0,1 1 0,0 1 0,0 2 0,2 1 0,-1 1 0,-44 33 0,61-38-389,0 0-1,1 1 1,1 0 0,-1 0 0,2 1 0,0 1-1,0-1 1,1 1 0,1 0 0,0 1 0,-6 20 0,7-15-109,0 0 0,2 1 0,0-1 0,1 0 0,1 1 0,1-1 0,1 1 0,3 20 0,-2-30-38,0 1 0,1-1 0,0 0 0,1 0 0,0 0-1,0 0 1,1-1 0,0 0 0,13 17 0,-7-14-4,0 0 1,0-1 0,1 0-1,0-1 1,1 0 0,14 8-1,0-3-42,1-1 0,1-1-1,0-2 1,0-1 0,1-1-1,41 7 1,-25-8-97,0-3 0,0-2 0,1-1 0,-1-3 0,52-7 0,-60 2 92,-1-1 0,-1-2 0,0-1 0,0-2 1,-1-2-1,59-31 0,-61 25 61,-1-1 1,0-1-1,-2-2 1,-1 0-1,-1-3 0,-1 0 1,-1-2-1,33-48 1,-46 57 62,0-1 0,-2 0 0,-1-1 0,-1 0 0,0-1 0,6-30 0,-11 35 40,-1-1 0,-1 1 0,-1-1-1,0 1 1,-2-1 0,0 1 0,-1 0 0,-8-36-1,3 33-113,0 1 0,-2 0 0,0 0 0,-1 1-1,-1 1 1,-1-1 0,-1 2 0,0 0 0,-1 0-1,-23-20 1,9 11-7,-1 2 0,0 2 1,-2 0-1,-1 2 0,-42-20 0,44 26 1,1 2 0,-2 1 0,1 1 0,-1 1 0,-1 2 0,0 1 0,0 2 0,-57-1 0,83 6 7,1-1-1,-1 1 1,1 0 0,-1 0 0,1 1-1,-1-1 1,1 1 0,0 1 0,0-1-1,-6 4 1,8-4-53,1 0 0,-1-1 0,1 1 1,0 0-1,-1 1 0,1-1 0,0 0 0,1 1 0,-1-1 0,0 1 1,1-1-1,-1 1 0,1 0 0,0 0 0,0 0 0,0 0 0,0-1 1,1 1-1,-2 5 0,2-8-90,0 0 1,0 1-1,0-1 1,0 0-1,0 1 1,0-1-1,0 0 1,0 1-1,0-1 1,0 0-1,0 1 1,0-1-1,0 0 1,0 1-1,0-1 1,1 0-1,-1 1 1,0-1-1,0 0 1,0 1-1,0-1 1,1 0-1,-1 0 1,0 1-1,0-1 1,1 0-1,-1 0 1,0 1-1,0-1 1,1 0-1,-1 0 1,0 0-1,1 1 1,23 0-6885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37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1 115 6707,'0'0'11747,"1"-5"-10304,5-19 73,-2 5-288,0 0 0,12-28 0,-17 63 2732,8 19-4064,-4-22 476,7 28 38,3 0 0,33 76-1,53 75 556,-42-83-517,215 506 352,-154-334-800,-106-256 0,17 30 0,-23-50 0,-6-5 0,1 0 0,-1 0 0,0 0 0,1 0 0,-1 0 0,1-1 0,-1 1 0,0 0 0,1 0 0,-1 0 0,0-1 0,0 1 0,1 0 0,-1 0 0,0-1 0,1 1 0,-1 0 0,0-1 0,0 1 0,0 0 0,1 0 0,-1-1 0,0 1 0,0-1 0,0 1 0,0 0 0,0-1 0,0 1 0,0 0 0,1-1 0,-1 1 0,0-1 0,0 1 0,2-16 0,-2 15 0,5-47-1217,-5 47 869,0 1 0,-1-1 0,1 1 0,0-1 0,0 1 0,-1 0 0,1-1 0,0 1 0,0-1 0,-1 1 0,1 0 0,-1-1 0,1 1 0,0 0 0,-1 0 0,1-1 0,-1 1 0,1 0 0,0 0 0,-1 0-1,1-1 1,-1 1 0,1 0 0,-1 0 0,1 0 0,-2 0 0,-1-1-3314,-8-5-14829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4:37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476 129 12806,'-26'0'3009,"0"-1"-2263,-2 0 331,0 1 0,0 1 0,0 2 0,-41 8 0,54-7-482,0 1-1,0 0 0,0 1 1,1 1-1,0 0 1,0 1-1,1 0 1,-18 15-1,23-16-427,0 1 0,0-1 0,1 2 0,0-1 1,1 1-1,0 0 0,0 0 0,1 1 0,0 0 0,0 0 0,1 0 0,1 0 0,-3 13 0,2-4-87,0 1 0,2-1 0,1 1 0,0-1 0,1 1 1,1-1-1,1 1 0,8 33 0,-6-39-62,0 0 0,2 0 0,0 0 1,0 0-1,1-1 0,1 0 0,0-1 0,1 1 0,0-2 1,1 1-1,21 19 0,-17-21-13,0 0 0,0 0-1,1-1 1,1-1 0,-1-1 0,1 0 0,0-1-1,1 0 1,-1-2 0,27 5 0,-3-4-20,0-1 1,0-3-1,57-4 1,-70 0-94,1-1 1,-1-2 0,0-1 0,-1-1 0,1-1-1,-2-1 1,1-1 0,-1-2 0,36-24-1,-36 21-38,-1-2 1,0-1-1,-2-1 0,0-1 0,-1-1 0,-1-1 0,-1-1 0,24-38 1,-36 49 140,-1 0 1,0 0 0,-1-1 0,0 0-1,-1 0 1,0 0 0,-2 0-1,1 0 1,0-30 0,-3 37 23,0 0 1,-1 0-1,1 0 0,-1 0 1,-1 0-1,1 1 0,-1-1 1,0 0-1,-1 1 0,0-1 1,0 1-1,0 0 0,0-1 1,-1 2-1,0-1 0,-9-9 1,0 3 141,-1 0 1,-1 1 0,1 0 0,-2 2-1,-21-12 1,-5-1 254,-1 1 0,-1 3 0,0 1 0,-2 2-1,0 3 1,0 1 0,-57-5 0,101 15-422,-3 1 11,0-1 0,0 1 0,0 0 0,-1 0 0,1 1 0,-9 1 0,13-2-19,0 1-1,0 0 1,0 0-1,-1-1 1,1 1 0,0 0-1,0 0 1,0 0-1,0 0 1,0 0 0,0 0-1,1 0 1,-1 0-1,0 1 1,0-1-1,1 0 1,-1 0 0,1 1-1,-1-1 1,1 0-1,0 1 1,-1-1 0,1 1-1,0-1 1,0 0-1,0 3 1,0 70-7181,5-30 712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6:12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11 229 48,'0'0'5784,"13"-10"-5253,90-64 2785,-91 62-743,-9 1 9848,-8 12-12224,-3 4-183,0 0 0,1 1 0,-1 0 0,1 0 0,1 0 0,-1 1 0,1 0 0,0 0-1,-5 9 1,1-1 14,1 1 0,1 0 0,-13 31 0,17-31-20,0 1 1,1 1-1,1-1 1,0 0-1,2 34 0,0-34-15,1-12 11,-1 0 1,1 1 0,0-1 0,0 0 0,0-1 0,1 1 0,0 0 0,0 0 0,0-1 0,0 1 0,1-1 0,0 1 0,0-1 0,0 0 0,0 0 0,1 0 0,0-1 0,-1 1-1,1-1 1,0 0 0,1 0 0,-1-1 0,1 1 0,-1-1 0,1 0 0,0 0 0,-1 0 0,1-1 0,0 1 0,0-1 0,0 0 0,0-1 0,9 1 0,0-1 46,0 0 0,0-2 0,1 1 0,-1-2 0,-1 1 0,21-8 0,-27 7-27,0 0 1,-1 0-1,1-1 1,-1 0 0,1-1-1,-1 1 1,0-1 0,-1 0-1,1 0 1,-1-1-1,0 0 1,-1 0 0,8-12-1,0-3 199,-2 0-1,0-1 1,-1 0-1,-2-1 1,0 0-1,4-26 1,-4 3 140,-2 1 0,-2-56 0,-3 98-344,-1 1 0,1-1 1,-1 1-1,0-1 0,0 1 1,0 0-1,0-1 0,0 1 0,0 0 1,0-1-1,-1 1 0,1 0 1,-1 0-1,0 0 0,0 1 0,0-1 1,1 0-1,-2 1 0,1-1 1,0 1-1,0-1 0,0 1 0,-1 0 1,-3-1-1,-7-4 73,0 2-1,-1 0 1,-15-3 0,28 7-87,-37-6 138,0 1 0,-70 1 0,107 4-123,-1 0 0,1 1 1,-1-1-1,1 0 0,-1 1 0,1-1 0,0 1 1,-1 0-1,1-1 0,0 1 0,-1 0 0,1 0 1,0 0-1,0 0 0,0 0 0,0 0 0,0 0 1,0 0-1,0 0 0,0 1 0,0-1 0,0 0 1,1 1-1,-1-1 0,1 0 0,-1 1 0,1-1 1,-1 1-1,1-1 0,0 3 0,-4 31-1000,4-15-3411,0-14 1463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6:33.6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5074,'0'0'12065,"3"-3"-10689,-1 2-787,5-8-358,-4 1 3981,7 20-2950,-4 19-711,0 1 1,-2 0-1,-1 57 1,1-3-88,-3-71-331,-1-7-3,0 1 0,1-1-1,4 16 1,-4-22-135,0 1 0,0-1 0,0 1 0,0-1 0,1 0 0,-1 1 0,1-1 1,-1 0-1,1 0 0,0 0 0,0 0 0,0-1 0,0 1 0,0 0 0,0-1 0,0 0 0,3 2 0,2 2-954,0 0-1,-1 0 1,1 0-1,-1 1 0,0 0 1,-1 0-1,1 1 1,5 9-1,9 15-6825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6:34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1409,'0'0'8566,"2"-9"-7090,1 0-3103,4-10 8970,-4 47-592,-7 118-4169,1 5-4778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6:35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1889,'0'0'14022,"6"-11"-12442,21-33-254,-25 42-1218,1-1 0,-1 1 0,0 0 0,1 0 0,0 1 0,-1-1 0,1 0 0,0 1 0,0 0 0,0 0 0,0 0 0,0 0 0,0 0 0,0 0 0,0 1 0,0-1 0,0 1 0,1 0 0,-1 0 0,0 0 0,0 1 0,0-1 0,4 2 0,7-1 72,-13-2-174,0 1 0,1 0 0,-1 0 0,1 0 0,-1 0 0,1 0 1,-1 1-1,0-1 0,1 0 0,-1 1 0,1-1 0,-1 1 0,0-1 1,0 1-1,1-1 0,-1 1 0,0 0 0,0 0 0,0 0 0,1 0 1,0 1-1,-1 1-6,0 0-1,0 0 1,0 0 0,0 0 0,-1 0 0,1 0-1,-1 1 1,0-1 0,0 4 0,1 2 11,-1 0 1,0-1-1,0 1 1,-1 0-1,0 0 1,-1-1-1,0 1 1,0-1-1,-1 0 1,0 1-1,0-1 0,-1 0 1,0-1-1,0 1 1,-1-1-1,-10 13 1,-17 14 15,22-24-10,0 0-1,1 0 0,0 1 1,-12 20-1,21-30-6,0-1 0,0 0 0,0 1 0,-1-1 0,1 0 0,0 1 0,0-1 0,0 1 0,0-1 0,0 0 0,0 1 0,0-1 0,-1 1 0,1-1 0,0 1 0,1-1 0,-1 1 0,0-1 0,0 0-1,0 1 1,0-1 0,0 1 0,0-1 0,0 0 0,1 1 0,-1-1 0,0 1 0,0-1 0,1 0 0,-1 1 0,0-1 0,0 0 0,1 1 0,-1-1 0,0 0 0,1 0 0,-1 1 0,0-1 0,1 0 0,-1 0 0,1 0 0,-1 0 0,0 1 0,1-1 0,-1 0 0,1 0 0,-1 0 0,1 0 0,26 2 601,-18-2-337,204 18 2435,-185-16-3321,-20 1-401,-4-2-1172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6:36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2 4258,'0'0'14145,"0"0"-14003,0-1 1,0 1-1,1 0 0,-1 0 1,0 0-1,0 0 0,0 0 1,0 0-1,0 0 0,0 0 0,0-1 1,1 1-1,-1 0 0,0 0 1,0 0-1,0 0 0,0 0 1,0 0-1,1 0 0,-1 0 0,0 0 1,0 0-1,0 0 0,0 0 1,0 0-1,1 0 0,-1 0 1,0 0-1,0 0 0,0 0 0,0 0 1,0 0-1,1 0 0,-1 1 1,0-1-1,0 0 0,0 0 1,0 0-1,0 0 0,0 0 0,1 0 1,-1 0-1,0 0 0,0 1 1,0-1-1,0 0 0,0 0 1,0 0-1,0 0 0,0 0 1,0 0-1,0 1 0,0-1 0,0 0 1,0 0-1,0 0 0,0 0 1,0 1-1,0 3 128,1 11 151,-1 1-1,-1-1 1,-1 0-1,0 0 1,-6 24-1,-14 15-131,16-41-293,0 1-1,0 0 0,2 1 0,-1-1 0,2 1 1,0 0-1,-1 17 0,11-32-462,-1-1 289,0 0-1,0 0 0,1-1 1,-1 0-1,-1 0 1,1 0-1,0-1 1,0 1-1,-1-1 1,0-1-1,6-3 1,-6 3-119,1 0 1,0 0 0,0 1-1,0 0 1,0 0 0,1 1-1,-1-1 1,1 1 0,-1 1-1,1-1 1,9 0-1,-14 3 292,-1-1-1,1 1 1,0 0-1,0-1 1,-1 1-1,1 0 0,-1 0 1,1 0-1,0 1 1,-1-1-1,0 0 1,1 0-1,-1 1 0,0-1 1,0 1-1,0-1 1,0 1-1,0-1 1,0 1-1,0 0 0,0 0 1,-1-1-1,1 1 1,0 3-1,1 0 8,-1 0 0,0 0 0,0 0 0,0 0-1,0 0 1,-1 1 0,0-1 0,0 7 0,-1-10 12,0-1 0,0 1 0,0 0 0,0-1 0,-1 1 1,1-1-1,0 1 0,0-1 0,-1 0 0,1 0 0,-1 0 0,1 1 1,-1-1-1,0-1 0,-2 2 0,-32 15 555,29-14-380,-153 73 1076,135-70-3115,14-7-2634,5 1-2575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6:36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59 816,'0'0'15896,"16"-7"-13855,53-23-19,-65 28-1721,1 1 1,0-1-1,0 1 0,0 0 1,-1 0-1,1 0 0,0 1 1,0 0-1,0 0 0,0 0 1,0 1-1,0-1 0,0 1 1,6 2-1,16 2 632,-2-3-485,0-1 0,42-4 1,-55-4-923,-9 1-1635,-7 1-3915,-10 0-3017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6:41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101 26 512,'0'0'7500,"0"-3"-5505,2-2-993,-1-3-195,0-1 9833,-27 10-8122,20 5-2342,1 0 0,0 0 0,0 1 0,1 0-1,0-1 1,0 2 0,0-1 0,1 0 0,-3 9 0,3-7-91,-3 7-9,0 1 1,1-1 0,1 1 0,1 0 0,1 0 0,0 0-1,1 0 1,1 0 0,2 20 0,-1-34-76,-1 0 0,1 0 0,0 0 0,1 0 0,-1-1 0,0 1 0,1 0 0,0 0 0,-1-1 0,1 1 0,0-1 0,0 0 0,1 0 0,-1 1 0,0-1 0,1-1 0,-1 1 0,6 3 0,-3-3-11,0 1 0,0 0 0,0-1 0,0 0 0,1-1 1,-1 1-1,0-1 0,1 0 0,8 1 0,-11-2 17,0-1 0,0 1 0,-1-1 1,1 0-1,0 1 0,-1-1 0,1 0 0,-1-1 1,1 1-1,-1 0 0,0-1 0,0 1 0,1-1 0,-1 0 1,0 1-1,0-1 0,0 0 0,-1 0 0,1-1 1,0 1-1,-1 0 0,0-1 0,1 1 0,-1 0 0,0-1 1,0 0-1,0-2 0,5-12 51,-2 1 0,0-1 0,2-22 1,-3 15-45,-1 7 396,0 1 0,-1-1-1,-1 1 1,-3-31 0,2 46-393,1 1-1,-1-1 1,0 0 0,1 1-1,-1-1 1,0 1 0,0-1-1,0 1 1,1-1 0,-1 1-1,0 0 1,0-1-1,0 1 1,0 0 0,0 0-1,0 0 1,1 0 0,-1-1-1,0 1 1,0 1 0,0-1-1,-1 0 1,-31 0 66,24 1-10,-45-1 1690,53 0-1328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7:02.0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174 78 2161,'0'0'3599,"-1"-7"7562,-3-1-8849,-1 8-2261,0-1 1,-1 1-1,1 0 1,-1 0-1,1 1 0,0 0 1,-1 0-1,1 0 1,0 0-1,0 1 1,0 0-1,0 0 0,0 0 1,0 1-1,0 0 1,1-1-1,-8 8 1,6-6 61,1 0 1,-1 1-1,1 0 1,0 0-1,1 0 1,-1 1 0,1-1-1,0 1 1,0 0-1,1 0 1,0 1-1,0-1 1,1 1 0,-1-1-1,1 1 1,1 0-1,-1 0 1,1 0 0,0 0-1,1 8 1,0-5 493,2 21 416,-1-29-1007,-1-1-1,1 0 0,0 1 0,-1-1 1,1 0-1,0 0 0,0 0 0,0 0 0,0 0 1,0 0-1,0 0 0,0 0 0,0 0 0,0 0 1,0-1-1,1 1 0,-1 0 0,0-1 0,0 1 1,3 0-1,0 1 11,0-1 0,1 0 0,-1 1 0,0-1 0,1-1-1,-1 1 1,1-1 0,0 1 0,-1-1 0,1-1 0,-1 1 0,1-1 0,-1 1 0,1-1 0,-1-1 0,0 1 0,1-1 0,-1 1 0,0-1-1,0 0 1,0-1 0,0 1 0,-1-1 0,1 1 0,0-1 0,-1 0 0,0-1 0,0 1 0,0 0 0,0-1 0,3-5 0,7-11-18,-8 15 4,0-1 0,-1-1 0,0 1-1,0-1 1,-1 1 0,0-1 0,0 0-1,0 0 1,-1-1 0,0 1 0,0 0-1,-1-1 1,1-13 0,-1 1-12,0 15 30,-1 0-1,1-1 1,-1 1 0,0 0-1,-1-1 1,1 1 0,-1 0-1,-2-10 1,-11 3 172,13 11-168,-1 1 0,1-1 0,0 0 0,0 0-1,0 0 1,0 0 0,-1 0 0,1 0 0,0-1 0,1 1 0,-1 0 0,-1-3 0,0 3 35,0-1 0,1 1 0,-1 0 0,0 0 0,0 1 0,0-1-1,1 0 1,-1 0 0,0 1 0,0-1 0,0 1 0,0 0 0,0 0 0,0 0 0,0 0 0,-3 0 0,-38 2 1878,41 0-1860,0 0 0,-1 0 0,1 0 0,0 0 0,0 0 0,0 1 0,1-1 0,-1 0 0,0 1 0,1 0 0,0-1 0,-2 4 2816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7:54.2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30 2305,'0'0'6699,"1"-2"-5789,0-11 1026,1-1 6779,-2 25-5832,1 60-32,1-20-1895,-3 0-1,-14 98 0,11-129-1290,-4 18 1400,7-26-4351,0 0-3613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7:55.1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86 2545,'0'0'9154,"0"-6"-7447,0 3-1457,0 1-1,0 0 1,0-1-1,0 1 1,1 0-1,-1-1 1,0 1-1,1 0 1,0 0-1,-1-1 1,1 1-1,0 0 0,0 0 1,1 0-1,-1 0 1,0 0-1,1 0 1,-1 1-1,1-1 1,-1 0-1,1 1 1,0-1-1,0 1 1,-1-1-1,1 1 1,0 0-1,1 0 1,-1 0-1,0 0 1,0 0-1,0 0 1,4 0-1,9-4-87,0 1 0,1 0 0,-1 1 0,1 1-1,28-1 1,-43 4-134,-1 0-1,1-1 0,-1 1 1,1 0-1,-1 0 0,1-1 1,-1 1-1,0 0 0,0 0 1,1 0-1,-1 0 0,0 0 1,0 0-1,0-1 1,0 1-1,0 0 0,0 0 1,0 0-1,0 1 0,0 27 298,0-23-295,-1-1-8,0 1 0,0-1 0,0 1-1,0-1 1,-1 0 0,0 0 0,0 1 0,0-1 0,-1-1-1,1 1 1,-1 0 0,0-1 0,-1 1 0,1-1 0,-1 0-1,0 0 1,-8 6 0,-4 7 113,-34 30 239,35-34-199,1 0-1,0 1 1,1 0-1,-19 27 0,31-38-72,-1 0-1,1-1 0,0 1 1,0 0-1,0 0 1,0 0-1,0 0 0,0 0 1,0 4-1,29-6 46,0-3-69,-1-1-1,0-1 1,48-15 0,20-3 2020,-95 22-1888,9 0-1765,-10 11-6236,1-7 6709,-6 14-13378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7:56.3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 2 720,'4'-2'20676,"-3"6"-18418,-1 18-1601,1 27 516,-2 1 0,-2-1 0,-2 0 0,-18 78 0,9-88-518,10-28-405,0 1 0,0-1 0,1 1 0,0 0-1,1 0 1,0 15 0,2-26-1357,3-8-4450,3-5 432,4-2-3100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00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29 4082,'0'0'9463,"6"-5"-8313,17-14-30,-17 14 78,-7 24 3247,-19 29-1299,12-31-2532,1 0 1,0 0-1,1 1 0,1 0 0,1 0 0,1 0 0,-3 30 1,6-48-301,12 0-340,139-10-1679,-141 10 1530,19 1-98,-28-1 274,0 1 1,0-1 0,0 1-1,-1-1 1,1 1 0,0-1-1,0 1 1,-1 0 0,1-1-1,0 1 1,-1 0 0,1 0-1,-1-1 1,1 1 0,-1 0 0,1 0-1,-1 0 1,0 0 0,1 0-1,-1 0 1,0 0 0,0 0-1,0 0 1,0 0 0,1-1-1,-2 3 1,2 2 38,-1 0 0,1 0 0,-2 0 0,1 1 0,0-1-1,-1 0 1,0 0 0,0-1 0,-1 1 0,1 0 0,-1 0 0,-3 7 0,1-8 71,1 0 0,-1 1 1,0-1-1,0 0 0,0-1 1,-1 1-1,0-1 0,1 0 0,-1 0 1,0 0-1,-7 2 0,-11 4 76,0 0 0,-1-2 0,0-1 0,0-1 0,0 0 0,-1-2 1,1-1-1,-39-2 0,62 0-305,0 0-1,1-1 1,-1 1 0,0 0 0,0-1 0,0 1 0,1 0 0,-1-1 0,0 1 0,1-1 0,-1 1 0,0-1 0,1 0-1,-1 1 1,1-1 0,-1 0 0,1 1 0,-1-1 0,1 0 0,-1 1 0,1-1 0,0 0 0,-1 0 0,1 0 0,0 1-1,0-1 1,-1 0 0,1 0 0,0 0 0,0 0 0,0 0 0,0-2-647,0 1 0,0 0 0,-1-1 0,2 1 0,-1 0 0,0-1 0,0 1 0,1 0 1,-1 0-1,1-1 0,1-1 0,12-12-6828,5-4-3092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00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3954,'0'0'14382,"3"-2"-12309,7 0-424,1-1 1,0 1-1,16 0 0,16-4 409,121-22 367,-169 33-2026,-18 13-422,13-13-4587,0-3-4263,2-2-2386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34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 6067,'0'0'25764,"10"8"-24828,2 33-936,-10-9 0,-1 0 0,-2 1 0,-1-1 0,-1 0 0,-12 48 0,10-62-70,2 0 0,1 0 0,0 1 0,1 29 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47.4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76 192,'0'0'8065,"0"-1"-8001,0 0-51,0 0-34,16-15 4362,-1 3 1354,-14 12-5146,0-1 0,0 1 0,0 0 0,0 0 0,0 0 1,0 0-1,0 0 0,1 0 0,-1 1 0,0-1 0,1 0 0,-1 0 1,0 1-1,1-1 0,1 1 0,-3-1-429,0 0-37,0 0 214,1 0 0,0 0 1,-1 1-1,1-1 0,0 0 0,0 0 0,-1 1 1,1-1-1,0 1 0,0-1 0,0 1 1,0-1-1,0 1 0,-1-1 0,1 1 1,2 0-1,5-4 79,-4 3-376,-2 0 0,7-5 578,-7 5-2141,-20 0-11640,-4-3 5349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53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10 5731,'0'-1'17762,"3"-8"-8899,-2 10-8836,0 1 0,-1-1 0,1 1 0,-1 0 0,1-1 0,-1 1 0,1-1 0,-1 1 0,0 0 0,0-1 0,0 1 0,0 0 0,0 1 0,0-2 6,0 18-33,-1-1 0,-1 0 0,0 0 0,-1 0 0,-1 0 0,-1 0 0,-12 28 0,-10 41 0,26-86 0,1 0 0,0 0 0,0 0 0,-1 0 0,1 0 0,0 1 0,0-1 0,0 0 0,0 0 0,0 0 0,0 0 0,0 0 0,0 0 0,1 0 0,-1 0 0,0 0 0,1 1 0,0-2 0,-1 0 0,1 1 0,-1-1 0,1 0 0,-1 0 0,1 0 0,-1 0 0,1 0 0,0 0 0,-1 0 0,1 0 0,-1 0 0,1 0 0,-1 0 0,1 0 0,-1 0 0,1-1 0,0 1 0,-1 0 0,1 0 0,-1 0 0,1-1 0,-1 1 0,0 0 0,1-1 0,0 0 0,2 0 667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55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1341 56 704,'0'0'7313,"-6"-6"-6158,-20-17 48,26 23-1089,-1-1 0,1 1-1,-1-1 1,1 0 0,-1 1 0,1-1-1,-1 1 1,1-1 0,0 0-1,-1 1 1,1-1 0,0 0-1,-1 0 1,1 1 0,0-1-1,0 0 1,0 1 0,0-1-1,0 0 1,0 0 0,0 1 0,0-1-1,0 0 1,0 0 0,0 1-1,0-1 1,0 0 0,1 0-1,-1 1 1,0-1 0,0 0-1,1 1 1,-1-1 0,1-1-1,11 1 11969,-13 10-11571,0 1-1,-1-1 1,0 0 0,0 1 0,-1-1-1,0 0 1,-5 9 0,-34 65 763,28-60-874,-27 49-204,-4-2-1,-68 81 1,-123 116-198,-51 66-12,135-124 14,-106 132 0,230-310 0,17-20 0,1-1 0,1 1 0,0 0 0,0 1 0,1 0 0,1 1 0,-8 17 0,14-29-1,1 0 0,0-1 1,0 1-1,0 0 0,0-1 0,0 1 0,0 0 1,0-1-1,0 1 0,0 0 0,0-1 0,1 1 0,-1 0 1,0-1-1,0 1 0,1 0 0,-1-1 0,0 1 1,1 0-1,-1-1 0,1 1 0,-1-1 0,1 1 1,-1-1-1,1 1 0,-1-1 0,1 0 0,-1 1 1,1-1-1,-1 1 0,1-1 0,0 0 0,-1 0 0,1 1 1,0-1-1,-1 0 0,1 0 0,0 0 0,-1 0 1,1 0-1,0 0 0,0 0 0,3 1-68,27 20-3269,-28-17 1983,1-1 0,-1 1 1,0 0-1,-1 0 0,5 8 0,5 18-8460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56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1074 344 1361,'0'0'8788,"0"-20"-5731,1 6-2324,-1-1 0,-1 1 0,-3-21 0,3 33-638,0 1 1,1 0-1,-1-1 0,0 1 0,1 0 1,-1-1-1,0 1 0,0 0 1,0 0-1,0 0 0,0 0 0,0 0 1,0 0-1,-1 0 0,1 0 0,0 0 1,-1 1-1,1-1 0,0 0 1,-1 1-1,1-1 0,-1 1 0,1 0 1,-3-1-1,-41 1 1561,29 1-980,-30 1 82,1 1 1,0 3-1,0 2 0,1 2 0,0 2 0,1 1 0,0 3 0,-66 33 1,67-27-558,1 2 0,2 1 0,0 3 0,1 1 0,2 1 0,1 3 0,2 0 0,-36 48 1,51-58-185,2 1 0,0 0 0,2 1 1,1 1-1,1 1 0,1-1 0,1 2 1,1-1-1,2 1 0,1 1 0,1-1 1,2 1-1,0 0 0,3 50 0,2-66-25,-1 0-1,2 0 1,0 0 0,0-1-1,1 1 1,1-1-1,0 0 1,0 0 0,2-1-1,-1 1 1,1-1-1,1-1 1,14 17-1,-9-15-39,1 1-1,-1-2 1,2 0-1,0-1 1,0 0-1,1-1 1,0-1-1,1 0 1,23 7-1,-4-4-6,0-2-1,1-2 0,48 4 0,115-4 42,-141-8 34,0-2 0,0-3 0,-1-3 0,0-2 0,56-19 0,-70 16-73,-2-3-1,0-1 0,-1-2 0,0-2 1,-2-1-1,-1-2 0,37-32 0,-48 33-67,0-2-1,-2 0 0,0-2 1,-2-1-1,-1 0 0,-2-2 0,-1-1 1,21-45-1,-28 48 100,-1-1 1,-1 0 0,-1-1-1,-2 0 1,-1 0-1,-2-1 1,-1 1-1,-1-1 1,-5-60 0,1 74 77,-1 0 0,-1 1 0,0 0 0,-1 0 0,-1 0 0,-1 1 0,0-1 1,-1 1-1,-16-22 0,10 18 132,-1 2-1,-1-1 1,-1 2 0,0 0 0,-2 1-1,-27-18 1,7 10 83,-1 1 0,-1 2 0,-1 2 0,0 2 0,-2 2 0,-84-19 0,95 27-307,0 1 1,-1 1 0,1 2-1,-1 2 1,1 1-1,-55 6 1,81-4-193,0 0 0,1 0 0,-1 0 0,1 1 0,-1-1 1,1 2-1,0-1 0,0 1 0,1 0 0,-1 0 0,1 0 0,0 1 0,-7 7 1,7-6-673,1-1 0,0 1 0,0 1 0,0-1 0,1 0 1,0 1-1,-3 10 0,-3 31-9323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58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92 7091,'0'0'12206,"0"-8"-11414,0-46 152,0 24 2816,0 32-3689,-1 1 0,0-1 0,0 0 0,0 0 0,0 0 0,0 0 0,0 0 1,0 0-1,-1 0 0,1-1 0,0 1 0,-4 2 0,-4 7 213,1 3 48,1 0-1,0 1 0,1 0 0,1 0 1,-5 24-1,-7 78 779,9-51-942,-6-11 177,2-9-1673,9-15-4999,5-27 633,8-3 1904,-5-1 1687,20 0-6298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59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189 127 1072,'0'0'22547,"-21"9"-21184,-66 33-208,82-38-1073,-1 0-1,1 0 0,-1 0 0,1 0 1,1 1-1,-1 0 0,1 0 0,0 0 0,0 1 1,0-1-1,1 1 0,-1 0 0,2 0 1,-1 0-1,-2 8 0,2-1-22,0 1 0,0-1 0,2 1 0,0 0 0,0 14 0,1-26-57,0 0 0,1 0 0,-1 0 0,0-1 0,0 1-1,1 0 1,-1 0 0,1-1 0,0 1 0,-1-1 0,1 1-1,0 0 1,0-1 0,0 1 0,0-1 0,0 0 0,0 1-1,1-1 1,-1 0 0,3 2 0,-1-1-3,1 0 0,-1 0-1,1 0 1,0-1 0,0 1-1,0-1 1,-1 0 0,9 1 0,4-1 8,1 0 0,-1-1 0,26-3 0,-31 1 8,0 0 1,-1-1-1,0 0 0,1-1 0,-1 0 0,0 0 0,-1-1 0,1-1 0,-1 1 0,0-2 0,0 1 0,-1-1 0,0 0 0,0-1 0,-1 0 0,0 0 0,0-1 0,-1 0 0,0 0 1,0 0-1,-1-1 0,-1 1 0,1-1 0,-2-1 0,1 1 0,-1 0 0,1-12 0,-2 7 200,-1 1 1,0-1-1,-1 1 0,-1-1 1,0 1-1,-6-26 0,6 36-186,-1 0 0,1 0-1,-1 0 1,0 0-1,0 0 1,0 0-1,0 1 1,-1-1-1,1 1 1,-1-1 0,0 1-1,0 0 1,-1 0-1,1 0 1,0 1-1,-1-1 1,0 1-1,1 0 1,-1 0-1,0 0 1,0 1 0,0-1-1,-1 1 1,1 0-1,0 0 1,-8-1-1,10 2-130,-8-1 5,0 0 0,0 0 0,-18 2 0,26-1-194,0 1 0,0-1 0,0 1 0,0-1 0,0 1 0,0 0 0,0 0 0,0 0 0,0 0 0,-2 2 0,3-2-112,0-1 0,0 1 0,0 0 0,1 0-1,-1 0 1,1 0 0,-1 0 0,0 0 0,1 0 0,0 0 0,-1 0-1,1 0 1,0 0 0,-1 0 0,1 0 0,0 0 0,0 1 0,0-1-1,0 0 1,0 0 0,0 1 0,2 8-9116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49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973 91 2913,'0'0'14559,"-21"-13"-12406,3 1-1675,10 6-309,-1 0 0,0 0 0,0 1 0,0 0 1,-1 1-1,0 0 0,0 0 0,0 1 1,0 0-1,-1 1 0,1 0 0,-1 1 0,-13 0 1,-37 0 903,0 3 1,1 2-1,-114 25 1,152-24-944,0 2 1,1 1-1,0 0 0,0 1 0,1 2 0,0 0 1,1 1-1,1 1 0,-1 0 0,2 2 0,0 0 1,1 1-1,-27 34 0,28-28-74,0 2-1,1 0 1,2 0 0,0 1-1,2 1 1,-12 42-1,12-28-17,3 0 0,1 1 1,-2 72-1,8-98-31,0 1 0,1-1-1,0 0 1,1 0 0,1 0 0,0 0 0,1 0 0,1-1 0,0 1 0,1-1 0,1-1 0,0 1 0,0-1 0,15 19 0,-6-14 11,0-1 0,1 0 0,1-1 0,1-1 0,0 0 0,1-2 0,1 0 0,0-1 0,0-1 0,1-1 0,0-1 0,1-1 0,44 9 0,-13-7 35,1-3 0,-1-2-1,1-2 1,0-3-1,56-7 1,-65 1-39,0-1 1,-1-2-1,0-3 1,0-1-1,-2-2 0,0-3 1,0-1-1,-2-1 1,75-52-1,-98 59-5,-1-2 0,0 0-1,-1 0 1,-1-2 0,0 0 0,-2 0-1,0-2 1,0 1 0,-2-2 0,16-36 0,-17 30 9,-2 0 0,-1-1 1,-1 0-1,-1 0 0,-1-1 1,-1 1-1,-2-1 0,-2-36 1,-1 48 11,-1 0 0,0-1 0,-1 1 1,-1 0-1,0 1 0,-1-1 0,-1 1 1,0 1-1,-1-1 0,-1 1 0,0 0 1,-1 1-1,0 0 0,-1 1 0,-1 0 1,0 0-1,-16-11 0,0 2 58,-1 1-1,-1 1 0,-1 2 0,0 1 1,-1 1-1,-1 2 0,-39-11 1,41 16-186,0 2 1,-1 1-1,1 2 0,-1 1 1,1 1-1,-46 5 1,68-3-324,0 1 0,1 0 0,-1 0 0,0 1 0,1 1-1,0-1 1,-1 1 0,1 0 0,-12 10 0,-34 31-7907,28-18-538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8:50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5 2593,'0'-4'26997,"-6"58"-25256,3 65 0,4-79-1802,-2 0 0,-2 0 0,-1 0 0,-12 43 0,7-35 61,7-37 0,0 1 0,0 0 0,-1-1 0,-1 0 0,-8 20 0,12-32 0,0 1 0,1 0 0,-1 0 0,0 0 0,0 0 0,0 0 0,0 0 0,1 0 0,-1 0 0,0 0 0,0 0 0,0 0 0,1 0 0,-1 0 0,0 0 0,0 0 0,0 0 0,1 0 0,-1 0 0,0 0 0,0 0 0,0 0 0,1 0 0,-1 1 0,0-1 0,0 0 0,0 0 0,0 0 0,1 0 0,-1 0 0,0 0 0,0 1 0,0-1 0,0 0 0,0 0 0,0 0 0,1 0 0,-1 1 0,0-1 0,0 0 0,0 0 0,0 0 0,0 1 0,0-1 0,0 0 0,0 0 0,0 0 0,0 1 0,0-1 0,0 0 0,0 0 0,0 0 0,0 1 0,0-1 0,0 0 0,0 0 0,0 0 0,0 0 0,-1 1 0,1-1 0,0 0 0,0 0 0,0 0 0,0 1 0,16-7 0,-15 5 0,7-5-784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00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133 207 2001,'0'0'4445,"-10"-12"-4245,-32-38 203,23 30 706,17 17-627,0 1 0,-1 0-1,1-1 1,0 1 0,0-1-1,0 0 1,1 1 0,-1-1-1,1 0 1,0 0-1,-1 0 1,1 0 0,1 0-1,-2-5 1,-2-3 1432,0 0 1,0 1-1,-10-16 0,3 5 2120,67 135 67,168 318-2509,-115-235-1592,91 231 0,-163-334 0,62 167 0,-88-231 0,2-1 0,1 0 0,20 32 0,-15-28 0,-16-67 0,-3 29-305,0 0 0,0 1 0,-1-1 0,0 0 0,0 0 0,0 0 0,-3-7 0,3 9-565,-1 1-1,1-1 0,0 1 0,-1 0 0,0 0 0,1 0 0,-1 0 0,0 0 0,-4-3 0,-16-7-14312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00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1 13254,'0'0'16320,"-13"15"-14658,-172 200-131,158-184-1531,-15 18 0,39-46 0,0 1 0,1 0 0,-1 0 0,1 0 0,0 1 0,0-1 0,1 0 0,0 1 0,-1-1 0,0 8 0,2-11 0,0 0 0,0 0 0,0 0 0,0 0 0,0 0 0,1 0 0,-1 1 0,0-1 0,1 0 0,-1 0 0,0 0 0,1 0 0,-1 0 0,1 0 0,0-1 0,-1 1 0,1 0 0,0 0 0,-1 0 0,1 0 0,0-1 0,0 1 0,0 0 0,0-1 0,-1 1 0,1-1 0,0 1 0,0-1 0,2 1 0,33 6 0,-30-6 0,272 4 0,-173-6 0,-78 1 0,-8 2 0,-1-2 0,0-1 0,1 0 0,-1-1 0,0-1 0,0-1 0,24-7 0,-41 10 11,0 1 0,0-1 0,0 1 0,0-1 0,0 1 0,0-1 0,0 0 0,0 1 0,0-1 0,0 0 0,0 0 0,-1 0 0,1 0 0,1-1 0,-2 2-55,0-1 0,0 1 0,0-1 0,0 1 0,0-1 0,0 1 0,0-1 0,0 1 0,0-1 0,0 1 0,0-1 0,0 1 1,0-1-1,0 1 0,0-1 0,-1 1 0,1-1 0,0 1 0,0-1 0,0 1 0,-1 0 0,1-1 0,0 1 0,-1-1 0,-3-3-1006,0 1 1,-1-1-1,1 1 0,-1 0 1,-6-3-1,-14-10-8574,8-7-2029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00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0 12182,'0'0'10596,"-109"92"-5425,84-42-1554,2 5-2416,4-1-1201,6-2 0,3-1 0,6-1 0,4-6 0,0-9 0,0-10 0,8-14-1409,15-11-2464,6 0-2114,5-34-6691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01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812 38 12726,'-29'-1'2289,"-6"-2"-1340,1-1 582,1 2 1,-1 2-1,-67 7 1,75-1-1019,2 1 1,-1 1-1,1 1 0,0 1 0,1 1 1,0 1-1,1 1 0,0 1 0,1 1 1,-35 31-1,31-22-277,0 2 1,2 0-1,0 2 0,2 0 1,1 2-1,2 0 1,-21 45-1,27-46-127,1 0 0,2 1 0,1 0 0,1 0 0,1 1 0,2 0 0,-1 45 0,6-52-86,0 0 0,1 0 0,2 0-1,0 0 1,1-1 0,2 0 0,0 0 0,2 0-1,0-1 1,16 26 0,0-7-21,2-1-1,2-1 1,2-2 0,1-1-1,2-1 1,1-2-1,2-1 1,48 31 0,-39-33-56,2-3 0,1-1 0,0-3 0,2-2 0,0-2 1,2-3-1,54 11 0,-50-16-67,-1-3 0,1-2 1,1-3-1,-1-2 0,0-3 1,111-17-1,-134 12 124,0-1 0,0-2-1,-1-1 1,-1-1 0,1-2 0,-2-2 0,0 0-1,-1-2 1,-1-2 0,-1 0 0,-1-2 0,39-39 0,-43 35 81,-1-1 1,-1-1 0,-2 0-1,-1-2 1,-1 0 0,-1-1 0,-2-1-1,-1 0 1,-2-1 0,-1 0 0,-1-1-1,-2 0 1,-2 0 0,-1-1 0,-1 1-1,-5-69 1,0 83 75,-1 0-1,-1-1 1,-1 2 0,0-1-1,-2 0 1,0 1 0,-1 1-1,-13-22 1,5 14-79,-1 1-1,-1 0 1,-1 2 0,-43-41-1,11 21-88,-3 2 1,-1 2-1,-2 2 0,-75-35 0,62 36 8,-78-26 0,119 52 0,-1 1 0,0 1 0,0 2 0,0 1 0,-56-2 0,86 7-59,-1 0 0,0 1-1,0-1 1,1 0 0,-1 0 0,0 0 0,1 0 0,-1 1-1,0-1 1,1 0 0,-1 1 0,0-1 0,1 0 0,-1 1-1,0-1 1,1 1 0,-1-1 0,1 1 0,-1-1 0,1 1-1,0 0 1,-1-1 0,1 1 0,-1-1 0,1 1 0,0 0-1,0-1 1,-1 1 0,1 0 0,0 0 0,0-1 0,0 1-1,0 0 1,0-1 0,0 1 0,0 0 0,0 0 0,0-1-1,0 1 1,0 0 0,0-1 0,0 1 0,1 0 0,-1 0-1,0-1 1,0 1 0,1-1 0,-1 1 0,1 0 0,-1-1-1,0 1 1,1-1 0,-1 1 0,1-1 0,0 2-1,1-1-397,0 0-1,0 0 0,0 0 0,0 0 0,1 0 0,-1 0 0,0 0 0,0-1 0,0 1 0,3-1 1,29 2-6432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14.3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73 4834,'0'0'13374,"7"-9"-11853,23-29-264,-26 35-1120,0 0 0,0 1 1,0-1-1,1 1 1,-1-1-1,1 1 1,0 1-1,-1-1 1,1 1-1,0 0 0,0 0 1,0 0-1,0 0 1,0 1-1,0 0 1,0 0-1,0 1 0,9 1 1,5-1 15,9-2 11,35 2-45,-58 0-119,0-1 0,0 1 0,0 0 0,0 1 0,-1-1 0,1 1 0,0 0 0,-1 0-1,8 5 1,-11-7 1,0 0 0,-1 1 0,1-1-1,0 1 1,-1 0 0,1-1 0,-1 1 0,1-1-1,0 1 1,-1 0 0,1 0 0,-1-1-1,0 1 1,1 0 0,-1 0 0,0 0 0,1-1-1,-1 1 1,0 0 0,0 0 0,0 0 0,0 0-1,0 0 1,0-1 0,0 1 0,0 0-1,0 0 1,0 0 0,0 0 0,0 0 0,-1-1-1,1 1 1,0 0 0,-1 0 0,1 0-1,0-1 1,-1 1 0,1 0 0,-1-1 0,1 1-1,-1 0 1,0-1 0,1 1 0,-1 0-1,0-1 1,-1 1 0,-36 25 114,33-24-75,-87 51 1337,91-53-1380,0 1 0,1-1-1,-1 1 1,1-1 0,-1 1 0,1-1 0,0 1-1,-1 0 1,1-1 0,-1 1 0,1 0 0,0-1-1,0 1 1,-1 0 0,1-1 0,0 1 0,0 0 0,0 0-1,0-1 1,0 1 0,0 0 0,0-1 0,0 1-1,0 0 1,0 0 0,0-1 0,1 1 0,-1 0-1,0-1 1,0 1 0,1 0 0,-1-1 0,0 1-1,1 0 1,-1-1 0,1 1 0,-1-1 0,1 1-1,20 19-562,2-5-174,-9-7 196,-2 0-1,1 1 1,13 13 0,-23-20 515,-1 0 0,0 0 0,0 1 0,0-1 1,0 1-1,0 0 0,0-1 0,-1 1 0,1 0 0,-1 0 0,0 0 0,0 0 0,0 0 0,0 0 0,-1 0 0,1 1 0,-1-1 1,0 0-1,1 0 0,-2 6 0,0-7 41,1-1 1,-1 1-1,1-1 0,-1 1 1,0-1-1,0 0 1,0 1-1,0-1 1,0 0-1,0 0 0,0 1 1,0-1-1,0 0 1,-1 0-1,1 0 0,0-1 1,-1 1-1,1 0 1,-1 0-1,-1 0 0,-32 10 942,35-11-944,-33 6 1276,1-2 0,-34 1 0,29-3-464,-41 7 0,75-9-813,2 0-9,0 0 0,-1 0 0,1 1-1,0-1 1,-1 0 0,1 0-1,0 1 1,0-1 0,-1 0-1,1 1 1,0-1 0,0 1 0,0 0-1,0-1 1,-1 1 0,1 0-1,0 0 1,0 0 0,1 0-1,-1 0 1,0 0 0,0 0 0,-1 2-1,8-3-893,91 0-6397,-14 0-360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15.2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116 25 816,'0'0'15760,"12"-4"-13351,39-14-131,-36 16 3352,-18 8-5845,2-4 781,-9 12 105,-1 1-1,0-1 0,-1-1 0,-1 0 0,-19 14 0,19-16-455,1 0-1,0 1 1,0 0-1,1 0 1,1 2-1,-15 22 1,24-35-216,1-1 0,-1 1 1,1 0-1,-1 0 0,1-1 0,0 1 1,-1 0-1,1 0 0,0 0 0,-1 0 1,1 0-1,0 0 0,0-1 0,0 1 1,0 0-1,0 0 0,0 0 0,0 0 1,0 0-1,0 0 0,0 0 0,1 0 1,-1-1-1,0 1 0,1 0 0,-1 0 1,0 0-1,1 0 0,-1-1 0,1 1 0,-1 0 1,1 0-1,0-1 0,-1 1 0,1-1 1,0 1-1,-1 0 0,2 0 0,3 1-5,-1-1 0,1 1 0,0-1-1,-1 0 1,1 0 0,6 0-1,6 1 1,96 14 33,1-5-1,122-3 1,-263-8 155,0 0-1411,10 0-3671,17 0 4609,0 0 1,0 0-1,-1 0 0,1 0 0,0 0 0,0 0 0,-1 0 0,1 0 0,0 0 1,0 0-1,-1-1 0,1 1 0,0 0 0,0 0 0,-1 0 0,1 0 0,0 0 1,0-1-1,0 1 0,0 0 0,-1 0 0,1 0 0,0 0 0,0-1 0,0 1 1,0 0-1,0 0 0,-1-1 0,1 1 0,0 0 0,0 0 0,0 0 0,0-1 1,0 1-1,-1-10-8329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15.4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215 1 5170,'0'0'16312,"-104"121"-12887,75-81-575,4-3-625,4-1-705,6-7-895,5-6-113,3-4-480,3-2-32,4-1-896,0 3-1169,0 0-2273,0-4-3442,4-5-1632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19.3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97 7507,'0'0'16328,"80"-42"-16040,-70 38-176,0 0-80,3-1-32,6-1-688,2-4-1505,4-1-2289,6-3-3970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19.5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 5683,'0'0'13590,"100"-6"-13734,-70 6-1393,3 0-2401,7 0-2113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19.7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4626,'0'0'17720,"8"0"-17512,-4 0-208,-2 0-320,0 0-2049,3 0-2289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20.1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3105,'0'0'15381,"6"8"-14474,38 48 739,91 89 1,-96-105-1357,27 21 30,16 17 123,-81-77-426,0-1-1,-1 1 1,1-1 0,0 1 0,0 0-1,-1-1 1,1 1 0,-1 0-1,1 0 1,-1 0 0,1-1 0,-1 1-1,1 0 1,-1 0 0,0 0-1,1 0 1,-1 0 0,0 0 0,0-1-1,0 1 1,0 0 0,0 0 0,0 0-1,0 0 1,0 0 0,0 0-1,0 0 1,0 0 0,0 0 0,-1 0-1,1 0 1,0-1 0,-1 1 0,1 0-1,-1 0 1,1 0 0,-1-1-1,1 1 1,-1 0 0,0 0 0,1-1-1,-2 2 1,-3 1 183,0-1 0,1 0 0,-1 1 0,0-2 0,-1 1 0,-5 1 0,5-1-3,-43 10 1124,15-3-419,-41 15 1,63-19-1500,0 0-1,1 2 1,-21 13-1,27-17-3783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20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4802,'90'79'5099,"150"171"0,-163-154-1991,112 180 0,-120-154-2139,-6 3 1,-5 3 0,-5 2 0,53 209 0,-68-179-979,-7 2-1,-7 1 0,-7 0 1,-8 283-1,-13-373-296,-3 0 1,-3-1-1,-3 0 0,-4 0 0,-29 80 0,30-110 252,-2 0 0,-2-1 0,-1-1 0,-2-1-1,-2-1 1,-1-1 0,-2-2 0,-2 0-1,-50 45 1,58-61 156,-1-2 0,-1 0 0,0-2-1,-47 23 1,60-33-179,-1 0 0,1-1 0,-1 0 0,0-1-1,-1 0 1,1-1 0,0 0 0,-1-1 0,1-1 0,-1 0 0,1 0 0,-1-1-1,-14-3 1,23 2-263,-1 1-1,1-1 1,-1 0 0,1 0-1,0 0 1,0 0 0,0-1-1,0 0 1,1 1-1,-1-2 1,-4-3 0,2-1-640,1 1 0,0-1 1,0 0-1,-5-14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34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24 3522,'0'0'16234,"4"-4"-14500,12-11-13,-13 11 3193,-2 6-4775,0 1 0,-1-1 0,0 0 1,0 1-1,0-1 0,0 1 0,0-1 0,0 0 1,-1 3-1,0 4 88,-20 307 2512,-1 10-2516,22-326-645,0-3-2425,1-3 1926,0 0-1,1 0 1,0 0-1,0 1 0,0-1 1,1 0-1,0 1 0,0-1 1,1 1-1,-1 0 0,7-6 1,1-4-2165,23-34-6491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34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93 8788,'0'0'14468,"-17"-2"-13548,-3 1-493,-36 1 0,53 1-381,-1-1 1,1 1-1,0 0 0,0 0 1,0 0-1,0 1 0,0-1 1,0 1-1,0 0 0,0 0 1,1 0-1,-1 0 0,1 0 1,-1 0-1,1 1 0,0-1 1,0 1-1,0 0 0,0-1 1,0 1-1,-2 6 0,-2 1 96,-6 10 78,1 0 0,0 1 0,2 1 0,-12 36 0,17-44-201,1 0 1,0 1-1,1-1 1,0 1-1,2 0 1,-1 0-1,2-1 0,3 24 1,-3-34-20,0 1 0,0-1 0,1 0 1,-1 0-1,1 0 0,0-1 0,0 1 0,1 0 0,-1-1 1,1 1-1,0-1 0,-1 0 0,2 0 0,4 4 0,-1-2 0,0 0 1,0-1-1,1 1 0,-1-2 0,1 1 0,16 3 0,0-1 0,1-1 0,0-2 0,48 1 0,-54-3 6,0-2 0,0 0 0,0-1 0,0-1 0,0-1 0,-1-1 0,30-11 0,-35 11 2,-1-2 0,1 0-1,-1 0 1,-1-2 0,0 1 0,0-1-1,0-1 1,-1 0 0,-1 0 0,0-1-1,9-12 1,-11 13 30,-1-1-1,0 1 1,-1-1 0,0 0 0,0-1-1,-1 1 1,-1-1 0,0 0-1,0 0 1,-1 0 0,0-16-1,-1 20 57,-2 1-1,1 0 0,-1 0 0,0-1 0,-1 1 0,1 0 0,-1 0 0,-1 0 0,1 0 0,-1 0 0,-1 1 0,1-1 0,-1 1 0,0 0 0,-1 0 0,1 0 0,-1 1 0,0 0 0,-11-9 0,-2 1 156,0 1 0,-1 0 0,0 2 0,-1 0 0,0 2 0,-1 0 0,-32-8 0,16 8-36,0 2 0,-1 1 0,-60 1 0,97 4-231,0 0 1,-1 0-1,1 0 1,0 0-1,0 0 1,0 0-1,-1 0 1,1 1-1,0-1 1,0 0-1,0 1 1,-1-1-1,1 1 1,0-1-1,0 1 1,0 0-1,0 0 1,0-1-1,0 1 1,0 0-1,0 0 1,1 0-1,-1 0 0,0 0 1,0 0-1,1 0 1,-1 0-1,1 0 1,-1 0-1,1 0 1,-1 1-1,1-1 1,0 0-1,-1 0 1,1 0-1,0 2 1,0-1-146,0 0 1,1-1-1,-1 1 1,0-1-1,1 1 1,0-1-1,-1 1 1,1-1-1,0 1 1,-1-1-1,1 1 1,0-1 0,0 0-1,0 0 1,0 1-1,1-1 1,-1 0-1,0 0 1,3 1-1,3 3-1059,1-1 0,-1-1 0,1 1 0,0-1-1,1-1 1,-1 1 0,0-2 0,1 1 0,12 0 0,13 1-7086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35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1 8052,'0'0'16076,"-3"10"-14336,-47 128 3229,-33 102-3039,79-214-1945,4-14-2918,15-16-7939,2-12 5474,-12 10 3254,19-20-7212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38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621 145 3794,'0'0'16071,"-7"-11"-14646,5 7-1319,1 1-27,0-1 1,-1 1-1,0 0 0,0 0 0,0 0 1,0 0-1,0 0 0,0 1 1,-1-1-1,0 1 0,1-1 1,-1 1-1,0 0 0,0 0 0,0 0 1,0 0-1,-1 1 0,1-1 1,0 1-1,-1 0 0,1 0 0,-1 0 1,1 0-1,-1 1 0,0-1 1,1 1-1,-5 0 0,-19 0 257,1 2-1,-1 0 0,1 2 1,0 1-1,0 1 1,0 1-1,-26 11 0,34-10-171,1 0 0,1 1 0,-1 1 0,1 0 0,1 2 0,0-1 0,1 2 0,0 0 1,1 1-1,-22 29 0,22-23-84,0 1 0,2 1 1,0 0-1,2 0 1,0 1-1,1 0 0,2 1 1,-5 30-1,5-11-52,2 1 0,2 0 0,6 76 0,-2-96-23,2 1 1,0-1-1,2 0 1,0 0-1,2 0 1,1-1-1,1 0 1,0-1 0,2 0-1,1-1 1,20 27-1,-21-33-30,0-1-1,1-1 1,1 0-1,0 0 1,1-1-1,0-1 1,0-1-1,2 0 1,-1-1-1,1-1 1,0 0-1,1-2 1,-1 0-1,2 0 1,27 3-1,-7-4 20,0-2 0,0-2 0,0-2 0,0-1 0,0-2 0,0-2 0,-1-1 0,0-3 0,0 0 0,-1-3 0,0-1 0,48-26 0,-53 23-38,-1-2 1,0-1-1,-2-2 1,0 0-1,-2-2 0,-1-1 1,0-1-1,-2-2 1,-1 0-1,-2-1 0,-1-1 1,-1-1-1,23-51 1,-30 53-113,-2 0 1,-1-1-1,-2 0 1,0-1-1,-2 1 1,1-32-1,-5 40 104,-1 1-1,-1 0 0,-1-1 0,0 1 0,-2 0 0,-1 0 1,0 1-1,-1-1 0,-14-29 0,3 19 33,-2 1 1,-44-54-1,22 31-383,24 25-1411,16 28 1743,1 0 1,0 0-1,0 0 0,0 0 0,-1-1 0,1 1 0,0 0 1,0 0-1,0 0 0,0-1 0,0 1 0,0 0 0,0 0 0,0-1 1,-1 1-1,1 0 0,0 0 0,0-1 0,0 1 0,0 0 1,0 0-1,0-1 0,0 1 0,0 0 0,0 0 0,1 0 0,-1-1 1,0 1-1,0 0 0,0 0 0,0-1 0,0 1 0,0 0 1,0 0-1,1 0 0,-1-1 0,0 1 0,0 0 0,0 0 0,0 0 1,1 0-1,-1-1 0,0 1 0,0 0 0,0 0 0,1 0 0,-1 0 1,0 0-1,0 0 0,1 0 0,-1-1 0,0 1 0,1 0 1,35-1-7131,35 1-3324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37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0 144,'0'0'13171,"1"2"-11596,5 13 11289,-4-10-9964,-3-2-2726,1 0-1,-1 0 1,0 0 0,0 0-1,0 0 1,0 0-1,0 0 1,-1-1 0,1 1-1,-1 0 1,-3 3-1,-27 32-205,15-20 94,-16 21-62,8-11 0,-31 45 0,50-65 0,2 0 0,-1 0 0,1 1 0,0-1 0,0 1 0,1 0 0,1 0 0,-1 0 0,1 1 0,1-1 0,-1 10 0,2-17 0,0 1 0,1-1 0,-1 0 0,0 0 0,1 1 0,-1-1 0,1 0 0,0 0 0,0 0 0,0 0 0,0 0 0,0 0 0,0 0 0,1 0 0,-1 0 0,1 0 0,-1-1 0,1 1 0,-1-1 0,1 1 0,0-1 0,0 0 0,0 1 0,0-1 0,2 1 0,6 2 0,0 0 0,0-1 0,1 0 0,12 1 0,-6 0 0,70 12 0,1-4 0,151 1 0,-238-13 0,-1 0 0,0 0-1,0 1 1,0-1 0,1 0 0,-1 0-1,0 0 1,0 0 0,1 0 0,-1-1-1,0 1 1,0 0 0,1 0 0,-1 0-1,0 0 1,0 0 0,0 0 0,1 0-1,-1 0 1,0 0 0,0-1 0,0 1-1,0 0 1,1 0 0,-1 0 0,0 0-1,0-1 1,0 1 0,0 0 0,0 0-1,1 0 1,-1-1 0,0 1 0,0 0 0,0 0-1,0 0 1,0-1 0,0 1 0,0 0-1,0 0 1,0-1 0,0 1 0,0 0-1,0 0 1,0-1 0,0 1 0,0 0-1,0 0 1,0 0 0,0-1 0,0 1-1,0 0 1,0 0 0,-1 0 0,1-1-1,0 1 1,0 0 0,0 0 0,-1-1 0,-10-11-752,-21 0-3813,-2-1-6047,20 5-1042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37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335 0 5539,'0'0'17672,"-149"59"-13847,108-22-1440,7 7-784,5 2-464,4 0-577,8-2-512,2-4-48,7-3-336,2-3-1169,4-5-1440,0-6-2194,-5-10-4161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38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1573 277 592,'0'0'8015,"0"-20"-6319,0-63 391,0 79-1790,0 0 1,0 1-1,0-1 1,0 0-1,-1 0 1,1 1-1,-1-1 1,0 0-1,0 1 1,-1-1-1,1 1 1,-4-7-1,3 8-167,0 0-1,0 1 1,0-1-1,-1 0 0,1 1 1,0-1-1,-1 1 1,0-1-1,1 1 1,-1 0-1,-3-1 0,-4-2 24,-16-5 435,-1 1-1,0 1 1,0 1 0,-53-5-1,-117 6 1147,168 5-1548,-49 1 171,1 3 0,0 4-1,-112 26 1,141-22-225,1 2 0,0 2 0,1 3 0,1 1 0,1 2 0,-66 46 0,84-50-41,1 2 1,1 1-1,2 1 1,0 1 0,1 1-1,1 0 1,1 2 0,1 0-1,2 1 1,-21 46 0,27-50-76,2-1-1,1 1 1,1 0 0,0 1 0,2-1 0,1 1 0,1 0 0,1 0-1,1 0 1,1 0 0,1 0 0,1 0 0,1 0 0,12 37-1,-6-36 0,0-1 0,2 0 0,0-1 0,2 0 0,0-1 0,2 0-1,1-1 1,0-1 0,1-1 0,1-1 0,37 28 0,-17-18 43,1-2 0,1-1 1,1-2-1,1-3 0,77 27 1,-51-26 13,1-4 0,1-2 0,0-4 0,1-2 0,0-4 0,120-7 0,-166 1-44,0-2-1,-1-1 1,0-1 0,1-1 0,-2-1-1,1-1 1,-1-1 0,-1-1 0,0-2-1,0 0 1,-1-1 0,0-2 0,-2 0-1,0-1 1,0-1 0,-1 0 0,-2-2-1,0 0 1,15-23 0,-10 10-2,-3-1 0,0-1 0,-2 0 1,-2-2-1,18-61 0,-20 46-25,-2-1 0,-2 0-1,2-87 1,-10 116-119,-2 0 0,0-1 0,-1 1-1,-1 0 1,-2 0 0,0 0 0,-1 1 0,-1 0 0,-2 0 0,0 0 0,-1 1 0,-1 1 0,-1 0 0,-17-24-1,2 11-675,0 1 0,-2 1 0,-45-37-1,-46-24-4898,10 18-3394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40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1357 62 368,'0'0'1849,"-20"-5"-382,-291-46 4571,240 45-3591,-122 7 0,168 1-2153,0 1 0,0 1-1,0 2 1,0 0 0,1 2 0,0 1 0,0 0 0,-30 19 0,21-7-101,1 2 0,1 1 0,1 1-1,1 2 1,-49 58 0,41-37-145,1 2 1,3 2-1,-29 60 0,42-71 87,3 1 0,1 0 0,2 1 0,2 0 0,2 2 0,-7 73 0,14-87-14,2 0 0,2 1 0,0-1 0,2 0 0,1 0 0,2 0 0,1-1 0,1 0 0,2 0 0,19 41 0,-5-28-77,2-1 0,1-1 0,2-1 0,2-2 0,2-1-1,1-1 1,2-2 0,1-2 0,76 51 0,-52-45-32,2-2 1,1-3-1,2-3 0,1-3 1,1-3-1,79 18 0,-52-24-34,0-3-1,1-5 0,0-4 0,151-9 0,-200 0 5,0-3 0,0-2 0,0-1 0,-1-3 0,-1-1 0,0-3 0,50-24 0,-68 26 17,-1-1-1,0-1 1,-1-2-1,0 0 1,-2-1-1,0-2 1,-1 0-1,-1-2 1,-1 0 0,-1-1-1,-2-1 1,17-29-1,-20 25 7,0 0 0,-3-1 0,0-1 0,-2 0 1,10-62-1,-12 38 16,-3-1 0,-5-89-1,-2 102 49,-1 1-1,-3 1 0,-1-1 0,-2 1 0,-1 1 1,-3 0-1,-1 0 0,-2 2 0,-2 0 0,-1 1 1,-2 1-1,-1 1 0,-2 1 0,-2 1 0,-30-30 1,23 30 266,-1 1 0,-1 2 0,-2 1 0,-47-26 0,62 42-285,0 1 0,-1 1-1,0 1 1,0 2-1,-1 0 1,0 1-1,-1 2 1,1 0 0,-29 0-1,49 5-118,0 0 1,0 0-1,0 1 0,0-1 0,0 1 1,0 0-1,0 1 0,1-1 0,-1 1 0,1 0 1,-1 0-1,1 1 0,0-1 0,-1 1 1,1 0-1,1 0 0,-1 0 0,-5 6 1,-2 4-764,1 1 1,0 0 0,1 1-1,-7 16 1,0-1-1131,-25 38-4115,-3 1-1454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40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541 138 3330,'0'0'14790,"17"-15"-13338,75-68 1533,-78 72 354,-10 8-3015,0 1 1,0-1 0,-1 1-1,0-1 1,0 0 0,1-1-1,3-5 1311,-11 12-1374,-17 14-55,1 1-1,0 1 0,1 1 0,2 1 0,0 0 0,-28 47 0,11-6 390,-41 101 0,-127 389-512,23-55-89,136-398 6,112-265-3586,-13 54-7976,-31 65 1707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41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54 386 3073,'0'0'3122,"8"-21"-1183,3-2-1326,47-125 4182,-57 142-4563,0 0 0,0 0 0,0 0 0,-1 0 0,1 0 0,-2 0 0,1 0 1,-1 0-1,0 0 0,0 0 0,0 0 0,-1 0 0,0 0 0,-3-7 0,-1 0-99,-1 1 0,0-1 0,-1 1 0,-17-19 0,24 29-43,1 1 1,-1 0-1,0 0 1,0 0-1,0 0 0,1 0 1,-1 1-1,0-1 1,-1 0-1,1 0 0,0 1 1,0-1-1,0 0 1,0 1-1,0-1 0,-1 1 1,1-1-1,0 1 1,0 0-1,-1 0 0,1-1 1,0 1-1,-1 0 0,1 0 1,0 0-1,0 1 1,-1-1-1,1 0 0,0 0 1,-1 1-1,1-1 1,-2 1-1,2 0 30,-1 1 1,0-1 0,0 1-1,1 0 1,-1-1-1,1 1 1,-1 0-1,1 0 1,0 0-1,0 0 1,0 0-1,0 0 1,0 0-1,0 0 1,1 1-1,-2 2 1,-1 15 421,1 0-1,0 1 1,2-1 0,0 1 0,1-1-1,1 1 1,1-1 0,1 0 0,1 0-1,1 0 1,0-1 0,11 22 0,6 8 23,2-1 1,2-1 0,49 62-1,28 20-317,5-5-1,186 163 0,95 14-247,-314-248 0,-55-38 0,-1 1 0,0 1 0,22 23 0,-37-34 0,0 0 0,0 0 0,0 1 0,-1-1 0,0 1 0,-1 0 0,1 0 0,-1 0 0,-1 1 0,1-1 0,-1 1 0,-1 0 0,1-1 0,0 15 0,-2 29 0,0-51 0,1 1 0,-1 0 0,1 0 0,-1 0 0,1-1 0,0 1 0,0 0 0,-1-1 0,1 1 0,0-1 0,0 1 0,-1-1 0,1 1 0,0-1 0,0 1 0,0-1 0,0 0 0,0 0 0,0 1 0,0-1 0,0 0 0,2 0 0,-1 1 0,0 1-57,-1 0 0,1 1 0,-1-1 0,0 0 0,0 1 0,0-1-1,0 1 1,-1-1 0,1 1 0,-1 0 0,1 2 0,2 34-4932,-3-34 3713,0 24-5972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44.3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124 66 3858,'0'0'2193,"-92"-65"-1841,86 65-240,4 0-112,-3 0-192,1 0-144,-2 0-305,0 0-479,4 0-593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39:44.8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304 59 416,'-105'-58'17449,"98"58"-7753,-4 4-1818,-4 18-12793,10-13 7158,-23 30-2243,-40 71 0,57-89 0,1 0 0,1 1 0,2 0 0,0 0 0,-7 37 0,8-27 0,6-32-132,0 0 0,0-1 0,0 1-1,0 0 1,0 0 0,0-1 0,0 1 0,0 0 0,0 0 0,0-1-1,0 1 1,0 0 0,0 0 0,0 0 0,1-1 0,-1 1 0,0 0-1,0 0 1,0 0 0,0-1 0,1 1 0,-1 0 0,0 0 0,0 0-1,0 0 1,0-1 0,1 1 0,-1 0 0,0 0 0,0 0 0,1 0-1,-1 0 1,0 0 0,0 0 0,1 0 0,-1 0 0,0 0 0,0 0-1,1 0 1,-1 0 0,0 0 0,0 0 0,1 0 0,-1 0 0,0 0-1,0 0 1,1 0 0,-1 0 0,0 0 0,2 1-1985,5-1-9168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24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30 4498,'0'0'14753,"4"-5"-12970,12-14-337,-13 14 915,-3 16-571,-1 7-1291,-1 0 0,-1-1 0,-1 1 0,-1-1 0,0 1 0,-15 30 0,11-24-425,7-19-85,0 0 0,0-1 1,1 1-1,-1 0 0,1 0 1,0 10-1,12-14-856,6-2 383,-1-1 0,1-1 0,-1 0 0,24-9 1,-23 7 206,0 0 1,0 2-1,0 0 1,26-2-1,-40 5 272,2 0-1,0 0-1,0 0 1,0 0 0,0 0 0,0 1-1,0 0 1,9 3 0,-12-3 10,0 0-1,-1 1 1,0-1-1,1 0 1,-1 1 0,0-1-1,1 1 1,-1-1 0,0 1-1,0-1 1,0 1 0,0 0-1,-1 0 1,1-1 0,0 1-1,-1 0 1,1 0-1,-1 0 1,0 0 0,1 0-1,-1 0 1,0 0 0,-1 3-1,2-1 39,-1 0-1,0 0 1,0 0-1,-1 0 1,1 0-1,-1 0 1,0 0-1,0-1 1,0 1-1,-1 0 1,1 0-1,-1-1 1,0 1-1,0-1 1,-3 5-1,-2-1 153,0 0-1,0-1 1,0 0-1,-1 0 1,-11 7-1,10-7-30,0-1 0,-1 0-1,0 0 1,0 0 0,-1-2-1,1 1 1,-19 3 0,21-6-546,1 0-1,0-1 1,0 0 0,0 0-1,0-1 1,0 0-1,0 0 1,0 0 0,0-1-1,0 0 1,0 0 0,-12-7-1,9 4-1223,4 2-177,0 0 1,0-1 0,0 1-1,0-1 1,1 0-1,-6-6 1,-4-8-5674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24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13798,'0'0'9493,"151"-8"-9013,-95 8-112,-2 0-304,-8 0-64,-10 0-368,-13 0-977,-13 0-1728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11.0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 1897,'0'0'6920,"5"-10"-3240,-1-1-527,-2 7-2273,-1 1 1,1-1-1,0 0 0,0 1 1,0-1-1,0 1 0,0 0 0,1-1 1,-1 1-1,1 0 0,4-3 1,-7 6-881,0 0 0,0 0 0,0 0 0,1 0 0,-1-1 0,0 1 0,0 0 0,0 0 0,1 0 0,-1 0 0,0 0 0,0 0 0,0 0 0,1 0 0,-1 0 0,0 0 0,0 0 0,1 0 0,-1 0 0,0 0 0,0 0 0,1 0 0,-1 0 0,0 0 0,0 0 0,0 0 0,1 0 0,-1 0 0,0 0 0,0 0 0,0 0 0,1 0 0,-1 1 0,0-1 0,0 0 0,0 0 0,1 0 0,-1 0 0,0 1 0,0-1 0,0 0 0,0 0 0,6 16 0,-1 21 0,-5-33 0,4 352 0,-10-268-557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11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19 4058,'0'0'5673,"11"-3"-2475,25-4 4859,8 2-4020,102 2-2846,-145 3-1191,0 0 0,0 0 0,0 0 0,1 0 0,-1 0 0,0 1 0,0-1 0,0 0 0,0 1 0,0-1 0,0 1 0,0-1 0,0 1 0,0 0 0,0-1 0,-1 1 0,1 0 0,0 0 0,0 0 0,0-1 0,-1 1 0,1 0 0,0 2 0,0 0 0,0-1 0,0 1 0,0-1 0,-1 1 0,1 0 0,-1-1 0,0 1 0,0 0 0,0-1 0,0 4 0,-1 0 0,0 1 0,0-1 0,-1 0 0,1 0 0,-1 1 0,-1-1 0,1-1 0,-6 11 0,-9 3-164,0-1-1,-1 0 1,0-2 0,-2 0 0,-31 20 0,7-4-964,2-2-148,20-15-793,1 0 0,1 1-1,-31 33 1,39-28 1871,12-21 200,0 1 0,0-1-1,0 0 1,0 1 0,0-1-1,0 1 1,0-1 0,0 0-1,0 1 1,0-1-1,0 1 1,0-1 0,0 0-1,1 1 1,-1-1 0,0 0-1,0 1 1,0-1 0,1 0-1,-1 1 1,0-1 0,1 0-1,-1 1 1,0-1-1,0 0 1,1 0 0,-1 1-1,1-1 1,-1 0 0,4 1 31,1 0 1,-1 0 0,0 0-1,0-1 1,0 0-1,1 0 1,4 0 0,3 0-38,42-2 616,1-3 1,-1-2-1,99-30 9100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12.2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549 0 1993,'-21'8'1269,"2"-2"-590,-14 6 1151,0 0 0,-44 25-1,49-21 217,0 2-1,1 1 1,1 0-1,1 2 1,0 2 0,-28 32-1,36-34-1215,1 1 0,-25 47 0,28-44-1825,2 1 0,-16 53 1,18-35-985,1 2 1,2-1-1,2 0 0,2 1 1,7 82-1,-2-103 1799,1-1 0,1 0 0,1-1 0,1 1-1,1-1 1,1 0 0,1-1 0,1 0 0,1-1 0,17 23-1,-15-25 216,0-1 0,1-1 0,0-1 0,2 0-1,0-1 1,0-1 0,2 0 0,-1-2 0,2 0 0,0-1-1,24 10 1,1-6 26,0-2-1,0-1 1,1-3-1,88 7 1,190-15 148,-259-4-198,0-4-1,0-2 0,-1-3 1,0-3-1,-1-3 0,-1-2 1,-1-3-1,-1-3 0,-1-3 0,89-57 1,-126 71 32,0-1 0,-1-1 0,-1 0 1,0-2-1,-2 0 0,0-2 0,-1 0 0,-1 0 1,-1-2-1,-1 0 0,-1 0 0,-1-1 1,-1-1-1,-2 0 0,0-1 0,-1 0 0,5-34 1,-9 29 229,-1 0 1,-2 0 0,-1-1-1,-1 1 1,-8-43 0,5 56 390,0 1 0,-1 0 0,-1 0 0,0 0 1,-1 1-1,-1 0 0,-1 0 0,0 1 0,-1 0 1,-22-24-1,18 24 102,-1 0 0,-1 2 1,0 0-1,-1 0 0,0 2 0,-27-14 1,18 13-535,0 1 1,-1 2-1,0 0 1,-32-5 0,3 6-517,-1 2 0,0 2 1,0 3-1,-65 7 1,88-2-495,1 1 1,0 1 0,0 2 0,-33 12 0,25-4-1916,0 2 1,2 1-1,0 2 1,-70 52 0,60-34-1222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13.7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694 1 392,'15'8'20201,"-21"3"-15698,-22 22-3838,15-19-212,-235 231-504,170-174 68,3 3 0,-105 134 0,169-192-17,1-1 0,0-1 0,-1-1 0,0 0 0,-16 14 0,69-28-1138,-41 3 1252,0 0 1,-1 0-1,1 0 1,-1 0-1,1 1 0,-1-1 1,0 0-1,0 0 1,0 1-1,-1 3 1,1-3-236,0 18 121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1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0 2945,'0'3'9825,"-5"39"2310,-13 24-10145,-2 14-2671,12-12 684,-5 32-94,9-87-583,4-13 596,0 0-1,0 0 1,0 1-1,0-1 0,-1 0 1,1 0-1,0 0 1,0 1-1,-4 1-1572,4-2 1573,0 0-1,0 0 1,-1 0-1,1 0 0,0 0 1,0 0-1,0 0 1,-1 0-1,1-1 0,0 1 1,0 0-1,0 0 0,-1 0 1,1 0-1,-2-3-1257,-4-11 6971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15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1 1313,'0'0'835,"-10"4"3111,-33 15 12129,42-18-15823,0-1 1,-1 1-1,1 0 1,0-1-1,0 1 0,0 0 1,-1 0-1,1 0 1,0 0-1,0 0 0,0 0 1,0 0-1,1 0 1,-1 0-1,-1 2 1,2-2-263,0 0 1,0 0-1,-1 0 1,1 1-1,0-1 1,0 0-1,1 0 1,-1 0 0,0 0-1,0 1 1,0-1-1,1 0 1,-1 0-1,1 0 1,-1 0-1,1 0 1,-1 0-1,2 1 1,2 10 195,-4-12-186,0 0 0,0 0 0,0 1 0,0-1 0,0 0 0,0 0 0,0 0 0,0 1 0,0-1 0,0 0 0,1 0 0,-1 0 0,0 1 0,0-1 0,0 0 0,0 0 0,1 0 0,-1 0 0,0 1 0,0-1 0,0 0 0,0 0 0,1 0 0,-1 0 0,0 0 0,0 0 0,1 0 0,-1 1 0,0-1 0,0 0 0,0 0 0,1 0 0,-1 0 0,0 0 0,0 0 0,1 0 0,-1 0 0,0 0 0,0 0 0,1-1 0,-1 1 0,0 0 0,0 0 0,0 0 0,1 0 0,-1 0 0,0 0 0,0 0 0,0 0 0,1-1 0,-1 1 0,0 0 0,0 0 0,7-5 0,-6 4 20,-1 1 1,1 0-1,-1 0 1,1-1-1,-1 1 1,1 0-1,-1-1 1,1 1-1,-1 0 1,1-1 0,-1 1-1,0-1 1,1 1-1,-1 0 1,1-1-1,-1 1 1,0-1-1,0 1 1,1-1-1,-1 0 1,0 1-1,0-1 1,0 1-1,1-1 1,-1 0 0,3-6-1564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15.9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14 1929,'0'0'5488,"-18"-3"-1597,-59-7 8066,72 10-11608,0-1 0,1 1 0,-1 1 0,0-1 0,0 1 0,1 0 0,-1 0 0,-6 2 0,5 0-406,1 0 1,0 0 0,0 0 0,0 0 0,0 1 0,1 0 0,-8 7 0,3-2 313,1-1-257,1-1 0,0 1 0,0 0 0,1 0 0,0 1 0,0 0 0,1 0 0,0 0 0,-5 15 0,6-10 0,1 0 0,0 0 0,0 1 0,2-1 0,0 0 0,1 21 0,0-31 0,1 0 0,-1 1 0,1-1 0,0 1 0,0-1 0,0 0 0,0 0 0,1 1 0,0-1 0,-1 0 0,2 0 0,-1-1 0,0 1 0,1 0 0,0-1 0,0 1 0,0-1 0,0 0 0,0 0 0,1 0 0,-1-1 0,1 1 0,0-1 0,0 0 0,0 0 0,0 0 0,0 0 0,5 1 0,8 1 0,1 0 0,0-1 0,0 0 0,0-2 0,28 0 0,-40-2 5,0 1 0,0-1 0,0-1 0,0 1 0,0-1 0,0 0 1,0-1-1,0 1 0,-1-1 0,1 0 0,-1 0 0,0-1 0,0 0 1,0 0-1,0 0 0,-1 0 0,0-1 0,0 1 0,0-1 0,0 0 0,-1-1 1,0 1-1,0-1 0,0 1 0,-1-1 0,3-6 0,-2 4-250,0 0 0,-1 0-1,0 0 1,0 0-1,-1-1 1,0 1 0,0 0-1,-1-1 1,0 1 0,-1-1-1,0 1 1,0 0 0,0-1-1,-1 1 1,-1 0-1,1 0 1,-1 0 0,-1 1-1,-4-9 1,4 9-353,-1 0-1,0 1 1,-1 0 0,1 0-1,-1 0 1,0 1-1,-1 0 1,1 0 0,-1 0-1,0 1 1,0 0 0,-10-4-1,7 5 251,1 0 0,-1 0-1,-15-1 1,-36 0 3565,52 4-5910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16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556 237 3458,'0'0'1195,"-20"7"1737,-33 11 2429,-61 30 6916,85-32-12178,0 2 0,1 0 0,1 2 0,0 1 0,2 1 0,0 2 0,2 0 0,1 1 1,-30 43-1,42-51-93,-1 1 0,2 0 1,1 1-1,0 0 0,1 1 1,1-1-1,-4 23 1,4-3-855,2-1 1,1 72 0,4-95 218,0 0 0,0-1-1,2 1 1,0-1 0,0 1 0,2-1-1,-1 0 1,2 0 0,0-1 0,1 0 0,9 15-1,-5-12 278,1-1 0,1 0-1,0-1 1,1 0 0,1-1-1,0 0 1,27 16-1,-5-8 345,1-2-1,1-1 0,1-2 0,0-2 1,1-2-1,0-1 0,47 5 0,21-4 116,220-5-1,-198-8 55,-84 0-80,77-10 1,-99 7-59,0-2 1,0 0-1,-1-2 1,41-18-1,-14-1-22,0-2-1,-3-2 1,0-2-1,-2-2 1,-2-2-1,-1-2 1,72-85-1,-101 104-24,-1 0 0,0-1 0,-2 0 1,0-1-1,-1 0 0,-2-1 0,0 1 0,-1-2 0,-2 1 1,0-1-1,-1 0 0,-2 0 0,0 0 0,-2 0 0,-1 0 0,-4-33 1,2 39 8,-1 1 0,-1 0 0,-1 0 1,0 0-1,-1 1 0,-1 0 1,0 0-1,-1 1 0,-1 0 1,-1 1-1,-18-21 0,-2 2 28,-2 1 0,0 2-1,-54-36 1,55 45 19,-2 1 0,0 2 0,-1 1 0,-1 1-1,0 2 1,-1 2 0,-56-11 0,15 10 803,1 4 0,-134 0-1,210 9-734,0 0 1,1 0-1,-1 1 0,0-1 0,1 0 0,-1 0 0,0 1 0,1-1 0,-1 1 0,0-1 0,1 1 0,-1-1 0,1 1 0,-1-1 0,1 1 1,-1-1-1,1 1 0,-1 0 0,1-1 0,0 1 0,-1 0 0,1-1 0,0 1 0,-1 0 0,1-1 0,0 1 0,0 0 0,0 0 0,0-1 1,0 1-1,0 0 0,0 0 0,0-1 0,0 1 0,0 0 0,0 0 0,0-1 0,0 1 0,1 0 0,-1-1 0,0 1 0,1 1 1,-1-1 93,1 1 1,-1 0-1,1 0 1,-1 0 0,1-1-1,0 1 1,0 0-1,0-1 1,0 1 0,0-1-1,0 1 1,0-1-1,1 1 1,-1-1 0,0 0-1,1 0 1,-1 0-1,4 2 1,26 1 1849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17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14 1337,'-40'-9'24496,"37"4"-24039,3 8-533,1 0 76,0 1 0,0 0 0,0 0 0,1-1 0,-1 1 0,1 0 0,0-1 0,0 0 0,1 1 0,-1-1 0,4 3 0,36 35 0,-23-24 0,30 33 0,-2 1 0,-3 2 0,53 82 0,103 137 88,-57-85-1117,-118-151-1640,-12-16 3271,1 0-1,1 0 1,1-1-1,0-1 1,36 30 0,-49-47-602,-1 1 0,1 0 0,-1 0 0,1 0 0,0-1 0,-1 0 0,1 1 0,0-1 0,0 0 0,0 0 0,0 0 0,4 0 0,-6 0-92,-1 0 1,1 1-1,-1-1 1,0 1-1,1-1 1,-1 1-1,0-1 1,0 1-1,0-1 1,0 1-1,0-1 0,-1 0 1,1 1-1,-1 2 1,-1 0 287,0 0 0,0 0 0,0-1 0,-1 1 0,1 0 1,-6 5-1,-7 8-196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28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652 70 80,'-23'-18'21634,"-3"14"-16718,-54 1-6371,44 3 2494,19 0-1039,-22 0 0,0-2 0,-1-1 0,1-3 0,1 0 0,-44-15 0,76 20 0,-7-2 0,25 1 0,-10 49-3193,-3-26 2455,-1 0 1,-1 0-1,-1 0 1,-1 0-1,0-1 1,-2 0-1,0 0 1,-13 25 0,16-35 2502,1 0 1,0 0-1,-2 18 1,-1 4 1002,-3-5-2768,12-27 0,-1 0 0,1-1 0,-1 1 0,1-1 0,0 0 0,-1 1 0,1-1 0,-1 0 0,4-3 0,27-4 0,-7 2 0,-3-1-149,0 1 0,0 1 0,0 2 0,0 0 0,0 1 0,44 3 0,-38-1-926,-27 0 887,1-1 1,-1 1-1,1 0 0,-1 1 0,1-1 1,-1 0-1,1 1 0,-1-1 0,1 1 0,-1 0 1,0 0-1,1 0 0,-1 0 0,0 0 1,0 0-1,0 0 0,0 1 0,0-1 0,0 1 1,0 0-1,0 0 0,2 3 0,-2 0-120,0 0-1,0 0 1,-1 0-1,1 0 1,-1 0-1,-1 0 1,1 0-1,-1 0 1,0 1-1,0 4 1,0-2 406,-1 1 0,0-1 0,0 0 1,0 0-1,-1 0 0,0 0 0,-1-1 1,0 1-1,0 0 0,-1-1 1,0 0-1,0 0 0,0 0 0,-1 0 1,-9 9-1,7-9 23,-1 0 0,0-1 0,0 0 0,0 0 0,-1-1 0,1 0 0,-1 0-1,0-1 1,-1 0 0,1-1 0,-1 0 0,-15 2 0,-8 1-152,0-1 0,-1-2-1,1-1 1,-53-5 0,60-7 6276,24 8-6185,-1 0 0,1 1-1,-1 0 1,0 0 0,1 0-1,-1 0 1,0 0-1,0 0 1,-5 0 0,5 0-60,3 0 0,0-1 0,0-1 0,0 1 0,-14-10 0,13 12 0,0-1 0,0 1 0,0-1 0,0 0 0,0 1 0,0-1 0,1 0 0,-1 0 0,0 0 0,0 0 0,0 0 0,1 0 0,-1 0 0,0 0 0,1 0 0,-1 0 0,0-2 0,1 3-17,0-1 1,0 1-1,-1 0 1,1-1-1,0 1 1,0 0 0,0-1-1,0 1 1,0 0-1,0-1 1,0 1-1,0 0 1,0-1 0,0 1-1,0-1 1,0 1-1,0 0 1,0-1-1,0 1 1,0 0 0,0-1-1,0 1 1,1 0-1,-1-1 1,0 1-1,0 0 1,0-1 0,1 1-1,-1 0 1,0-1-1,0 1 1,1 0-1,-1 0 1,0-1 0,0 1-1,1 0 1,-1 0-1,0 0 1,1 0-1,-1-1 1,0 1 0,1 0-1,-1 0 1,0 0-1,1 0 1,-1 0-1,1 0 1,-1 0 0,0 0-1,1 0 1,-1 0-1,0 0 1,1 0-1,-1 0 1,1 0 0,-1 0-1,1 1 1,12-3-878,5-5 2741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29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1110 1 1881,'0'0'4689,"-23"5"-622,-74 21 7062,43-4-6979,-1 14-4018,29-16 34,-114 73 133,-190 143-3341,289-202 1519,1 3 1,1 1-1,3 1 0,1 2 1,-42 65-1,59-76 1571,2 1 0,1 1-1,2 0 1,1 0 0,2 1-1,1 1 1,1 0 0,2 0 0,1 0-1,2 1 1,2 0 0,1-1-1,1 1 1,2 0 0,9 39 0,-5-40 6,1-1 1,2 0 0,1-1 0,2 0 0,1-1 0,1 0 0,2-2 0,1 1 0,1-2 0,2-1 0,1 0 0,0-2 0,2 0 0,1-2 0,37 28 0,-12-18-1,2-2 0,68 31-1,117 36 63,-179-79-100,1-2 0,0-2 0,2-3 0,-1-3 0,1-3 0,0-2 0,118-8 1,-136 0-17,0-2 0,-1-2 0,1-2 0,60-22 0,-37 5 0,124-67 0,-143 66-37,-1-1 1,-2-2 0,-1-2 0,68-69 0,-94 83 18,0 0 1,-1-2 0,0 0 0,-2 0-1,-1-2 1,-1 1 0,0-2-1,-2 1 1,-1-2 0,-1 1 0,-1-1-1,5-30 1,-9 30-8,0-1 1,-2 1-1,0-1 0,-2 1 1,-1-1-1,-1 1 1,-1-1-1,-1 1 0,-2 0 1,0 1-1,-1 0 0,-15-28 1,-2 7-7,-3 2 0,-2 0 0,-1 2 0,-2 1 0,-2 2 0,-2 1 0,-1 2-1,-58-42 1,7 16 25,-3 3 0,-194-89 0,0 40 121,159 71 2366,125 35-2203,-1 0-1,1 1 1,-1-1-1,0 1 1,1-1-1,-1 1 1,0 0-1,0 0 1,1 0-1,-1 0 1,0 1-1,1-1 1,-1 1-1,0-1 1,1 1-1,-1 0 1,-4 2-1,4 0 212,0 0 0,0 0 1,1 0-1,-1 0 0,1 0 0,-1 1 0,1-1 0,-3 8 0,-6 7-1628,-9 14 1139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0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671 43 1977,'30'-34'22756,"-26"26"-21275,-114 179-1481,44-73 0,27-39-381,-215 344 1046,102-123-7129,119-209 3090,-7 12 5078,29-62 6128,13-22-7865,-1 1 1,0 0-1,1 0 0,-1 0 0,0 0 0,1 0 1,-1 0-1,0 0 0,1 0 0,-1 1 0,0-1 1,0 0-1,1 1 0,-1-1 0,0 1 0,1 0 1,-4 33 344,-8-13-49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1.1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51 1713,'0'0'4530,"3"-10"-299,7-13 4382,0 5-1208,-9 19-6964,-3 13-1160,-18 189 719,20-201-11,-8 70 61,7-65-103,0 0 0,-1-1 1,0 1-1,-1-1 0,1 1 0,-1-1 0,0 0 0,-5 8 0,0-7 6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1.7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500 199 3762,'0'0'943,"-22"11"973,8-4-1083,-3 1 242,2 0 1,-1 1-1,1 0 1,0 1-1,1 1 1,1 0-1,-1 1 1,-17 21-1,-69 103 2636,65-82-5309,-53 113 1,70-123 270,2 0 0,1 1 1,-11 61-1,20-66 1313,1 0-1,1 49 1,3-62 60,3 0 1,0-1-1,1 1 1,2 0-1,10 34 0,-10-46-31,1 0-1,1-1 0,0 0 1,1 0-1,0 0 0,1-1 1,1 0-1,0-1 0,0 0 1,17 14-1,-11-13-13,0-2 0,1 1 1,1-2-1,0 0 0,0-2 0,1 0 0,0 0 0,0-2 0,0-1 0,1 0 1,0-1-1,22 1 0,-3-2-2,0-2 0,-1-1-1,1-2 1,0-2 0,54-12 0,-35 1 2,-1-3-1,0-2 1,-2-3-1,-1-2 1,0-2-1,-2-3 1,-2-1-1,0-3 1,-3-3-1,59-56 1,-79 66-3,-1-1 1,-2-2 0,38-58 0,-51 69-1,0-1 0,-2 0 0,0 0 0,-1-1 0,-1-1 0,-2 1 0,8-44 0,-11 42 9,0-1 0,-1 1 1,-2 0-1,0 0 0,-1-1 0,-2 1 0,0 1 0,-2-1 0,0 1 0,-1-1 0,-19-37 0,10 31 53,-2 2 0,-1-1 0,-1 2 0,-1 1 1,-1 0-1,-2 2 0,0 0 0,-48-33 1,7 13 471,-3 4 1,-113-50-1,151 75-26,17 7 740,0 1 1,0 0-1,-1 1 1,0 0-1,0 1 0,0 0 1,-22-2-1,43 17-1150,14-9 593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3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41 648,'-28'-6'24912,"23"-7"-24258,5 12-654,-1 0 0,0-1 0,1 1 0,-1 0 0,0 0 0,1 0 0,-1 0 0,0-1 0,0 1 0,0 0 0,0 1 0,0-1 0,0 0 0,-1 0 0,1 0 0,0 1 0,0-1 0,-1 0 0,1 1 0,0-1 0,-1 1 0,1 0 0,0-1 0,-1 1 0,1 0 0,0 0 0,-1 0 0,1 0 0,-1 0 0,-1 0 0,2 1 0,0-1 0,0 1 0,1 0 0,-1-1 0,0 1 0,1 0 0,-1-1 0,1 1 0,-1 0 0,1 0 0,-1 0 0,1-1 0,0 1 0,-1 0 0,1 0 0,0 0 0,0 0 0,0 0 0,-1 0 0,1 0 0,0-1 0,0 1 0,0 0 0,0 0 0,1 1 0,-1 35 0,0-28 0,1 1 0,0 0 0,1 0 0,0 1 0,0-1 0,1 0 0,0-1 0,1 1 0,8 15 0,50 74 0,-41-68 0,91 131-80,39 63 241,-119-171-876,-2 1 0,31 82 0,15 103-6029,-43-131 5407,3 0 4215,-35-106-2522,0 0 1,0 0-1,0-1 0,0 1 0,1 0 0,-1 0 0,1-1 0,0 1 0,0-1 0,0 1 0,0-1 0,0 0 0,5 3 1,-4-3-150,1 0 0,-1-1 1,1 0-1,-1 0 0,1 0 1,0 0-1,0-1 0,-1 1 1,1-1-1,7 0 1,-83 0-563,49 0 710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3.7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0 3338,'19'19'18022,"-17"-1"-14070,-3-10-3759,-2-1 0,1 0 0,-1 0 0,-6 12 1,7-16-258,-31 64 64,14-33 0,1 1 0,2 0 0,2 1 0,1 1 0,-8 42 0,20-74 4,0 20-18,1-24 15,0 0-1,0-1 0,0 1 0,0-1 0,1 1 0,-1-1 0,0 1 0,0 0 0,1-1 1,-1 1-1,0-1 0,1 1 0,-1-1 0,1 1 0,-1-1 0,1 0 0,-1 1 0,1-1 1,-1 1-1,1-1 0,-1 0 0,1 1 0,-1-1 0,1 0 0,0 0 0,-1 0 0,1 1 0,-1-1 1,1 0-1,0 0 0,-1 0 0,1 0 0,0 0 0,0 0 0,251-18 72,-96 4-1067,-86 8-556,17-2 117,-101 8 3889,-55 0-6361,38 0 1745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4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271 0 1689,'0'0'9598,"-17"21"-6375,-54 72 6173,61-79-9083,2-1 1,0 2-1,0-1 1,1 1-1,1 0 1,-7 27-1,-1 0-199,-22 60-114,-31 140 0,66-238-330,-4 18 840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4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592 43 1625,'0'0'1407,"-18"-1"611,1 0-706,5 0-289,1 0 0,-1 1 0,1 0 0,-1 1 0,1 0-1,-1 1 1,1 0 0,-18 6 0,8 1 371,0 0 0,0 1-1,0 2 1,2 0 0,-1 1 0,-23 21 0,20-13-1016,1 2 1,0 0-1,2 1 1,-24 37-1,25-30-683,1 0 1,1 2-1,2 0 0,1 1 0,2 1 0,2 0 0,0 0 1,-7 68-1,12-46-2182,3 0-1,7 83 1,-2-121 1955,0 0 0,1-1 0,1 1 1,1-1-1,12 26 0,-11-28 532,1 0 0,1-1 0,1-1 0,0 1 0,1-1 0,0-1 0,1 0 0,0-1 1,1 0-1,1-1 0,0 0 0,0-1 0,1-1 0,0 0 0,1-1 0,31 11 0,-2-6 23,1-2-1,1-3 0,72 6 1,143-10 138,-223-4-153,0-2 0,0-2 0,0-1 1,0-3-1,-1 0 0,0-3 0,-1-1 0,-1-2 0,0-1 0,0-2 0,-2-1 0,0-2 0,54-42 0,-36 20 82,-1-3-1,-2-2 0,64-78 0,-97 105-91,-1-1 1,-1 0-1,-1-1 1,-1-1-1,0 0 1,-2-1-1,-1 0 0,-1 0 1,-1-1-1,-1 0 1,-1 0-1,2-33 1,-6 47-3,-2 0 1,1-1 0,-1 1 0,-1 0 0,0 0-1,0 1 1,-1-1 0,-1 0 0,0 1-1,-5-11 1,0 6 4,0 1 1,-1 0-1,0 1 0,-1 0 0,0 1 1,-15-12-1,-15-12 28,-2 1 0,-1 3 0,-2 2 0,-1 2 0,-1 1 0,-1 3 0,-2 2 0,0 3-1,-91-23 1,110 37 1123,0 1-1,-61 2 1,67 2 1672,28 4-1750,7 0 1934,13-4-1940,4 0-1068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6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0 164 2345,'7'-3'10569,"-2"0"-8734,-4 2-1177,1 0 0,0 0 1,-1 0-1,1 0 0,0 1 1,-1-1-1,1 1 0,0-1 0,0 1 1,-1 0-1,1-1 0,0 1 1,2 0-1,-3 1-540,1-1 1,-1 1-1,0-1 0,0 1 1,0 0-1,0-1 0,0 1 1,0 0-1,0 0 0,0 0 1,0-1-1,0 1 0,-1 0 1,1 0-1,0 0 1,-1 0-1,1 1 0,0 1 1,6 9-119,-2 1 0,1-1 0,-2 1 0,0 0 0,0 1 0,-1-1 0,-1 1 0,-1-1 0,1 1 0,-2 0 0,0-1 0,-1 1 0,-3 18 0,-3-14 18,3-27-100,1-31-888,3 18-469,1 0 1,1 0 0,5-23-1,-4 33 697,0 0 0,1 0 1,0 1-1,1 0 0,1 0 0,0 0 0,8-12 0,-3 8 630,0 1 0,0 0 0,2 0 0,17-15 0,-25 25-26,1-1-1,0 1 1,0 1 0,0-1-1,0 1 1,1 0 0,-1 0 0,1 1-1,0 0 1,0 0 0,0 0 0,0 1-1,0 0 1,7 0 0,10 1-883,-3 0-1533,42 4 0,-23 5-1622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6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78 4218,'0'0'7727,"-18"9"-5045,-56 34 6601,72-41-9198,0 0 0,-1 0 1,1 1-1,0-1 0,0 1 1,1-1-1,-1 1 0,0 0 1,1-1-1,-1 1 0,1 0 0,0 0 1,0 0-1,0 0 0,1 0 1,-1 0-1,1 1 0,-1-1 1,1 0-1,0 0 0,0 0 1,1 0-1,-1 0 0,2 6 1,-1 7 85,-1-13-171,0 1 0,1-1 0,-1 1 0,1-1 0,0 0 0,-1 1 0,2-1 0,-1 0 0,0 1 0,1-1 0,-1 0 0,1 0 0,0 0 0,0 0 0,0 0 0,0-1 0,1 1 0,-1-1 0,1 1 0,0-1 0,-1 0 0,1 0 0,6 3 0,-4-3 0,0 0 0,0 0 0,0 0 0,1 0 0,-1-1 0,0 0 0,1 0 0,-1-1 0,1 0 0,-1 0 0,1 0 0,-1 0 0,1-1 0,9-2 0,-11 1 0,-1 1 0,0-1 0,0 0 0,0 0 0,0 0 0,-1 0 0,1 0 0,0-1 0,-1 1 0,0-1 0,0 1 0,1-1 0,-1 0 0,-1 0 0,1 0 0,0 0 0,-1-1 0,0 1 0,0 0 0,0-1 0,0 1 0,1-6 0,1-10 0,0 0 0,0-33 0,-3 49 0,0-123-4047,0 125 3865,0 1-1,0-1 0,0 0 0,0 1 0,0-1 0,0 0 0,0 1 0,0-1 0,0 0 0,0 1 0,0-1 0,-1 1 0,1-1 0,0 0 1,0 1-1,-1-1 0,1 1 0,0-1 0,-1 1 0,1-1 0,-1 1 0,1-1 0,-1 1 0,1-1 0,-1 1 0,1 0 0,-1-1 0,1 1 1,-1 0-1,1-1 0,-1 1 0,0 0 0,1 0 0,-1-1 0,1 1 0,-1 0 0,0 0 0,1 0 0,-1 0 0,0 0 0,1 0 0,-1 0 0,0 0 1,1 0-1,-1 0 0,0 1 0,1-1 0,-1 0 0,1 0 0,-1 0 0,0 1 0,-1 0-389,0 0 0,-1 0 1,1 0-1,0 1 0,0-1 0,1 0 0,-1 1 0,0 0 1,0-1-1,1 1 0,-1 0 0,-2 3 0,-3 15-2135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6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27 3442,'0'0'4362,"-19"1"-1025,-61 9 5631,76-9-8510,0 0 0,1 1-1,-1-1 1,0 1 0,0 0 0,1 0 0,-1 0 0,1 0-1,0 1 1,-5 4 0,3-2-309,1 1 0,-1 0 0,1 0 1,0 1-1,1-1 0,-5 10 0,7-13-124,0 0-25,-1 0 0,1 0 0,-1 0 0,1 0 0,0 0 0,0 0 0,1 1 0,-1-1 0,1 0 0,-1 1 0,1-1 0,0 0 0,0 1 0,1-1 0,-1 0 0,1 1 0,-1-1 0,1 0 0,0 1 0,0-1 0,1 0 0,-1 0 0,1 0 0,-1 0 0,1-1 0,0 1 0,0 0 0,0-1 0,1 1 0,2 2 0,0-1 0,1 0 0,0-1 0,0 0 0,0 0 0,0 0 0,1 0 0,-1-1 0,1 0 0,-1-1 0,1 1 0,0-1 0,-1 0 0,13-1 0,-13 0-95,0 0 0,-1 0 0,1-1 1,0 0-1,0 0 0,0 0 0,-1-1 1,1 0-1,-1 0 0,1 0 0,-1-1 1,0 0-1,0 0 0,0 0 0,0 0 1,-1-1-1,1 0 0,-1 0 0,0 0 0,0 0 1,0-1-1,-1 0 0,1 0 0,-1 0 1,-1 0-1,1 0 0,2-8 0,-2 8-463,-1 0 0,-1 0 0,1 0 0,-1 0-1,0-1 1,0 1 0,0 0 0,-1-1-1,0 1 1,0-1 0,0 1 0,-1-1-1,1 1 1,-1 0 0,-1 0 0,-3-11-1,3 12 454,0 1 0,0-1 0,-1 0 0,0 1 0,1-1 0,-1 1 0,0 0 0,-1 0 0,1 0 0,-1 1 0,1-1 0,-1 1-1,0 0 1,0 0 0,0 0 0,0 0 0,0 1 0,0-1 0,0 1 0,-1 0 0,-3 0 0,0 0-756,0 0 0,1 0 0,-1 1 0,0 0 1,-15 3-1,14 2-2323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7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231 1 6931,'0'0'3382,"-18"24"50,-6 8-702,-2 1 379,2 2-1,-24 44 0,44-71-3030,-17 29 107,-24 62-1,41-88-186,0 0-1,1 0 0,0 0 0,1 0 0,0 0 0,1 0 1,0 1-1,1-1 0,0 0 0,1 1 0,2 13 1,-2-22 2,0 1 0,1-1 0,-1 1 0,1-1 0,0 0 0,0 0 0,0 0 0,0 0 0,0 0 0,1 0 0,-1-1 0,1 1 0,0-1 0,0 0 0,0 0 0,0 0 0,0 0 0,0 0 0,1 0 0,-1-1 0,0 0 0,1 0 0,-1 0 0,7 1 0,8 1 0,0 0 0,1-2 0,29-1 0,-30 0 0,-13 1 0,1-1 0,0 0 0,-1-1 0,1 1 0,-1-1 0,1 0 0,-1 0 0,0-1 0,1 1 0,-1-1 0,0-1 0,0 1 0,9-6 0,14-21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7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 5843,'0'0'5890,"151"-13"8591,-97 17-14481,5-2 0,-3 3 0,-3-5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7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3666,'0'0'4634,"22"-18"-1283,75-57 8313,-89 70-11166,0 1-1,0-1 1,0 1 0,0 1 0,10-4 0,-9 5-550,0 0 0,1 1 0,-1 0 0,1 0 0,14 2 0,1-1 276,-5-1-224,-6 0 0,0 0 0,0 1 0,-1 1 0,1 0 0,0 1 0,-1 0 0,0 1 0,24 8 0,-36-10-8,35 16-858,47 30-1,-75-42 125,1 1 0,-1 0 0,0 1 1,0 0-1,-1 0 0,0 1 0,0 0 1,-1 0-1,0 0 0,9 18 0,-12-17 271,0 0 1,-1 0-1,0 1 0,0-1 0,-1 1 1,-1-1-1,1 1 0,-1-1 0,-2 13 0,-1-4 650,0 0 0,-1 0 0,-11 32-1,12-42-125,-69 192 675,57-152-338,2 1 1,-7 60 0,16-71 43,2-13 907,-11 46 1,8-35 5219,5 2-4920,1-15-4103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8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3 4666,'-6'-3'21556,"23"24"-21564,6 0 10,50 38 1,-57-49-29,-1 1 0,-1 1 0,0 0 0,0 1 0,-1 0 0,-1 1 0,0 0 0,19 32 0,-30-45-8,-1 0-1,0 0 0,1 0 0,-1 0 0,1 0 0,-1 0 0,1 0 0,-1 0 0,1 0 0,0-1 0,-1 1 0,1 0 0,0 0 0,0-1 0,-1 1 0,1-1 0,0 1 0,0 0 0,0-1 0,0 0 0,0 1 0,0-1 0,0 1 0,0-1 0,0 0 0,0 0 0,1 0 0,6 0-3335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38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379 0 6563,'0'0'7001,"-8"8"-4356,-54 47 6872,-122 118-9029,160-148-488,-29 40 0,46-56 0,2-1 0,-1 2 0,1-1 0,0 1 0,1 0 0,0 0 0,1 0 0,0 0 0,-2 11 0,5-19-490,-1 10 1190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42.4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62 2881,'4'0'21800,"-9"1"-21736,-1 0 1,1 0 0,0 1 0,0-1-1,0 1 1,0 0 0,0 1-1,0-1 1,1 1 0,-1 0 0,1 0-1,0 1 1,0-1 0,0 1 0,0 0-1,0 0 1,-5 8 0,-7 10 72,1 1 0,-14 27 0,27-46-137,0 0-1,0 0 1,0 1 0,0-1-1,1 1 1,-1-1-1,1 1 1,0 0-1,1-1 1,-1 1-1,1 0 1,0 0-1,0-1 1,0 1 0,1 0-1,0-1 1,1 7-1,0-8 1,-1 0-1,1 0 1,-1-1-1,1 1 1,0 0-1,0-1 1,0 1-1,1-1 1,-1 0-1,0 0 1,1 0-1,0 0 1,-1 0-1,1 0 1,0-1-1,0 1 1,0-1-1,0 0 1,0 0-1,0 0 1,1 0-1,-1 0 1,0-1-1,0 0 1,4 1-1,-1-1 0,0 1 1,0-1-1,0 0 1,0 0-1,1-1 1,-1 0-1,0 0 1,-1-1-1,1 1 1,0-1-1,0 0 1,-1-1-1,11-5 1,-9 3 1,-1 0 1,0-1-1,0 0 0,-1 0 1,1 0-1,-1 0 0,-1-1 1,1 0-1,-1 0 1,4-8-1,0-4 136,-1 0-1,-1 0 1,-1-1 0,0 0-1,-2 1 1,0-2 0,-1 1-1,-2-35 1,1 54-91,-1-1 1,0 1-1,-1-1 1,1 1-1,0-1 1,0 1-1,0-1 1,-1 1-1,1 0 1,-1-1-1,1 1 1,-1 0-1,0-1 1,1 1-1,-1 0 1,0 0-1,0 0 1,0-1-1,0 1 1,0 0-1,0 0 1,0 0-1,0 1 1,-1-1-1,1 0 1,0 0-1,-3 0 1,1 0 14,1 0 0,-1 1 0,0-1 1,0 1-1,0 0 0,0 0 0,0 0 0,1 0 0,-1 1 1,0-1-1,0 1 0,0-1 0,1 1 0,-4 1 1,-22 16-2090,26-16 1593,0 0 1,-1 0-1,1 0 1,0 0-1,0 0 1,1 0-1,-1 1 0,0-1 1,1 1-1,-1-1 1,1 1-1,0 0 1,0-1-1,0 1 1,0 0-1,0 3 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43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0 3586,'0'1'21418,"0"15"-20682,-4 238 3925,9-238-4600,-18-14-19120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44.6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85 2 7379,'0'0'16042,"-11"0"-15036,-34-2 1257,49 3-2223,-1-1 0,0 1 0,0 0 0,1 0 0,-1 0 0,0 0 1,0 0-1,0 1 0,0-1 0,-1 1 0,1 0 0,0 0 1,-1 0-1,1 0 0,-1 1 0,0-1 0,1 1 0,-1-1 0,0 1 1,-1 0-1,1 0 0,0 0 0,-1-1 0,0 2 0,1-1 1,-1 0-1,-1 0 0,1 0 0,0 0 0,-1 1 0,1 3 0,0 0-41,-1 0 0,0 0-1,0-1 1,-1 1 0,1 0-1,-1-1 1,-1 1 0,1-1-1,-1 1 1,0-1 0,-1 0-1,0 0 1,0 0-1,-5 9 1,-18 14 42,19-23-27,1 0-1,0 1 1,1 0-1,0 0 1,0 0 0,-5 10-1,9-16-12,1-1 0,0 1 0,-1-1 0,1 1 0,0 0-1,0-1 1,0 1 0,0-1 0,0 1 0,0-1 0,-1 1 0,1 0-1,0-1 1,0 1 0,1-1 0,-1 1 0,0-1 0,0 1 0,0-1 0,0 1-1,0 0 1,1-1 0,-1 1 0,0-1 0,0 1 0,1-1 0,-1 1-1,1-1 1,-1 0 0,0 1 0,1-1 0,-1 1 0,1-1 0,-1 0-1,1 1 1,-1-1 0,1 0 0,-1 1 0,1-1 0,-1 0 0,1 0 0,-1 0-1,1 0 1,-1 1 0,1-1 0,0 0 0,34 0 118,-23-1-68,268-5 760,-261 6-1657,-19 0-109,-5 2-2844,-14 8-720,-11 1-2629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45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76 6147,'0'0'11442,"8"-6"-9587,9-4-1078,0 1 1,1 0 0,1 1 0,-1 1 0,1 0 0,30-5 0,-23 9-556,0 0 0,48 2 1,-73 1-221,0 0 1,1 1-1,-1-1 1,0 1-1,1 0 1,-1-1-1,0 1 1,1 0 0,-1 0-1,0 0 1,0-1-1,0 1 1,0 1-1,0-1 1,0 0-1,0 0 1,0 0-1,0 0 1,-1 1 0,1-1-1,0 0 1,-1 1-1,1-1 1,-1 0-1,1 1 1,-1-1-1,0 1 1,0-1-1,0 1 1,0-1-1,0 1 1,0 2 0,0 0 22,0 1 1,0 0 0,0 0 0,-1 0-1,0 0 1,0 0 0,0-1 0,0 1-1,-3 5 1,-10 10 273,-1-1-1,0-1 0,-2-1 1,0 0-1,-24 18 0,33-29-144,-3 2 81,11-8-235,0 0 1,0 0 0,0 0-1,0 0 1,0 0 0,0 0-1,0 0 1,1 0 0,-1-1-1,0 1 1,0 0 0,0 0-1,0 0 1,0 0 0,1 0-1,-1 0 1,0 0 0,0 0-1,0 0 1,0 0 0,0 0-1,1 0 1,-1 0 0,0 0-1,0 0 1,0 0 0,0 0 0,0 0-1,1 0 1,-1 1 0,0-1-1,0 0 1,0 0 0,0 0-1,0 0 1,0 0 0,1 0-1,-1 0 1,0 0 0,0 1-1,0-1 1,0 0 0,0 0-1,0 0 1,0 0 0,0 0-1,0 0 1,0 1 0,0-1-1,0 0 1,0 0 0,0 0-1,0 0 1,0 0 0,0 1-1,0-1 1,0 0 0,0 0-1,0 0 1,0 0 0,0 0-1,0 1 1,0-1 0,0 0 0,0 0-1,0 0 1,0 0 0,0 1-1,5-2-50,1 1 0,0 1 0,-1-1 0,1 1 0,0 0 0,-1 0 0,1 1-1,-1-1 1,0 1 0,1 0 0,-1 1 0,0-1 0,0 1 0,-1 0 0,1 1 0,-1-1 0,1 1-1,-1 0 1,0 0 0,0 0 0,-1 0 0,1 1 0,-1-1 0,0 1 0,0 0 0,0 0 0,-1 0-1,0 0 1,0 1 0,0-1 0,-1 1 0,0-1 0,0 1 0,0-1 0,0 9 0,-2-11 76,0 1 0,0-1-1,-1 0 1,1 0 0,-1 0 0,1 0 0,-1 0 0,0-1 0,0 1 0,0 0 0,-1-1 0,1 0 0,-1 1 0,1-1 0,-1 0-1,0 0 1,0 0 0,0-1 0,0 1 0,-5 1 0,-2 2 107,0-1-1,-1 0 1,1 0-1,-1-1 1,-14 2-1,-69-4 1266,94-1-1724,2-3-348,1 1-1,-1 0 1,1 0-1,0 0 0,0 1 1,0-1-1,0 1 1,0 0-1,5-2 0,-1 0-1020,21-9-4009,4-2-2686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46.4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249 1 7459,'0'0'15421,"-8"12"-13314,-150 187 2922,143-183-4792,2-1 47,-23 31 0,34-43-263,0 0 0,0 1 0,0-1 0,0 1 0,0-1 0,1 1 1,0-1-1,0 1 0,0 0 0,0 0 0,0-1 0,1 1 0,0 0 0,0 0 0,0 0 1,0 5-1,1-9-21,-1 1 1,1 0-1,0-1 1,-1 1-1,1 0 1,0-1-1,-1 1 1,1-1 0,0 1-1,0-1 1,-1 1-1,1-1 1,0 0-1,0 1 1,0-1-1,0 0 1,0 1-1,-1-1 1,1 0 0,0 0-1,0 0 1,0 0-1,1 0 1,29 0 5,-22 0-4,354-31-2,-295 22-40,-41 7 59,-27 2-49,-27 12-1373,-7 2-4047,22-12 519,-1-1-3409,5-1 115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0:46.6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0 7267,'0'0'16880,"-13"15"-15167,-41 52-230,48-58-1162,0-1-1,1 2 0,0-1 1,1 1-1,0-1 1,0 1-1,-4 20 0,-2 6 372,6-24-572,1 0 1,-5 24-1,6-9-7783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1:20.8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1 191 3217,'0'0'4005,"2"-3"-4040,37-44 91,-36 34 9762,-4 12-9746,1 1-1,0-1 0,0 0 1,0 0-1,0 0 0,0 0 0,0 0 1,1 0-1,-1 0 0,0 1 0,0-1 1,1 0-1,-1 0 0,0 0 1,1 0-1,-1 1 0,2-2 0,6-6-991,1-3 8395,-8 2-6637,1 5-700,-1-1 1,1 1-1,0-1 0,0 1 0,0 0 0,1 0 1,-1 0-1,4-3 0,8-14 1478,1 1-320,-11 19-240,-9 12-431,-5 6-516,0 1-1,1 0 1,1 1-1,1 0 1,1 0-1,0 0 0,2 1 1,0 0-1,1 0 1,-1 39-1,6 21-108,0-27 0,-6 62 0,-2-65 0,-6 100 0,12-131 0,1 0 0,0-1 0,2 1 0,6 24 0,1-6 0,-2 0 0,-1 0 0,-2 1 0,1 45 0,-6 32 0,-1-113 0,0-33-8751,3 12 982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1:25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29 1969,'2'0'13175,"9"0"-5132,-11 1-7866,0-1 1,0 1 0,1-1 0,-1 0-1,0 1 1,0-1 0,1 0 0,-1 1 0,0-1-1,1 0 1,-1 1 0,0-1 0,1 0-1,-1 1 1,0-1 0,1 0 0,-1 0-1,0 1 1,1-1 0,-1 0 0,1 0 0,-1 0-1,1 0 1,-1 0 0,0 0 0,1 0-1,-1 0 1,1 0 0,-1 0 0,1 0-1,-1 0 1,1 0 0,-1 0 0,0 0 0,1 0-1,-1 0 1,1 0 0,0-1 0,25-5 303,-15 3-4,68-23-514,-75 26 58,-3 1 59,-1 0-1,1 1 1,-1-1 0,1 0-1,-1 0 1,0 1-1,0-1 1,1 0-1,-1 0 1,0 1 0,0-1-1,0 0 1,0 0-1,-1 3 1,1-2 65,-1 25-65,-1-1 0,-2 0-1,0 1 1,-11 31-1,-40 103-138,23-74 86,-34 124-27,-52 138 0,74-245 0,45-99 0,6-8 0,15-11 0,-14 8 0,10-1-1529,-5 5-5389,-4 2-1763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1:26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90 2945,'0'0'13985,"-3"0"-11973,-7-5 1302,11 0-1055,22-9-77,42-9-1362,-28 12-734,1 1 0,0 3 1,0 1-1,73-3 1,-110 9-76,0 1 0,0-1 0,1 0 1,-1 0-1,0 0 0,0 0 0,0 1 0,1-1 1,-1 1-1,0-1 0,0 1 0,0-1 0,0 1 1,0 0-1,0-1 0,0 1 0,0 0 1,0 0-1,0 0 0,0 0 0,-1 0 0,1 0 1,1 1-1,-1 1 52,0 0 0,1 0 0,-1 1 0,-1-1 0,1 0 0,0 0 0,-1 0 0,1 0 0,-1 5 0,0-1 97,-1 1 1,0 0-1,0 0 0,0-1 1,-1 1-1,0 0 1,-5 11-1,-5 2 225,-2-1 1,0 0-1,-1-1 0,-1-1 0,-34 30 1,32-32-332,0 2 0,1-1 0,1 2 0,1 1 0,-23 38 0,37-57-54,0 0 0,0 0 0,1 1 0,-1-1 0,0 0 0,1 0 0,-1 1 0,1-1 0,0 0 0,-1 1 0,1-1 0,0 1 0,0-1 0,0 0 0,-1 1 0,2-1 0,-1 1 0,0-1 0,0 1 0,0-1 0,1 0 0,-1 1 0,1-1 0,-1 0 0,1 1 0,-1-1 0,1 0 0,0 0 0,0 0 0,-1 1 0,1-1 0,0 0 0,0 0 0,0 0 0,0 0 0,0 0 0,1-1 0,-1 1 0,0 0 0,0 0 0,1-1 0,-1 1 0,0-1 0,3 1 0,6 2 0,-1-1 0,1 0 0,0-1 0,0-1 0,12 1 0,-13-1 0,46 1 0,1-2 0,62-10 0,-97 8 0,0-1 0,0-1 0,0-1 0,-1-1 0,0-1 0,0 0 0,-1-2 0,31-19 0,-48 27-54,1 1 1,-1-1-1,0 1 0,1-1 1,-1 0-1,0 0 0,0 0 1,-1 0-1,1 0 0,0 0 1,-1-1-1,1 1 0,-1-1 1,0 1-1,1-1 0,-1 1 1,-1-1-1,1 0 0,0 1 1,-1-1-1,1 0 0,-1 0 1,0 1-1,0-1 0,0-4 1,-1 6-426,1-1 0,-1 0 1,0 0-1,0 1 0,-1-1 1,1 0-1,0 1 0,0-1 1,-1 1-1,1-1 1,-1 1-1,1 0 0,-1 0 1,0 0-1,1 0 0,-1 0 1,0 0-1,0 0 0,0 0 1,0 1-1,-3-2 0,-6-2-2938,-16-11-7604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1:27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608 404 656,'0'0'12852,"-22"-12"-9939,-71-37-429,89 47-2281,1 1 1,-1-1-1,0 1 1,0 0 0,0 0-1,0 0 1,0 0-1,1 1 1,-1 0-1,0-1 1,0 1 0,0 1-1,0-1 1,0 1-1,0-1 1,0 1 0,0 0-1,0 1 1,0-1-1,1 1 1,-1-1-1,1 1 1,-1 0 0,1 0-1,0 1 1,-1-1-1,-4 6 1,-2 0 347,-166 136 5832,153-122-6137,1 2-1,1 0 1,1 1-1,-33 56 1,43-62-246,2 1 0,0 0 0,1 0 0,1 1 0,1 0 0,-4 37 0,6-20 0,1 0 0,8 74 0,-2-87 0,1-2 0,1 1 0,2-1 0,0 0 0,1 0 0,1-1 0,2 0 0,0-1 0,1 0 0,22 26 0,-26-37 0,0-1 0,1 0 0,0 0 0,0-1 0,1 0 0,0-1 0,1 0 0,-1-1 0,2 0 0,-1-1 0,0 0 0,1-1 0,21 4 0,9-1 0,0-3 0,79-1 0,-104-3 0,16-2 0,0-1 0,-1-2 0,1-1 0,-1-1 0,0-3 0,-1 0 0,0-2 0,-1-1 0,46-27 0,-20 5 0,-1-1 0,-2-4 0,92-86 0,-111 92 0,-1-1 0,-2-2 0,30-44 0,-50 63 0,-1-1 0,-1 0 0,-1 0 0,0-1 0,-2 0 0,0-1 0,-1 0 0,-1 0 0,3-31 0,-3-7 0,-4-1 0,-6-79 0,3 123 0,-1 0 0,-1 0 0,0 1 0,-1-1 0,0 1 0,-2 0 0,1 0 0,-2 1 0,0 0 0,-12-16 0,6 12 0,-1 1 0,0 1 0,-2 0 0,1 1 0,-2 1 0,-35-22 0,24 19 0,-2 2 0,0 0 0,0 3 0,-1 0 0,-1 2 0,0 2 0,0 1 0,0 1 0,-63-2 0,46 7 0,0 2 0,0 3 0,-68 13 0,98-13 0,0 2 0,1 0 0,-1 1 0,2 1 0,-1 0 0,1 2 0,0 0 0,1 1 0,0 1 0,1 0 0,-17 18 0,17-14 0,1 1 0,0 0 0,1 2 0,1-1 0,1 2 0,1-1 0,0 2 0,2-1 0,0 1 0,1 1 0,2 0 0,0 0 0,1 0 0,1 1 0,1-1 0,0 44 0,3-52 0,0 0 0,1 0 0,0 0 0,1 0 0,1 0 0,8 25 0,9 8-661,-4-10-5577,-5-11-2006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1:31.5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153 9 5346,'0'0'13705,"3"-2"-11634,10-3-289,-10 3 1166,-6 12-112,-4 0-2520,-1 0 1,0-1-1,0 0 0,-1 0 1,0-1-1,-1-1 1,-11 8-1,-27 23 101,41-31-357,4-5-42,0 1 0,0-1 1,0 1-1,1 0 0,-1 0 0,0 0 0,1 0 0,0 0 0,0 1 1,0-1-1,0 1 0,-2 5 0,26-8-183,138-3-937,-154 2 1073,0 1 0,0 0 0,-1 1 0,1-1 0,0 1 0,-1 0 0,1 0 0,-1 1 1,0-1-1,0 1 0,0 0 0,8 7 0,-10-8 45,-1 0 0,0 0 1,0 0-1,1 0 0,-1 0 1,0 1-1,-1-1 0,1 1 0,0-1 1,-1 1-1,1 0 0,-1-1 1,0 1-1,0 0 0,0 0 1,0 0-1,-1 0 0,1 0 0,-1 0 1,1 0-1,-1 0 0,0 0 1,-1 0-1,1 0 0,0 0 0,-2 5 1,0-5 50,0 0 1,0 0 0,0 0 0,0 0-1,-1 0 1,1-1 0,-1 1-1,0-1 1,1 0 0,-1 1-1,-7 2 1,-41 23 721,37-22-533,2 0-167,5-2-95,0 0 0,0-1 0,0 0 0,0 0 0,0 0 0,-1-1 0,1-1 0,-1 1 0,-13 0 0,20-2-108,0 0 0,1-1 1,-1 1-1,0 0 0,0-1 0,0 1 1,0 0-1,1-1 0,-1 1 0,0-1 0,1 1 1,-1-1-1,0 0 0,1 1 0,-1-1 1,0 0-1,1 1 0,-1-1 0,1 0 1,0 0-1,-1 1 0,1-1 0,-1 0 0,1 0 1,0 0-1,0 0 0,0 1 0,-1-1 1,1 0-1,0 0 0,0 0 0,0-1 1,0-38-3520,0 28 1797,1 2 49,-1 1 0,1-1 1,1 1-1,-1-1 0,2 1 0,-1 0 0,8-17 0,6-9-4525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1:31.7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61 4562,'0'0'15807,"20"-8"-13608,64-27-337,-74 31-1282,1 1 1,-1 0 0,1 0-1,0 2 1,-1-1-1,1 1 1,20 1 0,-4 0 102,117 0 875,-156 4-20212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05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449 6 4418,'0'0'17136,"4"-2"-15434,10-2 423,-25 10 698,-20 9-2248,-49 26-347,30-16-324,-89 59 1,137-82 19,0-1 0,0 0 0,0 1 0,0 0 0,1-1 0,-1 1 0,1 0 0,-1 0 0,1 0 0,0 0 0,-1 0 0,1 0 0,-1 3 0,2-4 23,0 0 1,0 0-1,0 0 0,0 0 1,1 0-1,-1-1 1,0 1-1,1 0 1,-1 0-1,0-1 0,1 1 1,-1 0-1,1 0 1,-1-1-1,1 1 1,-1 0-1,1-1 0,0 1 1,-1-1-1,1 1 1,0-1-1,-1 1 1,1-1-1,0 1 0,0-1 1,-1 0-1,1 1 1,0-1-1,0 0 0,0 0 1,0 0-1,-1 0 1,1 1-1,0-1 1,0 0-1,1-1 0,32 8-530,-3-2 110,32 11 1,-55-13 448,1-1 0,-1 2-1,-1-1 1,1 1 0,0 1-1,-1-1 1,0 1-1,12 11 1,-17-15 36,-1 1 0,1-1 0,-1 1 1,1 0-1,-1-1 0,0 1 0,1 0 0,-1 0 0,0 0 1,0 0-1,0 0 0,-1 0 0,1 1 0,0-1 0,-1 0 1,0 0-1,1 0 0,-1 1 0,0-1 0,0 0 0,0 1 1,0-1-1,-1 0 0,1 0 0,-1 0 0,1 1 0,-1-1 0,0 0 1,1 0-1,-1 0 0,0 0 0,-1 0 0,1 0 0,0 0 1,-2 1-1,-5 6 226,0 0 0,-1-1 0,0 0-1,0-1 1,-13 8 0,14-9-81,-22 14 106,0-1-1,-1-2 1,-1-1 0,-1-1-1,0-1 1,-66 16-1,99-30-298,-1 0-1,1 0 0,0 0 1,0 0-1,0 0 0,-1 0 1,1 0-1,0 0 1,0 0-1,-1 0 0,1 0 1,0 0-1,0 0 0,-1 0 1,1 0-1,0 0 0,0 0 1,0 0-1,-1 0 0,1 0 1,0 0-1,0 0 0,0 0 1,-1 0-1,1 0 0,0-1 1,0 1-1,0 0 0,-1 0 1,1 0-1,0 0 0,0-1 1,0 1-1,0 0 0,0 0 1,-1 0-1,1-1 0,0 1 1,0 0-1,0 0 0,0 0 1,0-1-1,0 1 0,0 0 1,0 0-1,0-1 0,0 1 1,4-14-1766,4 1 187,1 0-1,0 1 1,1 0 0,15-14-1,-22 23 1174,46-47-6673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05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86 816,'0'0'21992,"2"21"-20218,-1 5-1264,-1-4-85,1-1 0,2 1 0,0-1 1,7 26-1,-10-45-435,0 0 0,1-1 1,-1 1-1,1 0 0,-1-1 0,1 1 1,0-1-1,0 1 0,0-1 0,0 1 1,0-1-1,0 0 0,0 1 0,0-1 1,0 0-1,0 0 0,1 0 0,-1 0 1,1 0-1,-1 0 0,0 0 0,1 0 0,0 0 1,-1-1-1,1 1 0,-1-1 0,1 1 1,0-1-1,-1 0 0,1 1 0,0-1 1,0 0-1,-1 0 0,1 0 0,0-1 1,-1 1-1,1 0 0,0-1 0,-1 1 1,1-1-1,0 1 0,-1-1 0,1 0 1,1 0-1,5-4-134,1 0 0,-1 0 0,0-1 0,0 1 1,-1-2-1,8-6 0,12-15-305,0 0-64,1 1-1,1 1 1,40-27-1,-54 47 304,-7 11 284,-6 23 452,-3-16-353,2-4-142,0-1-1,0 1 0,1 0 0,0-1 1,1 0-1,-1 1 0,1-1 0,0 0 1,1 0-1,0-1 0,0 1 0,1-1 1,-1 0-1,10 9 0,-9-9-59,0-1-1,0 0 1,0-1 0,1 1-1,0-1 1,0 0 0,0-1-1,0 1 1,1-1-1,-1 0 1,1-1 0,0 0-1,-1 0 1,1 0 0,0-1-1,8 1 1,-13-3 33,0 1 0,-1-1 0,1 1-1,-1-1 1,1 0 0,-1 0 0,1 0 0,-1 0 0,1 0 0,-1 0-1,0-1 1,0 1 0,0 0 0,0 0 0,0-1 0,0 1 0,0-1 0,0 1-1,0-1 1,0 0 0,-1 1 0,1-1 0,-1 1 0,1-1 0,-1 0-1,0 0 1,0-2 0,7-52 534,-6 31-37,0 3-7,0 0 0,-1-1 0,-1 1 0,-1 0 0,-10-44 0,11 65-598,7 15-4173,-3-11 3725,0-1 0,1 0 0,-1 0 0,0 0-1,1 0 1,-1-1 0,1 1 0,-1-1 0,1 0 0,0 0-1,-1 0 1,6 0 0,52 1-5516,-44-2 4356,54 1-3453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06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1 1921,'0'0'20695,"-14"5"-19135,9-3-1420,-12 4 354,0 0 0,1 1 0,0 1 0,-27 19 0,33-20-194,-19 14 705,-34 32 0,56-47-943,1 0 0,0 0 0,0 1-1,1 0 1,0 0 0,0 0 0,1 1-1,0 0 1,0 0 0,1 0 0,-3 9 0,6-16-83,-1 0 0,1 0 0,0 0 0,-1 0 1,1 0-1,0 0 0,0 0 0,0 0 0,0 0 1,0 0-1,0 0 0,0 0 0,1 0 0,-1 0 1,0 0-1,0 0 0,1 0 0,-1 0 0,1-1 1,-1 1-1,1 0 0,-1 0 0,1 0 1,-1 0-1,1 0 0,0-1 0,0 1 0,-1 0 1,1-1-1,1 2 0,1-1-41,-1-1 0,1 1 0,-1 0 0,1-1 0,-1 1 0,1-1 0,0 0 0,-1 0 0,1 0 0,0 0 0,4-1 0,6-2-136,0 0-1,-1-1 1,1 0 0,11-7 0,-3 2 91,-10 4 129,-1 0 1,1 0-1,-1-1 0,0-1 0,16-12 1,-30 20 1407,-5 8-209,6-4-1460,0 1-1,0-1 0,1 1 0,0-1 0,0 1 1,1-1-1,-1 1 0,1 0 0,1 0 0,-1 8 1,1-12 67,0 1 1,0-1-1,1 1 1,-1-1 0,1 0-1,-1 1 1,1-1 0,0 0-1,0 1 1,0-1 0,0 0-1,1 0 1,-1 0 0,1 0-1,-1 0 1,1 0-1,-1 0 1,1-1 0,0 1-1,0 0 1,0-1 0,0 0-1,0 1 1,0-1 0,0 0-1,4 1 1,5 2-1878,1-1 0,-1 0 0,1 0 0,0-2 0,19 2 0,22-3-7008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06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129 225 15303,'0'0'2126,"-13"23"601,1-3-1931,-2 4 183,1 0 0,1 1 0,1 1 0,-12 43-1,14-25-6,1 0-1,-3 82 0,9 17-6292,2-137 4850,0-29-10267,3-76 4705,6-1 3556,44-196 4976,-47 271-1281,0 1 0,2 1 0,1-1-1,1 1 1,24-41 0,-29 56-770,0 1-1,0 0 1,1 1 0,0-1-1,0 1 1,0 0-1,1 0 1,0 1-1,0 0 1,1 0-1,-1 1 1,1 0 0,0 0-1,0 1 1,0 0-1,1 0 1,-1 1-1,1 0 1,-1 1 0,11-1-1,-14 1-146,0 1 0,0 0 0,1 0 0,-1 0 0,0 1 0,0-1 0,0 1 1,0 1-1,10 2 0,-13-2-202,0-1 1,0 1-1,0-1 1,0 1 0,-1 0-1,1 0 1,0 0-1,-1 0 1,1 0 0,-1 0-1,0 0 1,0 0-1,0 0 1,0 1 0,0-1-1,0 0 1,-1 1-1,1-1 1,-1 1 0,0-1-1,1 1 1,-1 2-1,0 0 51,1 0 0,-1 1 0,-1-1 0,1 0 0,-1 0 0,1 1 0,-1-1 0,-1 0 0,1 0 0,-1 0 0,0 0 0,0 0 0,-1 0 0,1-1 0,-1 1 0,0-1 0,-4 5 0,0-1 68,-1-1 1,0 0-1,-1 0 1,0-1-1,0 0 1,0 0-1,-15 6 1,8-7-330,0 0 0,0 0 0,0-2 1,-1 0-1,1-1 0,-1 0 0,0-1 1,-33-4-1,6 2-4890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07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693 0 9268,'-30'26'5528,"-76"66"-439,-165 185 0,220-213-3652,-67 112 1,100-145-1135,2 0 1,1 1-1,1 1 1,2 1 0,2 0-1,-9 46 1,14-50-216,1 0 0,1 1 0,2-1-1,1 0 1,2 1 0,6 34 0,-7-55-129,1 0 0,1-1 0,0 1 0,0-1 0,1 0 0,0 0 0,1 0 0,0 0 0,0-1 0,1 0 0,0 0 0,0 0 0,1-1 0,0 0 0,0 0 0,1-1 0,0 0 0,0 0 0,0-1 0,1 0 0,-1 0 0,16 5 0,-3-4-788,1-1 1,0-1 0,0-1 0,0 0-1,1-2 1,-1-1 0,1-1 0,29-4-1,-40 3-395,0-1-1,0 0 1,-1-1-1,15-6 1,43-27-8794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07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28 7828,'0'0'15417,"-13"1"-13330,5 0-1906,0 0 0,1 0 0,-1 1 0,1 0 0,-1 0 0,1 1 0,0 0 0,0 0 0,0 1 0,0 0 0,1 0 0,-1 0 0,-8 8 0,2 1 133,0 1-1,1-1 1,1 2 0,0 0-1,1 0 1,-15 29-1,20-31-217,0-1-1,1 1 0,0 0 1,1 1-1,0-1 0,1 0 0,1 1 1,0-1-1,2 26 0,-1-36-97,1 1 1,0-1-1,-1 1 0,1-1 0,1 0 1,-1 1-1,0-1 0,1 0 0,-1 0 0,1 0 1,0 0-1,0 0 0,1 0 0,-1-1 1,0 1-1,1-1 0,-1 1 0,1-1 0,0 0 1,0 0-1,0 0 0,0-1 0,0 1 1,0-1-1,1 1 0,-1-1 0,0 0 0,1-1 1,3 2-1,9 0-101,0 1 0,0-2 0,0 0 0,31-3 0,-37 0 67,0 0 1,0 0-1,0 0 0,0-2 1,-1 1-1,0-1 0,1 0 0,-1-1 1,-1 0-1,1-1 0,-1 1 1,0-2-1,0 1 0,-1-1 1,1 0-1,-2-1 0,1 1 1,-1-2-1,0 1 0,-1 0 1,0-1-1,0 0 0,-1 0 1,0-1-1,0 1 0,-1-1 1,-1 0-1,0 0 0,0 0 0,-1 0 1,1-19-1,-2 13 172,-1 1 0,0-1-1,-1 1 1,-1 0 0,-1 0 0,-7-22-1,10 33-85,-1 0-1,1 0 1,-1 0-1,0 0 1,-1 0-1,1 0 1,-1 0 0,1 1-1,-1 0 1,0-1-1,0 1 1,-1 0-1,1 0 1,-1 0-1,0 1 1,1 0-1,-1-1 1,0 1-1,0 0 1,0 1-1,-1-1 1,1 1-1,0 0 1,-1 0 0,1 0-1,-1 0 1,-4 1-1,7 0-120,0 0 0,0 0 0,0 1 0,0-1 0,-1 1 0,1-1 0,0 1 0,0 0 0,0 0 0,0 0 0,0 0 0,1 0 0,-1 0 0,0 1 0,0-1 0,1 0 0,-1 1 0,1-1 0,-1 1 0,1 0 0,0 0 0,-1-1 0,1 1 0,0 0 0,0 0 0,1 0 0,-1 0 0,0 0 0,0 0 0,0 4 0,-1 6-923,0 0 1,1 1-1,0-1 0,1 15 0,0-17-5,1 34-4681,2-2-3100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07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437 1 14407,'0'0'6194,"-136"140"-2144,78-86-2705,-5 3-1345,2-3-96,1-8-2193,1-10-4194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08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88 4114,'0'0'14977,"0"0"-14801,-1 0-1,1 0 1,0 0-1,0 0 1,0 0-1,0 1 1,-1-1-1,1 0 1,0 0-1,0 0 1,0 0-1,0 0 1,-1 0-1,1 0 1,0 0-1,0 0 1,0 0-1,-1 0 1,1 0-1,0 0 1,0 0-1,0 0 1,0-1-1,-1 1 1,1 0-1,0 0 1,0 0-1,0 0 1,0 0-1,-1 0 1,1 0-1,0 0 1,0-1-1,0 1 1,0 0-1,0 0 1,0 0-1,-1 0 1,1 0-1,0-1 1,4-2 81,-1 0-1,1 1 1,0-1 0,0 1 0,0 0 0,0 0 0,1 0 0,-1 0 0,0 1-1,1 0 1,5-1 0,2 0-79,0 1 0,0 0 0,16 1-1,-26 0-167,0 1-1,0-1 0,0 1 0,0 0 0,0 0 0,0 0 0,0 0 0,0 0 1,0 0-1,0 0 0,-1 1 0,1-1 0,-1 1 0,1-1 0,-1 1 0,1-1 1,-1 1-1,0 0 0,0 0 0,0 0 0,0 0 0,0 0 0,0 0 0,0 0 1,-1 0-1,1 0 0,-1 0 0,1 3 0,2 8 8,-1 1-1,-1 0 1,0 15-1,0-6 17,0-3-5,0 0 1,-4 22-1,3-37-22,-1 0 0,0-1 0,0 1 0,0-1 0,-1 1 0,1-1 0,-1 0 0,0 1 0,0-1 0,-1 0 0,1 0 0,-1 0 0,0-1 0,-5 6 0,8-8-6,-1-1 0,1 0-1,0 0 1,0 0-1,0 0 1,0 0 0,0 0-1,0 1 1,-1-1-1,1 0 1,0 0 0,0 0-1,0 0 1,0 0-1,0 0 1,-1 0 0,1 0-1,0 0 1,0 0-1,0 0 1,0 0 0,-1 0-1,1 0 1,0 0 0,0 0-1,0 0 1,0 0-1,-1 0 1,1 0 0,0 0-1,0 0 1,0 0-1,0 0 1,-1 0 0,1 0-1,0 0 1,0 0-1,0 0 1,0 0 0,0-1-1,-1 1 1,1 0-1,0 0 1,0 0 0,0 0-1,-2-12-100,3-15-168,-1 26 260,3-13-137,0-1 0,1 1 0,1-1-1,0 1 1,1 0 0,1 1 0,0 0 0,17-24 0,-7 13 24,1 2 0,1 0-1,36-32 1,-47 47 168,-6 4 3,1 1-1,-1-1 0,1 1 0,0-1 1,0 1-1,0 0 0,0 1 1,0-1-1,0 0 0,0 1 1,1 0-1,-1-1 0,1 1 0,-1 1 1,1-1-1,3 0 0,-6 2 8,-1 0 0,1-1-1,0 1 1,-1 0-1,1 0 1,-1 0-1,1 0 1,-1 0 0,0 0-1,1 0 1,-1 0-1,0 0 1,1 0 0,-1 0-1,0 0 1,0 0-1,0 0 1,0 0 0,0 0-1,0 0 1,-1 2-1,1 1 99,0 224 1951,1-223-2287,0 0 1,0 0-1,0-1 0,0 1 0,1-1 1,0 1-1,0-1 0,0 0 1,0 1-1,6 6 0,5 5-4050,2-5-3920,-5-7-3349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09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6787,'0'0'13844,"13"-2"-12534,347-26 3820,-333 28-4986,-26 0-2,9 0-4222,26-1-4396,-4-4 1343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0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 3282,'0'0'12736,"-8"-4"-7774,6 7-1501,-9 24-1480,2 1 0,-8 31 0,-8 63 353,-11 41-2285,35-162-113,1-1 1,0 1-1,0-1 0,-1 1 1,1 0-1,0-1 0,0 1 1,-1 0-1,1-1 0,0 1 1,0-1-1,0 1 0,0 0 1,0-1-1,0 1 0,0 0 1,0-1-1,0 1 1,1 0-1,-1-1 0,0 1 1,0-1-1,0 1 0,1 0 1,-1-1-1,0 1 0,1-1 1,-1 1-1,1-1 0,-1 1 1,0-1-1,1 1 0,-1-1 1,1 1-1,-1-1 0,1 0 1,-1 1-1,1-1 0,0 0 1,-1 1-1,1-1 0,-1 0 1,1 0-1,0 0 0,0 1 1,2-1-475,-1 0 1,1-1-1,-1 1 1,0 0-1,1-1 0,-1 0 1,0 1-1,0-1 1,1 0-1,-1 0 1,0 0-1,3-3 0,28-25-7967,7-6-4431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0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4338,'0'0'13497,"5"-1"-12630,0 2-698,0-1 0,0 1 0,0 0 0,0 0 0,0 1 0,-1-1 0,1 1 0,0 0 0,-1 1 0,1-1 0,-1 1 0,0 0 0,0 0 0,0 0 0,5 5 0,10 11 932,28 34 0,-21-20-657,-1 1 1,-2 2-1,-2 0 0,-1 2 0,-1 0 0,-3 1 1,-1 1-1,-2 0 0,-2 1 0,-1 0 0,-2 1 1,-3 0-1,0 0 0,-3 0 0,-3 45 0,-1-67-322,-1-1 0,0 1 1,-2-1-1,0 0 0,-1 0 0,-1-1 0,-1 0 0,0 0 0,-1-1 0,-1 0 0,-1 0 0,0-1 0,-1 0 0,-22 21 0,-15 8-36,-1-2 0,-108 72 0,142-105-123,-46 28 37,64-38-1383,5 2-3348,-1-10-1817,0-7-3680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7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1 273 9780,'0'0'11726,"7"20"-10542,19 66-202,-23-80-763,-1 1 1,-1-1-1,1 1 0,-1-1 0,-1 1 0,1-1 0,-1 1 1,0 9-1,-1-1 1994,1-43-2148,4-119-15,-2 124-56,2 0 0,0 0 0,2 0 0,11-31 0,-14 46-1,2-5-25,0 0-1,0 0 1,1 0 0,1 1-1,0 0 1,1 0-1,15-18 1,-21 28-142,0 1 0,1-1 0,-1 1 0,0 0 0,1-1 0,-1 1 0,0 0 0,1 0 0,-1 1 0,1-1 0,0 0 0,-1 1 0,1 0 0,0-1 0,-1 1 0,1 0 0,0 0 0,-1 1 0,1-1 0,-1 1 0,4 0 1,3 1-2345,0 1 0,-1 1 1,1-1-1,12 9 0,7 4-6678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7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12934,'0'0'6595,"-19"13"-3743,-59 47-1147,72-56-1557,0 2 0,0-1 0,1 1 0,-1-1 0,1 2 0,0-1 0,1 0 1,0 1-1,0 0 0,0 0 0,1 0 0,-3 9 0,3-4-88,1 2-1,0-1 1,1 0-1,0 27 1,1-26-58,0-10-2,0-1-1,1 1 1,-1 0 0,1 0 0,0 0 0,0 0 0,0-1 0,0 1 0,3 5-1,-3-7 0,0 0 0,0-1-1,1 1 1,-1 0-1,0-1 1,1 1-1,-1-1 1,1 0-1,0 0 1,-1 1-1,1-1 1,0 0-1,0 0 1,0 0-1,0-1 1,0 1 0,0 0-1,0-1 1,0 1-1,3-1 1,-1 1-11,1-1 1,-1 1-1,1-1 0,-1 0 1,1-1-1,-1 1 1,1-1-1,-1 0 1,1 0-1,-1 0 0,0-1 1,0 0-1,1 1 1,-1-1-1,0-1 1,-1 1-1,1-1 0,0 1 1,-1-1-1,1 0 1,-1 0-1,5-7 1,-3 4 20,-1-1 0,-1 0 0,1 0-1,-1 0 1,0 0 0,0 0 0,-1 0 0,0-1 0,-1 1 0,1-1 0,-2 0 0,1-14 0,0-7 55,0 22-53,0 0 1,-1-1 0,1 1-1,-2-1 1,1 1 0,-1 0-1,0-1 1,-1 1 0,1 0-1,-2 0 1,1 0 0,-1 0-1,-3-7 1,5 13-128,0 0 1,0 0-1,0 1 0,0-1 0,0 0 1,0 0-1,0 1 0,0-1 0,-1 0 1,1 1-1,0-1 0,0 1 0,-1 0 1,1-1-1,0 1 0,0 0 0,-3 0 1,3-1-189,1 2 1,-1-1-1,0 0 1,0 0-1,1 0 0,-1 0 1,0 0-1,1 1 1,-1-1-1,0 0 1,1 0-1,-1 1 1,0-1-1,1 1 1,-1-1-1,1 0 0,-1 1 1,0-1-1,1 1 1,-1 0-1,0 0 1,-5 16-7544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8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40 10725,'0'0'13563,"-16"7"-13088,-51 25-77,63-30-374,1 0 0,0 0 0,-1 1-1,1-1 1,0 1 0,0 0 0,0 0 0,1 0 0,-1 0 0,1 0 0,0 1 0,0-1 0,0 1-1,0 0 1,-2 7 0,2-3-20,0 0 0,1 1 0,0-1 0,1 0 0,0 11 0,0-7 1,0-11-10,0 1 0,1-1 1,-1 0-1,0 1 1,0-1-1,1 0 0,-1 0 1,0 1-1,1-1 1,0 0-1,-1 0 0,1 0 1,0 0-1,-1 0 0,1 0 1,0 0-1,0 0 1,0 0-1,0 0 0,0 0 1,0 0-1,0-1 1,2 2-1,0 0 1,1-1 0,0 1 0,-1-1 1,1 0-1,0 0 0,0-1 0,0 1 0,4 0 0,1-1 6,1 0 0,-1-1 0,0 0-1,0 0 1,0 0 0,14-6-1,-17 4 39,0 0-1,0 0 0,0-1 0,-1 1 1,0-2-1,1 1 0,-2 0 1,1-1-1,0 0 0,-1 0 0,0 0 1,0-1-1,-1 0 0,1 1 0,-1-1 1,3-8-1,-3 4 145,1 0-1,-1-1 1,-1 1 0,0 0 0,0-1-1,-1 0 1,0 1 0,-1-1 0,-1-15-1,0 25-198,1-1 0,-1 1 0,1 0-1,-1-1 1,1 1 0,-1 0-1,0-1 1,0 1 0,0 0 0,0 0-1,0 0 1,0 0 0,0 0-1,0 0 1,0 0 0,0 0-1,0 0 1,-1 0 0,1 1 0,0-1-1,-1 1 1,1-1 0,-1 1-1,1-1 1,0 1 0,-1 0 0,1-1-1,-1 1 1,1 0 0,-1 0-1,1 0 1,-1 0 0,1 0-1,-1 1 1,-1-1 0,-3 1-552,0 0 1,-1 0-1,1 0 0,0 1 1,0 0-1,-11 5 1,-30 24-10869,37-21 2388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8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0 5843,'0'0'12928,"-24"19"-9486,3-3-2664,4-4-285,1 0-1,0 2 0,0 0 1,1 0-1,1 2 0,1 0 0,-23 35 1,18-21-21,1 1 0,1 1 0,2 0 1,1 1-1,2 0 0,1 1 0,2 1 0,1-1 1,2 1-1,-2 49 0,7-82-485,0 0 0,0 0 0,0 0 0,0 0 0,0 0 0,0 0-1,0 0 1,1 0 0,-1 0 0,1-1 0,-1 1 0,1 0 0,0 0 0,0 0 0,1 2 0,0-3-80,0 0 1,1 0 0,-1 0-1,0-1 1,0 1 0,1 0-1,-1-1 1,0 0 0,0 0-1,1 1 1,-1-1 0,1-1-1,2 1 1,11 0-1214,1-1 1,0 0-1,0-1 1,30-9-1,-35 7-870,0 0 0,1-2 1,20-11-1,5-10-7917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8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5651,'0'0'13206,"173"-25"-13206,-93 25-321,3 0-4097,5 0-5122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8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0 179 13942,'0'0'2588,"32"-16"-1462,-2-1-583,8-4 449,0 2-1,2 1 0,61-18 1,-44 22-413,1 1 1,1 3-1,0 3 1,88 0-1,-144 7-547,0 0 1,1 0-1,-1 0 0,1 0 0,-1 0 1,1 1-1,-1 0 0,0-1 0,1 1 1,-1 0-1,0 1 0,0-1 0,0 1 1,0-1-1,0 1 0,0 0 0,0 0 1,-1 0-1,1 0 0,0 1 0,-1-1 0,0 1 1,0 0-1,0-1 0,0 1 0,0 0 1,0 0-1,-1 0 0,1 0 0,-1 1 1,0-1-1,0 0 0,0 1 0,0 4 1,5 32 1033,-1 1 0,-2-1 0,-5 75 0,0-34-80,2-33-853,-2-1-1,-2 0 1,-3 0-1,-1-1 1,-2 0 0,-3 0-1,-1-1 1,-2-1-1,-28 54 1,19-56-133,17-31 0,1 1 0,1 0 0,0 0 0,-5 13 0,11-24-66,0-1-1,-1 1 1,1-1 0,0 1 0,0-1-1,0 1 1,-1-1 0,1 1-1,0-1 1,0 1 0,0-1 0,0 1-1,0-1 1,0 1 0,0-1 0,0 1-1,0-1 1,0 1 0,0-1-1,0 1 1,0-1 0,0 1 0,1-1-1,-1 1 1,0-1 0,0 1-1,0-1 1,1 1 0,-1-1 0,0 0-1,1 1 1,-1-1 0,0 1-1,1-1 1,-1 0 0,1 1 0,-1-1-1,1 0 1,-1 0 0,0 1-1,1-1 1,-1 0 0,1 0 0,-1 0-1,1 0 1,-1 1 0,1-1 0,-1 0-1,1 0 1,0 0 0,0 0-353,0 0 0,0 0 0,0-1 1,0 1-1,0 0 0,0 0 1,0-1-1,0 1 0,0 0 0,-1-1 1,1 1-1,0-1 0,0 1 0,0-1 1,-1 1-1,1-1 0,0 0 0,-1 1 1,1-1-1,0 0 0,-1 0 0,1 0 1,1-19-8965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9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10533,'0'0'19593,"115"23"-18233,-77 4-495,-3 2-497,1 0-320,-5-4-48,-4-4 0,-4 2-112,-2-6-913,-2-2-719,2-5-1186,2-8-1296,0-2-3825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19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1 18649,'0'0'7619,"-113"41"-3473,88-7-2081,0 4-1777,8-5-288,-2-2 0,5-3 0,5 1 0,-1-4 0,2 2-800,-7-6-2242,-6 0-2384,-12-9-5699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20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2 14663,'-31'6'1886,"28"-5"-1839,-37 7 1048,1 1 0,0 3 0,1 1 0,-56 27 0,29-4 207,2 3 0,-81 65 0,105-72-1068,1 2 1,2 2-1,2 1 0,-43 60 0,64-78-138,1 0-1,1 1 1,1 0-1,0 0 1,2 1-1,0 1 0,2-1 1,0 1-1,1 0 1,2 1-1,0-1 1,0 35-1,3-42-86,1-1-1,0 0 1,1 1 0,1-1-1,0 0 1,0 0-1,2-1 1,-1 1 0,2-1-1,0 0 1,1 0 0,0-1-1,0 1 1,2-2 0,-1 1-1,2-1 1,-1-1-1,1 1 1,1-2 0,18 14-1,4 0-34,1-2 0,0-1 0,2-2 0,0-1 0,1-2-1,0-2 1,2-1 0,72 12 0,2-8-84,208 3-1,-292-18 159,401-13-762,-386 7 481,0-1 0,0-3 0,-1-1 0,0-2 1,-1-2-1,-1-2 0,64-34 0,-89 40 226,-1 0 0,1-1 0,-1-1 0,-1 0 0,-1-1 0,1-1 0,-2 0 0,0-1 0,-1 0 0,13-22 0,-14 17 40,-1-1-1,0 0 1,-2 0-1,0-1 1,-1 1-1,-1-1 1,-2-1 0,2-27-1,-2 9 154,-3 0 0,-8-75-1,4 94-108,0-1-1,-2 0 0,-1 1 0,0 0 1,-2 1-1,-16-32 0,9 27 147,-1 1-1,-1 1 1,-1 1-1,-1 0 0,-1 2 1,-1 0-1,-1 1 1,-29-19-1,14 14 83,-1 2 0,-1 1 0,-1 3 0,-72-25 0,85 35-508,0 2 1,0 1-1,-44-4 0,55 9-973,0 0 0,-1 2 0,1 0 0,-17 4 0,-13 10-5872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22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57 5170,'2'1'14298,"-2"-1"-14202,0 0-1,0 0 1,0 0 0,0 0-1,0 0 1,0 0 0,0 0-1,0 0 1,0 0 0,0 0-1,0 0 1,0 0 0,0 0-1,0 1 1,6-5 111,0 1 1,0-1-1,0 0 1,0-1-1,-1 1 1,1-1-1,-1 0 1,8-11-1,-4 8 4095,-9 13-870,-10 20-2327,-240 340 55,-76 130-1162,232-308 2,129-207 0,-27 15-2488,-7-1-7382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23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35 976,'0'0'8060,"5"-4"-6272,-2 3-1128,18-13 924,-20 14-1013,0-1 0,-1 1-1,1-1 1,0 0 0,-1 0 0,1 1-1,-1-1 1,1 0 0,-1 0-1,0 0 1,1 1 0,-1-1 0,0 0-1,1 0 1,-1 0 0,2-2 4678,-2 3-5226,1 0 1,-1 0-1,0 0 0,1 0 1,-1 0-1,0 0 1,1 0-1,-1 0 0,0 0 1,1 0-1,-1 1 0,0-1 1,1 0-1,-1 0 0,0 0 1,0 0-1,1 1 0,-1-1 1,0 0-1,0 0 0,1 1 1,-1-1-1,0 0 0,0 0 1,0 1-1,1-1 1,-1 0-1,0 1 0,0-1 1,0 1-1,8 44 699,-3 1 1,-1 0-1,-4 60 1,0-76-625,0 59 140,0-52-2552,0-36 2098,0 0 0,0-1-1,0 1 1,0 0-1,0 0 1,0-1 0,1 1-1,-1 0 1,0-1 0,0 1-1,0 0 1,1-1 0,-1 1-1,0 0 1,1-1-1,-1 1 1,1-1 0,-1 1-1,0-1 1,1 1 0,0-1-1,-1 1 1,1-1 0,-1 1-1,2 0 1,17 1-10940,-7-2 1301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24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60 1185,'0'0'25683,"-9"13"-24842,-50 88 331,53-89-1085,0 1-1,1-1 1,1 1-1,0 0 1,0 0 0,2 0-1,-3 27 1,4-27-84,3 16-32,-1-28 25,-1 0 1,1-1-1,-1 1 0,1 0 0,-1 0 0,1-1 1,-1 1-1,1 0 0,-1-1 0,1 1 0,0-1 0,0 1 1,-1-1-1,1 1 0,0-1 0,0 0 0,0 1 0,-1-1 1,1 0-1,0 1 0,0-1 0,0 0 0,0 0 1,0 0-1,-1 0 0,1 0 0,0 0 0,1 0 0,5-1-14,0 0 0,0 0 0,0 0 0,-1-1-1,1 0 1,-1-1 0,1 1 0,-1-1-1,0-1 1,0 1 0,0-1 0,0 0-1,-1 0 1,1-1 0,-1 1 0,0-1 0,-1-1-1,1 1 1,-1 0 0,0-1 0,4-7-1,-2 1 27,1 1 1,-1-1-1,-1-1 0,0 1 0,-1-1 0,0 1 0,-1-1 0,0 0 0,-1-1 0,0-16 0,-1 22 13,-1 0 0,0 0 0,-1 0 0,0 0 0,0 0 0,-1 0 0,-4-12 0,5 17-57,-1 0 0,0 1 0,0-1-1,0 1 1,0-1 0,0 1 0,0 0 0,-1 0-1,1 0 1,-1 0 0,1 0 0,-1 1 0,0-1 0,0 1-1,1 0 1,-1-1 0,0 1 0,0 1 0,0-1 0,-1 0-1,1 1 1,-3-1 0,-64-2-4209,23 5-1978,46-2 5902,-38 4-9235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24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1098 50 11157,'-15'-1'824,"-165"0"5077,148 3-4983,1 1 0,-1 2 0,-51 14 0,41-5-224,1 2 0,0 2 0,1 2 0,-55 36 0,43-20-599,1 3-1,-68 66 1,91-77-86,2 1 1,1 1 0,1 1 0,-29 52 0,39-59-10,2 2 0,1-1 1,1 1-1,1 1 0,1 0 0,2 0 0,-4 30 0,6-27 10,2-1-1,1 1 1,1 0 0,2-1-1,6 38 1,-5-53-3,0 0 1,2 0-1,0 0 1,0-1-1,1 1 1,1-1-1,0-1 1,1 1-1,0-2 1,1 1-1,0-1 1,20 19-1,-4-10 2,1-1 0,0-1-1,1-2 1,1 0 0,1-2-1,0-1 1,1-2 0,0 0 0,55 10-1,0-5 1,1-4-1,117 1 0,-42-8 18,195-19 0,-302 8-13,0-2 1,-1-3-1,0-1 1,0-3-1,-2-3 1,0-1 0,72-39-1,-103 46-3,-1 0 0,0-1 1,-1-1-1,-1-1 0,21-23 0,-28 27 47,0-1 0,-2 0 0,1 0 1,-2-1-1,0 0 0,0-1 0,-1 1 0,-1-1 0,4-16 0,-3 1 169,-1 1-1,-1-1 0,-2 0 0,-1 0 0,-1 0 1,-2 0-1,-1 0 0,-1 1 0,-1-1 0,-2 1 1,0 0-1,-2 1 0,-2 0 0,0 0 0,-1 1 1,-27-40-1,4 12 40,-2 2 0,-3 2 0,-55-56 0,60 73-198,-1 1 1,-1 1 0,-1 2-1,-84-46 1,110 69-163,0 0 0,0 1 0,-1 0 0,0 1 0,0 1 0,0 0 0,-19-2 0,25 5-370,0 0 1,1 0-1,-1 0 0,0 1 0,0 0 0,-10 4 1,11-3-360,1 0 1,-1 1 0,1 0 0,-1 0 0,1 0 0,0 0 0,0 1 0,-4 4 0,-23 24-8851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1 273 9780,'0'0'11726,"7"20"-10542,19 66-202,-23-80-763,-1 1 1,-1-1-1,1 1 0,-1-1 0,-1 1 0,1-1 0,-1 1 1,0 9-1,-1-1 1994,1-43-2148,4-119-15,-2 124-56,2 0 0,0 0 0,2 0 0,11-31 0,-14 46-1,2-5-25,0 0-1,0 0 1,1 0 0,1 1-1,0 0 1,1 0-1,15-18 1,-21 28-142,0 1 0,1-1 0,-1 1 0,0 0 0,1-1 0,-1 1 0,0 0 0,1 0 0,-1 1 0,1-1 0,0 0 0,-1 1 0,1 0 0,0-1 0,-1 1 0,1 0 0,0 0 0,-1 1 0,1-1 0,-1 1 0,4 0 1,3 1-2345,0 1 0,-1 1 1,1-1-1,12 9 0,7 4-6678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12934,'0'0'6595,"-19"13"-3743,-59 47-1147,72-56-1557,0 2 0,0-1 0,1 1 0,-1-1 0,1 2 0,0-1 0,1 0 1,0 1-1,0 0 0,0 0 0,1 0 0,-3 9 0,3-4-88,1 2-1,0-1 1,1 0-1,0 27 1,1-26-58,0-10-2,0-1-1,1 1 1,-1 0 0,1 0 0,0 0 0,0 0 0,0-1 0,0 1 0,3 5-1,-3-7 0,0 0 0,0-1-1,1 1 1,-1 0-1,0-1 1,1 1-1,-1-1 1,1 0-1,0 0 1,-1 1-1,1-1 1,0 0-1,0 0 1,0 0-1,0-1 1,0 1 0,0 0-1,0-1 1,0 1-1,3-1 1,-1 1-11,1-1 1,-1 1-1,1-1 0,-1 0 1,1-1-1,-1 1 1,1-1-1,-1 0 1,1 0-1,-1 0 0,0-1 1,0 0-1,1 1 1,-1-1-1,0-1 1,-1 1-1,1-1 0,0 1 1,-1-1-1,1 0 1,-1 0-1,5-7 1,-3 4 20,-1-1 0,-1 0 0,1 0-1,-1 0 1,0 0 0,0 0 0,-1 0 0,0-1 0,-1 1 0,1-1 0,-2 0 0,1-14 0,0-7 55,0 22-53,0 0 1,-1-1 0,1 1-1,-2-1 1,1 1 0,-1 0-1,0-1 1,-1 1 0,1 0-1,-2 0 1,1 0 0,-1 0-1,-3-7 1,5 13-128,0 0 1,0 0-1,0 1 0,0-1 0,0 0 1,0 0-1,0 1 0,0-1 0,-1 0 1,1 1-1,0-1 0,0 1 0,-1 0 1,1-1-1,0 1 0,0 0 0,-3 0 1,3-1-189,1 2 1,-1-1-1,0 0 1,0 0-1,1 0 0,-1 0 1,0 0-1,1 1 1,-1-1-1,0 0 1,1 0-1,-1 1 1,0-1-1,1 1 1,-1-1-1,1 0 0,-1 1 1,0-1-1,1 1 1,-1 0-1,0 0 1,-5 16-7544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40 10725,'0'0'13563,"-16"7"-13088,-51 25-77,63-30-374,1 0 0,0 0 0,-1 1-1,1-1 1,0 1 0,0 0 0,0 0 0,1 0 0,-1 0 0,1 0 0,0 1 0,0-1 0,0 1-1,0 0 1,-2 7 0,2-3-20,0 0 0,1 1 0,0-1 0,1 0 0,0 11 0,0-7 1,0-11-10,0 1 0,1-1 1,-1 0-1,0 1 1,0-1-1,1 0 0,-1 0 1,0 1-1,1-1 1,0 0-1,-1 0 0,1 0 1,0 0-1,-1 0 0,1 0 1,0 0-1,0 0 1,0 0-1,0 0 0,0 0 1,0 0-1,0-1 1,2 2-1,0 0 1,1-1 0,0 1 0,-1-1 1,1 0-1,0 0 0,0-1 0,0 1 0,4 0 0,1-1 6,1 0 0,-1-1 0,0 0-1,0 0 1,0 0 0,14-6-1,-17 4 39,0 0-1,0 0 0,0-1 0,-1 1 1,0-2-1,1 1 0,-2 0 1,1-1-1,0 0 0,-1 0 0,0 0 1,0-1-1,-1 0 0,1 1 0,-1-1 1,3-8-1,-3 4 145,1 0-1,-1-1 1,-1 1 0,0 0 0,0-1-1,-1 0 1,0 1 0,-1-1 0,-1-15-1,0 25-198,1-1 0,-1 1 0,1 0-1,-1-1 1,1 1 0,-1 0-1,0-1 1,0 1 0,0 0 0,0 0-1,0 0 1,0 0 0,0 0-1,0 0 1,0 0 0,0 0-1,0 0 1,-1 0 0,1 1 0,0-1-1,-1 1 1,1-1 0,-1 1-1,1-1 1,0 1 0,-1 0 0,1-1-1,-1 1 1,1 0 0,-1 0-1,1 0 1,-1 0 0,1 0-1,-1 1 1,-1-1 0,-3 1-552,0 0 1,-1 0-1,1 0 0,0 1 1,0 0-1,-11 5 1,-30 24-10869,37-21 2388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0 5843,'0'0'12928,"-24"19"-9486,3-3-2664,4-4-285,1 0-1,0 2 0,0 0 1,1 0-1,1 2 0,1 0 0,-23 35 1,18-21-21,1 1 0,1 1 0,2 0 1,1 1-1,2 0 0,1 1 0,2 1 0,1-1 1,2 1-1,-2 49 0,7-82-485,0 0 0,0 0 0,0 0 0,0 0 0,0 0 0,0 0-1,0 0 1,1 0 0,-1 0 0,1-1 0,-1 1 0,1 0 0,0 0 0,0 0 0,1 2 0,0-3-80,0 0 1,1 0 0,-1 0-1,0-1 1,0 1 0,1 0-1,-1-1 1,0 0 0,0 0-1,1 1 1,-1-1 0,1-1-1,2 1 1,11 0-1214,1-1 1,0 0-1,0-1 1,30-9-1,-35 7-870,0 0 0,1-2 1,20-11-1,5-10-7917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5651,'0'0'13206,"173"-25"-13206,-93 25-321,3 0-4097,5 0-5122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0 179 13942,'0'0'2588,"32"-16"-1462,-2-1-583,8-4 449,0 2-1,2 1 0,61-18 1,-44 22-413,1 1 1,1 3-1,0 3 1,88 0-1,-144 7-547,0 0 1,1 0-1,-1 0 0,1 0 0,-1 0 1,1 1-1,-1 0 0,0-1 0,1 1 1,-1 0-1,0 1 0,0-1 0,0 1 1,0-1-1,0 1 0,0 0 0,0 0 1,-1 0-1,1 0 0,0 1 0,-1-1 0,0 1 1,0 0-1,0-1 0,0 1 0,0 0 1,0 0-1,-1 0 0,1 0 0,-1 1 1,0-1-1,0 0 0,0 1 0,0 4 1,5 32 1033,-1 1 0,-2-1 0,-5 75 0,0-34-80,2-33-853,-2-1-1,-2 0 1,-3 0-1,-1-1 1,-2 0 0,-3 0-1,-1-1 1,-2-1-1,-28 54 1,19-56-133,17-31 0,1 1 0,1 0 0,0 0 0,-5 13 0,11-24-66,0-1-1,-1 1 1,1-1 0,0 1 0,0-1-1,0 1 1,-1-1 0,1 1-1,0-1 1,0 1 0,0-1 0,0 1-1,0-1 1,0 1 0,0-1 0,0 1-1,0-1 1,0 1 0,0-1-1,0 1 1,0-1 0,0 1 0,1-1-1,-1 1 1,0-1 0,0 1-1,0-1 1,1 1 0,-1-1 0,0 0-1,1 1 1,-1-1 0,0 1-1,1-1 1,-1 0 0,1 1 0,-1-1-1,1 0 1,-1 0 0,0 1-1,1-1 1,-1 0 0,1 0 0,-1 0-1,1 0 1,-1 1 0,1-1 0,-1 0-1,1 0 1,0 0 0,0 0-353,0 0 0,0 0 0,0-1 1,0 1-1,0 0 0,0 0 1,0-1-1,0 1 0,0 0 0,-1-1 1,1 1-1,0-1 0,0 1 0,0-1 1,-1 1-1,1-1 0,0 0 0,-1 1 1,1-1-1,0 0 0,-1 0 0,1 0 1,1-19-8965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10533,'0'0'19593,"115"23"-18233,-77 4-495,-3 2-497,1 0-320,-5-4-48,-4-4 0,-4 2-112,-2-6-913,-2-2-719,2-5-1186,2-8-1296,0-2-3825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1 18649,'0'0'7619,"-113"41"-3473,88-7-2081,0 4-1777,8-5-288,-2-2 0,5-3 0,5 1 0,-1-4 0,2 2-800,-7-6-2242,-6 0-2384,-12-9-5699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2 14663,'-31'6'1886,"28"-5"-1839,-37 7 1048,1 1 0,0 3 0,1 1 0,-56 27 0,29-4 207,2 3 0,-81 65 0,105-72-1068,1 2 1,2 2-1,2 1 0,-43 60 0,64-78-138,1 0-1,1 1 1,1 0-1,0 0 1,2 1-1,0 1 0,2-1 1,0 1-1,1 0 1,2 1-1,0-1 1,0 35-1,3-42-86,1-1-1,0 0 1,1 1 0,1-1-1,0 0 1,0 0-1,2-1 1,-1 1 0,2-1-1,0 0 1,1 0 0,0-1-1,0 1 1,2-2 0,-1 1-1,2-1 1,-1-1-1,1 1 1,1-2 0,18 14-1,4 0-34,1-2 0,0-1 0,2-2 0,0-1 0,1-2-1,0-2 1,2-1 0,72 12 0,2-8-84,208 3-1,-292-18 159,401-13-762,-386 7 481,0-1 0,0-3 0,-1-1 0,0-2 1,-1-2-1,-1-2 0,64-34 0,-89 40 226,-1 0 0,1-1 0,-1-1 0,-1 0 0,-1-1 0,1-1 0,-2 0 0,0-1 0,-1 0 0,13-22 0,-14 17 40,-1-1-1,0 0 1,-2 0-1,0-1 1,-1 1-1,-1-1 1,-2-1 0,2-27-1,-2 9 154,-3 0 0,-8-75-1,4 94-108,0-1-1,-2 0 0,-1 1 0,0 0 1,-2 1-1,-16-32 0,9 27 147,-1 1-1,-1 1 1,-1 1-1,-1 0 0,-1 2 1,-1 0-1,-1 1 1,-29-19-1,14 14 83,-1 2 0,-1 1 0,-1 3 0,-72-25 0,85 35-508,0 2 1,0 1-1,-44-4 0,55 9-973,0 0 0,-1 2 0,1 0 0,-17 4 0,-13 10-5872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57 5170,'2'1'14298,"-2"-1"-14202,0 0-1,0 0 1,0 0 0,0 0-1,0 0 1,0 0 0,0 0-1,0 0 1,0 0 0,0 0-1,0 0 1,0 0 0,0 0-1,0 1 1,6-5 111,0 1 1,0-1-1,0 0 1,0-1-1,-1 1 1,1-1-1,-1 0 1,8-11-1,-4 8 4095,-9 13-870,-10 20-2327,-240 340 55,-76 130-1162,232-308 2,129-207 0,-27 15-2488,-7-1-7382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1098 50 11157,'-15'-1'824,"-165"0"5077,148 3-4983,1 1 0,-1 2 0,-51 14 0,41-5-224,1 2 0,0 2 0,1 2 0,-55 36 0,43-20-599,1 3-1,-68 66 1,91-77-86,2 1 1,1 1 0,1 1 0,-29 52 0,39-59-10,2 2 0,1-1 1,1 1-1,1 1 0,1 0 0,2 0 0,-4 30 0,6-27 10,2-1-1,1 1 1,1 0 0,2-1-1,6 38 1,-5-53-3,0 0 1,2 0-1,0 0 1,0-1-1,1 1 1,1-1-1,0-1 1,1 1-1,0-2 1,1 1-1,0-1 1,20 19-1,-4-10 2,1-1 0,0-1-1,1-2 1,1 0 0,1-2-1,0-1 1,1-2 0,0 0 0,55 10-1,0-5 1,1-4-1,117 1 0,-42-8 18,195-19 0,-302 8-13,0-2 1,-1-3-1,0-1 1,0-3-1,-2-3 1,0-1 0,72-39-1,-103 46-3,-1 0 0,0-1 1,-1-1-1,-1-1 0,21-23 0,-28 27 47,0-1 0,-2 0 0,1 0 1,-2-1-1,0 0 0,0-1 0,-1 1 0,-1-1 0,4-16 0,-3 1 169,-1 1-1,-1-1 0,-2 0 0,-1 0 0,-1 0 1,-2 0-1,-1 0 0,-1 1 0,-1-1 0,-2 1 1,0 0-1,-2 1 0,-2 0 0,0 0 0,-1 1 1,-27-40-1,4 12 40,-2 2 0,-3 2 0,-55-56 0,60 73-198,-1 1 1,-1 1 0,-1 2-1,-84-46 1,110 69-163,0 0 0,0 1 0,-1 0 0,0 1 0,0 1 0,0 0 0,-19-2 0,25 5-370,0 0 1,1 0-1,-1 0 0,0 1 0,0 0 0,-10 4 1,11-3-360,1 0 1,-1 1 0,1 0 0,-1 0 0,1 0 0,0 0 0,0 1 0,-4 4 0,-23 24-8851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39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903 1 3906,'0'0'11602,"-12"5"-6789,-22 71 2177,19-39-5505,-22 38 0,-258 354 1031,103-162-2546,146-199 30,-105 163 0,124-185 0,3 1 0,1 2 0,-17 55 0,33-76 0,7-28 0,0 1 0,0-1 0,0 0 0,0 0 0,0 0 0,0 1 0,0-1 0,0 0 0,0 0 0,0 0 0,1 1 0,-1-1 0,0 0 0,0 0 0,0 0 0,0 1 0,0-1 0,0 0 0,1 0 0,-1 0 0,0 0 0,0 0 0,0 1 0,0-1 0,1 0 0,-1 0 0,0 0 0,0 0 0,0 0 0,0 0 0,1 0 0,-1 0 0,0 0 0,0 0 0,1 0 0,-1 0 0,0 0 0,0 0 0,0 0 0,1 0 0,-1 0 0,0 0 0,0 0 0,0 0 0,1 0 0,-1 0 0,0 0 0,0 0 0,0 0 0,1 0 0,-1 0 0,0-1 0,0 1 0,0 0 0,0 0 0,1 0 0,-1 0 0,0 0 0,0-1 0,0 1 0,0 0 0,24-20 219,-5 2-1204,-5 9-3131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0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8020,'0'0'17797,"3"6"-16193,-1 0-1313,1 1 0,-1 0 0,0 0 0,0 0 0,-1-1 0,0 1 0,0 0 0,-1 1 0,0-1 0,-1 9 0,-13 81 1717,5-45-1871,-6 29-26,1 3-610,10-41-6180,4-76 209,0-18-3332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0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380 212 14535,'-22'17'1982,"8"-7"-1603,-11 8 776,0 2-1,1 0 1,1 1-1,-37 46 1,37-34-431,2 1 0,1 1 0,1 0 0,2 2 0,2 0 0,-20 76 0,23-59-373,2 0 1,3 1-1,2 0 0,3 84 1,3-125-336,0 1 1,1 0 0,0-1 0,1 0 0,1 0 0,1 0 0,0 0 0,13 26-1,-12-31-15,0 0 0,0 0 0,0 0 0,1-1 0,1 0-1,0-1 1,0 1 0,0-2 0,0 1 0,1-1 0,1 0-1,18 8 1,-8-7-6,0-1 0,1-1 0,0-1 0,0-1 0,0-1 0,0-1 0,34-2 0,-17-1 5,0-2-1,-1-1 0,1-1 0,-2-3 1,1-1-1,-1-1 0,52-25 1,-39 12-3,-2-2-1,0-2 1,-2-1 0,71-63 0,-93 72-14,-2-2 1,-1 0-1,-1-1 0,0-1 1,-2-1-1,-1-1 0,-1 0 1,-1-1-1,-1 0 0,-2-1 1,-1-1-1,-1 1 1,-1-2-1,-2 1 0,0-1 1,-3 0-1,0 0 0,-2 0 1,-1 0-1,-5-35 0,2 44 56,-1-1 0,-1 1-1,-1 1 1,-1-1-1,-1 1 1,-1 0-1,0 1 1,-1 0-1,-2 0 1,1 1 0,-2 1-1,-1 0 1,0 1-1,-1 0 1,-29-24-1,22 23 12,0 1 0,-1 1-1,-1 1 1,0 1-1,-1 1 1,-1 1 0,1 1-1,-1 1 1,-1 2-1,0 0 1,0 2 0,-29-2-1,55 7-70,-1 0 0,1 0 0,-1-1 0,0 1 0,1 0 0,-1 0 0,1 1 1,-1-1-1,0 0 0,1 0 0,-1 1 0,1-1 0,-1 1 0,1 0 0,-1-1 0,1 1 0,-2 1 0,3-2-48,-1 1 1,1-1 0,0 1-1,0 0 1,0-1 0,-1 1-1,1-1 1,0 1-1,0 0 1,0-1 0,0 1-1,0-1 1,0 1-1,0 0 1,1-1 0,-1 1-1,0-1 1,0 1 0,0 0-1,0-1 1,1 1-1,-1-1 1,0 1 0,1-1-1,-1 1 1,0-1-1,1 1 1,0 0 0,2 2-439,0 1 0,0-1 1,1 0-1,0 0 0,-1 0 1,1 0-1,0-1 0,0 1 1,8 2-1,40 7-4623,9-10-2031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1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3682,'0'0'13881,"19"-1"-7177,-13 8-6151,0-1 0,-1 1-1,0 1 1,0-1 0,-1 1 0,1-1-1,-2 1 1,5 12 0,0-2 64,24 54 1057,152 311-440,117 136-1234,-286-494 0,-2 1 0,12 28 0,-21-41 0,0 1 0,0-1 0,-1 1 0,-1-1 0,0 1 0,0 18 0,6 12 0,-8-41-192,1 0 0,-1-1 0,0 1 0,1 0 1,-1 0-1,0-1 0,-1 1 0,1 0 0,-2 5 0,1-5-552,0 1 0,0-1 1,-1 0-1,0 0 0,0 0 0,0 1 1,0-2-1,0 1 0,0 0 0,-6 4 0,-18 16-7323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2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0 6915,'0'0'24035,"-6"15"-23301,-11 18-463,-1-1-1,-1 0 1,-36 42 0,30-44-271,-36 43 0,55-64 0,0-1 0,1 1 0,0 0 0,1 0 0,0 0 0,-6 20 0,10-28 0,0 0 0,-1 0 0,1 1 0,0-1 0,0 0 0,0 0 0,0 0 0,0 0 0,0 0 0,0 1 0,1-1 0,-1 0 0,0 0 0,0 0 0,1 0 0,-1 0 0,1 0 0,-1 0 0,1 0 0,0 0 0,-1 0 0,1 0 0,0 0 0,0 0 0,-1 0 0,1 0 0,0-1 0,0 1 0,0 0 0,0-1 0,0 1 0,0-1 0,0 1 0,0-1 0,0 1 0,0-1 0,1 0 0,-1 0 0,0 1 0,1-1 0,8 1 0,0 0 0,0-1 0,0 0 0,11-1 0,2 0 0,107-5 0,138-25 0,-197 22 0,40-13 0,-74 13 0,-52 11-1470,-1-2 0,-22-1 1,0 0-4479,2-1-3549,3-7-3096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2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1 11621,'0'0'14359,"-115"96"-11094,83-44-1440,7-1-352,2 1-1249,2-4-224,13-6 0,-2-3 0,5-7 0,3-5 0,2-8-1377,0-11-1520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2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712 172 2369,'-23'-3'11888,"11"1"-11040,-100-12 2478,94 13-2521,-1 1 1,1 0-1,0 2 1,0 0-1,-27 6 1,24 0-421,-1 0-1,1 1 1,0 2 0,1 0-1,1 1 1,0 1 0,0 1-1,1 0 1,1 1 0,-26 30-1,23-21-41,0 1-1,1 0 0,2 2 0,1 0 0,1 1 0,1 1 0,-12 36 1,14-22-102,2 1 0,2 0 0,2 0 0,1 1 0,4 88 0,2-111-201,1 0 0,0 0 0,2-1 0,0 1 0,2-1 0,0 1 0,2-2 1,15 34-1,-14-39-35,0 0 1,2 0-1,-1-1 1,2 0-1,0 0 1,0-2-1,1 1 0,1-2 1,0 0-1,1 0 1,17 9-1,-11-10-13,1 0-1,1-1 0,0-1 0,0-1 1,0-1-1,1-1 0,0-1 0,26 1 1,-13-3-48,-1-2 0,1-2 0,0-1 1,62-14-1,-47 3 19,1-3 0,-2-2 1,-1-2-1,0-2 0,-2-2 0,-1-3 1,-1-1-1,79-67 0,-105 78 23,0-2-1,-2 0 0,0-2 1,-1 0-1,-2 0 1,0-2-1,-1 0 1,-2 0-1,0-1 1,-2-1-1,0 0 1,-2 0-1,8-50 1,-12 51 13,-1-1 0,-2 0 1,-1-1-1,0 1 0,-2 0 1,-1 0-1,-2 1 0,0-1 1,-2 1-1,0 0 0,-2 0 1,0 1-1,-2 0 0,-22-36 1,13 31 43,0 1 1,-2 1 0,-1 1 0,-1 1-1,-36-29 1,43 41 40,0 0 1,0 1-1,-1 1 0,-1 1 0,0 0 0,0 1 1,-1 2-1,0 0 0,-40-9 0,58 16-114,-1-1 0,1 1-1,0-1 1,-1 1 0,1 0 0,-1 0-1,1 0 1,-1 0 0,1 1 0,-1-1-1,1 1 1,0-1 0,-1 1 0,1 0 0,0 0-1,-4 2 1,5-2-102,0 0 0,0 1-1,0-1 1,0 1 0,1-1 0,-1 1 0,0-1-1,1 1 1,-1 0 0,1-1 0,-1 1-1,1 0 1,0 0 0,-1-1 0,1 1 0,0 0-1,0-1 1,1 1 0,-1 0 0,0 0-1,1 2 1,0-1-228,0-1 0,-1 1 0,1-1 0,0 1-1,0-1 1,1 0 0,-1 1 0,0-1 0,1 0 0,-1 0-1,1 0 1,0 0 0,0 0 0,0 0 0,0-1 0,0 1-1,0-1 1,0 1 0,0-1 0,1 0 0,-1 1 0,0-1-1,1-1 1,4 2 0,41 12-8140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903 1 3906,'0'0'11602,"-12"5"-6789,-22 71 2177,19-39-5505,-22 38 0,-258 354 1031,103-162-2546,146-199 30,-105 163 0,124-185 0,3 1 0,1 2 0,-17 55 0,33-76 0,7-28 0,0 1 0,0-1 0,0 0 0,0 0 0,0 0 0,0 1 0,0-1 0,0 0 0,0 0 0,0 0 0,1 1 0,-1-1 0,0 0 0,0 0 0,0 0 0,0 1 0,0-1 0,0 0 0,1 0 0,-1 0 0,0 0 0,0 0 0,0 1 0,0-1 0,1 0 0,-1 0 0,0 0 0,0 0 0,0 0 0,0 0 0,1 0 0,-1 0 0,0 0 0,0 0 0,1 0 0,-1 0 0,0 0 0,0 0 0,0 0 0,1 0 0,-1 0 0,0 0 0,0 0 0,0 0 0,1 0 0,-1 0 0,0 0 0,0 0 0,0 0 0,1 0 0,-1 0 0,0-1 0,0 1 0,0 0 0,0 0 0,1 0 0,-1 0 0,0 0 0,0-1 0,0 1 0,0 0 0,24-20 219,-5 2-1204,-5 9-3131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8020,'0'0'17797,"3"6"-16193,-1 0-1313,1 1 0,-1 0 0,0 0 0,0 0 0,-1-1 0,0 1 0,0 0 0,-1 1 0,0-1 0,-1 9 0,-13 81 1717,5-45-1871,-6 29-26,1 3-610,10-41-6180,4-76 209,0-18-3332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380 212 14535,'-22'17'1982,"8"-7"-1603,-11 8 776,0 2-1,1 0 1,1 1-1,-37 46 1,37-34-431,2 1 0,1 1 0,1 0 0,2 2 0,2 0 0,-20 76 0,23-59-373,2 0 1,3 1-1,2 0 0,3 84 1,3-125-336,0 1 1,1 0 0,0-1 0,1 0 0,1 0 0,1 0 0,0 0 0,13 26-1,-12-31-15,0 0 0,0 0 0,0 0 0,1-1 0,1 0-1,0-1 1,0 1 0,0-2 0,0 1 0,1-1 0,1 0-1,18 8 1,-8-7-6,0-1 0,1-1 0,0-1 0,0-1 0,0-1 0,0-1 0,34-2 0,-17-1 5,0-2-1,-1-1 0,1-1 0,-2-3 1,1-1-1,-1-1 0,52-25 1,-39 12-3,-2-2-1,0-2 1,-2-1 0,71-63 0,-93 72-14,-2-2 1,-1 0-1,-1-1 0,0-1 1,-2-1-1,-1-1 0,-1 0 1,-1-1-1,-1 0 0,-2-1 1,-1-1-1,-1 1 1,-1-2-1,-2 1 0,0-1 1,-3 0-1,0 0 0,-2 0 1,-1 0-1,-5-35 0,2 44 56,-1-1 0,-1 1-1,-1 1 1,-1-1-1,-1 1 1,-1 0-1,0 1 1,-1 0-1,-2 0 1,1 1 0,-2 1-1,-1 0 1,0 1-1,-1 0 1,-29-24-1,22 23 12,0 1 0,-1 1-1,-1 1 1,0 1-1,-1 1 1,-1 1 0,1 1-1,-1 1 1,-1 2-1,0 0 1,0 2 0,-29-2-1,55 7-70,-1 0 0,1 0 0,-1-1 0,0 1 0,1 0 0,-1 0 0,1 1 1,-1-1-1,0 0 0,1 0 0,-1 1 0,1-1 0,-1 1 0,1 0 0,-1-1 0,1 1 0,-2 1 0,3-2-48,-1 1 1,1-1 0,0 1-1,0 0 1,0-1 0,-1 1-1,1-1 1,0 1-1,0 0 1,0-1 0,0 1-1,0-1 1,0 1-1,0 0 1,1-1 0,-1 1-1,0-1 1,0 1 0,0 0-1,0-1 1,1 1-1,-1-1 1,0 1 0,1-1-1,-1 1 1,0-1-1,1 1 1,0 0 0,2 2-439,0 1 0,0-1 1,1 0-1,0 0 0,-1 0 1,1 0-1,0-1 0,0 1 1,8 2-1,40 7-4623,9-10-2031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3682,'0'0'13881,"19"-1"-7177,-13 8-6151,0-1 0,-1 1-1,0 1 1,0-1 0,-1 1 0,1-1-1,-2 1 1,5 12 0,0-2 64,24 54 1057,152 311-440,117 136-1234,-286-494 0,-2 1 0,12 28 0,-21-41 0,0 1 0,0-1 0,-1 1 0,-1-1 0,0 1 0,0 18 0,6 12 0,-8-41-192,1 0 0,-1-1 0,0 1 0,1 0 1,-1 0-1,0-1 0,-1 1 0,1 0 0,-2 5 0,1-5-552,0 1 0,0-1 1,-1 0-1,0 0 0,0 0 0,0 1 1,0-2-1,0 1 0,0 0 0,-6 4 0,-18 16-7323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712 172 2369,'-23'-3'11888,"11"1"-11040,-100-12 2478,94 13-2521,-1 1 1,1 0-1,0 2 1,0 0-1,-27 6 1,24 0-421,-1 0-1,1 1 1,0 2 0,1 0-1,1 1 1,0 1 0,0 1-1,1 0 1,1 1 0,-26 30-1,23-21-41,0 1-1,1 0 0,2 2 0,1 0 0,1 1 0,1 1 0,-12 36 1,14-22-102,2 1 0,2 0 0,2 0 0,1 1 0,4 88 0,2-111-201,1 0 0,0 0 0,2-1 0,0 1 0,2-1 0,0 1 0,2-2 1,15 34-1,-14-39-35,0 0 1,2 0-1,-1-1 1,2 0-1,0 0 1,0-2-1,1 1 0,1-2 1,0 0-1,1 0 1,17 9-1,-11-10-13,1 0-1,1-1 0,0-1 0,0-1 1,0-1-1,1-1 0,0-1 0,26 1 1,-13-3-48,-1-2 0,1-2 0,0-1 1,62-14-1,-47 3 19,1-3 0,-2-2 1,-1-2-1,0-2 0,-2-2 0,-1-3 1,-1-1-1,79-67 0,-105 78 23,0-2-1,-2 0 0,0-2 1,-1 0-1,-2 0 1,0-2-1,-1 0 1,-2 0-1,0-1 1,-2-1-1,0 0 1,-2 0-1,8-50 1,-12 51 13,-1-1 0,-2 0 1,-1-1-1,0 1 0,-2 0 1,-1 0-1,-2 1 0,0-1 1,-2 1-1,0 0 0,-2 0 1,0 1-1,-2 0 0,-22-36 1,13 31 43,0 1 1,-2 1 0,-1 1 0,-1 1-1,-36-29 1,43 41 40,0 0 1,0 1-1,-1 1 0,-1 1 0,0 0 0,0 1 1,-1 2-1,0 0 0,-40-9 0,58 16-114,-1-1 0,1 1-1,0-1 1,-1 1 0,1 0 0,-1 0-1,1 0 1,-1 0 0,1 1 0,-1-1-1,1 1 1,0-1 0,-1 1 0,1 0 0,0 0-1,-4 2 1,5-2-102,0 0 0,0 1-1,0-1 1,0 1 0,1-1 0,-1 1 0,0-1-1,1 1 1,-1 0 0,1-1 0,-1 1-1,1 0 1,0 0 0,-1-1 0,1 1 0,0 0-1,0-1 1,1 1 0,-1 0 0,0 0-1,1 2 1,0-1-228,0-1 0,-1 1 0,1-1 0,0 1-1,0-1 1,1 0 0,-1 1 0,0-1 0,1 0 0,-1 0-1,1 0 1,0 0 0,0 0 0,0 0 0,0-1 0,0 1-1,0-1 1,0 1 0,0-1 0,1 0 0,-1 1 0,0-1-1,1-1 1,4 2 0,41 12-8140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8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1 124 10005,'0'0'9929,"19"13"-8677,61 44-329,-77-55-837,0 1-1,0 0 1,0-1 0,0 1 0,-1 0 0,1 0-1,-1 0 1,0 0 0,0 1 0,0-1-1,0 1 1,0-1 0,-1 1 0,0 0 0,0-1-1,0 1 1,0 0 0,-1 0 0,1 0 0,-1 0-1,0 0 1,0-1 0,0 1 0,-1 0 0,0 4-1,0 11 491,1-11-354,-1-1-1,0 1 1,0-1-1,0 1 0,-1-1 1,0 0-1,-4 11 0,4-15-149,1 0 0,-1 1-1,0-1 1,0 0 0,0 0-1,-1 0 1,1 0-1,-1 0 1,1-1 0,-1 1-1,0-1 1,0 1-1,0-1 1,0 0 0,0-1-1,-1 1 1,-3 1-1,6-2-66,1-1 0,-1 0 0,1 0 0,-1 0 0,1 0 0,-1 1 0,0-1 0,1 0 0,-1 0 0,1 0 0,-1 0 0,1 0 0,-1-1 0,1 1-1,-1 0 1,1 0 0,-1 0 0,1 0 0,-1-1 0,1 1 0,-1 0 0,1 0 0,-1-1 0,1 1 0,-1 0 0,1-1 0,0 1 0,-1 0-1,1-1 1,-1 1 0,1-1 0,0 1 0,0-1 0,-1 0 0,-3-24-39,4 18 1,0-1 0,1 1-1,0 0 1,1 0-1,3-11 1,5 2-45,1 0 1,0 1-1,1 0 0,0 1 0,1 1 1,1 0-1,20-15 0,-2 0-194,2-4-21,57-48-471,-76 68 710,0 1 0,1 0 1,1 1-1,20-9 0,-35 18 66,0 0-1,0 1 0,0-1 0,0 0 1,0 1-1,1-1 0,-1 1 0,0 0 1,0-1-1,1 1 0,-1 0 0,0 0 1,5 1-1,-6 0 16,0-1 0,0 1 0,0-1 1,0 1-1,0 0 0,0-1 0,0 1 0,0 0 1,0 0-1,-1-1 0,1 1 0,0 0 1,0 0-1,-1 0 0,1 0 0,-1 0 0,1 0 1,-1 0-1,1 2 0,1 5 180,0 0 0,-1-1 0,0 1 0,-1 0 0,0 0 0,-1 11 0,0 4 182,1-13-191,-1-1 0,0 0 0,-1 1 0,0-1-1,0 0 1,-1 0 0,-5 13 0,-35 56 1467,10-19-540,29-45-1437,7-6-4081,-2-8 3997,0 1-1,0-1 1,-1 0 0,1 0 0,0 0-1,0 0 1,-1 0 0,1 0 0,0 0-1,0 0 1,0 0 0,-1 0-1,1 0 1,0 0 0,0-1 0,-1 1-1,1 0 1,0-1 0,-1 1 0,1 0-1,0-1 1,-1 1 0,1-1 0,0 1-1,-1-1 1,1 1 0,-1-1 0,1 1-1,-1-1 1,1-1 0,19-21-10804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8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4578,'0'0'13508,"11"0"-11798,180-15 3002,8-13-4051,-199 28-776,0 0-1,0 0 1,0 0 0,0 0 0,0 1 0,0-1-1,0 0 1,0 0 0,0 0 0,0 0-1,0 0 1,0 1 0,0-1 0,0 0 0,0 0-1,0 0 1,0 0 0,0 1 0,0-1-1,0 0 1,0 0 0,0 0 0,0 0 0,0 0-1,0 0 1,1 1 0,-1-1 0,0 0 0,0 0-1,0 0 1,0 0 0,0 0 0,0 0-1,0 0 1,1 1 0,-1-1 0,0 0 0,0 0-1,0 0 1,0 0 0,0 0 0,1 0-1,-1 0 1,0 0 0,0 0 0,0 0 0,-26 18-3743,-42 19-4234,13-14 1537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8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4866,'0'0'11750,"159"-4"-9477,-102-4-128,-5 0-417,-2 1-319,-8 1-641,-4 6-415,-9 0-241,-8 0-112,-7 0-32,-3 0-497,-5 15-1167,2-3-1778,1-6-2625,5-6-4754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54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771 143 1873,'0'0'11370,"0"-3"-9913,1-2-1171,0 0-1,0 0 0,0 0 1,0 0-1,1 0 1,0 1-1,0-1 1,0 1-1,1-1 1,-1 1-1,1 0 1,0 0-1,0 0 1,0 1-1,7-7 0,32-45 30,-42 54-286,0 1 1,0 0-1,0 0 0,0 0 0,0-1 0,0 1 0,0 0 0,0 0 1,0 0-1,0-1 0,0 1 0,0 0 0,0 0 0,0 0 0,0-1 1,0 1-1,0 0 0,0 0 0,0 0 0,0-1 0,0 1 0,0 0 1,0 0-1,0 0 0,0 0 0,0-1 0,0 1 0,-1 0 0,1 0 0,0 0 1,0 0-1,0-1 0,0 1 0,0 0 0,-1 0 0,1 0 0,0 0 1,0 0-1,0 0 0,0 0 0,-1 0 0,1-1 0,0 1 0,0 0 1,0 0-1,-1 0 0,1 0 0,0 0 0,0 0 0,0 0 0,-1 0 1,1 0-1,0 0 0,0 0 0,0 0 0,-1 0 0,1 0 0,0 1 1,0-1-1,-1 0 0,-14 2-107,-13 6 183,1 2 1,1 1 0,-30 16-1,11-5 204,-30 14 341,3 4 1,-75 53 0,99-58-383,2 2-1,1 3 1,-67 75-1,98-98-238,1 0 0,0 2 0,1-1 0,-12 28 0,19-34-5,0-1 0,1 1 0,1 0 1,-1 0-1,2 0 0,0 0 0,0 0 1,2 1-1,-1 13 0,2-24-17,0 0 1,0 1-1,0-1 0,0 0 0,0 0 0,0 0 0,1 0 1,-1 0-1,1 0 0,0 0 0,-1 0 0,1 0 0,0-1 1,0 1-1,0-1 0,0 0 0,0 1 0,0-1 0,0 0 0,1 0 1,-1 0-1,0 0 0,1-1 0,-1 1 0,3 0 0,9 2 12,-1 0-1,1-1 0,14 1 0,-14-2 1,3 0-7,-1 0 0,0-1 0,0 0 0,28-5 0,-39 4-4,-1 0 0,0-1 0,0 1 0,0-1 0,0 0 0,-1 0 0,1 0 0,0 0 0,-1-1 1,1 1-1,-1-1 0,0 0 0,0 0 0,0 0 0,0 0 0,-1-1 0,1 1 0,-1-1 0,0 0 0,0 1 0,0-1 0,2-8 0,-2 6 6,0 0 0,0 0 0,-1-1 0,0 1 0,0-1 0,0 1 0,-1-1 0,-1-9 0,1 13-5,-1 1-1,1-1 0,-1 1 1,0-1-1,0 1 0,0-1 1,0 1-1,0 0 0,-1-1 1,1 1-1,-1 0 0,1 0 1,-1 0-1,0 0 0,0 0 0,0 0 1,0 1-1,0-1 0,0 1 1,0-1-1,0 1 0,-5-2 1,-12-3 145,-1 1 1,1 0 0,-1 2 0,0 0-1,0 2 1,0 0 0,-33 3 0,8-1 2769,51-1-1945,32-2 425,4-1-3454,-43 5 1361,1-1 0,0 1 0,-1-1 1,0 0-1,1 0 0,-1 1 0,0-1 0,0 0 0,1 0 0,-1 0 0,0 0 0,0 0 1,-2 2-1,-14 4-7171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57.9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62 6947,'0'0'8727,"-1"3"-2593,-8 17-5481,3-11-579,0 1 1,1-1-1,0 2 0,1-1 0,0 0 1,1 1-1,0-1 0,0 1 1,1 0-1,1 0 0,0 0 0,0 17 1,1-25-70,1-1 0,-1 1 0,1-1 0,0 0 0,0 1 0,0-1 0,0 0-1,0 1 1,0-1 0,1 0 0,-1 0 0,1 0 0,0 0 0,-1 0 0,1 0 0,0-1 0,0 1 0,0 0 0,0-1 0,0 0 0,0 1 0,1-1 0,-1 0 0,0 0 0,1 0 0,4 0 0,3 3 89,0-2 1,1 0 0,-1 0-1,1 0 1,13-1-1,-20-1-40,0 0-1,-1-1 1,1 1-1,-1-1 0,1 1 1,-1-1-1,1 0 0,-1-1 1,0 1-1,1-1 1,-1 1-1,0-1 0,0 0 1,0 0-1,0 0 1,3-3-1,-2 0-2,0 1 0,-1-1-1,1 0 1,-1 0 0,0 0 0,0-1 0,-1 1-1,1 0 1,0-7 0,2-7 353,-1 0 0,0 0 0,-2-1 1,0-36-1,-2 41-251,1 10-4,-1 0 1,0 0 0,0 0-1,-1 0 1,1 0 0,-2-5-1,1 9-86,0-1-1,1 1 0,-1-1 0,0 1 1,0-1-1,0 1 0,0 0 1,0 0-1,0-1 0,0 1 0,0 0 1,-1 0-1,1 0 0,0 0 1,-1 0-1,1 0 0,-1 1 0,1-1 1,-1 0-1,1 1 0,-1-1 1,-2 1-1,-12-3 286,-1 1 1,1 0-1,-1 2 1,-20 1-1,-1 0-137,38-1-318,0 37-12072,2-24 2527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59.1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5 5795,'0'0'13609,"10"-4"-8687,-10 15-3830,-1 0 0,0 0 0,-6 22 0,-2-4-328,-17 37-1,22-58-706,-2 21-629,6-16-9373,0-11 7797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00.1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 4322,'0'0'11587,"2"-1"-10067,12-3-457,1 1 1,-1 0-1,0 1 0,1 1 0,26 0 0,-41 2-1041,1 0-1,0-1 1,-1 1-1,1 0 0,-1 0 1,1 0-1,0-1 1,-1 1-1,0 0 1,1 0-1,-1 0 1,1 0-1,-1 0 0,0 0 1,0 0-1,0 0 1,0 0-1,0 0 1,0 0-1,0 0 0,0 0 1,0 0-1,0 0 1,0 1-1,-4 29 270,0-23-149,0-1 0,0 1 0,0-1 1,-1 0-1,-12 13 0,13-16-59,0 1 0,-1-1 0,2 1 0,-1 0 0,0 1 1,1-1-1,0 1 0,1-1 0,-1 1 0,1 0 0,0 0 0,0 0 1,1 0-1,-2 13 0,3-18-70,1 0-1,-1 0 1,0 0-1,1-1 1,-1 1 0,0 0-1,1 0 1,-1 0-1,1-1 1,-1 1-1,1 0 1,0 0 0,-1-1-1,1 1 1,0-1-1,0 1 1,-1 0 0,1-1-1,0 1 1,0-1-1,0 0 1,0 1 0,-1-1-1,1 0 1,0 1-1,0-1 1,0 0 0,0 0-1,0 0 1,0 0-1,0 0 1,1 0 0,43 0 447,-28-1-234,34-5 132,16-1-191,-66 7-433,-4 0-772,0 1 381,0-1 1,-1 1-1,1 0 1,0 0-1,-1 0 0,1 0 1,0 1-1,0-1 1,0 1-1,-4 2 1,-26 17-6246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01.1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6115,'0'0'13806,"18"-3"-13376,-15 3-418,40-6 120,57-2 1,-96 8-133,-1 0 0,0 0 1,1 0-1,-1 0 0,0 1 0,1-1 0,-1 1 1,0 0-1,0 0 0,0 0 0,0 0 0,6 3 1,-8-2 1,1 0 1,-1 0 0,0 0 0,1-1 0,-1 1-1,0 1 1,0-1 0,0 0 0,0 0 0,-1 0 0,1 0-1,-1 1 1,1-1 0,-1 0 0,0 0 0,0 1-1,0-1 1,0 5 0,0-2 29,0 1 1,0 0-1,0 0 0,-1-1 1,1 1-1,-2 0 0,1-1 0,0 1 1,-1-1-1,0 1 0,-1-1 1,1 0-1,-1 0 0,0 0 0,0 0 1,0-1-1,-1 1 0,0-1 0,-7 8 1,-33 28 1589,43-38-1563,31-2-86,-20 0 23,2-1-81,0 1 0,0 0 1,0 1-1,1 0 0,-1 1 0,0 0 1,0 1-1,-1 0 0,1 1 0,19 9 0,-29-12 107,-1-1 0,0 1 0,1 0-1,-1 0 1,0-1 0,0 1-1,1 0 1,-1 0 0,0 0-1,0 0 1,0 0 0,0 1 0,0-1-1,0 0 1,-1 0 0,1 1-1,0-1 1,-1 0 0,1 1 0,-1-1-1,1 1 1,-1-1 0,1 1-1,-1-1 1,0 1 0,0-1-1,0 1 1,0-1 0,0 1 0,0-1-1,0 1 1,-1-1 0,1 1-1,-1-1 1,1 1 0,-1-1 0,1 0-1,-1 1 1,0-1 0,0 2-1,-3 1 412,0 1-1,0-1 0,0 0 1,0 0-1,-1 0 0,1-1 1,-1 1-1,-10 4 0,8-5-54,0 1 0,0-2 0,-1 1 0,1-1-1,-1 0 1,-8 1 0,-26 0-1758,45-10-9281,6-1 4845,12-5-4712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01.9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6 1617,'0'0'15682,"0"-6"-13244,-3 8 1406,-9 14-3185,-1-1-1,-1-1 0,0 0 0,-1 0 0,-18 11 0,16-12-263,1-1 0,1 2-1,0 0 1,-24 30 0,38-42-384,0-1 0,0 1 0,0 0-1,0-1 1,0 1 0,0 0 0,0 0 0,1-1 0,-1 1-1,0 0 1,1 0 0,0 0 0,-1 0 0,1 0-1,0 0 1,0 3 0,1-4-10,-1 0 1,1 0-1,-1 0 1,1 0-1,-1 0 0,1 0 1,-1 0-1,1 0 0,0 0 1,0-1-1,-1 1 1,1 0-1,0 0 0,0-1 1,0 1-1,0 0 0,0-1 1,0 1-1,0-1 0,0 0 1,1 1-1,7 1-6,0 0 1,1 0-1,-1-2 0,0 1 1,14-1-1,-13 0 27,350-10-94,-343 9-1011,-44 5-16730,12-4 9054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02.1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1 1985,'0'0'23245,"-6"4"-22615,3-1-549,1-2 4,-1 1 0,1-1-1,0 1 1,0 0-1,0 0 1,0 0 0,1 0-1,-1 0 1,1 0 0,-1 0-1,1 1 1,0-1 0,-1 1-1,1-1 1,1 1-1,-1-1 1,0 1 0,0-1-1,1 5 1,-16 82 1686,2-12-3718,13-25-5286,1-51 6938,0-1 0,0 1 0,0-1 0,0 0-1,0 1 1,0-1 0,0 1 0,0-1 0,1 1 0,-1-1-1,0 0 1,0 1 0,0-1 0,0 1 0,1-1-1,-1 0 1,0 1 0,0-1 0,1 0 0,-1 1 0,0-1-1,1 0 1,-1 0 0,1 1 0,17 1-11286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6 1617,'0'0'15682,"0"-6"-13244,-3 8 1406,-9 14-3185,-1-1-1,-1-1 0,0 0 0,-1 0 0,-18 11 0,16-12-263,1-1 0,1 2-1,0 0 1,-24 30 0,38-42-384,0-1 0,0 1 0,0 0-1,0-1 1,0 1 0,0 0 0,0 0 0,1-1 0,-1 1-1,0 0 1,1 0 0,0 0 0,-1 0 0,1 0-1,0 0 1,0 3 0,1-4-10,-1 0 1,1 0-1,-1 0 1,1 0-1,-1 0 0,1 0 1,-1 0-1,1 0 0,0 0 1,0-1-1,-1 1 1,1 0-1,0 0 0,0-1 1,0 1-1,0 0 0,0-1 1,0 1-1,0-1 0,0 0 1,1 1-1,7 1-6,0 0 1,1 0-1,-1-2 0,0 1 1,14-1-1,-13 0 27,350-10-94,-343 9-1011,-44 5-16730,12-4 9054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1 1985,'0'0'23245,"-6"4"-22615,3-1-549,1-2 4,-1 1 0,1-1-1,0 1 1,0 0-1,0 0 1,0 0 0,1 0-1,-1 0 1,1 0 0,-1 0-1,1 1 1,0-1 0,-1 1-1,1-1 1,1 1-1,-1-1 1,0 1 0,0-1-1,1 5 1,-16 82 1686,2-12-3718,13-25-5286,1-51 6938,0-1 0,0 1 0,0-1 0,0 0-1,0 1 1,0-1 0,0 1 0,0-1 0,1 1 0,-1-1-1,0 0 1,0 1 0,0-1 0,0 1 0,1-1-1,-1 0 1,0 1 0,0-1 0,1 0 0,-1 1 0,0-1-1,1 0 1,-1 0 0,1 1 0,17 1-11286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03.1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1 4274,'0'0'13161,"0"13"-9565,-1-5-2994,0-1 0,0 1-1,0-1 1,-1 0 0,0 0 0,0 0 0,-1 0 0,-3 7 0,-34 54 1801,22-38-1822,7-14-302,9-13-262,0 0-1,0 0 1,0 0 0,0 0-1,1 0 1,-1 0 0,1 1-1,0-1 1,0 0 0,0 1-1,0-1 1,1 1 0,-1 3-1,2-6-42,1 0-1,-1-1 1,1 1-1,-1 0 1,1-1-1,-1 0 1,1 1-1,-1-1 1,1 0-1,0 0 1,-1 0-1,1 0 1,-1 0-1,3 0 1,-3 0-6,250 0-8863,-247 0 8688,0 0 0,0 0-1,0 0 1,-1 1 0,1-1 0,0 1-1,0 0 1,-1 0 0,6 2 0,-8-2 229,0 0 0,0 0 0,0 0-1,0 0 1,0 0 0,0 0 0,0 0 0,0 0 0,-1 0 0,1 0 0,0 0 0,-1 1 0,1-1 0,-1 0 0,1 0 0,-1 1 0,0-1-1,0 0 1,1 1 0,-1-1 0,0 0 0,0 1 0,0-1 0,0 0 0,0 1 0,-1-1 0,1 0 0,0 0 0,-1 1 0,0 1-1,-1 1 275,0 1 0,0-1 0,0 0 0,-1 1 0,0-1-1,0 0 1,0-1 0,0 1 0,-1 0 0,1-1 0,-1 0-1,0 0 1,0 0 0,-7 4 0,-3 1 526,1-1 0,-2 0 1,-18 6-1,14-9-468,0 0-1,0-1 1,-1-1 0,1-1 0,-36-3 0,12 1-4849,42-9-3894,1 9 6944,0-15-8165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03.4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9092,'0'0'12947,"15"0"-11346,185-1 3257,-198 1-4846,0 0 0,0 0 0,1 0 0,-1 0-1,0 1 1,0-1 0,0 1 0,0-1 0,0 1-1,0 0 1,0 0 0,0 0 0,0 0-1,0 0 1,0 0 0,-1 1 0,1-1 0,0 1-1,-1-1 1,1 1 0,-1-1 0,0 1 0,3 4-1,-4-5-93,1 1 1,-1 0-1,0 0 0,0 0 0,1 0 0,-1-1 0,-1 1 0,1 0 0,0 0 1,0 0-1,-1 0 0,1-1 0,-1 1 0,1 0 0,-1 0 0,0-1 0,0 1 0,0-1 1,0 1-1,0 0 0,0-1 0,0 0 0,0 1 0,-1-1 0,1 0 0,0 0 1,-1 1-1,-2 0 0,0 1-989,1 0 0,-1-1 0,0 1 0,0-1 0,0 0 0,-6 1 0,-9 0-7450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37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46 384,'0'0'4266,"-1"-7"-3031,0-2-690,-1-5 70,1-2 15375,2 21-14947,1 9-612,1 1 1,1-1 0,0 0 0,1 0-1,1-1 1,7 16 0,51 79 1659,-54-91-1855,25 35 474,2-2 0,62 67 0,99 77 364,-15-15-938,-150-142-136,-1 1 0,51 83 0,33 95 0,-111-206 0,15 28 0,-19-36 0,1 0 0,-1 1 0,1-1 0,0 0 0,-1 0 0,1 0 0,0-1 0,0 1 0,0 0 0,0-1 0,1 1 0,2 1 0,-4-3-2,-1 0 1,0-1-1,1 1 0,-1 0 0,0 0 1,1 0-1,-1-1 0,0 1 0,0 0 1,1 0-1,-1-1 0,0 1 0,0 0 1,1-1-1,-1 1 0,0 0 0,0-1 1,0 1-1,0 0 0,0-1 0,1 1 1,-1 0-1,0-1 0,0 1 0,0 0 1,0-1-1,0 1 0,0 0 0,0-1 1,0 1-1,0 0 0,0-1 0,-1 1 1,1-1-1,-7-2-2423,-19 4-1610,-12 8-7935,35-8 11097,1 0 0,0 1 0,-1-1 0,1 1 0,0-1 0,0 1 0,0 0 0,0-1 1,0 1-1,1 0 0,-1 0 0,-2 4 0,3-4 548,0 1-1,0 0 1,0-1 0,0 1-1,0 0 1,0 0 0,1-1-1,-1 5 1,1-1 325,-1 0 0,2 0 0,-1 0 0,1-1 0,-1 1 0,2 0 0,-1-1 0,0 1 0,1-1 0,4 9 0,-5-13 0,-1 1 0,1-1 0,0 0 0,-1 0 0,1 1 0,0-1 0,0 0 0,0 0 0,0 0 0,0 0 0,0 0 0,2 1 0,-2-2 0,-1 0 0,1 0 0,0 0 0,-1-1 0,1 1 0,0 0 0,-1 0 0,1 0 0,0-1 0,-1 1 0,1 0 0,0-1 0,-1 1 0,1-1 0,-1 1 0,1-1 0,-1 1 0,1-1 0,-1 1 0,1-1 0,-1 1 0,0-1 0,1 1 0,-1-1 0,0 0 0,1 1 0,-1-1 0,0 0 0,0 1 0,0-1 0,1 0 0,-1 0 0,0-1 0,35-133 0,-35 133 0,1 1 0,-1 0 0,1-1 0,0 1 0,-1-1 0,1 1 0,0 0 0,0-1 0,0 1 0,0 0 0,0 0 0,0 0 0,0 0 0,0 0 0,3-2 0,-3 3 0,0 0 0,0 0 0,-1-1 0,1 1 0,0 0 0,0 0 0,0 0 0,0 0 0,0 0 0,0 0 0,0 0 0,0 0 0,0 0 0,-1 1 0,1-1 0,0 0 0,0 1 0,0-1 0,1 1 0,2 2 0,1 0 0,-1 1 0,0-1 0,0 1 0,0 0 0,4 6 0,-3-4 0,26 27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37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25 13238,'0'0'17555,"-19"-5"-16976,-64-14-112,77 19-412,0 0 0,-1 0 1,1 0-1,-1 1 0,1 0 1,0 0-1,0 1 1,-1-1-1,1 1 0,0 1 1,1-1-1,-1 1 0,0 0 1,1 1-1,-1-1 1,-8 9-1,9-9-68,1 0 16,0 1-1,0 0 1,0-1 0,1 1 0,-1 0-1,1 1 1,0-1 0,0 0-1,0 1 1,1 0 0,0 0-1,-3 7 1,4-10-26,1 0 0,-1 0 0,1 1 0,-1-1 0,1 1 0,0-1 0,0 1 0,0-1 1,0 0-1,1 1 0,-1-1 0,0 0 0,1 1 0,0-1 0,-1 0 0,1 1 0,0-1 0,0 0 0,1 0 0,-1 0 0,0 0 0,1 0 0,-1 0 0,1 0 0,0 0 0,-1-1 0,1 1 0,0-1 0,2 2 0,16 8-294,0-1-1,0-2 1,1 0-1,0-1 1,1-1-1,29 5 0,-16-4-695,44 17-1,-78-24 1003,0 0-1,1 0 0,-1 1 0,0-1 1,0 0-1,0 1 0,0-1 0,0 1 1,0-1-1,0 1 0,-1 0 0,1-1 1,0 1-1,0 0 0,0 0 0,-1 0 1,1-1-1,0 1 0,-1 0 0,1 0 1,-1 0-1,1 0 0,-1 0 0,1 0 1,-1 0-1,0 0 0,1 0 0,-1 2 1,0-2 47,-1 1 1,1 0-1,-1 0 0,0-1 1,0 1-1,0 0 1,1-1-1,-1 1 1,-1-1-1,1 1 1,0-1-1,0 0 0,0 1 1,-1-1-1,-1 1 1,-7 6 396,-1-1 1,0 0 0,-16 8-1,-9 2 647,-53 17 0,74-29-1287,-1-1 0,1 0 0,-1-1-1,0-1 1,1-1 0,-25 0 0,38-2-195,0 0 0,1 0 1,-1 0-1,0 0 0,1 0 0,-1-1 1,1 1-1,-1 0 0,1-1 0,0 1 1,0-1-1,-1 0 0,1 1 0,0-1 1,0 0-1,1 1 0,-1-1 0,0 0 1,1 0-1,-1 0 0,1 0 0,-1 0 1,1 0-1,0-3 0,-7-54-14089,7 59 14351,0-45-5735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38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17080,'0'0'8052,"111"-13"-6996,-76 22-992,3 12-64,4-5-64,-2-1-1361,3-7-1920,-9-6-3474,-3-2-5011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38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0 15223,'-33'10'1120,"0"0"1,1 3-1,0 0 1,1 3-1,1 0 0,-31 22 1,49-30-793,1 2 1,-1-1-1,2 1 1,-1 1-1,2 0 1,-1 0-1,1 1 1,1 1-1,0-1 1,1 1-1,0 0 1,1 1-1,1-1 1,0 1-1,1 1 1,0-1-1,-1 15 1,2-9-283,1 0 1,0 0-1,2 0 0,0 1 1,2-1-1,0 0 1,1 0-1,1-1 1,1 1-1,0-1 1,15 32-1,-5-25-40,2-1-1,0 0 1,2-2-1,1 0 1,0-1-1,2-1 1,0-1-1,47 32 1,-16-18-31,1-2 1,2-2 0,71 26-1,-50-28-68,1-4-1,0-4 1,2-3 0,0-3-1,0-4 1,1-3 0,147-7-1,-200-3 42,-1 0 1,1-1-1,-1-2 0,0-1 0,0-1 0,-1-1 1,0-2-1,0 0 0,-1-2 0,-1 0 0,43-33 1,-55 37 48,0-1 1,0-1 0,-1 0 0,-1-1 0,0 0-1,0 0 1,-1-1 0,-1 0 0,0-1 0,-1 0-1,-1 0 1,0 0 0,-1-1 0,0 0 0,-1 0-1,-1 0 1,0-1 0,-1 1 0,-1-1-1,0 1 1,-1-1 0,-3-22 0,-1 20 63,0 0 0,-2 0 0,0 0 0,0 1 0,-2 0 0,0 0 1,-1 1-1,-1 0 0,0 0 0,-1 1 0,0 1 0,-18-17 0,-13-10 498,-2 3 0,-76-53-1,44 37 185,-2 4-1,-168-79 1,237 125-818,0 1-1,0 0 1,-1 0 0,1 1-1,-1 0 1,0 1-1,-15-1 1,23 2-98,0 0 1,0 0-1,0 1 0,0-1 1,0 0-1,0 1 0,0-1 1,0 1-1,0 0 0,0-1 1,0 1-1,0 0 0,0 0 1,1 0-1,-1 0 0,0 1 1,1-1-1,-1 0 0,1 1 1,-2 1-1,0 3-1109,0-1 0,0 0 0,0 1-1,1-1 1,-3 9 0,3-7-466,-10 30-14436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4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829 63 3522,'0'0'6293,"3"-6"-5615,0 2-62,11-24-704,-9 3 8113,-20 35-5472,4-1-1889,2 1 0,-1 0 1,1 1-1,1-1 0,0 2 0,-7 12 0,-37 79 1354,42-82-1642,-173 347 3488,-106 179-3603,115-151-261,129-283 0,32-78 0,11-28 0,9-20 0,-6 10-27,1-1 1,0 1-1,0 0 1,0-1-1,0 1 1,1 0-1,-1 0 0,1 1 1,0-1-1,0 0 1,0 1-1,0 0 1,0 0-1,0 0 0,6-3 1,12-1-2751,2 4-3492,-10 5-1006,-2 9-2935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2:46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719 1 5410,'0'0'8941,"-19"8"-5775,-122 51 495,84-36-2229,2 3 1,1 3-1,1 1 1,-56 43-1,90-58-1179,0 1 0,2 1-1,-1 0 1,2 1 0,0 1 0,2 1-1,0 0 1,1 1 0,1 0 0,1 1-1,1 0 1,0 1 0,-7 30 0,9-12-116,1 1 0,2 0 1,2 0-1,2 1 1,8 79-1,-5-105-132,1 0-1,0 0 1,2 0 0,0-1-1,1 0 1,0 1-1,1-2 1,1 1 0,1-1-1,0-1 1,1 1 0,0-2-1,1 1 1,14 11-1,-5-7-4,0-1-1,2-1 1,0-1-1,1 0 0,0-2 1,1-1-1,1-1 1,35 11-1,-16-9 1,0-2 0,1-2 0,66 6 0,139-10 0,-193-7 0,-1-2 0,0-3 0,0-3 0,-1-1 0,0-4 0,-1-1 0,-1-3 0,0-3 0,57-31 0,-90 41 0,0 0 0,-1-1 0,-1-2 0,0 1 0,-1-2 0,19-21 0,-26 24 0,0-1 0,-1 1 0,0-1 0,-1-1 0,-1 0 0,0 0 0,-1 0 0,-1-1 0,6-24 0,-6 14-1,-2 0 0,0 0 1,-2-1-1,-1 1 0,-1-1 0,-1 1 0,-1 0 1,-1-1-1,-2 2 0,-16-47 0,9 39-4,-2 1-1,-1 1 1,-1 1-1,-2 0 0,-1 1 1,-1 1-1,-41-41 1,33 40 16,-1 1 0,-1 1 0,-2 2 0,-42-25 0,60 41-11,0 1 0,0 1 0,0 0-1,-1 1 1,0 1 0,0 0 0,-1 1 0,1 1 0,-1 0-1,0 1 1,0 1 0,-32 2 0,48 0-2,-1-1 0,1 0 0,-1 1 0,1 0 0,0-1 0,-1 1-1,1 0 1,0 0 0,-1 0 0,1-1 0,0 1 0,0 1 0,0-1 0,0 0 0,0 0 0,0 0 0,0 1 0,0-1 0,0 0 0,0 3-1,-13 34-3082,7-15-1376,-7 12-6016,6-22 1540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18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32 192,'0'0'21255,"5"-6"-19587,16-19 4898,-20 33-5319,0 16-1904,-1-22 1091,-9 228 966,8-210-1256,0 6-2471,4-11-5553,0-12 1866,6-3 2266,-5 0 1313,17 0-7330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19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49 3986,'0'0'10751,"-1"-5"-8711,1 3-1291,0 1 1,0-1-1,0 1 1,0-1-1,0 1 0,0 0 1,1-1-1,-1 1 1,0-1-1,1 1 0,-1-1 1,1 1-1,-1 0 1,2-3-1,5 1-682,-1 0 0,0 0 0,1 1 0,-1 0 0,1 0-1,0 1 1,-1-1 0,10 1 0,59 0-47,-40 2 22,-33-1-42,0 0 0,0 0-1,0 0 1,0 0 0,0 0-1,0 0 1,0 1 0,0-1-1,0 1 1,-1-1 0,1 1-1,0 0 1,0 0-1,-1 0 1,1-1 0,0 2-1,-1-1 1,1 0 0,-1 0-1,2 2 1,-2-1-6,1 1-1,-1 0 1,0 0-1,0 0 1,0 0 0,-1 0-1,1 0 1,-1 0-1,1 0 1,-1 0 0,0 0-1,0 3 1,-1-2 2,1 1 0,-1-1 1,0 1-1,0-1 0,0 0 1,0 0-1,-1 1 0,0-1 1,0 0-1,0 0 0,-5 6 0,-35 39 52,21-26-41,-62 60 42,50-51-16,-39 47 0,71-77-26,-1 1 0,0-1 1,1 1-1,-1-1 0,1 1 0,-1 0 0,1 0 0,0 0 1,1-1-1,-2 5 0,2-6-4,0-1 0,0 1 0,0 0-1,0 0 1,0 0 0,0-1 0,1 1 0,-1 0 0,0 0 0,0 0 0,1-1 0,-1 1 0,1 0-1,-1-1 1,0 1 0,1 0 0,-1-1 0,1 1 0,0 0 0,-1-1 0,1 1 0,-1-1-1,1 1 1,0-1 0,-1 0 0,1 1 0,0-1 0,0 1 0,-1-1 0,1 0 0,0 0 0,0 1-1,-1-1 1,1 0 0,0 0 0,0 0 0,0 0 0,-1 0 0,1 0 0,1 0 0,57 3 491,0-3 1,0-2 0,61-10 0,-114 11-298,0 0 0,0-1 1,0 0-1,-1 0 0,1 0 0,-1-1 0,1 1 0,9-8 0,-15 12-2365,0 1-1464,-7-1-367,-8-2-4655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46 384,'0'0'4266,"-1"-7"-3031,0-2-690,-1-5 70,1-2 15375,2 21-14947,1 9-612,1 1 1,1-1 0,0 0 0,1 0-1,1-1 1,7 16 0,51 79 1659,-54-91-1855,25 35 474,2-2 0,62 67 0,99 77 364,-15-15-938,-150-142-136,-1 1 0,51 83 0,33 95 0,-111-206 0,15 28 0,-19-36 0,1 0 0,-1 1 0,1-1 0,0 0 0,-1 0 0,1 0 0,0-1 0,0 1 0,0 0 0,0-1 0,1 1 0,2 1 0,-4-3-2,-1 0 1,0-1-1,1 1 0,-1 0 0,0 0 1,1 0-1,-1-1 0,0 1 0,0 0 1,1 0-1,-1-1 0,0 1 0,0 0 1,1-1-1,-1 1 0,0 0 0,0-1 1,0 1-1,0 0 0,0-1 0,1 1 1,-1 0-1,0-1 0,0 1 0,0 0 1,0-1-1,0 1 0,0 0 0,0-1 1,0 1-1,0 0 0,0-1 0,-1 1 1,1-1-1,-7-2-2423,-19 4-1610,-12 8-7935,35-8 11097,1 0 0,0 1 0,-1-1 0,1 1 0,0-1 0,0 1 0,0 0 0,0-1 1,0 1-1,1 0 0,-1 0 0,-2 4 0,3-4 548,0 1-1,0 0 1,0-1 0,0 1-1,0 0 1,0 0 0,1-1-1,-1 5 1,1-1 325,-1 0 0,2 0 0,-1 0 0,1-1 0,-1 1 0,2 0 0,-1-1 0,0 1 0,1-1 0,4 9 0,-5-13 0,-1 1 0,1-1 0,0 0 0,-1 0 0,1 1 0,0-1 0,0 0 0,0 0 0,0 0 0,0 0 0,0 0 0,2 1 0,-2-2 0,-1 0 0,1 0 0,0 0 0,-1-1 0,1 1 0,0 0 0,-1 0 0,1 0 0,0-1 0,-1 1 0,1 0 0,0-1 0,-1 1 0,1-1 0,-1 1 0,1-1 0,-1 1 0,1-1 0,-1 1 0,1-1 0,-1 1 0,0-1 0,1 1 0,-1-1 0,0 0 0,1 1 0,-1-1 0,0 0 0,0 1 0,0-1 0,1 0 0,-1 0 0,0-1 0,35-133 0,-35 133 0,1 1 0,-1 0 0,1-1 0,0 1 0,-1-1 0,1 1 0,0 0 0,0-1 0,0 1 0,0 0 0,0 0 0,0 0 0,0 0 0,0 0 0,3-2 0,-3 3 0,0 0 0,0 0 0,-1-1 0,1 1 0,0 0 0,0 0 0,0 0 0,0 0 0,0 0 0,0 0 0,0 0 0,0 0 0,0 0 0,-1 1 0,1-1 0,0 0 0,0 1 0,0-1 0,1 1 0,2 2 0,1 0 0,-1 1 0,0-1 0,0 1 0,0 0 0,4 6 0,-3-4 0,26 27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25 13238,'0'0'17555,"-19"-5"-16976,-64-14-112,77 19-412,0 0 0,-1 0 1,1 0-1,-1 1 0,1 0 1,0 0-1,0 1 1,-1-1-1,1 1 0,0 1 1,1-1-1,-1 1 0,0 0 1,1 1-1,-1-1 1,-8 9-1,9-9-68,1 0 16,0 1-1,0 0 1,0-1 0,1 1 0,-1 0-1,1 1 1,0-1 0,0 0-1,0 1 1,1 0 0,0 0-1,-3 7 1,4-10-26,1 0 0,-1 0 0,1 1 0,-1-1 0,1 1 0,0-1 0,0 1 0,0-1 1,0 0-1,1 1 0,-1-1 0,0 0 0,1 1 0,0-1 0,-1 0 0,1 1 0,0-1 0,0 0 0,1 0 0,-1 0 0,0 0 0,1 0 0,-1 0 0,1 0 0,0 0 0,-1-1 0,1 1 0,0-1 0,2 2 0,16 8-294,0-1-1,0-2 1,1 0-1,0-1 1,1-1-1,29 5 0,-16-4-695,44 17-1,-78-24 1003,0 0-1,1 0 0,-1 1 0,0-1 1,0 0-1,0 1 0,0-1 0,0 1 1,0-1-1,0 1 0,-1 0 0,1-1 1,0 1-1,0 0 0,0 0 0,-1 0 1,1-1-1,0 1 0,-1 0 0,1 0 1,-1 0-1,1 0 0,-1 0 0,1 0 1,-1 0-1,0 0 0,1 0 0,-1 2 1,0-2 47,-1 1 1,1 0-1,-1 0 0,0-1 1,0 1-1,0 0 1,1-1-1,-1 1 1,-1-1-1,1 1 1,0-1-1,0 0 0,0 1 1,-1-1-1,-1 1 1,-7 6 396,-1-1 1,0 0 0,-16 8-1,-9 2 647,-53 17 0,74-29-1287,-1-1 0,1 0 0,-1-1-1,0-1 1,1-1 0,-25 0 0,38-2-195,0 0 0,1 0 1,-1 0-1,0 0 0,1 0 0,-1-1 1,1 1-1,-1 0 0,1-1 0,0 1 1,0-1-1,-1 0 0,1 1 0,0-1 1,0 0-1,1 1 0,-1-1 0,0 0 1,1 0-1,-1 0 0,1 0 0,-1 0 1,1 0-1,0-3 0,-7-54-14089,7 59 14351,0-45-5735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17080,'0'0'8052,"111"-13"-6996,-76 22-992,3 12-64,4-5-64,-2-1-1361,3-7-1920,-9-6-3474,-3-2-5011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0 15223,'-33'10'1120,"0"0"1,1 3-1,0 0 1,1 3-1,1 0 0,-31 22 1,49-30-793,1 2 1,-1-1-1,2 1 1,-1 1-1,2 0 1,-1 0-1,1 1 1,1 1-1,0-1 1,1 1-1,0 0 1,1 1-1,1-1 1,0 1-1,1 1 1,0-1-1,-1 15 1,2-9-283,1 0 1,0 0-1,2 0 0,0 1 1,2-1-1,0 0 1,1 0-1,1-1 1,1 1-1,0-1 1,15 32-1,-5-25-40,2-1-1,0 0 1,2-2-1,1 0 1,0-1-1,2-1 1,0-1-1,47 32 1,-16-18-31,1-2 1,2-2 0,71 26-1,-50-28-68,1-4-1,0-4 1,2-3 0,0-3-1,0-4 1,1-3 0,147-7-1,-200-3 42,-1 0 1,1-1-1,-1-2 0,0-1 0,0-1 0,-1-1 1,0-2-1,0 0 0,-1-2 0,-1 0 0,43-33 1,-55 37 48,0-1 1,0-1 0,-1 0 0,-1-1 0,0 0-1,0 0 1,-1-1 0,-1 0 0,0-1 0,-1 0-1,-1 0 1,0 0 0,-1-1 0,0 0 0,-1 0-1,-1 0 1,0-1 0,-1 1 0,-1-1-1,0 1 1,-1-1 0,-3-22 0,-1 20 63,0 0 0,-2 0 0,0 0 0,0 1 0,-2 0 0,0 0 1,-1 1-1,-1 0 0,0 0 0,-1 1 0,0 1 0,-18-17 0,-13-10 498,-2 3 0,-76-53-1,44 37 185,-2 4-1,-168-79 1,237 125-818,0 1-1,0 0 1,-1 0 0,1 1-1,-1 0 1,0 1-1,-15-1 1,23 2-98,0 0 1,0 0-1,0 1 0,0-1 1,0 0-1,0 1 0,0-1 1,0 1-1,0 0 0,0-1 1,0 1-1,0 0 0,0 0 1,1 0-1,-1 0 0,0 1 1,1-1-1,-1 0 0,1 1 1,-2 1-1,0 3-1109,0-1 0,0 0 0,0 1-1,1-1 1,-3 9 0,3-7-466,-10 30-14436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22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38 688,'0'0'8700,"-5"0"-7171,2 0-3652,-4 1 3969,-4-3 11430,21-1-11463,29-7-1377,1 2-1,0 1 1,74-1-1,-67 8-405,-46 0-27,0 1 0,-1-1 0,1 1 1,-1-1-1,1 1 0,0 0 1,-1-1-1,1 1 0,-1 0 0,1 0 1,-1-1-1,0 1 0,1 0 1,-1 0-1,0 0 0,0-1 1,1 1-1,-1 0 0,0 0 0,0 0 1,0 0-1,0 0 0,0 0 1,0-1-1,0 1 0,-1 2 0,-1 25 173,0-21-151,0-1 1,-1 0 0,0-1 0,0 1 0,0 0-1,-1-1 1,1 0 0,-8 8 0,-39 38 74,43-45-91,-30 28 44,-32 31-127,63-59 162,0 1 0,1-1 1,0 1-1,0 1 0,1-1 1,0 0-1,0 1 1,-3 11-1,6-18-60,1-1 0,0 1-1,-1 0 1,1 0 0,0 0 0,-1 0 0,1-1-1,0 1 1,0 0 0,0 0 0,0 0 0,0 0 0,0 0-1,0 0 1,0 0 0,0-1 0,0 1 0,1 0-1,-1 0 1,0 0 0,0 0 0,1-1 0,-1 1 0,1 0-1,-1 0 1,1 0 0,-1-1 0,1 1 0,-1 0 0,1-1-1,0 1 1,0 0 0,2 0 16,0 0 0,0-1 0,0 1 1,0-1-1,0 0 0,0 1 0,0-1 0,4-1 0,6 1 159,361-30 2238,-326 24-2513,-44 6 72,-3 0 0,-1 0 0,1 0 0,0 0 0,0 0 0,0 0 0,0 0 0,-1 0 0,1 0 0,0 0 0,0-1 0,0 1 0,-1 0 0,1-1 0,0 1 0,-1 0 0,1-1 0,1 0 0,-1-1-112,12 2-18288,-5 0 9908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29.821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</inkml:brush>
  </inkml:definitions>
  <inkml:trace contextRef="#ctx0" brushRef="#br0">1042 130 288,'0'0'9215,"0"-18"-7830,2-7-771,0-60 5399,-31 83-4489,25 2-1397,-7 1-110,0 0-1,0 0 1,0 1-1,1 0 1,-1 1 0,-13 6-1,-61 30-26,55-23 27,-1-1-22,-109 55 117,-257 90 0,373-155-192,14-4 36,12-3-49,59-25-176,94-35-910,6 21-3176,259-31-1,-419 72 4327,19-3-414,7 0-86,0-1 0,0-1 1,0-2-1,33-12 0,-60 19 548,-1 0 0,1 0 0,0 0 0,-1 0 0,1 0 0,0-1 0,-1 1-1,1 0 1,-1 0 0,1 0 0,0 0 0,-1-1 0,1 1 0,0 0 0,-1 0 0,1-1 0,0 1 0,0 0 0,-1-1-1,1 1 1,0 0 0,0-1 0,-1 1 0,1 0 0,0-1 0,0 1 0,0 0 0,0-1 0,0 1 0,0 0 0,-1-1-1,1 1 1,0-1 0,0 1 0,0 0 0,0-1 0,0 1 0,0-1 0,1 1 0,-1 0 0,0-1 0,0 1 0,0-1-1,0 1 1,0 0 0,0-1 0,1 1 0,-1 0 0,0-1 0,0 1 0,1 0 0,-1-1 0,0 1 0,0 0 0,1 0-1,-1-1 1,0 1 0,1 0 0,-1 0 0,0 0 0,1-1 0,-1 1 0,1 0 0,-1 0 0,1 0 0,-33-3 682,0 1 1,0 2 0,0 1-1,-59 11 1,-236 75 366,202-50-973,70-22-52,10-3 143,-1 2 0,-43 20-1,85-33-174,-7 6-4,11-6-10,1-1 0,-1 0 0,0 1 1,1-1-1,-1 0 0,1 1 0,-1-1 0,0 0 1,1 0-1,-1 1 0,1-1 0,-1 0 0,1 0 1,-1 0-1,1 0 0,-1 0 0,1 0 0,-1 0 1,1 1-1,-1-2 0,1 1 0,-1 0 0,1 0 1,-1 0-1,1 0 0,-1 0 0,1 0 0,-1 0 1,1-1-1,48-2-34,-1-2 0,76-19 0,-2 0-111,295-12-1449,-1 32-3020,-298 4 3582,-143 1 2349,0 2 0,0 0 1,-37 10-1,-82 30 1124,50-14-1558,-206 52 977,-150 44-990,450-125-867,-30 9 16,1 2 0,-32 15 0,60-26-17,0 1 0,0-1 0,0 0-1,0 1 1,0-1 0,0 1 0,0 0 0,0-1 0,0 1 0,0 0 0,0 0 0,0-1 0,0 1 0,1 0 0,-1 0-1,0 0 1,1 0 0,-1 0 0,0 0 0,1 0 0,0 0 0,-1 2 0,2-2-9,-1 0-1,1 0 1,0-1 0,1 1 0,-1 0-1,0-1 1,0 1 0,0-1 0,0 1-1,0-1 1,1 1 0,-1-1 0,0 0-1,0 1 1,1-1 0,-1 0 0,0 0-1,0 0 1,1 0 0,1-1 0,414-11-1819,-282 4 800,92 4 147,-168 4 206,-51 0 497,0 0-52,0 0 1,0 0-1,0 1 0,9 2 0,-16-3 219,0 0 1,0 0-1,0 0 0,0 1 0,0-1 0,-1 0 1,1 1-1,0-1 0,0 1 0,0-1 0,0 1 1,0-1-1,-1 1 0,1-1 0,0 1 0,-1 0 1,1-1-1,0 1 0,-1 0 0,1 0 0,-1 0 1,1 0-1,-1-1 0,1 1 0,-1 0 0,0 0 1,1 0-1,-1 0 0,0 0 0,0 0 0,0 0 1,0 0-1,0 0 0,0 0 0,0 0 0,0 0 1,0 0-1,0 0 0,0 0 0,-1 1 1,-1 2 124,0 0 1,0-1 0,0 1 0,-1-1 0,0 1-1,1-1 1,-1 0 0,0 0 0,0 0 0,-1-1-1,1 1 1,-1-1 0,1 1 0,-1-1 0,-6 2-1,3 1 126,-277 133 4467,193-97-3943,-157 67 797,-176 86 1144,411-187-2626,10-6-68,0 0-1,0 0 1,0 1-1,0-1 1,1 1-1,-1-1 1,1 1-1,-1 0 1,1 0-1,0 0 1,0 1-1,-1-1 1,2 0-1,-5 6 1,6-8-11,0 0 0,0 1 0,0-1 0,0 0 1,0 0-1,0 0 0,0 1 0,0-1 0,-1 0 0,1 0 0,0 1 0,0-1 0,0 0 1,0 0-1,0 1 0,0-1 0,0 0 0,0 0 0,0 0 0,1 1 0,-1-1 0,0 0 1,0 0-1,0 1 0,0-1 0,0 0 0,0 0 0,0 0 0,0 0 0,1 1 0,-1-1 1,0 0-1,0 0 0,0 0 0,0 0 0,1 1 0,-1-1 0,0 0 0,0 0 0,0 0 1,1 0-1,-1 0 0,0 0 0,0 0 0,1 0 0,-1 0 0,0 0 0,0 1 0,0-1 1,1 0-1,-1 0 0,0-1 0,1 1 0,27 3-177,0-1 0,1-2-1,-1-1 1,48-8 0,158-31-841,-132 20 355,2 4 1,132-4 0,-218 21 309,-14 2 358,-28 9 711,-421 144 3586,200-75-2855,227-75-1330,5-3 37,2 2 1,-1-1-1,0 1 0,-14 10 1,26-15-152,-1 0-1,1 0 1,-1 0 0,1 0 0,0 0 0,-1 0 0,1 1 0,0-1 0,-1 0 0,1 0-1,-1 0 1,1 1 0,0-1 0,-1 0 0,1 1 0,0-1 0,0 0 0,-1 1-1,1-1 1,0 0 0,0 1 0,-1-1 0,1 1 0,0-1 0,0 0 0,0 1-1,0-1 1,0 1 0,0-1 0,0 0 0,-1 1 0,1-1 0,0 1 0,1-1-1,-1 1 1,0-1 0,0 0 0,0 1 0,0-1 0,0 1 0,0-1 0,0 0 0,1 1-1,-1-1 1,0 1 0,0-1 0,0 0 0,1 1 0,-1-1 0,21 6-139,40-6-119,-1-2-1,1-3 1,80-18-1,-65 10 141,112-5-1,-157 16-109,-23 1 141,1 0 0,-1 0 0,0 1 0,1 0 0,-1 1 0,1 0 0,-1 0 0,0 1 0,1 0 0,7 4 0,-14-6 41,-1 1 1,0 0-1,0 0 0,1 0 0,-1 0 0,0 0 1,0 0-1,0 0 0,0 1 0,0-1 0,0 0 1,-1 1-1,1-1 0,0 0 0,-1 1 0,1-1 1,-1 1-1,1-1 0,-1 1 0,0-1 1,1 1-1,-1-1 0,0 1 0,0 2 0,-1-1 30,1 0-1,0 0 0,-1 0 0,0-1 0,0 1 1,0 0-1,0 0 0,0-1 0,-1 1 0,1-1 1,-1 1-1,1-1 0,-5 5 0,-14 10 86,0-1 1,-1 0-1,0-2 0,-1-1 0,-27 13 0,-2 1 340,-16 11 183,-185 116 1098,245-148-1626,3-5-41,1 1 0,0 1 0,0-1 0,0 0 0,1 1 0,-1-1 0,0 1 0,1 0 0,0 0 0,-1 0 0,1 0 0,0 0 1,-2 7-1,4-10-26,0 0 1,0 0 0,0 1 0,0-1 0,0 0 0,0 1 0,0-1 0,0 0-1,0 1 1,0-1 0,0 0 0,0 0 0,0 1 0,0-1 0,0 0 0,1 1-1,-1-1 1,0 0 0,0 0 0,0 1 0,0-1 0,1 0 0,-1 0 0,0 0-1,0 1 1,1-1 0,-1 0 0,0 0 0,0 0 0,1 0 0,-1 0 0,0 1-1,1-1 1,16 4-15,27-4-23,-33-1 29,80-3-377,145-26 1,-147 15-273,146-5 1,-231 20 561,2 0-63,-1 0 0,1 0-1,-1 1 1,1 0 0,6 1-1,-11-2 150,-1 1 0,1-1-1,0 0 1,-1 1-1,1-1 1,0 0-1,-1 1 1,1-1 0,-1 1-1,1-1 1,0 1-1,-1-1 1,1 1-1,-1-1 1,1 1-1,-1 0 1,0-1 0,1 1-1,-1 0 1,0-1-1,1 1 1,-1 0-1,0-1 1,0 1-1,0 0 1,1 0 0,-1-1-1,0 1 1,0 0-1,0 0 1,0-1-1,0 1 1,-1 0 0,1 0-1,0-1 1,0 1-1,0 0 1,-1-1-1,1 1 1,0 0-1,-1-1 1,1 1 0,0 0-1,-1-1 1,0 2-1,-4 5 52,0-1-1,-1 0 1,0 0-1,0 0 0,0-1 1,0 1-1,-1-2 1,0 1-1,0-1 1,-9 4-1,4 0 65,-371 177 2426,200-104-1906,128-56-435,5-3 61,0 3-1,2 1 1,-57 41 0,103-65-223,-29 25 342,31-26-356,-1 0 1,0 0 0,0-1 0,1 1 0,-1 0-1,0 0 1,1 0 0,-1 0 0,1 1 0,-1-1-1,1 0 1,0 0 0,-1 0 0,1 0 0,0 0-1,0 0 1,0 1 0,0-1 0,0 0 0,0 0-1,0 0 1,0 0 0,1 0 0,-1 1 0,0-1-1,1 2 1,0-2-15,0 0 0,0 1-1,0-1 1,0 0 0,1 0-1,-1 0 1,0 0-1,0 0 1,1 0 0,-1-1-1,0 1 1,1 0 0,-1-1-1,1 1 1,-1 0 0,1-1-1,-1 0 1,1 1 0,2-1-1,35 0-136,-23 0 62,64-2-698,138-21-1,-84 4-919,223-4 1,-356 23 1668,0 0 1,-1-1-1,1 1 1,0 0-1,-1 0 1,1 0-1,-1 0 1,1 0-1,0 0 1,-1 0-1,1 0 1,-1 1-1,1-1 1,0 0 0,-1 0-1,1 0 1,-1 1-1,1-1 1,0 0-1,-1 1 1,1-1-1,-1 0 1,1 1-1,-1-1 1,0 1-1,1-1 1,-1 1-1,1-1 1,-1 1-1,1 0 1,-1 1 26,-1-1 0,1 0 0,-1 0 0,1 1 0,-1-1 1,1 0-1,-1 0 0,1 0 0,-1 0 0,0 0 0,0 0 0,0 0 0,0 0 0,0 0 0,0 0 0,-1 1 1,-23 16 472,0-1 1,-1-1 0,-1-1 0,-1-2-1,-38 14 1,5-1 232,-406 170 2333,429-173-2381,81-41-931,0-1-1,-1-3 1,39-27 0,-4 4-426,-60 35 562,60-32-61,-1-4-1,103-83 1,-166 114 273,-13 14-68,0 1 1,0 0-1,0 0 1,0-1-1,0 1 1,0 0 0,0-1-1,0 1 1,0 0-1,0 0 1,-1-1-1,1 1 1,0 0-1,0 0 1,0-1-1,0 1 1,0 0-1,0 0 1,-1-1-1,1 1 1,0 0-1,0 0 1,0 0 0,0-1-1,-1 1 1,1 0-1,0 0 1,0 0-1,-1 0 1,1 0-1,0-1 1,0 1-1,-1 0 1,1 0-1,-34-2 626,25 2-683,-63 3 482,-93 17-1,-22 2 562,39-17 61,145-5-1038,1 0 0,-1 0 0,0 0 0,1 0 0,-1 0 0,0 0 0,1-1 0,-1 1 0,1-1 0,-1 0 0,1 0 0,-1 0 0,1 0 0,-1 0 0,1-1 0,0 1 0,0-1 0,0 1 0,-3-3 0,4 1-16,-1 0 1,1 0 0,0 0-1,0 0 1,0 0 0,1 0-1,-1 0 1,1 0 0,0 0 0,-1 0-1,1 0 1,0 0 0,1 0-1,-1 0 1,1 0 0,1-5-1,0-3-53,1 1-1,1 0 1,-1 0-1,2 0 1,-1 0-1,2 1 1,8-14-1,53-59-573,-51 64 465,30-34-443,-2 4 13,-3-1 0,65-101 0,-101 143 537,0-2 0,-1 1 0,-1-1-1,1 1 1,-1-1 0,-1 0 0,0 0 0,2-14 0,-4 22 61,0 0 0,0-1 0,0 1 0,0 0 0,0-1 0,-1 1 0,1 0 0,0-1 0,-1 1 0,1 0 0,-1 0 0,1 0 0,-1-1 1,0 1-1,0 0 0,1 0 0,-1 0 0,0 0 0,0 0 0,0 0 0,0 0 0,0 0 0,0 1 0,0-1 0,0 0 0,0 1 0,-1-1 0,1 1 1,0-1-1,0 1 0,-1-1 0,-1 1 0,-5-2 68,-1 1 1,1 0-1,-1 0 0,-9 1 1,7 0-31,-251 12 1636,180-5-1231,67-5-378,-11-1 28,27-7-156,3-2-24,1 0 0,1 0-1,-1 1 1,1 0 0,1 1-1,12-12 1,54-37-646,-31 25 25,-27 18 436,11-8-147,-1-1-1,27-28 1,-47 44 382,0 0 0,0 0-1,-1-1 1,1 0 0,-2 0 0,1 0 0,-1 0 0,1-1 0,-2 1 0,1-1 0,-1 0 0,0 0 0,0 0-1,-1 0 1,0 0 0,0-9 0,-1 14 44,0 0 1,-1 0-1,0-1 0,1 1 1,-1 0-1,0 0 0,0 1 1,0-1-1,0 0 0,0 0 1,0 0-1,0 1 0,-1-1 0,1 0 1,-1 1-1,1-1 0,-1 1 1,0 0-1,1-1 0,-1 1 1,0 0-1,0 0 0,0 0 0,0 1 1,-3-2-1,-6-2 104,0 1 0,0 1 1,-19-2-1,19 2-56,-49-3 519,-70 3 1,42 2-41,53-5-325,34 4-217,0 1 1,1 0-1,-1-1 0,0 1 0,1 0 1,-1-1-1,1 1 0,-1-1 0,1 1 1,-1-1-1,1 1 0,-1-1 0,1 1 1,-1-1-1,1 0 0,0 1 0,-1-1 1,1 0-1,0 1 0,0-1 0,-1 0 1,1 1-1,0-1 0,0 0 0,0 0 1,0 1-1,0-1 0,0 0 0,0 0 1,0 1-1,0-1 0,0 0 0,0 1 1,1-1-1,-1 0 0,0 1 0,0-1 1,1 0-1,-1 1 0,0-1 0,1 0 1,0 0-1,4-6-42,0 0 0,1 1 0,-1 0 1,1 0-1,1 0 0,-1 1 0,13-9 0,-5 4-8,86-57-615,-65 45 274,-1-2-1,-1 0 1,34-34 0,-65 56 371,1-1 1,-1 1-1,0-1 1,0 1-1,0-1 1,0 0-1,-1 0 1,1 0-1,-1 0 1,0 0-1,0 0 1,0 0-1,0-1 1,0 1-1,-1 0 0,1-4 1,-1 4 30,-1 1 1,1 0 0,-1-1-1,1 1 1,-1 0-1,0 0 1,0-1-1,0 1 1,0 0-1,0 0 1,-1 0-1,1 0 1,0 0-1,-1 0 1,0 1-1,1-1 1,-1 0-1,0 1 1,0-1-1,0 1 1,0 0-1,-3-2 1,-22-10 247,0 1 0,-1 1 0,-51-12 0,40 12 279,-42-17 0,78 27-530,0 0-1,1 0 0,-1 0 0,1-1 1,-1 1-1,1-1 0,0 0 0,0 1 1,-1-1-1,1 0 0,1 0 1,-1 0-1,0-1 0,0 1 0,1 0 1,-1-1-1,1 1 0,0-1 1,0 1-1,0-1 0,-2-4 0,3 4-38,0 0-1,0 0 1,1 0-1,-1 0 0,1 0 1,-1 0-1,1 0 1,0 0-1,0 0 1,0 0-1,0 1 0,1-1 1,-1 0-1,1 1 1,0-1-1,-1 1 0,1-1 1,0 1-1,5-4 1,59-48-1161,-42 36 502,26-25 0,-50 43 686,0 0 0,0 1 0,0-1 0,-1 0 0,1 0 0,0 0 0,0 0 0,0 0 0,0 0 0,-1 0 1,1 0-1,0 0 0,0 0 0,0 0 0,0 0 0,0 0 0,-1 0 0,1 0 0,0 0 0,0 0 0,0 0 1,0-1-1,-1 1 0,1 0 0,0 0 0,0 0 0,0 0 0,0 0 0,0 0 0,0 0 0,-1 0 0,1-1 1,0 1-1,0 0 0,0 0 0,0 0 0,0 0 0,0 0 0,0-1 0,0 1 0,0 0 0,0 0 0,0 0 1,0 0-1,0 0 0,-1-1 0,1 1 0,0 0 0,0 0 0,1 0 0,-1 0 0,0-1 0,0 1 0,0 0 0,0 0 1,0 0-1,0 0 0,0-1 0,0 1 0,0 0 0,-2 0-4,-20 3 161,-1 0-1,1 2 1,0 0-1,1 2 0,-1 0 1,1 1-1,-32 19 1,70-24-534,16-3 119,9-4-85,56-12 1,28-3 44,-1 14 58,241 22 0,-232-8 193,157-10 0,130-36 68,345-33 862,-958 174 1145,86-48-1258,-126 87 0,-228 206-1167,449-339 347,-4 2 28,-28 30 0,40-39 11,1-1-1,-1 1 1,1 0 0,0-1 0,0 1-1,0 1 1,1-1 0,-1 0 0,1 0-1,0 0 1,0 1 0,0-1 0,0 1 0,0-1-1,1 1 1,-1-1 0,1 1 0,0 3-1,0-6-2,1-1-1,-1 1 1,0-1-1,0 1 1,0-1-1,0 1 1,1-1-1,-1 1 1,0-1-1,0 1 1,1-1-1,-1 1 1,1-1-1,-1 1 1,0-1-1,1 1 1,-1-1-1,1 0 0,-1 1 1,1-1-1,-1 0 1,1 0-1,-1 1 1,1-1-1,-1 0 1,1 0-1,-1 0 1,1 1-1,1-1 1,19 3-309,1-2 1,0 0 0,33-3-1,-3 1 0,-32 1 185,-2-1 1,0 1 0,0 1 1,0 1-1,25 5 0,-39-6 127,-1-1 0,1 1 0,-1 0 0,0 1 0,1-1 0,-1 1 0,0-1 0,0 1 0,0 0 0,0 0 0,-1 0 0,1 1 0,0-1 0,-1 1 0,0-1 0,1 1 1,-1 0-1,0 0 0,0 0 0,-1 0 0,1 0 0,-1 0 0,1 1 0,-1-1 0,0 0 0,0 1 0,-1-1 0,1 8 0,-1-6 20,0 0 1,-1 0 0,0 0-1,0 0 1,0 0 0,-1 0-1,0 0 1,1 0-1,-2-1 1,1 1 0,-1-1-1,1 1 1,-1-1 0,0 0-1,-1 0 1,1 0 0,-1-1-1,0 1 1,0-1-1,0 0 1,-4 3 0,-14 9 260,0-2 1,-46 21 0,65-33-232,-94 40 1397,-126 35 1,-108 11 1315,235-63-2073,-3-1-33,39-11-278,-87 32 1,146-44-368,-7 4 18,17-1-156,97-4-525,147-20 0,20-2-708,-244 22 1183,21 0-967,63 5 1,-106-3 983,1 0-1,-1 0 1,1 1-1,-1 0 0,0 1 1,9 3-1,-14-5 153,0 1 0,0-1-1,0 0 1,0 0 0,0 1 0,0 0-1,0-1 1,0 1 0,-1 0 0,1 0-1,-1 0 1,1 0 0,-1 0 0,0 0-1,0 0 1,0 0 0,0 0 0,0 1-1,0-1 1,-1 0 0,1 1 0,-1-1-1,1 4 1,-1-5 30,0 1 0,0 0 0,0 0 0,-1-1 0,1 1 0,0 0 0,-1-1 0,1 1 0,-1 0 0,0-1 0,1 1 0,-1-1 0,0 1 0,0-1 0,0 1 0,0-1 0,0 0 0,0 1 0,-1-1 0,-1 2-1,-35 17 570,36-19-553,-32 12 879,-1-2 1,-63 13-1,-81 3 1190,95-15-1333,-49 6-222,-206 36-2,322-50-538,-38 9 0,52-12 0,0 0 0,0 0 0,0 0 0,0 0 0,1 0 0,-1 1 0,1 0 0,-1-1 0,1 1 0,-1 0 0,1 0 0,0 0 0,-4 5 0,6-6 0,0-1 0,0 0 0,0 1 0,0-1 0,0 0 0,0 1 0,0-1 0,0 1 0,0-1 0,0 0 0,0 1 0,0-1 0,1 0 0,-1 1 0,0-1 0,0 0 0,0 1 0,1-1 0,-1 0 0,0 1 0,0-1 0,0 0 0,1 1 0,-1-1 0,0 0 0,1 0 0,-1 0 0,0 1 0,1-1 0,-1 0 0,0 0 0,1 0 0,-1 0 0,0 1 0,1-1 0,-1 0 0,1 0 0,-1 0 0,0 0 0,1 0 0,0 0 0,20 4 0,55 1-232,86-5 0,-62-2-198,151 2-1749,-250 0 2146,9 1-223,-10-1 255,0 0 1,0 1 0,0-1 0,0 0 0,0 0 0,0 1 0,0-1 0,0 0 0,0 0 0,0 1-1,0-1 1,0 0 0,0 0 0,0 1 0,0-1 0,0 0 0,0 0 0,-1 1 0,1-1 0,0 0-1,0 0 1,0 0 0,0 1 0,0-1 0,-1 0 0,1 0 0,0 0 0,0 1 0,0-1-1,-1 0 1,1 0 0,0 0 0,0 0 0,-1 0 0,1 0 0,0 0 0,0 0 0,-1 1 0,1-1-1,0 0 1,0 0 0,-1 0 0,-20 11 334,0 0 0,0-1 1,-1-1-1,-35 9 0,5-1 306,-33 12-185,-191 77 146,265-101-601,7-4 0,1 1 0,-1-1 0,1 1 0,0 0 0,-1 0 0,1 0 0,0 0 0,0 1 0,1-1 0,-6 6 0,8-8 0,0 0 0,0 0 0,0 0 0,0 0 0,0 1 0,0-1 0,0 0 0,-1 0 0,1 0 0,0 0 0,0 1 0,0-1 0,0 0 0,0 0 0,0 0 0,0 0 0,0 1 0,0-1 0,0 0 0,0 0 0,0 0 0,0 0 0,0 0 0,0 1 0,0-1 0,0 0 0,0 0 0,0 0 0,1 0 0,-1 1 0,0-1 0,0 0 0,0 0 0,0 0 0,0 0 0,0 0 0,0 0 0,1 1 0,-1-1 0,0 0 0,0 0 0,0 0 0,0 0 0,0 0 0,1 0 0,-1 0 0,0 0 0,0 0 0,0 0 0,0 0 0,0 0 0,1 0 0,-1 0 0,0 0 0,0 0 0,0 0 0,0 0 0,1 0 0,-1 0 0,0 0 0,0 0 0,1 0 0,14 2-418,0-1 0,1 0 0,-1-2 0,0 1 0,19-4 0,41-14-5907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2.8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794 1 448,'0'0'17523,"0"4"-16333,-3 103 2908,1-76-3728,-2 1-1,-1-1 0,-11 38 1,-29 71 253,-6-1 0,-123 231 1,152-330-406,-2-1 0,-1-2 0,-34 37 0,40-52 10,-1-2 0,-1 0 0,-2-1 0,1-1 1,-50 28-1,4-11 95,-51 31 1120,156-69-1219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3.4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160 2 1553,'0'0'14358,"-1"0"-13893,0 0-1,-1-1 1,1 1-1,0 0 0,-1 0 1,1 0-1,0 0 1,0 0-1,-1 0 0,1 0 1,0 0-1,-3 1 1,-3 16 826,1 0 0,1 0 0,-5 22 0,-10 35 687,-17 4-484,28-62-1357,1 0-1,0 0 0,1 1 1,1 0-1,0 1 0,-4 28 1,9-45-123,1 0 1,0 0-1,0 0 0,0 0 1,-1 0-1,1 0 1,0 0-1,0 1 1,1-1-1,-1 0 0,0 0 1,0 0-1,0 0 1,1 0-1,-1 0 1,1 0-1,-1 0 0,1 0 1,-1-1-1,1 1 1,-1 0-1,1 0 1,0 0-1,-1 0 0,1-1 1,1 2-1,0-1 29,1-1 0,-1 1-1,0-1 1,1 0 0,-1 1-1,1-1 1,-1 0 0,0 0-1,4-1 1,11 0-128,29 4 163,0 2 1,-1 1-1,0 3 1,52 16-1,-80-20-470,12 3 1005,-16-6-8870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4.1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250 1 6531,'0'0'17587,"-12"11"-16389,-10 10-429,1 2 0,-27 37 0,47-58-763,-13 18 233,-18 36-1,28-48-370,1 1 0,0-1-1,1 0 1,0 1 0,0-1 0,0 1 0,1 0-1,0 10 1,1-18 39,1 1 1,-1-1-1,0 1 0,1-1 0,-1 1 0,1-1 0,-1 1 0,1-1 0,0 1 0,-1-1 0,1 0 1,0 0-1,0 1 0,0-1 0,0 0 0,0 0 0,0 0 0,0 0 0,1 0 0,-1 0 1,2 1-1,35 15-511,-22-11 599,7 3-50,-15-6 39,1 0 0,0 1 0,-1 0 0,0 0 0,0 1-1,0 0 1,0 1 0,8 7 0,-15-12 28,-1-1 1,1 1-1,-1 0 0,1 0 0,-1 0 0,1 0 0,-1-1 1,1 1-1,-1 0 0,0 0 0,1 0 0,-1 0 0,0 0 0,0 0 1,0 0-1,0 0 0,0 0 0,0 0 0,0 0 0,0 0 0,0 0 1,0 0-1,-1 0 0,1 0 0,0 0 0,-1 0 0,1 0 0,-1-1 1,1 1-1,-1 0 0,1 0 0,-1 0 0,1 0 0,-1-1 1,0 1-1,1 0 0,-1-1 0,-2 2 0,-2 2 185,-1 0 0,0-1 0,0 0 1,-10 4-1,9-4-11,-58 26 912,-66 32-392,121-54-1549,17-7-2103,21-8-893,12-17-1224,10-8-2925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4.4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167 1 13014,'0'0'9959,"-21"6"-5906,-64 26-1626,80-30-2344,1 1 0,0 0-1,0 1 1,0-1-1,0 0 1,0 1-1,1 0 1,-1 0-1,1 0 1,0 0-1,1 1 1,-1-1-1,1 1 1,0 0-1,0 0 1,0-1-1,0 1 1,1 0-1,0 0 1,0 1 0,1-1-1,-1 0 1,1 0-1,0 0 1,0 0-1,1 1 1,0-1-1,0 0 1,2 8-1,-2-11-91,0 0-1,1 1 1,-1-1-1,1 0 1,-1 0 0,1 1-1,0-1 1,0 0-1,0-1 1,0 1-1,0 0 1,0-1-1,0 1 1,1-1-1,-1 0 1,1 1 0,-1-1-1,1 0 1,-1-1-1,1 1 1,-1 0-1,1-1 1,0 1-1,-1-1 1,1 0-1,0 0 1,0 0 0,3-1-1,0 1-1,-1 0 0,0-1 0,1 1 0,-1-1 1,0 0-1,0-1 0,1 0 0,-1 1 0,0-2 0,-1 1 0,1 0 0,0-1 0,7-5 0,-5 0 22,-1 0-1,1 0 1,-1 0-1,0-1 1,-1 0-1,6-13 1,-9 17 18,0 1 0,-1-1 0,1 1 0,-1-1 0,0 0 0,0 1 0,0-1 1,-1 0-1,1 0 0,-1 0 0,0 0 0,-1 0 0,1 1 0,-1-1 0,-3-9 0,3 12-6,0 1 1,0-1-1,-1 0 0,1 0 0,-1 1 0,1-1 0,-1 1 1,0 0-1,0-1 0,1 1 0,-1 0 0,0 0 0,0 0 1,0 0-1,0 0 0,0 1 0,-1-1 0,1 0 0,0 1 0,0 0 1,-3-1-1,-48 0-679,52 2 420,0 0 0,-1-1-1,1 1 1,0 0 0,0 0 0,0-1 0,0 1 0,0 0 0,0 0 0,0 0 0,0 0 0,0 0 0,0 1 0,1-1 0,-1 0 0,0 0 0,1 0 0,-1 1 0,1-1 0,0 0 0,-1 1 0,1-1 0,0 0 0,-1 3 0,2 9-4844,26 6-12617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4.7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94 163 512,'0'0'24830,"0"5"-23037,0 12-762,0-4 2161,-14-15-1876,9-1-1310,0 1 0,0-1 1,1 0-1,-1 0 0,1 0 1,0-1-1,0 0 0,0 1 1,0-1-1,1-1 0,0 1 1,-1 0-1,1-1 0,1 0 1,-5-10-1,4 8-6,1 0-1,-1 0 0,2-1 0,-1 1 1,1-1-1,0 0 0,1 1 1,-1-1-1,2 0 0,-1 1 1,2-10-1,-1 16-60,-1-1 1,1 1-1,0-1 1,-1 1-1,1 0 0,0-1 1,0 1-1,0 0 1,0 0-1,0-1 0,0 1 1,0 0-1,1 0 1,-1 0-1,0 0 0,1 0 1,-1 1-1,0-1 1,1 0-1,-1 1 1,1-1-1,-1 1 0,1-1 1,0 1-1,-1 0 1,1 0-1,1-1 0,54 1-7600,-37 1 3664,20-1-4466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5.0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186 0 17064,'0'0'12376,"-11"24"-10634,2-4-1415,-3 4-75,1 0-1,1 1 1,1 0-1,-8 43 1,-28 214-252,18-102 0,25-166-642,-13 66 1623,7-55-3945,-2-2-4389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5.2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55 14054,'0'0'17657,"127"-54"-16937,-87 54-608,2 0-112,-5 6-16,3 6-977,0 1-1039,1-3-1826,-1-8-2401,-8 3-5410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5.6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 5651,'0'0'16951,"16"9"-15507,56 30-132,-62-34-1125,0-1 0,1 0-1,0-1 1,0 0 0,0-1-1,0 0 1,0-1 0,0 0-1,21-1 1,-20 0-189,-16-1-19,1 0-1,-1 0 1,1 0-1,-1-1 1,1 0-1,0 1 1,0-1 0,-4-3-1,-5-2-102,-1-1 176,1 1 193,0 0 0,-1 1 0,1 0 0,-1 1 0,0 0 0,0 1 0,-1 1 0,1 0 0,-21-2 0,33 7-256,0-1-1,0 1 1,1-1-1,-1 1 0,1-1 1,-1 1-1,1-1 1,-1 1-1,1-1 1,0 1-1,0 0 1,0-1-1,0 1 1,0-1-1,0 1 1,1 2-1,-1 2-72,1-1-137,0 0 1,0 0-1,0 0 0,1 0 0,0 0 1,0 0-1,0 0 0,0 0 0,1-1 1,0 1-1,0-1 0,0 0 0,0 0 1,1 0-1,-1 0 0,1-1 0,6 6 1,2 0-1305,0-1 0,0 0 0,0 0 0,1-1 0,17 6 0,24 4-6957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6.0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215 557 7235,'0'0'12097,"-18"-3"-8048,-8-1-2924,13 1-496,-1 1-1,1 0 1,-1 1 0,-25 1 0,35 1-574,0 0 0,0 0 0,0 0 1,1 0-1,-1 1 0,1-1 0,-1 1 0,1 0 0,-1 0 1,1 0-1,0 1 0,0-1 0,0 1 0,0 0 0,0-1 1,1 1-1,-1 1 0,1-1 0,0 0 0,0 0 0,0 1 1,0-1-1,1 1 0,0 0 0,-1-1 0,1 1 0,0 0 0,1 0 1,-1 0-1,1 0 0,-1 0 0,1 0 0,1 0 0,-1-1 1,0 1-1,2 4 0,-2-7-54,0-1-1,1 1 1,-1 0 0,0-1 0,1 1-1,-1-1 1,1 1 0,-1 0 0,0-1-1,1 1 1,0-1 0,-1 1-1,1-1 1,-1 0 0,1 1 0,-1-1-1,1 0 1,0 1 0,-1-1 0,1 0-1,0 0 1,-1 1 0,1-1-1,0 0 1,-1 0 0,2 0 0,23 1-4,-16-2 5,-2 1-18,1-2 0,-1 1 0,0-1 1,1 0-1,-1 0 0,0-1 0,0 0 1,0 0-1,-1 0 0,1-1 0,-1 0 1,0-1-1,0 1 0,0-1 0,8-9 1,5-7-282,0 0 0,28-45 1,-25 30-247,0-1 1,-3-1-1,-1-1 1,14-46 0,-23 59 659,-2 0 1,-1-1 0,-1 0 0,-1 0 0,-2-1 0,0 1 0,-4-43 0,2 70-40,-1-1 0,1 1-1,0 0 1,-1-1 0,1 1 0,-1-1 0,1 1 0,-1 0 0,1 0-1,0-1 1,-1 1 0,1 0 0,-1 0 0,1 0 0,-1-1 0,0 1-1,1 0 1,-1 0 0,1 0 0,-1 0 0,1 0 0,-1 0-1,1 0 1,-1 0 0,1 0 0,-1 0 0,1 1 0,-1-1 0,1 0-1,-1 0 1,1 0 0,-1 1 0,1-1 0,-1 1 0,0-1-2,-2 1 9,0 1 0,0-1-1,0 1 1,0 0 0,0 0-1,1 0 1,-1 1 0,1-1-1,-1 0 1,1 1 0,0 0-1,0 0 1,-3 5 0,-20 46 432,20-42-331,-6 17 72,1 0 0,2 1-1,1 0 1,-6 60 0,7 125-304,6-178 81,0-34-74,0 3 50,0 0-1,0-1 1,1 1 0,-1 0 0,4 10-1,-3-14-128,-1-1-1,1 0 1,0 1-1,-1-1 1,1 0-1,0 0 1,0 0-1,0 1 1,0-1-1,0 0 1,0 0 0,0 0-1,0 0 1,1-1-1,-1 1 1,0 0-1,1 0 1,-1-1-1,0 1 1,1-1-1,-1 1 1,1-1-1,-1 0 1,1 0-1,-1 1 1,1-1-1,1 0 1,-1 0-196,3 0-560,-1 1-1,0-1 1,0 0-1,0-1 1,0 1-1,1-1 1,-1 0-1,0 0 1,0 0-1,0 0 1,5-3-1,27-25-8860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6.2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 1 17128,'0'0'11125,"-23"110"-8356,21-55-1024,-2-1-1745,0 0 0,0 1 0,0-1 0,-1 7 0,3-3-1521,0 1-1872,0-9-2562,-2-10-5314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36.5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1 3458,'0'0'29309,"-38"2"-29309,38 0 0,6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48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35 4690,'0'0'15711,"15"7"-14107,-2-1-1126,0 0 1,20 15-1,-32-19-380,1 0-1,0 0 1,-1 0 0,1 0-1,-1 0 1,0 1-1,1-1 1,-1 1 0,0-1-1,-1 1 1,1-1-1,0 1 1,-1-1 0,1 1-1,-1 0 1,0-1 0,0 1-1,0 0 1,0-1-1,-1 1 1,1 0 0,-1 3-1,-1 5 313,1 2-114,-1-1 1,-1 1 0,0 0 0,-1-1 0,0 1 0,-1-1 0,-8 15-1,-2 0 91,-36 49 0,52-81-462,-1 1 1,1-1 0,0 0 0,0 1-1,4-9 1,11-10-157,2 1-1,0 0 1,1 2 0,27-23-1,6-8 69,-36 36 154,110-108 50,-112 115 414,-12 24 165,-4 3-381,-1 0 1,-1-1-1,0 1 0,-2-1 1,0 0-1,-13 26 0,-8 27 65,20-52-328,2 1-1,1 0 0,-3 22 1,5 3-5267,17-42-7125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48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6467,'0'0'13478,"109"-4"-12277,-80 2-609,-4 0-496,5-1-16,-7-3-80,-2 6-192,-3 0-640,-9 0-1618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48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5811,'0'0'15319,"106"2"-14903,-70-2-416,4 0-961,6 0-2400,8-4-4931,13-5-496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49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74 8148,'0'0'15175,"17"-6"-14500,57-18-35,-73 23-607,1 1 0,0-1 0,0 1 0,0-1 0,0 1 0,0 0 0,0 0 0,0 0 0,0 0 0,0 0 0,0 0 0,0 0 0,0 1 0,0-1 0,0 1 0,0-1 1,-1 1-1,1 0 0,0-1 0,0 1 0,-1 0 0,1 1 0,0-1 0,-1 0 0,1 0 0,-1 1 0,1-1 0,-1 0 0,0 1 0,0 0 0,0-1 0,0 1 0,0 0 0,0-1 0,0 1 0,0 0 0,0 3 0,2 5 57,-1-1-1,0 1 1,-1 0-1,0-1 1,-1 16-1,0-18-11,0-5-62,0 8 15,0-1 0,0 1-1,0 0 1,-2 0 0,1 0-1,-1-1 1,0 1 0,-1-1-1,-6 14 1,9-22-164,1-5-702,0 0 721,0-1 1,1 1-1,0 0 0,0 0 0,0 0 0,0 1 0,0-1 0,1 0 0,0 1 0,0 0 1,0-1-1,0 1 0,0 0 0,7-4 0,-2 0-57,31-26-558,59-37 0,28-24 2347,-125 94-1536,-1 0-1,0 0 0,0 0 0,0 0 1,0 0-1,1 0 0,-1 0 0,0 0 0,0 0 1,0 0-1,1 0 0,-1 0 0,0 0 1,0 0-1,0 0 0,1 0 0,-1 0 0,0 0 1,0 0-1,0 0 0,0 0 0,1 1 1,-1-1-1,0 0 0,0 0 0,0 0 0,0 0 1,0 0-1,1 0 0,-1 1 0,0-1 1,0 0-1,0 0 0,0 0 0,0 0 0,0 1 1,0-1-1,0 0 0,0 0 0,1 0 1,-1 1-1,0-1 0,0 0 0,0 0 0,0 0 1,0 1-1,0-1 0,0 0 0,0 0 1,-1 0-1,1 0 0,0 1 0,0-1 0,0 0 1,0 0-1,0 0 0,0 1 0,0-1 1,0 20 141,0-13 367,-2 9-141,1-1 0,-2 1 0,0-1 0,-8 22 1,-7 39-1854,17-68 33,1-1 0,0 1 0,0 0-1,2 12 1,-2-19 1128,0-1 0,0 1 1,0-1-1,0 1 0,0-1 0,1 1 0,-1-1 0,0 1 0,0-1 0,0 1 0,1-1 0,-1 1 1,0-1-1,1 0 0,-1 1 0,0-1 0,1 0 0,-1 1 0,1-1 0,-1 0 0,1 1 1,0-1-1,20 5-8014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49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6643,'0'0'15591,"11"-1"-14452,24 0-542,229-14-252,-198 10-1791,-4 0-2970,-22 0-3560,-16-1-2501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50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0 6851,'0'0'17501,"0"5"-15838,-2 15-765,-1 1 0,-1-1 1,-2 0-1,1 0 1,-2 0-1,-12 23 1,-9 33-436,17-40-490,2 0 0,2 1 0,1 0 0,2 0-1,0 39 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52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1255 1 3169,'0'0'8322,"-16"18"-6271,-18 22-959,1 1 0,-45 77 0,-442 921 3229,189-356-4613,305-632 234,-87 179-678,86-168-232,-32 110 1,54-153-7,1-1 0,1 1 0,0 0 1,1 21-1,2-39 656,0 0 1,0 0-1,-1 0 1,1 0-1,0 1 1,1-1-1,-1 0 1,0 0-1,0 0 1,0 0-1,1 0 1,-1 0 0,1 0-1,-1 0 1,1 0-1,0 2 1,18 0-7535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54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5 13270,'0'0'17160,"0"-5"-16952,0 12-208,0 1 0,0 5-128,0 1-1249,-2 5-1632,-11-2-1249,-1 6-3393,-3-4-4659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54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1 10213,'0'0'4594,"-73"119"-1521,31-61-480,-2 1-1264,-4-5-1185,2-2-144,6-1-2033,5-12-2625,6-9-4674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52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1 109 3217,'0'0'11584,"19"-18"-9673,59-51-271,-75 67-1448,0-1 0,0 1 0,0 0 1,0 0-1,0 0 0,0 0 0,0 1 0,1-1 0,-1 1 0,7-2 0,-9 3-143,0 0 0,-1 0 0,1 0 1,0 0-1,0 0 0,0 1 0,-1-1 1,1 0-1,0 0 0,0 0 0,-1 1 1,1-1-1,0 0 0,-1 1 0,1-1 0,0 1 1,-1-1-1,1 1 0,-1-1 0,1 1 1,-1-1-1,1 1 0,-1 0 0,1-1 1,-1 1-1,1 0 0,-1-1 0,0 1 1,1 0-1,1 6 147,-1 0 1,0-1 0,-1 1-1,1 0 1,-1 0 0,0-1-1,-2 11 1,1 0 67,1-3-141,-1 1 0,0-1 0,-1 1-1,0-1 1,-1 0 0,-1 0 0,0 0 0,-1-1 0,0 1 0,-1-1 0,-1 0 0,0-1-1,-1 1 1,0-2 0,-14 17 0,7-19-5,15-9-115,0 0 0,-1 0 1,1-1-1,0 1 0,0 0 1,-1 0-1,1 0 0,0-1 1,0 1-1,0 0 0,-1 0 1,1-1-1,0 1 0,0 0 1,0-1-1,0 1 0,-1 0 1,1-1-1,0 1 0,0 0 1,0 0-1,0-1 0,0 1 0,0 0 1,0-1-1,0 1 0,0 0 1,0-1-1,0 1 0,0-1 1,9-32-51,-2 20-2,1 0 0,0 0 1,1 1-1,1 0 0,0 1 1,0 0-1,1 0 0,17-12 1,5-1-29,67-39-1,-84 53 81,1 1-1,0 1 0,0 1 1,1 0-1,0 1 0,0 1 1,36-5-1,-53 10 21,0 0-1,0 0 1,-1 1 0,1-1-1,0 0 1,0 0-1,0 1 1,0-1 0,0 0-1,0 1 1,-1-1 0,1 1-1,0-1 1,0 1 0,-1-1-1,1 1 1,0 0 0,-1-1-1,1 1 1,0 0 0,-1-1-1,1 1 1,-1 0 0,1 0-1,-1 0 1,0 0 0,1-1-1,-1 1 1,0 0-1,0 0 1,1 0 0,-1 0-1,0 0 1,0 0 0,0 0-1,0 0 1,0 0 0,0 0-1,-1 1 1,-6 40 944,2-30-660,0-1 1,-1 1 0,0-2 0,-1 1-1,-14 17 1,12-17-205,1 1 0,-1 0 0,2 1 0,-7 13 0,13-20-450,3-2-4280,9-3-3480,-6-1 8054,24 0-7508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53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5394,'0'0'11248,"5"-5"-9764,0 2-1046,1-1 0,0 1 1,0 0-1,0 0 1,0 1-1,0 0 1,0 0-1,1 0 0,-1 1 1,1 0-1,-1 0 1,1 1-1,-1 0 1,9 0-1,141 0 1653,-122 0-5851,0 0-4015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53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1 6435,'0'0'5867,"-19"2"-2495,-9 0-2182,-16 2 62,-4 8 2912,67-8 652,17-1-3961,225-3 1477,-260 0-2388,2-1-2359,4 1-5334,-2 1 1242,5-1-4824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55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5 10485,'0'0'19017,"0"-5"-18905,-6 20-80,1 2-32,-1 0-385,4-1-1343,-2 5-1490,-4 0-1984,1 0-6243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3:55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801 1 12502,'0'0'5826,"-109"86"-2080,47-32-753,-12 7-1744,-11 5-1217,-18 6-32,-8 5-2625,-10 4-3090,-15 3-5042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1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13 5923,'0'0'26844,"-71"-12"-26844,71 20 0,0 7 0,0-1 0,-7 7 0,-7 2-2961,-5-4-2786,0-2-896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1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0 13302,'0'0'15047,"-73"134"-13430,52-98-1361,-4 1-256,-11 9-512,-16 2-2530,-17 2-2336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07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27 8580,'0'0'14713,"3"-4"-13477,10-13-164,-13 17-1042,0 0 0,0 0 0,0-1 0,0 1 0,0 0 0,-1 0 0,1-1 0,0 1 0,0 0 0,0 0 0,0-1 0,0 1 0,-1 0 0,1 0 0,0 0 0,0-1 0,0 1-1,-1 0 1,1 0 0,0 0 0,0 0 0,0-1 0,-1 1 0,1 0 0,0 0 0,0 0 0,-1 0 0,1 0 0,0 0 0,-1 0 0,1 0 0,0 0 0,0 0 0,-1 0 0,1 0 0,0 0 0,0 0 0,-1 0 0,1 0 0,0 0 0,0 0 0,-1 0 0,1 0 0,0 0 0,0 1 0,-1-1 0,1 0 0,-2 0 124,-21 2-104,0 1 1,0 0-1,0 2 0,1 1 1,-1 1-1,1 0 1,1 2-1,-31 16 0,45-21-108,-1 0-1,1 1 0,1 0 0,-12 10 0,17-14-9,0 0 0,0 1 0,-1-1 0,1 1 0,0-1 0,0 1-1,0-1 1,0 1 0,1 0 0,-1 0 0,0-1 0,0 4 0,1-4 5,0 0 1,0 0 0,0 0-1,1 0 1,-1 0-1,0 0 1,0 0 0,1 0-1,-1 0 1,0 0 0,1-1-1,-1 1 1,1 0-1,-1 0 1,1 0 0,-1 0-1,1-1 1,0 1 0,-1 0-1,1-1 1,0 1 0,0 0-1,0-1 1,-1 1-1,2 0 1,22 11-337,-1 0 0,1-2-1,26 8 1,0 0 166,-27-10 158,-16-6 35,0 0 0,0 0 0,0 1 0,0 0 0,-1 0 0,1 1 0,-1 0 0,0 0 0,10 9 0,-15-12 52,0 0 0,-1 0 0,1 0 0,0 1 0,-1-1 1,1 0-1,-1 1 0,1-1 0,-1 0 0,0 1 0,1-1 0,-1 0 0,0 1 0,0-1 0,0 1 0,0-1 0,0 1 1,0-1-1,-1 0 0,1 1 0,0-1 0,-1 0 0,1 1 0,-1-1 0,0 0 0,1 1 0,-1-1 0,0 0 1,0 0-1,1 0 0,-1 0 0,0 0 0,0 0 0,0 0 0,0 0 0,-1 0 0,1 0 0,0 0 0,-2 0 0,-6 5 219,0-1-1,0-1 0,-1 0 0,-10 4 0,16-7-159,-15 5 195,1 0 0,-1-2 0,-28 4 0,2-6-4078,59-2-14517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08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0 656,'0'0'25292,"-9"69"-23579,7-52-641,-4-3-544,6-3-255,0-1-241,0-1-32,-2-3-161,-2 2-991,-3-1-1201,-1 1-673,2-2-2144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08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62 8324,'0'0'16023,"-25"-61"-16023,25 71-592,0 16-1457,9-1-1825,-3 4-3393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09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1457,'0'0'11573,"5"-4"-9420,-3 2-1675,0 0 0,0 1 0,1-1 0,-1 0 0,1 1 0,-1 0 0,1-1 0,4 0 0,-6 2-340,1-1-1,-1 1 1,0 0 0,0 0-1,0 1 1,0-1 0,0 0-1,0 0 1,0 0 0,0 1-1,0-1 1,0 0 0,0 1 0,0-1-1,0 1 1,0-1 0,0 1-1,-1 0 1,1-1 0,0 1-1,0 0 1,0 0 0,-1-1-1,1 1 1,0 0 0,-1 0-1,1 0 1,-1 0 0,1 0 0,-1 0-1,1 2 1,7 17 181,-1 1 1,-1 0-1,0 0 0,-2 1 1,0 0-1,-2 0 0,0 0 1,-2 0-1,-2 25 0,2-46-317,0 0 0,0 0-1,0 0 1,0 1-1,0-1 1,-1 0-1,1 0 1,0 0 0,-1 0-1,1 0 1,-1 1-1,1-1 1,-1 0-1,1 0 1,-1 0 0,0 0-1,0-1 1,1 1-1,-1 0 1,0 0-1,0 0 1,0-1 0,0 1-1,0 0 1,-2 0-1,0 0-8,0 0-1,-1 0 1,1-1-1,-1 1 1,1-1 0,-1 0-1,-3 0 1,6 0-2,0 0-1,1 0 1,-1 0 0,0 0 0,0-1 0,1 1-1,-1 0 1,0-1 0,0 1 0,1 0 0,-1-1 0,0 1-1,1-1 1,-1 1 0,1-1 0,-1 1 0,1-1-1,-1 1 1,1-1 0,-1 0 0,1 1 0,-1-1 0,1 0-1,-1 0 1,-6-26-309,7 17 190,-1 0-1,1 0 0,2-14 1,1 16 75,-1 0 1,1 0 0,0 1-1,1 0 1,0-1-1,0 1 1,1 1-1,-1-1 1,2 1-1,-1-1 1,1 1-1,-1 1 1,9-7 0,3-1-95,0 0 0,0 1 1,36-18-1,-50 29 163,-1 0 0,1 0 0,-1 0 0,1 0 0,0 0 1,-1 1-1,1-1 0,0 1 0,4-1 0,-6 1 3,0 0 0,0 1 0,0-1 0,0 0 0,0 0 1,0 1-1,0-1 0,0 0 0,-1 1 0,1-1 0,0 1 0,0-1 1,0 1-1,-1 0 0,1-1 0,0 1 0,0 0 0,-1-1 1,1 2-1,1 2 75,0 1 0,0 0 0,-1-1 0,1 1 0,-1 0 0,0-1 0,-1 1 0,1 8 0,-1-9-54,5 114 2113,-3-116-2574,4-1-5024,-3-1 2414,5 0-3852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0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13 2465,'0'0'18198,"-13"2"-14586,295-2 926,-282 0-4522,6-2-9052,8-4 2012,6 0-4032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0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4002,'0'0'13641,"-8"1"-11971,5 0-1345,-22 6 869,7 1 6531,26-6-6722,9 2-835,316 14 2716,-332-18-3030,0-16-16830,6 1 5296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0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8980,'0'0'23454,"2"-1"-23121,2 0-333,-4 1-43,1 0-1,0 1 1,0-1-1,0 0 1,-1 1-1,1-1 1,0 0-1,0 1 1,-1-1-1,1 1 1,0-1-1,-1 1 1,1-1-1,-1 1 1,1-1-1,0 1 1,-1 0-1,1-1 1,-1 1-1,0 0 1,1 0-1,-1-1 1,0 1-1,1 0 1,-1 0-1,0 0 1,0-1-1,1 1 1,-1 0-1,0 2 1,0-2-445,11 38-11896,-5-20 448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1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0 5138,'0'0'21258,"-128"94"-17848,99-69-1874,4 0-911,8 5-625,1 3-1089,-1 5-1200,-4 1-1921,-4-3-3281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4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416 276 5827,'0'0'9593,"0"-19"-8200,-2-61-70,1 72-1047,-1 1 0,0-1 1,0 0-1,-1 0 0,0 1 0,0-1 0,-1 1 0,0 0 0,0 0 0,0 0 0,-1 1 0,0-1 0,-1 1 0,1 1 0,-8-8 0,7 8-59,2 0-98,-1 1-1,0-1 0,0 1 0,0 0 0,-1 0 0,0 0 0,0 1 1,0-1-1,0 2 0,0-1 0,0 1 0,-1 0 0,0 0 1,1 0-1,-1 1 0,0 0 0,1 1 0,-1-1 0,0 1 0,-10 2 1,14-2-109,0 1 1,0 0 0,0 0 0,0 1 0,0-1 0,0 1 0,0 0-1,0-1 1,0 1 0,1 0 0,-1 1 0,1-1 0,0 0 0,-1 1 0,-2 3-1,-26 47 87,25-41-55,-7 18 100,0-1 0,3 2 1,0-1-1,2 1 1,1 1-1,-5 58 0,8 196 551,5-250-651,4 66-15,-1-48-132,-6 108-1,1-161 25,1 0 0,0 0 1,0 0-1,0 0 0,-1 0 0,1 0 0,0 1 1,-1-1-1,1 0 0,-1 0 0,1 0 0,-1 0 1,0 0-1,0-1 0,1 1 0,-1 0 0,0 0 1,0 0-1,0 0 0,0-1 0,0 1 0,0-1 1,0 1-1,-1 0 0,-19 2-8128,7-5-573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5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14231,'0'0'8243,"144"-6"-8115,-98 14-128,-2-2-896,-2-6-2450,-5 0-3521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5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5891,'0'0'16733,"-11"25"-12902,0 3-2895,-47 126 2596,54-142-3142,-9 24-148,2 1 1,1 0-1,2 1 0,2-1 1,-3 47-1,10-83-258,-1 0 1,0 0-1,1 0 1,-1 1-1,1-1 0,-1 0 1,1 0-1,-1 0 1,1 0-1,0 0 0,0 0 1,-1 0-1,1 0 1,0 0-1,0 0 0,0 0 1,0-1-1,0 1 1,0 0-1,0-1 0,1 1 1,-1-1-1,0 1 0,0-1 1,0 1-1,0-1 1,1 0-1,-1 0 0,0 1 1,2-1-1,44 4-1592,-40-4 1211,30 1-1683,36 1-4173,-27-7-3150,-25-3-82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5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11125,'0'0'5491,"124"-34"-2322,-53 28-1712,8 6-1457,5 0-881,-5-2-3425,-2-4-5746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6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430 1 6515,'0'0'12704,"-18"8"-10788,5-3-1541,-6 3 226,-1 1 0,2 0 0,-1 2 0,2 0 0,-23 18-1,15-6-47,2 0-1,0 2 0,2 1 1,0 0-1,2 1 0,1 1 0,2 1 1,-24 56-1,28-53-502,0 0 0,3 0-1,1 1 1,1 1 0,2-1 0,1 1-1,2 0 1,3 57 0,0-80-268,0 0-1,1 0 1,1 0 0,0-1-1,1 1 1,0-1 0,0 1-1,1-1 1,0-1 0,1 1-1,0-1 1,0 0 0,1 0-1,13 12 1,-9-11-661,-1-1 1,1-1-1,1 0 0,0 0 1,0-1-1,23 10 0,44 9-6271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7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307 100 5747,'0'0'15180,"-19"-6"-13353,-66-15-143,79 20-1488,-1 0 0,1 1-1,-1 0 1,0 0 0,1 1 0,-1 0 0,1 0 0,-1 0 0,1 1 0,0 0-1,0 0 1,-1 1 0,1-1 0,1 1 0,-1 1 0,0-1 0,-5 6 0,3-3-14,1 0 0,0 1 0,0 0 0,0 0 0,1 1 0,0-1 0,1 1 0,0 1 0,-8 15 0,10-16-147,1 0 0,-1 0-1,1 0 1,1 0-1,0 1 1,0-1 0,0 0-1,1 1 1,0-1 0,1 0-1,2 15 1,-2-19-45,0 1 0,1-1 0,-1 0 1,1 1-1,0-1 0,0 0 0,0 0 0,1 0 0,-1-1 1,1 1-1,0 0 0,0-1 0,0 0 0,0 0 0,1 0 1,0 0-1,-1 0 0,1-1 0,0 1 0,0-1 0,0 0 1,6 2-1,3-1-62,0 0-1,0-1 1,0 0 0,1-1 0,-1-1 0,0 0-1,1-1 1,-1 0 0,0-1 0,1 0 0,-1-1-1,0-1 1,-1 0 0,1-1 0,14-7 0,-11 2 78,0 0 0,-1-1 0,0 0 0,-1-1 0,0-1 1,13-16-1,-21 22 10,0-1 1,-1 0-1,1 0 0,-2-1 1,1 1-1,-1-1 0,0 0 1,-1 0-1,0 0 0,-1-1 1,1 1-1,-2-1 0,1-12 1,-1 13 17,-1 0 0,-1 1 0,1-1 1,-1 1-1,-1-1 0,0 1 0,0 0 1,-7-16-1,8 21-68,0 0 0,-1 1 0,0-1 1,0 1-1,0-1 0,0 1 0,0 0 0,0 0 1,0 0-1,-1 0 0,1 0 0,-1 0 0,1 1 1,-1-1-1,0 1 0,0 0 0,1 0 0,-1 0 0,0 0 1,0 0-1,0 1 0,0-1 0,0 1 0,0 0 1,0 0-1,0 0 0,-1 0 0,-2 1 0,5-1-124,1 1-1,-1-1 0,1 0 0,-1 1 0,0-1 1,1 1-1,0-1 0,-1 0 0,1 1 0,-1-1 0,1 1 1,0 0-1,-1-1 0,1 1 0,0-1 0,-1 1 1,1-1-1,0 1 0,0 0 0,0-1 0,-1 1 1,1 0-1,0-1 0,0 1 0,0 0 0,0-1 1,0 1-1,0 0 0,1 0 0,1 20-6316,7-7-3181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7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50 4210,'0'0'15580,"-6"-9"-13643,-19-27-275,25 36-1528,0 0 0,0-1 0,0 1 0,0 0 0,0-1 0,0 1 0,-1 0 0,1 0 0,0 0 0,0-1 0,0 1 0,0 0 0,-1 0 0,1 0 0,0-1 0,0 1 0,-1 0 0,1 0 0,0 0 0,0 0 0,-1 0 0,1-1 0,0 1 0,0 0 0,-1 0 0,1 0 0,0 0 0,0 0 0,-1 0 0,1 0 0,0 0 0,-1 0 0,1 0 0,0 0 0,-1 0 0,-2 10 1121,4 15-717,0-19-393,0-1 1,1 1 0,0-1 0,0 0-1,0 1 1,1-1 0,0 0-1,0 0 1,6 8 0,42 42 548,-26-29-490,24 27-99,-2 2 0,50 79 0,-85-115-102,-1 0 0,-1 0-1,0 1 1,-2 0 0,0 1-1,-2 0 1,0 0 0,-1 0-1,-1 1 1,-2 0 0,0 0-1,-1 22 1,-2-35 0,-1 1 1,0-1-1,0 0 1,-1 0-1,0 0 0,-1 0 1,0-1-1,0 1 1,-1-1-1,0 0 0,0 0 1,-1 0-1,0-1 1,-1 0-1,1 0 0,-1-1 1,-12 9-1,-13 8-6,-1-2 1,-65 33-1,83-47 6,-84 41-3,103-50-280,1 2 1,0-1-1,-1 1 1,1-1-1,0 1 1,8 1-1,-6 0-1564,-1-1 0,1 0 0,-1 0-1,1-1 1,10-1 0,11-10-9401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8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22 15127,'0'0'17640,"0"-21"-17640,0 27 0,0 15 0,0 8 0,-7 7 0,5 5-416,-4-3-5491,0-2-1472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18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628 1 12246,'0'0'11621,"-111"106"-5650,71-58-3042,1-2-2929,-3 6 0,-4 5 0,-4 10 0,-11 27 0,-4 27-2481,-14 7-3906,-15 1-464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62 6947,'0'0'8727,"-1"3"-2593,-8 17-5481,3-11-579,0 1 1,1-1-1,0 2 0,1-1 0,0 0 1,1 1-1,0-1 0,0 1 1,1 0-1,1 0 0,0 0 0,0 17 1,1-25-70,1-1 0,-1 1 0,1-1 0,0 0 0,0 1 0,0-1 0,0 0-1,0 1 1,0-1 0,1 0 0,-1 0 0,1 0 0,0 0 0,-1 0 0,1 0 0,0-1 0,0 1 0,0 0 0,0-1 0,0 0 0,0 1 0,1-1 0,-1 0 0,0 0 0,1 0 0,4 0 0,3 3 89,0-2 1,1 0 0,-1 0-1,1 0 1,13-1-1,-20-1-40,0 0-1,-1-1 1,1 1-1,-1-1 0,1 1 1,-1-1-1,1 0 0,-1-1 1,0 1-1,1-1 1,-1 1-1,0-1 0,0 0 1,0 0-1,0 0 1,3-3-1,-2 0-2,0 1 0,-1-1-1,1 0 1,-1 0 0,0 0 0,0-1 0,-1 1-1,1 0 1,0-7 0,2-7 353,-1 0 0,0 0 0,-2-1 1,0-36-1,-2 41-251,1 10-4,-1 0 1,0 0 0,0 0-1,-1 0 1,1 0 0,-2-5-1,1 9-86,0-1-1,1 1 0,-1-1 0,0 1 1,0-1-1,0 1 0,0 0 1,0 0-1,0-1 0,0 1 0,0 0 1,-1 0-1,1 0 0,0 0 1,-1 0-1,1 0 0,-1 1 0,1-1 1,-1 0-1,1 1 0,-1-1 1,-2 1-1,-12-3 286,-1 1 1,1 0-1,-1 2 1,-20 1-1,-1 0-137,38-1-318,0 37-12072,2-24 2527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5 5795,'0'0'13609,"10"-4"-8687,-10 15-3830,-1 0 0,0 0 0,-6 22 0,-2-4-328,-17 37-1,22-58-706,-2 21-629,6-16-9373,0-11 7797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4:52.1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6115,'0'0'13806,"18"-3"-13376,-15 3-418,40-6 120,57-2 1,-96 8-133,-1 0 0,0 0 1,1 0-1,-1 0 0,0 1 0,1-1 0,-1 1 1,0 0-1,0 0 0,0 0 0,0 0 0,6 3 1,-8-2 1,1 0 1,-1 0 0,0 0 0,1-1 0,-1 1-1,0 1 1,0-1 0,0 0 0,0 0 0,-1 0 0,1 0-1,-1 1 1,1-1 0,-1 0 0,0 0 0,0 1-1,0-1 1,0 5 0,0-2 29,0 1 1,0 0-1,0 0 0,-1-1 1,1 1-1,-2 0 0,1-1 0,0 1 1,-1-1-1,0 1 0,-1-1 1,1 0-1,-1 0 0,0 0 0,0 0 1,0-1-1,-1 1 0,0-1 0,-7 8 1,-33 28 1589,43-38-1563,31-2-86,-20 0 23,2-1-81,0 1 0,0 0 1,0 1-1,1 0 0,-1 1 0,0 0 1,0 1-1,-1 0 0,1 1 0,19 9 0,-29-12 107,-1-1 0,0 1 0,1 0-1,-1 0 1,0-1 0,0 1-1,1 0 1,-1 0 0,0 0-1,0 0 1,0 0 0,0 1 0,0-1-1,0 0 1,-1 0 0,1 1-1,0-1 1,-1 0 0,1 1 0,-1-1-1,1 1 1,-1-1 0,1 1-1,-1-1 1,0 1 0,0-1-1,0 1 1,0-1 0,0 1 0,0-1-1,0 1 1,-1-1 0,1 1-1,-1-1 1,1 1 0,-1-1 0,1 0-1,-1 1 1,0-1 0,0 2-1,-3 1 412,0 1-1,0-1 0,0 0 1,0 0-1,-1 0 0,1-1 1,-1 1-1,-10 4 0,8-5-54,0 1 0,0-2 0,-1 1 0,1-1-1,-1 0 1,-8 1 0,-26 0-1758,45-10-9281,6-1 4845,12-5-4712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04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15 1313,'0'-1'621,"0"0"0,0 1 0,1-1 0,-1 0 0,0 0 0,1 0 1,-1 1-1,1-1 0,-1 0 0,1 0 0,-1 1 0,1-1 0,0 1 1,-1-1-1,1 0 0,0 1 0,-1-1 0,1 1 0,0 0 0,1-1 1,-2 1-360,1 0 1,-1 1 0,1-1 0,-1 0-1,1 1 1,-1-1 0,0 1 0,1-1-1,-1 1 1,0-1 0,1 1 0,-1-1 0,0 1-1,0-1 1,0 1 0,1-1 0,-1 1-1,0-1 1,0 1 0,0 0 0,0-1-1,0 1 1,2 46 2553,-2-43-2467,-1 21 512,-1 1 0,-1 0-1,-11 43 1,-32 76 87,15-50-843,23-77-942,7-14 375,-1-1-1,1 1 1,-1 0-1,1 0 1,0-1-1,-1 8 1,15-19-20372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05.3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26 4258,'0'0'11845,"-2"2"-10609,-27 36 1567,-31 52 1,53-79-2553,-4 7 97,0 1 0,2 0-1,-11 30 1,17-41-322,0 0 0,1 0 1,0 1-1,1-1 0,0 1 0,0-1 0,1 1 0,0-1 1,0 1-1,1-1 0,4 16 0,-4-22-27,0 0-1,0 0 1,0 0 0,1 0-1,-1-1 1,1 1 0,-1 0-1,1-1 1,0 0 0,0 1 0,0-1-1,0 0 1,0 0 0,0 0-1,0 0 1,0 0 0,0 0-1,0 0 1,0-1 0,1 1-1,-1-1 1,0 0 0,0 0-1,5 0 1,4 1-8,0-1 0,1-1 0,19-3 0,-21 2 16,-1-1 0,0 0 0,0-1 0,0 0 0,-1-1 0,1 0 0,-1 0 0,14-12 0,-2 0 21,0-1 0,17-23-1,-30 32 54,-1 0-1,0-1 0,-1 0 1,0 0-1,-1 0 0,0-1 1,-1 0-1,0 0 0,0 0 1,-1 0-1,-1 0 0,0 0 1,0 0-1,-1-1 0,0 1 1,-1 0-1,-4-20 0,3 27-3,1 0 0,0 0 0,-1 1-1,1-1 1,-1 0 0,0 1 0,0-1-1,-1 1 1,1 0 0,-1 0 0,1 0 0,-1 0-1,0 0 1,0 1 0,0-1 0,-1 1-1,1 0 1,-1 0 0,1 0 0,-1 0-1,-5-1 1,3 0 54,0 1-1,-1 1 1,0-1-1,1 1 1,-1 0-1,0 0 1,0 1-1,0 0 1,1 0-1,-1 1 1,0 0-1,-7 2 1,11-2-119,1-1 1,-1 1-1,1 0 1,0 0-1,0 1 1,-1-1-1,1 0 1,0 1-1,0-1 0,0 1 1,0 0-1,0 0 1,1 0-1,-1 0 1,1 0-1,-1 0 1,1 0-1,0 0 1,-1 1-1,0 1 0,2-3-441,23-2-5464,-15-9 551,-1-12-4054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27.8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255 0 2289,'0'0'14908,"3"7"-12982,0 0-1536,0 0-1,-1 0 1,0 1-1,-1-1 1,1 0-1,-1 1 1,-1-1 0,1 1-1,-1-1 1,-1 1-1,0-1 1,0 1-1,0-1 1,-1 1-1,0-1 1,0 0-1,-5 10 1,-18 25 319,-1-2 1,-49 57-1,38-52-231,-37 59 0,57-65-200,15-19-89,2-19-187,0-1 1,1 1-1,-1-1 0,0 1 1,0-1-1,0 0 0,1 1 0,-1-1 1,0 1-1,0-1 0,1 1 1,-1-1-1,0 0 0,1 1 1,-1-1-1,1 0 0,-1 1 1,0-1-1,1 0 0,-1 0 1,1 1-1,-1-1 0,1 0 0,-1 0 1,1 0-1,-1 0 0,1 1 1,-1-1-1,1 0 0,0 0 1,24 0 41,-1-1 0,1-1-1,39-8 1,77-25 204,-57 12-191,-31 11-39,70-20 9,-123 34-480,-1 1-1,1-1 1,-1 1-1,0-1 0,0 0 1,0 1-1,0-1 1,0 0-1,0 0 1,0 0-1,-1 0 1,1 0-1,-3 3 1,2-3-436,0-1-1,0 1 1,0-1 0,0 1 0,0-1 0,-1 0 0,1 0 0,0 0 0,0 0 0,-1 0 0,-4 0 0,-10 0-8246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28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1 14919,'0'0'7107,"-54"152"-3121,37-85-1425,7-2-1136,8-6-513,2-7-496,0-4-416,0-4-80,12-6-832,5 1-929,-3-3-1504,-1-3-1794,-3-8-6882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29.1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 57 4946,'0'0'13745,"2"-4"-12379,0 1-1171,1-1 1,0 1-1,0-1 0,0 1 0,0 0 0,0 0 1,1 0-1,-1 1 0,1-1 0,0 1 0,0 0 0,0 0 1,0 0-1,0 0 0,0 1 0,0 0 0,1 0 1,-1 0-1,9-1 0,13-1 225,1 1 1,29 2-1,-38 0-142,-15 0-208,1-1 1,-1 2-1,0-1 1,1 0-1,-1 0 1,0 1-1,0 0 1,1 0-1,-1 0 1,0 0-1,0 0 1,0 1-1,3 1 1,-4-1-62,0 0 0,-1 0 0,1-1 0,-1 1 0,0 0 0,0 1 1,0-1-1,0 0 0,0 0 0,0 0 0,0 1 0,-1-1 0,1 0 1,-1 1-1,0-1 0,0 0 0,0 1 0,0 4 0,0-2 8,1 0-1,-1 0 0,-1 0 1,1 0-1,-1 0 0,1 0 1,-2 0-1,1 0 1,0 0-1,-1 0 0,0 0 1,0-1-1,-1 1 0,1-1 1,-1 1-1,0-1 1,0 0-1,0 0 0,-1 0 1,1-1-1,-7 6 0,-118 86 221,85-66-21,-63 57 1,103-84-180,1 0 1,0-1 0,0 1 0,0 0 1,1-1-1,-1 1 0,0 0 1,1 0-1,0 0 0,-1 0 0,1 0 1,0 0-1,0 1 0,0-1 1,0 0-1,1 0 0,-1 1 0,0 4 1,2-6 36,1-1 1,-1 1-1,1 0 1,-1-1-1,1 1 1,-1-1-1,1 1 1,-1-1-1,1 0 1,-1 0-1,1 0 1,0 0 0,-1 0-1,1 0 1,-1 0-1,4-1 1,1 1 158,26-2 342,0-2-1,0-1 1,0-2 0,39-12 0,19-5-622,36-4 46,-127 29-13,1 0-1,-1 0 1,0 1 0,0-1-1,0 0 1,0 0 0,1 0-1,-2 0 1,1 0 0,0-1-1,0 1 1,0 0 0,0 0-1,0-1 1,-2 2 0,-4-2-6444,3 0 385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1 273 9780,'0'0'11726,"7"20"-10542,19 66-202,-23-80-763,-1 1 1,-1-1-1,1 1 0,-1-1 0,-1 1 0,1-1 0,-1 1 1,0 9-1,-1-1 1994,1-43-2148,4-119-15,-2 124-56,2 0 0,0 0 0,2 0 0,11-31 0,-14 46-1,2-5-25,0 0-1,0 0 1,1 0 0,1 1-1,0 0 1,1 0-1,15-18 1,-21 28-142,0 1 0,1-1 0,-1 1 0,0 0 0,1-1 0,-1 1 0,0 0 0,1 0 0,-1 1 0,1-1 0,0 0 0,-1 1 0,1 0 0,0-1 0,-1 1 0,1 0 0,0 0 0,-1 1 0,1-1 0,-1 1 0,4 0 1,3 1-2345,0 1 0,-1 1 1,1-1-1,12 9 0,7 4-6678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12934,'0'0'6595,"-19"13"-3743,-59 47-1147,72-56-1557,0 2 0,0-1 0,1 1 0,-1-1 0,1 2 0,0-1 0,1 0 1,0 1-1,0 0 0,0 0 0,1 0 0,-3 9 0,3-4-88,1 2-1,0-1 1,1 0-1,0 27 1,1-26-58,0-10-2,0-1-1,1 1 1,-1 0 0,1 0 0,0 0 0,0 0 0,0-1 0,0 1 0,3 5-1,-3-7 0,0 0 0,0-1-1,1 1 1,-1 0-1,0-1 1,1 1-1,-1-1 1,1 0-1,0 0 1,-1 1-1,1-1 1,0 0-1,0 0 1,0 0-1,0-1 1,0 1 0,0 0-1,0-1 1,0 1-1,3-1 1,-1 1-11,1-1 1,-1 1-1,1-1 0,-1 0 1,1-1-1,-1 1 1,1-1-1,-1 0 1,1 0-1,-1 0 0,0-1 1,0 0-1,1 1 1,-1-1-1,0-1 1,-1 1-1,1-1 0,0 1 1,-1-1-1,1 0 1,-1 0-1,5-7 1,-3 4 20,-1-1 0,-1 0 0,1 0-1,-1 0 1,0 0 0,0 0 0,-1 0 0,0-1 0,-1 1 0,1-1 0,-2 0 0,1-14 0,0-7 55,0 22-53,0 0 1,-1-1 0,1 1-1,-2-1 1,1 1 0,-1 0-1,0-1 1,-1 1 0,1 0-1,-2 0 1,1 0 0,-1 0-1,-3-7 1,5 13-128,0 0 1,0 0-1,0 1 0,0-1 0,0 0 1,0 0-1,0 1 0,0-1 0,-1 0 1,1 1-1,0-1 0,0 1 0,-1 0 1,1-1-1,0 1 0,0 0 0,-3 0 1,3-1-189,1 2 1,-1-1-1,0 0 1,0 0-1,1 0 0,-1 0 1,0 0-1,1 1 1,-1-1-1,0 0 1,1 0-1,-1 1 1,0-1-1,1 1 1,-1-1-1,1 0 0,-1 1 1,0-1-1,1 1 1,-1 0-1,0 0 1,-5 16-7544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40 10725,'0'0'13563,"-16"7"-13088,-51 25-77,63-30-374,1 0 0,0 0 0,-1 1-1,1-1 1,0 1 0,0 0 0,0 0 0,1 0 0,-1 0 0,1 0 0,0 1 0,0-1 0,0 1-1,0 0 1,-2 7 0,2-3-20,0 0 0,1 1 0,0-1 0,1 0 0,0 11 0,0-7 1,0-11-10,0 1 0,1-1 1,-1 0-1,0 1 1,0-1-1,1 0 0,-1 0 1,0 1-1,1-1 1,0 0-1,-1 0 0,1 0 1,0 0-1,-1 0 0,1 0 1,0 0-1,0 0 1,0 0-1,0 0 0,0 0 1,0 0-1,0-1 1,2 2-1,0 0 1,1-1 0,0 1 0,-1-1 1,1 0-1,0 0 0,0-1 0,0 1 0,4 0 0,1-1 6,1 0 0,-1-1 0,0 0-1,0 0 1,0 0 0,14-6-1,-17 4 39,0 0-1,0 0 0,0-1 0,-1 1 1,0-2-1,1 1 0,-2 0 1,1-1-1,0 0 0,-1 0 0,0 0 1,0-1-1,-1 0 0,1 1 0,-1-1 1,3-8-1,-3 4 145,1 0-1,-1-1 1,-1 1 0,0 0 0,0-1-1,-1 0 1,0 1 0,-1-1 0,-1-15-1,0 25-198,1-1 0,-1 1 0,1 0-1,-1-1 1,1 1 0,-1 0-1,0-1 1,0 1 0,0 0 0,0 0-1,0 0 1,0 0 0,0 0-1,0 0 1,0 0 0,0 0-1,0 0 1,-1 0 0,1 1 0,0-1-1,-1 1 1,1-1 0,-1 1-1,1-1 1,0 1 0,-1 0 0,1-1-1,-1 1 1,1 0 0,-1 0-1,1 0 1,-1 0 0,1 0-1,-1 1 1,-1-1 0,-3 1-552,0 0 1,-1 0-1,1 0 0,0 1 1,0 0-1,-11 5 1,-30 24-10869,37-21 2388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0 5843,'0'0'12928,"-24"19"-9486,3-3-2664,4-4-285,1 0-1,0 2 0,0 0 1,1 0-1,1 2 0,1 0 0,-23 35 1,18-21-21,1 1 0,1 1 0,2 0 1,1 1-1,2 0 0,1 1 0,2 1 0,1-1 1,2 1-1,-2 49 0,7-82-485,0 0 0,0 0 0,0 0 0,0 0 0,0 0 0,0 0-1,0 0 1,1 0 0,-1 0 0,1-1 0,-1 1 0,1 0 0,0 0 0,0 0 0,1 2 0,0-3-80,0 0 1,1 0 0,-1 0-1,0-1 1,0 1 0,1 0-1,-1-1 1,0 0 0,0 0-1,1 1 1,-1-1 0,1-1-1,2 1 1,11 0-1214,1-1 1,0 0-1,0-1 1,30-9-1,-35 7-870,0 0 0,1-2 1,20-11-1,5-10-7917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5651,'0'0'13206,"173"-25"-13206,-93 25-321,3 0-4097,5 0-5122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0 179 13942,'0'0'2588,"32"-16"-1462,-2-1-583,8-4 449,0 2-1,2 1 0,61-18 1,-44 22-413,1 1 1,1 3-1,0 3 1,88 0-1,-144 7-547,0 0 1,1 0-1,-1 0 0,1 0 0,-1 0 1,1 1-1,-1 0 0,0-1 0,1 1 1,-1 0-1,0 1 0,0-1 0,0 1 1,0-1-1,0 1 0,0 0 0,0 0 1,-1 0-1,1 0 0,0 1 0,-1-1 0,0 1 1,0 0-1,0-1 0,0 1 0,0 0 1,0 0-1,-1 0 0,1 0 0,-1 1 1,0-1-1,0 0 0,0 1 0,0 4 1,5 32 1033,-1 1 0,-2-1 0,-5 75 0,0-34-80,2-33-853,-2-1-1,-2 0 1,-3 0-1,-1-1 1,-2 0 0,-3 0-1,-1-1 1,-2-1-1,-28 54 1,19-56-133,17-31 0,1 1 0,1 0 0,0 0 0,-5 13 0,11-24-66,0-1-1,-1 1 1,1-1 0,0 1 0,0-1-1,0 1 1,-1-1 0,1 1-1,0-1 1,0 1 0,0-1 0,0 1-1,0-1 1,0 1 0,0-1 0,0 1-1,0-1 1,0 1 0,0-1-1,0 1 1,0-1 0,0 1 0,1-1-1,-1 1 1,0-1 0,0 1-1,0-1 1,1 1 0,-1-1 0,0 0-1,1 1 1,-1-1 0,0 1-1,1-1 1,-1 0 0,1 1 0,-1-1-1,1 0 1,-1 0 0,0 1-1,1-1 1,-1 0 0,1 0 0,-1 0-1,1 0 1,-1 1 0,1-1 0,-1 0-1,1 0 1,0 0 0,0 0-353,0 0 0,0 0 0,0-1 1,0 1-1,0 0 0,0 0 1,0-1-1,0 1 0,0 0 0,-1-1 1,1 1-1,0-1 0,0 1 0,0-1 1,-1 1-1,1-1 0,0 0 0,-1 1 1,1-1-1,0 0 0,-1 0 0,1 0 1,1-19-8965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10533,'0'0'19593,"115"23"-18233,-77 4-495,-3 2-497,1 0-320,-5-4-48,-4-4 0,-4 2-112,-2-6-913,-2-2-719,2-5-1186,2-8-1296,0-2-3825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1 18649,'0'0'7619,"-113"41"-3473,88-7-2081,0 4-1777,8-5-288,-2-2 0,5-3 0,5 1 0,-1-4 0,2 2-800,-7-6-2242,-6 0-2384,-12-9-5699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2 14663,'-31'6'1886,"28"-5"-1839,-37 7 1048,1 1 0,0 3 0,1 1 0,-56 27 0,29-4 207,2 3 0,-81 65 0,105-72-1068,1 2 1,2 2-1,2 1 0,-43 60 0,64-78-138,1 0-1,1 1 1,1 0-1,0 0 1,2 1-1,0 1 0,2-1 1,0 1-1,1 0 1,2 1-1,0-1 1,0 35-1,3-42-86,1-1-1,0 0 1,1 1 0,1-1-1,0 0 1,0 0-1,2-1 1,-1 1 0,2-1-1,0 0 1,1 0 0,0-1-1,0 1 1,2-2 0,-1 1-1,2-1 1,-1-1-1,1 1 1,1-2 0,18 14-1,4 0-34,1-2 0,0-1 0,2-2 0,0-1 0,1-2-1,0-2 1,2-1 0,72 12 0,2-8-84,208 3-1,-292-18 159,401-13-762,-386 7 481,0-1 0,0-3 0,-1-1 0,0-2 1,-1-2-1,-1-2 0,64-34 0,-89 40 226,-1 0 0,1-1 0,-1-1 0,-1 0 0,-1-1 0,1-1 0,-2 0 0,0-1 0,-1 0 0,13-22 0,-14 17 40,-1-1-1,0 0 1,-2 0-1,0-1 1,-1 1-1,-1-1 1,-2-1 0,2-27-1,-2 9 154,-3 0 0,-8-75-1,4 94-108,0-1-1,-2 0 0,-1 1 0,0 0 1,-2 1-1,-16-32 0,9 27 147,-1 1-1,-1 1 1,-1 1-1,-1 0 0,-1 2 1,-1 0-1,-1 1 1,-29-19-1,14 14 83,-1 2 0,-1 1 0,-1 3 0,-72-25 0,85 35-508,0 2 1,0 1-1,-44-4 0,55 9-973,0 0 0,-1 2 0,1 0 0,-17 4 0,-13 10-5872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57 5170,'2'1'14298,"-2"-1"-14202,0 0-1,0 0 1,0 0 0,0 0-1,0 0 1,0 0 0,0 0-1,0 0 1,0 0 0,0 0-1,0 0 1,0 0 0,0 0-1,0 1 1,6-5 111,0 1 1,0-1-1,0 0 1,0-1-1,-1 1 1,1-1-1,-1 0 1,8-11-1,-4 8 4095,-9 13-870,-10 20-2327,-240 340 55,-76 130-1162,232-308 2,129-207 0,-27 15-2488,-7-1-7382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1098 50 11157,'-15'-1'824,"-165"0"5077,148 3-4983,1 1 0,-1 2 0,-51 14 0,41-5-224,1 2 0,0 2 0,1 2 0,-55 36 0,43-20-599,1 3-1,-68 66 1,91-77-86,2 1 1,1 1 0,1 1 0,-29 52 0,39-59-10,2 2 0,1-1 1,1 1-1,1 1 0,1 0 0,2 0 0,-4 30 0,6-27 10,2-1-1,1 1 1,1 0 0,2-1-1,6 38 1,-5-53-3,0 0 1,2 0-1,0 0 1,0-1-1,1 1 1,1-1-1,0-1 1,1 1-1,0-2 1,1 1-1,0-1 1,20 19-1,-4-10 2,1-1 0,0-1-1,1-2 1,1 0 0,1-2-1,0-1 1,1-2 0,0 0 0,55 10-1,0-5 1,1-4-1,117 1 0,-42-8 18,195-19 0,-302 8-13,0-2 1,-1-3-1,0-1 1,0-3-1,-2-3 1,0-1 0,72-39-1,-103 46-3,-1 0 0,0-1 1,-1-1-1,-1-1 0,21-23 0,-28 27 47,0-1 0,-2 0 0,1 0 1,-2-1-1,0 0 0,0-1 0,-1 1 0,-1-1 0,4-16 0,-3 1 169,-1 1-1,-1-1 0,-2 0 0,-1 0 0,-1 0 1,-2 0-1,-1 0 0,-1 1 0,-1-1 0,-2 1 1,0 0-1,-2 1 0,-2 0 0,0 0 0,-1 1 1,-27-40-1,4 12 40,-2 2 0,-3 2 0,-55-56 0,60 73-198,-1 1 1,-1 1 0,-1 2-1,-84-46 1,110 69-163,0 0 0,0 1 0,-1 0 0,0 1 0,0 1 0,0 0 0,-19-2 0,25 5-370,0 0 1,1 0-1,-1 0 0,0 1 0,0 0 0,-10 4 1,11-3-360,1 0 1,-1 1 0,1 0 0,-1 0 0,1 0 0,0 0 0,0 1 0,-4 4 0,-23 24-8851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903 1 3906,'0'0'11602,"-12"5"-6789,-22 71 2177,19-39-5505,-22 38 0,-258 354 1031,103-162-2546,146-199 30,-105 163 0,124-185 0,3 1 0,1 2 0,-17 55 0,33-76 0,7-28 0,0 1 0,0-1 0,0 0 0,0 0 0,0 0 0,0 1 0,0-1 0,0 0 0,0 0 0,0 0 0,1 1 0,-1-1 0,0 0 0,0 0 0,0 0 0,0 1 0,0-1 0,0 0 0,1 0 0,-1 0 0,0 0 0,0 0 0,0 1 0,0-1 0,1 0 0,-1 0 0,0 0 0,0 0 0,0 0 0,0 0 0,1 0 0,-1 0 0,0 0 0,0 0 0,1 0 0,-1 0 0,0 0 0,0 0 0,0 0 0,1 0 0,-1 0 0,0 0 0,0 0 0,0 0 0,1 0 0,-1 0 0,0 0 0,0 0 0,0 0 0,1 0 0,-1 0 0,0-1 0,0 1 0,0 0 0,0 0 0,1 0 0,-1 0 0,0 0 0,0-1 0,0 1 0,0 0 0,24-20 219,-5 2-1204,-5 9-3131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8020,'0'0'17797,"3"6"-16193,-1 0-1313,1 1 0,-1 0 0,0 0 0,0 0 0,-1-1 0,0 1 0,0 0 0,-1 1 0,0-1 0,-1 9 0,-13 81 1717,5-45-1871,-6 29-26,1 3-610,10-41-6180,4-76 209,0-18-3332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380 212 14535,'-22'17'1982,"8"-7"-1603,-11 8 776,0 2-1,1 0 1,1 1-1,-37 46 1,37-34-431,2 1 0,1 1 0,1 0 0,2 2 0,2 0 0,-20 76 0,23-59-373,2 0 1,3 1-1,2 0 0,3 84 1,3-125-336,0 1 1,1 0 0,0-1 0,1 0 0,1 0 0,1 0 0,0 0 0,13 26-1,-12-31-15,0 0 0,0 0 0,0 0 0,1-1 0,1 0-1,0-1 1,0 1 0,0-2 0,0 1 0,1-1 0,1 0-1,18 8 1,-8-7-6,0-1 0,1-1 0,0-1 0,0-1 0,0-1 0,0-1 0,34-2 0,-17-1 5,0-2-1,-1-1 0,1-1 0,-2-3 1,1-1-1,-1-1 0,52-25 1,-39 12-3,-2-2-1,0-2 1,-2-1 0,71-63 0,-93 72-14,-2-2 1,-1 0-1,-1-1 0,0-1 1,-2-1-1,-1-1 0,-1 0 1,-1-1-1,-1 0 0,-2-1 1,-1-1-1,-1 1 1,-1-2-1,-2 1 0,0-1 1,-3 0-1,0 0 0,-2 0 1,-1 0-1,-5-35 0,2 44 56,-1-1 0,-1 1-1,-1 1 1,-1-1-1,-1 1 1,-1 0-1,0 1 1,-1 0-1,-2 0 1,1 1 0,-2 1-1,-1 0 1,0 1-1,-1 0 1,-29-24-1,22 23 12,0 1 0,-1 1-1,-1 1 1,0 1-1,-1 1 1,-1 1 0,1 1-1,-1 1 1,-1 2-1,0 0 1,0 2 0,-29-2-1,55 7-70,-1 0 0,1 0 0,-1-1 0,0 1 0,1 0 0,-1 0 0,1 1 1,-1-1-1,0 0 0,1 0 0,-1 1 0,1-1 0,-1 1 0,1 0 0,-1-1 0,1 1 0,-2 1 0,3-2-48,-1 1 1,1-1 0,0 1-1,0 0 1,0-1 0,-1 1-1,1-1 1,0 1-1,0 0 1,0-1 0,0 1-1,0-1 1,0 1-1,0 0 1,1-1 0,-1 1-1,0-1 1,0 1 0,0 0-1,0-1 1,1 1-1,-1-1 1,0 1 0,1-1-1,-1 1 1,0-1-1,1 1 1,0 0 0,2 2-439,0 1 0,0-1 1,1 0-1,0 0 0,-1 0 1,1 0-1,0-1 0,0 1 1,8 2-1,40 7-4623,9-10-2031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3682,'0'0'13881,"19"-1"-7177,-13 8-6151,0-1 0,-1 1-1,0 1 1,0-1 0,-1 1 0,1-1-1,-2 1 1,5 12 0,0-2 64,24 54 1057,152 311-440,117 136-1234,-286-494 0,-2 1 0,12 28 0,-21-41 0,0 1 0,0-1 0,-1 1 0,-1-1 0,0 1 0,0 18 0,6 12 0,-8-41-192,1 0 0,-1-1 0,0 1 0,1 0 1,-1 0-1,0-1 0,-1 1 0,1 0 0,-2 5 0,1-5-552,0 1 0,0-1 1,-1 0-1,0 0 0,0 0 0,0 1 1,0-2-1,0 1 0,0 0 0,-6 4 0,-18 16-7323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712 172 2369,'-23'-3'11888,"11"1"-11040,-100-12 2478,94 13-2521,-1 1 1,1 0-1,0 2 1,0 0-1,-27 6 1,24 0-421,-1 0-1,1 1 1,0 2 0,1 0-1,1 1 1,0 1 0,0 1-1,1 0 1,1 1 0,-26 30-1,23-21-41,0 1-1,1 0 0,2 2 0,1 0 0,1 1 0,1 1 0,-12 36 1,14-22-102,2 1 0,2 0 0,2 0 0,1 1 0,4 88 0,2-111-201,1 0 0,0 0 0,2-1 0,0 1 0,2-1 0,0 1 0,2-2 1,15 34-1,-14-39-35,0 0 1,2 0-1,-1-1 1,2 0-1,0 0 1,0-2-1,1 1 0,1-2 1,0 0-1,1 0 1,17 9-1,-11-10-13,1 0-1,1-1 0,0-1 0,0-1 1,0-1-1,1-1 0,0-1 0,26 1 1,-13-3-48,-1-2 0,1-2 0,0-1 1,62-14-1,-47 3 19,1-3 0,-2-2 1,-1-2-1,0-2 0,-2-2 0,-1-3 1,-1-1-1,79-67 0,-105 78 23,0-2-1,-2 0 0,0-2 1,-1 0-1,-2 0 1,0-2-1,-1 0 1,-2 0-1,0-1 1,-2-1-1,0 0 1,-2 0-1,8-50 1,-12 51 13,-1-1 0,-2 0 1,-1-1-1,0 1 0,-2 0 1,-1 0-1,-2 1 0,0-1 1,-2 1-1,0 0 0,-2 0 1,0 1-1,-2 0 0,-22-36 1,13 31 43,0 1 1,-2 1 0,-1 1 0,-1 1-1,-36-29 1,43 41 40,0 0 1,0 1-1,-1 1 0,-1 1 0,0 0 0,0 1 1,-1 2-1,0 0 0,-40-9 0,58 16-114,-1-1 0,1 1-1,0-1 1,-1 1 0,1 0 0,-1 0-1,1 0 1,-1 0 0,1 1 0,-1-1-1,1 1 1,0-1 0,-1 1 0,1 0 0,0 0-1,-4 2 1,5-2-102,0 0 0,0 1-1,0-1 1,0 1 0,1-1 0,-1 1 0,0-1-1,1 1 1,-1 0 0,1-1 0,-1 1-1,1 0 1,0 0 0,-1-1 0,1 1 0,0 0-1,0-1 1,1 1 0,-1 0 0,0 0-1,1 2 1,0-1-228,0-1 0,-1 1 0,1-1 0,0 1-1,0-1 1,1 0 0,-1 1 0,0-1 0,1 0 0,-1 0-1,1 0 1,0 0 0,0 0 0,0 0 0,0-1 0,0 1-1,0-1 1,0 1 0,0-1 0,1 0 0,-1 1 0,0-1-1,1-1 1,4 2 0,41 12-8140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6 1617,'0'0'15682,"0"-6"-13244,-3 8 1406,-9 14-3185,-1-1-1,-1-1 0,0 0 0,-1 0 0,-18 11 0,16-12-263,1-1 0,1 2-1,0 0 1,-24 30 0,38-42-384,0-1 0,0 1 0,0 0-1,0-1 1,0 1 0,0 0 0,0 0 0,1-1 0,-1 1-1,0 0 1,1 0 0,0 0 0,-1 0 0,1 0-1,0 0 1,0 3 0,1-4-10,-1 0 1,1 0-1,-1 0 1,1 0-1,-1 0 0,1 0 1,-1 0-1,1 0 0,0 0 1,0-1-1,-1 1 1,1 0-1,0 0 0,0-1 1,0 1-1,0 0 0,0-1 1,0 1-1,0-1 0,0 0 1,1 1-1,7 1-6,0 0 1,1 0-1,-1-2 0,0 1 1,14-1-1,-13 0 27,350-10-94,-343 9-1011,-44 5-16730,12-4 9054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1 1985,'0'0'23245,"-6"4"-22615,3-1-549,1-2 4,-1 1 0,1-1-1,0 1 1,0 0-1,0 0 1,0 0 0,1 0-1,-1 0 1,1 0 0,-1 0-1,1 1 1,0-1 0,-1 1-1,1-1 1,1 1-1,-1-1 1,0 1 0,0-1-1,1 5 1,-16 82 1686,2-12-3718,13-25-5286,1-51 6938,0-1 0,0 1 0,0-1 0,0 0-1,0 1 1,0-1 0,0 1 0,0-1 0,1 1 0,-1-1-1,0 0 1,0 1 0,0-1 0,0 1 0,1-1-1,-1 0 1,0 1 0,0-1 0,1 0 0,-1 1 0,0-1-1,1 0 1,-1 0 0,1 1 0,17 1-11286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46 384,'0'0'4266,"-1"-7"-3031,0-2-690,-1-5 70,1-2 15375,2 21-14947,1 9-612,1 1 1,1-1 0,0 0 0,1 0-1,1-1 1,7 16 0,51 79 1659,-54-91-1855,25 35 474,2-2 0,62 67 0,99 77 364,-15-15-938,-150-142-136,-1 1 0,51 83 0,33 95 0,-111-206 0,15 28 0,-19-36 0,1 0 0,-1 1 0,1-1 0,0 0 0,-1 0 0,1 0 0,0-1 0,0 1 0,0 0 0,0-1 0,1 1 0,2 1 0,-4-3-2,-1 0 1,0-1-1,1 1 0,-1 0 0,0 0 1,1 0-1,-1-1 0,0 1 0,0 0 1,1 0-1,-1-1 0,0 1 0,0 0 1,1-1-1,-1 1 0,0 0 0,0-1 1,0 1-1,0 0 0,0-1 0,1 1 1,-1 0-1,0-1 0,0 1 0,0 0 1,0-1-1,0 1 0,0 0 0,0-1 1,0 1-1,0 0 0,0-1 0,-1 1 1,1-1-1,-7-2-2423,-19 4-1610,-12 8-7935,35-8 11097,1 0 0,0 1 0,-1-1 0,1 1 0,0-1 0,0 1 0,0 0 0,0-1 1,0 1-1,1 0 0,-1 0 0,-2 4 0,3-4 548,0 1-1,0 0 1,0-1 0,0 1-1,0 0 1,0 0 0,1-1-1,-1 5 1,1-1 325,-1 0 0,2 0 0,-1 0 0,1-1 0,-1 1 0,2 0 0,-1-1 0,0 1 0,1-1 0,4 9 0,-5-13 0,-1 1 0,1-1 0,0 0 0,-1 0 0,1 1 0,0-1 0,0 0 0,0 0 0,0 0 0,0 0 0,0 0 0,2 1 0,-2-2 0,-1 0 0,1 0 0,0 0 0,-1-1 0,1 1 0,0 0 0,-1 0 0,1 0 0,0-1 0,-1 1 0,1 0 0,0-1 0,-1 1 0,1-1 0,-1 1 0,1-1 0,-1 1 0,1-1 0,-1 1 0,1-1 0,-1 1 0,0-1 0,1 1 0,-1-1 0,0 0 0,1 1 0,-1-1 0,0 0 0,0 1 0,0-1 0,1 0 0,-1 0 0,0-1 0,35-133 0,-35 133 0,1 1 0,-1 0 0,1-1 0,0 1 0,-1-1 0,1 1 0,0 0 0,0-1 0,0 1 0,0 0 0,0 0 0,0 0 0,0 0 0,0 0 0,3-2 0,-3 3 0,0 0 0,0 0 0,-1-1 0,1 1 0,0 0 0,0 0 0,0 0 0,0 0 0,0 0 0,0 0 0,0 0 0,0 0 0,0 0 0,-1 1 0,1-1 0,0 0 0,0 1 0,0-1 0,1 1 0,2 2 0,1 0 0,-1 1 0,0-1 0,0 1 0,0 0 0,4 6 0,-3-4 0,26 27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25 13238,'0'0'17555,"-19"-5"-16976,-64-14-112,77 19-412,0 0 0,-1 0 1,1 0-1,-1 1 0,1 0 1,0 0-1,0 1 1,-1-1-1,1 1 0,0 1 1,1-1-1,-1 1 0,0 0 1,1 1-1,-1-1 1,-8 9-1,9-9-68,1 0 16,0 1-1,0 0 1,0-1 0,1 1 0,-1 0-1,1 1 1,0-1 0,0 0-1,0 1 1,1 0 0,0 0-1,-3 7 1,4-10-26,1 0 0,-1 0 0,1 1 0,-1-1 0,1 1 0,0-1 0,0 1 0,0-1 1,0 0-1,1 1 0,-1-1 0,0 0 0,1 1 0,0-1 0,-1 0 0,1 1 0,0-1 0,0 0 0,1 0 0,-1 0 0,0 0 0,1 0 0,-1 0 0,1 0 0,0 0 0,-1-1 0,1 1 0,0-1 0,2 2 0,16 8-294,0-1-1,0-2 1,1 0-1,0-1 1,1-1-1,29 5 0,-16-4-695,44 17-1,-78-24 1003,0 0-1,1 0 0,-1 1 0,0-1 1,0 0-1,0 1 0,0-1 0,0 1 1,0-1-1,0 1 0,-1 0 0,1-1 1,0 1-1,0 0 0,0 0 0,-1 0 1,1-1-1,0 1 0,-1 0 0,1 0 1,-1 0-1,1 0 0,-1 0 0,1 0 1,-1 0-1,0 0 0,1 0 0,-1 2 1,0-2 47,-1 1 1,1 0-1,-1 0 0,0-1 1,0 1-1,0 0 1,1-1-1,-1 1 1,-1-1-1,1 1 1,0-1-1,0 0 0,0 1 1,-1-1-1,-1 1 1,-7 6 396,-1-1 1,0 0 0,-16 8-1,-9 2 647,-53 17 0,74-29-1287,-1-1 0,1 0 0,-1-1-1,0-1 1,1-1 0,-25 0 0,38-2-195,0 0 0,1 0 1,-1 0-1,0 0 0,1 0 0,-1-1 1,1 1-1,-1 0 0,1-1 0,0 1 1,0-1-1,-1 0 0,1 1 0,0-1 1,0 0-1,1 1 0,-1-1 0,0 0 1,1 0-1,-1 0 0,1 0 0,-1 0 1,1 0-1,0-3 0,-7-54-14089,7 59 14351,0-45-5735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17080,'0'0'8052,"111"-13"-6996,-76 22-992,3 12-64,4-5-64,-2-1-1361,3-7-1920,-9-6-3474,-3-2-5011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0 15223,'-33'10'1120,"0"0"1,1 3-1,0 0 1,1 3-1,1 0 0,-31 22 1,49-30-793,1 2 1,-1-1-1,2 1 1,-1 1-1,2 0 1,-1 0-1,1 1 1,1 1-1,0-1 1,1 1-1,0 0 1,1 1-1,1-1 1,0 1-1,1 1 1,0-1-1,-1 15 1,2-9-283,1 0 1,0 0-1,2 0 0,0 1 1,2-1-1,0 0 1,1 0-1,1-1 1,1 1-1,0-1 1,15 32-1,-5-25-40,2-1-1,0 0 1,2-2-1,1 0 1,0-1-1,2-1 1,0-1-1,47 32 1,-16-18-31,1-2 1,2-2 0,71 26-1,-50-28-68,1-4-1,0-4 1,2-3 0,0-3-1,0-4 1,1-3 0,147-7-1,-200-3 42,-1 0 1,1-1-1,-1-2 0,0-1 0,0-1 0,-1-1 1,0-2-1,0 0 0,-1-2 0,-1 0 0,43-33 1,-55 37 48,0-1 1,0-1 0,-1 0 0,-1-1 0,0 0-1,0 0 1,-1-1 0,-1 0 0,0-1 0,-1 0-1,-1 0 1,0 0 0,-1-1 0,0 0 0,-1 0-1,-1 0 1,0-1 0,-1 1 0,-1-1-1,0 1 1,-1-1 0,-3-22 0,-1 20 63,0 0 0,-2 0 0,0 0 0,0 1 0,-2 0 0,0 0 1,-1 1-1,-1 0 0,0 0 0,-1 1 0,0 1 0,-18-17 0,-13-10 498,-2 3 0,-76-53-1,44 37 185,-2 4-1,-168-79 1,237 125-818,0 1-1,0 0 1,-1 0 0,1 1-1,-1 0 1,0 1-1,-15-1 1,23 2-98,0 0 1,0 0-1,0 1 0,0-1 1,0 0-1,0 1 0,0-1 1,0 1-1,0 0 0,0-1 1,0 1-1,0 0 0,0 0 1,1 0-1,-1 0 0,0 1 1,1-1-1,-1 0 0,1 1 1,-2 1-1,0 3-1109,0-1 0,0 0 0,0 1-1,1-1 1,-3 9 0,3-7-466,-10 30-14436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62 6947,'0'0'8727,"-1"3"-2593,-8 17-5481,3-11-579,0 1 1,1-1-1,0 2 0,1-1 0,0 0 1,1 1-1,0-1 0,0 1 1,1 0-1,1 0 0,0 0 0,0 17 1,1-25-70,1-1 0,-1 1 0,1-1 0,0 0 0,0 1 0,0-1 0,0 0-1,0 1 1,0-1 0,1 0 0,-1 0 0,1 0 0,0 0 0,-1 0 0,1 0 0,0-1 0,0 1 0,0 0 0,0-1 0,0 0 0,0 1 0,1-1 0,-1 0 0,0 0 0,1 0 0,4 0 0,3 3 89,0-2 1,1 0 0,-1 0-1,1 0 1,13-1-1,-20-1-40,0 0-1,-1-1 1,1 1-1,-1-1 0,1 1 1,-1-1-1,1 0 0,-1-1 1,0 1-1,1-1 1,-1 1-1,0-1 0,0 0 1,0 0-1,0 0 1,3-3-1,-2 0-2,0 1 0,-1-1-1,1 0 1,-1 0 0,0 0 0,0-1 0,-1 1-1,1 0 1,0-7 0,2-7 353,-1 0 0,0 0 0,-2-1 1,0-36-1,-2 41-251,1 10-4,-1 0 1,0 0 0,0 0-1,-1 0 1,1 0 0,-2-5-1,1 9-86,0-1-1,1 1 0,-1-1 0,0 1 1,0-1-1,0 1 0,0 0 1,0 0-1,0-1 0,0 1 0,0 0 1,-1 0-1,1 0 0,0 0 1,-1 0-1,1 0 0,-1 1 0,1-1 1,-1 0-1,1 1 0,-1-1 1,-2 1-1,-12-3 286,-1 1 1,1 0-1,-1 2 1,-20 1-1,-1 0-137,38-1-318,0 37-12072,2-24 2527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5 5795,'0'0'13609,"10"-4"-8687,-10 15-3830,-1 0 0,0 0 0,-6 22 0,-2-4-328,-17 37-1,22-58-706,-2 21-629,6-16-9373,0-11 7797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6115,'0'0'13806,"18"-3"-13376,-15 3-418,40-6 120,57-2 1,-96 8-133,-1 0 0,0 0 1,1 0-1,-1 0 0,0 1 0,1-1 0,-1 1 1,0 0-1,0 0 0,0 0 0,0 0 0,6 3 1,-8-2 1,1 0 1,-1 0 0,0 0 0,1-1 0,-1 1-1,0 1 1,0-1 0,0 0 0,0 0 0,-1 0 0,1 0-1,-1 1 1,1-1 0,-1 0 0,0 0 0,0 1-1,0-1 1,0 5 0,0-2 29,0 1 1,0 0-1,0 0 0,-1-1 1,1 1-1,-2 0 0,1-1 0,0 1 1,-1-1-1,0 1 0,-1-1 1,1 0-1,-1 0 0,0 0 0,0 0 1,0-1-1,-1 1 0,0-1 0,-7 8 1,-33 28 1589,43-38-1563,31-2-86,-20 0 23,2-1-81,0 1 0,0 0 1,0 1-1,1 0 0,-1 1 0,0 0 1,0 1-1,-1 0 0,1 1 0,19 9 0,-29-12 107,-1-1 0,0 1 0,1 0-1,-1 0 1,0-1 0,0 1-1,1 0 1,-1 0 0,0 0-1,0 0 1,0 0 0,0 1 0,0-1-1,0 0 1,-1 0 0,1 1-1,0-1 1,-1 0 0,1 1 0,-1-1-1,1 1 1,-1-1 0,1 1-1,-1-1 1,0 1 0,0-1-1,0 1 1,0-1 0,0 1 0,0-1-1,0 1 1,-1-1 0,1 1-1,-1-1 1,1 1 0,-1-1 0,1 0-1,-1 1 1,0-1 0,0 2-1,-3 1 412,0 1-1,0-1 0,0 0 1,0 0-1,-1 0 0,1-1 1,-1 1-1,-10 4 0,8-5-54,0 1 0,0-2 0,-1 1 0,1-1-1,-1 0 1,-8 1 0,-26 0-1758,45-10-9281,6-1 4845,12-5-4712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15 1313,'0'-1'621,"0"0"0,0 1 0,1-1 0,-1 0 0,0 0 0,1 0 1,-1 1-1,1-1 0,-1 0 0,1 0 0,-1 1 0,1-1 0,0 1 1,-1-1-1,1 0 0,0 1 0,-1-1 0,1 1 0,0 0 0,1-1 1,-2 1-360,1 0 1,-1 1 0,1-1 0,-1 0-1,1 1 1,-1-1 0,0 1 0,1-1-1,-1 1 1,0-1 0,1 1 0,-1-1 0,0 1-1,0-1 1,0 1 0,1-1 0,-1 1-1,0-1 1,0 1 0,0 0 0,0-1-1,0 1 1,2 46 2553,-2-43-2467,-1 21 512,-1 1 0,-1 0-1,-11 43 1,-32 76 87,15-50-843,23-77-942,7-14 375,-1-1-1,1 1 1,-1 0-1,1 0 1,0-1-1,-1 8 1,15-19-20372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26 4258,'0'0'11845,"-2"2"-10609,-27 36 1567,-31 52 1,53-79-2553,-4 7 97,0 1 0,2 0-1,-11 30 1,17-41-322,0 0 0,1 0 1,0 1-1,1-1 0,0 1 0,0-1 0,1 1 0,0-1 1,0 1-1,1-1 0,4 16 0,-4-22-27,0 0-1,0 0 1,0 0 0,1 0-1,-1-1 1,1 1 0,-1 0-1,1-1 1,0 0 0,0 1 0,0-1-1,0 0 1,0 0 0,0 0-1,0 0 1,0 0 0,0 0-1,0 0 1,0-1 0,1 1-1,-1-1 1,0 0 0,0 0-1,5 0 1,4 1-8,0-1 0,1-1 0,19-3 0,-21 2 16,-1-1 0,0 0 0,0-1 0,0 0 0,-1-1 0,1 0 0,-1 0 0,14-12 0,-2 0 21,0-1 0,17-23-1,-30 32 54,-1 0-1,0-1 0,-1 0 1,0 0-1,-1 0 0,0-1 1,-1 0-1,0 0 0,0 0 1,-1 0-1,-1 0 0,0 0 1,0 0-1,-1-1 0,0 1 1,-1 0-1,-4-20 0,3 27-3,1 0 0,0 0 0,-1 1-1,1-1 1,-1 0 0,0 1 0,0-1-1,-1 1 1,1 0 0,-1 0 0,1 0 0,-1 0-1,0 0 1,0 1 0,0-1 0,-1 1-1,1 0 1,-1 0 0,1 0 0,-1 0-1,-5-1 1,3 0 54,0 1-1,-1 1 1,0-1-1,1 1 1,-1 0-1,0 0 1,0 1-1,0 0 1,1 0-1,-1 1 1,0 0-1,-7 2 1,11-2-119,1-1 1,-1 1-1,1 0 1,0 0-1,0 1 1,-1-1-1,1 0 1,0 1-1,0-1 0,0 1 1,0 0-1,0 0 1,1 0-1,-1 0 1,1 0-1,-1 0 1,1 0-1,0 0 1,-1 1-1,0 1 0,2-3-441,23-2-5464,-15-9 551,-1-12-4054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255 0 2289,'0'0'14908,"3"7"-12982,0 0-1536,0 0-1,-1 0 1,0 1-1,-1-1 1,1 0-1,-1 1 1,-1-1 0,1 1-1,-1-1 1,-1 1-1,0-1 1,0 1-1,0-1 1,-1 1-1,0-1 1,0 0-1,-5 10 1,-18 25 319,-1-2 1,-49 57-1,38-52-231,-37 59 0,57-65-200,15-19-89,2-19-187,0-1 1,1 1-1,-1-1 0,0 1 1,0-1-1,0 0 0,1 1 0,-1-1 1,0 1-1,0-1 0,1 1 1,-1-1-1,0 0 0,1 1 1,-1-1-1,1 0 0,-1 1 1,0-1-1,1 0 0,-1 0 1,1 1-1,-1-1 0,1 0 0,-1 0 1,1 0-1,-1 0 0,1 1 1,-1-1-1,1 0 0,0 0 1,24 0 41,-1-1 0,1-1-1,39-8 1,77-25 204,-57 12-191,-31 11-39,70-20 9,-123 34-480,-1 1-1,1-1 1,-1 1-1,0-1 0,0 0 1,0 1-1,0-1 1,0 0-1,0 0 1,0 0-1,-1 0 1,1 0-1,-3 3 1,2-3-436,0-1-1,0 1 1,0-1 0,0 1 0,0-1 0,-1 0 0,1 0 0,0 0 0,0 0 0,-1 0 0,-4 0 0,-10 0-8246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1 14919,'0'0'7107,"-54"152"-3121,37-85-1425,7-2-1136,8-6-513,2-7-496,0-4-416,0-4-80,12-6-832,5 1-929,-3-3-1504,-1-3-1794,-3-8-6882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5:46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 57 4946,'0'0'13745,"2"-4"-12379,0 1-1171,1-1 1,0 1-1,0-1 0,0 1 0,0 0 0,0 0 1,1 0-1,-1 1 0,1-1 0,0 1 0,0 0 0,0 0 1,0 0-1,0 0 0,0 1 0,0 0 0,1 0 1,-1 0-1,9-1 0,13-1 225,1 1 1,29 2-1,-38 0-142,-15 0-208,1-1 1,-1 2-1,0-1 1,1 0-1,-1 0 1,0 1-1,0 0 1,1 0-1,-1 0 1,0 0-1,0 0 1,0 1-1,3 1 1,-4-1-62,0 0 0,-1 0 0,1-1 0,-1 1 0,0 0 0,0 1 1,0-1-1,0 0 0,0 0 0,0 0 0,0 1 0,-1-1 0,1 0 1,-1 1-1,0-1 0,0 0 0,0 1 0,0 4 0,0-2 8,1 0-1,-1 0 0,-1 0 1,1 0-1,-1 0 0,1 0 1,-2 0-1,1 0 1,0 0-1,-1 0 0,0 0 1,0-1-1,-1 1 0,1-1 1,-1 1-1,0-1 1,0 0-1,0 0 0,-1 0 1,1-1-1,-7 6 0,-118 86 221,85-66-21,-63 57 1,103-84-180,1 0 1,0-1 0,0 1 0,0 0 1,1-1-1,-1 1 0,0 0 1,1 0-1,0 0 0,-1 0 0,1 0 1,0 0-1,0 1 0,0-1 1,0 0-1,1 0 0,-1 1 0,0 4 1,2-6 36,1-1 1,-1 1-1,1 0 1,-1-1-1,1 1 1,-1-1-1,1 1 1,-1-1-1,1 0 1,-1 0-1,1 0 1,0 0 0,-1 0-1,1 0 1,-1 0-1,4-1 1,1 1 158,26-2 342,0-2-1,0-1 1,0-2 0,39-12 0,19-5-622,36-4 46,-127 29-13,1 0-1,-1 0 1,0 1 0,0-1-1,0 0 1,0 0 0,1 0-1,-2 0 1,1 0 0,0-1-1,0 1 1,0 0 0,0 0-1,0-1 1,-2 2 0,-4-2-6444,3 0 385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449 6 4418,'0'0'17136,"4"-2"-15434,10-2 423,-25 10 698,-20 9-2248,-49 26-347,30-16-324,-89 59 1,137-82 19,0-1 0,0 0 0,0 1 0,0 0 0,1-1 0,-1 1 0,1 0 0,-1 0 0,1 0 0,0 0 0,-1 0 0,1 0 0,-1 3 0,2-4 23,0 0 1,0 0-1,0 0 0,0 0 1,1 0-1,-1-1 1,0 1-1,1 0 1,-1 0-1,0-1 0,1 1 1,-1 0-1,1 0 1,-1-1-1,1 1 1,-1 0-1,1-1 0,0 1 1,-1-1-1,1 1 1,0-1-1,-1 1 1,1-1-1,0 1 0,0-1 1,-1 0-1,1 1 1,0-1-1,0 0 0,0 0 1,0 0-1,-1 0 1,1 1-1,0-1 1,0 0-1,1-1 0,32 8-530,-3-2 110,32 11 1,-55-13 448,1-1 0,-1 2-1,-1-1 1,1 1 0,0 1-1,-1-1 1,0 1-1,12 11 1,-17-15 36,-1 1 0,1-1 0,-1 1 1,1 0-1,-1-1 0,0 1 0,1 0 0,-1 0 0,0 0 1,0 0-1,0 0 0,-1 0 0,1 1 0,0-1 0,-1 0 1,0 0-1,1 0 0,-1 1 0,0-1 0,0 0 0,0 1 1,0-1-1,-1 0 0,1 0 0,-1 0 0,1 1 0,-1-1 0,0 0 1,1 0-1,-1 0 0,0 0 0,-1 0 0,1 0 0,0 0 1,-2 1-1,-5 6 226,0 0 0,-1-1 0,0 0-1,0-1 1,-13 8 0,14-9-81,-22 14 106,0-1-1,-1-2 1,-1-1 0,-1-1-1,0-1 1,-66 16-1,99-30-298,-1 0-1,1 0 0,0 0 1,0 0-1,0 0 0,-1 0 1,1 0-1,0 0 1,0 0-1,-1 0 0,1 0 1,0 0-1,0 0 0,-1 0 1,1 0-1,0 0 0,0 0 1,0 0-1,-1 0 0,1 0 1,0 0-1,0 0 0,0 0 1,-1 0-1,1 0 0,0-1 1,0 1-1,0 0 0,-1 0 1,1 0-1,0 0 0,0-1 1,0 1-1,0 0 0,0 0 1,-1 0-1,1-1 0,0 1 1,0 0-1,0 0 0,0 0 1,0-1-1,0 1 0,0 0 1,0 0-1,0-1 0,0 1 1,4-14-1766,4 1 187,1 0-1,0 1 1,1 0 0,15-14-1,-22 23 1174,46-47-6673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86 816,'0'0'21992,"2"21"-20218,-1 5-1264,-1-4-85,1-1 0,2 1 0,0-1 1,7 26-1,-10-45-435,0 0 0,1-1 1,-1 1-1,1 0 0,-1-1 0,1 1 1,0-1-1,0 1 0,0-1 0,0 1 1,0-1-1,0 0 0,0 1 0,0-1 1,0 0-1,0 0 0,1 0 0,-1 0 1,1 0-1,-1 0 0,0 0 0,1 0 0,0 0 1,-1-1-1,1 1 0,-1-1 0,1 1 1,0-1-1,-1 0 0,1 1 0,0-1 1,0 0-1,-1 0 0,1 0 0,0-1 1,-1 1-1,1 0 0,0-1 0,-1 1 1,1-1-1,0 1 0,-1-1 0,1 0 1,1 0-1,5-4-134,1 0 0,-1 0 0,0-1 0,0 1 1,-1-2-1,8-6 0,12-15-305,0 0-64,1 1-1,1 1 1,40-27-1,-54 47 304,-7 11 284,-6 23 452,-3-16-353,2-4-142,0-1-1,0 1 0,1 0 0,0-1 1,1 0-1,-1 1 0,1-1 0,0 0 1,1 0-1,0-1 0,0 1 0,1-1 1,-1 0-1,10 9 0,-9-9-59,0-1-1,0 0 1,0-1 0,1 1-1,0-1 1,0 0 0,0-1-1,0 1 1,1-1-1,-1 0 1,1-1 0,0 0-1,-1 0 1,1 0 0,0-1-1,8 1 1,-13-3 33,0 1 0,-1-1 0,1 1-1,-1-1 1,1 0 0,-1 0 0,1 0 0,-1 0 0,1 0 0,-1 0-1,0-1 1,0 1 0,0 0 0,0 0 0,0-1 0,0 1 0,0-1 0,0 1-1,0-1 1,0 0 0,-1 1 0,1-1 0,-1 1 0,1-1 0,-1 0-1,0 0 1,0-2 0,7-52 534,-6 31-37,0 3-7,0 0 0,-1-1 0,-1 1 0,-1 0 0,-10-44 0,11 65-598,7 15-4173,-3-11 3725,0-1 0,1 0 0,-1 0 0,0 0-1,1 0 1,-1-1 0,1 1 0,-1-1 0,1 0 0,0 0-1,-1 0 1,6 0 0,52 1-5516,-44-2 4356,54 1-3453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1 1921,'0'0'20695,"-14"5"-19135,9-3-1420,-12 4 354,0 0 0,1 1 0,0 1 0,-27 19 0,33-20-194,-19 14 705,-34 32 0,56-47-943,1 0 0,0 0 0,0 1-1,1 0 1,0 0 0,0 0 0,1 1-1,0 0 1,0 0 0,1 0 0,-3 9 0,6-16-83,-1 0 0,1 0 0,0 0 0,-1 0 1,1 0-1,0 0 0,0 0 0,0 0 0,0 0 1,0 0-1,0 0 0,0 0 0,1 0 0,-1 0 1,0 0-1,0 0 0,1 0 0,-1 0 0,1-1 1,-1 1-1,1 0 0,-1 0 0,1 0 1,-1 0-1,1 0 0,0-1 0,0 1 0,-1 0 1,1-1-1,1 2 0,1-1-41,-1-1 0,1 1 0,-1 0 0,1-1 0,-1 1 0,1-1 0,0 0 0,-1 0 0,1 0 0,0 0 0,4-1 0,6-2-136,0 0-1,-1-1 1,1 0 0,11-7 0,-3 2 91,-10 4 129,-1 0 1,1 0-1,-1-1 0,0-1 0,16-12 1,-30 20 1407,-5 8-209,6-4-1460,0 1-1,0-1 0,1 1 0,0-1 0,0 1 1,1-1-1,-1 1 0,1 0 0,1 0 0,-1 8 1,1-12 67,0 1 1,0-1-1,1 1 1,-1-1 0,1 0-1,-1 1 1,1-1 0,0 0-1,0 1 1,0-1 0,0 0-1,1 0 1,-1 0 0,1 0-1,-1 0 1,1 0-1,-1 0 1,1-1 0,0 1-1,0 0 1,0-1 0,0 0-1,0 1 1,0-1 0,0 0-1,4 1 1,5 2-1878,1-1 0,-1 0 0,1 0 0,0-2 0,19 2 0,22-3-7008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129 225 15303,'0'0'2126,"-13"23"601,1-3-1931,-2 4 183,1 0 0,1 1 0,1 1 0,-12 43-1,14-25-6,1 0-1,-3 82 0,9 17-6292,2-137 4850,0-29-10267,3-76 4705,6-1 3556,44-196 4976,-47 271-1281,0 1 0,2 1 0,1-1-1,1 1 1,24-41 0,-29 56-770,0 1-1,0 0 1,1 1 0,0-1-1,0 1 1,0 0-1,1 0 1,0 1-1,0 0 1,1 0-1,-1 1 1,1 0 0,0 0-1,0 1 1,0 0-1,1 0 1,-1 1-1,1 0 1,-1 1 0,11-1-1,-14 1-146,0 1 0,0 0 0,1 0 0,-1 0 0,0 1 0,0-1 0,0 1 1,0 1-1,10 2 0,-13-2-202,0-1 1,0 1-1,0-1 1,0 1 0,-1 0-1,1 0 1,0 0-1,-1 0 1,1 0 0,-1 0-1,0 0 1,0 0-1,0 0 1,0 1 0,0-1-1,0 0 1,-1 1-1,1-1 1,-1 1 0,0-1-1,1 1 1,-1 2-1,0 0 51,1 0 0,-1 1 0,-1-1 0,1 0 0,-1 0 0,1 1 0,-1-1 0,-1 0 0,1 0 0,-1 0 0,0 0 0,0 0 0,-1 0 0,1-1 0,-1 1 0,0-1 0,-4 5 0,0-1 68,-1-1 1,0 0-1,-1 0 1,0-1-1,0 0 1,0 0-1,-15 6 1,8-7-330,0 0 0,0 0 0,0-2 1,-1 0-1,1-1 0,-1 0 0,0-1 1,-33-4-1,6 2-4890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693 0 9268,'-30'26'5528,"-76"66"-439,-165 185 0,220-213-3652,-67 112 1,100-145-1135,2 0 1,1 1-1,1 1 1,2 1 0,2 0-1,-9 46 1,14-50-216,1 0 0,1 1 0,2-1-1,1 0 1,2 1 0,6 34 0,-7-55-129,1 0 0,1-1 0,0 1 0,0-1 0,1 0 0,0 0 0,1 0 0,0 0 0,0-1 0,1 0 0,0 0 0,0 0 0,1-1 0,0 0 0,0 0 0,1-1 0,0 0 0,0 0 0,0-1 0,1 0 0,-1 0 0,16 5 0,-3-4-788,1-1 1,0-1 0,0-1 0,0 0-1,1-2 1,-1-1 0,1-1 0,29-4-1,-40 3-395,0-1-1,0 0 1,-1-1-1,15-6 1,43-27-8794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28 7828,'0'0'15417,"-13"1"-13330,5 0-1906,0 0 0,1 0 0,-1 1 0,1 0 0,-1 0 0,1 1 0,0 0 0,0 0 0,0 1 0,0 0 0,1 0 0,-1 0 0,-8 8 0,2 1 133,0 1-1,1-1 1,1 2 0,0 0-1,1 0 1,-15 29-1,20-31-217,0-1-1,1 1 0,0 0 1,1 1-1,0-1 0,1 0 0,1 1 1,0-1-1,2 26 0,-1-36-97,1 1 1,0-1-1,-1 1 0,1-1 0,1 0 1,-1 1-1,0-1 0,1 0 0,-1 0 0,1 0 1,0 0-1,0 0 0,1 0 0,-1-1 1,0 1-1,1-1 0,-1 1 0,1-1 0,0 0 1,0 0-1,0 0 0,0-1 0,0 1 1,0-1-1,1 1 0,-1-1 0,0 0 0,1-1 1,3 2-1,9 0-101,0 1 0,0-2 0,0 0 0,31-3 0,-37 0 67,0 0 1,0 0-1,0 0 0,0-2 1,-1 1-1,0-1 0,1 0 0,-1-1 1,-1 0-1,1-1 0,-1 1 1,0-2-1,0 1 0,-1-1 1,1 0-1,-2-1 0,1 1 1,-1-2-1,0 1 0,-1 0 1,0-1-1,0 0 0,-1 0 1,0-1-1,0 1 0,-1-1 1,-1 0-1,0 0 0,0 0 0,-1 0 1,1-19-1,-2 13 172,-1 1 0,0-1-1,-1 1 1,-1 0 0,-1 0 0,-7-22-1,10 33-85,-1 0-1,1 0 1,-1 0-1,0 0 1,-1 0-1,1 0 1,-1 0 0,1 1-1,-1 0 1,0-1-1,0 1 1,-1 0-1,1 0 1,-1 0-1,0 1 1,1 0-1,-1-1 1,0 1-1,0 0 1,0 1-1,-1-1 1,1 1-1,0 0 1,-1 0 0,1 0-1,-1 0 1,-4 1-1,7 0-120,0 0 0,0 0 0,0 1 0,0-1 0,-1 1 0,1-1 0,0 1 0,0 0 0,0 0 0,0 0 0,0 0 0,1 0 0,-1 0 0,0 1 0,0-1 0,1 0 0,-1 1 0,1-1 0,-1 1 0,1 0 0,0 0 0,-1-1 0,1 1 0,0 0 0,0 0 0,1 0 0,-1 0 0,0 0 0,0 0 0,0 4 0,-1 6-923,0 0 1,1 1-1,0-1 0,1 15 0,0-17-5,1 34-4681,2-2-3100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437 1 14407,'0'0'6194,"-136"140"-2144,78-86-2705,-5 3-1345,2-3-96,1-8-2193,1-10-4194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88 4114,'0'0'14977,"0"0"-14801,-1 0-1,1 0 1,0 0-1,0 0 1,0 0-1,0 1 1,-1-1-1,1 0 1,0 0-1,0 0 1,0 0-1,0 0 1,-1 0-1,1 0 1,0 0-1,0 0 1,0 0-1,-1 0 1,1 0-1,0 0 1,0 0-1,0 0 1,0-1-1,-1 1 1,1 0-1,0 0 1,0 0-1,0 0 1,0 0-1,-1 0 1,1 0-1,0 0 1,0-1-1,0 1 1,0 0-1,0 0 1,0 0-1,-1 0 1,1 0-1,0-1 1,4-2 81,-1 0-1,1 1 1,0-1 0,0 1 0,0 0 0,0 0 0,1 0 0,-1 0 0,0 1-1,1 0 1,5-1 0,2 0-79,0 1 0,0 0 0,16 1-1,-26 0-167,0 1-1,0-1 0,0 1 0,0 0 0,0 0 0,0 0 0,0 0 0,0 0 1,0 0-1,0 0 0,-1 1 0,1-1 0,-1 1 0,1-1 0,-1 1 0,1-1 1,-1 1-1,0 0 0,0 0 0,0 0 0,0 0 0,0 0 0,0 0 0,0 0 1,-1 0-1,1 0 0,-1 0 0,1 3 0,2 8 8,-1 1-1,-1 0 1,0 15-1,0-6 17,0-3-5,0 0 1,-4 22-1,3-37-22,-1 0 0,0-1 0,0 1 0,0-1 0,-1 1 0,1-1 0,-1 0 0,0 1 0,0-1 0,-1 0 0,1 0 0,-1 0 0,0-1 0,-5 6 0,8-8-6,-1-1 0,1 0-1,0 0 1,0 0-1,0 0 1,0 0 0,0 0-1,0 1 1,-1-1-1,1 0 1,0 0 0,0 0-1,0 0 1,0 0-1,0 0 1,-1 0 0,1 0-1,0 0 1,0 0-1,0 0 1,0 0 0,-1 0-1,1 0 1,0 0 0,0 0-1,0 0 1,0 0-1,-1 0 1,1 0 0,0 0-1,0 0 1,0 0-1,0 0 1,-1 0 0,1 0-1,0 0 1,0 0-1,0 0 1,0 0 0,0-1-1,-1 1 1,1 0-1,0 0 1,0 0 0,0 0-1,-2-12-100,3-15-168,-1 26 260,3-13-137,0-1 0,1 1 0,1-1-1,0 1 1,1 0 0,1 1 0,0 0 0,17-24 0,-7 13 24,1 2 0,1 0-1,36-32 1,-47 47 168,-6 4 3,1 1-1,-1-1 0,1 1 0,0-1 1,0 1-1,0 0 0,0 1 1,0-1-1,0 0 0,0 1 1,1 0-1,-1-1 0,1 1 0,-1 1 1,1-1-1,3 0 0,-6 2 8,-1 0 0,1-1-1,0 1 1,-1 0-1,1 0 1,-1 0-1,1 0 1,-1 0 0,0 0-1,1 0 1,-1 0-1,0 0 1,1 0 0,-1 0-1,0 0 1,0 0-1,0 0 1,0 0 0,0 0-1,0 0 1,-1 2-1,1 1 99,0 224 1951,1-223-2287,0 0 1,0 0-1,0-1 0,0 1 0,1-1 1,0 1-1,0-1 0,0 0 1,0 1-1,6 6 0,5 5-4050,2-5-3920,-5-7-3349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6787,'0'0'13844,"13"-2"-12534,347-26 3820,-333 28-4986,-26 0-2,9 0-4222,26-1-4396,-4-4 1343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 3282,'0'0'12736,"-8"-4"-7774,6 7-1501,-9 24-1480,2 1 0,-8 31 0,-8 63 353,-11 41-2285,35-162-113,1-1 1,0 1-1,0-1 0,-1 1 1,1 0-1,0-1 0,0 1 1,-1 0-1,1-1 0,0 1 1,0-1-1,0 1 0,0 0 1,0-1-1,0 1 0,0 0 1,0-1-1,0 1 1,1 0-1,-1-1 0,0 1 1,0-1-1,0 1 0,1 0 1,-1-1-1,0 1 0,1-1 1,-1 1-1,1-1 0,-1 1 1,0-1-1,1 1 0,-1-1 1,1 1-1,-1-1 0,1 0 1,-1 1-1,1-1 0,0 0 1,-1 1-1,1-1 0,-1 0 1,1 0-1,0 0 0,0 1 1,2-1-475,-1 0 1,1-1-1,-1 1 1,0 0-1,1-1 0,-1 0 1,0 1-1,0-1 1,1 0-1,-1 0 1,0 0-1,3-3 0,28-25-7967,7-6-4431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4338,'0'0'13497,"5"-1"-12630,0 2-698,0-1 0,0 1 0,0 0 0,0 0 0,0 1 0,-1-1 0,1 1 0,0 0 0,-1 1 0,1-1 0,-1 1 0,0 0 0,0 0 0,0 0 0,5 5 0,10 11 932,28 34 0,-21-20-657,-1 1 1,-2 2-1,-2 0 0,-1 2 0,-1 0 0,-3 1 1,-1 1-1,-2 0 0,-2 1 0,-1 0 0,-2 1 1,-3 0-1,0 0 0,-3 0 0,-3 45 0,-1-67-322,-1-1 0,0 1 1,-2-1-1,0 0 0,-1 0 0,-1-1 0,-1 0 0,0 0 0,-1-1 0,-1 0 0,-1 0 0,0-1 0,-1 0 0,-22 21 0,-15 8-36,-1-2 0,-108 72 0,142-105-123,-46 28 37,64-38-1383,5 2-3348,-1-10-1817,0-7-3680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13 5923,'0'0'26844,"-71"-12"-26844,71 20 0,0 7 0,0-1 0,-7 7 0,-7 2-2961,-5-4-2786,0-2-896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0 13302,'0'0'15047,"-73"134"-13430,52-98-1361,-4 1-256,-11 9-512,-16 2-2530,-17 2-2336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27 8580,'0'0'14713,"3"-4"-13477,10-13-164,-13 17-1042,0 0 0,0 0 0,0-1 0,0 1 0,0 0 0,-1 0 0,1-1 0,0 1 0,0 0 0,0 0 0,0-1 0,0 1 0,-1 0 0,1 0 0,0 0 0,0-1 0,0 1-1,-1 0 1,1 0 0,0 0 0,0 0 0,0-1 0,-1 1 0,1 0 0,0 0 0,0 0 0,-1 0 0,1 0 0,0 0 0,-1 0 0,1 0 0,0 0 0,0 0 0,-1 0 0,1 0 0,0 0 0,0 0 0,-1 0 0,1 0 0,0 0 0,0 0 0,-1 0 0,1 0 0,0 0 0,0 1 0,-1-1 0,1 0 0,-2 0 124,-21 2-104,0 1 1,0 0-1,0 2 0,1 1 1,-1 1-1,1 0 1,1 2-1,-31 16 0,45-21-108,-1 0-1,1 1 0,1 0 0,-12 10 0,17-14-9,0 0 0,0 1 0,-1-1 0,1 1 0,0-1 0,0 1-1,0-1 1,0 1 0,1 0 0,-1 0 0,0-1 0,0 4 0,1-4 5,0 0 1,0 0 0,0 0-1,1 0 1,-1 0-1,0 0 1,0 0 0,1 0-1,-1 0 1,0 0 0,1-1-1,-1 1 1,1 0-1,-1 0 1,1 0 0,-1 0-1,1-1 1,0 1 0,-1 0-1,1-1 1,0 1 0,0 0-1,0-1 1,-1 1-1,2 0 1,22 11-337,-1 0 0,1-2-1,26 8 1,0 0 166,-27-10 158,-16-6 35,0 0 0,0 0 0,0 1 0,0 0 0,-1 0 0,1 1 0,-1 0 0,0 0 0,10 9 0,-15-12 52,0 0 0,-1 0 0,1 0 0,0 1 0,-1-1 1,1 0-1,-1 1 0,1-1 0,-1 0 0,0 1 0,1-1 0,-1 0 0,0 1 0,0-1 0,0 1 0,0-1 0,0 1 1,0-1-1,-1 0 0,1 1 0,0-1 0,-1 0 0,1 1 0,-1-1 0,0 0 0,1 1 0,-1-1 0,0 0 1,0 0-1,1 0 0,-1 0 0,0 0 0,0 0 0,0 0 0,0 0 0,-1 0 0,1 0 0,0 0 0,-2 0 0,-6 5 219,0-1-1,0-1 0,-1 0 0,-10 4 0,16-7-159,-15 5 195,1 0 0,-1-2 0,-28 4 0,2-6-4078,59-2-14517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0 656,'0'0'25292,"-9"69"-23579,7-52-641,-4-3-544,6-3-255,0-1-241,0-1-32,-2-3-161,-2 2-991,-3-1-1201,-1 1-673,2-2-2144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62 8324,'0'0'16023,"-25"-61"-16023,25 71-592,0 16-1457,9-1-1825,-3 4-3393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1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1457,'0'0'11573,"5"-4"-9420,-3 2-1675,0 0 0,0 1 0,1-1 0,-1 0 0,1 1 0,-1 0 0,1-1 0,4 0 0,-6 2-340,1-1-1,-1 1 1,0 0 0,0 0-1,0 1 1,0-1 0,0 0-1,0 0 1,0 0 0,0 1-1,0-1 1,0 0 0,0 1 0,0-1-1,0 1 1,0-1 0,0 1-1,-1 0 1,1-1 0,0 1-1,0 0 1,0 0 0,-1-1-1,1 1 1,0 0 0,-1 0-1,1 0 1,-1 0 0,1 0 0,-1 0-1,1 2 1,7 17 181,-1 1 1,-1 0-1,0 0 0,-2 1 1,0 0-1,-2 0 0,0 0 1,-2 0-1,-2 25 0,2-46-317,0 0 0,0 0-1,0 0 1,0 1-1,0-1 1,-1 0-1,1 0 1,0 0 0,-1 0-1,1 0 1,-1 1-1,1-1 1,-1 0-1,1 0 1,-1 0 0,0 0-1,0-1 1,1 1-1,-1 0 1,0 0-1,0 0 1,0-1 0,0 1-1,0 0 1,-2 0-1,0 0-8,0 0-1,-1 0 1,1-1-1,-1 1 1,1-1 0,-1 0-1,-3 0 1,6 0-2,0 0-1,1 0 1,-1 0 0,0 0 0,0-1 0,1 1-1,-1 0 1,0-1 0,0 1 0,1 0 0,-1-1 0,0 1-1,1-1 1,-1 1 0,1-1 0,-1 1 0,1-1-1,-1 1 1,1-1 0,-1 0 0,1 1 0,-1-1 0,1 0-1,-1 0 1,-6-26-309,7 17 190,-1 0-1,1 0 0,2-14 1,1 16 75,-1 0 1,1 0 0,0 1-1,1 0 1,0-1-1,0 1 1,1 1-1,-1-1 1,2 1-1,-1-1 1,1 1-1,-1 1 1,9-7 0,3-1-95,0 0 0,0 1 1,36-18-1,-50 29 163,-1 0 0,1 0 0,-1 0 0,1 0 0,0 0 1,-1 1-1,1-1 0,0 1 0,4-1 0,-6 1 3,0 0 0,0 1 0,0-1 0,0 0 0,0 0 1,0 1-1,0-1 0,0 0 0,-1 1 0,1-1 0,0 1 0,0-1 1,0 1-1,-1 0 0,1-1 0,0 1 0,0 0 0,-1-1 1,1 2-1,1 2 75,0 1 0,0 0 0,-1-1 0,1 1 0,-1 0 0,0-1 0,-1 1 0,1 8 0,-1-9-54,5 114 2113,-3-116-2574,4-1-5024,-3-1 2414,5 0-3852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13 2465,'0'0'18198,"-13"2"-14586,295-2 926,-282 0-4522,6-2-9052,8-4 2012,6 0-4032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4002,'0'0'13641,"-8"1"-11971,5 0-1345,-22 6 869,7 1 6531,26-6-6722,9 2-835,316 14 2716,-332-18-3030,0-16-16830,6 1 5296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8980,'0'0'23454,"2"-1"-23121,2 0-333,-4 1-43,1 0-1,0 1 1,0-1-1,0 0 1,-1 1-1,1-1 1,0 0-1,0 1 1,-1-1-1,1 1 1,0-1-1,-1 1 1,1-1-1,-1 1 1,1-1-1,0 1 1,-1 0-1,1-1 1,-1 1-1,0 0 1,1 0-1,-1-1 1,0 1-1,1 0 1,-1 0-1,0 0 1,0-1-1,1 1 1,-1 0-1,0 2 1,0-2-445,11 38-11896,-5-20 448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0 5138,'0'0'21258,"-128"94"-17848,99-69-1874,4 0-911,8 5-625,1 3-1089,-1 5-1200,-4 1-1921,-4-3-3281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416 276 5827,'0'0'9593,"0"-19"-8200,-2-61-70,1 72-1047,-1 1 0,0-1 1,0 0-1,-1 0 0,0 1 0,0-1 0,-1 1 0,0 0 0,0 0 0,0 0 0,-1 1 0,0-1 0,-1 1 0,1 1 0,-8-8 0,7 8-59,2 0-98,-1 1-1,0-1 0,0 1 0,0 0 0,-1 0 0,0 0 0,0 1 1,0-1-1,0 2 0,0-1 0,0 1 0,-1 0 0,0 0 1,1 0-1,-1 1 0,0 0 0,1 1 0,-1-1 0,0 1 0,-10 2 1,14-2-109,0 1 1,0 0 0,0 0 0,0 1 0,0-1 0,0 1 0,0 0-1,0-1 1,0 1 0,1 0 0,-1 1 0,1-1 0,0 0 0,-1 1 0,-2 3-1,-26 47 87,25-41-55,-7 18 100,0-1 0,3 2 1,0-1-1,2 1 1,1 1-1,-5 58 0,8 196 551,5-250-651,4 66-15,-1-48-132,-6 108-1,1-161 25,1 0 0,0 0 1,0 0-1,0 0 0,-1 0 0,1 0 0,0 1 1,-1-1-1,1 0 0,-1 0 0,1 0 0,-1 0 1,0 0-1,0-1 0,1 1 0,-1 0 0,0 0 1,0 0-1,0 0 0,0-1 0,0 1 0,0-1 1,0 1-1,-1 0 0,-19 2-8128,7-5-573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14231,'0'0'8243,"144"-6"-8115,-98 14-128,-2-2-896,-2-6-2450,-5 0-3521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5891,'0'0'16733,"-11"25"-12902,0 3-2895,-47 126 2596,54-142-3142,-9 24-148,2 1 1,1 0-1,2 1 0,2-1 1,-3 47-1,10-83-258,-1 0 1,0 0-1,1 0 1,-1 1-1,1-1 0,-1 0 1,1 0-1,-1 0 1,1 0-1,0 0 0,0 0 1,-1 0-1,1 0 1,0 0-1,0 0 0,0 0 1,0-1-1,0 1 1,0 0-1,0-1 0,1 1 1,-1-1-1,0 1 0,0-1 1,0 1-1,0-1 1,1 0-1,-1 0 0,0 1 1,2-1-1,44 4-1592,-40-4 1211,30 1-1683,36 1-4173,-27-7-3150,-25-3-82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11125,'0'0'5491,"124"-34"-2322,-53 28-1712,8 6-1457,5 0-881,-5-2-3425,-2-4-5746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430 1 6515,'0'0'12704,"-18"8"-10788,5-3-1541,-6 3 226,-1 1 0,2 0 0,-1 2 0,2 0 0,-23 18-1,15-6-47,2 0-1,0 2 0,2 1 1,0 0-1,2 1 0,1 1 0,2 1 1,-24 56-1,28-53-502,0 0 0,3 0-1,1 1 1,1 1 0,2-1 0,1 1-1,2 0 1,3 57 0,0-80-268,0 0-1,1 0 1,1 0 0,0-1-1,1 1 1,0-1 0,0 1-1,1-1 1,0-1 0,1 1-1,0-1 1,0 0 0,1 0-1,13 12 1,-9-11-661,-1-1 1,1-1-1,1 0 0,0 0 1,0-1-1,23 10 0,44 9-6271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307 100 5747,'0'0'15180,"-19"-6"-13353,-66-15-143,79 20-1488,-1 0 0,1 1-1,-1 0 1,0 0 0,1 1 0,-1 0 0,1 0 0,-1 0 0,1 1 0,0 0-1,0 0 1,-1 1 0,1-1 0,1 1 0,-1 1 0,0-1 0,-5 6 0,3-3-14,1 0 0,0 1 0,0 0 0,0 0 0,1 1 0,0-1 0,1 1 0,0 1 0,-8 15 0,10-16-147,1 0 0,-1 0-1,1 0 1,1 0-1,0 1 1,0-1 0,0 0-1,1 1 1,0-1 0,1 0-1,2 15 1,-2-19-45,0 1 0,1-1 0,-1 0 1,1 1-1,0-1 0,0 0 0,0 0 0,1 0 0,-1-1 1,1 1-1,0 0 0,0-1 0,0 0 0,0 0 0,1 0 1,0 0-1,-1 0 0,1-1 0,0 1 0,0-1 0,0 0 1,6 2-1,3-1-62,0 0-1,0-1 1,0 0 0,1-1 0,-1-1 0,0 0-1,1-1 1,-1 0 0,0-1 0,1 0 0,-1-1-1,0-1 1,-1 0 0,1-1 0,14-7 0,-11 2 78,0 0 0,-1-1 0,0 0 0,-1-1 0,0-1 1,13-16-1,-21 22 10,0-1 1,-1 0-1,1 0 0,-2-1 1,1 1-1,-1-1 0,0 0 1,-1 0-1,0 0 0,-1-1 1,1 1-1,-2-1 0,1-12 1,-1 13 17,-1 0 0,-1 1 0,1-1 1,-1 1-1,-1-1 0,0 1 0,0 0 1,-7-16-1,8 21-68,0 0 0,-1 1 0,0-1 1,0 1-1,0-1 0,0 1 0,0 0 0,0 0 1,0 0-1,-1 0 0,1 0 0,-1 0 0,1 1 1,-1-1-1,0 1 0,0 0 0,1 0 0,-1 0 0,0 0 1,0 0-1,0 1 0,0-1 0,0 1 0,0 0 1,0 0-1,0 0 0,-1 0 0,-2 1 0,5-1-124,1 1-1,-1-1 0,1 0 0,-1 1 0,0-1 1,1 1-1,0-1 0,-1 0 0,1 1 0,-1-1 0,1 1 1,0 0-1,-1-1 0,1 1 0,0-1 0,-1 1 1,1-1-1,0 1 0,0 0 0,0-1 0,-1 1 1,1 0-1,0-1 0,0 1 0,0 0 0,0-1 1,0 1-1,0 0 0,1 0 0,1 20-6316,7-7-3181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50 4210,'0'0'15580,"-6"-9"-13643,-19-27-275,25 36-1528,0 0 0,0-1 0,0 1 0,0 0 0,0-1 0,0 1 0,-1 0 0,1 0 0,0 0 0,0-1 0,0 1 0,0 0 0,-1 0 0,1 0 0,0-1 0,0 1 0,-1 0 0,1 0 0,0 0 0,0 0 0,-1 0 0,1-1 0,0 1 0,0 0 0,-1 0 0,1 0 0,0 0 0,0 0 0,-1 0 0,1 0 0,0 0 0,-1 0 0,1 0 0,0 0 0,-1 0 0,-2 10 1121,4 15-717,0-19-393,0-1 1,1 1 0,0-1 0,0 0-1,0 1 1,1-1 0,0 0-1,0 0 1,6 8 0,42 42 548,-26-29-490,24 27-99,-2 2 0,50 79 0,-85-115-102,-1 0 0,-1 0-1,0 1 1,-2 0 0,0 1-1,-2 0 1,0 0 0,-1 0-1,-1 1 1,-2 0 0,0 0-1,-1 22 1,-2-35 0,-1 1 1,0-1-1,0 0 1,-1 0-1,0 0 0,-1 0 1,0-1-1,0 1 1,-1-1-1,0 0 0,0 0 1,-1 0-1,0-1 1,-1 0-1,1 0 0,-1-1 1,-12 9-1,-13 8-6,-1-2 1,-65 33-1,83-47 6,-84 41-3,103-50-280,1 2 1,0-1-1,-1 1 1,1-1-1,0 1 1,8 1-1,-6 0-1564,-1-1 0,1 0 0,-1 0-1,1-1 1,10-1 0,11-10-9401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22 15127,'0'0'17640,"0"-21"-17640,0 27 0,0 15 0,0 8 0,-7 7 0,5 5-416,-4-3-5491,0-2-1472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628 1 12246,'0'0'11621,"-111"106"-5650,71-58-3042,1-2-2929,-3 6 0,-4 5 0,-4 10 0,-11 27 0,-4 27-2481,-14 7-3906,-15 1-464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2.9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6035,'0'0'9764,"0"4"-12165,0 13-1072,-2 2-2418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8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 5651,'0'0'14233,"3"0"-9307,17-2-4282,-18 2-605,0 0-1,0 0 0,0 1 0,0-1 1,0 0-1,0 1 0,0 0 0,0-1 1,0 1-1,0 0 0,0 0 1,0 0-1,-1 0 0,1 1 0,0-1 1,-1 0-1,1 1 0,1 1 0,0 1 14,0 0 0,-1 0 0,1 0-1,-1 0 1,0 1 0,0-1 0,2 9-1,-1 2 42,0 0 0,-1 1 0,0-1 0,-1 18 0,-1-19 3,0 1 0,-6 28 0,6-40-82,-1 1 0,0-1 0,0 1 0,0-1 0,-1 0 0,1 1 0,-1-1 0,1 0 0,-1 0 0,0 0 0,-1 0 0,1 0 0,0-1-1,-1 1 1,0 0 0,1-1 0,-7 4 0,9-6-13,0 0-1,0 1 0,0-1 0,-1 0 1,1 0-1,0 0 0,-1 1 0,1-1 1,0 0-1,0 0 0,-1 0 0,1 0 1,0 0-1,-1 0 0,1 0 0,0 0 1,-1 1-1,1-1 0,0 0 0,-1 0 1,1 0-1,0-1 0,-1 1 0,1 0 1,0 0-1,-1 0 0,1 0 0,0 0 1,0 0-1,-1 0 0,1 0 0,0-1 0,-1 1 1,1 0-1,0 0 0,-1-1 1,2-12-71,10-16-120,1 9 112,0 1 1,1 1-1,0 0 1,2 0 0,0 1-1,1 1 1,1 1 0,0 0-1,1 2 1,0-1-1,33-16 1,-48 29 76,0-1 0,1 1 0,-1 0 0,1 0 0,-1 0 0,1 0 0,-1 1 0,1-1-1,5 1 1,-8 22 578,-3 67 2144,0 4-4943,2-92 2011,0 0 1,0-1 0,0 1 0,0 0 0,0 0 0,0-1-1,0 1 1,0 0 0,0 0 0,1-1 0,-1 1-1,0 0 1,0-1 0,1 1 0,-1 0 0,0-1 0,1 1-1,-1-1 1,1 1 0,-1 0 0,1-1 0,-1 1 0,2 0-1,17 1-6305,-18-2 6351,26 0-8855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8.9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 8228,'0'0'13974,"78"0"-12709,-45 0-465,-2-6-368,3 4-336,-3-3-96,3 3-96,-7 2-656,-6 0-1105,-15 0-1344,-6 4-1986,-6 11-1232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9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86 6403,'0'0'15031,"138"-50"-14023,-104 44-752,1-4-256,-3 7-576,1-1-1633,1 0-2529,11-4-4530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09.8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1 5683,'0'0'19075,"-12"19"-17261,-90 137 1334,95-147-2959,2-4-157,0 0 0,1 1 0,0-1-1,0 1 1,1 0 0,0 0 0,0 0 0,0 1 0,1-1 0,-1 1-1,0 6 1,3-12-54,0-1 0,0 1 0,0-1 0,0 0 0,0 1 1,0-1-1,1 1 0,-1-1 0,0 0 0,0 1 0,0-1 0,1 0 0,-1 1 0,0-1 0,0 0 0,1 1 0,-1-1 0,0 0 0,1 0 0,-1 1 0,0-1 0,1 0 0,-1 0 0,0 1 0,1-1 1,-1 0-1,0 0 0,1 0 0,-1 0 0,1 0 0,-1 0 0,0 0 0,1 0 0,17 1-209,-12-2 88,333-5-5049,-338 6 5174,1 0-1,-1 0 1,0 0 0,1 0-1,-1 0 1,0 0 0,1 0-1,-1 0 1,0 0 0,1 1-1,-1-1 1,0 1 0,0-1-1,1 1 1,-1-1 0,0 1-1,0 0 1,0-1 0,0 1 0,2 2-1,-2-1 70,0 0 0,-1 0-1,1 0 1,-1 1 0,1-1 0,-1 0-1,0 1 1,0-1 0,0 0 0,0 0-1,-1 3 1,0-2 82,1 0 0,-1 0 0,0 0 0,0 0 0,0-1 0,-1 1 0,1 0 0,-1-1-1,1 1 1,-1-1 0,0 1 0,0-1 0,0 0 0,0 0 0,-5 4 0,-42 28 1469,34-25-1196,-4 4 5,-4 3-145,0-1-1,-1-1 1,-1-1 0,0-1-1,0-1 1,-31 8 0,54-18-434,1-1 0,-1 1 1,1-1-1,-1 1 1,1-1-1,-1 0 0,1 0 1,-1 0-1,1 0 1,-1 0-1,1 0 1,-1 0-1,1 0 0,-1 0 1,1-1-1,-1 1 1,1-1-1,-1 1 0,1-1 1,0 0-1,-1 1 1,1-1-1,0 0 0,-1 0 1,1 0-1,0 0 1,0 0-1,0 0 0,0 0 1,0 0-1,-1-2 1,0-3-1321,1 1 1,0 0 0,0 0 0,0-1 0,0 1-1,1 0 1,1-10 0,-1 9 158,0-36-9041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10.0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63 6835,'0'0'13302,"134"-13"-9860,-90 13-1697,2 0-577,-4 0-640,-7 0-448,-8-2-80,-6 0-800,-6-4-1825,-9-9-2674,-4-10-2512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1 273 9780,'0'0'11726,"7"20"-10542,19 66-202,-23-80-763,-1 1 1,-1-1-1,1 1 0,-1-1 0,-1 1 0,1-1 0,-1 1 1,0 9-1,-1-1 1994,1-43-2148,4-119-15,-2 124-56,2 0 0,0 0 0,2 0 0,11-31 0,-14 46-1,2-5-25,0 0-1,0 0 1,1 0 0,1 1-1,0 0 1,1 0-1,15-18 1,-21 28-142,0 1 0,1-1 0,-1 1 0,0 0 0,1-1 0,-1 1 0,0 0 0,1 0 0,-1 1 0,1-1 0,0 0 0,-1 1 0,1 0 0,0-1 0,-1 1 0,1 0 0,0 0 0,-1 1 0,1-1 0,-1 1 0,4 0 1,3 1-2345,0 1 0,-1 1 1,1-1-1,12 9 0,7 4-6678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12934,'0'0'6595,"-19"13"-3743,-59 47-1147,72-56-1557,0 2 0,0-1 0,1 1 0,-1-1 0,1 2 0,0-1 0,1 0 1,0 1-1,0 0 0,0 0 0,1 0 0,-3 9 0,3-4-88,1 2-1,0-1 1,1 0-1,0 27 1,1-26-58,0-10-2,0-1-1,1 1 1,-1 0 0,1 0 0,0 0 0,0 0 0,0-1 0,0 1 0,3 5-1,-3-7 0,0 0 0,0-1-1,1 1 1,-1 0-1,0-1 1,1 1-1,-1-1 1,1 0-1,0 0 1,-1 1-1,1-1 1,0 0-1,0 0 1,0 0-1,0-1 1,0 1 0,0 0-1,0-1 1,0 1-1,3-1 1,-1 1-11,1-1 1,-1 1-1,1-1 0,-1 0 1,1-1-1,-1 1 1,1-1-1,-1 0 1,1 0-1,-1 0 0,0-1 1,0 0-1,1 1 1,-1-1-1,0-1 1,-1 1-1,1-1 0,0 1 1,-1-1-1,1 0 1,-1 0-1,5-7 1,-3 4 20,-1-1 0,-1 0 0,1 0-1,-1 0 1,0 0 0,0 0 0,-1 0 0,0-1 0,-1 1 0,1-1 0,-2 0 0,1-14 0,0-7 55,0 22-53,0 0 1,-1-1 0,1 1-1,-2-1 1,1 1 0,-1 0-1,0-1 1,-1 1 0,1 0-1,-2 0 1,1 0 0,-1 0-1,-3-7 1,5 13-128,0 0 1,0 0-1,0 1 0,0-1 0,0 0 1,0 0-1,0 1 0,0-1 0,-1 0 1,1 1-1,0-1 0,0 1 0,-1 0 1,1-1-1,0 1 0,0 0 0,-3 0 1,3-1-189,1 2 1,-1-1-1,0 0 1,0 0-1,1 0 0,-1 0 1,0 0-1,1 1 1,-1-1-1,0 0 1,1 0-1,-1 1 1,0-1-1,1 1 1,-1-1-1,1 0 0,-1 1 1,0-1-1,1 1 1,-1 0-1,0 0 1,-5 16-7544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40 10725,'0'0'13563,"-16"7"-13088,-51 25-77,63-30-374,1 0 0,0 0 0,-1 1-1,1-1 1,0 1 0,0 0 0,0 0 0,1 0 0,-1 0 0,1 0 0,0 1 0,0-1 0,0 1-1,0 0 1,-2 7 0,2-3-20,0 0 0,1 1 0,0-1 0,1 0 0,0 11 0,0-7 1,0-11-10,0 1 0,1-1 1,-1 0-1,0 1 1,0-1-1,1 0 0,-1 0 1,0 1-1,1-1 1,0 0-1,-1 0 0,1 0 1,0 0-1,-1 0 0,1 0 1,0 0-1,0 0 1,0 0-1,0 0 0,0 0 1,0 0-1,0-1 1,2 2-1,0 0 1,1-1 0,0 1 0,-1-1 1,1 0-1,0 0 0,0-1 0,0 1 0,4 0 0,1-1 6,1 0 0,-1-1 0,0 0-1,0 0 1,0 0 0,14-6-1,-17 4 39,0 0-1,0 0 0,0-1 0,-1 1 1,0-2-1,1 1 0,-2 0 1,1-1-1,0 0 0,-1 0 0,0 0 1,0-1-1,-1 0 0,1 1 0,-1-1 1,3-8-1,-3 4 145,1 0-1,-1-1 1,-1 1 0,0 0 0,0-1-1,-1 0 1,0 1 0,-1-1 0,-1-15-1,0 25-198,1-1 0,-1 1 0,1 0-1,-1-1 1,1 1 0,-1 0-1,0-1 1,0 1 0,0 0 0,0 0-1,0 0 1,0 0 0,0 0-1,0 0 1,0 0 0,0 0-1,0 0 1,-1 0 0,1 1 0,0-1-1,-1 1 1,1-1 0,-1 1-1,1-1 1,0 1 0,-1 0 0,1-1-1,-1 1 1,1 0 0,-1 0-1,1 0 1,-1 0 0,1 0-1,-1 1 1,-1-1 0,-3 1-552,0 0 1,-1 0-1,1 0 0,0 1 1,0 0-1,-11 5 1,-30 24-10869,37-21 2388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0 5843,'0'0'12928,"-24"19"-9486,3-3-2664,4-4-285,1 0-1,0 2 0,0 0 1,1 0-1,1 2 0,1 0 0,-23 35 1,18-21-21,1 1 0,1 1 0,2 0 1,1 1-1,2 0 0,1 1 0,2 1 0,1-1 1,2 1-1,-2 49 0,7-82-485,0 0 0,0 0 0,0 0 0,0 0 0,0 0 0,0 0-1,0 0 1,1 0 0,-1 0 0,1-1 0,-1 1 0,1 0 0,0 0 0,0 0 0,1 2 0,0-3-80,0 0 1,1 0 0,-1 0-1,0-1 1,0 1 0,1 0-1,-1-1 1,0 0 0,0 0-1,1 1 1,-1-1 0,1-1-1,2 1 1,11 0-1214,1-1 1,0 0-1,0-1 1,30-9-1,-35 7-870,0 0 0,1-2 1,20-11-1,5-10-7917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5651,'0'0'13206,"173"-25"-13206,-93 25-321,3 0-4097,5 0-5122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0 179 13942,'0'0'2588,"32"-16"-1462,-2-1-583,8-4 449,0 2-1,2 1 0,61-18 1,-44 22-413,1 1 1,1 3-1,0 3 1,88 0-1,-144 7-547,0 0 1,1 0-1,-1 0 0,1 0 0,-1 0 1,1 1-1,-1 0 0,0-1 0,1 1 1,-1 0-1,0 1 0,0-1 0,0 1 1,0-1-1,0 1 0,0 0 0,0 0 1,-1 0-1,1 0 0,0 1 0,-1-1 0,0 1 1,0 0-1,0-1 0,0 1 0,0 0 1,0 0-1,-1 0 0,1 0 0,-1 1 1,0-1-1,0 0 0,0 1 0,0 4 1,5 32 1033,-1 1 0,-2-1 0,-5 75 0,0-34-80,2-33-853,-2-1-1,-2 0 1,-3 0-1,-1-1 1,-2 0 0,-3 0-1,-1-1 1,-2-1-1,-28 54 1,19-56-133,17-31 0,1 1 0,1 0 0,0 0 0,-5 13 0,11-24-66,0-1-1,-1 1 1,1-1 0,0 1 0,0-1-1,0 1 1,-1-1 0,1 1-1,0-1 1,0 1 0,0-1 0,0 1-1,0-1 1,0 1 0,0-1 0,0 1-1,0-1 1,0 1 0,0-1-1,0 1 1,0-1 0,0 1 0,1-1-1,-1 1 1,0-1 0,0 1-1,0-1 1,1 1 0,-1-1 0,0 0-1,1 1 1,-1-1 0,0 1-1,1-1 1,-1 0 0,1 1 0,-1-1-1,1 0 1,-1 0 0,0 1-1,1-1 1,-1 0 0,1 0 0,-1 0-1,1 0 1,-1 1 0,1-1 0,-1 0-1,1 0 1,0 0 0,0 0-353,0 0 0,0 0 0,0-1 1,0 1-1,0 0 0,0 0 1,0-1-1,0 1 0,0 0 0,-1-1 1,1 1-1,0-1 0,0 1 0,0-1 1,-1 1-1,1-1 0,0 0 0,-1 1 1,1-1-1,0 0 0,-1 0 0,1 0 1,1-19-8965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10533,'0'0'19593,"115"23"-18233,-77 4-495,-3 2-497,1 0-320,-5-4-48,-4-4 0,-4 2-112,-2-6-913,-2-2-719,2-5-1186,2-8-1296,0-2-3825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1 18649,'0'0'7619,"-113"41"-3473,88-7-2081,0 4-1777,8-5-288,-2-2 0,5-3 0,5 1 0,-1-4 0,2 2-800,-7-6-2242,-6 0-2384,-12-9-5699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2 14663,'-31'6'1886,"28"-5"-1839,-37 7 1048,1 1 0,0 3 0,1 1 0,-56 27 0,29-4 207,2 3 0,-81 65 0,105-72-1068,1 2 1,2 2-1,2 1 0,-43 60 0,64-78-138,1 0-1,1 1 1,1 0-1,0 0 1,2 1-1,0 1 0,2-1 1,0 1-1,1 0 1,2 1-1,0-1 1,0 35-1,3-42-86,1-1-1,0 0 1,1 1 0,1-1-1,0 0 1,0 0-1,2-1 1,-1 1 0,2-1-1,0 0 1,1 0 0,0-1-1,0 1 1,2-2 0,-1 1-1,2-1 1,-1-1-1,1 1 1,1-2 0,18 14-1,4 0-34,1-2 0,0-1 0,2-2 0,0-1 0,1-2-1,0-2 1,2-1 0,72 12 0,2-8-84,208 3-1,-292-18 159,401-13-762,-386 7 481,0-1 0,0-3 0,-1-1 0,0-2 1,-1-2-1,-1-2 0,64-34 0,-89 40 226,-1 0 0,1-1 0,-1-1 0,-1 0 0,-1-1 0,1-1 0,-2 0 0,0-1 0,-1 0 0,13-22 0,-14 17 40,-1-1-1,0 0 1,-2 0-1,0-1 1,-1 1-1,-1-1 1,-2-1 0,2-27-1,-2 9 154,-3 0 0,-8-75-1,4 94-108,0-1-1,-2 0 0,-1 1 0,0 0 1,-2 1-1,-16-32 0,9 27 147,-1 1-1,-1 1 1,-1 1-1,-1 0 0,-1 2 1,-1 0-1,-1 1 1,-29-19-1,14 14 83,-1 2 0,-1 1 0,-1 3 0,-72-25 0,85 35-508,0 2 1,0 1-1,-44-4 0,55 9-973,0 0 0,-1 2 0,1 0 0,-17 4 0,-13 10-5872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57 5170,'2'1'14298,"-2"-1"-14202,0 0-1,0 0 1,0 0 0,0 0-1,0 0 1,0 0 0,0 0-1,0 0 1,0 0 0,0 0-1,0 0 1,0 0 0,0 0-1,0 1 1,6-5 111,0 1 1,0-1-1,0 0 1,0-1-1,-1 1 1,1-1-1,-1 0 1,8-11-1,-4 8 4095,-9 13-870,-10 20-2327,-240 340 55,-76 130-1162,232-308 2,129-207 0,-27 15-2488,-7-1-7382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1098 50 11157,'-15'-1'824,"-165"0"5077,148 3-4983,1 1 0,-1 2 0,-51 14 0,41-5-224,1 2 0,0 2 0,1 2 0,-55 36 0,43-20-599,1 3-1,-68 66 1,91-77-86,2 1 1,1 1 0,1 1 0,-29 52 0,39-59-10,2 2 0,1-1 1,1 1-1,1 1 0,1 0 0,2 0 0,-4 30 0,6-27 10,2-1-1,1 1 1,1 0 0,2-1-1,6 38 1,-5-53-3,0 0 1,2 0-1,0 0 1,0-1-1,1 1 1,1-1-1,0-1 1,1 1-1,0-2 1,1 1-1,0-1 1,20 19-1,-4-10 2,1-1 0,0-1-1,1-2 1,1 0 0,1-2-1,0-1 1,1-2 0,0 0 0,55 10-1,0-5 1,1-4-1,117 1 0,-42-8 18,195-19 0,-302 8-13,0-2 1,-1-3-1,0-1 1,0-3-1,-2-3 1,0-1 0,72-39-1,-103 46-3,-1 0 0,0-1 1,-1-1-1,-1-1 0,21-23 0,-28 27 47,0-1 0,-2 0 0,1 0 1,-2-1-1,0 0 0,0-1 0,-1 1 0,-1-1 0,4-16 0,-3 1 169,-1 1-1,-1-1 0,-2 0 0,-1 0 0,-1 0 1,-2 0-1,-1 0 0,-1 1 0,-1-1 0,-2 1 1,0 0-1,-2 1 0,-2 0 0,0 0 0,-1 1 1,-27-40-1,4 12 40,-2 2 0,-3 2 0,-55-56 0,60 73-198,-1 1 1,-1 1 0,-1 2-1,-84-46 1,110 69-163,0 0 0,0 1 0,-1 0 0,0 1 0,0 1 0,0 0 0,-19-2 0,25 5-370,0 0 1,1 0-1,-1 0 0,0 1 0,0 0 0,-10 4 1,11-3-360,1 0 1,-1 1 0,1 0 0,-1 0 0,1 0 0,0 0 0,0 1 0,-4 4 0,-23 24-8851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903 1 3906,'0'0'11602,"-12"5"-6789,-22 71 2177,19-39-5505,-22 38 0,-258 354 1031,103-162-2546,146-199 30,-105 163 0,124-185 0,3 1 0,1 2 0,-17 55 0,33-76 0,7-28 0,0 1 0,0-1 0,0 0 0,0 0 0,0 0 0,0 1 0,0-1 0,0 0 0,0 0 0,0 0 0,1 1 0,-1-1 0,0 0 0,0 0 0,0 0 0,0 1 0,0-1 0,0 0 0,1 0 0,-1 0 0,0 0 0,0 0 0,0 1 0,0-1 0,1 0 0,-1 0 0,0 0 0,0 0 0,0 0 0,0 0 0,1 0 0,-1 0 0,0 0 0,0 0 0,1 0 0,-1 0 0,0 0 0,0 0 0,0 0 0,1 0 0,-1 0 0,0 0 0,0 0 0,0 0 0,1 0 0,-1 0 0,0 0 0,0 0 0,0 0 0,1 0 0,-1 0 0,0-1 0,0 1 0,0 0 0,0 0 0,1 0 0,-1 0 0,0 0 0,0-1 0,0 1 0,0 0 0,24-20 219,-5 2-1204,-5 9-3131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8020,'0'0'17797,"3"6"-16193,-1 0-1313,1 1 0,-1 0 0,0 0 0,0 0 0,-1-1 0,0 1 0,0 0 0,-1 1 0,0-1 0,-1 9 0,-13 81 1717,5-45-1871,-6 29-26,1 3-610,10-41-6180,4-76 209,0-18-3332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380 212 14535,'-22'17'1982,"8"-7"-1603,-11 8 776,0 2-1,1 0 1,1 1-1,-37 46 1,37-34-431,2 1 0,1 1 0,1 0 0,2 2 0,2 0 0,-20 76 0,23-59-373,2 0 1,3 1-1,2 0 0,3 84 1,3-125-336,0 1 1,1 0 0,0-1 0,1 0 0,1 0 0,1 0 0,0 0 0,13 26-1,-12-31-15,0 0 0,0 0 0,0 0 0,1-1 0,1 0-1,0-1 1,0 1 0,0-2 0,0 1 0,1-1 0,1 0-1,18 8 1,-8-7-6,0-1 0,1-1 0,0-1 0,0-1 0,0-1 0,0-1 0,34-2 0,-17-1 5,0-2-1,-1-1 0,1-1 0,-2-3 1,1-1-1,-1-1 0,52-25 1,-39 12-3,-2-2-1,0-2 1,-2-1 0,71-63 0,-93 72-14,-2-2 1,-1 0-1,-1-1 0,0-1 1,-2-1-1,-1-1 0,-1 0 1,-1-1-1,-1 0 0,-2-1 1,-1-1-1,-1 1 1,-1-2-1,-2 1 0,0-1 1,-3 0-1,0 0 0,-2 0 1,-1 0-1,-5-35 0,2 44 56,-1-1 0,-1 1-1,-1 1 1,-1-1-1,-1 1 1,-1 0-1,0 1 1,-1 0-1,-2 0 1,1 1 0,-2 1-1,-1 0 1,0 1-1,-1 0 1,-29-24-1,22 23 12,0 1 0,-1 1-1,-1 1 1,0 1-1,-1 1 1,-1 1 0,1 1-1,-1 1 1,-1 2-1,0 0 1,0 2 0,-29-2-1,55 7-70,-1 0 0,1 0 0,-1-1 0,0 1 0,1 0 0,-1 0 0,1 1 1,-1-1-1,0 0 0,1 0 0,-1 1 0,1-1 0,-1 1 0,1 0 0,-1-1 0,1 1 0,-2 1 0,3-2-48,-1 1 1,1-1 0,0 1-1,0 0 1,0-1 0,-1 1-1,1-1 1,0 1-1,0 0 1,0-1 0,0 1-1,0-1 1,0 1-1,0 0 1,1-1 0,-1 1-1,0-1 1,0 1 0,0 0-1,0-1 1,1 1-1,-1-1 1,0 1 0,1-1-1,-1 1 1,0-1-1,1 1 1,0 0 0,2 2-439,0 1 0,0-1 1,1 0-1,0 0 0,-1 0 1,1 0-1,0-1 0,0 1 1,8 2-1,40 7-4623,9-10-2031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3682,'0'0'13881,"19"-1"-7177,-13 8-6151,0-1 0,-1 1-1,0 1 1,0-1 0,-1 1 0,1-1-1,-2 1 1,5 12 0,0-2 64,24 54 1057,152 311-440,117 136-1234,-286-494 0,-2 1 0,12 28 0,-21-41 0,0 1 0,0-1 0,-1 1 0,-1-1 0,0 1 0,0 18 0,6 12 0,-8-41-192,1 0 0,-1-1 0,0 1 0,1 0 1,-1 0-1,0-1 0,-1 1 0,1 0 0,-2 5 0,1-5-552,0 1 0,0-1 1,-1 0-1,0 0 0,0 0 0,0 1 1,0-2-1,0 1 0,0 0 0,-6 4 0,-18 16-7323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712 172 2369,'-23'-3'11888,"11"1"-11040,-100-12 2478,94 13-2521,-1 1 1,1 0-1,0 2 1,0 0-1,-27 6 1,24 0-421,-1 0-1,1 1 1,0 2 0,1 0-1,1 1 1,0 1 0,0 1-1,1 0 1,1 1 0,-26 30-1,23-21-41,0 1-1,1 0 0,2 2 0,1 0 0,1 1 0,1 1 0,-12 36 1,14-22-102,2 1 0,2 0 0,2 0 0,1 1 0,4 88 0,2-111-201,1 0 0,0 0 0,2-1 0,0 1 0,2-1 0,0 1 0,2-2 1,15 34-1,-14-39-35,0 0 1,2 0-1,-1-1 1,2 0-1,0 0 1,0-2-1,1 1 0,1-2 1,0 0-1,1 0 1,17 9-1,-11-10-13,1 0-1,1-1 0,0-1 0,0-1 1,0-1-1,1-1 0,0-1 0,26 1 1,-13-3-48,-1-2 0,1-2 0,0-1 1,62-14-1,-47 3 19,1-3 0,-2-2 1,-1-2-1,0-2 0,-2-2 0,-1-3 1,-1-1-1,79-67 0,-105 78 23,0-2-1,-2 0 0,0-2 1,-1 0-1,-2 0 1,0-2-1,-1 0 1,-2 0-1,0-1 1,-2-1-1,0 0 1,-2 0-1,8-50 1,-12 51 13,-1-1 0,-2 0 1,-1-1-1,0 1 0,-2 0 1,-1 0-1,-2 1 0,0-1 1,-2 1-1,0 0 0,-2 0 1,0 1-1,-2 0 0,-22-36 1,13 31 43,0 1 1,-2 1 0,-1 1 0,-1 1-1,-36-29 1,43 41 40,0 0 1,0 1-1,-1 1 0,-1 1 0,0 0 0,0 1 1,-1 2-1,0 0 0,-40-9 0,58 16-114,-1-1 0,1 1-1,0-1 1,-1 1 0,1 0 0,-1 0-1,1 0 1,-1 0 0,1 1 0,-1-1-1,1 1 1,0-1 0,-1 1 0,1 0 0,0 0-1,-4 2 1,5-2-102,0 0 0,0 1-1,0-1 1,0 1 0,1-1 0,-1 1 0,0-1-1,1 1 1,-1 0 0,1-1 0,-1 1-1,1 0 1,0 0 0,-1-1 0,1 1 0,0 0-1,0-1 1,1 1 0,-1 0 0,0 0-1,1 2 1,0-1-228,0-1 0,-1 1 0,1-1 0,0 1-1,0-1 1,1 0 0,-1 1 0,0-1 0,1 0 0,-1 0-1,1 0 1,0 0 0,0 0 0,0 0 0,0-1 0,0 1-1,0-1 1,0 1 0,0-1 0,1 0 0,-1 1 0,0-1-1,1-1 1,4 2 0,41 12-8140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6 1617,'0'0'15682,"0"-6"-13244,-3 8 1406,-9 14-3185,-1-1-1,-1-1 0,0 0 0,-1 0 0,-18 11 0,16-12-263,1-1 0,1 2-1,0 0 1,-24 30 0,38-42-384,0-1 0,0 1 0,0 0-1,0-1 1,0 1 0,0 0 0,0 0 0,1-1 0,-1 1-1,0 0 1,1 0 0,0 0 0,-1 0 0,1 0-1,0 0 1,0 3 0,1-4-10,-1 0 1,1 0-1,-1 0 1,1 0-1,-1 0 0,1 0 1,-1 0-1,1 0 0,0 0 1,0-1-1,-1 1 1,1 0-1,0 0 0,0-1 1,0 1-1,0 0 0,0-1 1,0 1-1,0-1 0,0 0 1,1 1-1,7 1-6,0 0 1,1 0-1,-1-2 0,0 1 1,14-1-1,-13 0 27,350-10-94,-343 9-1011,-44 5-16730,12-4 9054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1 1985,'0'0'23245,"-6"4"-22615,3-1-549,1-2 4,-1 1 0,1-1-1,0 1 1,0 0-1,0 0 1,0 0 0,1 0-1,-1 0 1,1 0 0,-1 0-1,1 1 1,0-1 0,-1 1-1,1-1 1,1 1-1,-1-1 1,0 1 0,0-1-1,1 5 1,-16 82 1686,2-12-3718,13-25-5286,1-51 6938,0-1 0,0 1 0,0-1 0,0 0-1,0 1 1,0-1 0,0 1 0,0-1 0,1 1 0,-1-1-1,0 0 1,0 1 0,0-1 0,0 1 0,1-1-1,-1 0 1,0 1 0,0-1 0,1 0 0,-1 1 0,0-1-1,1 0 1,-1 0 0,1 1 0,17 1-11286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46 384,'0'0'4266,"-1"-7"-3031,0-2-690,-1-5 70,1-2 15375,2 21-14947,1 9-612,1 1 1,1-1 0,0 0 0,1 0-1,1-1 1,7 16 0,51 79 1659,-54-91-1855,25 35 474,2-2 0,62 67 0,99 77 364,-15-15-938,-150-142-136,-1 1 0,51 83 0,33 95 0,-111-206 0,15 28 0,-19-36 0,1 0 0,-1 1 0,1-1 0,0 0 0,-1 0 0,1 0 0,0-1 0,0 1 0,0 0 0,0-1 0,1 1 0,2 1 0,-4-3-2,-1 0 1,0-1-1,1 1 0,-1 0 0,0 0 1,1 0-1,-1-1 0,0 1 0,0 0 1,1 0-1,-1-1 0,0 1 0,0 0 1,1-1-1,-1 1 0,0 0 0,0-1 1,0 1-1,0 0 0,0-1 0,1 1 1,-1 0-1,0-1 0,0 1 0,0 0 1,0-1-1,0 1 0,0 0 0,0-1 1,0 1-1,0 0 0,0-1 0,-1 1 1,1-1-1,-7-2-2423,-19 4-1610,-12 8-7935,35-8 11097,1 0 0,0 1 0,-1-1 0,1 1 0,0-1 0,0 1 0,0 0 0,0-1 1,0 1-1,1 0 0,-1 0 0,-2 4 0,3-4 548,0 1-1,0 0 1,0-1 0,0 1-1,0 0 1,0 0 0,1-1-1,-1 5 1,1-1 325,-1 0 0,2 0 0,-1 0 0,1-1 0,-1 1 0,2 0 0,-1-1 0,0 1 0,1-1 0,4 9 0,-5-13 0,-1 1 0,1-1 0,0 0 0,-1 0 0,1 1 0,0-1 0,0 0 0,0 0 0,0 0 0,0 0 0,0 0 0,2 1 0,-2-2 0,-1 0 0,1 0 0,0 0 0,-1-1 0,1 1 0,0 0 0,-1 0 0,1 0 0,0-1 0,-1 1 0,1 0 0,0-1 0,-1 1 0,1-1 0,-1 1 0,1-1 0,-1 1 0,1-1 0,-1 1 0,1-1 0,-1 1 0,0-1 0,1 1 0,-1-1 0,0 0 0,1 1 0,-1-1 0,0 0 0,0 1 0,0-1 0,1 0 0,-1 0 0,0-1 0,35-133 0,-35 133 0,1 1 0,-1 0 0,1-1 0,0 1 0,-1-1 0,1 1 0,0 0 0,0-1 0,0 1 0,0 0 0,0 0 0,0 0 0,0 0 0,0 0 0,3-2 0,-3 3 0,0 0 0,0 0 0,-1-1 0,1 1 0,0 0 0,0 0 0,0 0 0,0 0 0,0 0 0,0 0 0,0 0 0,0 0 0,0 0 0,-1 1 0,1-1 0,0 0 0,0 1 0,0-1 0,1 1 0,2 2 0,1 0 0,-1 1 0,0-1 0,0 1 0,0 0 0,4 6 0,-3-4 0,26 27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25 13238,'0'0'17555,"-19"-5"-16976,-64-14-112,77 19-412,0 0 0,-1 0 1,1 0-1,-1 1 0,1 0 1,0 0-1,0 1 1,-1-1-1,1 1 0,0 1 1,1-1-1,-1 1 0,0 0 1,1 1-1,-1-1 1,-8 9-1,9-9-68,1 0 16,0 1-1,0 0 1,0-1 0,1 1 0,-1 0-1,1 1 1,0-1 0,0 0-1,0 1 1,1 0 0,0 0-1,-3 7 1,4-10-26,1 0 0,-1 0 0,1 1 0,-1-1 0,1 1 0,0-1 0,0 1 0,0-1 1,0 0-1,1 1 0,-1-1 0,0 0 0,1 1 0,0-1 0,-1 0 0,1 1 0,0-1 0,0 0 0,1 0 0,-1 0 0,0 0 0,1 0 0,-1 0 0,1 0 0,0 0 0,-1-1 0,1 1 0,0-1 0,2 2 0,16 8-294,0-1-1,0-2 1,1 0-1,0-1 1,1-1-1,29 5 0,-16-4-695,44 17-1,-78-24 1003,0 0-1,1 0 0,-1 1 0,0-1 1,0 0-1,0 1 0,0-1 0,0 1 1,0-1-1,0 1 0,-1 0 0,1-1 1,0 1-1,0 0 0,0 0 0,-1 0 1,1-1-1,0 1 0,-1 0 0,1 0 1,-1 0-1,1 0 0,-1 0 0,1 0 1,-1 0-1,0 0 0,1 0 0,-1 2 1,0-2 47,-1 1 1,1 0-1,-1 0 0,0-1 1,0 1-1,0 0 1,1-1-1,-1 1 1,-1-1-1,1 1 1,0-1-1,0 0 0,0 1 1,-1-1-1,-1 1 1,-7 6 396,-1-1 1,0 0 0,-16 8-1,-9 2 647,-53 17 0,74-29-1287,-1-1 0,1 0 0,-1-1-1,0-1 1,1-1 0,-25 0 0,38-2-195,0 0 0,1 0 1,-1 0-1,0 0 0,1 0 0,-1-1 1,1 1-1,-1 0 0,1-1 0,0 1 1,0-1-1,-1 0 0,1 1 0,0-1 1,0 0-1,1 1 0,-1-1 0,0 0 1,1 0-1,-1 0 0,1 0 0,-1 0 1,1 0-1,0-3 0,-7-54-14089,7 59 14351,0-45-5735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17080,'0'0'8052,"111"-13"-6996,-76 22-992,3 12-64,4-5-64,-2-1-1361,3-7-1920,-9-6-3474,-3-2-5011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0 15223,'-33'10'1120,"0"0"1,1 3-1,0 0 1,1 3-1,1 0 0,-31 22 1,49-30-793,1 2 1,-1-1-1,2 1 1,-1 1-1,2 0 1,-1 0-1,1 1 1,1 1-1,0-1 1,1 1-1,0 0 1,1 1-1,1-1 1,0 1-1,1 1 1,0-1-1,-1 15 1,2-9-283,1 0 1,0 0-1,2 0 0,0 1 1,2-1-1,0 0 1,1 0-1,1-1 1,1 1-1,0-1 1,15 32-1,-5-25-40,2-1-1,0 0 1,2-2-1,1 0 1,0-1-1,2-1 1,0-1-1,47 32 1,-16-18-31,1-2 1,2-2 0,71 26-1,-50-28-68,1-4-1,0-4 1,2-3 0,0-3-1,0-4 1,1-3 0,147-7-1,-200-3 42,-1 0 1,1-1-1,-1-2 0,0-1 0,0-1 0,-1-1 1,0-2-1,0 0 0,-1-2 0,-1 0 0,43-33 1,-55 37 48,0-1 1,0-1 0,-1 0 0,-1-1 0,0 0-1,0 0 1,-1-1 0,-1 0 0,0-1 0,-1 0-1,-1 0 1,0 0 0,-1-1 0,0 0 0,-1 0-1,-1 0 1,0-1 0,-1 1 0,-1-1-1,0 1 1,-1-1 0,-3-22 0,-1 20 63,0 0 0,-2 0 0,0 0 0,0 1 0,-2 0 0,0 0 1,-1 1-1,-1 0 0,0 0 0,-1 1 0,0 1 0,-18-17 0,-13-10 498,-2 3 0,-76-53-1,44 37 185,-2 4-1,-168-79 1,237 125-818,0 1-1,0 0 1,-1 0 0,1 1-1,-1 0 1,0 1-1,-15-1 1,23 2-98,0 0 1,0 0-1,0 1 0,0-1 1,0 0-1,0 1 0,0-1 1,0 1-1,0 0 0,0-1 1,0 1-1,0 0 0,0 0 1,1 0-1,-1 0 0,0 1 1,1-1-1,-1 0 0,1 1 1,-2 1-1,0 3-1109,0-1 0,0 0 0,0 1-1,1-1 1,-3 9 0,3-7-466,-10 30-14436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62 6947,'0'0'8727,"-1"3"-2593,-8 17-5481,3-11-579,0 1 1,1-1-1,0 2 0,1-1 0,0 0 1,1 1-1,0-1 0,0 1 1,1 0-1,1 0 0,0 0 0,0 17 1,1-25-70,1-1 0,-1 1 0,1-1 0,0 0 0,0 1 0,0-1 0,0 0-1,0 1 1,0-1 0,1 0 0,-1 0 0,1 0 0,0 0 0,-1 0 0,1 0 0,0-1 0,0 1 0,0 0 0,0-1 0,0 0 0,0 1 0,1-1 0,-1 0 0,0 0 0,1 0 0,4 0 0,3 3 89,0-2 1,1 0 0,-1 0-1,1 0 1,13-1-1,-20-1-40,0 0-1,-1-1 1,1 1-1,-1-1 0,1 1 1,-1-1-1,1 0 0,-1-1 1,0 1-1,1-1 1,-1 1-1,0-1 0,0 0 1,0 0-1,0 0 1,3-3-1,-2 0-2,0 1 0,-1-1-1,1 0 1,-1 0 0,0 0 0,0-1 0,-1 1-1,1 0 1,0-7 0,2-7 353,-1 0 0,0 0 0,-2-1 1,0-36-1,-2 41-251,1 10-4,-1 0 1,0 0 0,0 0-1,-1 0 1,1 0 0,-2-5-1,1 9-86,0-1-1,1 1 0,-1-1 0,0 1 1,0-1-1,0 1 0,0 0 1,0 0-1,0-1 0,0 1 0,0 0 1,-1 0-1,1 0 0,0 0 1,-1 0-1,1 0 0,-1 1 0,1-1 1,-1 0-1,1 1 0,-1-1 1,-2 1-1,-12-3 286,-1 1 1,1 0-1,-1 2 1,-20 1-1,-1 0-137,38-1-318,0 37-12072,2-24 2527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5 5795,'0'0'13609,"10"-4"-8687,-10 15-3830,-1 0 0,0 0 0,-6 22 0,-2-4-328,-17 37-1,22-58-706,-2 21-629,6-16-9373,0-11 7797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6115,'0'0'13806,"18"-3"-13376,-15 3-418,40-6 120,57-2 1,-96 8-133,-1 0 0,0 0 1,1 0-1,-1 0 0,0 1 0,1-1 0,-1 1 1,0 0-1,0 0 0,0 0 0,0 0 0,6 3 1,-8-2 1,1 0 1,-1 0 0,0 0 0,1-1 0,-1 1-1,0 1 1,0-1 0,0 0 0,0 0 0,-1 0 0,1 0-1,-1 1 1,1-1 0,-1 0 0,0 0 0,0 1-1,0-1 1,0 5 0,0-2 29,0 1 1,0 0-1,0 0 0,-1-1 1,1 1-1,-2 0 0,1-1 0,0 1 1,-1-1-1,0 1 0,-1-1 1,1 0-1,-1 0 0,0 0 0,0 0 1,0-1-1,-1 1 0,0-1 0,-7 8 1,-33 28 1589,43-38-1563,31-2-86,-20 0 23,2-1-81,0 1 0,0 0 1,0 1-1,1 0 0,-1 1 0,0 0 1,0 1-1,-1 0 0,1 1 0,19 9 0,-29-12 107,-1-1 0,0 1 0,1 0-1,-1 0 1,0-1 0,0 1-1,1 0 1,-1 0 0,0 0-1,0 0 1,0 0 0,0 1 0,0-1-1,0 0 1,-1 0 0,1 1-1,0-1 1,-1 0 0,1 1 0,-1-1-1,1 1 1,-1-1 0,1 1-1,-1-1 1,0 1 0,0-1-1,0 1 1,0-1 0,0 1 0,0-1-1,0 1 1,-1-1 0,1 1-1,-1-1 1,1 1 0,-1-1 0,1 0-1,-1 1 1,0-1 0,0 2-1,-3 1 412,0 1-1,0-1 0,0 0 1,0 0-1,-1 0 0,1-1 1,-1 1-1,-10 4 0,8-5-54,0 1 0,0-2 0,-1 1 0,1-1-1,-1 0 1,-8 1 0,-26 0-1758,45-10-9281,6-1 4845,12-5-4712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255 0 2289,'0'0'14908,"3"7"-12982,0 0-1536,0 0-1,-1 0 1,0 1-1,-1-1 1,1 0-1,-1 1 1,-1-1 0,1 1-1,-1-1 1,-1 1-1,0-1 1,0 1-1,0-1 1,-1 1-1,0-1 1,0 0-1,-5 10 1,-18 25 319,-1-2 1,-49 57-1,38-52-231,-37 59 0,57-65-200,15-19-89,2-19-187,0-1 1,1 1-1,-1-1 0,0 1 1,0-1-1,0 0 0,1 1 0,-1-1 1,0 1-1,0-1 0,1 1 1,-1-1-1,0 0 0,1 1 1,-1-1-1,1 0 0,-1 1 1,0-1-1,1 0 0,-1 0 1,1 1-1,-1-1 0,1 0 0,-1 0 1,1 0-1,-1 0 0,1 1 1,-1-1-1,1 0 0,0 0 1,24 0 41,-1-1 0,1-1-1,39-8 1,77-25 204,-57 12-191,-31 11-39,70-20 9,-123 34-480,-1 1-1,1-1 1,-1 1-1,0-1 0,0 0 1,0 1-1,0-1 1,0 0-1,0 0 1,0 0-1,-1 0 1,1 0-1,-3 3 1,2-3-436,0-1-1,0 1 1,0-1 0,0 1 0,0-1 0,-1 0 0,1 0 0,0 0 0,0 0 0,-1 0 0,-4 0 0,-10 0-8246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6:53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1 14919,'0'0'7107,"-54"152"-3121,37-85-1425,7-2-1136,8-6-513,2-7-496,0-4-416,0-4-80,12-6-832,5 1-929,-3-3-1504,-1-3-1794,-3-8-6882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03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17 1345,'0'0'11864,"1"-3"-9989,3-11 9517,-5 27-10242,-2 11-668,-1 0 0,-13 40 1,2-5-223,-18 83-57,32-81-1846,2-61 1353,0 1 0,-1-1 0,1 1 0,-1-1 0,1 1 0,0-1 0,-1 0 0,1 1 0,0-1 0,0 0 0,-1 1 0,1-1 0,0 0 0,0 0 0,-1 0 0,1 0 0,0 0 1,0 0-1,-1 0 0,1 0 0,0 0 0,1 0 0,19-1-7947,-20 1 7704,12-2-7311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04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11 5491,'0'0'12322,"0"-10"-9037,-3 17-2909,-1 0 1,1 1 0,-1-1 0,-1 0 0,1-1 0,-1 1 0,0-1-1,-10 9 1,-2 5 217,4-5-222,-4 5-67,2 0 0,0 0 1,0 2-1,2 0 1,-11 24-1,22-40-306,1-1 1,-1 1-1,1-1 0,-1 1 1,2 0-1,-1-1 1,1 1-1,-1 0 0,1 0 1,1-1-1,-1 1 0,1 0 1,3 8-1,-3-11-4,0 0 1,0 0-1,1 0 0,-1 0 1,1-1-1,0 1 1,0 0-1,0-1 0,1 1 1,-1-1-1,0 0 0,1 1 1,-1-1-1,1 0 1,0-1-1,0 1 0,0 0 1,0-1-1,0 0 1,0 0-1,0 0 0,0 0 1,6 1-1,-2 0 34,-1-1-1,1 0 0,0 0 1,0-1-1,0 0 1,-1 0-1,1 0 0,0-1 1,0 0-1,0-1 1,-1 1-1,1-1 1,-1 0-1,1-1 0,-1 0 1,0 0-1,0 0 1,0 0-1,0-1 0,-1 0 1,1-1-1,8-9 1,-7 7-12,0 0 0,-1 0-1,0-1 1,-1 0 0,1 0 0,-2-1 0,1 1 0,-1-1 0,5-16 0,-5 9 196,-1-1-1,0 0 1,-1 0 0,-1-28-1,-2 40-61,1 0-1,-1 0 0,0 0 0,0 0 1,0 0-1,-1 0 0,0 1 0,0-1 0,0 1 1,0-1-1,-1 1 0,0 0 0,0 0 1,0 0-1,0 0 0,-1 0 0,-5-4 1,4 4-84,0 0 0,0 0 1,-1 1-1,1-1 0,-1 2 0,0-1 1,0 0-1,0 1 0,0 0 1,0 1-1,0-1 0,0 1 0,-1 0 1,-5 0-1,9 4-1832,-10 12 5380,9-8-5653,1-2-5479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10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72 1361,'0'0'17786,"11"-10"-16868,2 2-873,1 0-1,0 2 1,0-1-1,1 2 1,0 0-1,0 1 1,24-4 0,0 3-148,72 0 1,-111 30 364,-1-20-200,0 0 0,0 1 0,-1-1 0,0 0 0,0 0 0,0 0 0,-1 0 0,1 0 0,-1 0 0,-1-1 0,1 1 0,-5 3 0,-5 6-2,0 0 0,-19 13 1,0-4 39,-67 37 1,73-47 23,1 1 1,1 1 0,1 2 0,0 0 0,-29 28 0,50-43 25,0 0 1,0 0-1,0 0 1,1 1-1,-1-1 1,1 0 0,-1 1-1,1-1 1,0 1-1,0-1 1,0 1-1,0-1 1,0 1 0,1 0-1,-1 3 1,1-5 249,9-1 152,62-1 335,77-11 0,-38 1 882,129 3 1419,-239 8-2953,0-1-264,0 0-364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14.222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</inkml:brush>
  </inkml:definitions>
  <inkml:trace contextRef="#ctx0" brushRef="#br0">1244 510 3185,'0'0'7457,"-21"6"-5728,-4 0-1416,1 1-1,0 2 1,1 0-1,0 2 1,-35 21 0,-941 633 3339,960-637-3239,38-28-405,1 1-1,-1-1 0,1 0 0,-1 0 1,1 1-1,0-1 0,-1 0 1,1 1-1,0-1 0,-1 0 0,1 1 1,0-1-1,-1 0 0,1 1 1,0-1-1,-1 1 0,1-1 0,0 1 1,0-1-1,0 1 0,0-1 0,-1 0 1,1 1-1,0-1 0,0 1 1,0-1-1,0 1 0,0-1 0,0 1 1,0 0-1,2-1-6,-1 1 0,1-1 0,-1 0-1,0 0 1,1 0 0,-1 0 0,1 0 0,-1 0 0,1-1-1,-1 1 1,0 0 0,1-1 0,1 0 0,54-18-13,-2-3 0,81-44 1,-35 16 75,854-423 24,-932 461-80,31-16 55,55-39 0,-99 44 1311,-10 23-1350,-50 13 1366,3 7-1125,1 3 0,-49 34 1,66-40-203,-338 216 676,24 31-318,310-235-417,3 1 0,-39 47 0,62-68-15,0 0 1,1 0-1,0 0 1,1 1-1,0 0 1,0 0-1,1 0 0,0 1 1,1 0-1,0-1 1,1 1-1,0 0 1,1 0-1,0 14 0,1-22-12,0 0 0,1-1 0,-1 1 0,1 0 0,-1 0 1,1-1-1,0 1 0,0 0 0,0-1 0,1 1 0,-1-1 0,0 0 0,1 1 0,0-1 0,-1 0 0,1 0 0,0 0 0,0 0 0,0 0 0,1 0 0,-1-1 0,0 1 0,1-1 0,-1 1 0,1-1 0,-1 0 0,4 1 0,7 1-171,-1 0-1,1-1 1,0 0-1,24-1 1,-25-1 78,38 0-156,-1-3-1,0-1 1,74-17 0,147-51 90,-120 29 132,76-8 13,-221 52 15,-14 5 112,6-4-30,-182 105 1291,-488 305 270,668-408-1607,-26 16 89,1 1 0,2 2 1,-29 28-1,53-47-102,1 0 0,0 0-1,0 0 1,0 1 0,0-1 0,1 1 0,0-1 0,-1 1-1,-1 8 1,4-11-13,-1 0 0,1-1 0,0 1 0,0-1 0,0 1 1,0-1-1,0 1 0,1-1 0,-1 1 0,0 0 0,1-1 0,-1 1 0,1-1 0,-1 0 0,1 1 0,0-1 0,-1 1 0,1-1 0,0 0 0,0 0 0,0 1 1,0-1-1,0 0 0,0 0 0,1 0 0,-1 0 0,0 0 0,0 0 0,1-1 0,-1 1 0,1 0 0,-1-1 0,0 1 0,1-1 0,1 1 0,14 3-195,0-1 0,1-1 0,-1 0 0,1-1 0,20-2 0,-11 1 27,71-5-245,167-30-1,-168 18 476,170-6-1,-260 23-39,0 0-15,-1 0 1,0 0-1,1 0 0,-1 1 0,0 0 0,8 3 0,-13-4 7,0 1-1,0-1 1,0 1-1,0-1 1,0 1-1,0 0 1,0-1-1,0 1 1,0 0-1,0 0 0,-1 0 1,1 0-1,0 0 1,-1 0-1,1 0 1,-1 0-1,1 0 1,-1 0-1,1 0 1,-1 0-1,0 0 1,1 1-1,-1-1 0,0 0 1,0 0-1,0 0 1,0 1-1,0-1 1,0 0-1,0 0 1,0 0-1,-1 0 1,1 1-1,0-1 0,-1 0 1,1 0-1,-1 0 1,1 0-1,-2 2 1,-1 5 83,-2 0 1,1 0-1,-1-1 1,0 1-1,0-1 0,-1 0 1,0 0-1,-14 11 1,-65 46 554,60-47-475,-318 186 1445,154-97-960,174-97-582,7-5-30,0 0 1,0 0-1,0 1 0,1 1 0,0-1 1,0 1-1,1 0 0,-1 1 0,-8 11 0,14-17-46,1-1-1,-1 1 1,1-1 0,0 1-1,-1-1 1,1 1-1,0 0 1,-1-1-1,1 1 1,0-1-1,0 1 1,-1 0-1,1-1 1,0 1 0,0 0-1,0-1 1,0 1-1,0 0 1,0-1-1,0 1 1,0 0-1,0-1 1,0 1-1,1 0 1,-1-1 0,0 1-1,0 0 1,1-1-1,-1 1 1,0-1-1,1 1 1,-1 0-1,0-1 1,1 1-1,-1-1 1,1 1 0,-1-1-1,1 1 1,-1-1-1,1 0 1,-1 1-1,1-1 1,-1 0-1,1 1 1,0-1-1,-1 0 1,1 0-1,0 1 1,-1-1 0,1 0-1,0 0 1,-1 0-1,1 0 1,0 0-1,-1 0 1,1 0-1,0 0 1,0-1 0,20 2-241,-1 0 0,0-2 1,0-1-1,0 0 0,0-1 1,35-11-1,122-51-635,-141 51 651,107-45 49,171-99 0,-297 148 268,-11 7-58,0 0-1,0 0 0,0-1 1,0 1-1,-1-1 0,0-1 1,0 1-1,0-1 0,0 0 1,6-8-1,-11 12 7,1 1 1,-1-1-1,0 0 1,1 0-1,-1 1 1,0-1-1,0 0 1,1 0-1,-1 0 1,0 1-1,0-1 1,0 0-1,0 0 1,0 0-1,0 0 1,0 1-1,0-1 1,0 0-1,0 0 1,-1 0-1,1 1 1,0-1-1,-1 0 1,1 0-1,0 1 1,-1-1-1,1 0 1,-1 0-1,1 1 1,-1-1-1,1 1 1,-1-1-1,0 0 1,1 1-1,-1-1 1,0 1-1,1-1 1,-1 1-1,0 0 1,1-1-1,-1 1 1,0 0-1,0-1 1,0 1-1,-1 0 1,-42-7 1083,39 6-1102,-321-4 825,43 3-325,267 2-462,1-1 0,0-1 0,0-1 0,0 0 0,-17-6 1,29 8-54,-1 0 1,0-1 0,1 0 0,0 0 0,-1 0 0,1 0 0,0-1 0,0 1-1,0-1 1,0 0 0,1 0 0,-1 0 0,1 0 0,-1 0 0,1 0-1,0-1 1,1 1 0,-1-1 0,0 1 0,1-1 0,0 0 0,0 0-1,0 0 1,0-7 0,0 4-28,1-1 0,0 1 0,0 0 0,1 0 0,0 0 0,1 0 0,-1 0 0,1 0 0,1 0 0,4-11 0,5-4-95,28-39 0,-40 61 122,230-298-1488,-22 30-494,-152 187 1553,65-119 0,-113 185 493,0 1 1,-1-2-1,-1 1 1,0-1-1,-2 0 1,0 0-1,0 0 1,-1 0-1,-1-1 1,0-23 0,-3 32 34,0 1 1,0 0 0,0 0 0,-1 0-1,0 0 1,-1 0 0,1 0 0,-1 1-1,-1-1 1,1 1 0,-1 0 0,0 0-1,0 0 1,-1 0 0,0 1 0,0 0-1,0 0 1,-1 0 0,1 0 0,-1 1 0,0 0-1,0 0 1,-9-3 0,-9-4 103,0 1 1,-1 2 0,-1 0-1,1 1 1,-31-3-1,-43-1 345,0 3 0,-149 9 0,235-1-533,11 0-15,0-1 0,0 1 0,0 0 0,0 0-1,0 0 1,-1 0 0,1 1 0,0-1 0,0 0-1,0 1 1,0-1 0,0 1 0,0 0 0,0 0-1,0 0 1,0 0 0,0 0 0,1 0 0,-1 0-1,-2 3 1,4-4-5,-1 1 0,1-1-1,0 0 1,0 0 0,0 0-1,0 0 1,0 1 0,0-1-1,0 0 1,0 0 0,0 0 0,0 1-1,0-1 1,0 0 0,0 0-1,0 0 1,0 1 0,0-1-1,0 0 1,0 0 0,0 0-1,0 1 1,0-1 0,1 0-1,-1 0 1,0 0 0,0 0-1,0 0 1,0 1 0,0-1 0,0 0-1,0 0 1,1 0 0,-1 0-1,0 0 1,0 1 0,0-1-1,0 0 1,1 0 0,-1 0-1,0 0 1,0 0 0,0 0-1,1 0 1,-1 0 0,0 0 0,0 0-1,0 0 1,0 0 0,1 0-1,-1 0 1,0 0 0,0 0-1,0 0 1,1 0 0,-1 0-1,0 0 1,0 0 0,1 0-1,20 2-403,1-1-1,24-1 0,-12-1 219,23-1-66,0-2 1,-1-3-1,0-2 1,0-3 0,-1-3-1,0-1 1,53-25-1,-102 38 260,1 1-1,-1-1 1,1 0-1,-1 0 0,0-1 1,-1 0-1,1 0 1,-1-1-1,1 1 1,6-9-1,-12 13 3,0-1 0,1 1 0,-1-1 0,0 0 0,1 1 1,-1-1-1,0 1 0,0-1 0,0 0 0,1 1 0,-1-1 0,0 0 0,0 1 0,0-1 0,0 0 0,0 1 0,0-1 0,0 0 0,-1 1 0,1-1 0,0 0 0,0 1 0,0-1 1,-1 1-1,1-1 0,0 0 0,-1 1 0,1-1 0,0 1 0,-1-1 0,1 1 0,-1-1 0,-23-12 257,-7 7-69,1 0 0,-1 2 1,0 2-1,-62 2 0,33 0-72,-16 0-1,-8 1 183,0-4 1,-115-18 0,195 20-296,0 1 0,0-1 0,0-1 0,0 1 0,1 0 0,-1-1 0,1 0 0,-1 0 0,1 0 0,-5-3 0,8 4-13,-1 0-1,0 0 0,0 0 0,1 0 0,-1 0 0,1 0 0,-1 0 1,1 0-1,-1 0 0,1 0 0,0 0 0,-1-1 0,1 1 1,0 0-1,0 0 0,0 0 0,0 0 0,0-1 0,0 1 0,0 0 1,0 0-1,1 0 0,-1 0 0,0 0 0,1-1 0,-1 1 0,0 0 1,1 0-1,0 0 0,-1 0 0,1 0 0,0 0 0,-1 1 0,1-1 1,0 0-1,0 0 0,0 0 0,1 0 0,10-9-78,1 0 0,0 1 0,0 1 0,1 1 0,0 0 0,17-6 0,-10 3-8,163-61-828,-120 49 765,0-3 1,84-47 0,-146 71 161,1 0 1,-1 0-1,0 0 1,0 0-1,-1 0 1,1-1-1,0 1 1,0 0 0,-1-1-1,1 0 1,0 1-1,-1-1 1,0 0-1,1 0 1,-1 1-1,0-1 1,0 0 0,0 0-1,0-1 1,0 1-1,0-3 1,-1 5 7,0-1 0,0 1 1,0 0-1,0-1 1,0 1-1,0-1 0,0 1 1,0 0-1,0-1 0,0 1 1,0 0-1,0-1 1,0 1-1,-1 0 0,1-1 1,0 1-1,0 0 0,0-1 1,-1 1-1,1 0 1,0-1-1,0 1 0,-1 0 1,1 0-1,0-1 0,-1 1 1,1 0-1,0 0 1,-1 0-1,1-1 0,0 1 1,-1 0-1,1 0 1,0 0-1,-1 0 0,-23-8 220,1 1-1,-1 1 0,0 1 1,-40-2-1,33 3-170,-184-19 668,209 22-709,-17-4 128,22 5-157,0 0-1,1 0 1,-1 0 0,1-1 0,-1 1 0,0 0-1,1-1 1,-1 1 0,1 0 0,-1-1 0,1 1 0,-1-1-1,1 1 1,-1-1 0,1 1 0,0-1 0,-1 1 0,1-1-1,0 1 1,-1-1 0,1 1 0,0-1 0,0 0-1,-1 1 1,1-1 0,0 0 0,0 0 0,0 0-26,1 0 0,-1 0 0,1 1 0,-1-1 0,1 0 0,-1 0 0,1 1 0,0-1 1,-1 1-1,1-1 0,0 1 0,0-1 0,-1 1 0,1-1 0,0 1 0,0 0 0,0-1 0,-1 1 0,1 0 0,0-1 0,0 1 1,0 0-1,0 0 0,1 0 0,27-4-309,-25 4 258,4-2-24,30 0-50,-37 2 151,0-1 0,-1 1 0,1 0 0,0 0 0,0 1 0,0-1 0,0 0 0,0 0-1,0 0 1,0 1 0,0-1 0,0 0 0,0 1 0,0-1 0,0 1 0,-1-1 0,1 1 0,0 0 0,0-1 0,-1 1-1,1 0 1,0-1 0,-1 1 0,1 0 0,-1 0 0,1-1 0,-1 1 0,1 0 0,-1 0 0,1 2 0,0 9-1,0 0 1,-1 0-1,0 0 1,-1 0-1,-1 0 1,-5 20 0,-27 71 129,22-73-49,-15 64 0,22-70-110,1 0 1,2 0-1,0 1 0,2-1 1,0 0-1,2 0 0,0 0 1,2 0-1,1 0 1,11 34-1,-10-45-64,3 8-162,-1 0 0,-1 1-1,9 40 1,-15-57 242,-1 2-1,1-1 1,-1 0-1,0 0 0,0 0 1,-1 0-1,0 0 1,0 0-1,0 0 1,-1 0-1,0-1 1,0 1-1,0 0 1,-1-1-1,0 0 0,0 1 1,0-1-1,-1 0 1,-5 5-1,-8 7 214,-2-1 1,-37 26-1,-16 12 1576,71-53-1747,0 0 0,-1 0-1,1 0 1,0 0 0,0 0-1,0 0 1,0 0 0,0 0-1,1 1 1,-1-1 0,0 0-1,0 1 1,1-1 0,-1 1-1,1-1 1,0 1 0,-1-1-1,1 1 1,0-1 0,0 1-1,0-1 1,0 1 0,0-1-1,0 1 1,0-1 0,0 1-1,1-1 1,-1 1 0,1-1-1,-1 1 1,1-1 0,-1 0 0,1 1-1,0-1 1,0 0 0,-1 1-1,1-1 1,0 0 0,2 2-1,5 4-113,0 0 0,0 0-1,0-1 1,17 9 0,-7-4 111,2 4-140,0-1 0,-1 2 1,-1 1-1,0 0 0,23 31 0,-32-36 119,-1 1-1,0 0 0,-1 1 1,0 0-1,-1 0 0,-1 0 1,0 0-1,-1 1 0,-1 0 1,3 19-1,1 55 147,-5-47 128,15 82 1,1-59-208,-9-37-65,-2-1-1,-1 1 0,3 38 1,-8-57 1,-1-1 0,0 0 0,-1 0 0,0 0 0,0 0 0,-1 0 0,0 0 0,0-1 0,-1 1 0,0 0 0,0-1 0,0 0 0,-1 0 0,-1 0 0,1 0 0,-7 8 0,-93 89 443,103-103-421,-1 1-1,1-1 1,0 1-1,0 0 1,-1-1-1,1 1 1,0 0-1,0 0 1,1 0-1,-1 0 1,0 0-1,1 0 1,-1 0-1,1 0 1,-1 4-1,1-5-78,0 0 0,1 0 0,-1-1 0,0 1 0,1 0 0,-1 0 0,1 0 0,-1 0 0,1 0 0,-1-1 0,1 1 0,0 0 0,-1-1 0,1 1 0,0 0 0,-1-1 0,1 1 0,0-1 0,0 1 0,0-1 0,0 1 0,-1-1 0,1 0 0,0 1 0,0-1 0,0 0 1,0 0-1,0 1 0,0-1 0,0 0 0,0 0 0,1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46.7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142 3 3698,'-3'-2'20628,"-10"3"-20439,2 5-1687,1 0 1,-1 0-1,-14 12 0,-5 4-4618,-9 3-3091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46.9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210 1 8772,'0'0'13814,"-84"52"-13814,61-35-784,-6 1-1569,-7 5-1521,-1 0-3201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47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285 0 7027,'0'0'16232,"-71"2"-16232,50 9-80,-11 3-369,-5 1-847,-5 4-1473,2-2-1553,-2-7-2225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47.3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17 5491,'0'0'19801,"18"-16"-19705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47.7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338 1 8660,'0'0'14713,"-7"8"-13347,-78 90 1423,-109 141-1234,183-225-1538,2 2 0,-10 18 1,16-29-16,2-1 1,-1 0-1,0 1 0,1-1 1,0 1-1,0 0 0,0-1 1,1 1-1,-1 0 1,1 0-1,0-1 0,1 1 1,0 6-1,0-10-1,-1 0 0,0-1 0,1 1 0,-1 0 0,1-1-1,-1 1 1,1 0 0,0-1 0,-1 1 0,1-1 0,-1 1 0,1-1 0,0 1 0,0-1-1,-1 1 1,1-1 0,0 0 0,0 1 0,0-1 0,-1 0 0,1 0 0,0 1 0,1-1 0,25 2 53,-18-2-10,48 4 672,0-2 1,1-2-1,81-12 0,-138 11-570,10-1-808,9-7-8253,-3-3 1416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48.3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357 0 5523,'0'0'19531,"-6"4"-17863,-18 8-339,-50 18 0,53-24-1206,1 2 1,-1 1-1,2 0 1,-1 1-1,-25 19 0,43-28-171,1 0 0,-1 0 0,1 0-1,0 1 1,0-1 0,-1 0 0,1 1-1,0-1 1,0 0 0,0 1 0,0 0-1,0-1 1,1 1 0,-1-1 0,0 1-1,1 0 1,-1-1 0,1 1 0,0 0-1,0 0 1,-1-1 0,1 1 0,0 0-1,0 0 1,1 0 0,-1-1-1,0 1 1,0 0 0,1 0 0,-1-1-1,2 3 1,2 3-220,0 0 1,1-1-1,0 1 0,0-1 0,12 11 1,-11-12 228,-1 1 1,0-1 0,0 1 0,0 1-1,6 10 1,-10-14 76,1 0-1,-1 0 1,1 1-1,-1-1 1,0 1-1,-1-1 1,1 1-1,0-1 1,-1 1-1,0 0 1,0-1-1,0 1 1,0 0-1,-1-1 1,1 1-1,-1-1 1,0 1-1,0-1 1,0 1-1,-1-1 1,1 0 0,-1 0-1,0 1 1,0-1-1,0 0 1,0-1-1,0 1 1,-1 0-1,1-1 1,-1 1-1,0-1 1,-3 3-1,-14 7 255,-1-1 0,0 0 0,0-2 0,-34 10-1,55-19-339,0 0-1,0 0 1,0 0-1,0 0 0,-1 0 1,1 0-1,0 0 1,0 0-1,0 0 0,0 0 1,0 0-1,0 0 1,0 0-1,0 0 0,-1 0 1,1 0-1,0 0 1,0 0-1,0 0 0,0 0 1,0 0-1,0-1 0,0 1 1,0 0-1,0 0 1,0 0-1,0 0 0,0 0 1,0 0-1,0 0 1,0 0-1,0 0 0,0-1 1,0 1-1,0 0 1,0 0-1,0 0 0,0 0 1,0 0-1,0 0 1,0 0-1,0 0 0,0-1 1,0 1-1,0 0 1,0 0-1,0 0 0,0 0 1,0 0-1,0 0 0,0 0 1,0 0-1,0 0 1,0-1-1,0 1 0,0 0 1,0 0-1,1 0 1,-1 0-1,0 0 0,0 0 1,0 0-1,0 0 1,0 0-1,0 0 0,0 0 1,7-10-1154,9-6-2216,1 1 0,21-14-1,15-9-5318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48.9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168 24 7203,'0'0'19908,"-19"21"-18099,-63 68-499,72-80-1129,2 1-1,-1 0 1,1 1 0,1 0-1,-6 12 1,10-17-168,1 0-1,1 1 1,-1-1 0,1 0-1,0 1 1,0 0-1,1-1 1,0 9 0,0-14-23,1 0 0,-1 1 1,0-1-1,1 0 0,-1 0 1,0 0-1,1 1 0,0-1 1,-1 0-1,1 0 0,0 0 0,-1 0 1,1 0-1,0 0 0,0 0 1,0 0-1,0-1 0,0 1 1,0 0-1,0 0 0,0-1 1,0 1-1,0-1 0,1 1 1,-1-1-1,0 1 0,0-1 0,1 0 1,-1 0-1,0 0 0,2 1 1,48 1-324,-41-2 247,-5 0 44,1 0 0,-1-1 0,1 0 0,-1 1 0,0-2 0,0 1 0,1-1 0,-1 1 0,0-1 0,0-1 0,-1 1 0,1-1-1,0 0 1,-1 0 0,0 0 0,1 0 0,-1-1 0,0 0 0,-1 0 0,1 0 0,-1 0 0,0-1 0,0 1 0,0-1 0,4-9 0,-3 5 61,-1 0 1,1 0-1,-1 0 0,-1 0 1,1 0-1,-2-1 1,1 1-1,-1-1 1,-1-15-1,1 24-21,-1 0-1,0 1 1,1-1 0,-1 1-1,1-1 1,-1 1-1,1-1 1,-1 1-1,1-1 1,0 1-1,-1-1 1,1 1 0,0 0-1,-1-1 1,1 1-1,0 0 1,-1-1-1,1 1 1,0 0-1,0 0 1,-1 0 0,1 0-1,0 0 1,1 0-1,24-3-218,-22 3 130,6-1-51,0 0 47,0 0 1,0 1-1,0 0 1,14 2-1,-22-1 94,0-1 0,0 0-1,0 1 1,0-1 0,0 1-1,0 0 1,-1 0 0,1 0-1,0 0 1,0 0 0,-1 0-1,1 0 1,-1 0-1,1 0 1,-1 1 0,1-1-1,-1 1 1,0-1 0,0 1-1,0 0 1,0-1 0,0 1-1,0 0 1,0 0 0,0 0-1,-1 0 1,1 0 0,0 3-1,1 5 89,-1 0 0,0 1 1,-1-1-1,0 1 0,-1-1 0,0 1 0,0-1 0,-1 1 1,-1-1-1,1 0 0,-7 15 0,9-25-75,-1 0-1,1 1 1,0-1 0,0 0-1,0 1 1,0-1 0,0 0-1,0 0 1,0 1 0,-1-1-1,1 0 1,0 0 0,0 0-1,0 1 1,0-1 0,-1 0-1,1 0 1,0 0 0,0 1-1,-1-1 1,1 0 0,0 0-1,0 0 1,-1 0 0,1 0-1,0 0 1,0 1 0,-1-1-1,1 0 1,0 0 0,0 0-1,-1 0 1,1 0 0,0 0-1,-1 0 1,1 0 0,0 0-1,0 0 1,-1-1 0,1 1-1,-7-12 307,2-16-55,5 28-263,-3-29 287,2-1 1,3-50-1,-1 76-331,-1 0-1,1 0 1,0 1 0,0-1 0,0 0-1,1 1 1,-1-1 0,1 1 0,0-1 0,0 1-1,0 0 1,0 0 0,1 0 0,-1 0-1,1 0 1,0 0 0,0 1 0,0 0 0,0-1-1,0 1 1,0 0 0,1 0 0,3-1-1,40-13-5607,1 7-6676,-42 8 10387,28-6-8304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49.2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366 1 15063,'0'0'12806,"-117"119"-10437,92-57-496,2 5-1217,2-2-656,-2 4 0,2-4 0,3-2 0,-1-5 0,2-4 0,0-8 0,1-6 0,3-2-2145,1-5-1521,-3-10-2064,7-12-2834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49.5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77 8884,'0'0'13315,"19"1"-10977,-2-1-1883,-6 0-215,0 0-1,1 1 1,-1 0 0,-1 0-1,1 2 1,0-1-1,0 1 1,17 8-1,2 3 405,-6-3-318,0 0 0,1-2 1,0 0-1,0-2 0,29 5 1,-54-12-311,0 0 0,1 0 0,-1 0-1,1-1 1,-1 1 0,0 0 0,1 0 0,-1 0 0,0 0 0,1-1 0,-1 1 0,0 0 0,1 0 0,-1-1 0,0 1 0,1 0 0,-1-1 0,0 1 0,0 0 0,0-1 0,1 1 0,-1 0 0,0-1 0,0 1 0,0 0 0,0-1 0,1 1 0,-1-1 0,0 1 0,0-1 0,2-22 123,-4-20-101,1 32 38,-1 1-1,0 0 1,-1 0 0,0 0-1,0 0 1,-1 1 0,-6-12 0,10 21-26,0-1 0,-1 1 0,1 0 1,0-1-1,0 1 0,-1-1 0,1 1 0,0 0 1,-1-1-1,1 1 0,-1 0 0,1-1 1,0 1-1,-1 0 0,1-1 0,-1 1 1,1 0-1,-1 0 0,1 0 0,-1 0 1,1-1-1,-1 1 0,1 0 0,-1 0 1,1 0-1,-1 0 0,1 0 0,-1 0 1,1 0-1,-1 0 0,0 0 0,-8 14 222,1 23-412,6-20 65,0 0 0,2 0 0,0 1-1,2 20 1,-1-32-122,0-1 0,1 0 0,-1 0 0,1 0-1,0 0 1,0 0 0,1 0 0,-1 0 0,1-1 0,0 1 0,0-1-1,1 0 1,-1 0 0,1 0 0,0 0 0,0 0 0,9 5 0,1-2-921,1 0 1,0 0-1,0-1 1,1-1 0,0-1-1,-1 0 1,2-1 0,-1-1-1,0 0 1,21-2 0,46 1-7864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7:50.0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325 666 10805,'0'0'15183,"-22"-7"-12211,-74-21-1083,87 25-1729,-1 1-1,1 0 1,-1 0 0,0 1 0,1 1 0,-1 0 0,0 0 0,1 0-1,-1 1 1,0 1 0,-16 4 0,20-4-160,0 1 0,1 0 0,-1 0 0,0 0 0,1 1 0,-1-1 0,-8 10 0,12-12 0,1 0 0,-1 1 0,1-1 0,-1 1 0,1-1 0,0 1 0,0-1 0,-1 1 0,1-1 0,0 1 0,0 0 0,1 0 0,-1 0 0,0 0 0,1-1 0,-1 1 0,1 0 0,-1 0 0,1 0 0,0 0 0,0 0 0,0 0 0,0 0 0,0 0 0,1 0 0,-1 0 0,0 0 0,1 0 0,0 0 0,0 2 0,1-3 0,-1 0 0,1 0 0,-1 0 0,1 0 0,0 0 0,-1-1 0,1 1 0,0 0 0,0-1 0,0 1 0,0-1 0,-1 0 0,1 0 0,0 0 0,0 0 0,0 0 0,2 0 0,4 0 0,14 0-10,1 0 0,-1-1 0,0-2 0,0 0 0,0-1 1,0-2-1,-1 0 0,0-1 0,0-1 0,-1-1 0,0-1 0,0-1 0,22-16 0,1-2-443,-2-1 0,-1-3 0,-1-1 0,63-72 1,-77 75 391,-2-1 1,-1-1 0,-1-1-1,-2 0 1,-1-2 0,24-69 0,-38 91 212,0 1 1,-1-1 0,-1 0-1,1-14 1,-3 27-110,0 1 0,1-1 0,-1 1 0,0-1 0,0 1 0,0-1 0,0 1 0,-1-1 0,1 1 0,0-1 0,0 1 0,0-1 0,0 1 0,0-1 0,-1 1 0,1-1 0,0 1 0,0-1 0,-1 1 0,1 0-1,0-1 1,-1 1 0,1-1 0,0 1 0,-1 0 0,1-1 0,-1 1 0,1 0 0,0 0 0,-1-1 0,1 1 0,-1 0 0,1 0 0,-1 0 0,1-1 0,-1 1 0,1 0 0,-1 0 0,1 0 0,-1 0 0,1 0 0,-1 0 0,1 0 0,-2 0 0,-24 8 85,13-1-128,-1 1 0,1 0 0,1 1 0,0 0 0,-18 18 0,-52 61 0,57-56 0,1 1 0,1 1 0,2 1 0,2 0 0,1 2 0,-24 69 0,28-59 0,1 1 0,3 0 0,2 0 0,2 1 0,0 63 0,6-101 3,0-1 0,1 0-1,0 1 1,0-1 0,1 0 0,1 0 0,0 0-1,0 0 1,6 12 0,-7-18-20,1 0 1,0 0 0,0 0-1,0 0 1,1 0-1,-1-1 1,1 1-1,0-1 1,0 0-1,0 0 1,0-1 0,0 1-1,1-1 1,-1 0-1,1 0 1,-1 0-1,1-1 1,0 1-1,0-1 1,9 1 0,28-1-2476,0-1-3935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1 273 9780,'0'0'11726,"7"20"-10542,19 66-202,-23-80-763,-1 1 1,-1-1-1,1 1 0,-1-1 0,-1 1 0,1-1 0,-1 1 1,0 9-1,-1-1 1994,1-43-2148,4-119-15,-2 124-56,2 0 0,0 0 0,2 0 0,11-31 0,-14 46-1,2-5-25,0 0-1,0 0 1,1 0 0,1 1-1,0 0 1,1 0-1,15-18 1,-21 28-142,0 1 0,1-1 0,-1 1 0,0 0 0,1-1 0,-1 1 0,0 0 0,1 0 0,-1 1 0,1-1 0,0 0 0,-1 1 0,1 0 0,0-1 0,-1 1 0,1 0 0,0 0 0,-1 1 0,1-1 0,-1 1 0,4 0 1,3 1-2345,0 1 0,-1 1 1,1-1-1,12 9 0,7 4-6678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12934,'0'0'6595,"-19"13"-3743,-59 47-1147,72-56-1557,0 2 0,0-1 0,1 1 0,-1-1 0,1 2 0,0-1 0,1 0 1,0 1-1,0 0 0,0 0 0,1 0 0,-3 9 0,3-4-88,1 2-1,0-1 1,1 0-1,0 27 1,1-26-58,0-10-2,0-1-1,1 1 1,-1 0 0,1 0 0,0 0 0,0 0 0,0-1 0,0 1 0,3 5-1,-3-7 0,0 0 0,0-1-1,1 1 1,-1 0-1,0-1 1,1 1-1,-1-1 1,1 0-1,0 0 1,-1 1-1,1-1 1,0 0-1,0 0 1,0 0-1,0-1 1,0 1 0,0 0-1,0-1 1,0 1-1,3-1 1,-1 1-11,1-1 1,-1 1-1,1-1 0,-1 0 1,1-1-1,-1 1 1,1-1-1,-1 0 1,1 0-1,-1 0 0,0-1 1,0 0-1,1 1 1,-1-1-1,0-1 1,-1 1-1,1-1 0,0 1 1,-1-1-1,1 0 1,-1 0-1,5-7 1,-3 4 20,-1-1 0,-1 0 0,1 0-1,-1 0 1,0 0 0,0 0 0,-1 0 0,0-1 0,-1 1 0,1-1 0,-2 0 0,1-14 0,0-7 55,0 22-53,0 0 1,-1-1 0,1 1-1,-2-1 1,1 1 0,-1 0-1,0-1 1,-1 1 0,1 0-1,-2 0 1,1 0 0,-1 0-1,-3-7 1,5 13-128,0 0 1,0 0-1,0 1 0,0-1 0,0 0 1,0 0-1,0 1 0,0-1 0,-1 0 1,1 1-1,0-1 0,0 1 0,-1 0 1,1-1-1,0 1 0,0 0 0,-3 0 1,3-1-189,1 2 1,-1-1-1,0 0 1,0 0-1,1 0 0,-1 0 1,0 0-1,1 1 1,-1-1-1,0 0 1,1 0-1,-1 1 1,0-1-1,1 1 1,-1-1-1,1 0 0,-1 1 1,0-1-1,1 1 1,-1 0-1,0 0 1,-5 16-7544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40 10725,'0'0'13563,"-16"7"-13088,-51 25-77,63-30-374,1 0 0,0 0 0,-1 1-1,1-1 1,0 1 0,0 0 0,0 0 0,1 0 0,-1 0 0,1 0 0,0 1 0,0-1 0,0 1-1,0 0 1,-2 7 0,2-3-20,0 0 0,1 1 0,0-1 0,1 0 0,0 11 0,0-7 1,0-11-10,0 1 0,1-1 1,-1 0-1,0 1 1,0-1-1,1 0 0,-1 0 1,0 1-1,1-1 1,0 0-1,-1 0 0,1 0 1,0 0-1,-1 0 0,1 0 1,0 0-1,0 0 1,0 0-1,0 0 0,0 0 1,0 0-1,0-1 1,2 2-1,0 0 1,1-1 0,0 1 0,-1-1 1,1 0-1,0 0 0,0-1 0,0 1 0,4 0 0,1-1 6,1 0 0,-1-1 0,0 0-1,0 0 1,0 0 0,14-6-1,-17 4 39,0 0-1,0 0 0,0-1 0,-1 1 1,0-2-1,1 1 0,-2 0 1,1-1-1,0 0 0,-1 0 0,0 0 1,0-1-1,-1 0 0,1 1 0,-1-1 1,3-8-1,-3 4 145,1 0-1,-1-1 1,-1 1 0,0 0 0,0-1-1,-1 0 1,0 1 0,-1-1 0,-1-15-1,0 25-198,1-1 0,-1 1 0,1 0-1,-1-1 1,1 1 0,-1 0-1,0-1 1,0 1 0,0 0 0,0 0-1,0 0 1,0 0 0,0 0-1,0 0 1,0 0 0,0 0-1,0 0 1,-1 0 0,1 1 0,0-1-1,-1 1 1,1-1 0,-1 1-1,1-1 1,0 1 0,-1 0 0,1-1-1,-1 1 1,1 0 0,-1 0-1,1 0 1,-1 0 0,1 0-1,-1 1 1,-1-1 0,-3 1-552,0 0 1,-1 0-1,1 0 0,0 1 1,0 0-1,-11 5 1,-30 24-10869,37-21 2388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0 5843,'0'0'12928,"-24"19"-9486,3-3-2664,4-4-285,1 0-1,0 2 0,0 0 1,1 0-1,1 2 0,1 0 0,-23 35 1,18-21-21,1 1 0,1 1 0,2 0 1,1 1-1,2 0 0,1 1 0,2 1 0,1-1 1,2 1-1,-2 49 0,7-82-485,0 0 0,0 0 0,0 0 0,0 0 0,0 0 0,0 0-1,0 0 1,1 0 0,-1 0 0,1-1 0,-1 1 0,1 0 0,0 0 0,0 0 0,1 2 0,0-3-80,0 0 1,1 0 0,-1 0-1,0-1 1,0 1 0,1 0-1,-1-1 1,0 0 0,0 0-1,1 1 1,-1-1 0,1-1-1,2 1 1,11 0-1214,1-1 1,0 0-1,0-1 1,30-9-1,-35 7-870,0 0 0,1-2 1,20-11-1,5-10-7917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5651,'0'0'13206,"173"-25"-13206,-93 25-321,3 0-4097,5 0-5122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0 179 13942,'0'0'2588,"32"-16"-1462,-2-1-583,8-4 449,0 2-1,2 1 0,61-18 1,-44 22-413,1 1 1,1 3-1,0 3 1,88 0-1,-144 7-547,0 0 1,1 0-1,-1 0 0,1 0 0,-1 0 1,1 1-1,-1 0 0,0-1 0,1 1 1,-1 0-1,0 1 0,0-1 0,0 1 1,0-1-1,0 1 0,0 0 0,0 0 1,-1 0-1,1 0 0,0 1 0,-1-1 0,0 1 1,0 0-1,0-1 0,0 1 0,0 0 1,0 0-1,-1 0 0,1 0 0,-1 1 1,0-1-1,0 0 0,0 1 0,0 4 1,5 32 1033,-1 1 0,-2-1 0,-5 75 0,0-34-80,2-33-853,-2-1-1,-2 0 1,-3 0-1,-1-1 1,-2 0 0,-3 0-1,-1-1 1,-2-1-1,-28 54 1,19-56-133,17-31 0,1 1 0,1 0 0,0 0 0,-5 13 0,11-24-66,0-1-1,-1 1 1,1-1 0,0 1 0,0-1-1,0 1 1,-1-1 0,1 1-1,0-1 1,0 1 0,0-1 0,0 1-1,0-1 1,0 1 0,0-1 0,0 1-1,0-1 1,0 1 0,0-1-1,0 1 1,0-1 0,0 1 0,1-1-1,-1 1 1,0-1 0,0 1-1,0-1 1,1 1 0,-1-1 0,0 0-1,1 1 1,-1-1 0,0 1-1,1-1 1,-1 0 0,1 1 0,-1-1-1,1 0 1,-1 0 0,0 1-1,1-1 1,-1 0 0,1 0 0,-1 0-1,1 0 1,-1 1 0,1-1 0,-1 0-1,1 0 1,0 0 0,0 0-353,0 0 0,0 0 0,0-1 1,0 1-1,0 0 0,0 0 1,0-1-1,0 1 0,0 0 0,-1-1 1,1 1-1,0-1 0,0 1 0,0-1 1,-1 1-1,1-1 0,0 0 0,-1 1 1,1-1-1,0 0 0,-1 0 0,1 0 1,1-19-8965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10533,'0'0'19593,"115"23"-18233,-77 4-495,-3 2-497,1 0-320,-5-4-48,-4-4 0,-4 2-112,-2-6-913,-2-2-719,2-5-1186,2-8-1296,0-2-3825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1 18649,'0'0'7619,"-113"41"-3473,88-7-2081,0 4-1777,8-5-288,-2-2 0,5-3 0,5 1 0,-1-4 0,2 2-800,-7-6-2242,-6 0-2384,-12-9-5699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2 14663,'-31'6'1886,"28"-5"-1839,-37 7 1048,1 1 0,0 3 0,1 1 0,-56 27 0,29-4 207,2 3 0,-81 65 0,105-72-1068,1 2 1,2 2-1,2 1 0,-43 60 0,64-78-138,1 0-1,1 1 1,1 0-1,0 0 1,2 1-1,0 1 0,2-1 1,0 1-1,1 0 1,2 1-1,0-1 1,0 35-1,3-42-86,1-1-1,0 0 1,1 1 0,1-1-1,0 0 1,0 0-1,2-1 1,-1 1 0,2-1-1,0 0 1,1 0 0,0-1-1,0 1 1,2-2 0,-1 1-1,2-1 1,-1-1-1,1 1 1,1-2 0,18 14-1,4 0-34,1-2 0,0-1 0,2-2 0,0-1 0,1-2-1,0-2 1,2-1 0,72 12 0,2-8-84,208 3-1,-292-18 159,401-13-762,-386 7 481,0-1 0,0-3 0,-1-1 0,0-2 1,-1-2-1,-1-2 0,64-34 0,-89 40 226,-1 0 0,1-1 0,-1-1 0,-1 0 0,-1-1 0,1-1 0,-2 0 0,0-1 0,-1 0 0,13-22 0,-14 17 40,-1-1-1,0 0 1,-2 0-1,0-1 1,-1 1-1,-1-1 1,-2-1 0,2-27-1,-2 9 154,-3 0 0,-8-75-1,4 94-108,0-1-1,-2 0 0,-1 1 0,0 0 1,-2 1-1,-16-32 0,9 27 147,-1 1-1,-1 1 1,-1 1-1,-1 0 0,-1 2 1,-1 0-1,-1 1 1,-29-19-1,14 14 83,-1 2 0,-1 1 0,-1 3 0,-72-25 0,85 35-508,0 2 1,0 1-1,-44-4 0,55 9-973,0 0 0,-1 2 0,1 0 0,-17 4 0,-13 10-5872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57 5170,'2'1'14298,"-2"-1"-14202,0 0-1,0 0 1,0 0 0,0 0-1,0 0 1,0 0 0,0 0-1,0 0 1,0 0 0,0 0-1,0 0 1,0 0 0,0 0-1,0 1 1,6-5 111,0 1 1,0-1-1,0 0 1,0-1-1,-1 1 1,1-1-1,-1 0 1,8-11-1,-4 8 4095,-9 13-870,-10 20-2327,-240 340 55,-76 130-1162,232-308 2,129-207 0,-27 15-2488,-7-1-7382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1098 50 11157,'-15'-1'824,"-165"0"5077,148 3-4983,1 1 0,-1 2 0,-51 14 0,41-5-224,1 2 0,0 2 0,1 2 0,-55 36 0,43-20-599,1 3-1,-68 66 1,91-77-86,2 1 1,1 1 0,1 1 0,-29 52 0,39-59-10,2 2 0,1-1 1,1 1-1,1 1 0,1 0 0,2 0 0,-4 30 0,6-27 10,2-1-1,1 1 1,1 0 0,2-1-1,6 38 1,-5-53-3,0 0 1,2 0-1,0 0 1,0-1-1,1 1 1,1-1-1,0-1 1,1 1-1,0-2 1,1 1-1,0-1 1,20 19-1,-4-10 2,1-1 0,0-1-1,1-2 1,1 0 0,1-2-1,0-1 1,1-2 0,0 0 0,55 10-1,0-5 1,1-4-1,117 1 0,-42-8 18,195-19 0,-302 8-13,0-2 1,-1-3-1,0-1 1,0-3-1,-2-3 1,0-1 0,72-39-1,-103 46-3,-1 0 0,0-1 1,-1-1-1,-1-1 0,21-23 0,-28 27 47,0-1 0,-2 0 0,1 0 1,-2-1-1,0 0 0,0-1 0,-1 1 0,-1-1 0,4-16 0,-3 1 169,-1 1-1,-1-1 0,-2 0 0,-1 0 0,-1 0 1,-2 0-1,-1 0 0,-1 1 0,-1-1 0,-2 1 1,0 0-1,-2 1 0,-2 0 0,0 0 0,-1 1 1,-27-40-1,4 12 40,-2 2 0,-3 2 0,-55-56 0,60 73-198,-1 1 1,-1 1 0,-1 2-1,-84-46 1,110 69-163,0 0 0,0 1 0,-1 0 0,0 1 0,0 1 0,0 0 0,-19-2 0,25 5-370,0 0 1,1 0-1,-1 0 0,0 1 0,0 0 0,-10 4 1,11-3-360,1 0 1,-1 1 0,1 0 0,-1 0 0,1 0 0,0 0 0,0 1 0,-4 4 0,-23 24-8851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903 1 3906,'0'0'11602,"-12"5"-6789,-22 71 2177,19-39-5505,-22 38 0,-258 354 1031,103-162-2546,146-199 30,-105 163 0,124-185 0,3 1 0,1 2 0,-17 55 0,33-76 0,7-28 0,0 1 0,0-1 0,0 0 0,0 0 0,0 0 0,0 1 0,0-1 0,0 0 0,0 0 0,0 0 0,1 1 0,-1-1 0,0 0 0,0 0 0,0 0 0,0 1 0,0-1 0,0 0 0,1 0 0,-1 0 0,0 0 0,0 0 0,0 1 0,0-1 0,1 0 0,-1 0 0,0 0 0,0 0 0,0 0 0,0 0 0,1 0 0,-1 0 0,0 0 0,0 0 0,1 0 0,-1 0 0,0 0 0,0 0 0,0 0 0,1 0 0,-1 0 0,0 0 0,0 0 0,0 0 0,1 0 0,-1 0 0,0 0 0,0 0 0,0 0 0,1 0 0,-1 0 0,0-1 0,0 1 0,0 0 0,0 0 0,1 0 0,-1 0 0,0 0 0,0-1 0,0 1 0,0 0 0,24-20 219,-5 2-1204,-5 9-3131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8020,'0'0'17797,"3"6"-16193,-1 0-1313,1 1 0,-1 0 0,0 0 0,0 0 0,-1-1 0,0 1 0,0 0 0,-1 1 0,0-1 0,-1 9 0,-13 81 1717,5-45-1871,-6 29-26,1 3-610,10-41-6180,4-76 209,0-18-3332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380 212 14535,'-22'17'1982,"8"-7"-1603,-11 8 776,0 2-1,1 0 1,1 1-1,-37 46 1,37-34-431,2 1 0,1 1 0,1 0 0,2 2 0,2 0 0,-20 76 0,23-59-373,2 0 1,3 1-1,2 0 0,3 84 1,3-125-336,0 1 1,1 0 0,0-1 0,1 0 0,1 0 0,1 0 0,0 0 0,13 26-1,-12-31-15,0 0 0,0 0 0,0 0 0,1-1 0,1 0-1,0-1 1,0 1 0,0-2 0,0 1 0,1-1 0,1 0-1,18 8 1,-8-7-6,0-1 0,1-1 0,0-1 0,0-1 0,0-1 0,0-1 0,34-2 0,-17-1 5,0-2-1,-1-1 0,1-1 0,-2-3 1,1-1-1,-1-1 0,52-25 1,-39 12-3,-2-2-1,0-2 1,-2-1 0,71-63 0,-93 72-14,-2-2 1,-1 0-1,-1-1 0,0-1 1,-2-1-1,-1-1 0,-1 0 1,-1-1-1,-1 0 0,-2-1 1,-1-1-1,-1 1 1,-1-2-1,-2 1 0,0-1 1,-3 0-1,0 0 0,-2 0 1,-1 0-1,-5-35 0,2 44 56,-1-1 0,-1 1-1,-1 1 1,-1-1-1,-1 1 1,-1 0-1,0 1 1,-1 0-1,-2 0 1,1 1 0,-2 1-1,-1 0 1,0 1-1,-1 0 1,-29-24-1,22 23 12,0 1 0,-1 1-1,-1 1 1,0 1-1,-1 1 1,-1 1 0,1 1-1,-1 1 1,-1 2-1,0 0 1,0 2 0,-29-2-1,55 7-70,-1 0 0,1 0 0,-1-1 0,0 1 0,1 0 0,-1 0 0,1 1 1,-1-1-1,0 0 0,1 0 0,-1 1 0,1-1 0,-1 1 0,1 0 0,-1-1 0,1 1 0,-2 1 0,3-2-48,-1 1 1,1-1 0,0 1-1,0 0 1,0-1 0,-1 1-1,1-1 1,0 1-1,0 0 1,0-1 0,0 1-1,0-1 1,0 1-1,0 0 1,1-1 0,-1 1-1,0-1 1,0 1 0,0 0-1,0-1 1,1 1-1,-1-1 1,0 1 0,1-1-1,-1 1 1,0-1-1,1 1 1,0 0 0,2 2-439,0 1 0,0-1 1,1 0-1,0 0 0,-1 0 1,1 0-1,0-1 0,0 1 1,8 2-1,40 7-4623,9-10-2031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46 384,'0'0'4266,"-1"-7"-3031,0-2-690,-1-5 70,1-2 15375,2 21-14947,1 9-612,1 1 1,1-1 0,0 0 0,1 0-1,1-1 1,7 16 0,51 79 1659,-54-91-1855,25 35 474,2-2 0,62 67 0,99 77 364,-15-15-938,-150-142-136,-1 1 0,51 83 0,33 95 0,-111-206 0,15 28 0,-19-36 0,1 0 0,-1 1 0,1-1 0,0 0 0,-1 0 0,1 0 0,0-1 0,0 1 0,0 0 0,0-1 0,1 1 0,2 1 0,-4-3-2,-1 0 1,0-1-1,1 1 0,-1 0 0,0 0 1,1 0-1,-1-1 0,0 1 0,0 0 1,1 0-1,-1-1 0,0 1 0,0 0 1,1-1-1,-1 1 0,0 0 0,0-1 1,0 1-1,0 0 0,0-1 0,1 1 1,-1 0-1,0-1 0,0 1 0,0 0 1,0-1-1,0 1 0,0 0 0,0-1 1,0 1-1,0 0 0,0-1 0,-1 1 1,1-1-1,-7-2-2423,-19 4-1610,-12 8-7935,35-8 11097,1 0 0,0 1 0,-1-1 0,1 1 0,0-1 0,0 1 0,0 0 0,0-1 1,0 1-1,1 0 0,-1 0 0,-2 4 0,3-4 548,0 1-1,0 0 1,0-1 0,0 1-1,0 0 1,0 0 0,1-1-1,-1 5 1,1-1 325,-1 0 0,2 0 0,-1 0 0,1-1 0,-1 1 0,2 0 0,-1-1 0,0 1 0,1-1 0,4 9 0,-5-13 0,-1 1 0,1-1 0,0 0 0,-1 0 0,1 1 0,0-1 0,0 0 0,0 0 0,0 0 0,0 0 0,0 0 0,2 1 0,-2-2 0,-1 0 0,1 0 0,0 0 0,-1-1 0,1 1 0,0 0 0,-1 0 0,1 0 0,0-1 0,-1 1 0,1 0 0,0-1 0,-1 1 0,1-1 0,-1 1 0,1-1 0,-1 1 0,1-1 0,-1 1 0,1-1 0,-1 1 0,0-1 0,1 1 0,-1-1 0,0 0 0,1 1 0,-1-1 0,0 0 0,0 1 0,0-1 0,1 0 0,-1 0 0,0-1 0,35-133 0,-35 133 0,1 1 0,-1 0 0,1-1 0,0 1 0,-1-1 0,1 1 0,0 0 0,0-1 0,0 1 0,0 0 0,0 0 0,0 0 0,0 0 0,0 0 0,3-2 0,-3 3 0,0 0 0,0 0 0,-1-1 0,1 1 0,0 0 0,0 0 0,0 0 0,0 0 0,0 0 0,0 0 0,0 0 0,0 0 0,0 0 0,-1 1 0,1-1 0,0 0 0,0 1 0,0-1 0,1 1 0,2 2 0,1 0 0,-1 1 0,0-1 0,0 1 0,0 0 0,4 6 0,-3-4 0,26 27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17080,'0'0'8052,"111"-13"-6996,-76 22-992,3 12-64,4-5-64,-2-1-1361,3-7-1920,-9-6-3474,-3-2-5011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0 15223,'-33'10'1120,"0"0"1,1 3-1,0 0 1,1 3-1,1 0 0,-31 22 1,49-30-793,1 2 1,-1-1-1,2 1 1,-1 1-1,2 0 1,-1 0-1,1 1 1,1 1-1,0-1 1,1 1-1,0 0 1,1 1-1,1-1 1,0 1-1,1 1 1,0-1-1,-1 15 1,2-9-283,1 0 1,0 0-1,2 0 0,0 1 1,2-1-1,0 0 1,1 0-1,1-1 1,1 1-1,0-1 1,15 32-1,-5-25-40,2-1-1,0 0 1,2-2-1,1 0 1,0-1-1,2-1 1,0-1-1,47 32 1,-16-18-31,1-2 1,2-2 0,71 26-1,-50-28-68,1-4-1,0-4 1,2-3 0,0-3-1,0-4 1,1-3 0,147-7-1,-200-3 42,-1 0 1,1-1-1,-1-2 0,0-1 0,0-1 0,-1-1 1,0-2-1,0 0 0,-1-2 0,-1 0 0,43-33 1,-55 37 48,0-1 1,0-1 0,-1 0 0,-1-1 0,0 0-1,0 0 1,-1-1 0,-1 0 0,0-1 0,-1 0-1,-1 0 1,0 0 0,-1-1 0,0 0 0,-1 0-1,-1 0 1,0-1 0,-1 1 0,-1-1-1,0 1 1,-1-1 0,-3-22 0,-1 20 63,0 0 0,-2 0 0,0 0 0,0 1 0,-2 0 0,0 0 1,-1 1-1,-1 0 0,0 0 0,-1 1 0,0 1 0,-18-17 0,-13-10 498,-2 3 0,-76-53-1,44 37 185,-2 4-1,-168-79 1,237 125-818,0 1-1,0 0 1,-1 0 0,1 1-1,-1 0 1,0 1-1,-15-1 1,23 2-98,0 0 1,0 0-1,0 1 0,0-1 1,0 0-1,0 1 0,0-1 1,0 1-1,0 0 0,0-1 1,0 1-1,0 0 0,0 0 1,1 0-1,-1 0 0,0 1 1,1-1-1,-1 0 0,1 1 1,-2 1-1,0 3-1109,0-1 0,0 0 0,0 1-1,1-1 1,-3 9 0,3-7-466,-10 30-14436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62 6947,'0'0'8727,"-1"3"-2593,-8 17-5481,3-11-579,0 1 1,1-1-1,0 2 0,1-1 0,0 0 1,1 1-1,0-1 0,0 1 1,1 0-1,1 0 0,0 0 0,0 17 1,1-25-70,1-1 0,-1 1 0,1-1 0,0 0 0,0 1 0,0-1 0,0 0-1,0 1 1,0-1 0,1 0 0,-1 0 0,1 0 0,0 0 0,-1 0 0,1 0 0,0-1 0,0 1 0,0 0 0,0-1 0,0 0 0,0 1 0,1-1 0,-1 0 0,0 0 0,1 0 0,4 0 0,3 3 89,0-2 1,1 0 0,-1 0-1,1 0 1,13-1-1,-20-1-40,0 0-1,-1-1 1,1 1-1,-1-1 0,1 1 1,-1-1-1,1 0 0,-1-1 1,0 1-1,1-1 1,-1 1-1,0-1 0,0 0 1,0 0-1,0 0 1,3-3-1,-2 0-2,0 1 0,-1-1-1,1 0 1,-1 0 0,0 0 0,0-1 0,-1 1-1,1 0 1,0-7 0,2-7 353,-1 0 0,0 0 0,-2-1 1,0-36-1,-2 41-251,1 10-4,-1 0 1,0 0 0,0 0-1,-1 0 1,1 0 0,-2-5-1,1 9-86,0-1-1,1 1 0,-1-1 0,0 1 1,0-1-1,0 1 0,0 0 1,0 0-1,0-1 0,0 1 0,0 0 1,-1 0-1,1 0 0,0 0 1,-1 0-1,1 0 0,-1 1 0,1-1 1,-1 0-1,1 1 0,-1-1 1,-2 1-1,-12-3 286,-1 1 1,1 0-1,-1 2 1,-20 1-1,-1 0-137,38-1-318,0 37-12072,2-24 2527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5 5795,'0'0'13609,"10"-4"-8687,-10 15-3830,-1 0 0,0 0 0,-6 22 0,-2-4-328,-17 37-1,22-58-706,-2 21-629,6-16-9373,0-11 7797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6115,'0'0'13806,"18"-3"-13376,-15 3-418,40-6 120,57-2 1,-96 8-133,-1 0 0,0 0 1,1 0-1,-1 0 0,0 1 0,1-1 0,-1 1 1,0 0-1,0 0 0,0 0 0,0 0 0,6 3 1,-8-2 1,1 0 1,-1 0 0,0 0 0,1-1 0,-1 1-1,0 1 1,0-1 0,0 0 0,0 0 0,-1 0 0,1 0-1,-1 1 1,1-1 0,-1 0 0,0 0 0,0 1-1,0-1 1,0 5 0,0-2 29,0 1 1,0 0-1,0 0 0,-1-1 1,1 1-1,-2 0 0,1-1 0,0 1 1,-1-1-1,0 1 0,-1-1 1,1 0-1,-1 0 0,0 0 0,0 0 1,0-1-1,-1 1 0,0-1 0,-7 8 1,-33 28 1589,43-38-1563,31-2-86,-20 0 23,2-1-81,0 1 0,0 0 1,0 1-1,1 0 0,-1 1 0,0 0 1,0 1-1,-1 0 0,1 1 0,19 9 0,-29-12 107,-1-1 0,0 1 0,1 0-1,-1 0 1,0-1 0,0 1-1,1 0 1,-1 0 0,0 0-1,0 0 1,0 0 0,0 1 0,0-1-1,0 0 1,-1 0 0,1 1-1,0-1 1,-1 0 0,1 1 0,-1-1-1,1 1 1,-1-1 0,1 1-1,-1-1 1,0 1 0,0-1-1,0 1 1,0-1 0,0 1 0,0-1-1,0 1 1,-1-1 0,1 1-1,-1-1 1,1 1 0,-1-1 0,1 0-1,-1 1 1,0-1 0,0 2-1,-3 1 412,0 1-1,0-1 0,0 0 1,0 0-1,-1 0 0,1-1 1,-1 1-1,-10 4 0,8-5-54,0 1 0,0-2 0,-1 1 0,1-1-1,-1 0 1,-8 1 0,-26 0-1758,45-10-9281,6-1 4845,12-5-4712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255 0 2289,'0'0'14908,"3"7"-12982,0 0-1536,0 0-1,-1 0 1,0 1-1,-1-1 1,1 0-1,-1 1 1,-1-1 0,1 1-1,-1-1 1,-1 1-1,0-1 1,0 1-1,0-1 1,-1 1-1,0-1 1,0 0-1,-5 10 1,-18 25 319,-1-2 1,-49 57-1,38-52-231,-37 59 0,57-65-200,15-19-89,2-19-187,0-1 1,1 1-1,-1-1 0,0 1 1,0-1-1,0 0 0,1 1 0,-1-1 1,0 1-1,0-1 0,1 1 1,-1-1-1,0 0 0,1 1 1,-1-1-1,1 0 0,-1 1 1,0-1-1,1 0 0,-1 0 1,1 1-1,-1-1 0,1 0 0,-1 0 1,1 0-1,-1 0 0,1 1 1,-1-1-1,1 0 0,0 0 1,24 0 41,-1-1 0,1-1-1,39-8 1,77-25 204,-57 12-191,-31 11-39,70-20 9,-123 34-480,-1 1-1,1-1 1,-1 1-1,0-1 0,0 0 1,0 1-1,0-1 1,0 0-1,0 0 1,0 0-1,-1 0 1,1 0-1,-3 3 1,2-3-436,0-1-1,0 1 1,0-1 0,0 1 0,0-1 0,-1 0 0,1 0 0,0 0 0,0 0 0,-1 0 0,-4 0 0,-10 0-8246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08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1 14919,'0'0'7107,"-54"152"-3121,37-85-1425,7-2-1136,8-6-513,2-7-496,0-4-416,0-4-80,12-6-832,5 1-929,-3-3-1504,-1-3-1794,-3-8-6882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17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 5202,'0'0'9848,"-7"12"-1821,50-13-7281,-28-1-714,0 2-1,0-1 1,0 2-1,0 0 0,0 1 1,25 6-1,-38-7-26,0 0 1,0 0-1,0 1 0,0-1 1,-1 0-1,1 0 0,0 1 0,-1-1 1,0 1-1,1 0 0,-1-1 1,0 1-1,1 0 0,-1 0 1,0-1-1,-1 1 0,1 0 1,0 0-1,0 0 0,-1 0 1,1 1-1,-1-1 0,0 0 0,1 0 1,-1 0-1,0 0 0,0 0 1,-1 0-1,1 0 0,0 1 1,-1 1-1,-1 3 30,1 0 0,-1 0 0,0 0 0,-1-1 0,0 1 0,0-1 0,0 1 0,-5 6 1,-16 17 208,-32 31 0,16-18-113,39-43-129,1 0 1,-1 1 0,1-1-1,0 1 1,-1-1 0,1 0 0,-1 1-1,1-1 1,0 1 0,-1-1-1,1 1 1,0 0 0,-1-1 0,1 1-1,0-1 1,0 1 0,0-1-1,0 1 1,-1 0 0,1-1 0,0 1-1,0-1 1,0 1 0,0 0-1,0-1 1,1 2 0,13 2 188,27-11 374,50-23 707,-66 20-795,0 2 0,49-11 0,-19 11-1646,-66 18-6624,-8 1-2000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19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84 2353,'0'0'8479,"-12"-16"-3463,9 11 1477,4 3-6423,-1 0 0,1 0 0,0 0 0,0 1 0,0-1-1,0 0 1,0 1 0,1-1 0,-1 1 0,0-1 0,1 1 0,-1-1 0,1 1 0,0 0 0,-1 0 0,1 0 0,0 0 0,-1 0 0,1 0 0,0 1-1,0-1 1,2 0 0,50-16-66,-48 15 75,16-3-82,0 2 0,0 0 0,1 1 0,25 2-1,-48 0 5,1 1 0,0-1-1,-1 1 1,1-1 0,-1 1-1,1-1 1,0 1 0,-1-1-1,1 1 1,-1 0 0,0-1-1,1 1 1,-1 0 0,0-1-1,1 1 1,-1 0-1,0-1 1,1 1 0,-1 0-1,0 0 1,0-1 0,0 1-1,0 0 1,0 0 0,0-1-1,0 1 1,0 0 0,0 0-1,0-1 1,-1 2 0,-5 28 130,-1-22-57,0 0 0,-1-1 0,0 1 0,0-1 0,0-1 0,-1 0 0,-17 10 0,-5 3 295,8-3-72,6-5-58,0 1-1,0 1 1,-22 22-1,38-34-218,0 0 1,0 0-1,0 0 0,1 0 1,-1 0-1,0 0 0,0 1 1,0-1-1,1 0 0,-1 0 1,1 1-1,-1-1 0,1 0 1,0 1-1,-1-1 0,1 0 1,0 1-1,0-1 0,0 0 1,0 3-1,0-3-1,1 0-1,-1-1 1,1 1-1,-1 0 0,1 0 1,0 0-1,-1 0 1,1-1-1,0 1 1,0 0-1,0-1 1,-1 1-1,1-1 1,0 1-1,0-1 1,0 1-1,0-1 1,0 1-1,0-1 1,2 1-1,6 1 153,1-1-1,0 0 1,0 0 0,13-1-1,-16 0-13,226 0 1564,-235 7-2009,-24 19-2743,-7-3-3628,5-8-2388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23.9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52 704,'0'0'4813,"2"-5"-4506,-1 1-262,1-1 5,0 0-1,0 0 1,-1 0-1,1 0 1,-1-1 0,1-6 8004,2 12-4673,19 0-3359,149 0 232,-171 1-254,-1 0 0,1-1 0,-1 1 1,1 0-1,-1 0 0,1 0 0,-1 0 1,1 0-1,-1 0 0,0 0 0,1-1 1,-1 1-1,0 0 0,0 0 1,0 0-1,0 0 0,1 0 0,-2 0 1,1 0-1,0 0 0,0 2 0,-3 26 259,0-20-191,-1 0 0,0-1 0,-1 0 0,0 1 0,0-2 0,-1 1 0,0-1 0,0 1 0,-1-2 0,-14 13 0,12-11-41,0 0 0,0 1 0,1 1 0,0-1-1,-12 21 1,19-29-22,1 0 0,0-1-1,-1 1 1,1 0 0,0 0-1,0-1 1,-1 1 0,1 0-1,0 0 1,0 0 0,0-1-1,0 1 1,0 0 0,0 0-1,0 0 1,1 0 0,-1-1-1,0 1 1,0 0 0,0 0-1,1-1 1,-1 1 0,1 0-1,-1 0 1,0-1 0,1 1-1,-1 0 1,2 0 0,0 1 62,0-1 0,0 1 0,0 0 0,0-1 0,1 0 1,-1 1-1,0-1 0,6 1 0,3 1 236,-1 0-1,1-1 1,15 1 0,27 0 717,86-6 1,-135 3-948,-1-1 1,0 0-1,0 0 1,1 0 0,-1 0-1,0 0 1,4-3-1,4-1-480,-36 21-8242,6-6 685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50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46 224,'0'0'5125,"2"-7"-3471,1 0-769,3-9-246,-5 0 6452,-20 18-3903,11 8-2899,0 0 0,1 1 0,0-1 0,0 1 0,2 1 0,-1-1 0,1 1 0,-3 14 0,-1-3 55,-1 3-24,2 1-1,-9 49 0,16-76-313,1 1 0,0 0-1,0 0 1,0 0 0,-1-1 0,1 1-1,0 0 1,0 0 0,0 0 0,0 0 0,0-1-1,1 1 1,-1 0 0,0 0 0,0 0-1,0 0 1,1-1 0,-1 1 0,0 0 0,1 0-1,-1-1 1,1 1 0,-1 0 0,1-1-1,-1 1 1,1 0 0,0 0 0,22 1 44,-11-2-56,214-9-742,-221 9 745,1 0 0,-1 1-1,1-1 1,0 1 0,-1 0-1,1 1 1,-1-1 0,6 3-1,-10-3 5,1 0 0,0 0 1,0 0-1,0 0 0,-1 1 0,1-1 0,0 1 0,-1-1 1,1 1-1,-1-1 0,0 1 0,0 0 0,1 0 0,-1 0 0,0 0 1,0 0-1,-1 0 0,1 0 0,0 0 0,-1 0 0,1 0 1,-1 0-1,0 3 0,1 6 75,0 0 0,-1 0 0,0 0 0,-1 0 0,-1-1 0,0 1 0,0 0 0,-1-1 0,0 1 0,-1-1 0,0 0 0,-1 0 0,0 0-1,0-1 1,-1 0 0,0 0 0,-1 0 0,0-1 0,0 0 0,-1 0 0,0-1 0,-9 7 0,5-5 143,0 0 0,0-1 0,-1 0 0,0-1 0,-1-1 0,1 0 0,-26 7 0,15-7-32,1-2 0,-1-1 0,1-1 0,-26-1 0,44-1 257,3 0-593,-1 0-1,1 0 0,0 0 1,0 0-1,-1 0 1,1 0-1,0-1 0,0 1 1,0-1-1,-4-1 1,5 1-189,1 0-1,-1 0 1,1 0 0,-1 0 0,1 0 0,0 0 0,0 0 0,-1 0 0,1 0 0,0 0 0,0 0 0,0 0-1,0 0 1,0 0 0,0 0 0,1 0 0,-1 0 0,0 0 0,0 0 0,1 0 0,-1 0 0,1 0 0,-1 0 0,1 1-1,-1-1 1,1 0 0,-1 0 0,1 0 0,0 0 0,13-21-6142,2-3-1975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51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4930,'0'0'11771,"15"-7"-10736,49-23 64,-58 28-867,0 0-1,-1 1 0,1-1 0,0 1 0,0 0 1,0 1-1,0-1 0,0 1 0,0 0 0,8 2 1,8-1 613,201-1 3722,-187-4-4106,-36 4-530,0 10-745,-6 20-2217,-1 11-7450,7-24 3883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48:52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68 1121,'0'0'8209,"-5"-1"-6657,-14-3-170,11-3 6312,9-4-5631,10-5-2295,-1 11 242,0 2 0,0-1 0,0 1 0,1 1 0,-1 0 0,1 0 0,0 1 0,17 0 0,-10 0-4,2-1 11,-4 1-4,0 0 0,0 0 0,1 2 0,16 2 0,-31-2 24,-1-1-1,0 1 0,0 0 1,0 0-1,0 1 0,0-1 1,0 0-1,0 0 0,0 0 1,0 1-1,-1-1 0,1 0 1,0 1-1,-1-1 0,1 1 1,-1-1-1,0 1 0,1-1 1,-1 0-1,0 1 0,0-1 1,0 1-1,0-1 0,-1 4 1,2-1 68,-1 0 1,-1 1 0,1-1-1,0 0 1,-1 1 0,0-1 0,0 0-1,-3 6 1,-6 2-51,0 0 1,-1 0-1,-1-1 1,0-1-1,0 0 0,-19 11 1,10-5-15,3-3-47,-10 6 212,1 1-1,2 1 1,0 2 0,1 0-1,-40 52 1,63-75-202,1 0 0,0 1 0,0-1 0,0 0 0,-1 1 0,1-1 1,0 0-1,0 1 0,0-1 0,-1 0 0,1 1 0,0-1 0,0 0 1,0 1-1,0-1 0,0 0 0,0 1 0,0-1 0,0 0 0,0 1 0,0-1 1,0 0-1,0 1 0,0-1 0,0 1 0,0-1 0,1 0 0,-1 1 1,0-1-1,0 0 0,0 1 0,0-1 0,1 0 0,-1 0 0,0 1 1,0-1-1,1 0 0,-1 0 0,0 1 0,0-1 0,1 0 0,-1 0 0,0 0 1,1 1-1,24 3 358,31-9 222,-54 5-577,258-20 517,-19 2 2842,-264 18-960,-12 0-2745,50 0-21932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3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622 435 3586,'0'0'8091,"9"-9"-6589,0 1-1065,0-1 0,-1-1 0,0 1 0,-1-1 0,0 0 0,-1-1-1,8-16 1,-6 10-279,-1-1 0,-1 1 0,-1-1 0,-1 0 0,0-1 0,-1 1 0,-1-1-1,-1 1 1,0-1 0,-5-34 0,3 48-153,-1 1 0,1-1 0,-1 1 0,0 0 0,-1-1 0,1 1 0,-1 0 0,1 0 0,-1 0 0,-1 1 0,1-1 0,0 1 0,-1 0 0,0 0 0,0 0 0,0 0 1,0 0-1,0 1 0,0 0 0,-1 0 0,1 0 0,-8-2 0,-3 0 46,-1 0 0,0 1 0,0 0 0,0 1 0,-24 1 0,30 0-21,0 1 1,-1 1-1,1 0 1,0 1-1,0 0 1,0 0-1,0 1 1,0 0-1,0 1 1,1 0-1,-1 0 1,1 1-1,0 0 1,1 1-1,-14 11 1,-1 5-6,1 1 0,1 1 0,1 0 0,1 2 0,2 1 0,0 0 0,2 1 0,0 0 0,-13 42 0,5-3 347,4 1-1,2 1 1,-9 80 0,-14 519 2436,33-403-2290,-10 103-622,14-355-2095,2-13 2027,1 0 1,0 0-1,-1 0 0,1 0 0,0 0 0,-1 0 0,1 0 0,0-1 0,-1 1 0,1 0 0,0 0 0,-1 0 0,1 0 0,0 0 0,-1 0 0,1-1 1,0 1-1,0 0 0,-1 0 0,1 0 0,0-1 0,0 1 0,-1 0 0,1 0 0,0-1 0,0 1 0,0 0 0,-1-1 0,1 1 0,0 0 0,0 0 1,0-1-1,0 1 0,0 0 0,0-1 0,0 1 0,0 0 0,0-1 0,-1 1 0,1-1 0,1 1 0,-11-27-6988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3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1 185 5923,'0'0'9316,"150"-88"-6323,-89 75-1136,8 3-992,6-1-385,0 3-416,-1 2-64,5-3-240,-2-1-1537,5-2-1296,-5-5-3747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3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13 320,'0'0'14225,"-24"15"-11242,-75 49 259,87-56-2918,0 1 0,1 1 0,0-1 0,0 2 0,1 0 0,0 0 0,1 0 0,0 1 0,1 1 0,1-1 0,0 1 0,-7 18 0,11-24-293,0-1-1,1 1 1,0 0-1,0 0 1,1 0 0,0 1-1,0-1 1,1 0-1,-1 0 1,2 0-1,1 14 1,-2-18-36,1 0 0,0 0 1,0 0-1,0 0 0,1-1 0,-1 1 0,1 0 0,-1 0 1,1-1-1,0 1 0,0-1 0,0 0 0,0 1 0,0-1 1,1 0-1,-1 0 0,1 0 0,-1-1 0,1 1 0,0-1 1,0 1-1,-1-1 0,1 0 0,0 0 0,0 0 0,0-1 1,0 1-1,5 0 0,-1 0-46,1 0-1,0-1 1,-1 1 0,1-1 0,-1-1-1,1 0 1,0 0 0,-1 0 0,0-1-1,1 0 1,-1-1 0,11-4 0,-13 4 36,-1 0 1,1-1 0,-1 1 0,0-1-1,0 0 1,0 0 0,0-1 0,-1 1-1,0-1 1,0 1 0,0-1-1,0 0 1,-1 0 0,0-1 0,0 1-1,0 0 1,1-10 0,0-1 48,0 0 0,-1 0 0,-1 0 1,0-1-1,-1 1 0,-1 0 0,-4-23 0,3 29-8,0 0-1,-1 1 1,0 0-1,-1-1 0,1 1 1,-2 1-1,1-1 1,-1 1-1,-1-1 1,1 1-1,-1 1 1,-1-1-1,-9-8 0,12 13-15,1 0 1,-1 1-1,-1-1 0,1 1 0,0 0 0,0 0 0,-8-1 0,11 2-129,0 1-1,1 0 1,-1-1 0,0 1 0,0 0-1,0 0 1,0-1 0,1 1 0,-1 0-1,0 0 1,0 0 0,0 0 0,0 0 0,1 0-1,-1 0 1,0 1 0,0-1 0,0 0-1,0 0 1,1 1 0,-1-1 0,0 0-1,0 1 1,1-1 0,-1 1 0,0-1 0,0 1-1,1-1 1,-1 1 0,1-1 0,-1 1-1,1 0 1,-1-1 0,1 1 0,-1 0-1,1 0 1,-1-1 0,1 1 0,0 0-1,-1 0 1,1 0 0,0-1 0,0 1 0,0 1-1,-1 17-5207,1 3-2237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4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0 281 1761,'46'2'12737,"-4"8"-6591,-39-9-5959,0 0 0,-1 0 0,1 1 0,0-1 0,-1 1 0,0 0 1,1 0-1,-1 0 0,0 0 0,0 0 0,0 0 0,0 0 0,-1 1 0,1-1 0,-1 1 0,1-1 0,-1 1 0,0 0 0,0-1 0,0 1 0,0 0 0,0 0 0,-1 0 0,1 0 0,-1 0 0,0 0 0,0 4 0,0-5 8,0 1-1,0-1 1,0 0 0,0 1-1,0-1 1,0 0-1,-1 0 1,0 1-1,1-1 1,-3 4 0,3-6-145,-1 1 1,0 0 0,0-1 0,0 1-1,0-1 1,1 1 0,-1-1 0,0 0-1,0 1 1,0-1 0,0 0 0,0 0-1,0 0 1,0 0 0,0 0 0,0 0 0,0 0-1,0 0 1,0 0 0,0 0 0,0 0-1,0 0 1,0-1 0,0 1 0,0-1-1,-1 1 1,1-1-21,0 0-1,0 1 1,0-1 0,0 0-1,0 1 1,0-1-1,0 0 1,0 0-1,0 0 1,1 0 0,-1 0-1,0 0 1,1 0-1,-1 0 1,0 0 0,1 0-1,-1 0 1,1 0-1,0-1 1,-1 1 0,1-2-1,-4-31 85,3 26-79,-1-18 8,1 0 0,1-1 0,5-35-1,-4 51-209,1-1 1,1 1-1,0 0 0,0 0 0,1 0 0,1 1 0,0-1 0,0 1 0,1 0 1,9-11-1,-10 16-931,0 0-1,1 1 1,0-1 0,0 1 0,0 1-1,1-1 1,-1 1 0,1 0 0,-1 1 0,1-1-1,13-2 1,-15 4 110,33-9-7722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5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790 1 3089,'0'0'4597,"-22"3"-2014,11-2-2161,-7 1 156,1 1 1,0 1-1,0 0 1,0 1-1,0 0 1,1 2-1,-30 16 1,-13 15 522,2 3 1,2 2-1,2 3 1,2 2-1,2 2 1,-58 77-1,88-100-973,0 0 0,1 2 0,2 0 0,1 1 1,1 0-1,2 1 0,1 1 0,2 0 0,0 0 0,3 1 0,0-1 0,2 2 0,2-1 0,3 54 0,0-75-126,0 0-1,1 0 0,1 0 1,0-1-1,1 1 1,0-1-1,1 0 0,0 0 1,1 0-1,0 0 1,1-1-1,0 0 0,0-1 1,1 0-1,15 15 1,-12-15-341,-1-1 0,2 0 0,-1 0 0,1-1 0,22 10 0,-21-12-600,0-1 0,0 0 1,0-1-1,0 0 0,0-1 0,14 1 0,16-3-5039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5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0 15335,'0'0'8884,"-48"136"-7235,44-88-785,-1-10-416,1-5-368,2-8-80,-4-8-480,6-9-1136,0-45-15192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5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 12246,'0'0'6915,"-42"148"-5955,42-89-960,0-1-800,0 3-1569,0-3-2866,5-3-2368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5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6947,'0'0'20930,"1"16"-20234,0 4-540,-1-12-116,0 0-1,1 1 1,0-1-1,0 1 1,1-1-1,0 0 1,4 10-1,-6-16-80,1 1-1,0-1 1,0 0-1,1 0 1,-1 0-1,0-1 1,1 1-1,-1 0 1,1 0-1,0-1 1,-1 1-1,1-1 1,0 1-1,0-1 0,0 0 1,0 0-1,0 0 1,0 0-1,0 0 1,0 0-1,1 0 1,-1-1-1,0 1 1,0-1-1,1 0 1,-1 1-1,0-1 1,1 0-1,-1-1 1,0 1-1,3-1 1,1 0-253,1 0 0,-1 0 0,0-1 1,0 0-1,0 0 0,-1-1 1,1 1-1,0-1 0,-1 0 1,6-5-1,-3 3 33,-6 4 317,-1 0-1,1-1 0,0 1 0,0 0 0,0-1 1,-1 1-1,1-1 0,-1 1 0,1-1 0,-1 0 1,1 1-1,-1-1 0,2-3 0,-3 4-5,0 1 0,0 0 0,0 0 0,1 0 0,-1 0 0,0 0 0,0 0-1,0 0 1,1 0 0,-1-1 0,0 1 0,0 0 0,0 0 0,1 0 0,-1 0 0,0 0 0,0 0 0,1 0-1,-1 0 1,0 1 0,0-1 0,0 0 0,1 0 0,-1 0 0,0 0 0,0 0 0,0 0 0,1 0 0,-1 0 0,0 0-1,0 1 1,0-1 0,0 0 0,1 0 0,-1 0 0,0 0 0,0 1 0,0-1 0,0 0 0,0 0 0,0 0 0,0 0-1,1 1 1,-1-1 0,9 9-250,7 22-263,13 20-2361,-27-47 1810,1-1-1,0 0 1,-1 0-1,2 0 1,-1 0-1,6 4 1,11 1-8247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6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1 8964,'0'0'17189,"-15"20"-15316,4-5-1449,-17 23 1468,-44 77-1,44-61-1602,-28 76 0,48-105-296,1 0-1,0 0 1,2 0 0,1 1-1,-1 46 1,5-70 7,1 0 1,-1-1-1,1 1 1,-1 0-1,1 0 1,0 0-1,0 0 0,0-1 1,0 1-1,0 0 1,0-1-1,1 1 1,-1-1-1,0 0 0,1 1 1,-1-1-1,1 0 1,0 0-1,-1 0 1,1 0-1,0 0 0,-1 0 1,1 0-1,0 0 1,3 0-1,5 2-35,0 0 1,0 0-1,15 1 0,56 1-4048,-72-5 2537,1 0-1,-1-1 1,0 0-1,0-1 1,0 0-1,14-5 1,10-14-9478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46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12406,'0'0'14022,"151"-6"-13750,-90 6-272,3 2-768,9 5-1985,5-5-3874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50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11 2369,'0'0'10600,"4"-1"-8997,9-6-176,-9 5-146,-4 5-126,-1 40 373,-9 55 1,-32 116-1360,24-132 137,-9 29-159,-11 58 344,39-190-1015,0-9 296,1-1 0,7-35-1,-5 51 100,0-1-1,1 1 1,1 0-1,0 0 1,1 1-1,1 0 1,0 0-1,1 1 1,0 0-1,1 1 1,1 0-1,0 0 0,0 1 1,1 0-1,1 1 1,-1 1-1,17-10 1,-20 13 81,1 0 1,-1 0-1,1 1 1,0 1-1,1-1 1,-1 1-1,1 1 0,0 0 1,0 1-1,13-2 1,-24 5 48,1-1 1,-1 0-1,0 1 1,1-1-1,-1 1 1,0-1-1,1 1 1,-1-1-1,0 0 1,1 1-1,-1 0 1,0-1-1,0 1 1,0-1-1,1 1 1,-1-1-1,0 1 1,0-1-1,0 1 1,0-1-1,0 1 0,0 0 1,0-1-1,0 1 1,0-1-1,0 1 1,-1 0-1,-1 16 83,0-13-76,0 1-1,0-1 1,-1 0-1,1 0 1,-1 0-1,0 0 0,0 0 1,0-1-1,-1 1 1,1-1-1,-1 0 1,0 0-1,0 0 1,0 0-1,-5 1 1,-11 7 98,-41 14-1,48-20-44,-8 2 98,-35 9 0,55-13 345,0 1 1,1 0-1,-1 0 1,1-1-1,0 1 1,1 7-1,-1-8-81,0 0-331,1 0 1,0 0-1,0 1 0,0-1 1,0 0-1,0 0 1,1 0-1,0 0 1,-1 0-1,1 0 1,0-1-1,0 1 0,1-1 1,-1 1-1,0-1 1,1 0-1,-1 1 1,1-2-1,3 3 1,3 2 227,0 0 1,0-1 0,1 0-1,18 6 1,99 14 4561,-118-28-18108,3-3 9530,25-10-5556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08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0 183 512,'0'0'10677,"13"-3"-8220,116-52 1211,60-37-4598,-134 65 860,-40 22 91,-17 13 68,-26 26 213,17-22-132,3-2-56,-2 1 161,1 1 0,0 0 0,-9 18 0,18-29-246,-2 0 386,-9 1-5734,1-5-216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09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0 1697,'0'0'9375,"0"10"-5248,-1 21-2569,-2 1-1,-1-1 1,-11 45 0,-35 91-219,27-96-737,-84 340 1337,61-206-213,46-203-1704,-1 0-1,1 0 0,-1 0 0,1 0 0,-1 0 1,0 0-1,0 0 0,0 0 0,0 0 0,0-1 1,0 1-1,0 0 0,-1-1 0,1 1 0,-1-1 0,1 1 1,-3 1-1,3-3 96,1-3-256,0-1 88,1 1 0,-1-1 0,1 1 0,0-1-1,0 1 1,0 0 0,0-1 0,1 1 0,-1 0 0,1 0 0,4-5-1,4-13-83,-1-4-107,1 1 0,1 0 1,1 0-1,1 2 0,1-1 0,1 2 1,1 0-1,1 1 0,0 0 0,2 2 1,0 0-1,34-24 0,-51 41 239,1-1 0,-1 1 0,1 0 1,0 0-1,-1 0 0,1 0 0,0 0 0,0 0 0,-1 1 0,1-1 0,0 1 1,5 0-1,-7 19-83,-1-15 97,0 0-1,0 1 0,-1-1 0,1 1 0,-1-1 0,0 0 0,0 1 0,-1-1 1,1 0-1,-1 0 0,-3 5 0,1-3 18,-1 0 0,0 0 1,-1-1-1,1 1 0,-13 8 0,8-8 11,0 1 0,-1-1-1,0-1 1,0 0 0,0 0-1,-1-1 1,1-1 0,-1 0-1,0 0 1,0-1 0,0-1-1,0 0 1,-13-1 0,24 0 1231,2 28-514,-1-27-722,-1 0 0,1 1 0,0-1 0,0 1-1,-1-1 1,1 1 0,0-1 0,1 0 0,-1 1 0,0-1 0,0 1-1,0-1 1,1 0 0,-1 1 0,1-1 0,-1 0 0,1 1 0,0-1-1,-1 0 1,1 0 0,0 0 0,0 0 0,0 1 0,0-1 0,0 0 0,0-1-1,0 1 1,0 0 0,0 0 0,3 1 0,13 5 619,0-1 0,1 0 0,35 6 0,-33-8-9,0 0 0,37 15-1,-56-19-641,0 1 0,0 0 0,0-1-1,0 1 1,-1 0 0,1 0 0,0-1-1,0 1 1,-1 0 0,1 0 0,-1 0-1,1 0 1,-1 0 0,1 0 0,-1 0 0,1 0-1,-1 0 1,0 0 0,0 0 0,0 0-1,1 0 1,-1 0 0,0 1 0,3 11-175,-1-12-592,0-1 1,0 0 0,0 1 0,0-1 0,0 0 0,0 0 0,1-1 0,-1 1 0,3-1 0,15-8-4047,3-10-2771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0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11589,'0'0'7012,"13"7"-5353,146 67 3336,-2-3-2602,-129-56-2246,0 1 0,-1 1 1,33 28-1,-59-45-134,0 1 1,0 0 0,0 0-1,0-1 1,0 1-1,0 0 1,0 0-1,0 0 1,0 0-1,-1 1 1,1-1-1,0 0 1,-1 0-1,1 0 1,-1 0-1,1 1 1,-1-1 0,0 0-1,0 1 1,1 1-1,-1-2 12,-1 0-1,1 0 1,-1 0-1,1-1 1,-1 1 0,1 0-1,-1 0 1,0 0-1,1-1 1,-1 1 0,0 0-1,1-1 1,-1 1-1,0 0 1,0-1-1,0 1 1,0-1 0,1 0-1,-1 1 1,-2 0-1,-7 2 176,-1-1 0,1 0 0,-22 2-1,24-4-200,-413 49 1138,418-48-2891,8 0 233,18 2-1214,36-1-4277,-9-2-1270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0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2113,'0'0'9239,"22"0"-5576,169 0 2620,-2 0-4413,-188-1-1956,-1 1-1,0 0 1,1 0 0,-1 0 0,0 0-1,1 0 1,-1 0 0,1 0 0,-1 0-1,0 0 1,1 0 0,-1 1 0,1-1-1,-1 0 1,0 0 0,1 0 0,-1 0-1,0 0 1,1 1 0,-1-1 0,0 0-1,1 0 1,-1 1 0,0-1 0,0 0-1,1 1 1,-1-1 0,0 0-1,0 1 1,1-1 0,-1 0 0,0 1-1,0 0-196,0 0-1,0-1 1,-1 1-1,1-1 0,0 1 1,-1 0-1,1-1 1,-1 1-1,1-1 0,0 1 1,-1-1-1,1 1 0,-1-1 1,0 1-1,1-1 1,-1 1-1,1-1 0,-1 0 1,1 1-1,-1-1 1,0 0-1,0 1 0,-29 9-5964,-12 0-1030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0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21 704,'0'0'16888,"111"2"-14615,-53-2-528,3 0-753,1-2-623,-7-2-369,-1 4-385,-4-2-2048,-6-5-2193,0-1-5619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1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345 70 4898,'0'0'13881,"-12"-2"-12429,7 2-1339,-72-5 1570,68 5-1525,0 0 1,1 1-1,-1 0 0,0 1 0,1 0 1,-1 0-1,-15 7 0,10-3-41,2 1 1,-1 1-1,1 1 0,0-1 0,0 2 0,1 0 1,1 0-1,0 1 0,-11 14 0,16-18-113,0 0 1,1 1-1,0 0 0,0-1 0,1 1 1,0 1-1,1-1 0,-1 0 0,1 1 1,1-1-1,0 1 0,0 0 1,1-1-1,0 1 0,0 0 0,1 0 1,2 9-1,-2-14-13,0 0 0,1 0 0,0 0 0,-1 0 0,2 0 0,-1 0 0,0-1 0,1 1 0,0-1 0,-1 0 0,1 1 0,1-1 0,-1 0 0,0-1 0,1 1 0,-1-1 0,1 1 0,0-1 0,0 0 0,0 0 0,0-1 0,0 1 0,7 0-1,6 3-1,1-2-1,0 0 0,0-1 1,24 0-1,-17-1-28,0-2 0,0 0 0,0-1 0,-1-2 0,44-12 1,-61 14 34,-1 0 1,1-1 0,-1 1 0,1-2 0,-1 1-1,0-1 1,0 0 0,0 0 0,-1 0 0,1-1 0,-1 0-1,0 0 1,0-1 0,-1 1 0,0-1 0,0 0-1,0 0 1,-1 0 0,1-1 0,-2 1 0,1-1 0,-1 0-1,0 0 1,2-13 0,-2 10 79,0 1-1,-1-1 1,-1 1 0,0-1-1,0 0 1,-1 1 0,0-1 0,-1 1-1,0-1 1,0 1 0,-1 0-1,0-1 1,-1 1 0,1 1-1,-2-1 1,0 1 0,0-1 0,0 2-1,-1-1 1,0 0 0,0 1-1,-14-11 1,14 12 64,0 1 0,0 0 1,-1 0-1,0 0 0,0 1 0,0 0 0,0 1 0,0 0 1,-1 0-1,0 0 0,1 1 0,-1 0 0,0 0 1,0 1-1,0 0 0,0 1 0,-11 0 0,18 1-293,0 0-1,1 0 0,-1 0 1,1-1-1,-1 1 1,1 0-1,-1 0 1,1 0-1,-1 0 0,1 0 1,0 0-1,0 0 1,-1 0-1,1 0 1,0 0-1,0 0 0,0 0 1,0 1-1,0-1 1,1 2-1,3 25-4194,-1-24 3436,1 0 0,-1-1 0,0 1 0,1 0 0,0-1 0,0 0 0,0 0-1,0 0 1,0-1 0,1 1 0,-1-1 0,7 2 0,33 14-7384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1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0 8052,'0'0'24715,"2"0"-24715,-2 13 0,0-1-848,0 9-2834,-8 2-2209,-2-4-3649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1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680 0 11221,'0'0'8148,"-129"107"-3938,72-61-577,-3 4-2208,-9 4-1201,2 5-224,0 4-1104,-8-1-1970,-1-5-2912,-3-3-2754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2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 9 2097,'0'0'17931,"3"-6"-16136,-3 5-1790,0 1 0,0 0-1,0 0 1,0 0 0,0 0-1,0 0 1,0 0 0,0 0-1,0 0 1,0-1 0,0 1-1,0 0 1,1 0 0,-1 0 0,0 0-1,0 0 1,0 0 0,0 0-1,0 0 1,0 0 0,0 0-1,0 0 1,1 0 0,-1 0-1,0-1 1,0 1 0,0 0-1,0 0 1,0 0 0,0 0 0,0 0-1,1 0 1,-1 0 0,0 0-1,0 0 1,0 0 0,0 0-1,0 0 1,0 1 0,0-1-1,1 0 1,-1 0 0,0 0 0,0 0-1,0 0 1,0 0 0,0 0-1,0 0 1,0 0 0,0 0-1,0 0 1,1 0 0,-1 0-1,0 1 1,0-1 0,0 0-1,0 0 1,0 0 0,0 0 0,0 0-1,0 0 1,0 0 0,0 1-1,0-1 1,0 0 0,0 0-1,0 0 1,0 0 0,0 0-1,0 8 192,0 0 0,-1-1-1,0 1 1,0-1 0,-1 0-1,0 1 1,0-1 0,-6 13-1,2-3 147,-186 606 5282,185-598-5545,-26 77 95,29-92-148,0 0 1,-1 0-1,0 0 0,-1 0 1,0-1-1,-1 1 1,-8 7-1,15-16 25,0-22 46,-1 0-277,2-1 1,4-27-1,-4 41 89,1 0 0,1 0-1,-1 0 1,1 0-1,1 0 1,-1 0 0,1 1-1,1 0 1,6-9-1,6-4-256,0 1-1,1 0 0,1 2 1,1 0-1,0 1 1,45-26-1,-32 24-146,0 2 0,1 2 1,0 1-1,48-12 0,-80 25 404,-11 0 72,0 1 1,0 1-1,0-1 0,0 1 0,0 1 0,1 0 0,-13 5 0,-59 35 446,21-10 196,-80 23 1760,138-56-2328,0 0 0,0 1 0,0-1 0,0 1 0,0-1 0,0 1 0,0-1-1,0 1 1,1 0 0,-1-1 0,0 1 0,0 0 0,1 0 0,-1-1 0,0 1 0,1 0 0,-1 0 0,0 0 0,1 0 0,0 0 0,-1 0 0,1 0 0,-1 0 0,1 0 0,0 0 0,0 0 0,0 0 0,0 0 0,-1 0-1,1 0 1,1 0 0,-1 0 0,0 0 0,0 0 0,0 1 0,0-1 0,1 0 0,-1 0 0,1 0 0,-1 0 0,1-1 0,-1 1 0,1 0 0,-1 0 0,1 0 0,0 0 0,-1 0 0,1-1 0,0 1 0,1 1 0,4 4 168,-1-1 0,2 0-1,-1 1 1,1-2 0,8 6 0,4-1-45,0-1 0,0-1-1,1 0 1,1-1 0,-1-1-1,27 2 1,2 2-266,-46-8-749,1-1 1,-1 0 0,0 0-1,0 0 1,0 0 0,0 0 0,0-1-1,0 1 1,0-1 0,0 0-1,0 0 1,0 0 0,0 0-1,0-1 1,4-2 0,4-1-2428,30-12-12189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3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10181,'0'0'15015,"84"0"-13895,-46 0-592,1 0-112,3 0-255,2 0-113,-4 0-48,-9 0 0,-12 0-177,-7 0-1135,-10 0-1345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3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45 2161,'0'0'17792,"-4"0"-16220,62-1 3483,98-9-3644,50-23-293,-201 33-3183,4 0-9653,0 0 8590,22 0-8222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14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22 5827,'0'0'10919,"1"-6"-10676,-1 5-234,0 1-1,1-1 0,-1 0 1,0 1-1,0-1 0,0 1 1,0-1-1,0 0 1,1 1-1,-1-1 0,0 0 1,1 1-1,-1-1 1,0 1-1,1-1 0,-1 1 1,1-1-1,-1 1 1,1-1-1,-1 1 0,1-1 1,-1 1-1,1 0 1,-1-1-1,1 1 0,-1 0 1,1 0-1,0-1 0,-1 1 1,1 0-1,0 0 1,-1 0-1,1 0 0,0 0 1,-1-1-1,1 1 1,0 1-1,-1-1 0,1 0 1,0 0-1,-1 0 1,1 0-1,-1 0 0,2 1 1,3 2 69,0 0 1,-1 0 0,1 1-1,-1 0 1,0 0 0,6 7 0,13 17 425,-1 1 0,-1 2 0,-1 0 0,-2 1 1,15 35-1,0 12 1522,24 88 0,-31-75-142,19 130-1,-37-162-1050,-2 0 0,-4 1 0,-6 77 1,3-120-806,-2-1 0,0 1 0,-1-1 0,0 0 0,-2-1 0,0 1 0,0-1 0,-2 0 0,0 0 0,-1-1 0,0 0 0,-2-1 0,1 0 0,-2-1 0,0 0 0,0 0 0,-1-2 0,-1 1 0,0-2 0,0 0 0,-1 0 0,0-2 0,-20 9 0,-104 35-28,130-47-347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0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431 14 8116,'0'0'17789,"-20"-3"-16743,-70-7-339,79 10-634,-1 0 0,0 1 0,1 0 0,-1 1 0,1 0 0,-1 0 0,1 2 0,0-1 1,-12 7-1,-13 3 58,3-3-66,16-5-52,1 0 0,-1 1 0,1 1 0,-22 12 0,36-18-15,1 0 0,-1 0 0,1 0 0,-1 0 0,1 0 0,0 0 0,-1 0 0,1 1 0,0-1 0,0 1 0,0-1 0,0 1 0,0-1 0,0 1 0,-1 2 0,2-3-12,0 0 0,0 0-1,0 0 1,0-1 0,0 1 0,0 0-1,0 0 1,0-1 0,1 1 0,-1 0 0,0 0-1,1 0 1,-1-1 0,0 1 0,1 0-1,-1-1 1,1 1 0,-1 0 0,1-1-1,-1 1 1,1-1 0,0 1 0,1 0 0,4 3-102,0-1 0,1 0 1,-1 0-1,1 0 1,14 3-1,-17-5 71,27 7-174,0 2-1,33 15 1,-56-22 198,-1 1 1,1 0-1,-1 0 0,0 1 0,0 0 0,-1 0 0,1 1 0,-1 0 1,0 0-1,-1 0 0,1 1 0,-1 0 0,6 11 0,-10-16 23,1 0 0,-1 1 1,-1-1-1,1 0 0,0 0 0,0 0 0,-1 1 0,1-1 1,-1 0-1,0 0 0,0 1 0,0-1 0,0 0 0,0 1 0,0-1 1,-1 0-1,1 1 0,-2 3 0,1-5 48,0 1 0,0 0 0,-1-1 0,1 1 0,0 0 0,-1-1 0,0 0 0,1 1-1,-1-1 1,0 0 0,1 0 0,-1 0 0,0 0 0,0 0 0,0 0 0,-3 0 0,-9 2 231,0 0 0,0-2-1,1 0 1,-1 0 0,-14-2 0,10 1-295,-63 0-1864,97 0-21119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0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0 8852,'0'0'21882,"-44"107"-21482,42-84-320,-2-2-80,-1 2-672,-1-2-1169,-2-4-1873,4-11-2032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1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5282,'0'0'16104,"87"46"-19290,-53-16-3057,12-1-2016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1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548 193 10405,'0'0'3543,"-18"-20"355,-62-63 351,71 74-3643,0 0 0,-1 1-1,0 0 1,0 0-1,0 1 1,-1 0 0,0 1-1,-1 0 1,1 1 0,-1 0-1,-23-5 1,32 9-560,1 1 1,-1 0 0,0-1-1,1 1 1,-1 0-1,0 0 1,1 1 0,-1-1-1,0 0 1,1 1-1,-1 0 1,1 0 0,-1 0-1,1 0 1,-1 0 0,1 0-1,-1 0 1,1 1-1,0-1 1,0 1 0,-4 3-1,-1 3-53,1 0 0,0 0 0,0 0 0,-7 15 0,4-6 103,-21 38 93,2 1 0,3 2 0,2 0 0,3 1 0,3 2 1,2-1-1,3 2 0,2 0 0,-2 116 0,12-122-218,-1-5-943,8 80-1,-3-119 101,-3-33-22267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1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38 576,'0'0'19225,"119"-19"-17112,-85 19-2001,1 0-112,7 0-1873,6-4-3089,0-10-4931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1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1 14599,'0'0'7598,"-17"21"-3498,-1 1-2993,5-9-544,2 0 1,0 2 0,0-1 0,2 1-1,0 1 1,0 0 0,-9 27-1,-2 12-420,3 1-1,2 0 0,2 1 0,3 1 1,-4 108-1,14-163-153,0 0 0,0 0 0,0 0 1,1 0-1,-1-1 0,1 1 0,0 0 0,0 0 0,0 0 0,0-1 0,0 1 1,1-1-1,-1 1 0,1-1 0,-1 1 0,1-1 0,0 0 0,0 0 0,0 1 1,0-2-1,1 1 0,-1 0 0,0 0 0,1-1 0,-1 1 0,1-1 1,0 0-1,-1 0 0,1 0 0,0 0 0,4 1 0,43 4-2978,-1-8-4892,-47 2 7034,0 0 0,0-1 0,0 1 0,0 0 0,0-1 0,0 1 0,0-1 0,0 0 0,0 1 0,3-3 0,9-17-10505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1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17096,'0'0'9124,"131"-14"-7651,-56 11-1297,11 3-176,6-2-737,4-2-1760,-4-8-2833,2-7-5779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2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464 0 8436,'0'0'18200,"-20"13"-16271,-16 9-1103,2 2 0,0 1-1,-33 34 1,36-27-687,1 1 1,1 2-1,2 1 1,2 1-1,1 1 1,-21 45-1,34-58-145,1 0 0,1 1-1,1 0 1,1 0-1,2 1 1,0 0-1,2 0 1,1 0-1,1 0 1,1 0-1,6 39 1,-2-48 6,0 1 0,1-1 0,2 0 0,0-1 0,0 0 0,2 0 0,0 0 0,1-1 0,0-1 0,1 1 0,1-2 0,16 16 0,-13-15 0,0-1 0,1-1 0,1 0 0,0-1 0,1-1 0,0 0 0,1-2 0,0 0 0,1-1 0,32 9 0,-37-13 5,0-2 0,1 1 0,17-1 0,-4-6-2637,-25-4-1911,-4-8-2164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3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342 607 2353,'0'0'14882,"4"-11"-12377,12-32-142,-15 42-2294,-1 1-1,0 0 0,0-1 1,0 1-1,1 0 0,-1-1 1,0 1-1,0 0 0,0-1 0,0 1 1,0 0-1,0-1 0,0 1 1,0 0-1,0-1 0,0 1 1,0 0-1,0-1 0,0 1 1,0-1-1,0 1 0,0 0 0,0-1 1,-1 1-1,1 0 0,0-1 1,0 1-1,0 0 0,-1 0 1,1-1-1,0 1 0,0 0 1,-1 0-1,1-1 0,0 1 0,0 0 1,-1 0-1,1-1 0,0 1 1,-1 0-1,1 0 0,0 0 1,-1 0-1,-15 0 319,13 0 30,-19 2-135,0 0 1,0 2-1,0 0 0,1 2 0,-1 0 0,1 1 0,1 2 1,-1 0-1,1 1 0,1 0 0,0 2 0,-34 28 1,50-38-282,1 0 1,-1 0 0,0 0-1,1 0 1,0 1 0,0 0-1,0-1 1,0 1 0,0 0 0,0 0-1,1 0 1,-1 0 0,1 0-1,0 0 1,0 0 0,0 1 0,0-1-1,1 0 1,-1 1 0,1-1-1,0 0 1,0 1 0,0-1 0,1 5-1,0-7-11,-1 0 0,1 0 0,0 0 0,0 0 0,-1-1 0,1 1 1,0 0-1,0 0 0,0-1 0,0 1 0,0-1 0,0 1 0,0-1 0,0 1 0,0-1 0,1 1 0,-1-1 0,0 0 0,0 0 0,0 0 0,0 0 0,1 1 0,-1-1 0,1-1 0,40 1-268,-28-1 146,1 0-15,0-1 0,0 0-1,0-1 1,-1-1 0,1 0 0,-1-1-1,0-1 1,-1 0 0,1-1 0,24-16-1,-1-4-792,0-1-1,42-43 0,-40 32-673,-2-1 0,-1-3 0,36-56 0,-52 68 874,-1-1-1,-2-1 1,-2-1 0,0 0-1,16-62 1,-29 84 1291,1-1 0,-2 1 0,1-22 0,-2 34-443,0 0 1,1 0-1,-1-1 1,0 1-1,0 0 1,0 0-1,0-1 1,0 1-1,0 0 1,0 0-1,0-1 1,0 1-1,0 0 1,-1 0-1,1-1 0,0 1 1,0 0-1,0 0 1,0-1-1,0 1 1,0 0-1,0 0 1,-1-1-1,1 1 1,0 0-1,0 0 1,0 0-1,-1 0 1,1-1-1,0 1 1,0 0-1,0 0 1,-1 0-1,1 0 1,-1-1-1,-8 6 1744,0 3-1311,0 0 0,0 1 0,1 0 0,0 0 0,1 1 1,0 0-1,-8 15 0,-37 82 2101,41-79-2139,1 0-1,1 1 1,2 0-1,-5 36 1,6-7-322,2 68 1,4-120-339,0-1 0,0 1 0,1-1 0,-1 1 0,1-1 0,1 1-1,-1-1 1,1 0 0,4 10 0,-4-13-86,-1 1-1,1-1 1,0 1 0,0-1-1,0 0 1,0 0 0,1 0-1,-1 0 1,0-1 0,1 1-1,-1-1 1,1 1 0,0-1-1,-1 0 1,1 0 0,0 0-1,0 0 1,0-1 0,5 2-1,8-1-1681,1 0-1,-1-1 0,0 0 1,21-4-1,27-12-5741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3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0 7523,'0'0'16275,"-18"2"-12738,-57 9-1507,70-10-1883,1 1 0,-1 0-1,1 1 1,0-1 0,0 1-1,0-1 1,0 1-1,0 1 1,1-1 0,-1 0-1,1 1 1,0 0-1,0-1 1,0 1 0,0 1-1,1-1 1,0 0-1,0 0 1,0 1 0,0-1-1,-1 6 1,2-6-134,-1 0 0,1 0 0,0 0 0,0 1 0,0-1 0,0 0 0,1 0 0,0 1 0,0-1 0,0 0 0,0 1 0,1-1 0,-1 0 0,1 0 0,0 1 0,3 5 0,-2-7-37,-1-1 0,1 1 0,0-1 0,0 0-1,0 0 1,1 1 0,-1-1 0,1 0 0,-1-1 0,1 1 0,-1 0 0,1-1 0,0 0-1,0 1 1,0-1 0,0 0 0,0-1 0,0 1 0,0 0 0,0-1 0,0 0 0,5 0-1,2 1-235,0-1-1,0 0 0,0 0 0,0-1 0,-1-1 0,1 1 1,0-2-1,14-4 0,-21 5 266,0 1 0,1-1-1,-1 0 1,0 0 0,0 0 0,-1 0 0,1 0 0,0-1-1,-1 1 1,1-1 0,-1 0 0,0 0 0,0 0 0,0 0-1,0 0 1,0 0 0,-1 0 0,1-1 0,-1 1 0,0-1-1,0 1 1,-1-1 0,1 1 0,0-1 0,-1 1 0,0-7 722,1 39-1084,0-25 122,0-1 0,0 0 0,1 0 0,-1 1 1,1-1-1,-1 0 0,1 0 0,0-1 0,0 1 0,0 0 0,1 0 1,-1-1-1,1 0 0,-1 1 0,1-1 0,0 0 0,0 0 0,0-1 0,5 4 1,0-2-956,0-1 0,-1 1 0,1-1 0,0 0 0,0-1 0,1 0 0,9 0 0,25-1-7556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4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0 10197,'0'0'12998,"-115"90"-10245,95-25-1120,-1 8 336,0 0-337,4 2-703,0-8-513,3-6-336,7-13-80,1-10-288,2-11-849,-2-9-832,1-9-1488,-7-9-1602,-13 0-3056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4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10085,'21'0'3548,"252"-3"8083,-152 2-9538,-82 3-1634,-29-1-312,1 0-1,-1-1 0,0 0 0,0 0 0,1-1 1,14-4-1,-32 5 835,0-1-974,-1 1 0,1 0 1,-1 0-1,1 1 0,-9 2 0,0 2-9,1 2 0,1-1 0,-1 2 0,-19 13 0,28-16 0,-1-1-1,1 2 1,0-1-1,0 1 1,0 0-1,1 0 1,0 0-1,0 1 1,0-1-1,-6 14 1,10-18-9,0 0-1,0 0 1,1 0 0,-1 1 0,0-1-1,1 0 1,0 0 0,-1 1-1,1-1 1,0 0 0,0 1-1,0-1 1,0 0 0,1 1 0,-1-1-1,1 0 1,-1 0 0,2 3-1,-1-4-24,0 1 0,0-1-1,1 1 1,-1-1-1,0 1 1,1-1-1,-1 0 1,1 0 0,-1 1-1,1-1 1,0-1-1,0 1 1,-1 0 0,1 0-1,0 0 1,4 0-1,5 1-161,1-1-1,0 0 1,0-1-1,-1 0 1,19-3-1,-19 1 115,0 0 0,-1-1 0,1-1-1,-1 0 1,0 0 0,0-1 0,0 0 0,-1-1-1,1 0 1,-2-1 0,1 1 0,-1-2 0,0 1-1,0-1 1,-1 0 0,0-1 0,6-9 0,-7 8 908,-3 4 1637,-4 10 235,-1 21-2197,1-19-592,1 1 1,1-1-1,-1 0 1,1 0-1,0 0 0,0 0 1,1 0-1,0 0 1,4 8-1,-4-11-264,0 1-1,0-1 1,1 0 0,0 0-1,-1-1 1,1 1 0,0 0 0,0-1-1,1 0 1,-1 0 0,0 0-1,1 0 1,-1 0 0,1-1-1,6 3 1,30 4-5945,1-7-3227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4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1 15047,'0'0'8596,"-56"146"-4162,28-94-2657,-3-6-1697,-2-4-80,-1-6-2449,1-15-3474,8-19-11957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6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0 5346,'0'0'14404,"0"7"-12742,-6 73 1373,-2 0 0,-34 134 0,24-129-2122,1 0-357,1 6-296,-5-1 1,-55 151-1,76-241-260,0 0 0,0 0 0,-1 0 0,1 0 0,0 0 0,0-1 0,0 1 0,0 0 0,0 0 0,0 0 0,0 0 0,0 0 0,0 0 0,0 0 0,0 0 0,0 0 0,0 0 0,-1 0 0,1 0 0,0 0 0,0 0 1,0 0-1,0 0 0,0 0 0,0 0 0,0 0 0,0 0 0,0 0 0,-1 0 0,1 0 0,0 0 0,0 0 0,0 0 0,0 0 0,0 0 0,0 0 0,0 0 0,0 0 0,0 0 0,0 0 0,-1 0 0,1 0 0,0 0 0,0 0 0,0 0 0,0 0 0,0 1 0,0-1 0,0 0 0,0 0 0,0 0 0,0 0 0,-2-17-12,5-28-81,3 15-300,2 1 0,1 0 0,2 0 0,1 1 0,0 0 1,2 1-1,2 0 0,0 1 0,2 1 0,30-34 0,-41 51 262,0 0 0,1 0-1,0 1 1,0 0 0,1 0 0,0 1 0,0 0-1,1 0 1,-1 1 0,1 1 0,0 0 0,1 0-1,-1 1 1,1 0 0,-1 0 0,22-1 0,-31 5 140,0-1 1,0 1 0,0 0-1,0-1 1,0 1 0,0 0 0,0 0-1,0 0 1,0 0 0,0 0-1,0 0 1,0 0 0,-1 0-1,1 0 1,0 0 0,-1 0 0,1 0-1,-1 1 1,1-1 0,-1 0-1,0 0 1,1 1 0,-1-1-1,0 0 1,0 1 0,0-1 0,0 0-1,0 3 1,0-1 69,0 1-1,0 0 1,0 0-1,0-1 1,0 1-1,-1 0 1,1-1 0,-1 1-1,-2 4 1,1-5-30,0-1 0,0 0 1,-1 0-1,1 0 0,-1 0 1,1 0-1,-1-1 0,1 1 1,-1-1-1,0 1 0,0-1 1,0 0-1,-5 1 0,-46 8 364,42-8-430,-31 4 59,-66 13 137,108-19-131,0 0 1,0 0-1,0 0 0,1 0 0,-1 0 0,0 0 1,0 1-1,1-1 0,-1 0 0,0 0 1,0 1-1,1-1 0,-1 1 0,0-1 1,1 0-1,-1 1 0,0-1 0,1 1 1,-1 0-1,1-1 0,-1 1 0,1-1 0,-1 1 1,1 0-1,-1-1 0,1 1 0,0 0 1,-1-1-1,1 1 0,0 0 0,0 0 1,0 0-1,-1-1 0,1 1 0,0 0 1,0 0-1,0-1 0,0 1 0,0 0 0,0 0 1,0 0-1,1-1 0,-1 1 0,0 0 1,0 0-1,1-1 0,-1 1 0,0 0 1,1 0-1,-1-1 0,1 1 0,-1-1 0,1 1 1,0 0-1,3 4 166,-1-1-1,2 1 1,-1-1 0,0 0-1,10 6 1,-11-8-189,27 19 39,2-1 1,0-1-1,1-2 1,67 24-1,-83-38-423,1 0-1,-1-1 1,34-1-1,-12-1-4677,-11 0-72,2 0-2740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6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7155,'0'0'14233,"4"1"-13179,4 4-732,0 0-1,-1 1 1,0-1-1,0 1 1,0 1 0,-1-1-1,0 1 1,0 0-1,-1 1 1,6 8-1,3 3 213,27 41 638,-2 2 0,-3 1 0,-3 2-1,47 129 1,-72-172-1113,-2 1-1,0 0 1,-1 0 0,-2 0-1,0 1 1,-1 30 0,-2-46-60,0 0 0,-1 0 1,0 0-1,0 0 0,-1-1 0,0 1 1,-1 0-1,1-1 0,-1 1 1,-1-1-1,1 0 0,-2 0 0,1 0 1,0-1-1,-1 1 0,0-1 1,-1 0-1,0-1 0,1 1 0,-2-1 1,-10 7-1,8-6 1,0-1 0,0 0 0,-1 0 0,0-1 0,1 0 0,-2-1 0,1 0 0,0-1 0,-18 2 0,28-4 0,-1 0 0,1-1 0,0 1 0,-1 0 0,1-1 0,0 1 0,-1-1 0,1 1 0,0 0 0,0-1 0,-1 1 0,1-1 0,0 1 0,0-1 0,0 1 0,0 0 0,-1-1 0,1 1 0,0-1 0,0 1 0,0-1 0,0 1 0,0-1 0,0 1 0,0-1 0,0 1 0,1-1 0,-1 1 0,0-1 0,0 1 0,0-1 0,0 1 0,1 0 0,-1-1 0,0 0 0,2-4-104,0 0-1,1 1 1,-1-1 0,1 1 0,0-1-1,0 1 1,0 0 0,1 0 0,0 0-1,-1 1 1,9-6 0,55-37-5553,-40 30 2147,32-21-5329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6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7780,'0'0'24987,"0"55"-24987,0-39 0,0 3 0,6 4 0,11-2-5026,-1-6-1937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8:26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891 1 16327,'0'0'6708,"-173"165"-2627,72-67-143,3 4-2673,0 1-1265,2 1-176,-1 5-2610,-11 8-3024,-11-6-977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50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3602,'0'0'12341,"4"0"-10569,23 0 1252,47-9 1,28-12-439,34-4-1406,-116 24-1252,-19 1-174,-8 1-842,-9 3-1398,0 2-1,0 0 1,-21 12 0,22-11-882,-10 5-2304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5:57:51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 4226,'0'0'15444,"17"-2"-13891,243-30 4012,-206 24-4241,-68 5-8251,5 2-2447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09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 5090,'0'0'12433,"3"0"-10881,3-1-1071,-4 0-62,1 1-1,-1 0 1,1-1-1,-1 1 0,0 0 1,1 0-1,-1 1 0,1-1 1,3 1-1,-5 0-336,1 0 0,-1 0 0,0 0-1,0 0 1,0 0 0,0 0 0,0 0 0,0 0-1,0 0 1,0 0 0,-1 1 0,1-1 0,0 0-1,-1 1 1,1-1 0,-1 0 0,1 1 0,-1-1-1,0 1 1,1-1 0,-1 2 0,6 39 691,-2 0 1,-1 61 0,-3-103-767,1 1 1,-1-1 0,0 1-1,0-1 1,0 1 0,0 0-1,0-1 1,0 1 0,0-1-1,0 1 1,0-1 0,0 1-1,0-1 1,0 1 0,0-1-1,0 1 1,0-1 0,0 1-1,-1-1 1,1 1 0,0-1-1,0 1 1,-1-1 0,1 1 0,0-1-1,-1 1 1,1-1 0,0 1-1,-1-1 1,1 0 0,-1 1-1,1-1 1,0 0 0,-1 0-1,1 1 1,-1-1 0,1 0-1,-1 0 1,1 1 0,-1-1-1,0 0 1,1 0 0,-1 0-1,1 0 1,-1 0 0,1 0-1,-1 0 1,-1-43-24,2 33-56,1 0 0,0 0 0,1 0 0,0 0 0,1 0 0,0 1 0,1-1 0,0 1 0,0 0 0,1 0 0,0 0 0,0 1 0,12-14 0,-7 11-94,1-1 1,0 2 0,1-1-1,0 2 1,0-1-1,1 2 1,0 0-1,19-9 1,-26 15 110,-1 0 0,1 0 0,-1 1 0,1-1 1,-1 1-1,1 1 0,0-1 0,8 1 0,-13 1 49,0-1-1,0 0 1,0 1-1,0-1 1,0 1-1,-1-1 0,1 1 1,0 0-1,0-1 1,-1 1-1,1 0 1,0-1-1,-1 1 1,1 0-1,-1 0 1,1 0-1,-1-1 1,1 1-1,-1 0 1,0 0-1,1 0 1,-1 0-1,0 0 0,0 0 1,1 0-1,-1 2 1,5 34 36,-4-27-25,1 19 332,-1 41 0,-2-26 608,1-43-953,13 18-5018,-12-17 4162,1-1 1,0 1-1,1-1 0,-1 0 1,0 1-1,0-1 0,0 0 1,1 0-1,-1-1 0,5 2 1,15-1-8246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10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408 0 2897,'0'0'9850,"1"3"-7315,0-1-2214,0 1 1,0-1-1,-1 1 1,1 0-1,-1-1 1,0 1-1,1 0 1,-1-1-1,0 1 1,-1 0-1,1-1 1,0 1-1,-1 0 1,0-1 0,-1 4-1,-19 43 1331,11-27-850,-105 271 3657,10-22-2557,72-196-1650,-66 107-1,94-174-299,2-3-25,0 0-1,0 0 1,0 0 0,0 1 0,1-1 0,-2 7 0,15-20-2109,73-69-7095,-45 41 2085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10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8228,'0'0'11528,"2"0"-11107,10 0 69,0 0 1,0 1-1,0 1 0,0-1 0,21 8 1,-29-8-467,-1 0 0,0 0-1,0 1 1,0-1 0,0 1 0,0 0 0,-1 0 0,1 0 0,-1 0 0,1 0 0,-1 1 0,0-1 0,1 1 0,-1 0 0,0-1 0,-1 1 0,1 0 0,-1 0 0,1 0 0,-1 0 0,0 1 0,0-1 0,0 0 0,0 0 0,-1 1 0,1 5 0,-1-5 2,0 1 1,0-1 0,0 1 0,-1-1 0,0 0-1,0 1 1,0-1 0,0 0 0,-1 1 0,1-1-1,-1 0 1,-3 5 0,-2 1 68,0-1 0,-1 0 0,-10 10 0,-5 5 68,19-20-131,1 0 0,0 0 1,0 1-1,0-1 1,0 0-1,1 1 1,0 0-1,0-1 0,0 1 1,0 0-1,1 0 1,-1 6-1,16-10 152,23-4 238,-1-1-1,0-1 0,0-3 1,35-11-1,-13 4 751,-53 13 1975,-18 4-1303,6-1-4057,19-4-5879,18-5 2041,10-8-2865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11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0 576,'0'0'5240,"-18"11"-4976,-58 33 208,51-25 2297,25-19-2680,0 0 0,0 0 0,0 1 0,-1-1 0,1 0 0,0 0 0,0 0 0,0 0 0,0 1 1,0-1-1,0 0 0,0 0 0,-1 0 0,1 1 0,0-1 0,0 0 0,0 0 0,0 0 0,0 1 0,0-1 0,0 0 0,0 0 0,0 1 1,0-1-1,0 0 0,0 0 0,0 0 0,0 1 0,0-1 0,0 0 0,1 0 0,-1 0 0,0 1 0,0-1 0,0 0 0,0 0 1,0 0-1,0 0 0,1 1 0,-1-1 0,0 0 0,0 0 0,0 0 0,0 0 0,1 0 0,-1 0 0,0 1 0,31 0 5743,-26-1-6361,106-1 4723,117-15 0,-193 11-3509,101-17 3046,-112 17-14321,0 0 4889,11-8-2300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11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13814,'0'0'12342,"-2"15"-10792,-9 64 1188,-55 295-415,61-363-2350,4-12 78,1-1-229,0 1 1,0-1-1,1 1 1,-1 0-1,0-1 1,1 1-1,-1 0 1,1 0-1,0-1 1,0 1-1,-1 0 1,1 0-1,0 0 1,2-2-1,42-34-10093,-15 12-606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12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15399,'0'0'17368,"-2"11"-17368,2-7 0,0-2 0,0 0 0,0 2 0,0 5 0,0 3-560,0 3-3218,0-3-2689,-4-3 16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12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684 0 11621,'0'0'14151,"-140"101"-11110,92-55-1936,-7 12-561,-3 3-304,-7 8-240,-6 4-1168,-6 6-2050,-7 1-1856,-2-9-2690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1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1 4130,'0'0'7174,"-9"23"-3917,-1 4-2389,-5 10 849,-18 76-1,-21 222 3058,24-129-3887,20-177-647,9-28-138,9-14-201,7-7-42,0 2 1,2 0-1,0 0 0,1 2 1,0 0-1,34-21 1,-45 32 60,0 0-1,0 0 1,1 1 0,0 0 0,0 0 0,0 1 0,0 0 0,0 0 0,1 1 0,-1 0 0,1 1 0,0 0 0,15 0 0,-21 1 71,-1 0 0,0 1 0,1-1 0,-1 1 0,0 0 0,1 0 0,-1 0 0,0 0 0,0 0 0,0 0 0,0 1 0,0-1 0,0 1 0,-1-1 0,1 1 0,0 0 1,-1 0-1,1 0 0,-1-1 0,0 1 0,1 1 0,-1-1 0,0 0 0,0 0 0,-1 0 0,1 1 0,0-1 0,0 4 0,1 7-6,0 0 0,-1 0 1,0 1-1,-2 13 0,1-9 32,-1-5 24,0 0 1,-1 0 0,-1 0 0,0 0 0,0 0 0,-1-1 0,-1 0 0,0 0 0,-1 0 0,-12 19-1,13-24 38,1 0 0,-1 0 0,-1 0 0,1-1 0,-1 0 0,-1 0 0,1 0 0,-1-1-1,0 0 1,0 0 0,0-1 0,-1 0 0,1 0 0,-1 0 0,0-1 0,0-1 0,-16 4-1,-26-2 750,-67-5-1,45 0 402,62 2-991,8-1-202,0 0 0,0 0 1,1 1-1,-1-1 0,0 0 1,1-1-1,-1 1 1,0 0-1,1 0 0,-1-1 1,0 1-1,1-1 0,-1 0 1,0 1-1,-1-2 0,3 2-72,0 0 0,0 0 0,0 0-1,0-1 1,0 1 0,0 0 0,0 0-1,0 0 1,0 0 0,0 0 0,0 0-1,0-1 1,0 1 0,0 0 0,0 0-1,0 0 1,0 0 0,0 0 0,0 0-1,0-1 1,0 1 0,0 0 0,0 0-1,0 0 1,0 0 0,0 0 0,1 0-1,-1 0 1,0 0 0,0-1 0,0 1-1,0 0 1,0 0 0,0 0 0,0 0-1,0 0 1,1 0 0,-1 0 0,0 0-1,0 0 1,0 0 0,0 0 0,0 0-1,0 0 1,0 0 0,1 0-1,-1 0 1,0 0 0,0 0 0,0 0-1,0 0 1,0 0 0,0 0 0,1 0-1,-1 0 1,52-13-4246,75-19-6008,-57 7 3751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1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6131,'0'0'14241,"6"-3"-12587,-5 2-1556,0 0-1,1 0 1,-1 1 0,0-1-1,0 0 1,1 1 0,-1-1-1,0 1 1,1-1 0,-1 1-1,0 0 1,1-1 0,-1 1-1,1 0 1,-1 0 0,2 0-1,-2 1 27,0 1 0,0-1 0,0 0 0,-1 1 0,1-1 0,0 1-1,-1-1 1,1 1 0,-1-1 0,1 1 0,-1-1 0,0 1 0,0-1 0,0 1 0,0-1-1,0 1 1,0 0 0,0-1 0,-1 3 0,0 96 2253,1-99-2386,0 0 1,1 1-1,-1-1 1,1 0-1,-1 0 0,1 1 1,0-1-1,0 0 0,-1 0 1,1 0-1,0 0 0,0 0 1,0 0-1,0 0 1,0 0-1,0 0 0,0 0 1,1-1-1,-1 1 0,0 0 1,0-1-1,1 1 0,-1-1 1,0 1-1,1-1 1,-1 0-1,0 1 0,1-1 1,-1 0-1,2 0 0,49 0-740,-46 0 616,5-1 15,-1-1 0,1 0 0,-1-1 0,0 0 0,1-1 0,-1 0 0,-1 0 0,1-1 0,10-7-1,-4 2-56,-1-1-1,-1 0 0,0-1 0,19-21 1,-30 30 304,0 0 1,-1 0 0,1 0 0,-1 0-1,0-1 1,0 1 0,0-1 0,-1 1 0,1-1-1,-1 1 1,0-1 0,1 0 0,-1-6 2865,-1 39-2307,0-14-665,0-9-79,0 0 1,0 1 0,0-1 0,1 0-1,2 9 1,-2-12-62,0-1 0,0 1-1,0-1 1,0 0 0,1 0 0,-1 0-1,1 1 1,-1-1 0,1-1-1,0 1 1,0 0 0,0 0 0,0-1-1,0 1 1,0-1 0,5 3 0,6 1-1017,0-1 0,0 0 0,0 0 0,0-1 0,1-1 0,-1 0 1,1-1-1,26-2 0,-33 2 334,72-1-9232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1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12662,'0'0'14903,"-62"111"-14903,57-88-64,1-5-1009,4 3-864,0-10-2337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2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10325,'0'0'12197,"2"23"-14070,15-12-1808,2-5-3459,8-6-2240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2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1 10949,'0'0'3810,"-61"113"1152,23-36-832,-1 7-1649,1 6-176,2 0-784,13-9-977,3-10-480,15-17-64,5-8-464,0-16-913,11-3-1216,16-12-384,13-11-2066,8-4-2272,12 0-1457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2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279 587 6627,'0'0'9199,"-19"-1"-4418,2 0-3929,-74 0 4612,80 1-4785,0 1 0,1 1 0,-1 0 1,0 0-1,1 1 0,-1 0 0,-14 8 0,21-9-653,1 1 1,-1 0-1,1 0 0,0 0 1,0 0-1,1 0 0,-1 1 0,0-1 1,1 1-1,0-1 0,0 1 1,0 0-1,0 0 0,1 0 0,0 0 1,-2 9-1,0 1-35,1 1 0,0 0 0,1 21 0,1-35-2,0 0 0,0-1 0,0 1 0,0 0 0,0-1 0,0 1 0,1 0 0,-1-1 0,0 1 0,1 0 0,-1-1 0,0 1 0,1-1 0,-1 1 0,1-1 0,-1 1 0,1-1 0,-1 1 0,1-1 0,-1 1 0,1-1 0,0 0 0,-1 1 0,1-1 0,0 0 0,-1 1 0,2-1 0,28 4-380,-21-4 235,0-1 1,0 0 0,0-1 0,14-4 0,-9 0-58,-1 0-1,0-1 1,0-1 0,-1 0 0,14-12 0,57-56-1142,-80 73 1297,44-44-428,-3-1-1,-2-3 1,-2-1 0,-2-2 0,-3-2-1,-2-1 1,49-119 0,-78 167 693,-1 0 1,0 0-1,0-1 0,-1 1 1,-1-1-1,2-14 0,-3 24-112,0 0 0,0-1-1,0 1 1,0 0-1,0-1 1,0 1 0,0 0-1,0-1 1,0 1 0,0 0-1,0-1 1,-1 1 0,1 0-1,0-1 1,0 1-1,0 0 1,0 0 0,-1-1-1,1 1 1,0 0 0,0 0-1,0-1 1,-1 1 0,1 0-1,0 0 1,0 0-1,-1-1 1,1 1 0,0 0-1,-1 0 1,1 0 0,0 0-1,-1 0 1,1 0 0,-15 2 1137,-14 14-438,10-1-737,1 0 1,0 1 0,2 1-1,0 1 1,0 0-1,2 1 1,0 1 0,2 0-1,0 1 1,1 0-1,1 0 1,1 1 0,1 1-1,1 0 1,1 0-1,1 0 1,1 0 0,1 1-1,1 0 1,1 0-1,4 44 1,-2-60-180,1 1-1,0-1 1,0 0-1,0 0 1,1 0-1,0 0 1,1-1-1,0 1 1,0-1-1,1 0 1,-1 0-1,1 0 1,10 10-1,-8-11-330,-1-1-1,1 1 1,0-1-1,0 0 0,1-1 1,0 0-1,0 0 1,0 0-1,0-1 0,0 0 1,1-1-1,-1 0 1,11 1-1,3 0-1986,-1-1 1,1-1-1,0-2 1,29-3-1,26-17-7695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2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1 12486,'0'0'10090,"-16"18"-6507,-16 19-1996,1 2 0,-34 57 1,33-38-1376,2 0 0,3 3 0,3 0-1,2 1 1,3 1 0,-17 96 0,35-152 493,1 3-6524,11-22-2985,20-28 515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3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411 1 1601,'0'0'21946,"-21"28"-18694,10-13-2858,-26 35 864,2 2-1,-32 63 1,14-7-667,5 2-1,-49 167 1,69-191-2614,17-55-1482,9-27 2326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3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1 129 15655,'0'0'6723,"29"-8"-3447,-1 0-2657,1-1-165,0 1-1,0 2 1,1 1 0,48-2-1,-68 6-357,224 2 94,-212 2-1184,0 0 0,35 11 0,-39-9 531,1 0-1,0-1 1,0-1-1,22 1 1,-28-4 493,-1 0-1,1-1 1,-1 0 0,1-1-1,-1 0 1,15-5 0,-23 6 70,-1-1 0,0 1 0,0-1 1,0 0-1,0 0 0,-1 0 0,1 0 0,0 0 1,-1 0-1,1-1 0,-1 1 0,0-1 0,0 0 1,0 1-1,0-1 0,-1 0 0,1 0 0,-1-1 1,1 1-1,-1 0 0,0 0 0,0-1 0,-1 1 1,1 0-1,-1-1 0,0 1 0,1-1 0,-2-3 1,1 6-14,0 0 0,0 0 0,-1-1-1,1 1 1,-1 0 0,1 0 0,-1 0 0,1 0 0,-1 0 0,0 0 0,1 0 0,-1 0 0,0 0 0,0 0 0,0 0 0,0 0 0,0 0 0,0 1 0,0-1 0,0 0 0,0 1 0,0-1 0,0 1 0,0-1 0,0 1 0,-1 0 0,1-1 0,0 1 0,0 0 0,0 0 0,-1 0 0,-1 0 0,-53 0-59,37 1 110,7-2-133,1 2 0,-1-1 1,1 2-1,0-1 1,-1 1-1,1 1 1,-15 6-1,23-8-8,-1 1 1,1 0-1,0 0 0,0 0 0,0 0 1,0 0-1,0 1 0,0-1 1,0 1-1,1 0 0,-1 0 1,1 0-1,0 0 0,0 0 1,0 1-1,0-1 0,1 1 0,-1-1 1,1 1-1,0-1 0,0 1 1,0 0-1,1 0 0,-1-1 1,1 7-1,0-4-13,-1 0 1,2 0-1,-1 1 1,1-1 0,0 0-1,0 0 1,2 8-1,-1-10-59,0-1 1,-1 0-1,1 0 0,0 0 0,0 0 0,1 0 0,-1 0 1,1 0-1,-1-1 0,1 1 0,0-1 0,0 0 1,0 0-1,4 2 0,1 1-391,1-1-1,0 0 1,1 0 0,-1-1-1,1 0 1,-1-1 0,11 1-1,8 0-2458,35-1 1,19-2-4344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4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1 12086,'0'0'9436,"-20"0"-5432,-66 1-1192,80-1-2635,1 1 1,-1-1-1,1 1 0,-1 1 0,1-1 0,0 1 0,-1 0 0,1 0 1,0 0-1,1 1 0,-1 0 0,0 0 0,1 0 0,-1 0 1,1 1-1,0 0 0,0 0 0,1 0 0,-1 0 0,1 1 0,0-1 1,0 1-1,0 0 0,-3 8 0,4-8-177,1-1 0,-1 1 0,1 0 0,0 0 0,1 0 0,-1 0 0,1 0 0,0 9 0,0-7 0,0-6 0,0 0 0,0-1 0,1 1 0,-1-1 0,0 1 0,0-1 0,0 1 0,0-1 0,1 1 0,-1-1 0,0 1 0,1-1 0,-1 1 0,0-1 0,1 0 0,-1 1 0,0-1 0,1 1 0,-1-1 0,1 0 0,-1 1 0,1-1 0,-1 0 0,0 0 0,1 1 0,-1-1 0,1 0 0,0 0 0,-1 0 0,1 0 0,-1 0 0,1 1 0,22 0 0,-17-2 0,6 1-138,1 0-1,-1-1 1,0 0 0,0-2-1,0 1 1,0-1-1,0-1 1,0 0 0,-1-1-1,0 0 1,0 0 0,0-1-1,-1-1 1,19-15-1,-28 21 412,-1 3-177,0 0 1,-1 1 0,1-1-1,0 0 1,0 0 0,0 0-1,0 0 1,1 0 0,-1 0 0,0 0-1,1 0 1,-1 0 0,1 0-1,1 2 1,14 38-2751,-14-39 2054,0-1 0,0 1-1,0-1 1,0 1-1,1-1 1,-1 0 0,1 0-1,0 0 1,0 0-1,0 0 1,0-1 0,0 1-1,0-1 1,0 0-1,0 0 1,0 0 0,1 0-1,-1-1 1,0 1-1,1-1 1,-1 0 0,5 0-1,34 0-8915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4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0 5410,'0'0'23931,"-98"155"-22586,85-91-96,-1 5-417,5-8-832,1-4 0,2-11 0,-3-5 0,1-7-144,6-7-768,-7-8-1746,5-7-687,-8-8-1393,5-4-3506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4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0 7379,'0'0'17331,"18"7"-15199,-6-4-1762,-5-1-234,0 1-1,-1-1 1,1 1 0,0 0-1,7 5 1,-11-7-70,-1 1 0,0 0 0,0-1 1,0 1-1,0 0 0,-1 0 0,1 0 1,0 0-1,-1 1 0,1-1 0,-1 0 1,0 1-1,0-1 0,0 1 0,0-1 0,0 1 1,-1-1-1,1 1 0,-1 0 0,0-1 1,1 5-1,-1 9 391,0 1 1,-2-1-1,-2 17 0,2-27-332,0 1-1,0-1 1,0 0-1,-1 0 1,1 0-1,-2-1 1,1 1-1,-1-1 1,1 1-1,-8 6 1,6-7-108,0 0 0,0 0 0,-1 0 0,0 0 0,1-1 0,-2 0 0,1 0 0,0-1 0,-1 0 0,0 0 0,-13 4 1,2-4-328,0-1 1,0 0 0,-28-2 0,38 0 60,-26-1-6912,18-4 833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25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829 1 10181,'0'0'5722,"-26"2"-1797,4 0-3136,6-1-373,0 0 0,0 1 0,0 1 0,0 1 0,1 0 0,-1 1 0,1 0 0,0 1 0,-19 12 0,-41 31 1419,2 4 1,-128 123-1,167-143-1401,1 1 1,2 2-1,-53 78 0,73-96-388,1 0 0,1 0-1,1 1 1,0 0 0,1 0 0,2 1 0,0 0-1,1 0 1,0 0 0,2 0 0,0 37 0,3-46-48,1 1 1,0 0 0,0-1 0,1 1 0,0-1 0,1 0-1,0 0 1,1 0 0,11 17 0,-6-13-24,1 0 0,0-1 0,1 0 0,1-1 0,25 20 0,-8-12-287,0-1 0,1-1 0,1-2 0,1-1 1,62 21-1,-59-27-1040,0 0 1,1-3-1,1-1 0,56 2 1,16-6-5364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48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88 256,'0'0'14708,"-1"-12"-13606,0-6-605,0-8 53,1-6 2794,22 35-2826,-13 3-373,-1 1-1,0 0 1,0 0 0,-1 1 0,0 0 0,0 0-1,8 14 1,-4-6 42,28 38 370,-3 3 1,-2 0 0,45 109 0,-61-120-472,-2 0-1,-2 1 1,-2 1-1,-3 0 1,7 90 0,-15-120-73,0 0 1,-2 0-1,0 0 1,-1 0-1,-1 0 1,-1-1-1,0 1 1,-1-1-1,-1 0 1,-1 0-1,0-1 1,-1 0-1,-1 0 1,0-1-1,-1 0 1,-1-1-1,-17 19 1,16-21-1,1 0 1,-2-1 0,0 0-1,0-1 1,-1-1 0,-17 10 0,31-19-31,0 1 0,0-1 1,-1 0-1,1 0 0,0 0 1,0 1-1,-1-1 0,1 0 1,0 0-1,-1 0 0,1 0 1,0 0-1,0 0 0,-1 0 1,1 1-1,0-1 0,-1 0 1,1 0-1,0 0 0,-1 0 1,1 0-1,0 0 0,-1 0 1,1-1-1,0 1 0,0 0 1,-1 0-1,1 0 0,0 0 1,-1 0-1,1 0 0,0 0 1,0-1-1,-1 1 0,1 0 1,0 0-1,0 0 0,-1-1 1,1 1-1,0 0 1,0 0-1,0-1 0,0 1 1,-1 0-1,1 0 0,0-1 1,0 1-1,0 0 0,0-1 1,0 1-1,0 0 0,0-1 1,0 1-1,4-20-1759,5 2-490,0 2 0,2-1 1,21-26-1,-22 30 665,46-60-8062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49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541 78 13926,'0'0'11955,"-21"-9"-10912,-71-30-453,75 33-503,0 0 0,0 1 0,0 1 0,-1 1 0,0 0 0,0 1 0,0 1 0,1 1 0,-36 4 0,48-4-79,-4 1-12,0 1 0,1 0 1,-1 0-1,1 1 1,-1 0-1,1 0 0,0 1 1,0 0-1,1 1 0,-1-1 1,1 2-1,0-1 1,0 1-1,1 0 0,-1 0 1,1 1-1,1-1 1,-8 12-1,4-5-7,2 0 0,0 0 0,0 0 0,1 1 0,1 0 0,0 0 0,1 0 0,0 1 0,1 0 0,-1 19 0,3-25-1,0 0-1,0 0 1,1 0-1,1 1 1,0-1-1,0 0 1,0 0-1,1 0 1,1 0-1,-1 0 1,1 0-1,1-1 1,0 1-1,0-1 1,6 8-1,32 38-9,-22-30 32,-1 1 0,18 33 0,-33-51-20,0 0 1,0 1 0,-1 0-1,0 0 1,-1 0 0,0 0 0,0 0-1,0 0 1,-1 0 0,-1 1-1,1-1 1,-2 0 0,0 9-1,0-13 13,0 1 0,-1-1-1,0 0 1,0 0 0,0-1-1,0 1 1,-1 0-1,1-1 1,-1 1 0,0-1-1,0 0 1,0 0 0,-1 0-1,1 0 1,-1-1-1,0 1 1,1-1 0,-1 0-1,-6 2 1,2 0-70,-1 0 1,0 0-1,0-1 1,-1-1-1,1 0 0,-1 0 1,-17 1-1,27-3 5,-1 0 0,1 0-1,-1 0 1,1-1 0,-1 1 0,1 0 0,0 0-1,-1 0 1,1-1 0,0 1 0,-1 0-1,1 0 1,-1-1 0,1 1 0,0 0-1,0-1 1,-1 1 0,1-1 0,0 1-1,0 0 1,-1-1 0,1 1 0,0-1-1,0 1 1,0 0 0,0-1 0,0 1-1,0-1 1,-1 1 0,1-1 0,0 1-1,0-1 1,0 1 0,1-1 0,-1 1-1,0 0 1,0-1 0,6-19-1278,-3 17 1173,0 1 0,1-1 1,-1 0-1,1 1 1,0 0-1,-1 0 1,1 0-1,0 0 1,0 1-1,0-1 1,1 1-1,6-1 1,56-6-388,-51 7 533,0 0 0,0 1 1,1 1-1,30 6 0,-43-6 17,0 0 0,-1 0 0,1 0 0,0 1-1,-1-1 1,0 1 0,1 0 0,-1 0 0,0 0 0,0 0 0,0 1 0,0-1 0,0 1 0,0 0-1,-1 0 1,0 0 0,1 0 0,-1 0 0,0 0 0,0 1 0,-1-1 0,1 1 0,-1-1 0,0 1-1,0 0 1,0-1 0,1 5 0,-1 2 48,-1 0 0,0 0-1,0 0 1,0 0 0,-2 0-1,1 0 1,-1-1 0,0 1-1,-1 0 1,-5 11 0,-5 7 439,-1-2 0,-19 27 1,-20 39 970,48-82-1284,1 1-1,0 0 0,0 1 0,1-1 1,1 1-1,-3 22 0,5-31-151,0 0-1,1 0 0,-1 0 1,1 0-1,-1 0 0,1 0 1,0 0-1,0-1 1,0 1-1,1 0 0,-1 0 1,1-1-1,-1 1 0,1-1 1,0 1-1,0-1 0,0 0 1,0 1-1,0-1 1,1 0-1,-1-1 0,1 1 1,-1 0-1,1-1 0,0 1 1,-1-1-1,1 0 1,4 1-1,9 4 56,0-2 0,0 0 1,0-1-1,18 1 0,300 7 467,-240-12-1251,-89 1 472,23-3-1649,-27 2 1672,-1 1 0,1 0 0,0-1-1,-1 1 1,1-1 0,0 0 0,-1 1 0,1-1-1,-1 1 1,1-1 0,-1 0 0,1 1 0,-1-1-1,0 0 1,1 0 0,-1 1 0,0-1 0,1-1-1,0-13-6479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50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0 107 2513,'0'0'12376,"8"-9"-10649,24-25 140,-28 30-1234,0 0 0,1 1 0,-1 0 0,1 0 1,-1 0-1,11-4 0,-4 3-104,0 0 0,1 1 1,18-2-1,-4 0-136,9-1-221,1 1 0,-1 2-1,1 2 1,43 3 0,-77-2-173,0 0 0,1 0-1,-1 1 1,0-1 0,1 1 0,-1 0-1,0 0 1,0 0 0,1 0 0,-1 0-1,0 0 1,0 0 0,0 1 0,0-1-1,-1 1 1,1-1 0,0 1 0,-1 0-1,1 0 1,-1 0 0,1 0 0,-1 0-1,0 0 1,0 0 0,0 0 0,0 0-1,0 1 1,-1-1 0,1 0 0,0 4 0,1 7-29,-1 0 1,0 0 0,-1 0-1,-2 20 1,1-17 3,-2 3 7,-1 0 0,-1 0 1,0 0-1,-1 0 0,-1-1 0,-1 0 0,-12 19 0,11-21-52,1 1 0,0 0-1,1 0 1,1 1 0,0 0 0,2 0-1,0 0 1,-2 31 0,6-49 70,-1 10-41,1-1 0,1 1 0,0 0 0,3 14 0,-3-20 36,1-1 0,-1 1 0,1 0-1,0-1 1,0 1 0,0-1 0,0 0-1,1 0 1,0 0 0,-1 0 0,1 0-1,0 0 1,0-1 0,4 3 0,5 3 11,1-1 1,0-1 0,0 1 0,0-2-1,0 0 1,1-1 0,0 0-1,0-1 1,0 0 0,1-1-1,-1-1 1,1 0 0,-1-1-1,19-3 1,-32 3-13,0 0 0,0 0 1,0 0-1,0 0 0,1 0 0,-1 0 0,0-1 0,0 1 0,0 0 1,0-1-1,0 1 0,0-1 0,0 1 0,-1-1 0,1 0 0,0 1 1,0-1-1,0 0 0,0 0 0,-1 1 0,1-1 0,0 0 0,-1 0 0,1 0 1,-1 0-1,1 0 0,-1 0 0,1 0 0,-1 0 0,0 0 0,1 0 1,-1 0-1,0 0 0,0 0 0,0 0 0,0 0 0,0 0 0,0-1 1,0 1-1,0 0 0,-1-2 0,0 2-4,1 0 0,-1 1 0,0-1 0,0 0 0,0 0 0,1 0 0,-1 0-1,0 1 1,0-1 0,0 0 0,0 1 0,0-1 0,-1 1 0,1 0 0,0-1 0,0 1 0,0 0 0,0-1 0,-1 1 0,1 0 0,0 0 0,0 0 0,0 0-1,-1 0 1,0 1 0,-2-2-32,-1 1 0,1 0 0,0 0 0,0 1 0,0-1 0,0 1 0,-6 2 0,6 0 31,0 0 0,0 0 0,0 0 0,1 1 0,-1-1 0,1 1 0,0 0 1,0 0-1,1 0 0,-1 0 0,1 1 0,0-1 0,0 1 0,0-1 0,0 1 0,1 0 1,-2 8-1,0 9-1,0 0-1,0 38 1,2-24 2,1 0-1,1 0 1,3 0 0,0 0-1,3-1 1,17 58-1,3-31-92,46 78 0,3 6 69,-73-140 54,0 1-1,-1-1 0,0 0 0,0 1 0,-1-1 0,1 1 0,-2 0 1,1-1-1,-1 10 0,0-15 35,0 0 0,0 0 0,-1 0-1,1 0 1,0 0 0,-1 0 0,1 0 0,-1 0 0,1 0 0,-1-1 0,0 1 0,1 0-1,-1 0 1,0 0 0,0-1 0,1 1 0,-1 0 0,0-1 0,0 1 0,0-1 0,0 1-1,0-1 1,0 1 0,0-1 0,0 0 0,0 1 0,0-1 0,0 0 0,0 0-1,-2 0 1,-40 1 1613,29-1-1057,-2-1-333,0 0 0,0 0 0,0-2 0,0 0 0,1-1 0,-1 0 1,1-2-1,0 0 0,1 0 0,-1-1 0,1-1 0,0 0 0,-22-19 0,34 25-434,-1 0-1,2 0 0,-1 0 0,0 0 0,0 0 0,0 0 1,1 0-1,0-1 0,-1 1 0,1-1 0,0 1 1,0-1-1,0 1 0,0-1 0,1 0 0,-1 1 0,1-1 1,0 0-1,-1 0 0,1 1 0,0-1 0,1-5 0,1 2-955,0 0 1,0 0-1,0-1 0,1 2 0,-1-1 0,1 0 0,1 0 0,5-6 0,19-29-8874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51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5715,'0'0'27052,"4"0"-27052,-2 0 0,1 3-368,-3 1-3442,2 0-2721,6-4 144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51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13094,'0'0'19673,"9"-2"-19673,-5 2 0,-2 0 0,2 0 0,0 0 0,1 0 0,-1 0-176,0 0-2753,4 0-1217,3 0-2209,1 0-6179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3:52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9973,'0'0'20083,"6"0"-17759,15 0-1937,-51 5-1654,8-2-3533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3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 6659,'0'0'7198,"-13"27"-4543,-3 7-1943,1 1 1,2 0 0,2 0 0,1 1-1,-6 41 1,-97 598 5501,102-613-6081,9-50-124,0-1-15,1 1 1,-1-1-1,2 16 1,4-30-385,75-83-274,121-101 0,-178 169 642,-13 10 20,1 0 0,-1 1 0,1 0 0,17-9 0,-27 16 5,1 0 0,-1 1 0,1-1 0,-1 0 0,1 0 0,-1 0 0,0 0 0,1 1 0,-1-1 0,1 0 0,-1 0 0,0 1 0,1-1 0,-1 0 0,0 1 0,1-1 0,-1 0 0,0 1 0,0-1 0,1 1 0,-1-1 0,0 0 0,0 1 0,0-1 0,0 1 0,1-1 0,-1 1 0,0-1 0,0 1 0,0-1 0,0 0 0,0 1 0,0-1 0,0 1 0,0-1 0,0 1 0,0-1 0,-1 1 0,1-1 0,0 1 0,0 0 0,0 1 55,0 33 395,-1-19-218,2 1-1,0-1 1,0 0 0,6 24-1,-6-36-275,0 0 0,1-1-1,-1 1 1,1 0 0,0 0-1,0-1 1,0 1 0,0-1-1,1 0 1,-1 0 0,1 1-1,0-2 1,0 1 0,0 0 0,0 0-1,0-1 1,1 0 0,-1 0-1,1 0 1,-1 0 0,1 0-1,0-1 1,5 2 0,3 0-2240,0-1 0,0 0 0,22 0-1,-8-2-5084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3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94 2817,'0'0'16904,"23"-2"-15733,9-1-773,3-1 266,52 1 0,-48 4-279,-22 0-338,0 0 0,0-2 0,0 0 0,0-1 0,20-4 0,-35 6-51,0-1 0,-1 1 1,0-1-1,1 1 0,-1-1 0,1 0 0,-1 1 0,1-1 0,-1 0 0,0 0 0,0 0 0,0 0 0,1 0 0,-1 0 0,0-1 0,0 1 0,0 0 0,-1 0 0,1-1 0,0 1 1,0-1-1,-1 1 0,1 0 0,-1-1 0,1 1 0,-1-1 0,0 0 0,1 1 0,-1-1 0,0 1 0,0-1 0,0 1 0,0-1 0,0 1 0,-1-1 0,1 0 0,0 1 1,-1-1-1,1 1 0,-1-1 0,0 1 0,1 0 0,-1-1 0,0 1 0,0 0 0,0-1 0,0 1 0,0 0 0,0 0 0,0 0 0,0 0 0,0 0 0,-1 0 0,1 0 1,0 0-1,-1 0 0,1 1 0,-1-1 0,1 1 0,-1-1 0,1 1 0,-1-1 0,1 1 0,-1 0 0,1 0 0,-4-1 0,-5 0 64,0 0-1,0 1 1,-1 0-1,1 0 1,0 1-1,0 0 1,-1 1-1,1 0 1,0 1-1,1 0 0,-1 1 1,0 0-1,1 0 1,0 1-1,0 0 1,-11 8-1,16-10-22,0 0-1,0 0 1,1 1-1,-1-1 1,1 1-1,0-1 1,0 1-1,-3 5 1,5-7-54,0 0 0,1 0 0,-1 0 0,0 0 0,1 0 0,0 0 0,-1 0 0,1 0 0,0 0 0,0 0-1,0 0 1,0 0 0,0 0 0,0 0 0,1 0 0,-1 0 0,1-1 0,0 1 0,-1 0 0,1 0 0,0 0 0,0 0 0,2 2 0,2 3-243,1 0-1,-1-1 0,1 0 1,0 0-1,1 0 0,-1-1 0,1 0 1,0 0-1,1-1 0,-1 0 1,1 0-1,10 3 0,-2-2-1365,1 0 0,-1 0 0,1-2 0,1 0 1,19 0-1,27-2-5612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3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1 6371,'0'0'16744,"-22"6"-15234,-66 23-403,83-27-984,0 0 0,0 1 1,1 0-1,-1 0 0,1 0 1,0 0-1,0 1 0,0-1 1,0 1-1,1 0 0,-1 0 1,1 1-1,0-1 1,0 1-1,1-1 0,-1 1 1,1 0-1,0 0 0,0 0 1,1 0-1,0 1 0,-1-1 1,2 0-1,-1 1 0,1 8 1,0-13-126,0 0 0,0 0 1,0 0-1,0-1 0,0 1 1,1 0-1,-1 0 1,0 0-1,1 0 0,-1 0 1,1 0-1,-1-1 0,1 1 1,-1 0-1,1 0 0,-1-1 1,1 1-1,0 0 1,-1-1-1,1 1 0,0 0 1,0-1-1,-1 1 0,3 0 1,28 6-104,-19-7-103,1 0-1,25-4 1,-28 1-56,0 1 0,0-1 0,-1-1 0,1 0 0,-1-1 1,1 1-1,12-10 0,55-47-1438,-71 56 1659,6-4 1885,-11 18 1211,-2 7-3676,1 6 665,-1-11-243,1 1-1,0 0 1,3 12 0,-2-20-13,-1 0-1,1-1 1,1 0 0,-1 1-1,0-1 1,1 1 0,-1-1-1,1 0 1,0 0 0,0 0-1,0 0 1,1-1 0,-1 1-1,5 4 1,1-2-725,-1 0 0,1-1 0,0 0 1,1 0-1,-1 0 0,1-1 0,-1-1 0,1 1 0,16 1 1,44 2-7973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3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12550,'0'0'9444,"-50"169"-7395,40-98-993,-3 8 81,3-3 0,-7-9-977,-4-11-128,2-10-32,7-10-433,-3-13-831,1-11-1217,5-12-1585,3-8-1489,6-36-3873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4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 10725,'0'0'10629,"16"19"-7847,-3-4-2277,-7-9-319,0 0 0,0 1-1,0-1 1,-1 2 0,0-1 0,-1 0 0,0 1 0,0 0 0,0 0 0,-1 0 0,0 1 0,-1-1 0,1 1 0,-2-1 0,1 1 0,-1 10 0,-1-5 91,0-1 0,-2 0 0,1 1 0,-2-1 0,1 0 0,-2 0 0,-8 20 0,9-26-202,-1 1-1,0-2 0,0 1 0,-1 0 0,0-1 1,0 0-1,0 0 0,-1 0 0,1-1 1,-2 0-1,1 0 0,0 0 0,-1-1 0,-10 5 1,11-7-206,1 0 0,-1-1 0,0 0 1,1 0-1,-1 0 0,0 0 1,0-1-1,-8-1 0,4 1-600,9 0 580,0 0-1,0 0 1,0 0-1,0 0 1,0 0-1,0-1 1,0 1-1,0 0 1,0-1-1,0 1 1,0-1-1,0 1 1,0-1-1,0 1 1,0-1-1,0 1 1,0-1-1,1 0 1,-1 0-1,0 1 1,0-1-1,1 0 1,-1 0-1,1 0 1,-1 0-1,1 0 1,-1 0 0,1 0-1,-1 0 1,1 0-1,0 0 1,-1-1-1,0-41-6518,6-8-3650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4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621 1 20745,'0'0'3181,"-28"8"-116,12-3-2502,-10 3 253,0 1 0,1 1 1,0 1-1,0 1 1,-42 29-1,36-19-657,-246 189-3,272-206-156,-41 40 0,43-42 0,0 1 0,1-1 0,0 1 0,0 0 0,0 0 0,0 0 0,0 0 0,1 0 0,0 0 0,0 0 0,0 0 0,-1 8 0,3-11-1,-1 1 0,0 0 0,1 0-1,-1 0 1,1-1 0,0 1 0,-1 0 0,1 0 0,0-1-1,0 1 1,0-1 0,0 1 0,0-1 0,1 1 0,-1-1-1,0 0 1,1 1 0,-1-1 0,1 0 0,-1 0 0,1 0-1,-1 0 1,1 0 0,0-1 0,0 1 0,-1 0 0,1-1-1,0 1 1,0-1 0,1 0 0,12 4-104,-1-2 0,28 2 1,-34-4 16,94 5-1142,-52-5-260,-1 3-1,81 15 1,-126-17 1351,0 0 0,0 0 0,0 0 0,0 0 1,0 1-1,-1-1 0,1 1 0,0 0 0,-1 1 0,0-1 0,1 0 0,-1 1 0,0 0 0,0 0 0,3 4 0,-5-6 118,0 0-1,-1 1 0,1-1 0,-1 1 0,1-1 1,-1 1-1,1-1 0,-1 1 0,0-1 0,0 1 1,0-1-1,0 1 0,0 0 0,0-1 0,0 1 1,-1 1-1,0 1 83,0-1 1,0 0 0,-1 0-1,1 0 1,-1 0 0,0 0-1,0 0 1,0-1 0,-5 5-1,-20 18 867,-2-1-1,-1-1 1,-1-2 0,-38 20-1,9-5-8,-99 53-689,172-94-8322,18-7 3920,30-26-6030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4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46 149 13206,'0'0'18390,"-8"16"-17520,-22 51-596,28-65-274,1 1 0,0-1 0,0 1 0,0 0 0,1 0 0,-1-1 0,1 1 0,-1 0 0,1 0 0,0 0 0,0-1 0,0 1 0,1 0 0,-1 0 0,1 0 0,-1-1 0,1 1 0,0 0-1,2 4 1,-2-5 4,1 0 0,0 0 0,0-1 0,-1 1-1,1 0 1,0-1 0,0 1 0,0-1 0,1 0 0,-1 0-1,0 0 1,0 0 0,1 0 0,-1 0 0,0 0-1,1-1 1,3 1 0,0 0-35,-1-1 0,1 1 0,0-1-1,-1-1 1,1 1 0,-1-1 0,1 0 0,-1 0 0,1 0 0,-1-1 0,0 0-1,0 0 1,0 0 0,0-1 0,0 0 0,6-4 0,-7 3-53,-1-1 1,0 1 0,0-1 0,0 1-1,0-1 1,-1 0 0,0 0-1,0 0 1,0-1 0,-1 1 0,1 0-1,-1-1 1,0-6 0,0-10 22,0-1 1,-4-24 0,0-11 230,3 57-268,3 2-25,-1 1 1,0-1-1,1 0 1,-1 1 0,0-1-1,0 1 1,0-1 0,0 1-1,0 0 1,3 4 0,3 3-264,14 8 108,-7-6-198,0 2 0,17 17-1,-29-27 785,0 0 0,-1 1-1,1 0 1,0-1 0,-1 1-1,0 0 1,0 0-1,0 0 1,0 1 0,-1-1-1,0 0 1,1 1 0,-2-1-1,2 9 1,-2-22-294,0 0 0,0 0 0,1 0 0,1 0 0,-1 0 1,1 0-1,1 0 0,0 1 0,0-1 0,1 1 0,0 0 0,0 0 0,1 0 0,0 0 0,0 1 0,1 0 0,7-8 1,-8 9-510,40-37 1571,-19 26-2955,2 10-5772,-22 7-435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5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0 11717,'0'0'17857,"-16"29"-15142,-111 199-2237,112-201-478,-86 174 0,91-177 0,2-1 0,0 1 0,2 1 0,1-1 0,0 1 0,-1 47 0,6-71-2,0 1 0,0-1 0,0 1 0,0-1 0,0 0 0,0 1 0,0-1 0,1 1 0,-1-1 0,1 0 0,-1 1 0,1-1 0,-1 0 0,1 1 0,0-1 0,0 0 0,0 0 0,0 0 0,-1 0 0,1 0-1,1 0 1,-1 0 0,0 0 0,0 0 0,1 1 0,1-2 12,-1 1 1,1 0-1,0 0 0,-1-1 0,1 0 0,0 1 0,0-1 0,-1 0 0,1 0 0,0 0 0,-1-1 0,5 0 0,5-2-224,-1-1 0,1 0 0,-1 0 0,20-12 0,21-17-5213,-6-9-2849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5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0 130 15527,'0'0'7940,"130"-29"-6644,-34 8-1296,13-4-448,-3 0-2001,12-4-4514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5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699 0 22122,'0'0'3074,"-190"105"1039,83-22-655,-1 22-3458,5 8 0,19 4 0,20 0 0,30-8 0,26-9 0,8-10 0,42-17 0,22-12 0,20-20-2961,21-22-1922,14-19-7170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6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5106,'0'0'20378,"161"86"-18714,-80 12-367,-5 24-545,-22 24-464,-18 13-288,-26-2-112,-10-11-1040,-17-17-1505,-27-26-1153,-8-15-1697,-8-24-1568,-3-18-816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17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944 61 6419,'0'0'11861,"4"-10"-10084,11-29-109,-15 38-1635,0 1 0,0 0 0,0-1 0,0 1 0,0-1 1,0 1-1,0-1 0,0 1 0,0 0 0,0-1 0,0 1 1,-1-1-1,1 1 0,0 0 0,0-1 0,-1 1 0,1-1 0,0 1 1,0 0-1,-1-1 0,1 1 0,0 0 0,-1 0 0,1-1 1,0 1-1,-1 0 0,1 0 0,-1 0 0,1-1 0,0 1 0,-1 0 1,1 0-1,-1 0 0,1 0 0,-1 0 0,1 0 0,-1 0 1,1 0-1,0 0 0,-1 0 0,1 0 0,-1 0 0,1 0 1,-1 0-1,1 0 0,0 0 0,-1 1 0,0-1 0,-101 2 2067,1 4 0,-200 38-1,295-42-2088,0-1 22,0 0-1,1 0 0,-1 1 1,0 0-1,1 1 1,-6 2-1,10-4-49,0 0 1,0 0-1,0-1 0,0 1 0,0 0 1,0 0-1,0 0 0,0 0 1,1 0-1,-1 1 0,1-1 0,-1 0 1,1 0-1,-1 0 0,1 0 0,-1 1 1,1-1-1,0 0 0,0 0 1,0 1-1,0-1 0,0 0 0,0 1 1,0-1-1,0 0 0,0 0 0,0 1 1,1-1-1,-1 0 0,0 0 1,1 0-1,0 1 0,0 0 0,3 6-237,0-1 1,0 0-1,0 0 0,10 10 0,14 23-563,-21-27 644,-1 1-1,0 1 1,-1-1-1,-1 1 1,0 0-1,2 26 1,-2 1-50,-2 50 1,-3-74 223,0-1 1,-1 0 0,-1 0-1,-1 0 1,0 0 0,-1-1 0,-1 1-1,0-1 1,-1 0 0,-15 22-1,9-18 144,-1-1-1,-1-1 1,0 0-1,-1-1 0,-2-1 1,1 0-1,-26 16 1,-8 2 283,-1-3 0,-2-2 0,-63 25 0,195-80-7260,-37 12 3754,77-16-1,-80 24 2721,0 1-1,49 0 0,-83 5 368,0 0-1,0 0 1,0 0-1,0 1 1,0-1-1,0 1 1,0 0-1,0 0 0,0 0 1,-1 1-1,1-1 1,0 1-1,3 3 1,-4-3 47,-1 0 0,0 1 0,0-1 0,0 1 0,0 0 0,-1 0 1,1-1-1,-1 1 0,1 0 0,-1 0 0,0 0 0,0 1 0,0-1 0,-1 0 1,1 0-1,-1 6 0,2 25 1377,-2 1 0,-2-1 0,-1 0 0,-8 40 0,3-30 1206,-1 73 0,9-114-2579,0 0 0,0 0 0,0 0 0,1 0 0,-1 0 0,1 0 0,0 0 0,0-1 0,0 1-1,1 0 1,-1-1 0,0 1 0,1 0 0,0-1 0,0 0 0,-1 1 0,2-1 0,-1 0 0,0 0 0,0 0 0,0 0 0,1-1 0,-1 1 0,1-1 0,0 1 0,-1-1 0,1 0 0,0 0 0,0 0 0,4 1 0,8 1-28,1-1 0,0 0 1,0 0-1,23-2 0,-26 0 34,43 1-149,60-2-341,-100 0-542,0-1 1,0 0-1,0-1 0,28-9 0,-6-8-5173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449 6 4418,'0'0'17136,"4"-2"-15434,10-2 423,-25 10 698,-20 9-2248,-49 26-347,30-16-324,-89 59 1,137-82 19,0-1 0,0 0 0,0 1 0,0 0 0,1-1 0,-1 1 0,1 0 0,-1 0 0,1 0 0,0 0 0,-1 0 0,1 0 0,-1 3 0,2-4 23,0 0 1,0 0-1,0 0 0,0 0 1,1 0-1,-1-1 1,0 1-1,1 0 1,-1 0-1,0-1 0,1 1 1,-1 0-1,1 0 1,-1-1-1,1 1 1,-1 0-1,1-1 0,0 1 1,-1-1-1,1 1 1,0-1-1,-1 1 1,1-1-1,0 1 0,0-1 1,-1 0-1,1 1 1,0-1-1,0 0 0,0 0 1,0 0-1,-1 0 1,1 1-1,0-1 1,0 0-1,1-1 0,32 8-530,-3-2 110,32 11 1,-55-13 448,1-1 0,-1 2-1,-1-1 1,1 1 0,0 1-1,-1-1 1,0 1-1,12 11 1,-17-15 36,-1 1 0,1-1 0,-1 1 1,1 0-1,-1-1 0,0 1 0,1 0 0,-1 0 0,0 0 1,0 0-1,0 0 0,-1 0 0,1 1 0,0-1 0,-1 0 1,0 0-1,1 0 0,-1 1 0,0-1 0,0 0 0,0 1 1,0-1-1,-1 0 0,1 0 0,-1 0 0,1 1 0,-1-1 0,0 0 1,1 0-1,-1 0 0,0 0 0,-1 0 0,1 0 0,0 0 1,-2 1-1,-5 6 226,0 0 0,-1-1 0,0 0-1,0-1 1,-13 8 0,14-9-81,-22 14 106,0-1-1,-1-2 1,-1-1 0,-1-1-1,0-1 1,-66 16-1,99-30-298,-1 0-1,1 0 0,0 0 1,0 0-1,0 0 0,-1 0 1,1 0-1,0 0 1,0 0-1,-1 0 0,1 0 1,0 0-1,0 0 0,-1 0 1,1 0-1,0 0 0,0 0 1,0 0-1,-1 0 0,1 0 1,0 0-1,0 0 0,0 0 1,-1 0-1,1 0 0,0-1 1,0 1-1,0 0 0,-1 0 1,1 0-1,0 0 0,0-1 1,0 1-1,0 0 0,0 0 1,-1 0-1,1-1 0,0 1 1,0 0-1,0 0 0,0 0 1,0-1-1,0 1 0,0 0 1,0 0-1,0-1 0,0 1 1,4-14-1766,4 1 187,1 0-1,0 1 1,1 0 0,15-14-1,-22 23 1174,46-47-6673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86 816,'0'0'21992,"2"21"-20218,-1 5-1264,-1-4-85,1-1 0,2 1 0,0-1 1,7 26-1,-10-45-435,0 0 0,1-1 1,-1 1-1,1 0 0,-1-1 0,1 1 1,0-1-1,0 1 0,0-1 0,0 1 1,0-1-1,0 0 0,0 1 0,0-1 1,0 0-1,0 0 0,1 0 0,-1 0 1,1 0-1,-1 0 0,0 0 0,1 0 0,0 0 1,-1-1-1,1 1 0,-1-1 0,1 1 1,0-1-1,-1 0 0,1 1 0,0-1 1,0 0-1,-1 0 0,1 0 0,0-1 1,-1 1-1,1 0 0,0-1 0,-1 1 1,1-1-1,0 1 0,-1-1 0,1 0 1,1 0-1,5-4-134,1 0 0,-1 0 0,0-1 0,0 1 1,-1-2-1,8-6 0,12-15-305,0 0-64,1 1-1,1 1 1,40-27-1,-54 47 304,-7 11 284,-6 23 452,-3-16-353,2-4-142,0-1-1,0 1 0,1 0 0,0-1 1,1 0-1,-1 1 0,1-1 0,0 0 1,1 0-1,0-1 0,0 1 0,1-1 1,-1 0-1,10 9 0,-9-9-59,0-1-1,0 0 1,0-1 0,1 1-1,0-1 1,0 0 0,0-1-1,0 1 1,1-1-1,-1 0 1,1-1 0,0 0-1,-1 0 1,1 0 0,0-1-1,8 1 1,-13-3 33,0 1 0,-1-1 0,1 1-1,-1-1 1,1 0 0,-1 0 0,1 0 0,-1 0 0,1 0 0,-1 0-1,0-1 1,0 1 0,0 0 0,0 0 0,0-1 0,0 1 0,0-1 0,0 1-1,0-1 1,0 0 0,-1 1 0,1-1 0,-1 1 0,1-1 0,-1 0-1,0 0 1,0-2 0,7-52 534,-6 31-37,0 3-7,0 0 0,-1-1 0,-1 1 0,-1 0 0,-10-44 0,11 65-598,7 15-4173,-3-11 3725,0-1 0,1 0 0,-1 0 0,0 0-1,1 0 1,-1-1 0,1 1 0,-1-1 0,1 0 0,0 0-1,-1 0 1,6 0 0,52 1-5516,-44-2 4356,54 1-3453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1 1921,'0'0'20695,"-14"5"-19135,9-3-1420,-12 4 354,0 0 0,1 1 0,0 1 0,-27 19 0,33-20-194,-19 14 705,-34 32 0,56-47-943,1 0 0,0 0 0,0 1-1,1 0 1,0 0 0,0 0 0,1 1-1,0 0 1,0 0 0,1 0 0,-3 9 0,6-16-83,-1 0 0,1 0 0,0 0 0,-1 0 1,1 0-1,0 0 0,0 0 0,0 0 0,0 0 1,0 0-1,0 0 0,0 0 0,1 0 0,-1 0 1,0 0-1,0 0 0,1 0 0,-1 0 0,1-1 1,-1 1-1,1 0 0,-1 0 0,1 0 1,-1 0-1,1 0 0,0-1 0,0 1 0,-1 0 1,1-1-1,1 2 0,1-1-41,-1-1 0,1 1 0,-1 0 0,1-1 0,-1 1 0,1-1 0,0 0 0,-1 0 0,1 0 0,0 0 0,4-1 0,6-2-136,0 0-1,-1-1 1,1 0 0,11-7 0,-3 2 91,-10 4 129,-1 0 1,1 0-1,-1-1 0,0-1 0,16-12 1,-30 20 1407,-5 8-209,6-4-1460,0 1-1,0-1 0,1 1 0,0-1 0,0 1 1,1-1-1,-1 1 0,1 0 0,1 0 0,-1 8 1,1-12 67,0 1 1,0-1-1,1 1 1,-1-1 0,1 0-1,-1 1 1,1-1 0,0 0-1,0 1 1,0-1 0,0 0-1,1 0 1,-1 0 0,1 0-1,-1 0 1,1 0-1,-1 0 1,1-1 0,0 1-1,0 0 1,0-1 0,0 0-1,0 1 1,0-1 0,0 0-1,4 1 1,5 2-1878,1-1 0,-1 0 0,1 0 0,0-2 0,19 2 0,22-3-7008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129 225 15303,'0'0'2126,"-13"23"601,1-3-1931,-2 4 183,1 0 0,1 1 0,1 1 0,-12 43-1,14-25-6,1 0-1,-3 82 0,9 17-6292,2-137 4850,0-29-10267,3-76 4705,6-1 3556,44-196 4976,-47 271-1281,0 1 0,2 1 0,1-1-1,1 1 1,24-41 0,-29 56-770,0 1-1,0 0 1,1 1 0,0-1-1,0 1 1,0 0-1,1 0 1,0 1-1,0 0 1,1 0-1,-1 1 1,1 0 0,0 0-1,0 1 1,0 0-1,1 0 1,-1 1-1,1 0 1,-1 1 0,11-1-1,-14 1-146,0 1 0,0 0 0,1 0 0,-1 0 0,0 1 0,0-1 0,0 1 1,0 1-1,10 2 0,-13-2-202,0-1 1,0 1-1,0-1 1,0 1 0,-1 0-1,1 0 1,0 0-1,-1 0 1,1 0 0,-1 0-1,0 0 1,0 0-1,0 0 1,0 1 0,0-1-1,0 0 1,-1 1-1,1-1 1,-1 1 0,0-1-1,1 1 1,-1 2-1,0 0 51,1 0 0,-1 1 0,-1-1 0,1 0 0,-1 0 0,1 1 0,-1-1 0,-1 0 0,1 0 0,-1 0 0,0 0 0,0 0 0,-1 0 0,1-1 0,-1 1 0,0-1 0,-4 5 0,0-1 68,-1-1 1,0 0-1,-1 0 1,0-1-1,0 0 1,0 0-1,-15 6 1,8-7-330,0 0 0,0 0 0,0-2 1,-1 0-1,1-1 0,-1 0 0,0-1 1,-33-4-1,6 2-4890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693 0 9268,'-30'26'5528,"-76"66"-439,-165 185 0,220-213-3652,-67 112 1,100-145-1135,2 0 1,1 1-1,1 1 1,2 1 0,2 0-1,-9 46 1,14-50-216,1 0 0,1 1 0,2-1-1,1 0 1,2 1 0,6 34 0,-7-55-129,1 0 0,1-1 0,0 1 0,0-1 0,1 0 0,0 0 0,1 0 0,0 0 0,0-1 0,1 0 0,0 0 0,0 0 0,1-1 0,0 0 0,0 0 0,1-1 0,0 0 0,0 0 0,0-1 0,1 0 0,-1 0 0,16 5 0,-3-4-788,1-1 1,0-1 0,0-1 0,0 0-1,1-2 1,-1-1 0,1-1 0,29-4-1,-40 3-395,0-1-1,0 0 1,-1-1-1,15-6 1,43-27-8794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28 7828,'0'0'15417,"-13"1"-13330,5 0-1906,0 0 0,1 0 0,-1 1 0,1 0 0,-1 0 0,1 1 0,0 0 0,0 0 0,0 1 0,0 0 0,1 0 0,-1 0 0,-8 8 0,2 1 133,0 1-1,1-1 1,1 2 0,0 0-1,1 0 1,-15 29-1,20-31-217,0-1-1,1 1 0,0 0 1,1 1-1,0-1 0,1 0 0,1 1 1,0-1-1,2 26 0,-1-36-97,1 1 1,0-1-1,-1 1 0,1-1 0,1 0 1,-1 1-1,0-1 0,1 0 0,-1 0 0,1 0 1,0 0-1,0 0 0,1 0 0,-1-1 1,0 1-1,1-1 0,-1 1 0,1-1 0,0 0 1,0 0-1,0 0 0,0-1 0,0 1 1,0-1-1,1 1 0,-1-1 0,0 0 0,1-1 1,3 2-1,9 0-101,0 1 0,0-2 0,0 0 0,31-3 0,-37 0 67,0 0 1,0 0-1,0 0 0,0-2 1,-1 1-1,0-1 0,1 0 0,-1-1 1,-1 0-1,1-1 0,-1 1 1,0-2-1,0 1 0,-1-1 1,1 0-1,-2-1 0,1 1 1,-1-2-1,0 1 0,-1 0 1,0-1-1,0 0 0,-1 0 1,0-1-1,0 1 0,-1-1 1,-1 0-1,0 0 0,0 0 0,-1 0 1,1-19-1,-2 13 172,-1 1 0,0-1-1,-1 1 1,-1 0 0,-1 0 0,-7-22-1,10 33-85,-1 0-1,1 0 1,-1 0-1,0 0 1,-1 0-1,1 0 1,-1 0 0,1 1-1,-1 0 1,0-1-1,0 1 1,-1 0-1,1 0 1,-1 0-1,0 1 1,1 0-1,-1-1 1,0 1-1,0 0 1,0 1-1,-1-1 1,1 1-1,0 0 1,-1 0 0,1 0-1,-1 0 1,-4 1-1,7 0-120,0 0 0,0 0 0,0 1 0,0-1 0,-1 1 0,1-1 0,0 1 0,0 0 0,0 0 0,0 0 0,0 0 0,1 0 0,-1 0 0,0 1 0,0-1 0,1 0 0,-1 1 0,1-1 0,-1 1 0,1 0 0,0 0 0,-1-1 0,1 1 0,0 0 0,0 0 0,1 0 0,-1 0 0,0 0 0,0 0 0,0 4 0,-1 6-923,0 0 1,1 1-1,0-1 0,1 15 0,0-17-5,1 34-4681,2-2-3100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437 1 14407,'0'0'6194,"-136"140"-2144,78-86-2705,-5 3-1345,2-3-96,1-8-2193,1-10-4194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88 4114,'0'0'14977,"0"0"-14801,-1 0-1,1 0 1,0 0-1,0 0 1,0 0-1,0 1 1,-1-1-1,1 0 1,0 0-1,0 0 1,0 0-1,0 0 1,-1 0-1,1 0 1,0 0-1,0 0 1,0 0-1,-1 0 1,1 0-1,0 0 1,0 0-1,0 0 1,0-1-1,-1 1 1,1 0-1,0 0 1,0 0-1,0 0 1,0 0-1,-1 0 1,1 0-1,0 0 1,0-1-1,0 1 1,0 0-1,0 0 1,0 0-1,-1 0 1,1 0-1,0-1 1,4-2 81,-1 0-1,1 1 1,0-1 0,0 1 0,0 0 0,0 0 0,1 0 0,-1 0 0,0 1-1,1 0 1,5-1 0,2 0-79,0 1 0,0 0 0,16 1-1,-26 0-167,0 1-1,0-1 0,0 1 0,0 0 0,0 0 0,0 0 0,0 0 0,0 0 1,0 0-1,0 0 0,-1 1 0,1-1 0,-1 1 0,1-1 0,-1 1 0,1-1 1,-1 1-1,0 0 0,0 0 0,0 0 0,0 0 0,0 0 0,0 0 0,0 0 1,-1 0-1,1 0 0,-1 0 0,1 3 0,2 8 8,-1 1-1,-1 0 1,0 15-1,0-6 17,0-3-5,0 0 1,-4 22-1,3-37-22,-1 0 0,0-1 0,0 1 0,0-1 0,-1 1 0,1-1 0,-1 0 0,0 1 0,0-1 0,-1 0 0,1 0 0,-1 0 0,0-1 0,-5 6 0,8-8-6,-1-1 0,1 0-1,0 0 1,0 0-1,0 0 1,0 0 0,0 0-1,0 1 1,-1-1-1,1 0 1,0 0 0,0 0-1,0 0 1,0 0-1,0 0 1,-1 0 0,1 0-1,0 0 1,0 0-1,0 0 1,0 0 0,-1 0-1,1 0 1,0 0 0,0 0-1,0 0 1,0 0-1,-1 0 1,1 0 0,0 0-1,0 0 1,0 0-1,0 0 1,-1 0 0,1 0-1,0 0 1,0 0-1,0 0 1,0 0 0,0-1-1,-1 1 1,1 0-1,0 0 1,0 0 0,0 0-1,-2-12-100,3-15-168,-1 26 260,3-13-137,0-1 0,1 1 0,1-1-1,0 1 1,1 0 0,1 1 0,0 0 0,17-24 0,-7 13 24,1 2 0,1 0-1,36-32 1,-47 47 168,-6 4 3,1 1-1,-1-1 0,1 1 0,0-1 1,0 1-1,0 0 0,0 1 1,0-1-1,0 0 0,0 1 1,1 0-1,-1-1 0,1 1 0,-1 1 1,1-1-1,3 0 0,-6 2 8,-1 0 0,1-1-1,0 1 1,-1 0-1,1 0 1,-1 0-1,1 0 1,-1 0 0,0 0-1,1 0 1,-1 0-1,0 0 1,1 0 0,-1 0-1,0 0 1,0 0-1,0 0 1,0 0 0,0 0-1,0 0 1,-1 2-1,1 1 99,0 224 1951,1-223-2287,0 0 1,0 0-1,0-1 0,0 1 0,1-1 1,0 1-1,0-1 0,0 0 1,0 1-1,6 6 0,5 5-4050,2-5-3920,-5-7-3349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6787,'0'0'13844,"13"-2"-12534,347-26 3820,-333 28-4986,-26 0-2,9 0-4222,26-1-4396,-4-4 1343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 3282,'0'0'12736,"-8"-4"-7774,6 7-1501,-9 24-1480,2 1 0,-8 31 0,-8 63 353,-11 41-2285,35-162-113,1-1 1,0 1-1,0-1 0,-1 1 1,1 0-1,0-1 0,0 1 1,-1 0-1,1-1 0,0 1 1,0-1-1,0 1 0,0 0 1,0-1-1,0 1 0,0 0 1,0-1-1,0 1 1,1 0-1,-1-1 0,0 1 1,0-1-1,0 1 0,1 0 1,-1-1-1,0 1 0,1-1 1,-1 1-1,1-1 0,-1 1 1,0-1-1,1 1 0,-1-1 1,1 1-1,-1-1 0,1 0 1,-1 1-1,1-1 0,0 0 1,-1 1-1,1-1 0,-1 0 1,1 0-1,0 0 0,0 1 1,2-1-475,-1 0 1,1-1-1,-1 1 1,0 0-1,1-1 0,-1 0 1,0 1-1,0-1 1,1 0-1,-1 0 1,0 0-1,3-3 0,28-25-7967,7-6-4431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4338,'0'0'13497,"5"-1"-12630,0 2-698,0-1 0,0 1 0,0 0 0,0 0 0,0 1 0,-1-1 0,1 1 0,0 0 0,-1 1 0,1-1 0,-1 1 0,0 0 0,0 0 0,0 0 0,5 5 0,10 11 932,28 34 0,-21-20-657,-1 1 1,-2 2-1,-2 0 0,-1 2 0,-1 0 0,-3 1 1,-1 1-1,-2 0 0,-2 1 0,-1 0 0,-2 1 1,-3 0-1,0 0 0,-3 0 0,-3 45 0,-1-67-322,-1-1 0,0 1 1,-2-1-1,0 0 0,-1 0 0,-1-1 0,-1 0 0,0 0 0,-1-1 0,-1 0 0,-1 0 0,0-1 0,-1 0 0,-22 21 0,-15 8-36,-1-2 0,-108 72 0,142-105-123,-46 28 37,64-38-1383,5 2-3348,-1-10-1817,0-7-3680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13 5923,'0'0'26844,"-71"-12"-26844,71 20 0,0 7 0,0-1 0,-7 7 0,-7 2-2961,-5-4-2786,0-2-896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0 13302,'0'0'15047,"-73"134"-13430,52-98-1361,-4 1-256,-11 9-512,-16 2-2530,-17 2-2336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27 8580,'0'0'14713,"3"-4"-13477,10-13-164,-13 17-1042,0 0 0,0 0 0,0-1 0,0 1 0,0 0 0,-1 0 0,1-1 0,0 1 0,0 0 0,0 0 0,0-1 0,0 1 0,-1 0 0,1 0 0,0 0 0,0-1 0,0 1-1,-1 0 1,1 0 0,0 0 0,0 0 0,0-1 0,-1 1 0,1 0 0,0 0 0,0 0 0,-1 0 0,1 0 0,0 0 0,-1 0 0,1 0 0,0 0 0,0 0 0,-1 0 0,1 0 0,0 0 0,0 0 0,-1 0 0,1 0 0,0 0 0,0 0 0,-1 0 0,1 0 0,0 0 0,0 1 0,-1-1 0,1 0 0,-2 0 124,-21 2-104,0 1 1,0 0-1,0 2 0,1 1 1,-1 1-1,1 0 1,1 2-1,-31 16 0,45-21-108,-1 0-1,1 1 0,1 0 0,-12 10 0,17-14-9,0 0 0,0 1 0,-1-1 0,1 1 0,0-1 0,0 1-1,0-1 1,0 1 0,1 0 0,-1 0 0,0-1 0,0 4 0,1-4 5,0 0 1,0 0 0,0 0-1,1 0 1,-1 0-1,0 0 1,0 0 0,1 0-1,-1 0 1,0 0 0,1-1-1,-1 1 1,1 0-1,-1 0 1,1 0 0,-1 0-1,1-1 1,0 1 0,-1 0-1,1-1 1,0 1 0,0 0-1,0-1 1,-1 1-1,2 0 1,22 11-337,-1 0 0,1-2-1,26 8 1,0 0 166,-27-10 158,-16-6 35,0 0 0,0 0 0,0 1 0,0 0 0,-1 0 0,1 1 0,-1 0 0,0 0 0,10 9 0,-15-12 52,0 0 0,-1 0 0,1 0 0,0 1 0,-1-1 1,1 0-1,-1 1 0,1-1 0,-1 0 0,0 1 0,1-1 0,-1 0 0,0 1 0,0-1 0,0 1 0,0-1 0,0 1 1,0-1-1,-1 0 0,1 1 0,0-1 0,-1 0 0,1 1 0,-1-1 0,0 0 0,1 1 0,-1-1 0,0 0 1,0 0-1,1 0 0,-1 0 0,0 0 0,0 0 0,0 0 0,0 0 0,-1 0 0,1 0 0,0 0 0,-2 0 0,-6 5 219,0-1-1,0-1 0,-1 0 0,-10 4 0,16-7-159,-15 5 195,1 0 0,-1-2 0,-28 4 0,2-6-4078,59-2-14517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0 656,'0'0'25292,"-9"69"-23579,7-52-641,-4-3-544,6-3-255,0-1-241,0-1-32,-2-3-161,-2 2-991,-3-1-1201,-1 1-673,2-2-2144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62 8324,'0'0'16023,"-25"-61"-16023,25 71-592,0 16-1457,9-1-1825,-3 4-3393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1457,'0'0'11573,"5"-4"-9420,-3 2-1675,0 0 0,0 1 0,1-1 0,-1 0 0,1 1 0,-1 0 0,1-1 0,4 0 0,-6 2-340,1-1-1,-1 1 1,0 0 0,0 0-1,0 1 1,0-1 0,0 0-1,0 0 1,0 0 0,0 1-1,0-1 1,0 0 0,0 1 0,0-1-1,0 1 1,0-1 0,0 1-1,-1 0 1,1-1 0,0 1-1,0 0 1,0 0 0,-1-1-1,1 1 1,0 0 0,-1 0-1,1 0 1,-1 0 0,1 0 0,-1 0-1,1 2 1,7 17 181,-1 1 1,-1 0-1,0 0 0,-2 1 1,0 0-1,-2 0 0,0 0 1,-2 0-1,-2 25 0,2-46-317,0 0 0,0 0-1,0 0 1,0 1-1,0-1 1,-1 0-1,1 0 1,0 0 0,-1 0-1,1 0 1,-1 1-1,1-1 1,-1 0-1,1 0 1,-1 0 0,0 0-1,0-1 1,1 1-1,-1 0 1,0 0-1,0 0 1,0-1 0,0 1-1,0 0 1,-2 0-1,0 0-8,0 0-1,-1 0 1,1-1-1,-1 1 1,1-1 0,-1 0-1,-3 0 1,6 0-2,0 0-1,1 0 1,-1 0 0,0 0 0,0-1 0,1 1-1,-1 0 1,0-1 0,0 1 0,1 0 0,-1-1 0,0 1-1,1-1 1,-1 1 0,1-1 0,-1 1 0,1-1-1,-1 1 1,1-1 0,-1 0 0,1 1 0,-1-1 0,1 0-1,-1 0 1,-6-26-309,7 17 190,-1 0-1,1 0 0,2-14 1,1 16 75,-1 0 1,1 0 0,0 1-1,1 0 1,0-1-1,0 1 1,1 1-1,-1-1 1,2 1-1,-1-1 1,1 1-1,-1 1 1,9-7 0,3-1-95,0 0 0,0 1 1,36-18-1,-50 29 163,-1 0 0,1 0 0,-1 0 0,1 0 0,0 0 1,-1 1-1,1-1 0,0 1 0,4-1 0,-6 1 3,0 0 0,0 1 0,0-1 0,0 0 0,0 0 1,0 1-1,0-1 0,0 0 0,-1 1 0,1-1 0,0 1 0,0-1 1,0 1-1,-1 0 0,1-1 0,0 1 0,0 0 0,-1-1 1,1 2-1,1 2 75,0 1 0,0 0 0,-1-1 0,1 1 0,-1 0 0,0-1 0,-1 1 0,1 8 0,-1-9-54,5 114 2113,-3-116-2574,4-1-5024,-3-1 2414,5 0-3852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13 2465,'0'0'18198,"-13"2"-14586,295-2 926,-282 0-4522,6-2-9052,8-4 2012,6 0-4032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4002,'0'0'13641,"-8"1"-11971,5 0-1345,-22 6 869,7 1 6531,26-6-6722,9 2-835,316 14 2716,-332-18-3030,0-16-16830,6 1 5296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8980,'0'0'23454,"2"-1"-23121,2 0-333,-4 1-43,1 0-1,0 1 1,0-1-1,0 0 1,-1 1-1,1-1 1,0 0-1,0 1 1,-1-1-1,1 1 1,0-1-1,-1 1 1,1-1-1,-1 1 1,1-1-1,0 1 1,-1 0-1,1-1 1,-1 1-1,0 0 1,1 0-1,-1-1 1,0 1-1,1 0 1,-1 0-1,0 0 1,0-1-1,1 1 1,-1 0-1,0 2 1,0-2-445,11 38-11896,-5-20 448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0 5138,'0'0'21258,"-128"94"-17848,99-69-1874,4 0-911,8 5-625,1 3-1089,-1 5-1200,-4 1-1921,-4-3-3281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416 276 5827,'0'0'9593,"0"-19"-8200,-2-61-70,1 72-1047,-1 1 0,0-1 1,0 0-1,-1 0 0,0 1 0,0-1 0,-1 1 0,0 0 0,0 0 0,0 0 0,-1 1 0,0-1 0,-1 1 0,1 1 0,-8-8 0,7 8-59,2 0-98,-1 1-1,0-1 0,0 1 0,0 0 0,-1 0 0,0 0 0,0 1 1,0-1-1,0 2 0,0-1 0,0 1 0,-1 0 0,0 0 1,1 0-1,-1 1 0,0 0 0,1 1 0,-1-1 0,0 1 0,-10 2 1,14-2-109,0 1 1,0 0 0,0 0 0,0 1 0,0-1 0,0 1 0,0 0-1,0-1 1,0 1 0,1 0 0,-1 1 0,1-1 0,0 0 0,-1 1 0,-2 3-1,-26 47 87,25-41-55,-7 18 100,0-1 0,3 2 1,0-1-1,2 1 1,1 1-1,-5 58 0,8 196 551,5-250-651,4 66-15,-1-48-132,-6 108-1,1-161 25,1 0 0,0 0 1,0 0-1,0 0 0,-1 0 0,1 0 0,0 1 1,-1-1-1,1 0 0,-1 0 0,1 0 0,-1 0 1,0 0-1,0-1 0,1 1 0,-1 0 0,0 0 1,0 0-1,0 0 0,0-1 0,0 1 0,0-1 1,0 1-1,-1 0 0,-19 2-8128,7-5-573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14231,'0'0'8243,"144"-6"-8115,-98 14-128,-2-2-896,-2-6-2450,-5 0-3521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5891,'0'0'16733,"-11"25"-12902,0 3-2895,-47 126 2596,54-142-3142,-9 24-148,2 1 1,1 0-1,2 1 0,2-1 1,-3 47-1,10-83-258,-1 0 1,0 0-1,1 0 1,-1 1-1,1-1 0,-1 0 1,1 0-1,-1 0 1,1 0-1,0 0 0,0 0 1,-1 0-1,1 0 1,0 0-1,0 0 0,0 0 1,0-1-1,0 1 1,0 0-1,0-1 0,1 1 1,-1-1-1,0 1 0,0-1 1,0 1-1,0-1 1,1 0-1,-1 0 0,0 1 1,2-1-1,44 4-1592,-40-4 1211,30 1-1683,36 1-4173,-27-7-3150,-25-3-82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11125,'0'0'5491,"124"-34"-2322,-53 28-1712,8 6-1457,5 0-881,-5-2-3425,-2-4-5746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430 1 6515,'0'0'12704,"-18"8"-10788,5-3-1541,-6 3 226,-1 1 0,2 0 0,-1 2 0,2 0 0,-23 18-1,15-6-47,2 0-1,0 2 0,2 1 1,0 0-1,2 1 0,1 1 0,2 1 1,-24 56-1,28-53-502,0 0 0,3 0-1,1 1 1,1 1 0,2-1 0,1 1-1,2 0 1,3 57 0,0-80-268,0 0-1,1 0 1,1 0 0,0-1-1,1 1 1,0-1 0,0 1-1,1-1 1,0-1 0,1 1-1,0-1 1,0 0 0,1 0-1,13 12 1,-9-11-661,-1-1 1,1-1-1,1 0 0,0 0 1,0-1-1,23 10 0,44 9-6271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307 100 5747,'0'0'15180,"-19"-6"-13353,-66-15-143,79 20-1488,-1 0 0,1 1-1,-1 0 1,0 0 0,1 1 0,-1 0 0,1 0 0,-1 0 0,1 1 0,0 0-1,0 0 1,-1 1 0,1-1 0,1 1 0,-1 1 0,0-1 0,-5 6 0,3-3-14,1 0 0,0 1 0,0 0 0,0 0 0,1 1 0,0-1 0,1 1 0,0 1 0,-8 15 0,10-16-147,1 0 0,-1 0-1,1 0 1,1 0-1,0 1 1,0-1 0,0 0-1,1 1 1,0-1 0,1 0-1,2 15 1,-2-19-45,0 1 0,1-1 0,-1 0 1,1 1-1,0-1 0,0 0 0,0 0 0,1 0 0,-1-1 1,1 1-1,0 0 0,0-1 0,0 0 0,0 0 0,1 0 1,0 0-1,-1 0 0,1-1 0,0 1 0,0-1 0,0 0 1,6 2-1,3-1-62,0 0-1,0-1 1,0 0 0,1-1 0,-1-1 0,0 0-1,1-1 1,-1 0 0,0-1 0,1 0 0,-1-1-1,0-1 1,-1 0 0,1-1 0,14-7 0,-11 2 78,0 0 0,-1-1 0,0 0 0,-1-1 0,0-1 1,13-16-1,-21 22 10,0-1 1,-1 0-1,1 0 0,-2-1 1,1 1-1,-1-1 0,0 0 1,-1 0-1,0 0 0,-1-1 1,1 1-1,-2-1 0,1-12 1,-1 13 17,-1 0 0,-1 1 0,1-1 1,-1 1-1,-1-1 0,0 1 0,0 0 1,-7-16-1,8 21-68,0 0 0,-1 1 0,0-1 1,0 1-1,0-1 0,0 1 0,0 0 0,0 0 1,0 0-1,-1 0 0,1 0 0,-1 0 0,1 1 1,-1-1-1,0 1 0,0 0 0,1 0 0,-1 0 0,0 0 1,0 0-1,0 1 0,0-1 0,0 1 0,0 0 1,0 0-1,0 0 0,-1 0 0,-2 1 0,5-1-124,1 1-1,-1-1 0,1 0 0,-1 1 0,0-1 1,1 1-1,0-1 0,-1 0 0,1 1 0,-1-1 0,1 1 1,0 0-1,-1-1 0,1 1 0,0-1 0,-1 1 1,1-1-1,0 1 0,0 0 0,0-1 0,-1 1 1,1 0-1,0-1 0,0 1 0,0 0 0,0-1 1,0 1-1,0 0 0,1 0 0,1 20-6316,7-7-3181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50 4210,'0'0'15580,"-6"-9"-13643,-19-27-275,25 36-1528,0 0 0,0-1 0,0 1 0,0 0 0,0-1 0,0 1 0,-1 0 0,1 0 0,0 0 0,0-1 0,0 1 0,0 0 0,-1 0 0,1 0 0,0-1 0,0 1 0,-1 0 0,1 0 0,0 0 0,0 0 0,-1 0 0,1-1 0,0 1 0,0 0 0,-1 0 0,1 0 0,0 0 0,0 0 0,-1 0 0,1 0 0,0 0 0,-1 0 0,1 0 0,0 0 0,-1 0 0,-2 10 1121,4 15-717,0-19-393,0-1 1,1 1 0,0-1 0,0 0-1,0 1 1,1-1 0,0 0-1,0 0 1,6 8 0,42 42 548,-26-29-490,24 27-99,-2 2 0,50 79 0,-85-115-102,-1 0 0,-1 0-1,0 1 1,-2 0 0,0 1-1,-2 0 1,0 0 0,-1 0-1,-1 1 1,-2 0 0,0 0-1,-1 22 1,-2-35 0,-1 1 1,0-1-1,0 0 1,-1 0-1,0 0 0,-1 0 1,0-1-1,0 1 1,-1-1-1,0 0 0,0 0 1,-1 0-1,0-1 1,-1 0-1,1 0 0,-1-1 1,-12 9-1,-13 8-6,-1-2 1,-65 33-1,83-47 6,-84 41-3,103-50-280,1 2 1,0-1-1,-1 1 1,1-1-1,0 1 1,8 1-1,-6 0-1564,-1-1 0,1 0 0,-1 0-1,1-1 1,10-1 0,11-10-9401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22 15127,'0'0'17640,"0"-21"-17640,0 27 0,0 15 0,0 8 0,-7 7 0,5 5-416,-4-3-5491,0-2-1472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0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628 1 12246,'0'0'11621,"-111"106"-5650,71-58-3042,1-2-2929,-3 6 0,-4 5 0,-4 10 0,-11 27 0,-4 27-2481,-14 7-3906,-15 1-464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5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0 15399,'0'0'832,"-109"0"-704,107 0 1969,2 4-1408,0 9-689,21 1-496,4-1-1089,-4 2-2577,-11-13-4434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39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0 885 3778,'0'0'9823,"9"-8"-8145,-3 3-1521,12-10 910,1 0-1,0 1 1,30-17-1,-46 30-999,5-3-4,-1 0 0,1 0 0,0 1 0,0 0 0,0 1 0,0-1 0,0 2 0,0-1 1,1 1-1,10 0 0,-18 2-66,0 0 0,-1 1 1,1-1-1,-1 0 1,1 0-1,-1 1 0,0-1 1,1 1-1,-1-1 1,0 0-1,0 1 0,0-1 1,0 0-1,0 1 1,0-1-1,-1 3 0,1 0 5,-1 11 20,-1 0 0,-1 0-1,0-1 1,-1 1 0,-1-1 0,-11 26-1,9-25-17,2-1 0,-1 1 0,2 0-1,0 0 1,1 0 0,-3 30 0,6-44-6,0-1 1,0 1 0,0-1 0,0 1-1,1 0 1,-1-1 0,0 1 0,0 0-1,1-1 1,-1 1 0,0-1 0,1 1-1,-1-1 1,0 1 0,1-1 0,-1 1-1,1-1 1,-1 1 0,1-1-1,-1 1 1,1-1 0,-1 0 0,1 1-1,0-1 1,-1 0 0,2 1 0,24 3-6,31-9 64,-22-4-38,0-1 1,-1-2-1,39-19 1,-19 8 0,28-15 2,-46 20 41,44-15-1,-78 33-3,-1-1-1,0 1 0,1 0 0,-1 0 1,1 0-1,-1 0 0,1 0 1,-1 0-1,0 0 0,1 0 1,-1 1-1,1-1 0,-1 0 1,0 1-1,1 0 0,-1-1 0,0 1 1,1 0-1,-1-1 0,0 1 1,0 0-1,0 0 0,0 0 1,0 0-1,0 0 0,0 0 1,0 0-1,0 0 0,0 1 1,-1-1-1,2 2 0,0 0-51,-1 0-1,1-1 1,0 0-1,0 0 1,1 1-1,-1-1 1,5 3-1,3 0 13,0-1 0,0 0 0,1-1 0,-1 0 0,1 0 0,0-1 0,0 0-1,0-1 1,0 0 0,0-1 0,0 0 0,19-4 0,-29 4-11,0-1 0,-1 0 0,1 0 0,0 1 0,0-1 0,0 0 0,-1 0 0,1 0 0,0 0 0,-1 0 0,1 0 0,-1 0 0,1 0 0,-1 0-1,0-1 1,1 1 0,-1 0 0,0 0 0,0 0 0,0 0 0,0-1 0,0 0 0,2-34 77,-2 31-73,0-21 11,0-23 56,-8-68 1,6 100-75,-2 1 0,0-1 1,0 1-1,-1 0 0,-1 1 0,-1-1 1,-16-26-1,21 40-119,1 1-1,0-1 1,-1 0 0,1 0 0,0 0-1,0 0 1,0 0 0,1 0-1,-1 0 1,0 0 0,0-3-1,2 5-19,0-1 0,0 1 0,0-1 0,-1 1 0,1 0 0,0-1 0,0 1 0,0 0 0,0 0 0,0-1 0,-1 1 0,1 0 0,0 0 0,0 0 0,0 0 0,0 0 0,0 1 0,0-1 0,0 0 0,1 0 0,17 1 198,12-2-396,-1-2-1,0-1 1,48-12-1,90-36 153,-141 43 170,291-109-363,-265 94 107,-1-1 0,-2-3 1,85-63-1,-116 76 219,27-27 0,-41 37 132,-1 0 0,1-1 0,-1 0 0,0 1 0,-1-1 0,1-1 0,-1 1-1,-1 0 1,5-14 0,-7 20 8,0-1-1,0 0 1,1 0-1,-1 1 1,0-1-1,0 0 1,0 0-1,0 1 1,-1-1 0,1 0-1,0 0 1,0 1-1,0-1 1,-1 0-1,1 1 1,0-1-1,-1 0 1,1 0-1,0 1 1,-1-1-1,1 1 1,-1-1-1,1 0 1,-1 1-1,1-1 1,-1 1-1,0-1 1,1 1 0,-1 0-1,1-1 1,-1 1-1,0 0 1,0-1-1,1 1 1,-1 0-1,0 0 1,1-1-1,-1 1 1,0 0-1,-1 0 1,-36-1 1736,29 2-1606,-4 0-64,1 1 0,0 0 1,0 1-1,0 1 0,0 0 1,0 0-1,1 1 1,-1 0-1,1 1 0,1 1 1,-1 0-1,1 0 0,0 1 1,-15 15-1,3-1 45,2 1 0,0 1 0,1 1-1,-28 51 1,18-18 36,2 2 0,4 1 0,1 0 1,-17 93-1,34-129-221,1 0 0,1 0 1,1 34-1,2-58-25,-1 0 0,1 0 0,0-1 0,1 1 1,-1 0-1,0 0 0,0 0 0,0 0 0,1 0 0,-1 0 0,0 0 0,1 0 0,-1-1 0,0 1 1,1 0-1,-1 0 0,1-1 0,0 1 0,-1 0 0,1-1 0,0 1 0,-1 0 0,1-1 0,0 1 1,0-1-1,-1 1 0,1-1 0,0 1 0,0-1 0,0 0 0,0 1 0,-1-1 0,1 0 0,0 0 1,0 0-1,0 0 0,0 0 0,0 0 0,0 0 0,0 0 0,0 0 0,0 0 0,0 0 1,-1 0-1,1-1 0,0 1 0,0 0 0,1-1 0,3-1-2,0 1-1,1-2 1,-1 1 0,0 0 0,0-1-1,8-6 1,174-132 11,-185 164 1363,-10 28-900,5-36-444,0-1 1,-1 28-1,4-39-8,3 20-1103,-2-22 984,0 0-1,0 0 0,0-1 1,0 1-1,0 0 1,0-1-1,0 1 0,0-1 1,0 1-1,0-1 1,0 1-1,1-1 1,-1 0-1,0 1 0,0-1 1,0 0-1,1 0 1,1 0-1,8 1-1073,1 0 1,-1-1-1,1 0 1,-1-1-1,1 0 1,-1-1-1,1 0 1,-1-1-1,0 0 1,0-1-1,17-8 1,38-26-8315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0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13014,'0'0'12838,"-54"111"-11590,54-88-399,0-4-641,0-3-160,0-7-48,4-5-929,9-4-703,5 0-2466,10-23-2577,1-25-1921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0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 16952,'0'0'7923,"-77"52"-10900,77-42-1361,13-6-4562,26-4 736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0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0 12678,'0'0'6291,"-107"166"-1665,80-100-2033,-6 1-560,1 0-192,1 0-833,-2-2-544,8-2-271,2-3-161,6-5-32,8-7-241,5-11-767,4-3-929,0-13-1072,17-13 159,19-8-3136,1-15-3827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0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93 9893,'0'0'14849,"-1"12"-14222,-2 40-125,4-50-487,-1 0 0,1 0 0,-1 0 0,1 0 1,0 0-1,0 0 0,0 0 0,0 0 1,0 0-1,1 0 0,-1-1 0,0 1 0,1 0 1,0-1-1,-1 1 0,1-1 0,0 0 1,2 2-1,33 14 69,-22-14-113,1 0-1,-1-1 1,0-1 0,1 0-1,-1-1 1,23-3 0,-35 2-16,-1 1 0,0 0 0,0-1 0,1 1 0,-1-1 0,0 0 0,0 1 0,1-1 0,-1 0 0,0-1 0,0 1 0,0 0 0,0 0 0,-1-1 0,1 1 0,0-1 0,-1 0 0,1 1 0,-1-1 0,1 0 0,-1 0 0,0 0 0,1 0 0,-1 0 0,0 0 0,-1 0 0,1-1 0,0-2 0,2-6-13,-1 0 1,-1 0 0,0 0 0,-1-19-1,0 16 126,0 10 41,-1 1-1,1-1 0,0 0 0,-1 1 1,0-1-1,0 1 0,0-1 1,0 1-1,-1 0 0,1-1 0,-1 1 1,0 0-1,0 0 0,0 0 0,0 0 1,0 0-1,-1 1 0,1-1 1,-1 1-1,0-1 0,0 1 0,0 0 1,0 0-1,0 0 0,0 1 1,-1-1-1,1 1 0,0 0 0,-1 0 1,1 0-1,-1 0 0,1 0 1,-1 1-1,0 0 0,1-1 0,-1 2 1,0-1-1,1 0 0,-1 1 1,1-1-1,-1 1 0,1 0 0,-1 0 1,1 0-1,0 1 0,-1-1 1,1 1-1,0 0 0,0 0 0,-3 2 1,0 1 107,0 0 0,0 1 0,1-1 0,0 1 0,0 0 0,1 1 0,-1-1 0,1 1 0,1 0 1,-5 10-1,7-14-203,0 0 0,0 0 0,0 1 0,0-1 0,1 0 0,-1 1 0,1-1 0,0 0 0,0 1 0,0-1 0,1 1 0,-1-1 0,1 0 0,0 0 0,0 1 0,0-1 0,0 0 1,0 0-1,1 0 0,0 0 0,-1 0 0,1 0 0,0-1 0,0 1 0,1 0 0,2 2 0,5 3-172,0 0 0,1-1 0,0 0 0,0-1 1,1 0-1,-1 0 0,1-2 0,0 1 0,1-2 0,-1 1 0,14 0 0,15 2-2865,0-3 1,45-1-1,-13-2-6103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1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399 1 9268,'0'0'11995,"-23"10"-9050,14-6-2686,-8 3 136,0 1 0,1 0 0,0 1 1,1 1-1,0 1 0,0 0 0,1 0 0,0 2 0,-12 14 0,0 5 213,2 1 0,2 1-1,0 1 1,3 1-1,-19 45 1,27-52-520,2 1 0,0 0 0,2 1 0,1 0-1,2 0 1,1 0 0,1 46 0,3-71-146,-1 1 1,0-1-1,1 0 1,1 1-1,-1-1 1,1 0-1,0 0 0,0 0 1,1 0-1,-1 0 1,1-1-1,1 1 0,6 8 1,-6-10-210,0 0 0,0 0 0,0-1 0,1 1 0,0-1 0,0 0 0,0-1 0,0 1 1,0-1-1,0 0 0,1 0 0,-1 0 0,0-1 0,1 0 0,10 1 0,-2-1-1513,1 0 0,-1-1-1,0 0 1,0-2 0,0 1 0,25-7-1,-24 2-3010,1-1 0,17-9 0,-30 14 3936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1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13622,'0'0'12777,"17"-2"-11257,52-3-303,-66 5-1164,-1 0 1,0 1-1,0-1 0,0 0 1,0 1-1,0 0 0,0 0 0,-1-1 1,1 1-1,0 0 0,0 1 1,0-1-1,-1 0 0,1 0 1,-1 1-1,1-1 0,-1 1 0,1-1 1,-1 1-1,0 0 0,0-1 1,0 1-1,1 2 0,1 2 57,-1 1 0,0-1 0,0 0 0,-1 1 0,1 6 0,-1-10-51,1 8 17,-1 1 0,0-1 0,-1 0 0,0 0 0,0 1-1,-3 14 1,2-21-61,-1 0-1,1 0 0,-1-1 1,0 1-1,0 0 0,-1 0 1,1-1-1,-1 0 0,0 1 1,0-1-1,-1 0 0,1 0 1,-1-1-1,0 1 0,-6 4 1,10-8-15,-1 0 1,1 0-1,0 0 1,0 0 0,0 0-1,-1 0 1,1 0-1,0 0 1,0 0 0,0 0-1,0-1 1,-1 1 0,1 0-1,0 0 1,0 0-1,0 0 1,0 0 0,0 0-1,-1 0 1,1-1-1,0 1 1,0 0 0,0 0-1,0 0 1,0 0-1,0 0 1,0-1 0,0 1-1,0 0 1,-1 0-1,1 0 1,0-1 0,0 1-1,0 0 1,0 0 0,0 0-1,0 0 1,0-1-1,0 1 1,0 0 0,0 0-1,0 0 1,1-1-1,-1 1 1,0 0 0,0 0-1,0 0 1,0 0-1,0-1 1,0 1 0,0 0-1,3-15-103,0 5 1,2 1 0,-1-1 0,1 1 0,1 0 0,0 0 0,0 1 0,1-1 0,0 1 0,9-8 0,9-7-227,41-29-1,-53 42 353,-10 7 34,1 0 1,-1 0 0,1 0 0,0 1-1,-1-1 1,1 1 0,1 0 0,-1 0-1,0 1 1,0-1 0,9-1-1,-12 16 1408,-2 2-1395,-1-1-1,0 1 1,-1 0-1,-1-1 1,-7 21-1,7-22-43,-1 5-5,0 1 0,2 1 0,-2 29-1,4-4-4897,17-44-11347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6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3474,'0'0'10997,"6"1"-5582,29 5-4126,94 16 191,-1 5 0,177 63-1,-195-48-1190,-128-45 87,1 0 1,-1 1-1,1 1 1,-1 1-1,-19 2 1,-5-1-241,-17 3-65,0 3 0,0 2 0,0 2 0,-58 21 0,79-22-15,37-8 74,8-1-239,25 0-767,39-1-3071,14 0-4332,-30-4 1119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6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405 64 4098,'0'0'13980,"-22"-6"-11718,-69-21-234,85 26-1774,-1-1 1,1 1 0,-1 0-1,0 1 1,0 0 0,1 0-1,-1 0 1,0 1 0,1 0-1,-1 1 1,0-1 0,-7 4-1,2 0 141,0 1-1,1 1 0,-1 0 0,-11 9 1,13-9-166,-1 2-83,0-1-1,1 1 1,0 1-1,0-1 1,1 2-1,0-1 1,1 1-1,-7 13 1,12-18-132,-1 1 0,1 0 1,0 1-1,0-1 1,1 0-1,0 1 0,1-1 1,0 1-1,0 0 0,0-1 1,1 1-1,0 0 1,0 0-1,1-1 0,3 16 1,-2-19-16,0 0 0,0 0 0,0 0 0,0 0 0,0 0 0,1-1 0,0 1 0,0-1 0,0 1 0,0-1 0,0 0 0,1 0 0,-1-1 0,1 1 0,0-1 0,0 1 0,0-1 0,0 0 0,0-1 0,0 1 0,0-1 0,1 0 0,-1 0 0,7 1 0,12 1-30,0 0 0,0-2 1,32-2-1,-46 1 24,8-1-38,-1-1 1,0 0-1,1-1 0,-1-1 1,0-1-1,0 0 0,-1-1 1,1 0-1,-1-1 0,23-16 1,-29 17 23,0 0 1,-1-1-1,0 0 0,0-1 1,0 0-1,-1 0 1,0 0-1,-1-1 1,1 0-1,-2 0 0,1-1 1,-2 0-1,1 1 1,-1-2-1,-1 1 0,0 0 1,3-16-1,-4 16 28,-1 0-1,0 0 1,0 0 0,-1 0-1,-1 0 1,1 0-1,-2 0 1,-3-15-1,4 22-7,0 0 0,-1 0 0,0 0 0,0 0 0,0 0 0,0 0 0,0 0 0,0 1 0,-1-1 0,1 1 0,-1-1 0,0 1 0,1 0 0,-1 0-1,0 1 1,0-1 0,-1 0 0,1 1 0,0 0 0,0 0 0,-1 0 0,1 0 0,-1 0 0,1 1 0,-1-1 0,1 1 0,-5 0 0,2 0-114,-4-1-126,1 0 0,0 1 0,0 1 0,-12 1 0,19-2-65,0 1-1,0-1 1,1 1-1,-1-1 1,0 1-1,0-1 1,1 1-1,-1 0 1,1 0-1,-1 0 1,1 0 0,-1 0-1,1 0 1,-1 0-1,1 1 1,0-1-1,0 0 1,0 1-1,0-1 1,0 1-1,0-1 1,0 1-1,0 0 1,0-1-1,1 1 1,-1 0-1,1-1 1,-1 3-1,3 9-6240,12-4-1656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7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8836,'0'0'11480,"16"2"-10346,-7-1-946,-3-1-96,0 0 0,0 1 0,-1-1 0,1 1 0,0 0 1,-1 1-1,1 0 0,-1 0 0,0 0 0,1 0 0,-1 1 0,0 0 0,0 0 0,-1 0 1,1 0-1,-1 1 0,1 0 0,-1 0 0,5 6 0,2 7 276,-1 1 0,0 0 0,-2 0 0,0 1 0,-1 0 0,-1 0 0,7 32 0,-9-23 106,0 1 1,-2-1 0,-1 1-1,-6 52 1,3-67-355,0-1 0,-1 0 0,-1-1-1,0 1 1,-1-1 0,0 0 0,-1 0 0,0 0 0,-1-1-1,0 1 1,-1-2 0,-11 13 0,-8 5 221,-1-2 1,-58 43 0,73-57-1265,16-9-1677,10-6-24,29-14-2168,16-15-2827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8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675 206 13718,'0'0'5363,"-22"-22"-1247,-74-71-1200,87 85-2645,-1 0-1,0 0 1,0 1-1,0 1 1,0 0-1,-1 0 1,0 1 0,-1 0-1,1 1 1,-1 0-1,0 1 1,0 0-1,-18-1 1,15 1-68,-9-1 20,0 1 0,0 1-1,0 1 1,0 1-1,0 1 1,-35 6-1,56-7-221,1 1 0,-1 0 0,1-1 0,-1 1 0,1 0 0,0 0-1,-1 0 1,1 1 0,0-1 0,0 1 0,0-1 0,0 1 0,0-1-1,0 1 1,0 0 0,1 0 0,-1 0 0,1 0 0,-1 0 0,1 1-1,0-1 1,0 0 0,0 0 0,0 1 0,0-1 0,0 1-1,1-1 1,-1 1 0,1-1 0,0 1 0,0-1 0,0 1 0,0 3-1,1 1-1,0-1-1,0 0 1,1 1-1,0-1 1,0 0-1,0 0 1,1 0-1,0 0 1,0 0-1,0 0 1,9 9-1,31 35-62,-19-25-27,-1 1 0,-2 1 0,0 2 0,-2-1-1,22 46 1,-38-68 59,-1 0 1,0 0-1,0 0 0,-1 0 0,0 0 0,0 0 1,0 0-1,-1 1 0,1-1 0,-2 8 0,0-10 27,0-1-1,0 1 0,0 0 0,0-1 1,0 1-1,-1-1 0,0 0 0,0 1 0,0-1 1,0 0-1,0 0 0,0 0 0,-1 0 1,0-1-1,1 1 0,-1-1 0,-5 4 1,-31 17 140,-2-1 1,0-3 0,-67 23-1,70-28 22,13-6-42,0 0 31,22-6-471,13-3-484,32-7-929,-19 4 346,-1 1 0,31-2 0,-21 4-240,-16 1 406,0-1 0,27 5 0,-42-4 1203,0 0 0,0 0-1,0 0 1,1 0 0,-1 0-1,0 0 1,0 1 0,0-1-1,0 1 1,0-1 0,0 1-1,0-1 1,0 1 0,0-1-1,0 1 1,0 0-1,0-1 1,-1 1 0,1 0-1,0 0 1,0 0 0,-1 0-1,1 0 1,0 0 0,-1 0-1,1 0 1,-1 0 0,0 0-1,1 0 1,-1 0 0,0 0-1,1 0 1,-1 0-1,0 0 1,0 1 0,0-1-1,0 0 1,0 0 0,0 0-1,0 0 1,-1 0 0,1 0-1,-1 2 1,0 1 99,-1 0 0,0 0 0,0 0 0,0 0 0,0 0 0,-1-1 0,0 1 0,1-1-1,-1 0 1,-4 3 0,-21 18 1033,9-9 214,1 0 0,-28 32-1,41-41-996,1-1-1,0 1 0,0 0 0,1 0 0,-1 0 0,1 1 0,1-1 0,-1 1 0,1 0 0,0 0 1,1-1-1,0 1 0,-1 14 0,1-15-205,1-1 0,0 0 0,0 0 0,1 0 1,-1 1-1,1-1 0,0 0 0,0 0 0,1 0 0,0 0 1,-1 0-1,2-1 0,-1 1 0,0-1 0,1 1 1,0-1-1,0 0 0,0 0 0,1 0 0,0 0 0,-1-1 1,6 5-1,-1-2-48,1 0 0,0 0 0,0-1 0,1 0 0,-1 0 0,1-1 0,0 0 0,0-1 0,21 4 0,-8-4-38,1-1 0,-1-1 0,35-2 0,-54 1-64,0 0-1,1 0 1,-1-1-1,0 0 1,0 0-1,0 0 1,1 0-1,-1 0 0,0-1 1,0 0-1,-1 0 1,1 0-1,0 0 1,-1 0-1,4-4 1,-7 6-27,1 0-1,-1 0 1,0-1 0,0 1 0,0 0 0,0 0 0,0 0-1,0 0 1,0-1 0,0 1 0,0 0 0,0 0-1,0 0 1,0 0 0,0-1 0,0 1 0,0 0-1,0 0 1,0 0 0,0 0 0,0-1 0,0 1-1,0 0 1,0 0 0,0 0 0,0 0 0,0 0-1,0-1 1,0 1 0,0 0 0,0 0 0,-1 0-1,1 0 1,0 0 0,0-1 0,0 1 0,0 0-1,0 0 1,0 0 0,-1 0 0,1 0 0,0 0-1,0 0 1,0 0 0,0 0 0,-1 0 0,1 0 0,0 0-1,0 0 1,0-1 0,0 1 0,-1 0 0,1 0-1,0 1 1,0-1 0,0 0 0,0 0 0,-1 0-1,1 0 1,0 0 0,-17-1-1478,13 1 724,-40 0-4228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49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5 420 1281,'0'0'5007,"-1"-3"-4489,0-3-84,-1-3-494,2-2 15501,0 10-15350,0 0 1,0 0-1,0 0 0,0-1 0,0 1 0,1 0 1,-1 0-1,1 0 0,-1 0 0,0 0 1,1 0-1,0 0 0,-1 0 0,2-1 1,10-9-84,0 0 0,0 1 1,1 0-1,1 1 1,14-7-1,4-4-5,61-37-68,2 3-1,2 4 1,207-72 0,-288 119 11,-11 6-7,-19 19 47,-14 13 124,-4 5 173,-34 55 1,57-81-171,1 0 1,1 1-1,1 0 1,0 0-1,0 1 0,2 0 1,0 0-1,-2 20 0,4-23-15,2 0 0,-1 0 0,1-1 0,1 1 0,1 0 0,0 0 0,0-1 0,1 1 0,8 20 0,-7-26-62,0 1 0,0-1 0,0 0 0,1 0 0,1-1 1,-1 1-1,1-1 0,0 0 0,0-1 0,1 0 0,-1 1 1,1-2-1,0 1 0,1-1 0,14 6 0,-6-5 9,0 0 0,0-1 0,1-1 1,0 0-1,0-1 0,0-1 0,0-1 0,23-1 0,-37 0-32,0 1 0,0-1 0,0 1 0,0-1 0,0 0 0,0 0 0,0 0 0,0-1 0,0 1 0,0-1 0,-1 1 0,5-4 1,-6 4-6,0 0 1,0 0 0,0 0-1,0 0 1,0-1 0,0 1 0,0 0-1,-1 0 1,1-1 0,0 1-1,-1-1 1,1 1 0,-1-1-1,1 1 1,-1-1 0,0 1 0,1-1-1,-1 1 1,0-1 0,0 1-1,0-1 1,-1 1 0,1-1 0,0 1-1,0-1 1,-1 1 0,0-3-1,0 3-1,1 0 0,-1-1 0,0 1 0,0 0 0,0 0 0,0 0 0,0 0 0,0 0 0,0 0 0,0 0 0,-1 0 0,1 1 0,0-1 0,0 0 0,-1 1 0,1-1 0,0 1 0,-1-1 0,1 1 0,-3-1 0,-32-2 140,30 3-110,-9-1-2,0 1 0,0 1 1,0 0-1,-22 5 0,32-5-35,1 0 0,-1 1 0,1 0 0,-1 0 0,1 0 0,0 0 0,0 1 0,0 0 0,0-1 0,0 2 0,0-1 0,1 0 0,0 1 0,-1-1 0,1 1 0,1 0 0,-6 9 0,3 0-27,1 1 0,0-1 0,0 1 0,2 1 1,0-1-1,0 0 0,1 0 0,2 25 0,-1-35 5,0 6-61,1-1 0,0 1 0,1-1 1,-1 1-1,2-1 0,0 0 0,0 0 0,0 0 0,1 0 0,0-1 0,8 11 0,5 5-166,0-2-1,30 30 1,-24-29-275,28 40 1,-49-61 503,-1 0 1,1 1 0,-1-1 0,1 0 0,-1 1 0,0-1 0,0 1 0,-1-1 0,1 1 0,0 2 0,-1-4 36,0 0 1,0-1-1,0 1 0,0-1 1,0 1-1,0 0 1,0-1-1,0 1 1,-1 0-1,1-1 0,0 1 1,0-1-1,-1 1 1,1 0-1,0-1 1,-1 1-1,1-1 1,-1 1-1,1-1 0,-1 1 1,1-1-1,-1 0 1,1 1-1,-1-1 1,1 0-1,-1 1 0,-5 1 173,0-1-1,1 0 0,-1 0 0,0 0 0,0-1 0,1 0 0,-9 0 0,1 0 4,-359-33 4798,358 32-5239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4:50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1 167 7828,'0'0'13459,"15"-20"-12098,54-61 45,-66 77-1287,0 1 1,1-1-1,-1 1 1,1 0-1,0 0 1,0 0-1,0 1 1,0-1-1,0 1 0,0 0 1,1 0-1,-1 1 1,1-1-1,8 0 1,2-2 177,6-2 11,0 1 1,0 1-1,0 1 1,0 1-1,0 0 0,1 2 1,28 3-1,-47-3-293,0 1-1,0 0 0,0 0 0,0 0 0,-1 0 0,1 0 1,0 0-1,0 1 0,-1 0 0,1-1 0,-1 1 0,1 0 1,-1 0-1,0 0 0,0 0 0,3 5 0,-2-2 5,0 0 0,0 0-1,0 1 1,-1 0-1,0-1 1,0 1 0,2 12-1,-2-2 37,0 0 0,-1 0-1,-1 1 1,0-1-1,-5 24 1,2-26 60,0-1 0,-2 1 1,1-1-1,-12 21 0,10-24-64,2 0 1,-1 0-1,1 0 0,1 1 1,0-1-1,0 1 0,1 0 1,-1 18-1,3-28-52,0-1 0,0 1 0,0 0 0,0-1 0,0 1 0,1-1 0,-1 1 0,0-1 0,0 1 0,1-1 1,-1 1-1,0-1 0,1 1 0,-1-1 0,0 1 0,1-1 0,-1 0 0,1 1 0,-1-1 0,1 0 0,-1 1 0,1-1 0,-1 0 0,1 1 0,-1-1 0,1 0 0,-1 0 1,1 0-1,0 0 0,-1 0 0,1 1 0,-1-1 0,2 0 0,24 0 3,-16-1-1,9 1 0,1-1 1,-1 0-1,1-2 1,-1 0-1,0-1 1,28-10-1,-43 13-35,-10 2 36,0 1 1,0 0-1,1 0 1,-1 1-1,1 0 1,-1 0-1,1 0 1,0 0-1,0 1 1,0 0-1,1 0 1,-5 4-1,5-4 3,-3 3-15,0 0 0,0 0 1,1 0-1,0 1 0,1 0 1,-1 0-1,1 1 0,1-1 1,0 1-1,0 0 0,1 0 0,0 1 1,0-1-1,1 1 0,1-1 1,-1 1-1,2 0 0,-1-1 1,1 1-1,1 0 0,2 19 0,-1-22-61,1 0 0,-1 0 0,1 0 0,6 9-1,9 28-60,-17-42 136,-1 1 1,1 0-1,-1-1 0,0 1 1,0 0-1,0-1 0,0 1 1,0 0-1,-1-1 0,1 1 1,-1 0-1,0-1 1,0 1-1,0-1 0,-2 5 1,-2 0 128,0 0 0,-1 0 0,0-1 0,0 0 0,-1 0 0,0 0 0,0-1 0,0 0 0,0 0 0,-13 5 0,5-2 185,0-1-1,-1-1 0,0-1 0,-28 7 0,40-11-317,0 0 0,-1-1 0,1 1 0,0-1 0,0 0 0,0 0 0,0 0 0,0-1 0,0 0 0,-8-1 0,10 0 0,-1 1 0,0-1 0,1 0 0,-1 0 0,1 0 0,-1 0 0,1-1 0,0 1 0,0-1 0,0 1 0,0-1 0,-2-5 0,-6-11 148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37.7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 5314,'0'0'19255,"5"-5"-18015,2-4-730,15-18 3051,-22 27-3521,1 0-1,-1-1 0,0 1 0,1 0 1,-1-1-1,1 1 0,-1 0 1,0 0-1,1 0 0,-1 0 0,1-1 1,-1 1-1,1 0 0,-1 0 1,1 0-1,-1 0 0,1 0 0,-1 0 1,1 0-1,-1 0 0,0 0 1,1 0-1,-1 0 0,1 0 0,-1 1 1,1-1-1,-1 0 0,1 0 1,-1 0-1,0 1 0,1-1 0,-1 0 1,1 0-1,-1 1 0,0-1 1,1 0-1,-1 1 0,0-1 0,1 1 1,-1-1-1,0 0 0,0 1 1,1 0-1,10 19-232,-11-18 266,10 19-25,-1 1-1,-1 0 1,-2 1 0,0-1 0,-1 1-1,-1 1 1,0 32 0,-4-64 514,-1 6-569,1 0 0,0 0 0,0 0 0,0 1 0,0-1 0,0 0 0,0 0 0,1 0 0,-1 0 0,1 0 0,-1 1 0,1-1 0,-1 0 0,1 0 0,2-2 0,14-19-211,2 0 0,1 2-1,0 0 1,2 1 0,33-24-1,-35 28 25,-9 7 123,24-19-56,-33 27 136,0-1 1,0 1 0,0 0-1,0 0 1,0 0 0,1 0-1,-1 0 1,0 1 0,0-1-1,1 1 1,-1-1 0,0 1-1,1 0 1,3 0-1,-5 1 4,1 0 0,-1 0 0,0 0-1,0 0 1,0 0 0,0 0 0,0 0 0,0 0-1,0 0 1,0 1 0,-1-1 0,1 0-1,0 1 1,-1-1 0,1 1 0,-1-1-1,1 0 1,-1 1 0,0 2 0,8 34 255,-8-35-242,3 30 404,-2 0 0,-3 44-1,-1-44-494,3 1 0,4 45 0,-2-72-2037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38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587 1 4402,'0'0'16773,"-5"10"-15122,-62 121 1233,-90 128 0,116-195-2446,-100 150 204,-35 57-2442,179-276-4374,2-6 2755,2-1 0,13-19 0,20-13-3078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38.6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558 1 5747,'0'0'19246,"-22"29"-16885,-7 8-1654,-116 159 2350,-9 72-1319,22 13-1934,84-176 303,35-70 99,5-12-1376,1-7-2372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39.5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2753,'0'0'609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40.7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557 124 976,'0'0'3125,"9"-19"-1165,28-59 172,-22 52 6125,-15 41-5864,-5 43 4642,1-40-6288,-1 0 0,-10 27 1,-49 86-1263,-139 183 836,-27-14-626,169-222-82,33-40-1467,25-31-2084,19-23-195,15-22-1784,9-12-2898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40.9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505 1 12214,'0'0'4738,"-101"129"-993,45-37-271,-3 2-1281,3-2-752,1 3-401,3-6-448,8-1-479,11-10-113,8-14-241,8-16-735,11-14-881,6-11-688,0-19-1985,8-4-3650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41.2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333 0 592,'0'0'21850,"-79"149"-18968,54-80-914,0 2-559,-5 2-272,-1-2-561,2-8-384,-3-7-128,7-8-64,4-6-304,3-11-817,7-8-944,5-8-960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41.5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100 18 12662,'0'0'16239,"-15"13"-15865,-44 41-188,56-52-184,1 1 0,-1 0 0,1 0 0,0 0-1,0 1 1,0-1 0,1 0 0,-1 1-1,1-1 1,0 1 0,-1 0 0,2-1 0,-1 1-1,0 0 1,1 0 0,0-1 0,0 1-1,0 0 1,0 0 0,1 4 0,0 8-48,-1-15 41,1 0 0,-1-1-1,0 1 1,0 0-1,0-1 1,0 1-1,1-1 1,-1 1 0,0 0-1,1-1 1,-1 1-1,0-1 1,1 1-1,-1-1 1,1 1-1,-1-1 1,1 1 0,-1-1-1,1 1 1,-1-1-1,1 0 1,-1 1-1,1-1 1,-1 0-1,1 0 1,0 1 0,-1-1-1,1 0 1,0 0-1,-1 0 1,1 0-1,0 0 1,-1 0-1,1 0 1,0 0 0,-1 0-1,1 0 1,0 0-1,-1 0 1,1 0-1,0 0 1,-1-1 0,1 1-1,-1 0 1,1 0-1,0-1 1,-1 1-1,1-1 1,3 0 5,0-1 0,0 0 0,-1 1 0,1-1 0,-1-1 0,0 1 0,6-5 0,1-4 5,0-1 0,-1-1 1,14-25-1,-20 32 33,0 1 1,-1 0-1,0 0 0,0-1 1,0 1-1,-1-1 0,0 0 1,0 1-1,0-1 0,-1 0 0,0 0 1,0 0-1,-1-11 0,0 17-122,1 0 0,-1-1-1,1 1 1,-1-1 0,1 1 0,-1 0-1,1-1 1,-1 1 0,1 0 0,-1 0-1,1-1 1,-1 1 0,1 0-1,-1 0 1,0 0 0,1 0 0,-1 0-1,1-1 1,-1 1 0,0 0 0,0 1-1,1-1-104,0 0-1,-1 0 1,1 0 0,0 0-1,-1 0 1,1 0-1,0 0 1,-1 0-1,1 0 1,0 0 0,0 0-1,-1 0 1,1 1-1,0-1 1,-1 0-1,1 0 1,0 0 0,0 1-1,-1-1 1,1 0-1,0 0 1,0 1-1,0-1 1,0 0 0,-1 0-1,1 1 1,0-1-1,0 0 1,0 0-1,0 1 1,-2 13-4850,6 3-3355,10-3-31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42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781 43 6723,'0'0'20634,"-17"-8"-19413,-54-23-679,67 30-530,1 0 1,-1 1-1,0-1 0,1 1 0,-1 0 1,0 0-1,1 0 0,-1 0 1,0 0-1,1 1 0,-1 0 0,1 0 1,-1 0-1,1 0 0,-1 1 1,1-1-1,0 1 0,0 0 0,0 0 1,-5 4-1,1-1-14,1 1 0,-1 0-1,1 1 1,1 0 0,0 0 0,-7 10 0,10-14-13,0 1 1,0 0-1,0-1 0,1 1 1,-1 0-1,1 0 0,0-1 1,0 1-1,0 0 1,0 0-1,1 0 0,0 0 1,0 8-1,1-10 7,-1 0 0,1 0 1,-1-1-1,1 1 0,0 0 0,0-1 0,0 1 0,0-1 0,0 1 1,0-1-1,0 1 0,1-1 0,-1 0 0,0 0 0,1 1 0,-1-1 1,1 0-1,0 0 0,-1-1 0,1 1 0,-1 0 0,1 0 0,0-1 1,0 1-1,0-1 0,-1 0 0,1 1 0,0-1 0,0 0 0,2 0 1,7 0 13,0 0-1,0-1 1,-1 0 0,1 0 0,-1-1 0,1-1 0,-1 0 0,0 0 0,0-1 0,0 0 0,0-1 0,-1 0 0,0-1 0,0 0 0,0 0 0,-1-1 0,1 0 0,-2 0-1,1-1 1,-1 0 0,8-12 0,-13 17 26,0 1 0,0-1 0,-1 1 0,1-1-1,-1 0 1,1 0 0,-1 0 0,0 0 0,-1 0 0,1 0 0,0 0-1,-1 0 1,1 0 0,-1-3 0,-2 6-9,0 0-1,0 0 1,1 0 0,-1 0-1,0 1 1,0-1 0,1 1-1,-1-1 1,0 1 0,1 0-1,-4 1 1,-3 5-66,0 0-1,0 0 1,1 1 0,0 0-1,0 0 1,0 0 0,1 1 0,-6 12-1,-4 10-54,-15 43-1,14-26 5,2 2-1,2-1 1,-6 60 0,-7 156-264,14-104 263,10-140 5,-1 0 0,0 0 0,-1 0 0,-2-1 0,-13 36 0,16-50 179,0 0 0,0-1 0,0 0 0,0 0-1,-1 0 1,0 0 0,0 0 0,0-1 0,-1 0 0,0 0-1,1 0 1,-1 0 0,-1-1 0,1 0 0,0 0 0,-1 0-1,1-1 1,-1 1 0,0-1 0,0-1 0,0 1 0,0-1-1,0 0 1,-7 0 0,2-1 210,0 0-1,0 0 1,0-1 0,1 0 0,-1-1-1,0 0 1,-14-6 0,8 1-220,0 0 1,1-2-1,-26-17 1,-18-13-81,-63-46-62,119 82-73,-1-1 0,1 0 0,0 0 0,1 0 0,-1 0 0,1-1 0,-1 0 0,2 1 0,-5-9 0,6 10-61,0 1 0,0-1 0,1 1-1,-1-1 1,1 0 0,0 1 0,0-1 0,0 1 0,0-1 0,0 0 0,0 1 0,1-1-1,-1 1 1,1-1 0,0 1 0,0-1 0,-1 1 0,2-1 0,-1 1 0,0 0 0,0-1-1,1 1 1,2-3 0,9-7-1838,0 0 1,1 0-1,0 1 0,1 1 1,21-11-1,41-23-10384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42.6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 6819,'0'0'15242,"13"-1"-13305,38-6-211,-49 6-1609,0 1 0,0 0 1,-1 0-1,1 0 0,0 1 0,0-1 1,0 0-1,0 1 0,0-1 0,0 1 1,0-1-1,-1 1 0,1 0 0,0 0 1,0 0-1,-1 0 0,1 0 1,-1 0-1,1 0 0,-1 1 0,1-1 1,-1 1-1,0-1 0,2 3 0,1 2 85,-1 0 0,0 0-1,-1 1 1,1-1 0,1 8-1,-1-5 30,0 7 12,0 0 0,0 1-1,-2-1 1,0 1-1,-1 22 1,-1-12-87,1-27-148,0 1-1,0 0 1,0-1 0,0 1 0,0-1 0,0 1-1,0 0 1,-1-1 0,1 1 0,0-1 0,0 1-1,-1-1 1,1 1 0,0-1 0,-1 1 0,1-1-1,0 1 1,-1-1 0,1 1 0,-1-1 0,1 0 0,-1 1-1,1-1 1,-1 1 0,1-1 0,-2 0 0,0-2-79,12-7-141,9-4 87,0 1-1,0 0 1,1 2 0,1 0 0,0 1 0,0 2 0,0 0-1,1 1 1,0 1 0,0 1 0,24-2 0,-44 9 291,-2 0 1,1 0-1,0 0 1,0-1 0,-1 1-1,0 0 1,1 0-1,-1 0 1,0 0-1,-1 0 1,0 3 0,1-1 112,0 5-196,0 0 0,-1 1 0,0-1 0,-1 0 1,0 0-1,-5 14 0,-14 13-1723,17-32 467,-1 0 0,1 0 0,-1 0 0,-11 7 0,-16 6-7033,-12-3-6404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49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226 178 3073,'0'0'17878,"-6"-1"-16499,3 1-1312,0 0 1,-1 0-1,1 1 0,0-1 0,0 1 0,0-1 0,1 1 0,-1 0 1,0 0-1,0 0 0,0 1 0,1-1 0,-5 3 0,0 1 23,0 1-1,-1 0 0,2 0 1,-9 9-1,-3 7 125,1 1 1,-16 29-1,23-32-118,0-1-1,2 1 0,0 1 0,1 0 0,1 0 0,1 0 0,1 0 0,1 1 0,1 0 0,1 41 0,1-57-93,1 0 0,-1-1-1,1 1 1,0-1-1,0 1 1,0-1 0,1 1-1,0-1 1,0 0-1,0 1 1,5 6 0,-4-9-18,-1 1-1,1-1 1,0 0 0,1 0 0,-1 0-1,0-1 1,1 1 0,0-1 0,-1 0 0,1 0-1,0 0 1,0 0 0,0-1 0,0 0-1,8 2 1,1-1-49,0 0 0,0-1-1,0-1 1,0 0 0,0-1-1,0 0 1,0-1 0,0 0-1,0-1 1,-1 0 0,1-1-1,-1-1 1,21-10 0,-4-2 23,0-1 1,-1-1 0,-1-1 0,28-28 0,-38 33-18,-1-1 0,-1-1 0,-1 0 0,0-1 0,-2 0 0,0-1 0,17-36 0,-23 41 51,-1 0 1,0-1 0,-1 1-1,-1-1 1,0 0-1,-1 0 1,-1 0-1,0 0 1,-1 0 0,-1 0-1,0 0 1,-5-22-1,4 28 38,0 1-1,-1 1 0,0-1 0,0 0 1,-1 1-1,0 0 0,-1-1 0,1 2 0,-1-1 1,-1 0-1,1 1 0,-1 0 0,0 0 1,0 1-1,-1 0 0,1 0 0,-13-7 1,6 6-5,1 0 1,-1 1-1,-1 0 1,1 1-1,-1 0 1,1 1-1,-1 1 1,0 0 0,-23 0-1,31 2-100,-1 1 0,1-1 0,-1 1 0,1 0 0,0 1 0,0-1-1,-1 1 1,1 0 0,0 1 0,0-1 0,1 1 0,-1 1 0,1-1 0,-1 1 0,1 0 0,0 0 0,-8 9-1,8-7-357,0 0-1,1 0 1,0 0-1,1 1 1,-1-1-1,-3 11 1,4-8-643,0 0 0,1 0 0,0 0 0,1 0 0,-1 11 0,1 20-5890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49.4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720 0 13974,'0'0'2746,"-29"8"695,15-4-2953,-15 3 389,0 2 0,1 1 0,0 1 0,1 1 0,-52 32 0,34-12-274,0 2 0,3 2 1,1 2-1,1 1 1,-50 67-1,71-80-513,1 0 0,1 1 0,2 0-1,1 2 1,1 0 0,1 0 0,2 1-1,1 0 1,1 1 0,1 0 0,-2 38 0,7-44-141,1-1 0,2 1 0,0-1 0,2 1 0,0-1 1,12 42-1,-12-59-157,-1 1 1,1-1 0,0 0-1,1 0 1,-1 0 0,1-1-1,1 1 1,-1-1 0,1 0-1,0 0 1,1-1 0,-1 0-1,1 0 1,0 0 0,0 0-1,1-1 1,-1 0 0,1 0-1,0-1 1,0 0 0,0 0-1,0-1 1,1 0 0,-1 0-1,12 1 1,-6-1-679,0-1-1,-1-1 1,1 0-1,-1 0 1,1-1-1,21-5 1,-24 3-367,0-1 0,0 0 1,0 0-1,-1-1 1,11-6-1,47-33-9888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49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6355,'0'0'18288,"8"14"-16724,-4-7-1392,49 101 2276,-46-94-2256,-2 1-1,0 0 0,-1 0 0,-1 0 0,0 1 1,2 25-1,-4-18-107,-1-16-54,1 0-1,-1-1 1,0 1-1,-1-1 1,-1 13-1,-3-12 66,1-12 31,1-14-107,4 11-86,0 0-1,0 0 0,1 1 0,0-1 0,0 1 1,1 0-1,0-1 0,0 1 0,0 0 1,1 1-1,0-1 0,6-6 0,-1 1-86,1 0 0,0 1 0,1 0 0,1 1-1,15-12 1,-6 12 182,-20 10-15,-1 0-1,1 0 1,-1 1 0,1-1-1,-1 0 1,1 0 0,-1 0 0,1 0-1,-1 0 1,0 0 0,1 1-1,-1-1 1,1 0 0,-1 0 0,0 1-1,1-1 1,-1 0 0,1 1-1,-1-1 1,0 0 0,0 1-1,1-1 1,-1 0 0,0 1 0,0-1-1,1 1 1,0 3 90,0 1 0,0-1 1,-1 0-1,1 0 0,-1 0 0,0 0 1,-1 6-1,1 3-6,0 115 490,0-127-694,0-1-1,0 1 1,0 0 0,1-1-1,-1 1 1,0-1-1,0 1 1,1 0 0,-1-1-1,1 1 1,-1-1-1,0 0 1,1 1 0,-1-1-1,1 1 1,-1-1 0,1 1-1,-1-1 1,1 0-1,-1 1 1,1-1 0,0 0-1,-1 0 1,1 0 0,-1 1-1,1-1 1,0 0-1,-1 0 1,1 0 0,0 0-1,-1 0 1,2 0-1,26-1-3581,-23 1 2566,31-3-6104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50.2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352 0 11797,'0'0'11190,"-115"111"-8437,71-40-448,0 11-128,5 3-528,5 3-753,9-4-896,6-11 0,5-10 0,5-11 0,3-10 0,4-11-688,2-10-1489,0-13-1873,12-8-1537,18 0-3729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50.5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151 0 8388,'0'0'11514,"-20"15"-7021,-65 49-987,81-61-3358,0 0 1,0 1-1,1 0 1,-1-1 0,1 1-1,0 0 1,0 1-1,1-1 1,-1 0 0,1 1-1,0 0 1,0-1-1,1 1 1,-1 0-1,1 0 1,0 0 0,0 0-1,1 0 1,-1 0-1,1 0 1,0 0-1,0 0 1,1 0 0,1 6-1,-1-3-92,-1-6-52,0 1 1,1-1-1,0 0 1,-1 1-1,1-1 1,0 1-1,0-1 1,0 0-1,1 0 1,-1 0-1,0 0 1,1 0 0,0 0-1,-1 0 1,1 0-1,0 0 1,0-1-1,0 1 1,0-1-1,0 0 1,0 1-1,0-1 1,1 0-1,-1 0 1,0 0 0,3 0-1,3 1-35,-1 0 1,1-1-1,0 1 0,0-2 1,-1 1-1,1-1 0,10-1 1,-16 0 8,0 1 1,0 0-1,0-1 1,0 1-1,-1-1 1,1 0-1,0 1 0,0-1 1,-1 0-1,1 0 1,0 0-1,-1 0 1,1-1-1,-1 1 1,0 0-1,1-1 1,-1 1-1,0-1 1,2-2-1,-1 0 1,0 0-1,0-1 1,0 1-1,0-1 1,-1 0-1,0 0 1,1-7-1,0-5 17,-1 0-1,-1 0 1,-3-24-1,3 39-38,0 0 0,0 0 0,-1 0 0,1 0 0,-1 1-1,0-1 1,1 0 0,-1 0 0,0 0 0,0 0-1,0 1 1,0-1 0,-1 1 0,1-1 0,-3-2 0,5 12-7714,11 6 2611,14 1-2673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51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745 3 5346,'0'0'17067,"-18"-1"-13449,-61 0-1204,74 2-2266,-1 0 0,1 0 0,-1 0 0,1 1 0,0 0 0,0 0 0,0 1 1,0-1-1,0 1 0,0 0 0,1 1 0,-1-1 0,1 1 0,0-1 0,0 1 0,0 1 0,1-1 0,0 0 0,-1 1 0,1 0 0,-4 10 1,5-12-160,0 1 0,0 0 0,1 0 0,-1 0 0,1 0 0,0 0 1,0 0-1,1 0 0,-1 0 0,1 0 0,0 0 0,0 0 1,0 0-1,1 0 0,0 5 0,3-8-86,-1 0 1,1-1-1,0 0 1,0 0-1,-1 0 0,1 0 1,0 0-1,7-2 0,-5-1 21,-1 0-1,1-1 0,0 0 1,-1 0-1,0 0 0,0 0 1,0-1-1,-1 1 0,1-1 1,-1-1-1,0 1 0,4-8 1,6-7-251,29-35-663,-43 55 989,0-1 0,0 1 0,0 0 0,0 0 1,0 0-1,0 0 0,0 0 0,0 0 0,0 0 0,0 0 0,0 0 0,0-1 0,0 1 0,0 0 0,0 0 0,0 0 0,0 0 0,0 0 0,0 0 0,0 0 0,0 0 0,0 0 0,0-1 0,1 1 0,-1 0 0,0 0 0,0 0 0,0 0 1,0 0-1,0 0 0,0 0 0,0 0 0,0 0 0,0 0 0,0 0 0,1 0 0,-1 0 0,0 0 0,0 0 0,0 0 0,0 0 0,0 0 0,0 0 0,0 0 0,0 0 0,0 0 0,1 0 0,-1 0 0,0 0 0,0 0 0,0 0 0,0 0 0,0 0 1,0 0-1,0 0 0,0 0 0,0 0 0,1 0 0,-1 0 0,0 0 0,0 0 0,0 0 0,0 0 0,0 0 0,0 0 0,0 0 0,0 1 0,0-1 0,0 0 0,1 8 3,-1-6-11,-3 38-35,-1 1 1,-15 58 0,-2 20-257,6 9 12,-16 108-228,23-196 469,-1 0 0,-2-1 0,-28 65 0,33-90 171,-1 0 1,-1-1 0,0 0-1,0 0 1,-1-1 0,-1 0-1,0-1 1,-1 0-1,0 0 1,-14 9 0,17-14 142,-1-1 1,0 0-1,-1 0 1,1-1-1,-1-1 1,0 1-1,0-2 0,0 1 1,0-1-1,-1-1 1,1 0-1,0 0 1,-1-1-1,1 0 1,-18-3-1,17 0-246,-1 0-1,0-1 1,1 0-1,0 0 0,0-1 1,0-1-1,1 0 1,-1 0-1,1-1 1,1 0-1,-1-1 1,1 0-1,1-1 0,-10-11 1,7 7-44,1 0 0,0-1 0,1 0 0,1-1 0,0 1 0,1-2 0,1 1 0,0-1 1,-6-30-1,10 35-370,0 0 0,1 0 0,0 0 1,1 0-1,1-15 0,0 21 129,0 1-1,0 0 0,0-1 1,1 1-1,-1 0 1,1 0-1,0 0 1,0 0-1,0 0 0,1 0 1,-1 1-1,1-1 1,0 1-1,0-1 0,7-4 1,15-11-2456,1 2-1,38-20 1,15-2-5214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51.4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7155,'0'0'17478,"18"-3"-15139,59-8-495,-75 10-1744,0 1 1,1 0-1,-1-1 1,0 1 0,1 0-1,-1 0 1,0 0-1,0 1 1,1-1-1,-1 0 1,0 1-1,0 0 1,0-1-1,1 1 1,-1 0-1,0 0 1,0 0-1,0 0 1,-1 1 0,1-1-1,0 1 1,0-1-1,-1 1 1,1-1-1,0 1 1,-1 0-1,0 0 1,1 0-1,-1 0 1,0 0-1,0 0 1,0 0-1,0 2 1,1 5-26,0 0 1,0 0-1,-1-1 1,-1 1-1,1 0 1,-2 12-1,1-8-70,0-3-5,0-7 0,1 0 0,-1 0 0,0 0 0,0 0 0,-1 0 0,1-1 0,0 1 0,-1 0 0,0 0 0,-1 3 0,2-9 0,5-16 0,-5 19 0,1-1 0,-1 1 0,0-1 0,0 1 0,1-1 0,-1 1 0,0 0 0,1-1 0,-1 1 0,0 0 0,1-1 0,-1 1 0,1 0 0,-1-1 0,0 1 0,1 0 0,-1 0 0,1 0 0,-1-1 0,1 1 0,-1 0 0,1 0 0,-1 0 0,1 0 0,-1 0 0,1 0 0,-1 0 0,1 0 0,-1 0 0,1 0 0,-1 0 0,1 0 0,-1 0 0,1 0 0,-1 1 0,1-1 0,-1 0 0,0 0 0,1 1 0,2 2 0,-1 0 0,-1 0 0,1 0 0,0 0 0,-1 1 0,0-1 0,0 1 0,0-1 0,0 1 0,0-1 0,-1 4 0,4 8 0,-2-7 14,1 1 0,0-1 1,1 1-1,0-1 0,0 0 0,11 14 1,-13-20-141,0 0 0,0 0 1,0 0-1,0-1 0,0 1 1,0 0-1,1-1 0,-1 0 1,0 1-1,1-1 0,4 1 1,-4-1-267,0-1-1,0 0 1,0 1 0,-1-1 0,1 0 0,0 0-1,0-1 1,0 1 0,0-1 0,0 1-1,0-1 1,5-2 0,-4 1-458,0 0 1,0-1-1,0 1 1,-1-1-1,1 0 1,4-4-1,25-28-8674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51.7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4274,'0'0'17757,"17"25"-13982,8 10-2775,85 129 2122,-91-129-2885,-2 0-1,-2 1 1,-1 1 0,-2 1-1,-1-1 1,-2 2-1,-2-1 1,-1 1-1,-2 0 1,-2 1-1,-4 65 1,0-85-237,0-1 0,-1 0 1,-1 1-1,-1-1 0,-1-1 0,0 1 1,-2-1-1,0 0 0,-17 27 0,9-21-4,-1 0-1,-1-2 0,-1 0 0,-1-1 0,-42 33 0,45-44-1287,3-9-5198,4-1-1052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06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337 125 2321,'0'0'6931,"11"-19"-5965,34-57 26,-27 50 1118,-18 26-2026,0 0 0,0-1-1,0 1 1,0 0 0,1 0-1,-1 0 1,0-1 0,0 1-1,0 0 1,0 0 0,0 0-1,1 0 1,-1-1 0,0 1-1,0 0 1,0 0 0,1 0-1,-1 0 1,0 0-1,0 0 1,1 0 0,-1 0-1,0 0 1,0 0 0,1-1-1,-1 1 1,0 0 0,0 0-1,0 0 1,1 1 0,-1-1-1,0 0 1,0 0 0,1 0-1,-1 0 1,0 0 0,0 0-1,1 0 1,-1 0 0,1 2 90,-1 1 1,0-1 0,0 0 0,1 0 0,-1 0 0,0 0-1,-1 0 1,1 0 0,0 0 0,-1 3 0,-10 39 344,-2 0-1,-2 0 1,-24 47 0,11-24-244,-233 490 190,257-549-466,-9 16-449,-14 33-260,25-52-587,1-1-1,0 1 1,0 0-1,0-1 1,0 10-1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07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421 0 4018,'0'0'13115,"4"9"-11714,-2-4-1274,0 0 1,0 0-1,-1 1 1,0-1 0,0 0-1,-1 1 1,1-1-1,-1 0 1,0 1-1,-1-1 1,1 0-1,-1 1 1,-3 9 0,-3 9 391,-22 44 1,17-40-242,-199 370 2258,108-215-2333,95-170-265,-6 13 157,-17 40 0,29-58-229,-1 0 0,1 0 0,0 0 0,0 0 1,1 0-1,0 0 0,1 1 0,0-1 0,1 16 0,-1-23-22,1 0-1,-1 0 1,0 0 0,1 0-1,-1-1 1,1 1-1,-1 0 1,1 0-1,0 0 1,-1 0-1,1-1 1,0 1 0,-1 0-1,1-1 1,0 1-1,0-1 1,-1 1-1,1-1 1,0 1-1,0-1 1,0 1 0,0-1-1,0 0 1,0 1-1,0-1 1,0 0-1,0 0 1,0 0 0,0 0-1,0 0 1,0 0-1,0 0 1,1 0-1,2 0-695,0-1 0,0 1-1,0-1 1,-1 0 0,1 0-1,0-1 1,0 1 0,3-2-1,32-28-8778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07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0 8292,'0'0'12352,"-8"20"-10023,-128 308 1748,124-296-4067,-95 237 567,47-88-3739,58-174 1961,0 1-1,0 0 0,1-1 1,-1 12-1,2-19 1117,0 1-1,0-1 1,0 0-1,0 0 1,0 0-1,0 0 1,0 0-1,0 0 1,0 0-1,0 0 0,0 1 1,0-1-1,0 0 1,0 0-1,0 0 1,0 0-1,0 0 1,0 0-1,0 0 1,0 0-1,0 1 1,0-1-1,0 0 1,0 0-1,0 0 1,1 0-1,-1 0 1,0 0-1,0 0 1,0 0-1,0 0 1,0 0-1,0 0 1,0 0-1,0 0 1,0 0-1,0 0 1,1 1-1,-1-1 1,0 0-1,0 0 1,0 0-1,0 0 1,0 0-1,0 0 1,0 0-1,0 0 0,1 0 1,-1 0-1,0 0 1,0-1-1,0 1 1,0 0-1,0 0 1,0 0-1,0 0 1,18 0-7073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07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6 4706,'0'0'17678,"-11"18"-16195,-36 60-243,44-71-1144,0 0-1,1-1 0,-1 1 1,1 1-1,0-1 0,1 0 1,0 0-1,0 1 0,1-1 1,-1 1-1,2-1 0,1 13 1,-1 1-82,0-19-20,-1 1-1,0-1 0,1 0 1,-1 0-1,1 0 0,0 0 1,0 0-1,0 0 0,0 0 1,0 0-1,0 0 0,0-1 1,1 1-1,-1 0 0,1-1 1,-1 1-1,1-1 0,-1 1 1,1-1-1,0 0 0,0 1 1,0-1-1,0 0 0,0 0 1,0-1-1,0 1 0,0 0 1,0-1-1,0 1 0,0-1 1,4 1-1,-3-1-18,1 0-1,-1 1 1,1-1 0,-1 0 0,1-1-1,0 1 1,-1-1 0,1 1-1,-1-1 1,1 0 0,-1 0 0,0-1-1,1 1 1,-1-1 0,0 0 0,0 0-1,0 0 1,5-4 0,-2-1 18,-1 0-1,1-1 1,-2 0 0,1 1 0,-1-2-1,0 1 1,-1 0 0,0-1 0,0 1 0,2-13-1,-2 1 55,0 1-1,-2-1 1,-1-33-1,0 51-46,0 1-1,0-1 0,0 0 0,0 0 1,-1 0-1,1 1 0,-1-1 0,1 0 1,-1 1-1,0-1 0,0 0 0,0 1 1,0-1-1,0 1 0,0-1 0,0 1 1,0 0-1,0-1 0,-1 1 0,1 0 0,-1 0 1,1 0-1,-1 0 0,1 0 0,-1 0 1,1 0-1,-1 1 0,0-1 0,1 0 1,-1 1-1,0-1 0,0 1 0,1 0 1,-1 0-1,0 0 0,0 0 0,0 0 1,0 0-1,1 0 0,-1 0 0,-2 1 0,2 0-218,1 0 0,0-1 0,0 1 0,-1 0 0,1 0 0,0 0 0,0-1 0,0 1-1,0 0 1,0 1 0,0-1 0,0 0 0,1 0 0,-1 0 0,0 0 0,0 1-1,1-1 1,-1 0 0,1 1 0,0-1 0,-1 0 0,1 1 0,0-1 0,0 1-1,-1 2 1,-2 39-10070,3-20 1093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08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758 18 4082,'0'0'9940,"-19"-3"-5756,-64-11-956,75 14-2951,0-1 1,1 1-1,-1 1 0,0 0 1,0 0-1,0 0 0,0 1 1,1 0-1,-1 0 0,1 1 1,0 0-1,0 1 1,0-1-1,0 1 0,0 1 1,-6 5-1,4-3-154,1 0 0,0 1 0,0 0 0,1 1-1,0 0 1,0 0 0,1 0 0,0 1 0,-7 17 0,11-23-122,1 1 1,-1-1 0,1 1-1,0-1 1,0 1-1,1-1 1,-1 1-1,1 6 1,0-9-6,0-1 1,1 1-1,-1-1 0,0 1 0,1-1 1,-1 1-1,1-1 0,-1 1 0,1-1 1,0 1-1,0-1 0,-1 0 1,1 0-1,0 1 0,0-1 0,0 0 1,1 0-1,-1 0 0,0 0 0,0 0 1,0 0-1,1 0 0,-1 0 1,1-1-1,2 2 0,10 2-183,0-1-1,1-1 0,0 0 1,-1-1-1,1-1 0,19-1 1,-3 1-522,-30 0 707,0 0 0,0 0 1,0 0-1,0 0 0,0 0 0,0 0 1,0 0-1,0-1 0,0 1 0,0 0 1,0 0-1,0-1 0,0 1 0,0-1 1,0 1-1,0-1 0,0 1 1,0-1-1,-1 0 0,1 1 0,0-1 1,0 0-1,-1 1 0,1-1 0,0-1 1,-40 124 416,-43 244 1,27-101 193,7-100-299,42-148-131,-1 0-1,-1-1 0,-1 0 1,0 0-1,-1-1 0,0 0 1,-15 16-1,20-26-29,1-1 0,-1 0-1,0 0 1,0-1 0,0 1 0,0-1 0,-1 0-1,1-1 1,-9 4 0,11-5-89,0-1 1,0 1-1,0 0 0,0-1 0,0 0 1,0 0-1,0 0 0,0 0 1,0 0-1,0-1 0,0 1 1,0-1-1,0 0 0,0 1 1,1-1-1,-1-1 0,0 1 0,0 0 1,1-1-1,-1 1 0,-2-3 1,-8-8-25,1 0 1,0-1-1,1 0 0,0-1 1,1-1-1,-14-26 1,2-3-416,-20-55 1,32 70-310,1 0 0,1-1 0,2 0 0,1 0 0,1-1 0,1-44 1,3 72 506,0 1 1,0-1 0,0 0 0,1 1-1,-1-1 1,1 0 0,0 1 0,0-1 0,0 1-1,0-1 1,0 1 0,1 0 0,-1-1-1,0 1 1,1 0 0,0 0 0,0 0 0,0 0-1,0 0 1,0 0 0,0 0 0,3-1-1,4-2-743,0 1-1,0 0 0,0 0 1,17-4-1,-7 2-388,44-14-4410,12-3-1494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08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0 100 1601,'0'0'23229,"10"-1"-21335,-4 0-1549,-4 1-262,0-1 0,0 1-1,0-1 1,0 1 0,0 0-1,-1 0 1,1 0 0,0 0-1,0 0 1,0 0 0,0 1-1,0-1 1,0 1 0,-1-1-1,1 1 1,0-1 0,0 1-1,-1 0 1,1 0 0,0 0-1,-1 0 1,1 0 0,-1 0 0,1 1-1,-1-1 1,0 0 0,1 1-1,-1-1 1,0 1 0,1 2-1,3 10 223,-1 0 0,-1 1-1,0-1 1,-2 0 0,1 1-1,-1 0 1,-1-1 0,-1 1-1,-3 21 1,-6-8-225,3-15-101,19-35-329,1 1 1,2 1 0,0 0 0,1 1-1,0 0 1,2 1 0,24-19 0,-16 16 98,0 2 0,2 1-1,0 1 1,1 1 0,32-13 0,-48 24 323,1-1 0,0 2 0,-1 0 0,1 1 0,1 0 0,-1 1 0,0 0 0,22 1 0,-35 1-38,0 0 0,0 1 0,0-1-1,0 0 1,0 1 0,0-1 0,0 1-1,0-1 1,0 1 0,0-1 0,0 1-1,-1 0 1,1-1 0,0 1 0,0 0-1,-1 0 1,1 0 0,0 0 0,-1-1 0,1 1-1,0 0 1,-1 0 0,0 0 0,1 0-1,-1 0 1,1 0 0,-1 1 0,0-1-1,0 0 1,0 0 0,0 0 0,0 0-1,0 1 1,0 3 125,0 0 0,0 0 0,-1 0 0,1-1-1,-1 1 1,-3 7 0,0-3 55,-1 0 0,0 0 1,0-1-1,-1 0 0,-13 15 0,13-18-245,1 1 0,0 0 0,0 0 0,1 0-1,0 0 1,0 1 0,0 0 0,1 0 0,0 0 0,0 0 0,1 1 0,-2 7-1,4-14-92,-2 10-2142,-3-5-2197,-3-5-2437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0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1 5218,'0'0'15853,"0"3"-14143,1 10-1068,-1-1 1,-1 1-1,0 0 0,0-1 0,-1 1 1,-1 0-1,0-1 0,-10 23 0,-7 10 65,-25 42 0,24-48-292,-118 249 23,86-161-4211,53-125 1396,3-11-3276,-2-3 2379,2-9 241,18-20-2548,7-10-179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0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1 3458,'0'0'18264,"13"9"-15220,-9-5-2800,1-1 21,-1 0-1,0 1 0,0-1 1,0 1-1,0 0 1,0 0-1,5 8 1,-8-9-140,0 0-1,0 0 1,0 0 0,0-1 0,0 1 0,-1 0 0,0 0 0,1 0 0,-1 0 0,0 0 0,0 0 0,0 0 0,-1 0 0,1 0 0,-1 0 0,0 0 0,0 0 0,0 0 0,0 0 0,-2 3 0,-106 203 3097,73-147-3273,3 2 0,2 1-1,-27 87 1,54-139-43,1-1 1,1 0-1,0 1 0,1 0 0,0-1 1,1 1-1,2 14 0,-2-26-295,1 0 0,-1 1-1,1-1 1,0 0-1,-1 0 1,1 0 0,0 0-1,0 0 1,0-1-1,0 1 1,0 0 0,0 0-1,0-1 1,0 1 0,0 0-1,0-1 1,0 1-1,0-1 1,0 1 0,1-1-1,-1 0 1,0 0-1,0 1 1,1-1 0,-1 0-1,0 0 1,0 0 0,1 0-1,-1 0 1,0-1-1,0 1 1,2-1 0,3 1-2179,15 0-9006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1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3586,'0'0'14102,"16"-18"-11938,55-59-427,-65 72-1504,1 0 0,0 0 0,0 1 1,0 0-1,1 0 0,0 0 1,0 1-1,0 1 0,0-1 0,0 1 1,0 0-1,0 1 0,1 0 1,-1 0-1,14 2 0,-7-2 202,-11 0-301,0 1 0,1 0 1,-1 0-1,0 0 1,1 0-1,-1 1 0,0 0 1,0 0-1,0 0 0,0 0 1,0 1-1,0-1 0,0 1 1,7 4-1,-9-3-86,1-1-1,-1 1 1,0 0 0,0 0-1,0 1 1,0-1 0,-1 0-1,1 0 1,-1 1 0,0-1-1,0 1 1,0-1 0,0 1-1,-1 0 1,1-1 0,-1 1-1,0 4 1,1 2 44,-1 0 0,0 0 0,-1 0 0,0 0 0,-1 0 0,1 0 0,-2-1 0,1 1 0,-2-1 0,1 0 0,-1 1 0,-1-2-1,1 1 1,-12 15 0,4-5 266,10-14-273,-1 0 0,0 0 0,-1 0 0,0-1 0,-7 9-1,10-14-97,1 1 0,0-1 0,-1 0 0,1 1 0,0-1 0,0 0 0,-1 1 0,1-1 0,0 0 0,0 1 0,0-1 0,0 0 0,0 0-1,0 1 1,0-1 0,0 0 0,0 1 0,0-1 0,0-1 0,1-5-76,1 0 1,-1 0-1,1 1 0,0-1 0,1 0 1,0 1-1,0-1 0,0 1 0,1 0 1,0 0-1,0 0 0,7-7 1,7-6-113,0 0 0,23-17 1,-3 5 80,63-39 0,-83 59 140,2 1 0,-1 0 0,1 1 0,1 1 0,36-9-1,-55 17 1,-1-1 0,1 1-1,-1-1 1,1 1 0,0 0-1,-1 0 1,1-1 0,0 1-1,-1 0 1,1 1-1,0-1 1,-1 0 0,1 0-1,-1 1 1,1-1 0,0 1-1,-1-1 1,1 1 0,-1 0-1,1-1 1,-1 1-1,0 0 1,1 0 0,-1 0-1,0 0 1,1 0 0,-1 1-1,0-1 1,0 0 0,0 1-1,0-1 1,1 3-1,0 3 122,0 0 0,-1-1 0,0 1 0,0 0 0,-1 0 0,0 12 0,0-16-105,0 2 31,1 8 245,-1 0-1,-1 1 1,0-1 0,-1 0-1,0 0 1,-7 21 0,-1-11-218,7-17-139,-1 1 0,2 0 1,-1 0-1,1 1 0,0-1 1,-2 11-1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3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408 242 8100,'0'0'11749,"-23"5"-9484,17-4-2146,-9 1 29,1 1 1,0 0-1,0 1 0,0 1 1,0 0-1,1 1 1,0 1-1,0 0 0,1 0 1,0 1-1,-14 13 1,3 0 28,2 2-1,0 1 1,1 1 0,2 0 0,0 1 0,-15 33 0,24-41-163,1-1-1,1 1 1,1 1-1,1 0 1,0 0-1,1 0 1,1 0-1,1 0 1,1 1-1,0-1 1,3 23-1,-2-38-13,1 0-1,0 0 0,0 0 0,0-1 1,0 1-1,0 0 0,1 0 0,0-1 1,0 1-1,0-1 0,0 1 0,0-1 1,0 0-1,1 0 0,0 0 0,4 4 1,-2-4-1,0 0 0,0 0-1,0 0 1,0-1 0,0 0 0,1 0 0,-1 0 0,1 0 0,-1-1 0,10 1 0,0-1 2,0-1-1,0 0 1,0-1 0,0-1-1,0 0 1,0-1-1,0-1 1,16-6 0,1-3 7,-2-1 1,0-1 0,-1-2-1,0-1 1,-1-1 0,-1-1-1,-1-2 1,-1-1 0,-2 0-1,35-45 1,-40 46-3,-2-1 0,-1-2-1,-1 1 1,-1-1 0,-1-1 0,-1 0 0,-2-1-1,0 0 1,-2-1 0,-1 0 0,-1 1 0,2-58-1,-7 74 7,0 0-1,-1 1 1,0-1-1,-1 1 1,0-1-1,-1 1 1,0-1-1,-4-9 1,4 14 19,0 1 1,-1-1-1,1 1 1,-1 0-1,0 0 1,-1 0-1,1 0 1,-1 1-1,0 0 1,0 0 0,0 0-1,0 0 1,-1 1-1,-8-4 1,3 2 1,0 2 0,0-1 0,0 1 1,-1 1-1,1 0 0,-1 0 0,1 1 1,-1 1-1,0 0 0,1 0 0,-1 1 1,1 1-1,-1 0 0,-18 6 0,22-5-224,0 0-1,0 0 1,0 1 0,0 0-1,1 1 1,-1 0-1,1 0 1,-11 11-1,13-11-253,1 0-1,0 0 0,0 1 0,0-1 1,0 1-1,1 0 0,0 0 0,0 0 1,1 1-1,0-1 0,0 1 0,-1 6 0,0 34-6479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3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751 1 14439,'0'0'3777,"-140"6"-879,38 44-193,-17 29-912,-1 26-209,10 16-367,26 9-529,32 2-528,29-7-128,23-10-64,27-13-96,29-18-704,24-17-993,12-23-416,6-19-1841,-2-25-3361,-12 0-3522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4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11973,'0'0'13148,"12"17"-11427,-2-2-1363,-3-7-195,-1 1 0,0 1-1,0-1 1,-1 1-1,-1 0 1,1 0 0,-2 0-1,1 1 1,-1-1 0,1 13-1,-1 15 700,-1 46 0,-2-58-433,0-25-335,3-3-85,1 1 0,-1 0 0,0-1 0,0 0 0,0 0 0,0 0 0,0 0 0,0 0-1,0-1 1,-1 1 0,1-1 0,2-4 0,3-1-8,6-6-1,40-39-348,74-54 0,-128 106 364,0 1 1,0 0-1,0 0 1,0 0 0,0 0-1,0 0 1,1 0-1,-1 0 1,0 0 0,0 0-1,0 0 1,0 0-1,0 0 1,0 0 0,0 0-1,1 0 1,-1 0-1,0 0 1,0 0-1,0 0 1,0 0 0,0 0-1,0 0 1,0 0-1,1 0 1,-1 0 0,0 0-1,0 0 1,0 0-1,0 0 1,0 0 0,0 0-1,0 0 1,0 0-1,1 0 1,-1 0 0,0 0-1,0 1 1,0-1-1,0 0 1,0 0-1,0 0 1,0 0 0,0 0-1,0 0 1,0 0-1,0 0 1,0 1 0,0-1-1,0 0 1,0 0-1,0 0 1,0 0 0,0 0-1,0 0 1,0 1-1,0-1 1,0 0-1,0 0 1,0 0 0,0 0-1,0 0 1,0 0-1,0 0 1,0 1 0,-2 14 272,-6 17-209,5-20-161,0 1-1,2-1 0,-1 0 0,2 25 0,0-37 70,0 2-127,0 0 1,0-1-1,0 1 0,0-1 1,0 1-1,1 0 0,-1-1 1,1 1-1,-1-1 0,1 1 1,-1-1-1,1 1 0,0-1 1,0 0-1,0 1 0,0-1 1,0 0-1,0 0 0,0 0 1,0 1-1,3 0 0,-1 0-491,0 0 0,0-1-1,0 0 1,1 0 0,-1 0-1,1 0 1,-1 0 0,1 0 0,4-1-1,30 1-8317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4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1 816,'0'0'15850,"-9"18"-11682,-103 253 4385,-52 217-5250,160-480-3469,0 3-129,0 0 0,1 1 0,-2 13 0,4-24 115,1 0 0,0 1-1,-1-1 1,1 0 0,0 1 0,0-1 0,0 0 0,0 1 0,0-1-1,0 0 1,0 1 0,1-1 0,-1 0 0,0 1 0,1-1-1,-1 0 1,1 0 0,-1 1 0,1-1 0,0 0 0,-1 0-1,1 0 1,0 0 0,0 0 0,0 0 0,0 0 0,0 0-1,0 0 1,0 0 0,0-1 0,0 1 0,0 0 0,0-1-1,1 1 1,-1-1 0,2 1 0,38 1-4985,16-2-2182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4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25 14759,'0'0'4941,"-24"4"-62,-76 18-1194,97-22-3581,0 1 0,0 0 0,0 0 0,0 0 0,0 1 0,1-1 0,-1 1 0,0-1 0,1 1 0,0 0 1,-1 0-1,1 0 0,0 0 0,0 0 0,0 1 0,0-1 0,0 1 0,0-1 0,1 1 0,0 0 0,-1 0 1,1-1-1,0 1 0,0 0 0,0 0 0,1 0 0,-1 0 0,1 0 0,0 0 0,-1 1 0,2 5 0,-1-4-89,1 0 1,0 0-1,0 0 0,1-1 0,-1 1 0,1 0 0,0 0 0,0-1 0,1 1 0,0-1 0,-1 0 1,1 0-1,0 0 0,1 0 0,4 4 0,1-1-69,1-1 0,0 0 1,0 0-1,1-1 0,0-1 0,0 1 1,0-2-1,20 5 0,-9-5-473,1 0 1,-1-2-1,36-1 0,-55 0 431,1-1-1,-1 1 0,0 0 1,0-1-1,1 0 0,-1 0 0,0 0 1,0 0-1,0 0 0,0-1 1,0 1-1,0-1 0,0 0 1,-1 0-1,1 0 0,-1 0 1,1-1-1,2-3 0,-2 2-18,0 0 0,-1 0-1,0-1 1,0 1 0,0-1-1,0 0 1,-1 0 0,1 0-1,-1 1 1,-1-1 0,1-7 0,0 0-233,-2-1 0,1 0 1,-2 0-1,0 1 0,0-1 1,-1 1-1,0-1 0,-11-21 1,4 4-6085,9 25-268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5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796 47 8244,'0'0'15431,"-21"-7"-11880,-71-24-1283,85 29-2115,0 0 1,0 1 0,0-1-1,0 1 1,0 1 0,0 0 0,-9 0-1,14 0-108,-1 1 0,1-1 0,0 1 0,-1-1-1,1 1 1,0 0 0,0 0 0,-1 0 0,1 0-1,0 0 1,0 1 0,0-1 0,0 1 0,0-1-1,-1 3 1,0 1-297,0 0 0,0 0-1,1 0 1,0 1 0,0-1 0,1 0 0,-1 1-1,1 0 1,0-1 0,1 1 0,-1 0-1,1-1 1,1 9 0,0-13 161,0-1 0,-1 1 0,1-1 0,0 0 0,0 1 0,0-1 0,0 0 0,0 0 0,-1 0 0,1 1 0,0-1 0,0 0 0,0 0 0,0 0 0,0 0 0,0 0 0,0-1 0,1 1 0,0 0 98,-1-1 1,1 1 0,0 0 0,0 0 0,0 0 0,-1 0 0,1 1-1,0-1 1,0 1 0,0-1 0,-1 1 0,1-1 0,0 1 0,1 1-1,1 5-15,-2 0 0,1 0 0,-1 1 0,0-1 0,0 0 0,-1 1 0,0 0 0,-1-1 0,0 13 0,1 0 14,4 415 155,-7-246-117,3-167 112,-2 0-1,0 0 1,-2 0-1,0 0 1,-8 28-1,9-45-104,1 0-1,-1 0 1,-1 0 0,1 0-1,-1 0 1,0 0 0,0-1-1,0 1 1,0-1-1,-1 0 1,0 0 0,0 0-1,0-1 1,0 1-1,-1-1 1,1 0 0,-1 0-1,0 0 1,0-1 0,0 0-1,0 0 1,0 0-1,0-1 1,-1 1 0,1-1-1,0 0 1,-7 0 0,-10-1 336,1 0 1,-1-1 0,0-2 0,1 0 0,0-1 0,0-1 0,0-1-1,-40-17 1,28 7-288,-1-1-1,2-2 1,0-2-1,-38-31 1,64 47-104,1 0-1,-1-1 1,1 1-1,0-1 1,0 0 0,0 0-1,1-1 1,0 1 0,0-1-1,-4-11 1,7 15-123,0 0 0,1 0 0,-1 0 1,1 0-1,-1 0 0,1 0 0,0 0 1,0 0-1,0 0 0,1 0 0,-1 0 1,1 0-1,0 0 0,0 0 0,0 0 1,0 0-1,0 0 0,0 0 0,1 1 0,-1-1 1,1 0-1,0 1 0,0 0 0,0-1 1,0 1-1,0 0 0,1 0 0,4-3 1,19-12-3102,0 0 1,34-13-1,-59 29 3053,74-36-11118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5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52 17256,'0'0'10933,"18"-9"-9620,58-28-769,-75 37-529,0-1 0,-1 1 0,1-1 1,0 1-1,0-1 0,-1 1 0,1-1 0,0 1 1,0 0-1,0 0 0,0-1 0,-1 1 0,1 0 1,0 0-1,0 0 0,0 0 0,0 0 0,0 0 1,0 0-1,0 0 0,-1 1 0,1-1 0,0 0 1,0 0-1,0 1 0,0-1 0,-1 0 0,1 1 1,0-1-1,0 1 0,-1-1 0,1 1 0,0-1 1,0 2-1,0 0 17,-1-1-1,0 1 1,1 0 0,-1 0-1,0 0 1,0 0 0,0-1-1,0 1 1,0 0 0,-1 3-1,0 1 121,1 2-51,-1-1-1,1 0 1,-1 1-1,-1-1 1,0 0-1,0 0 1,0 0-1,-1 0 1,0 0-1,0 0 1,0-1-1,-6 7 1,-3 4 36,-2-1 1,-28 27-1,-8 8-167,114-92 30,-61 40 4,92-61-85,-82 55-39,0 0 0,0 1-1,1 0 1,-1 2 0,26-7 0,-39 11 124,0 0 0,0 0-1,0 0 1,0 0-1,0 0 1,1 0 0,-1 0-1,0 0 1,0 0-1,0 0 1,0 0 0,0 0-1,0 0 1,1 0-1,-1 0 1,0 0 0,0 0-1,0 0 1,0 0-1,0 0 1,0 0 0,0 0-1,1 0 1,-1 0-1,0 0 1,0 0 0,0 1-1,0-1 1,0 0-1,0 0 1,0 0 0,0 0-1,0 0 1,1 0-1,-1 0 1,0 0 0,0 0-1,0 1 1,0-1-1,0 0 1,0 0 0,0 0-1,0 0 1,0 0-1,0 0 1,0 0 0,0 1-1,0-1 1,0 0-1,0 0 1,0 0 0,0 0-1,0 0 1,0 0-1,0 1 1,0-1 0,0 0-1,0 0 1,0 0-1,0 0 1,-1 0 0,1 4 106,-1 17 141,-8 39 1,5-37-265,1 0 0,-1 24 0,4-33-96,0 0-77,0 0-1,1 0 1,5 26 0,-5-36-290,0 0 0,0 0 0,1 0 0,0 0 0,0 0 0,0 0 0,3 4 0,-3-6-318,1 1 0,-1-1 0,0 0-1,1 0 1,-1 0 0,1 0 0,0 0 0,0 0-1,-1-1 1,6 3 0,26 1-14205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9:16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0 15591,'0'0'8033,"12"31"-4965,8 20-1960,103 301 2971,-99-258-3902,-4 1 1,-4 0 0,-5 1-1,0 107 1,-11-182-178,-1 0 0,0 0 0,-2-1 0,-7 34 0,7-45 0,0 0 0,-1 0 0,0-1 0,-1 1 0,1-1 0,-1 0 0,-1 0 0,0 0 0,0-1 0,0 0 0,-1 0 0,-8 6 0,-1-2 0,1-1 0,-2-1 0,1 0 0,-1-1 0,-20 7 0,18-9 0,1 2 0,0 1 0,0 0 0,-18 13 0,33-20-116,1 1-1,-1-1 1,1 1 0,0-1 0,-1 1-1,1 0 1,0 0 0,1 0-1,-1 0 1,1 0 0,-1 0 0,-1 6-1,-4 8-9784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3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59 256,'0'0'15162,"4"-8"-13852,0-1-693,5-10-166,-7-2 5951,-18 19-5394,2 3-1068,0-1 0,1 2 0,-1 0 1,1 0-1,-1 1 0,1 1 0,0 0 0,0 1 0,0 0 0,1 1 0,0 1 0,-13 8 0,11-6-125,9-6 108,-1 0 0,1 0-1,0 1 1,0 0 0,0 0 0,-6 8 0,10-12 26,1 1 1,0 0 0,-1-1 0,1 1 0,0 0 0,0 0-1,-1 0 1,1-1 0,0 1 0,0 0 0,0 0 0,0 0 0,0-1-1,0 1 1,0 0 0,0 0 0,1-1 0,-1 1 0,0 0-1,0 0 1,0 0 0,1-1 0,-1 1 0,1 0 0,-1-1 0,0 1-1,1 0 1,-1-1 0,1 1 0,0-1 0,-1 1 0,1 0 0,-1-1-1,1 1 1,0-1 0,-1 0 0,1 1 0,0-1 0,0 0-1,-1 1 1,2-1 0,38 15-301,-32-12 69,10 3-2,0 1 1,0 1-1,0 0 1,-2 1-1,19 13 1,-31-19 251,1 1 1,0 0 0,-1 0-1,0 1 1,0-1 0,0 1 0,0 0-1,-1 0 1,0 0 0,0 1-1,0-1 1,-1 1 0,0 0-1,0-1 1,0 1 0,-1 0-1,1 0 1,-2 0 0,1 0 0,0 7-1,-1-8 109,-1 1 0,1 0 0,-1-1 0,0 1 1,0-1-1,-1 0 0,0 1 0,0-1 0,0 0 0,0 0 0,-1 0 0,0 0 0,0-1 0,-5 7 0,2-4 170,-1-1-1,0 1 0,0-1 1,0-1-1,-1 1 0,0-1 1,-16 7-1,20-9-223,-2-1 0,1 0 1,0 0-1,0 0 0,-1 0 0,1-1 0,-1 0 1,1 0-1,-9 0 0,14-3-236,-1 0 0,0 1 0,0-1 0,1 0 0,-1 0 0,1 0-1,0 0 1,-1 0 0,1 0 0,0 1 0,0-1 0,0 0 0,1 0 0,-1 0 0,1-3 0,-1 4 20,1-4-458,-1 1-1,2 0 1,-1 0-1,0 0 1,1 0-1,-1 0 0,1 0 1,0 0-1,1 1 1,-1-1-1,0 1 0,5-5 1,21-24-6694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3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8244,'0'0'14582,"-14"94"-14437,11-77-129,3-2-16,-2-1-577,2 3-1248,-2 0-944,2-5-1937,0-8-1457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3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10421,'0'0'5794,"-13"61"-10916,36-42-1073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3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512 173 7379,'0'0'5651,"4"-19"-2572,12-60 39,-16 77-3002,1 0-1,-1 0 0,1-1 0,-1 1 0,0 0 0,0 0 1,0 0-1,0-1 0,0 1 0,0 0 0,-1 0 0,1 0 1,-1 0-1,1-1 0,-1 1 0,0 0 0,0 0 0,0 0 1,0 0-1,0 0 0,0 1 0,-1-1 0,1 0 0,-1 1 0,1-1 1,-1 0-1,0 1 0,-3-3 0,0 2-55,-1 0 0,1 0 0,-1 1 0,0-1 0,0 1 0,0 0 0,-11 0 0,8 1 120,-9-2-44,-1 2 0,1 0 0,-1 1 0,1 1 0,0 1 0,0 1 0,0 0 0,0 1 0,0 1 0,1 1 0,-31 16 0,35-15-67,0 1 0,0 0-1,1 0 1,0 2 0,1 0-1,0 0 1,1 0 0,0 2-1,0-1 1,2 1 0,0 0-1,0 1 1,1 0 0,-8 23-1,9-15-26,0 0 0,1 1-1,2 0 1,-2 35 0,9 93 43,23 21-18,-17-123-357,-2 1 0,3 78 0,-10-126 142,-1-1 1,0 1 0,0 0 0,0-1 0,0 1-1,0-1 1,0 1 0,-1-1 0,1 1-1,0 0 1,-1-1 0,0 0 0,1 1 0,-1-1-1,0 1 1,1-1 0,-1 0 0,0 1-1,-1 0 1,-1 0-533,1-1 0,-1-1 0,0 1 0,1 0 1,-1-1-1,0 1 0,1-1 0,-1 0 0,0 0 0,0 0 0,-2 0 0,-23 0-6089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4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10101,'0'0'7011,"112"-14"-6339,-72 8-672,6 3-1264,6-11-3987,5-3-2432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4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0 112,'0'0'24867,"-19"25"-22746,-57 85-301,71-102-1601,1 0 0,-1 0 0,2 1 0,-1-1 0,1 1 0,1 0 0,0 0 0,0 0 0,0 0 0,1 11 0,-1 3 275,-6 75-22,7 152 0,1-244-471,1 1 0,0-1 0,0 0 0,1 0 0,-1 0 1,1 0-1,1 0 0,-1-1 0,1 1 0,0-1 0,6 9 0,-7-12-199,0 1 0,0-1 0,1 0 0,-1 0 0,0 0 0,1 0-1,-1 0 1,1-1 0,-1 1 0,1-1 0,3 2 0,-3-3-244,-1 1 1,0-1 0,0 1-1,1-1 1,-1 0-1,0 0 1,1 0-1,-1 0 1,0 0 0,1-1-1,-1 1 1,0-1-1,0 1 1,0-1-1,1 0 1,2-1-1,-5 1 74,1 1 0,0-1-1,-1 1 1,1-1-1,-1 1 1,1-1-1,0 0 1,-1 1 0,0-1-1,1 0 1,-1 1-1,1-1 1,-1 0-1,0 0 1,1 1 0,-1-1-1,0 0 1,0 0-1,1-1 1,0-23-10280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4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15687,'0'0'6339,"169"-25"-4994,-60 10-1345,12-2-481,7-8-3568,-1-4 895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5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755 0 3890,'0'0'6336,"-28"4"-3743,10-2-1989,-9 1 309,0 1-1,0 2 0,1 0 0,-1 2 0,-47 20 1,37-7-100,0 1 0,2 1 0,0 2 0,2 2 0,0 1 0,-43 48 0,51-46-511,0 0 0,2 2-1,2 0 1,1 1 0,1 2-1,2 0 1,-17 49 0,26-60-258,2 0 0,0 0 0,2 1 0,1 0 0,0 0 0,2 0 0,1 0 1,1 0-1,5 29 0,-3-38-75,1-1 0,0 1 0,1-1 0,0 0 0,1-1 0,1 1 0,1-1 1,0-1-1,0 1 0,1-1 0,1-1 0,0 0 0,1 0 0,0-1 0,18 14 0,-9-11-436,1-1 0,0-1-1,1 0 1,0-2 0,1-1-1,27 8 1,-11-7-1677,0-1 0,80 7 0,29-13-5625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6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 5715,'0'0'16295,"-27"96"-14550,21-63-561,1-1-703,5-7-337,0-2-112,0 0-32,0-7-208,0-3-945,0-7-1184,0-29-18601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6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15399,'0'0'6083,"-4"140"-6083,4-90-1009,13-2-1760,8-4-3266,-3-2-2449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6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14567,'0'0'11968,"4"17"-11296,17 55-336,-21-70-334,1 1 0,0-1 0,0 0 0,0 0 0,0 0 0,1 0 0,-1 0 0,0 0 0,1-1 0,-1 1 0,1 0 0,0-1 0,0 1 0,-1-1 0,1 1-1,0-1 1,0 0 0,0 0 0,1 0 0,-1 0 0,0 0 0,0 0 0,0-1 0,1 1 0,-1-1 0,0 1 0,1-1 0,-1 0 0,0 0 0,1 0 0,-1 0 0,0-1 0,5 0 0,4 0-95,-4 1-138,-1-1 0,0-1 0,0 1 0,1-1 0,-1 0 0,-1 0 0,1-1 0,0 0 1,0 0-1,-1 0 0,8-6 0,5-3-544,-17 11 684,-1 23 734,0-19-578,0 2 59,0-1 1,0 1 0,0 0-1,1-1 1,0 1 0,0 0 0,2 7-1,-2-11-123,0 0-1,0 1 0,0-1 1,0 0-1,0 0 0,0 1 0,0-1 1,1 0-1,-1 0 0,0 0 1,1 0-1,-1-1 0,1 1 0,-1 0 1,1-1-1,-1 1 0,1-1 1,-1 1-1,1-1 0,0 0 1,-1 1-1,1-1 0,0 0 0,-1 0 1,4-1-1,11 1-575,-3 1-1558,-1-1 0,1-1-1,13-2 1,0-6-7565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7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0 10725,'0'0'13782,"-98"157"-12613,87-102-17,7 3-239,4-6-321,0-4-384,0-8-208,15-6 0,5-7-432,6-8-1345,1-9-720,2-8-1617,-6-2-2161,-8 0-2353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7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12502,'0'0'5010,"134"-46"-3425,-71 37-1585,8-1-993,4-3-4897,0-8-4563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7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504 18 17112,'0'0'10567,"-23"-3"-9636,-8-1-728,-4-1 163,-68 0-1,93 5-287,-25 0 208,-39 5 0,62-4-252,1 1-1,0 1 1,0 0-1,0 0 1,1 1-1,-1 1 0,-16 9 1,26-13-37,-1 1-1,0 0 1,1 0 0,0 0 0,-1 1-1,1-1 1,0 0 0,0 0 0,0 1-1,0-1 1,0 0 0,1 1 0,-1-1-1,1 1 1,0-1 0,0 1 0,-1-1-1,2 1 1,-1 2 0,5 54-94,-4-55 99,6 47-18,-3 0 1,-2 87 0,-4-112 22,-1 0 0,-1 0 0,-1 0 0,-2-1 0,0 0 0,-2 0 0,-14 29 1,18-44 12,1-3-6,0 0-1,1 0 0,0 1 1,0-1-1,0 1 1,1-1-1,0 1 1,0 11-1,2-18-10,1 0 1,-1-1-1,1 1 0,0-1 1,0 1-1,-1-1 1,1 0-1,0 1 0,0-1 1,-1 0-1,1 0 0,0 1 1,0-1-1,0 0 0,0 0 1,0 0-1,-1 0 1,1 0-1,0 0 0,0 0 1,0 0-1,0 0 0,1-1 1,2 1 14,18-2 26,0 0 0,-1-2 0,1 0 0,-1-2 0,25-9 0,40-10 49,-84 24-93,26-5-885,1 0 0,-1 2 0,32-1 0,-60-3-10734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8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80 15047,'0'0'8420,"21"-7"-5787,-5 1-2224,11-4 51,1 0 0,0 2 0,35-5 0,21 1 1321,113-1 0,-204 29-946,-2 1-833,0 0 0,1 1 0,1 0 0,0 0 0,2 1 0,0-1 1,1 1-1,1 0 0,-2 31 0,6-38-2,0 1 0,0-1 0,1 0 0,0 0 0,1 0 0,1 0 0,0 0 0,0-1 0,1 0 0,8 13 0,0-2 0,2-1 0,1 0 0,34 33 0,-25-31 0,17 19 0,-39-39 0,-1 0 0,1 1 0,-1-1 0,1 1 0,-1 0 0,0 0 0,0 0 0,-1 0 0,1 0 0,0 5 0,-1-8 0,-1 0 0,-1 0 0,1 0 0,0-1 0,0 1 0,0 0 0,0 0 0,0 0 0,-1-1 0,1 1 0,0 0 0,-1 0 0,1-1 0,-1 1 0,1 0 0,0-1 0,-1 1 0,0-1 0,1 1 0,-1 0 0,1-1 0,-1 1 0,0-1 0,1 1 0,-1-1 0,0 0 0,1 1 0,-1-1 0,0 0 0,0 1 0,-1-1 0,-31 7 0,25-6 0,-381 52 0,366-50 0,-101 2-1569,114-5 612,13-2-2677,18-9-1187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8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368 478 2721,'0'0'19948,"-10"-1"-17256,-22-1-1240,1 0 0,-1 3 0,1 0 0,-43 8 0,65-7-1426,-1 1 1,0 0 0,1 0 0,0 1-1,0 0 1,0 1 0,0 0 0,-9 7-1,13-8-32,0 1-1,0-1 0,0 2 0,0-1 1,1 0-1,0 1 0,0 0 0,1 0 1,0 0-1,0 0 0,0 0 0,0 1 1,-1 8-1,1-5 7,1 1 0,0 0 0,1 0 0,0 0 0,1 0 0,1 15 0,-1-23 0,0 0 0,0 0 0,1 0 0,0 0 0,-1 0 0,1 0 0,0-1 0,0 1 0,1 0 0,-1 0 0,1-1 0,-1 1 0,1-1 0,0 1 0,0-1 0,0 0 0,0 0 0,0 0 0,0 0 0,1 0 0,-1 0 0,1 0 0,-1-1 0,1 0 0,0 1 0,0-1 0,2 1 0,3-1-93,-1 0 1,0 0-1,0-1 0,0 0 1,1 0-1,-1-1 0,0 0 0,0 0 1,0 0-1,0-1 0,0 0 1,0-1-1,0 0 0,-1 0 1,1 0-1,-1 0 0,0-1 0,0 0 1,0-1-1,9-8 0,7-8-819,-1-2 0,-1 0 0,24-36 0,-21 25 341,-1 0 0,-3-1-1,0-1 1,-3-1-1,0 0 1,-3-2-1,12-52 1,-15 41 2135,-3 0-1,-2 0 1,-1-53 0,-17 112 922,3 10-2287,0 0 0,2 1 0,0 0 0,1 0 0,1 1 0,-4 24 0,1 11-191,3 0 0,2 1 0,6 98 0,-2-155-8,1 22-313,0 0 1,2 0-1,1 0 0,12 42 1,-16-62 80,1-1-1,-1 1 1,1-1 0,0 1 0,-1-1 0,1 1 0,0-1 0,0 0 0,0 1 0,0-1 0,0 0 0,0 0 0,1 1 0,-1-1 0,0 0 0,0 0 0,1 0 0,-1-1-1,3 2 1,0-1-848,-1 0-1,1 0 1,0-1-1,0 0 0,0 1 1,-1-1-1,7-1 1,28-3-10403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9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4 12998,'0'0'10226,"-19"-1"-5869,-63-1-990,75 1-3244,0 1 1,0 1-1,0-1 1,0 1-1,0 0 1,0 1-1,0 0 1,1 0-1,-1 0 1,1 1-1,0 0 1,-1 0-1,1 1 1,1-1-1,-11 9 1,12-8-132,1-1 0,0 1 0,0 0 1,0 0-1,0 0 0,0 0 0,1 0 0,0 1 0,0-1 0,0 1 1,0-1-1,1 1 0,0 0 0,0 0 0,0 0 0,0 0 1,1-1-1,0 1 0,1 10 0,-1-14 8,0 0 0,1 1 0,0-1 0,-1 0 0,1 1 0,0-1 0,-1 0 0,1 0 0,0 0 0,0 0 0,0 0 0,0 0 0,0 0 0,0 0 0,0 0 0,0 0 0,1-1 0,-1 1 0,0 0 0,0-1 0,1 1 0,-1-1 0,0 1 0,1-1 0,-1 0 0,1 0 0,-1 1 0,3-1 0,49 0 0,-37 0 0,-9 0-25,-1 0 0,0 0-1,0-1 1,0 1 0,0-1 0,1-1 0,-1 1-1,0-1 1,-1 0 0,1 0 0,0-1 0,-1 0-1,1 0 1,-1 0 0,0-1 0,0 0 0,6-5-1,-11 9 47,1 0-1,0 0 0,0-1 0,-1 1 0,1 0 0,0 0 0,-1 0 0,1 0 0,0 0 0,0 0 0,-1 0 0,1 1 0,0-1 0,-1 0 1,1 0-1,0 0 0,-1 1 0,1-1 0,0 0 0,-1 1 0,1-1 0,-1 1 0,2 0 0,23 17-58,-6-4 48,-8-9-569,0 0 0,-1-1 0,2 0 0,-1-1 0,0 0 0,17 2-1,-17-3-1188,1-2-1,-1 1 1,1-1-1,-1-1 0,1 0 1,19-4-1,18-16-9037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9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1 17368,'0'0'14825,"-8"20"-14280,-18 52-531,-27 125 1,37-104-15,9-47 0,-1-1 0,-2 0 0,-29 79 0,36-119-36,1 0-1,-1 0 1,0 0 0,0 0-1,-1-1 1,1 1-1,-1-1 1,0 0 0,-1 0-1,-4 3 1,7-5-356,-1 0 0,0-1 1,1 1-1,-1-1 0,0 0 0,0 0 1,0 0-1,-6 1 0,7-2-437,-1 0-1,0 1 1,0-2 0,0 1-1,1 0 1,-1 0 0,0-1-1,0 0 1,1 0 0,-6-1-1,-19-18-11236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49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7491,'0'0'7628,"25"-4"-4325,-10 2-2780,170-13 5573,153 15-1563,-337 0-4144,-22 3 996,6 1-1261,1 0 0,-1 1 1,1 1-1,0 0 1,0 1-1,1 1 0,-1 0 1,-13 11-1,21-14-132,1 0 0,-1 0 0,1 1 0,0-1 0,0 1 1,0 0-1,1 1 0,0-1 0,1 1 0,-1-1 0,1 1 0,0 0 0,1 1 0,0-1 0,0 0 0,0 1 0,1-1 0,-1 14 0,2-20-17,0 0 0,0 1 0,0-1 0,0 0 0,0 1 0,0-1-1,0 0 1,1 1 0,-1-1 0,0 0 0,1 1 0,-1-1 0,1 0 0,-1 0 0,1 1 0,0-1-1,-1 0 1,1 0 0,0 0 0,0 0 0,0 0 0,0 0 0,1 1 0,1-1-11,0 0 1,0 0-1,0-1 1,-1 1-1,1-1 1,0 1-1,0-1 0,0 0 1,4-1-1,4 1 39,-3-1-18,0 0 0,1 0 0,-1-1 0,0 0 0,0-1 0,0 0 0,0 0 0,0 0 0,-1-1 0,11-7 0,11-9-40,30-26 0,-36 28 143,-18 18 991,-3 10-550,0 27-474,3 11-125,-4-44 70,1 0 0,0 0 0,0 0 0,0-1 0,1 1 0,-1 0 0,1-1 0,0 0 0,-1 0-1,2 0 1,-1 0 0,0 0 0,1 0 0,-1-1 0,8 4 0,-3-2-272,0-1 1,0 0-1,1 0 0,-1-1 1,1 0-1,-1-1 0,12 1 1,46-1-3622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50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17 5330,'0'0'17064,"6"-17"-15927,-10 47-609,-17 9-64,-6 5-464,-2 4-80,-5-2-2801,1-16-4755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51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 8340,'0'0'15735,"-34"131"-14743,22-93-351,1-2-385,3-5-208,8-12-48,0-3-848,0-5-1265,0-3-2482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51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13622,'0'0'6627,"19"84"-11093,-19-38-2673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51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2721,'0'0'21658,"9"2"-21098,-1 0-458,-1 1-1,0 0 0,1 0 0,-1 1 0,-1 0 1,1 0-1,0 0 0,-1 1 0,0 0 0,0 0 1,-1 1-1,1 0 0,-1 0 0,8 13 0,-11-17-245,0 0 0,0 1-1,0-1 1,1 0-1,-1 0 1,0 0-1,1 0 1,-1 0-1,1-1 1,0 1-1,0-1 1,-1 0-1,1 1 1,0-1-1,0-1 1,0 1-1,0 0 1,0-1-1,0 1 1,0-1 0,1 0-1,-1 0 1,0 0-1,0-1 1,0 1-1,0-1 1,4-1-1,-2 1 191,1 0 0,0-1 0,-1 0-1,1 0 1,-1-1 0,0 0 0,0 1 0,0-2-1,0 1 1,0-1 0,-1 1 0,1-1-1,6-8 1,-11 11 8,0 1 0,0 0 0,1 0 0,-1-1 0,0 1 0,0 0 0,0 0 1,1-1-1,-1 1 0,0 0 0,0 0 0,1 0 0,-1 0 0,0-1 0,0 1 0,1 0 0,-1 0 0,0 0 0,1 0 0,-1 0 0,0 0 0,1 0 0,-1 0 0,0 0 0,0 0 0,1 0 0,-1 0 0,0 0 0,1 0 0,-1 0 0,0 0 0,1 0 1,-1 0-1,0 0 0,1 0 0,-1 0 0,0 1 0,0-1 0,1 0 0,-1 0 0,0 0 0,0 1 0,1-1 0,-1 0 0,0 0 0,0 0 0,0 1 0,1-1 0,-1 0 0,0 1 0,0-1 0,13 25-1026,4 5-1709,6-16-1539,5-6-2437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52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13846,'0'0'12913,"-7"22"-11254,0 4-1076,-6 15 845,-8 57 0,15-47-1125,2 1 1,6 98-1,-2-146-334,0 1 0,1 0 0,-1-1 0,1 1 0,0 0 0,0-1 0,1 1-1,-1-1 1,1 0 0,0 1 0,0-1 0,1 0 0,-1 0 0,1 0 0,0-1 0,0 1 0,0-1 0,1 1 0,-1-1 0,1 0 0,-1 0 0,6 2-1,-4-2-595,0-1-1,0-1 0,0 1 0,0-1 0,0 0 1,0 0-1,0 0 0,0-1 0,0 1 0,0-1 1,0-1-1,10 0 0,-13 0 110,0 1 1,0 0-1,-1-1 1,1 1-1,0-1 1,0 0-1,-1 1 0,1-1 1,-1 0-1,1 0 1,-1 0-1,2-2 1,10-21-10499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52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8340,'0'0'14070,"186"-19"-11829,-75 19-1744,8 0-497,2 0-1041,-10 0-5122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59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2 2945,'0'0'14017,"1"0"-13943,-1 0-1,0-1 1,0 1-1,1 0 0,-1 0 1,0 0-1,0 0 0,1 0 1,-1 0-1,0 0 0,1 0 1,-1 0-1,0-1 1,1 1-1,-1 0 0,0 0 1,1 1-1,-1-1 0,0 0 1,1 0-1,-1 0 1,0 0-1,0 0 0,1 0 1,-1 0-1,0 0 0,1 1 1,-1-1-1,0 0 0,0 0 1,1 0-1,-1 1 1,0-1-1,0 0 0,1 1 1,0 1 61,0 1 1,-1-1-1,1 1 1,0 0 0,-1-1-1,0 1 1,1 0 0,-1 0-1,0-1 1,0 1-1,-1 4 1,-7 36 1180,7-38-1151,-6 27 438,3-18-593,1 1 0,0 0 0,0 22 0,13-51-6741,9-23-1793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6:59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3506,'0'0'17272,"-25"143"-17272,25-104-1697,0 1-1489,0-4-4033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0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9236,'0'0'13812,"0"18"-12598,0 57-382,0-73-801,-1-1 1,1 1-1,0-1 0,0 0 1,0 1-1,0-1 0,1 1 1,-1-1-1,0 1 0,1-1 1,-1 0-1,0 1 0,1-1 1,0 0-1,-1 1 0,1-1 0,0 0 1,0 0-1,1 3 0,-1-4-37,0 0 1,0 1-1,0-1 0,0 0 0,0 0 0,0 0 0,0 0 0,0 0 0,0 0 1,0 0-1,0 0 0,0 0 0,0 0 0,0 0 0,0-1 0,1 1 0,6-2 3,2 1-403,-1-1 0,1 0 0,-1 0 0,0-1 0,1 0 0,-1-1-1,-1 0 1,1 0 0,0-1 0,-1 0 0,9-8 0,15-7-1364,-32 20 1812,1 0 1,-1-1-1,0 1 0,0 0 1,1 0-1,-1-1 0,0 1 1,1 0-1,-1 0 0,0 0 1,0 0-1,1-1 0,-1 1 1,1 0-1,-1 0 0,0 0 1,1 0-1,-1 0 0,0 0 0,1 0 1,-1 0-1,0 0 0,1 0 1,-1 0-1,1 0 0,-1 0 1,0 0-1,1 0 0,-1 1 1,0-1-1,1 0 0,-1 0 1,0 0-1,1 0 0,-1 1 1,0-1-1,0 0 0,1 0 1,-1 1-1,0-1 0,0 0 1,1 0-1,-1 1 0,0-1 1,0 0-1,0 1 0,0-1 1,1 1-1,0 24 1766,-1-23-1689,0 1-1,-1 0 1,1 0 0,1 0-1,-1 0 1,0-1 0,1 1 0,-1 0-1,3 4 1,-1-5-158,0 1 0,1-1 0,-1 0 0,1 0 0,0 0 0,0 0 0,0-1 0,0 1 0,0-1 0,0 1 0,0-1 0,0 0 0,1 0 0,-1-1 0,0 1 0,6 0 0,62 0-5170,-52-1 2034,17 0-5114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0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257 627 7075,'0'0'14887,"-18"-12"-13713,-60-34-192,73 44-899,0 0 0,0-1 1,-1 2-1,1-1 0,-1 1 0,0-1 1,1 2-1,-1-1 0,0 0 1,0 1-1,1 0 0,-1 1 0,0-1 1,0 1-1,1 0 0,-1 1 1,1-1-1,-1 1 0,1 0 0,-1 1 1,1-1-1,-7 5 0,9-4-75,1-1 0,-1 1-1,1-1 1,0 1 0,0 0-1,0 0 1,1 0 0,-1 0-1,1 0 1,0 0 0,-1 1-1,1-1 1,1 0 0,-1 1-1,0-1 1,1 0 0,0 1-1,-1-1 1,2 1 0,-1-1-1,0 0 1,1 1 0,0 4-1,1-7-13,-1 1 0,0-1-1,1 0 1,0 0-1,-1 0 1,1 1 0,0-2-1,-1 1 1,1 0 0,0 0-1,0-1 1,0 1-1,-1 0 1,1-1 0,0 0-1,0 0 1,0 1 0,0-1-1,0 0 1,3-1-1,42-2-155,-35 0 4,-1 0 0,1-1 0,-1 0 0,0-1 1,0 0-1,0-1 0,-1 0 0,0-1 0,16-14 0,11-11-822,31-37 0,-61 63 846,30-35-962,-2-1 0,51-78 1,-70 93 896,0-1 1,-2 0 0,-1-1 0,-2 0 0,0-1 0,6-34-1,-17 62 252,2-3 348,-1-1 1,0 1-1,0-1 1,-1 1-1,0-1 1,0 1-1,0-1 1,-1-5-1,-5 11 1240,-2 3-1483,0 1 1,1 0-1,-1 0 0,1 1 1,0 0-1,0 0 1,1 0-1,0 1 1,0 0-1,-7 9 0,-3 3 64,2 1-1,-20 35 0,21-28-31,0 2 0,2 0 0,1 0 0,1 1 0,-7 45 0,5-1 641,-1 79 0,11-66-685,2-85-147,-1 0-1,0 0 1,0 0-1,0 0 1,1 0-1,-1 0 1,0 0-1,1 0 1,-1 0-1,1-1 1,-1 1 0,1 0-1,0 0 1,-1-1-1,1 1 1,0 0-1,-1 0 1,1-1-1,0 1 1,0-1-1,0 1 1,-1-1-1,1 1 1,0-1-1,0 1 1,0-1-1,0 0 1,0 0-1,0 1 1,0-1-1,0 0 1,1 0-1,39 1-58,-30-1 60,15 0-120,-1-1 0,1-1 0,27-6 0,-43 6 4,0-1 0,-1 0 0,1 0 0,-1-1 0,0 0 0,0-1-1,0 0 1,0-1 0,-1 1 0,0-1 0,8-8 0,-13 9 126,0 1-1,0-1 1,0 1-1,0-1 1,-1 0-1,1 0 0,-1 0 1,-1-1-1,1 1 1,-1 0-1,0-1 1,0 1-1,0-1 1,-1-7-1,0 11 39,1-1 0,-1 1 0,0 0 0,0 0 0,-1 0 0,1 0-1,0-1 1,-1 1 0,1 0 0,-1 0 0,0 0 0,1 0 0,-1 0-1,0 0 1,0 0 0,-1 0 0,1 1 0,0-1 0,-1 0 0,1 0-1,-1 1 1,1-1 0,-1 1 0,0 0 0,1-1 0,-1 1 0,0 0-1,0 0 1,0 0 0,0 0 0,0 1 0,0-1 0,0 0-1,0 1 1,-1 0 0,1-1 0,-3 1 0,1 0-14,1 0 1,-1 1-1,1-1 1,-1 1-1,1 0 0,-1 0 1,1 0-1,0 1 1,-1-1-1,1 1 0,0-1 1,0 1-1,0 0 1,0 1-1,0-1 1,1 0-1,-1 1 0,1-1 1,-1 1-1,1 0 1,0 0-1,-2 4 0,1-1-39,0 0 0,0 0 0,1 0 0,0 0 0,0 1 0,0-1 0,1 0 0,0 1 0,0-1 0,1 1 0,0 12 0,1-16-125,-1 0 1,1-1-1,0 1 1,0 0-1,0 0 1,0-1-1,1 1 1,-1-1-1,1 1 1,-1-1-1,1 1 1,0-1-1,0 0 1,0 0-1,0 0 1,0 0-1,1 0 1,-1-1-1,0 1 1,1-1-1,-1 1 1,1-1-1,4 1 1,2 2-1009,1-1 1,0 0 0,0 0-1,0-1 1,13 0-1,26 0-6332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1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0 16664,'0'0'8532,"-121"53"-5587,87-20-1504,7 1-385,2 1-176,-2-1-431,6-3-321,4-2-128,-2-4-16,3 0-721,-1-8-847,-4-6-1490,-2-11-1456,2 0-4194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1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14887,'0'0'9412,"151"79"-9412,-86-58-480,-1-2-3202,16-7-5314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2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6771,'0'0'4410,"22"0"-1288,-5-1-2374,-6 0-430,-1 0 1,0 1 0,1 0 0,-1 1-1,0 0 1,0 1 0,0 0 0,1 0-1,-2 1 1,1 0 0,0 1-1,-1 0 1,11 6 0,4 7 150,-1 1 1,-1 1-1,0 0 1,-2 2-1,0 1 1,-1 0-1,-2 1 1,0 1-1,-1 1 1,-2 0-1,14 31 1,-13-19-317,-1 0 0,-2 1 0,-1 0 0,-2 1 1,-2 0-1,-1 0 0,0 65 0,-5-86-133,-2 0 1,0-1-1,-2 1 0,0-1 0,0 1 1,-7 16-1,6-24 72,0 0 0,-1 0 0,-1 0 0,1-1 1,-1 1-1,-1-2 0,0 1 0,0-1 0,-1 0 0,-13 11 0,11-11-35,-1 0-1,1-2 0,-1 1 0,0-1 0,0-1 1,-1 0-1,0 0 0,0-1 0,0-1 1,0 0-1,-1 0 0,-12 0 0,24-5-521,1 1 0,0-1 0,0 1 0,1-1 0,-1 1 0,0-1 0,0 1 0,1-1 0,-1 1 0,1-1 0,-1 1 0,2-3 0,22-29-6845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3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521 164 5378,'0'0'15661,"3"-19"-11963,8-62-1076,-11 79-2552,1 1 1,-1-1-1,0 0 0,0 0 1,0 1-1,0-1 0,0 0 0,0 0 1,0 0-1,0 1 0,-1-1 1,1 0-1,-1 0 0,1 1 0,-1-1 1,0 0-1,0 1 0,0-1 1,0 1-1,0-1 0,0 1 0,0-1 1,0 1-1,-2-2 0,0 2-43,0-1-1,0 1 0,0 0 1,0 0-1,0 0 0,0 0 1,0 1-1,0-1 0,-4 1 1,-4-2 89,-26-3-82,-1 2 0,-59 2 0,55 1-34,37 0-43,0 0 0,0 0 0,0 1 0,0 0 0,0-1 0,0 2 0,1-1 0,-1 1 0,0-1 1,0 1-1,1 1 0,-1-1 0,1 0 0,0 1 0,-5 4 0,6-4-7,0 0 0,0 1-1,1-1 1,-1 1-1,1 0 1,0 0 0,0 0-1,0 0 1,0 0 0,1 0-1,-1 1 1,1-1 0,0 1-1,1-1 1,-1 0 0,1 1-1,0 6 1,0 1-132,2 0 0,-1 1 0,1-1 0,1 0 0,0 0 0,1 0 1,8 18-1,5 6-269,25 35 1,-21-38 217,18 41-1,-34-62 216,0-1 0,-1 1-1,0 0 1,-1 1 0,-1-1-1,0 0 1,1 22-1,-4-30 65,1 0 0,-1 1-1,0-1 1,0 0 0,0 0-1,0 0 1,-1 0 0,0 0-1,0-1 1,0 1 0,0 0-1,0-1 1,-1 1 0,1-1-1,-1 0 1,0 0 0,0 0-1,0 0 1,-1-1-1,1 1 1,-4 2 0,-11 5 502,1-1 0,-1 0 1,-24 8-1,17-7-37,-9 3 61,15-6-352,-1 1-1,1 0 1,1 2-1,-30 19 1,48-29-287,0 0 0,1 0 0,-1 0 0,0 0 0,0 0 0,1 0 0,-1 0 1,0 0-1,0 0 0,0 0 0,1 0 0,-1 0 0,0 0 0,0 1 0,0-1 0,0 0 0,1 0 0,-1 0 0,0 0 1,0 0-1,0 0 0,0 1 0,1-1 0,-1 0 0,0 0 0,0 0 0,0 0 0,0 1 0,0-1 0,0 0 0,0 0 0,0 0 1,1 1-1,-1-1 0,0 0 0,0 0 0,0 0 0,0 1 0,0-1 0,0 0 0,0 0 0,0 0 0,0 1 0,0-1 1,0 0-1,-1 0 0,1 0 0,0 1 0,0-1 0,0 0 0,0 0 0,0 0 0,0 0 0,0 1 0,0-1 0,-1 0 0,1 0 1,0 0-1,0 1 0,75-2-4837,112 3-8899,-180-2 13460,0 1 0,0 0 0,0 0 0,0 0 0,-1 1 0,1 0 0,0 1 0,8 4 0,-13-6 534,0 0-1,0 1 1,0 0-1,0-1 1,-1 1-1,1 0 1,0 0-1,-1 0 1,1 0-1,-1 0 1,0 0-1,0 0 1,0 1-1,0-1 1,0 0-1,-1 1 1,1-1-1,0 1 1,-1-1-1,0 1 1,0-1-1,0 0 0,0 1 1,0-1-1,0 1 1,-1 2-1,0 1 358,0-1-1,-1 0 0,0 1 0,0-1 1,0 0-1,0 0 0,-1 0 0,0-1 0,0 1 1,-5 5-1,-41 43 2858,28-34-1915,-1 4 536,1 0-1,-19 29 1,34-44-1640,1 0-1,0 1 1,1 0 0,0 0-1,0 0 1,1 0 0,0 1-1,0 0 1,1-1 0,-1 19-1,2-25-342,1 0 0,0 1 0,0-1-1,0 0 1,1 0 0,-1 0 0,1 0 0,-1 1-1,1-1 1,0 0 0,1 0 0,-1 0 0,0-1-1,1 1 1,2 4 0,-1-4-25,0 0 1,1-1-1,-1 1 0,1-1 1,0 1-1,0-1 0,-1 0 0,1 0 1,1-1-1,-1 1 0,6 0 1,12 4 50,0-2 1,0-1 0,43 2-1,70-9 85,-129 4-146,-6 0-4,1 0 0,0 0 0,-1 0 0,1 0 0,0 0 0,-1 0 1,1 0-1,0 0 0,0 0 0,-1 0 0,1 0 0,0 0 0,-1-1 0,1 1 0,0 0 0,-1-1 1,1 1-1,0 0 0,-1-1 0,1 1 0,-1-1 0,1 1 0,-1-1 0,1 1 0,-1-1 1,1 1-1,-1-1 0,1 1 0,-1-1 0,0 0 0,1 1 0,-1-2 0,0 1-56,0 1-1,-1-1 0,1 0 0,0 1 0,-1-1 1,1 0-1,-1 1 0,1-1 0,-1 1 1,1-1-1,-1 1 0,0-1 0,1 1 1,-1-1-1,0 1 0,1 0 0,-1-1 1,0 1-1,1 0 0,-1-1 0,0 1 0,0 0 1,1 0-1,-1 0 0,0 0 0,0 0 1,-1 0-1,-62-1-6575,34 1 1333,-11 0-4547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6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1 215 2593,'0'0'12371,"7"-11"-11608,22-32-48,-21 32 2849,-4 23-3246,8 32-104,4 17-14,3 0 0,38 85 0,-56-144-201,0 0 1,0 0 0,0 0-1,1 0 1,-1 0 0,0-1-1,1 1 1,0 0-1,3 2 1,-5-3 3,1-1 1,0 0-1,0 1 1,0-1-1,0 0 1,-1 0-1,1 0 0,0 0 1,0 1-1,0-1 1,0 0-1,0-1 1,0 1-1,-1 0 0,1 0 1,0 0-1,0 0 1,0-1-1,0 1 1,-1 0-1,1-1 0,0 1 1,0-1-1,0 1 1,-1-1-1,1 1 1,0-1-1,-1 0 0,1 1 1,-1-1-1,1 0 1,0 0-1,13-19 117,0 1-1,-2-1 1,0-1-1,-1 0 0,8-26 1,-6 18 49,34-93 435,-32 77-221,2 1 0,29-51 0,-40 91-568,-3 13-258,-3 21-1041,0-26 1013,-1 36-3881,0 1-4305,1-20 2236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6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25 8244,'0'0'12928,"-9"18"-12565,-25 58-125,30-68-231,0 1 0,1 0 0,1 0 0,-1 0 1,1 0-1,1 0 0,0 0 0,0 1 0,1-1 0,0 0 1,0 1-1,4 17 0,-3-26-5,-1 1 0,0-1 0,1 1 0,0-1 0,-1 1 0,1-1 0,0 1-1,0-1 1,-1 0 0,1 1 0,0-1 0,1 0 0,-1 0 0,0 0 0,0 0 0,0 0 0,1 0 0,-1 0 0,0 0 0,1 0 0,-1 0 0,1-1 0,-1 1-1,1-1 1,-1 1 0,1-1 0,-1 0 0,1 1 0,0-1 0,1 0 0,0 0 4,0 0 0,0 0 0,0 0 0,0-1-1,0 1 1,0-1 0,0 0 0,-1 1 0,1-1 0,0-1 0,-1 1 0,1 0 0,-1-1-1,1 1 1,-1-1 0,4-2 0,0-3 10,1-1 0,-1 0-1,-1 0 1,1 0 0,-1 0-1,-1-1 1,1 0 0,-2 0 0,1 0-1,-1-1 1,3-18 0,-1-2-99,-2-1-1,-2-44 1,-1 72 59,0 3-102,0-1 1,-1 1-1,1-1 1,0 1-1,-1-1 1,1 1-1,0-1 1,-1 1-1,1 0 1,-1-1-1,1 1 0,-1 0 1,1-1-1,0 1 1,-1 0-1,1-1 1,-1 1-1,1 0 1,-1 0-1,0 0 1,1 0-1,-1-1 1,1 1-1,-1 0 1,1 0-1,-1 0 1,1 0-1,-1 0 1,0 0-1,1 1 1,-1-1-1,1 0 1,-1 0-1,1 0 1,-1 0-1,0 1 1,-22 7-8483,10 7-33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7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0 3025,'0'0'17368,"-29"113"-17368,27-94-112,-1 0-1488,-1-3-1682,-2-3-2417,0-5-1888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7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11589,'0'0'8820,"13"90"-14486,-7-54-1137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07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171 662 6723,'0'0'9925,"-21"0"-7634,-64 0-1183,83 0-1078,-1 1 0,1-1 0,-1 1 0,0 0 0,1-1 0,0 1 0,-1 0 0,1 1 0,-1-1 0,1 0 0,0 1 0,0-1 1,0 1-1,0-1 0,0 1 0,0 0 0,0 0 0,1 0 0,-1 0 0,1 0 0,-3 5 0,2-1-25,-1 0 0,1 0 0,0 0 0,1 0 0,-2 11 0,3-15-3,-1 1-11,0 1-1,1 0 1,-1-1-1,1 1 0,0 0 1,0-1-1,1 1 1,-1 0-1,1-1 1,1 7-1,-1-9 4,0 0-1,0 1 0,0-1 0,0 0 1,0 0-1,0 0 0,0 0 1,1 0-1,-1 0 0,0 0 1,1 0-1,-1 0 0,0-1 1,1 1-1,-1 0 0,1-1 1,-1 0-1,1 1 0,-1-1 0,1 0 1,-1 1-1,1-1 0,0 0 1,2-1-1,5 1 13,1 0 0,-1-1 0,0 0 0,0-1-1,1 0 1,-1-1 0,-1 0 0,1 0 0,0-1 0,-1 0 0,1 0 0,7-6 0,11-10-5,-1 0 1,27-27 0,-49 43-4,57-55-403,-3-2-1,-2-3 1,-3-3-1,63-104 0,-106 154 489,0 0-1,-1-1 0,-1 0 0,-1-1 1,-1 1-1,0-1 0,-2 0 0,0-1 0,-1 1 1,1-34-1,-4 53 29,0-1 0,1 0 0,-1 0 0,-1 0 0,1 0 0,0 1-1,0-1 1,0 0 0,0 0 0,-1 0 0,1 1 0,0-1 0,0 0 0,-1 0 0,1 1 0,-1-1 0,1 0 0,-1 1 0,1-1 0,-1 0 0,1 1-1,-1-1 1,0 1 0,1-1 0,-1 1 0,0-1 0,-1 0 0,1 1 12,0 0-1,0 0 1,-1 0 0,1 0 0,0 0-1,-1 0 1,1 0 0,0 0-1,0 0 1,0 1 0,-1-1-1,1 0 1,0 1 0,0-1-1,0 1 1,0 0 0,-1-1-1,-1 2 1,-3 4 28,1 1 0,-1-1 0,1 1 0,0 0 0,0 0 0,1 1 0,0-1 0,-5 14 0,2-5-29,-9 19 155,1 2 1,2 0 0,2 1-1,-12 72 1,15-39 28,1 128 1,7-187-357,1 1 1,0-1 0,1 0-1,0 0 1,1 0 0,0 0-1,7 15 1,-8-22-198,0-1-1,1 0 1,-1 1-1,1-1 1,0 0 0,0-1-1,0 1 1,0 0-1,1-1 1,-1 0 0,1 0-1,0 0 1,0 0 0,0 0-1,0-1 1,1 0-1,-1 0 1,1 0 0,-1 0-1,1-1 1,6 2-1,35-1-5197,11-2-3820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1 273 9780,'0'0'11726,"7"20"-10542,19 66-202,-23-80-763,-1 1 1,-1-1-1,1 1 0,-1-1 0,-1 1 0,1-1 0,-1 1 1,0 9-1,-1-1 1994,1-43-2148,4-119-15,-2 124-56,2 0 0,0 0 0,2 0 0,11-31 0,-14 46-1,2-5-25,0 0-1,0 0 1,1 0 0,1 1-1,0 0 1,1 0-1,15-18 1,-21 28-142,0 1 0,1-1 0,-1 1 0,0 0 0,1-1 0,-1 1 0,0 0 0,1 0 0,-1 1 0,1-1 0,0 0 0,-1 1 0,1 0 0,0-1 0,-1 1 0,1 0 0,0 0 0,-1 1 0,1-1 0,-1 1 0,4 0 1,3 1-2345,0 1 0,-1 1 1,1-1-1,12 9 0,7 4-6678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12934,'0'0'6595,"-19"13"-3743,-59 47-1147,72-56-1557,0 2 0,0-1 0,1 1 0,-1-1 0,1 2 0,0-1 0,1 0 1,0 1-1,0 0 0,0 0 0,1 0 0,-3 9 0,3-4-88,1 2-1,0-1 1,1 0-1,0 27 1,1-26-58,0-10-2,0-1-1,1 1 1,-1 0 0,1 0 0,0 0 0,0 0 0,0-1 0,0 1 0,3 5-1,-3-7 0,0 0 0,0-1-1,1 1 1,-1 0-1,0-1 1,1 1-1,-1-1 1,1 0-1,0 0 1,-1 1-1,1-1 1,0 0-1,0 0 1,0 0-1,0-1 1,0 1 0,0 0-1,0-1 1,0 1-1,3-1 1,-1 1-11,1-1 1,-1 1-1,1-1 0,-1 0 1,1-1-1,-1 1 1,1-1-1,-1 0 1,1 0-1,-1 0 0,0-1 1,0 0-1,1 1 1,-1-1-1,0-1 1,-1 1-1,1-1 0,0 1 1,-1-1-1,1 0 1,-1 0-1,5-7 1,-3 4 20,-1-1 0,-1 0 0,1 0-1,-1 0 1,0 0 0,0 0 0,-1 0 0,0-1 0,-1 1 0,1-1 0,-2 0 0,1-14 0,0-7 55,0 22-53,0 0 1,-1-1 0,1 1-1,-2-1 1,1 1 0,-1 0-1,0-1 1,-1 1 0,1 0-1,-2 0 1,1 0 0,-1 0-1,-3-7 1,5 13-128,0 0 1,0 0-1,0 1 0,0-1 0,0 0 1,0 0-1,0 1 0,0-1 0,-1 0 1,1 1-1,0-1 0,0 1 0,-1 0 1,1-1-1,0 1 0,0 0 0,-3 0 1,3-1-189,1 2 1,-1-1-1,0 0 1,0 0-1,1 0 0,-1 0 1,0 0-1,1 1 1,-1-1-1,0 0 1,1 0-1,-1 1 1,0-1-1,1 1 1,-1-1-1,1 0 0,-1 1 1,0-1-1,1 1 1,-1 0-1,0 0 1,-5 16-7544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40 10725,'0'0'13563,"-16"7"-13088,-51 25-77,63-30-374,1 0 0,0 0 0,-1 1-1,1-1 1,0 1 0,0 0 0,0 0 0,1 0 0,-1 0 0,1 0 0,0 1 0,0-1 0,0 1-1,0 0 1,-2 7 0,2-3-20,0 0 0,1 1 0,0-1 0,1 0 0,0 11 0,0-7 1,0-11-10,0 1 0,1-1 1,-1 0-1,0 1 1,0-1-1,1 0 0,-1 0 1,0 1-1,1-1 1,0 0-1,-1 0 0,1 0 1,0 0-1,-1 0 0,1 0 1,0 0-1,0 0 1,0 0-1,0 0 0,0 0 1,0 0-1,0-1 1,2 2-1,0 0 1,1-1 0,0 1 0,-1-1 1,1 0-1,0 0 0,0-1 0,0 1 0,4 0 0,1-1 6,1 0 0,-1-1 0,0 0-1,0 0 1,0 0 0,14-6-1,-17 4 39,0 0-1,0 0 0,0-1 0,-1 1 1,0-2-1,1 1 0,-2 0 1,1-1-1,0 0 0,-1 0 0,0 0 1,0-1-1,-1 0 0,1 1 0,-1-1 1,3-8-1,-3 4 145,1 0-1,-1-1 1,-1 1 0,0 0 0,0-1-1,-1 0 1,0 1 0,-1-1 0,-1-15-1,0 25-198,1-1 0,-1 1 0,1 0-1,-1-1 1,1 1 0,-1 0-1,0-1 1,0 1 0,0 0 0,0 0-1,0 0 1,0 0 0,0 0-1,0 0 1,0 0 0,0 0-1,0 0 1,-1 0 0,1 1 0,0-1-1,-1 1 1,1-1 0,-1 1-1,1-1 1,0 1 0,-1 0 0,1-1-1,-1 1 1,1 0 0,-1 0-1,1 0 1,-1 0 0,1 0-1,-1 1 1,-1-1 0,-3 1-552,0 0 1,-1 0-1,1 0 0,0 1 1,0 0-1,-11 5 1,-30 24-10869,37-21 2388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0 5843,'0'0'12928,"-24"19"-9486,3-3-2664,4-4-285,1 0-1,0 2 0,0 0 1,1 0-1,1 2 0,1 0 0,-23 35 1,18-21-21,1 1 0,1 1 0,2 0 1,1 1-1,2 0 0,1 1 0,2 1 0,1-1 1,2 1-1,-2 49 0,7-82-485,0 0 0,0 0 0,0 0 0,0 0 0,0 0 0,0 0-1,0 0 1,1 0 0,-1 0 0,1-1 0,-1 1 0,1 0 0,0 0 0,0 0 0,1 2 0,0-3-80,0 0 1,1 0 0,-1 0-1,0-1 1,0 1 0,1 0-1,-1-1 1,0 0 0,0 0-1,1 1 1,-1-1 0,1-1-1,2 1 1,11 0-1214,1-1 1,0 0-1,0-1 1,30-9-1,-35 7-870,0 0 0,1-2 1,20-11-1,5-10-7917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5651,'0'0'13206,"173"-25"-13206,-93 25-321,3 0-4097,5 0-5122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0 179 13942,'0'0'2588,"32"-16"-1462,-2-1-583,8-4 449,0 2-1,2 1 0,61-18 1,-44 22-413,1 1 1,1 3-1,0 3 1,88 0-1,-144 7-547,0 0 1,1 0-1,-1 0 0,1 0 0,-1 0 1,1 1-1,-1 0 0,0-1 0,1 1 1,-1 0-1,0 1 0,0-1 0,0 1 1,0-1-1,0 1 0,0 0 0,0 0 1,-1 0-1,1 0 0,0 1 0,-1-1 0,0 1 1,0 0-1,0-1 0,0 1 0,0 0 1,0 0-1,-1 0 0,1 0 0,-1 1 1,0-1-1,0 0 0,0 1 0,0 4 1,5 32 1033,-1 1 0,-2-1 0,-5 75 0,0-34-80,2-33-853,-2-1-1,-2 0 1,-3 0-1,-1-1 1,-2 0 0,-3 0-1,-1-1 1,-2-1-1,-28 54 1,19-56-133,17-31 0,1 1 0,1 0 0,0 0 0,-5 13 0,11-24-66,0-1-1,-1 1 1,1-1 0,0 1 0,0-1-1,0 1 1,-1-1 0,1 1-1,0-1 1,0 1 0,0-1 0,0 1-1,0-1 1,0 1 0,0-1 0,0 1-1,0-1 1,0 1 0,0-1-1,0 1 1,0-1 0,0 1 0,1-1-1,-1 1 1,0-1 0,0 1-1,0-1 1,1 1 0,-1-1 0,0 0-1,1 1 1,-1-1 0,0 1-1,1-1 1,-1 0 0,1 1 0,-1-1-1,1 0 1,-1 0 0,0 1-1,1-1 1,-1 0 0,1 0 0,-1 0-1,1 0 1,-1 1 0,1-1 0,-1 0-1,1 0 1,0 0 0,0 0-353,0 0 0,0 0 0,0-1 1,0 1-1,0 0 0,0 0 1,0-1-1,0 1 0,0 0 0,-1-1 1,1 1-1,0-1 0,0 1 0,0-1 1,-1 1-1,1-1 0,0 0 0,-1 1 1,1-1-1,0 0 0,-1 0 0,1 0 1,1-19-8965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10533,'0'0'19593,"115"23"-18233,-77 4-495,-3 2-497,1 0-320,-5-4-48,-4-4 0,-4 2-112,-2-6-913,-2-2-719,2-5-1186,2-8-1296,0-2-3825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1 18649,'0'0'7619,"-113"41"-3473,88-7-2081,0 4-1777,8-5-288,-2-2 0,5-3 0,5 1 0,-1-4 0,2 2-800,-7-6-2242,-6 0-2384,-12-9-5699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2 14663,'-31'6'1886,"28"-5"-1839,-37 7 1048,1 1 0,0 3 0,1 1 0,-56 27 0,29-4 207,2 3 0,-81 65 0,105-72-1068,1 2 1,2 2-1,2 1 0,-43 60 0,64-78-138,1 0-1,1 1 1,1 0-1,0 0 1,2 1-1,0 1 0,2-1 1,0 1-1,1 0 1,2 1-1,0-1 1,0 35-1,3-42-86,1-1-1,0 0 1,1 1 0,1-1-1,0 0 1,0 0-1,2-1 1,-1 1 0,2-1-1,0 0 1,1 0 0,0-1-1,0 1 1,2-2 0,-1 1-1,2-1 1,-1-1-1,1 1 1,1-2 0,18 14-1,4 0-34,1-2 0,0-1 0,2-2 0,0-1 0,1-2-1,0-2 1,2-1 0,72 12 0,2-8-84,208 3-1,-292-18 159,401-13-762,-386 7 481,0-1 0,0-3 0,-1-1 0,0-2 1,-1-2-1,-1-2 0,64-34 0,-89 40 226,-1 0 0,1-1 0,-1-1 0,-1 0 0,-1-1 0,1-1 0,-2 0 0,0-1 0,-1 0 0,13-22 0,-14 17 40,-1-1-1,0 0 1,-2 0-1,0-1 1,-1 1-1,-1-1 1,-2-1 0,2-27-1,-2 9 154,-3 0 0,-8-75-1,4 94-108,0-1-1,-2 0 0,-1 1 0,0 0 1,-2 1-1,-16-32 0,9 27 147,-1 1-1,-1 1 1,-1 1-1,-1 0 0,-1 2 1,-1 0-1,-1 1 1,-29-19-1,14 14 83,-1 2 0,-1 1 0,-1 3 0,-72-25 0,85 35-508,0 2 1,0 1-1,-44-4 0,55 9-973,0 0 0,-1 2 0,1 0 0,-17 4 0,-13 10-5872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57 5170,'2'1'14298,"-2"-1"-14202,0 0-1,0 0 1,0 0 0,0 0-1,0 0 1,0 0 0,0 0-1,0 0 1,0 0 0,0 0-1,0 0 1,0 0 0,0 0-1,0 1 1,6-5 111,0 1 1,0-1-1,0 0 1,0-1-1,-1 1 1,1-1-1,-1 0 1,8-11-1,-4 8 4095,-9 13-870,-10 20-2327,-240 340 55,-76 130-1162,232-308 2,129-207 0,-27 15-2488,-7-1-7382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35 976,'0'0'8060,"5"-4"-6272,-2 3-1128,18-13 924,-20 14-1013,0-1 0,-1 1-1,1-1 1,0 0 0,-1 0 0,1 1-1,-1-1 1,1 0 0,-1 0-1,0 0 1,1 1 0,-1-1 0,0 0-1,1 0 1,-1 0 0,2-2 4678,-2 3-5226,1 0 1,-1 0-1,0 0 0,1 0 1,-1 0-1,0 0 1,1 0-1,-1 0 0,0 0 1,1 0-1,-1 1 0,0-1 1,1 0-1,-1 0 0,0 0 1,0 0-1,1 1 0,-1-1 1,0 0-1,0 0 0,1 1 1,-1-1-1,0 0 0,0 0 1,0 1-1,1-1 1,-1 0-1,0 1 0,0-1 1,0 1-1,8 44 699,-3 1 1,-1 0-1,-4 60 1,0-76-625,0 59 140,0-52-2552,0-36 2098,0 0 0,0-1-1,0 1 1,0 0-1,0 0 1,0-1 0,1 1-1,-1 0 1,0-1 0,0 1-1,0 0 1,1-1 0,-1 1-1,0 0 1,1-1-1,-1 1 1,1-1 0,-1 1-1,0-1 1,1 1 0,0-1-1,-1 1 1,1-1 0,-1 1-1,2 0 1,17 1-10940,-7-2 1301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60 1185,'0'0'25683,"-9"13"-24842,-50 88 331,53-89-1085,0 1-1,1-1 1,1 1-1,0 0 1,0 0 0,2 0-1,-3 27 1,4-27-84,3 16-32,-1-28 25,-1 0 1,1-1-1,-1 1 0,1 0 0,-1 0 0,1-1 1,-1 1-1,1 0 0,-1-1 0,1 1 0,0-1 0,0 1 1,-1-1-1,1 1 0,0-1 0,0 0 0,0 1 0,-1-1 1,1 0-1,0 1 0,0-1 0,0 0 0,0 0 1,0 0-1,-1 0 0,1 0 0,0 0 0,1 0 0,5-1-14,0 0 0,0 0 0,0 0 0,-1-1-1,1 0 1,-1-1 0,1 1 0,-1-1-1,0-1 1,0 1 0,0-1 0,0 0-1,-1 0 1,1-1 0,-1 1 0,0-1 0,-1-1-1,1 1 1,-1 0 0,0-1 0,4-7-1,-2 1 27,1 1 1,-1-1-1,-1-1 0,0 1 0,-1-1 0,0 1 0,-1-1 0,0 0 0,-1-1 0,0-16 0,-1 22 13,-1 0 0,0 0 0,-1 0 0,0 0 0,0 0 0,-1 0 0,-4-12 0,5 17-57,-1 0 0,0 1 0,0-1-1,0 1 1,0-1 0,0 1 0,0 0 0,-1 0-1,1 0 1,-1 0 0,1 0 0,-1 1 0,0-1 0,0 1-1,1 0 1,-1-1 0,0 1 0,0 1 0,0-1 0,-1 0-1,1 1 1,-3-1 0,-64-2-4209,23 5-1978,46-2 5902,-38 4-9235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1098 50 11157,'-15'-1'824,"-165"0"5077,148 3-4983,1 1 0,-1 2 0,-51 14 0,41-5-224,1 2 0,0 2 0,1 2 0,-55 36 0,43-20-599,1 3-1,-68 66 1,91-77-86,2 1 1,1 1 0,1 1 0,-29 52 0,39-59-10,2 2 0,1-1 1,1 1-1,1 1 0,1 0 0,2 0 0,-4 30 0,6-27 10,2-1-1,1 1 1,1 0 0,2-1-1,6 38 1,-5-53-3,0 0 1,2 0-1,0 0 1,0-1-1,1 1 1,1-1-1,0-1 1,1 1-1,0-2 1,1 1-1,0-1 1,20 19-1,-4-10 2,1-1 0,0-1-1,1-2 1,1 0 0,1-2-1,0-1 1,1-2 0,0 0 0,55 10-1,0-5 1,1-4-1,117 1 0,-42-8 18,195-19 0,-302 8-13,0-2 1,-1-3-1,0-1 1,0-3-1,-2-3 1,0-1 0,72-39-1,-103 46-3,-1 0 0,0-1 1,-1-1-1,-1-1 0,21-23 0,-28 27 47,0-1 0,-2 0 0,1 0 1,-2-1-1,0 0 0,0-1 0,-1 1 0,-1-1 0,4-16 0,-3 1 169,-1 1-1,-1-1 0,-2 0 0,-1 0 0,-1 0 1,-2 0-1,-1 0 0,-1 1 0,-1-1 0,-2 1 1,0 0-1,-2 1 0,-2 0 0,0 0 0,-1 1 1,-27-40-1,4 12 40,-2 2 0,-3 2 0,-55-56 0,60 73-198,-1 1 1,-1 1 0,-1 2-1,-84-46 1,110 69-163,0 0 0,0 1 0,-1 0 0,0 1 0,0 1 0,0 0 0,-19-2 0,25 5-370,0 0 1,1 0-1,-1 0 0,0 1 0,0 0 0,-10 4 1,11-3-360,1 0 1,-1 1 0,1 0 0,-1 0 0,1 0 0,0 0 0,0 1 0,-4 4 0,-23 24-8851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903 1 3906,'0'0'11602,"-12"5"-6789,-22 71 2177,19-39-5505,-22 38 0,-258 354 1031,103-162-2546,146-199 30,-105 163 0,124-185 0,3 1 0,1 2 0,-17 55 0,33-76 0,7-28 0,0 1 0,0-1 0,0 0 0,0 0 0,0 0 0,0 1 0,0-1 0,0 0 0,0 0 0,0 0 0,1 1 0,-1-1 0,0 0 0,0 0 0,0 0 0,0 1 0,0-1 0,0 0 0,1 0 0,-1 0 0,0 0 0,0 0 0,0 1 0,0-1 0,1 0 0,-1 0 0,0 0 0,0 0 0,0 0 0,0 0 0,1 0 0,-1 0 0,0 0 0,0 0 0,1 0 0,-1 0 0,0 0 0,0 0 0,0 0 0,1 0 0,-1 0 0,0 0 0,0 0 0,0 0 0,1 0 0,-1 0 0,0 0 0,0 0 0,0 0 0,1 0 0,-1 0 0,0-1 0,0 1 0,0 0 0,0 0 0,1 0 0,-1 0 0,0 0 0,0-1 0,0 1 0,0 0 0,24-20 219,-5 2-1204,-5 9-3131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8020,'0'0'17797,"3"6"-16193,-1 0-1313,1 1 0,-1 0 0,0 0 0,0 0 0,-1-1 0,0 1 0,0 0 0,-1 1 0,0-1 0,-1 9 0,-13 81 1717,5-45-1871,-6 29-26,1 3-610,10-41-6180,4-76 209,0-18-3332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380 212 14535,'-22'17'1982,"8"-7"-1603,-11 8 776,0 2-1,1 0 1,1 1-1,-37 46 1,37-34-431,2 1 0,1 1 0,1 0 0,2 2 0,2 0 0,-20 76 0,23-59-373,2 0 1,3 1-1,2 0 0,3 84 1,3-125-336,0 1 1,1 0 0,0-1 0,1 0 0,1 0 0,1 0 0,0 0 0,13 26-1,-12-31-15,0 0 0,0 0 0,0 0 0,1-1 0,1 0-1,0-1 1,0 1 0,0-2 0,0 1 0,1-1 0,1 0-1,18 8 1,-8-7-6,0-1 0,1-1 0,0-1 0,0-1 0,0-1 0,0-1 0,34-2 0,-17-1 5,0-2-1,-1-1 0,1-1 0,-2-3 1,1-1-1,-1-1 0,52-25 1,-39 12-3,-2-2-1,0-2 1,-2-1 0,71-63 0,-93 72-14,-2-2 1,-1 0-1,-1-1 0,0-1 1,-2-1-1,-1-1 0,-1 0 1,-1-1-1,-1 0 0,-2-1 1,-1-1-1,-1 1 1,-1-2-1,-2 1 0,0-1 1,-3 0-1,0 0 0,-2 0 1,-1 0-1,-5-35 0,2 44 56,-1-1 0,-1 1-1,-1 1 1,-1-1-1,-1 1 1,-1 0-1,0 1 1,-1 0-1,-2 0 1,1 1 0,-2 1-1,-1 0 1,0 1-1,-1 0 1,-29-24-1,22 23 12,0 1 0,-1 1-1,-1 1 1,0 1-1,-1 1 1,-1 1 0,1 1-1,-1 1 1,-1 2-1,0 0 1,0 2 0,-29-2-1,55 7-70,-1 0 0,1 0 0,-1-1 0,0 1 0,1 0 0,-1 0 0,1 1 1,-1-1-1,0 0 0,1 0 0,-1 1 0,1-1 0,-1 1 0,1 0 0,-1-1 0,1 1 0,-2 1 0,3-2-48,-1 1 1,1-1 0,0 1-1,0 0 1,0-1 0,-1 1-1,1-1 1,0 1-1,0 0 1,0-1 0,0 1-1,0-1 1,0 1-1,0 0 1,1-1 0,-1 1-1,0-1 1,0 1 0,0 0-1,0-1 1,1 1-1,-1-1 1,0 1 0,1-1-1,-1 1 1,0-1-1,1 1 1,0 0 0,2 2-439,0 1 0,0-1 1,1 0-1,0 0 0,-1 0 1,1 0-1,0-1 0,0 1 1,8 2-1,40 7-4623,9-10-2031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3682,'0'0'13881,"19"-1"-7177,-13 8-6151,0-1 0,-1 1-1,0 1 1,0-1 0,-1 1 0,1-1-1,-2 1 1,5 12 0,0-2 64,24 54 1057,152 311-440,117 136-1234,-286-494 0,-2 1 0,12 28 0,-21-41 0,0 1 0,0-1 0,-1 1 0,-1-1 0,0 1 0,0 18 0,6 12 0,-8-41-192,1 0 0,-1-1 0,0 1 0,1 0 1,-1 0-1,0-1 0,-1 1 0,1 0 0,-2 5 0,1-5-552,0 1 0,0-1 1,-1 0-1,0 0 0,0 0 0,0 1 1,0-2-1,0 1 0,0 0 0,-6 4 0,-18 16-7323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0 6915,'0'0'24035,"-6"15"-23301,-11 18-463,-1-1-1,-1 0 1,-36 42 0,30-44-271,-36 43 0,55-64 0,0-1 0,1 1 0,0 0 0,1 0 0,0 0 0,-6 20 0,10-28 0,0 0 0,-1 0 0,1 1 0,0-1 0,0 0 0,0 0 0,0 0 0,0 0 0,0 0 0,0 1 0,1-1 0,-1 0 0,0 0 0,0 0 0,1 0 0,-1 0 0,1 0 0,-1 0 0,1 0 0,0 0 0,-1 0 0,1 0 0,0 0 0,0 0 0,-1 0 0,1 0 0,0-1 0,0 1 0,0 0 0,0-1 0,0 1 0,0-1 0,0 1 0,0-1 0,0 1 0,0-1 0,1 0 0,-1 0 0,0 1 0,1-1 0,8 1 0,0 0 0,0-1 0,0 0 0,11-1 0,2 0 0,107-5 0,138-25 0,-197 22 0,40-13 0,-74 13 0,-52 11-1470,-1-2 0,-22-1 1,0 0-4479,2-1-3549,3-7-3096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1 11621,'0'0'14359,"-115"96"-11094,83-44-1440,7-1-352,2 1-1249,2-4-224,13-6 0,-2-3 0,5-7 0,3-5 0,2-8-1377,0-11-1520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712 172 2369,'-23'-3'11888,"11"1"-11040,-100-12 2478,94 13-2521,-1 1 1,1 0-1,0 2 1,0 0-1,-27 6 1,24 0-421,-1 0-1,1 1 1,0 2 0,1 0-1,1 1 1,0 1 0,0 1-1,1 0 1,1 1 0,-26 30-1,23-21-41,0 1-1,1 0 0,2 2 0,1 0 0,1 1 0,1 1 0,-12 36 1,14-22-102,2 1 0,2 0 0,2 0 0,1 1 0,4 88 0,2-111-201,1 0 0,0 0 0,2-1 0,0 1 0,2-1 0,0 1 0,2-2 1,15 34-1,-14-39-35,0 0 1,2 0-1,-1-1 1,2 0-1,0 0 1,0-2-1,1 1 0,1-2 1,0 0-1,1 0 1,17 9-1,-11-10-13,1 0-1,1-1 0,0-1 0,0-1 1,0-1-1,1-1 0,0-1 0,26 1 1,-13-3-48,-1-2 0,1-2 0,0-1 1,62-14-1,-47 3 19,1-3 0,-2-2 1,-1-2-1,0-2 0,-2-2 0,-1-3 1,-1-1-1,79-67 0,-105 78 23,0-2-1,-2 0 0,0-2 1,-1 0-1,-2 0 1,0-2-1,-1 0 1,-2 0-1,0-1 1,-2-1-1,0 0 1,-2 0-1,8-50 1,-12 51 13,-1-1 0,-2 0 1,-1-1-1,0 1 0,-2 0 1,-1 0-1,-2 1 0,0-1 1,-2 1-1,0 0 0,-2 0 1,0 1-1,-2 0 0,-22-36 1,13 31 43,0 1 1,-2 1 0,-1 1 0,-1 1-1,-36-29 1,43 41 40,0 0 1,0 1-1,-1 1 0,-1 1 0,0 0 0,0 1 1,-1 2-1,0 0 0,-40-9 0,58 16-114,-1-1 0,1 1-1,0-1 1,-1 1 0,1 0 0,-1 0-1,1 0 1,-1 0 0,1 1 0,-1-1-1,1 1 1,0-1 0,-1 1 0,1 0 0,0 0-1,-4 2 1,5-2-102,0 0 0,0 1-1,0-1 1,0 1 0,1-1 0,-1 1 0,0-1-1,1 1 1,-1 0 0,1-1 0,-1 1-1,1 0 1,0 0 0,-1-1 0,1 1 0,0 0-1,0-1 1,1 1 0,-1 0 0,0 0-1,1 2 1,0-1-228,0-1 0,-1 1 0,1-1 0,0 1-1,0-1 1,1 0 0,-1 1 0,0-1 0,1 0 0,-1 0-1,1 0 1,0 0 0,0 0 0,0 0 0,0-1 0,0 1-1,0-1 1,0 1 0,0-1 0,1 0 0,-1 1 0,0-1-1,1-1 1,4 2 0,41 12-8140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62 6947,'0'0'8727,"-1"3"-2593,-8 17-5481,3-11-579,0 1 1,1-1-1,0 2 0,1-1 0,0 0 1,1 1-1,0-1 0,0 1 1,1 0-1,1 0 0,0 0 0,0 17 1,1-25-70,1-1 0,-1 1 0,1-1 0,0 0 0,0 1 0,0-1 0,0 0-1,0 1 1,0-1 0,1 0 0,-1 0 0,1 0 0,0 0 0,-1 0 0,1 0 0,0-1 0,0 1 0,0 0 0,0-1 0,0 0 0,0 1 0,1-1 0,-1 0 0,0 0 0,1 0 0,4 0 0,3 3 89,0-2 1,1 0 0,-1 0-1,1 0 1,13-1-1,-20-1-40,0 0-1,-1-1 1,1 1-1,-1-1 0,1 1 1,-1-1-1,1 0 0,-1-1 1,0 1-1,1-1 1,-1 1-1,0-1 0,0 0 1,0 0-1,0 0 1,3-3-1,-2 0-2,0 1 0,-1-1-1,1 0 1,-1 0 0,0 0 0,0-1 0,-1 1-1,1 0 1,0-7 0,2-7 353,-1 0 0,0 0 0,-2-1 1,0-36-1,-2 41-251,1 10-4,-1 0 1,0 0 0,0 0-1,-1 0 1,1 0 0,-2-5-1,1 9-86,0-1-1,1 1 0,-1-1 0,0 1 1,0-1-1,0 1 0,0 0 1,0 0-1,0-1 0,0 1 0,0 0 1,-1 0-1,1 0 0,0 0 1,-1 0-1,1 0 0,-1 1 0,1-1 1,-1 0-1,1 1 0,-1-1 1,-2 1-1,-12-3 286,-1 1 1,1 0-1,-1 2 1,-20 1-1,-1 0-137,38-1-318,0 37-12072,2-24 2527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5 5795,'0'0'13609,"10"-4"-8687,-10 15-3830,-1 0 0,0 0 0,-6 22 0,-2-4-328,-17 37-1,22-58-706,-2 21-629,6-16-9373,0-11 7797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6115,'0'0'13806,"18"-3"-13376,-15 3-418,40-6 120,57-2 1,-96 8-133,-1 0 0,0 0 1,1 0-1,-1 0 0,0 1 0,1-1 0,-1 1 1,0 0-1,0 0 0,0 0 0,0 0 0,6 3 1,-8-2 1,1 0 1,-1 0 0,0 0 0,1-1 0,-1 1-1,0 1 1,0-1 0,0 0 0,0 0 0,-1 0 0,1 0-1,-1 1 1,1-1 0,-1 0 0,0 0 0,0 1-1,0-1 1,0 5 0,0-2 29,0 1 1,0 0-1,0 0 0,-1-1 1,1 1-1,-2 0 0,1-1 0,0 1 1,-1-1-1,0 1 0,-1-1 1,1 0-1,-1 0 0,0 0 0,0 0 1,0-1-1,-1 1 0,0-1 0,-7 8 1,-33 28 1589,43-38-1563,31-2-86,-20 0 23,2-1-81,0 1 0,0 0 1,0 1-1,1 0 0,-1 1 0,0 0 1,0 1-1,-1 0 0,1 1 0,19 9 0,-29-12 107,-1-1 0,0 1 0,1 0-1,-1 0 1,0-1 0,0 1-1,1 0 1,-1 0 0,0 0-1,0 0 1,0 0 0,0 1 0,0-1-1,0 0 1,-1 0 0,1 1-1,0-1 1,-1 0 0,1 1 0,-1-1-1,1 1 1,-1-1 0,1 1-1,-1-1 1,0 1 0,0-1-1,0 1 1,0-1 0,0 1 0,0-1-1,0 1 1,-1-1 0,1 1-1,-1-1 1,1 1 0,-1-1 0,1 0-1,-1 1 1,0-1 0,0 2-1,-3 1 412,0 1-1,0-1 0,0 0 1,0 0-1,-1 0 0,1-1 1,-1 1-1,-10 4 0,8-5-54,0 1 0,0-2 0,-1 1 0,1-1-1,-1 0 1,-8 1 0,-26 0-1758,45-10-9281,6-1 4845,12-5-4712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6 1617,'0'0'15682,"0"-6"-13244,-3 8 1406,-9 14-3185,-1-1-1,-1-1 0,0 0 0,-1 0 0,-18 11 0,16-12-263,1-1 0,1 2-1,0 0 1,-24 30 0,38-42-384,0-1 0,0 1 0,0 0-1,0-1 1,0 1 0,0 0 0,0 0 0,1-1 0,-1 1-1,0 0 1,1 0 0,0 0 0,-1 0 0,1 0-1,0 0 1,0 3 0,1-4-10,-1 0 1,1 0-1,-1 0 1,1 0-1,-1 0 0,1 0 1,-1 0-1,1 0 0,0 0 1,0-1-1,-1 1 1,1 0-1,0 0 0,0-1 1,0 1-1,0 0 0,0-1 1,0 1-1,0-1 0,0 0 1,1 1-1,7 1-6,0 0 1,1 0-1,-1-2 0,0 1 1,14-1-1,-13 0 27,350-10-94,-343 9-1011,-44 5-16730,12-4 9054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1 1985,'0'0'23245,"-6"4"-22615,3-1-549,1-2 4,-1 1 0,1-1-1,0 1 1,0 0-1,0 0 1,0 0 0,1 0-1,-1 0 1,1 0 0,-1 0-1,1 1 1,0-1 0,-1 1-1,1-1 1,1 1-1,-1-1 1,0 1 0,0-1-1,1 5 1,-16 82 1686,2-12-3718,13-25-5286,1-51 6938,0-1 0,0 1 0,0-1 0,0 0-1,0 1 1,0-1 0,0 1 0,0-1 0,1 1 0,-1-1-1,0 0 1,0 1 0,0-1 0,0 1 0,1-1-1,-1 0 1,0 1 0,0-1 0,1 0 0,-1 1 0,0-1-1,1 0 1,-1 0 0,1 1 0,17 1-11286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46 384,'0'0'4266,"-1"-7"-3031,0-2-690,-1-5 70,1-2 15375,2 21-14947,1 9-612,1 1 1,1-1 0,0 0 0,1 0-1,1-1 1,7 16 0,51 79 1659,-54-91-1855,25 35 474,2-2 0,62 67 0,99 77 364,-15-15-938,-150-142-136,-1 1 0,51 83 0,33 95 0,-111-206 0,15 28 0,-19-36 0,1 0 0,-1 1 0,1-1 0,0 0 0,-1 0 0,1 0 0,0-1 0,0 1 0,0 0 0,0-1 0,1 1 0,2 1 0,-4-3-2,-1 0 1,0-1-1,1 1 0,-1 0 0,0 0 1,1 0-1,-1-1 0,0 1 0,0 0 1,1 0-1,-1-1 0,0 1 0,0 0 1,1-1-1,-1 1 0,0 0 0,0-1 1,0 1-1,0 0 0,0-1 0,1 1 1,-1 0-1,0-1 0,0 1 0,0 0 1,0-1-1,0 1 0,0 0 0,0-1 1,0 1-1,0 0 0,0-1 0,-1 1 1,1-1-1,-7-2-2423,-19 4-1610,-12 8-7935,35-8 11097,1 0 0,0 1 0,-1-1 0,1 1 0,0-1 0,0 1 0,0 0 0,0-1 1,0 1-1,1 0 0,-1 0 0,-2 4 0,3-4 548,0 1-1,0 0 1,0-1 0,0 1-1,0 0 1,0 0 0,1-1-1,-1 5 1,1-1 325,-1 0 0,2 0 0,-1 0 0,1-1 0,-1 1 0,2 0 0,-1-1 0,0 1 0,1-1 0,4 9 0,-5-13 0,-1 1 0,1-1 0,0 0 0,-1 0 0,1 1 0,0-1 0,0 0 0,0 0 0,0 0 0,0 0 0,0 0 0,2 1 0,-2-2 0,-1 0 0,1 0 0,0 0 0,-1-1 0,1 1 0,0 0 0,-1 0 0,1 0 0,0-1 0,-1 1 0,1 0 0,0-1 0,-1 1 0,1-1 0,-1 1 0,1-1 0,-1 1 0,1-1 0,-1 1 0,1-1 0,-1 1 0,0-1 0,1 1 0,-1-1 0,0 0 0,1 1 0,-1-1 0,0 0 0,0 1 0,0-1 0,1 0 0,-1 0 0,0-1 0,35-133 0,-35 133 0,1 1 0,-1 0 0,1-1 0,0 1 0,-1-1 0,1 1 0,0 0 0,0-1 0,0 1 0,0 0 0,0 0 0,0 0 0,0 0 0,0 0 0,3-2 0,-3 3 0,0 0 0,0 0 0,-1-1 0,1 1 0,0 0 0,0 0 0,0 0 0,0 0 0,0 0 0,0 0 0,0 0 0,0 0 0,0 0 0,-1 1 0,1-1 0,0 0 0,0 1 0,0-1 0,1 1 0,2 2 0,1 0 0,-1 1 0,0-1 0,0 1 0,0 0 0,4 6 0,-3-4 0,26 27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25 13238,'0'0'17555,"-19"-5"-16976,-64-14-112,77 19-412,0 0 0,-1 0 1,1 0-1,-1 1 0,1 0 1,0 0-1,0 1 1,-1-1-1,1 1 0,0 1 1,1-1-1,-1 1 0,0 0 1,1 1-1,-1-1 1,-8 9-1,9-9-68,1 0 16,0 1-1,0 0 1,0-1 0,1 1 0,-1 0-1,1 1 1,0-1 0,0 0-1,0 1 1,1 0 0,0 0-1,-3 7 1,4-10-26,1 0 0,-1 0 0,1 1 0,-1-1 0,1 1 0,0-1 0,0 1 0,0-1 1,0 0-1,1 1 0,-1-1 0,0 0 0,1 1 0,0-1 0,-1 0 0,1 1 0,0-1 0,0 0 0,1 0 0,-1 0 0,0 0 0,1 0 0,-1 0 0,1 0 0,0 0 0,-1-1 0,1 1 0,0-1 0,2 2 0,16 8-294,0-1-1,0-2 1,1 0-1,0-1 1,1-1-1,29 5 0,-16-4-695,44 17-1,-78-24 1003,0 0-1,1 0 0,-1 1 0,0-1 1,0 0-1,0 1 0,0-1 0,0 1 1,0-1-1,0 1 0,-1 0 0,1-1 1,0 1-1,0 0 0,0 0 0,-1 0 1,1-1-1,0 1 0,-1 0 0,1 0 1,-1 0-1,1 0 0,-1 0 0,1 0 1,-1 0-1,0 0 0,1 0 0,-1 2 1,0-2 47,-1 1 1,1 0-1,-1 0 0,0-1 1,0 1-1,0 0 1,1-1-1,-1 1 1,-1-1-1,1 1 1,0-1-1,0 0 0,0 1 1,-1-1-1,-1 1 1,-7 6 396,-1-1 1,0 0 0,-16 8-1,-9 2 647,-53 17 0,74-29-1287,-1-1 0,1 0 0,-1-1-1,0-1 1,1-1 0,-25 0 0,38-2-195,0 0 0,1 0 1,-1 0-1,0 0 0,1 0 0,-1-1 1,1 1-1,-1 0 0,1-1 0,0 1 1,0-1-1,-1 0 0,1 1 0,0-1 1,0 0-1,1 1 0,-1-1 0,0 0 1,1 0-1,-1 0 0,1 0 0,-1 0 1,1 0-1,0-3 0,-7-54-14089,7 59 14351,0-45-5735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17080,'0'0'8052,"111"-13"-6996,-76 22-992,3 12-64,4-5-64,-2-1-1361,3-7-1920,-9-6-3474,-3-2-5011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0 15223,'-33'10'1120,"0"0"1,1 3-1,0 0 1,1 3-1,1 0 0,-31 22 1,49-30-793,1 2 1,-1-1-1,2 1 1,-1 1-1,2 0 1,-1 0-1,1 1 1,1 1-1,0-1 1,1 1-1,0 0 1,1 1-1,1-1 1,0 1-1,1 1 1,0-1-1,-1 15 1,2-9-283,1 0 1,0 0-1,2 0 0,0 1 1,2-1-1,0 0 1,1 0-1,1-1 1,1 1-1,0-1 1,15 32-1,-5-25-40,2-1-1,0 0 1,2-2-1,1 0 1,0-1-1,2-1 1,0-1-1,47 32 1,-16-18-31,1-2 1,2-2 0,71 26-1,-50-28-68,1-4-1,0-4 1,2-3 0,0-3-1,0-4 1,1-3 0,147-7-1,-200-3 42,-1 0 1,1-1-1,-1-2 0,0-1 0,0-1 0,-1-1 1,0-2-1,0 0 0,-1-2 0,-1 0 0,43-33 1,-55 37 48,0-1 1,0-1 0,-1 0 0,-1-1 0,0 0-1,0 0 1,-1-1 0,-1 0 0,0-1 0,-1 0-1,-1 0 1,0 0 0,-1-1 0,0 0 0,-1 0-1,-1 0 1,0-1 0,-1 1 0,-1-1-1,0 1 1,-1-1 0,-3-22 0,-1 20 63,0 0 0,-2 0 0,0 0 0,0 1 0,-2 0 0,0 0 1,-1 1-1,-1 0 0,0 0 0,-1 1 0,0 1 0,-18-17 0,-13-10 498,-2 3 0,-76-53-1,44 37 185,-2 4-1,-168-79 1,237 125-818,0 1-1,0 0 1,-1 0 0,1 1-1,-1 0 1,0 1-1,-15-1 1,23 2-98,0 0 1,0 0-1,0 1 0,0-1 1,0 0-1,0 1 0,0-1 1,0 1-1,0 0 0,0-1 1,0 1-1,0 0 0,0 0 1,1 0-1,-1 0 0,0 1 1,1-1-1,-1 0 0,1 1 1,-2 1-1,0 3-1109,0-1 0,0 0 0,0 1-1,1-1 1,-3 9 0,3-7-466,-10 30-14436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7:53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38 688,'0'0'8700,"-5"0"-7171,2 0-3652,-4 1 3969,-4-3 11430,21-1-11463,29-7-1377,1 2-1,0 1 1,74-1-1,-67 8-405,-46 0-27,0 1 0,-1-1 0,1 1 1,-1-1-1,1 1 0,0 0 1,-1-1-1,1 1 0,-1 0 0,1 0 1,-1-1-1,0 1 0,1 0 1,-1 0-1,0 0 0,0-1 1,1 1-1,-1 0 0,0 0 0,0 0 1,0 0-1,0 0 0,0 0 1,0-1-1,0 1 0,-1 2 0,-1 25 173,0-21-151,0-1 1,-1 0 0,0-1 0,0 1 0,0 0-1,-1-1 1,1 0 0,-8 8 0,-39 38 74,43-45-91,-30 28 44,-32 31-127,63-59 162,0 1 0,1-1 1,0 1-1,0 1 0,1-1 1,0 0-1,0 1 1,-3 11-1,6-18-60,1-1 0,0 1-1,-1 0 1,1 0 0,0 0 0,-1 0 0,1-1-1,0 1 1,0 0 0,0 0 0,0 0 0,0 0 0,0 0-1,0 0 1,0 0 0,0-1 0,0 1 0,1 0-1,-1 0 1,0 0 0,0 0 0,1-1 0,-1 1 0,1 0-1,-1 0 1,1 0 0,-1-1 0,1 1 0,-1 0 0,1-1-1,0 1 1,0 0 0,2 0 16,0 0 0,0-1 0,0 1 1,0-1-1,0 0 0,0 1 0,0-1 0,4-1 0,6 1 159,361-30 2238,-326 24-2513,-44 6 72,-3 0 0,-1 0 0,1 0 0,0 0 0,0 0 0,0 0 0,0 0 0,-1 0 0,1 0 0,0 0 0,0-1 0,0 1 0,-1 0 0,1-1 0,0 1 0,-1 0 0,1-1 0,1 0 0,-1-1-112,12 2-18288,-5 0 9908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04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2321,'0'0'7273,"34"-2"-5902,-8 4-1344,-1 1 1,1 2-1,0 0 1,-1 2-1,30 12 1,28 7-14,281 52 610,9 2-288,-318-67-11,0-3-1,1-2 1,1-2 0,-1-3-1,85-7 1,123 2-368,-33 2 72,-124-11 136,-66 5 352,47 0-1,-60 6-801,6 1 2175,57-8 0,-61 7-1447,-29 0 552,-2-4 1745,-5-2-8879,-14 2-976,10-1 2246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06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0 784,'0'0'13775,"1"23"-10811,2-13-2641,0 0 0,1 0 0,0-1 0,1 0 0,0 1 0,0-2 0,1 1 0,9 10 0,8 6 811,31 27 0,-11-11-843,-16 0 152,-26-41-424,-1 1-17,0-1 1,0 1-1,0-1 1,0 1-1,1-1 0,-1 0 1,0 1-1,0-1 1,1 1-1,-1-1 1,0 0-1,1 1 1,-1-1-1,1 1 1,-1-1-1,0 0 1,1 0-1,-1 1 0,1-1 1,-1 0-1,2 1 1,3 4 891,-16 4-514,-11 4-336,1 1 0,0 1 0,-25 23 0,23-18 74,-51 39 709,24-24 720,46-32 2465,2 0-8558,-16 2-20446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08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0 320,'0'0'2751,"3"6"-2239,6 4 40,1 0 0,0-1 1,0 0-1,0-1 0,1 0 0,14 8 1,48 38 1481,-46-33-1198,35 21-1,-23-17-97,45 39 1,-51-38-305,64 40 1,169 67 178,-182-98-358,102 27-1,-165-55-219,117 24-24,-6-2-222,-49 0 59,-51-17 110,0-1 1,43 8-1,-37-19 1612,-32-1-1274,-1 1 0,0 0 1,0 0-1,1 0 1,7 2-1,2 5 3295,18 0-2103,46 15 1,-38-10-1233,-11-1 16,-22-8-173,-1 0 0,1-1 0,-1 0 1,1 0-1,0-1 0,10 1 0,-16-2 101,-3 1-183,0 0 0,1 0 1,-1 0-1,0 0 0,0 0 0,0-1 0,0 1 0,0-1 0,0 1 0,0 0 0,0-1 0,0 1 0,0-1 0,-1 0 0,1 1 0,0-1 0,0 0 0,0 0 0,0 0 0,-1 0 0,1 0 0,0 0 1,0 0-1,0 0 0,0 0 0,-2-1 0,-38-4-3684,37 4 2146,0-1 1,0 1-1,0-1 1,0 0 0,0 0-1,0 0 1,0 0-1,-5-5 1,0-4-6788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10.1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0 1409,'0'0'8820,"-6"1"-7545,-17 1-128,22-2-1020,0 1 1,0-1-1,1 0 0,-1 1 0,0-1 0,0 1 0,1 0 1,-1-1-1,0 1 0,1-1 0,-1 1 0,0 0 1,1 0-1,-1-1 0,1 1 0,-1 0 0,1 0 1,0 0-1,-1 0 0,1 0 0,0-1 0,-1 1 1,1 0-1,0 2 0,-3 26 2131,3-23-1440,-2 12-353,1 0 0,1 0 0,2 28 0,-1-39-371,1 0 0,-1-1 1,1 1-1,1-1 1,-1 1-1,1-1 1,0 0-1,0 0 0,1 0 1,0-1-1,0 1 1,7 6-1,3 2 132,2-1 0,0-1 0,0-1 1,1 0-1,26 12 0,-6-2 26,-27-16-48,1 0-1,-1-1 1,1 0 0,21 4 0,-18-5-140,-70-12 1193,28 2-1250,-1 2 1,0 1-1,0 1 1,0 2 0,0 1-1,-29 3 1,50-2 31,1 1 0,0 0 0,0 0 0,0 0 0,-10 5 0,14-5 96,0-1 0,1 1 0,-1-1 0,0 1 0,1 0 1,-1 0-1,1 0 0,0 0 0,0 0 0,0 1 0,0-1 0,0 1 0,0-1 0,1 1 1,-3 4-1,3-2 806,-5 5-258,-9-8-4754,12-2 3183,-14 0-4397,-3 0-2658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12.3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1 142 768,'0'0'10346,"2"-3"-9455,6-10-702,1 1 0,1 1-1,0 0 1,1 0 0,0 1-1,0 0 1,1 1 0,0 0-1,1 1 1,0 1 0,0 0-1,1 0 1,22-7 0,-45 26 176,0 0 1,1 1-1,0 0 1,1 0-1,0 1 1,-5 16-1,10-24-326,0 1-1,1-1 1,0 1-1,0-1 1,0 1-1,1 0 1,0 0-1,0-1 1,1 8-1,0-11-28,-1-1-1,1 0 1,0 0-1,-1 0 1,1 0-1,0 0 1,0 0-1,0 0 1,1 0-1,-1 0 1,0 0-1,1-1 1,-1 1-1,1-1 1,0 1-1,-1-1 1,1 1-1,0-1 1,0 0-1,0 0 1,0 0-1,0 0 1,0 0-1,0 0 0,0-1 1,0 1-1,0-1 1,1 1-1,3-1 1,10 2-235,0-1 0,0-1 0,26-3 0,-36 3-319,-1-1 0,1-1 0,-1 1 1,1-1-1,-1 0 0,0 0 0,0 0 0,0-1 1,0 0-1,0 0 0,0 0 0,-1 0 0,8-8 1,6-15-5361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13.1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46 1153,'0'0'10348,"-5"6"-4699,-21 25-3569,23-29-1948,0 1 0,0-1 0,0 1 0,0-1 0,0 0 0,0-1 0,-1 1 0,1 0 0,-1-1 0,1 0 0,-1 0 0,1 0 0,-1 0 0,0-1 0,1 1 0,-6-1 0,8 0 852,6-24 185,-3 20-1165,0 1 1,0 0-1,1-1 1,-1 1-1,0 1 1,1-1-1,0 0 0,0 0 1,0 1-1,0 0 1,0 0-1,0-1 1,1 2-1,5-4 1,-9 5 117,0 13-39,0 34 330,-2-46-303,-1 0 0,0-1 0,1 1 0,-1-1 0,0 0-1,0 1 1,1-1 0,-1-1 0,0 1 0,0 0 0,-2-1-1,2 0-91,1-1-1,0 1 1,-1-1 0,1 1-1,0-1 1,0 0-1,0 0 1,0 0-1,0 0 1,1 0-1,-1 0 1,1 0-1,-1-1 1,1 1-1,0 0 1,0-1 0,-2-4-1,1 0 126,0 0 0,0 0 0,1 0 0,-1 0 0,1-13 0,2 19-150,-1 0 0,1 1 0,0-1 0,0 0 0,0 1 0,0-1 0,0 1 0,-1-1 0,1 1 0,0 0 0,0-1 0,0 1-1,0 0 1,0 0 0,0-1 0,0 1 0,0 0 0,1 0 0,-1 0 0,0 0 0,0 0 0,1 1 0,1-1-16,-1 0 0,0 0 0,1 0 0,-1 0 1,0 1-1,1-1 0,-1 1 0,0-1 0,0 1 1,4 2-1,-5-3 31,-1 0 0,1 0 0,-1 1 1,0-1-1,1 0 0,-1 1 0,1-1 1,-1 1-1,0-1 0,1 1 0,-1-1 0,0 0 1,0 1-1,1-1 0,-1 1 0,0-1 1,0 1-1,0 0 0,1-1 0,-1 1 1,0-1-1,0 1 0,0-1 0,0 1 0,0-1 1,0 1-1,0-1 0,0 1 0,-1-1 1,1 2-1,-14 6 792,0 0-2358,6 4-3929,7-4-2044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14.3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258 0 3922,'0'0'8863,"3"13"-7714,0-4-963,45 201 3646,-40-119-2629,-3 105 0,-5-177-922,0-14-137,0 0 0,-1-1 1,1 1-1,-1 0 1,0-1-1,0 1 0,0-1 1,-1 1-1,1-1 0,-1 1 1,-3 3-1,4-6-15,-1 0 1,1 0-1,-1 0 1,0 0-1,0-1 1,0 1-1,0 0 1,0-1-1,0 1 1,0-1-1,0 0 1,-1 0-1,1 0 1,-1 0-1,1 0 1,0-1-1,-1 1 1,1-1-1,-1 1 1,0-1-1,-4 0 1,-1 0-18,1-1 1,0 0-1,0-1 1,-1 1-1,1-1 1,0-1-1,1 1 1,-1-1-1,0 0 1,1-1-1,-1 0 1,1 0-1,0 0 1,0-1-1,1 1 1,-7-8-1,-19-14 247,16 15-61,1-1 0,0-1 0,0 0 0,-21-28 0,32 35-469,1 1 0,-1-1-1,2 0 1,-1 0 0,0 0-1,1 0 1,1 0-1,-1-1 1,1 1 0,0 0-1,1-8 1,0-4-3602,1 0 1,9-31-1,-3 21-2710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15.3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159 1 1985,'0'0'9279,"-13"27"-1977,10-26-6832,1 0 1,-1 0 0,0 0-1,0 0 1,0-1 0,1 1-1,-1-1 1,0 0-1,-5 0 1308,11-8-1772,-2 7-23,0 1 1,1 0 0,-1 0 0,1 0-1,-1 0 1,0 0 0,1 1 0,-1-1 0,0 0-1,1 0 1,-1 1 0,1-1 0,-1 1-1,0-1 1,0 1 0,1 0 0,-1 0 0,2 1-1,-2 0 11,0 0-1,-1 0 0,1 0 1,-1 0-1,0 0 0,1 0 0,-1 0 1,0 0-1,0 0 0,0 0 1,-1 3-1,1 6 35,0-9 13,1 0 1,-1 0-1,-1 0 0,1 0 0,0 0 0,0 0 0,-1 0 0,1 0 0,-1 0 0,1-1 0,-1 1 0,0 0 0,0 0 0,0-1 0,0 1 0,0 0 0,0-1 0,0 1 0,-1-1 0,1 0 0,-3 3 1,0-2 102,1-1 1,-1 1 0,1-1-1,-1 0 1,1 0 0,-1 0-1,0-1 1,0 1 0,1-1-1,-8 0 1,8 0-103,0-1 0,0 0 1,1 1-1,-1-1 0,0 0 1,0 0-1,1 0 0,-1-1 0,1 1 1,-1-1-1,1 1 0,0-1 1,-1 0-1,1 0 0,0 0 0,0 0 1,0 0-1,1 0 0,-1-1 1,0 1-1,1 0 0,-1-1 0,1 0 1,0 1-1,0-1 0,0 0 1,0 1-1,1-1 0,-1 0 0,1 0 1,0 0-1,-1 0 0,1 0 1,0 1-1,1-1 0,-1 0 0,0 0 1,1 0-1,1-4 0,-1 6-48,0 0-1,0 0 1,0 0 0,0 0-1,1 0 1,-1 0-1,0 0 1,0 1-1,1-1 1,-1 0 0,0 1-1,1-1 1,-1 1-1,1-1 1,-1 1-1,1 0 1,-1 0-1,1-1 1,-1 1 0,2 0-1,39 0-125,-31 1 95,-10-1 33,-1 0 1,1 0-1,0 0 0,-1 1 0,1-1 0,0 0 0,-1 1 1,1-1-1,-1 1 0,1-1 0,0 1 0,-1-1 0,1 1 1,-1-1-1,1 1 0,-1-1 0,0 1 0,1 0 1,-1-1-1,0 1 0,1 0 0,-1-1 0,0 1 0,0 0 1,1-1-1,-1 1 0,0 0 0,0 0 0,0-1 0,0 1 1,0 1-1,0 29 229,0-22 99,0-9-282,0 1 1,-1-1-1,1 1 0,-1-1 1,1 1-1,-1-1 1,1 1-1,-1-1 0,1 1 1,-1-1-1,1 1 0,-1-1 1,1 0-1,-1 1 0,0-1 1,1 0-1,-1 0 0,1 0 1,-1 1-1,0-1 0,1 0 1,-1 0-1,0 0 0,1 0 1,-1 0-1,-1 0 1,-23 1 389,19-1-247,-66 2 826,72-2-939,0-1-70,0 1 0,0-1 0,-1 1 0,1 0 0,0-1 0,0 1 0,0 0 0,0-1 0,0 1 0,0-1 0,0 1-1,0 0 1,0-1 0,0 1 0,0 0 0,0-1 0,0 1 0,0-1 0,1 1 0,-1 0 0,0-1 0,0 1 0,0 0 0,0-1 0,1 1 0,-1 0 0,0-1 0,0 1 0,1 0 0,-1 0 0,0-1 0,1 1 0,-1 0 0,0 0-1,1 0 1,-1-1 0,0 1 0,1 0 0,-1 0 0,1 0 0,12-10-26,-6 7-8,0 0 0,0 0 0,0 1 0,0 0 0,1 1 0,-1-1 0,0 1 0,1 1 0,12 0 0,-19 1 19,-1 0 0,1 0-1,0 0 1,-1 0 0,1 1 0,-1-1 0,0 0-1,1 0 1,-1 1 0,0-1 0,1 0 0,-1 1 0,0-1-1,0 0 1,0 0 0,0 1 0,-1-1 0,1 3-1,0 1-6103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6.3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1 8244,'0'0'15634,"2"13"-14348,2 15-706,-1-1 1,-2 1 0,0 0-1,-2 0 1,-7 44 0,-1-42-632,-1 6-1218,6-13-5143,4-28 599,0-19-3063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6.4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1121,'0'0'23738,"61"-6"-23642,-55 31-96,-6 4-1136,4 7-2626,-4 3-2785,0 3-2961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6.8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4034,'0'0'21306,"6"13"-19988,1 1-1117,-1 0 0,-1 1 0,0-1 0,-1 1 0,-1 0 0,-1 0 0,2 20 0,-4-35-239,0 0-1,0 1 1,0-1 0,0 0-1,0 0 1,0 1-1,0-1 1,0 0-1,0 0 1,0 1-1,0-1 1,0 0 0,0 0-1,1 1 1,-1-1-1,0 0 1,0 0-1,0 1 1,0-1-1,0 0 1,1 0 0,-1 0-1,0 0 1,0 1-1,0-1 1,1 0-1,-1 0 1,0 0 0,0 0-1,0 0 1,1 1-1,-1-1 1,0 0-1,0 0 1,1 0-1,-1 0 1,0 0 0,1 0-1,13-4-1021,16-15-270,-27 17 1103,3-3 107,-1 2 0,1-1 0,0 0 0,1 1-1,-1 0 1,1 1 0,-1-1 0,1 1 0,0 1 0,0-1 0,9 0 0,-15 2 150,-1 0 0,1 0 0,-1 1 0,1-1 0,-1 0-1,0 0 1,1 1 0,-1-1 0,1 0 0,-1 1 0,1-1 0,-1 0 0,0 1 0,1-1 0,-1 0-1,0 1 1,1-1 0,-1 1 0,0-1 0,0 1 0,1-1 0,-1 1 0,0-1 0,0 1-1,0-1 1,0 1 0,0-1 0,0 1 0,0-1 0,0 1 0,0 0 0,1 22 624,-1-16-443,0-6-287,0 0 0,0 0 0,0 0 0,0 0 0,0 0 0,0 0 0,1 0 0,-1 0 0,0 0 0,1 0 0,-1 0 0,1 0 0,-1 0 0,1 0 0,-1 0 0,1-1 0,0 1 0,-1 0 0,1 0 0,0-1 0,0 1 0,-1 0 0,1-1 0,0 1 0,0-1 0,0 1 0,0-1 0,0 1 0,0-1-1,0 0 1,0 1 0,0-1 0,0 0 0,0 0 0,0 0 0,0 0 0,2 0 0,0 0-765,1-1 0,-1 1 1,1-1-1,-1 0 0,0 0 0,1 0 0,-1-1 0,0 1 0,1-1 0,3-3 0,24-21-7389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7.0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 6627,'0'0'16488,"-38"138"-13719,24-82-928,1-4-385,1-1-303,1-8-577,7-5-416,2-9-112,2-4-48,0-8-544,0-6-753,0-5-752,6-6-1040,13 0-1841,2 0-4066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7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11237,'0'0'11637,"113"0"-11637,-51 0-320,11 5-2609,5-5-4578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7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90 12582,'0'0'10122,"24"-10"-8036,2-1-1792,-1-1-97,1 1 1,0 1-1,48-10 0,-57 16-59,0 1 148,0-1 1,32-1 0,-49 5-243,1 1-1,-1-1 1,1 0 0,-1 0-1,0 0 1,1 0 0,-1 0 0,0 1-1,1-1 1,-1 0 0,0 0-1,1 1 1,-1-1 0,0 0-1,1 1 1,-1-1 0,0 0-1,0 1 1,0-1 0,1 0 0,-1 1-1,0-1 1,0 0 0,0 1-1,0-1 1,1 1 0,-1-1-1,0 0 1,0 1 0,0-1-1,0 1 1,0-1 0,0 0 0,0 1-1,0-1 1,0 1 0,-1-1-1,1 1 1,-4 17 658,-1-7-314,0 0 0,-1-1 0,-9 12 0,10-15-309,0-1 1,1 2-1,0-1 0,0 0 1,0 1-1,1 0 1,0 0-1,1 0 1,-1 0-1,0 10 1,2-15-131,1 0-1,0 0 1,0-1 0,0 1 0,0 0 0,0 0 0,1 0 0,-1 0 0,1 0 0,-1 0 0,1 0 0,0-1 0,1 1 0,-1 0 0,0-1 0,1 1 0,-1-1 0,1 1 0,2 2 0,-1-3-209,0 0-1,1 1 1,-1-1-1,1 0 1,0-1 0,-1 1-1,1-1 1,0 0-1,0 0 1,0 0 0,0 0-1,0 0 1,4-1-1,80 1-10885,-46-3-758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7.7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16952,'0'0'10421,"46"50"-13415,-14-37-2080,1-7-6083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 10789,'0'0'9860,"134"0"-5089,-75 0-1922,-1-2-2241,-6 2-432,-8 0-176,-8 0-48,-9 0-928,-10 0-1169,-7 0-1105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8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 12086,'0'0'11749,"128"9"-10276,-61-9-1473,8 0-1025,11-11-3329,18-3-7267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8.6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59 3554,'0'0'18752,"6"-1"-16884,10-3-869,1-1 0,27-11 1,-31 10-824,1 0-1,-1 1 1,1 1 0,0 0 0,0 1 0,25-1-1,-39 23 194,-1-11-146,-1 1 0,0-1 1,0 0-1,-1 0 0,0 0 1,-1 0-1,0 0 1,0-1-1,-10 14 0,9-14-250,0 0 0,0 1-1,1 0 1,0 0-1,0 0 1,1 0-1,0 1 1,1-1 0,-1 1-1,2 0 1,-2 10-1,3-18-1671,2-7-5915,7-15 114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8.7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17464,'0'0'12118,"6"54"-12118,-2-35-1201,2-2-1712,-4 0-2290,3-5-4641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9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4722,'0'0'26780,"5"10"-25675,14 31-945,-18-40-158,1 0 0,-1 0-1,1 1 1,-1-1 0,1 0 0,-1-1 0,1 1-1,0 0 1,-1 0 0,1-1 0,0 1 0,0-1 0,-1 1-1,1-1 1,0 0 0,0 0 0,0 1 0,3-2-1,28-3-1049,6-15-2690,-38 19 4040,-1 2-23,0 1 0,0-1-1,0 1 1,0-1 0,0 0 0,0 1 0,1-1 0,-1 0-1,1 1 1,0-1 0,0 0 0,0 1 0,0-1-1,0 0 1,0 0 0,2 3 0,0-4-360,-1 0-1,0 1 1,1-1 0,-1 0 0,1 0 0,-1 0-1,1 0 1,0-1 0,-1 1 0,1-1-1,0 1 1,-1-1 0,1 0 0,5-1 0,34 1-4891,0 0-3711,-7 0-1065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8:59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262 801 13094,'0'0'18142,"-18"-7"-16918,-58-21-930,70 27-294,0 0 1,0 0-1,0 0 1,0 1-1,0 0 0,-1 0 1,1 1-1,0-1 1,0 1-1,0 0 1,0 1-1,1 0 1,-1 0-1,0 0 1,1 1-1,-1-1 0,1 1 1,0 0-1,0 1 1,0 0-1,0-1 1,0 2-1,1-1 1,0 0-1,0 1 1,0 0-1,1 0 1,-6 9-1,8-12 0,-1 0 0,1 1 0,0-1 0,0 0 0,1 1 0,-1-1 0,0 0 0,1 1 0,0-1 0,-1 1 0,1-1 0,0 1 0,0 2 0,1-4 0,-1 0 0,0 0 0,1 1 0,-1-1 0,0 0 0,1 0 0,-1 0 0,1-1 0,0 1 0,-1 0 0,1 0 0,0 0 0,-1 0 0,1 0 0,0-1 0,0 1 0,0 0 0,0-1 0,0 1 0,0-1 0,0 1 0,0-1 0,0 1 0,0-1 0,0 0 0,0 1 0,0-1 0,0 0 0,0 0 0,2 0 0,8 1 1,1 0 0,0-2 0,0 1 0,-1-1 0,1-1 0,0 0 0,-1-1 0,0 0 0,0 0 0,0-1 0,20-11 0,-10 3-56,0-2 0,0-1 0,-2 0-1,31-31 1,11-18-573,-2-3 0,50-75 0,80-157-260,-177 279 999,-2 3 115,0 0-1,0 0 1,-2-1-1,0 0 1,-2 0-1,0-1 1,4-21-1,-10 40-203,1 0 0,-1 0-1,0 0 1,0 0-1,0 0 1,0 0-1,0-1 1,0 1-1,0 0 1,0 0 0,0 0-1,0 0 1,0 0-1,0 0 1,0 0-1,0-1 1,0 1-1,0 0 1,0 0-1,-1 0 1,1 0 0,0 0-1,0 0 1,0 0-1,0-1 1,0 1-1,0 0 1,0 0-1,0 0 1,0 0 0,0 0-1,0 0 1,0 0-1,-1 0 1,1 0-1,0 0 1,0 0-1,0 0 1,0 0-1,0 0 1,0-1 0,0 1-1,-1 0 1,1 0-1,0 0 1,0 0-1,0 0 1,0 0-1,0 0 1,0 0 0,-1 0-1,1 1 1,-8 2-44,-6 8 22,0 0 0,1 1 0,1 0 0,0 1 0,1 0 0,0 1 0,-10 17 0,2-5 0,-28 40 0,2 2 0,-36 76 0,65-112 0,1 1 0,2 1 0,2 0 0,0 1 0,3 0 0,-9 72 0,17-101 0,-1 0 0,1 0 0,0 0 0,0 1 0,1-1 0,0 0 0,0 0 0,0-1 0,1 1 0,4 11 0,-4-14 0,0 0 0,0-1 0,1 1 0,-1-1 0,1 1 0,-1-1 0,1 0 0,0 0 0,0 0 0,0 0 0,0-1 0,0 1 0,0-1 0,1 0 0,-1 0 0,0 0 0,1 0 0,-1 0 0,6-1 0,12 3 0,0-1 0,0-1 0,0 0 0,0-2 0,1-1 0,-1-1 0,36-9 0,-47 10 0,0-1 0,0-1 0,0 0 0,-1 0 0,0-1 0,0 0 0,0 0 0,0-1 0,-1 0 0,0-1 0,0 0 0,-1 0 0,0-1 0,0 0 0,-1 0 0,0 0 0,10-18 0,-14 22 0,-1 0 0,1-1 0,-1 1 0,1-1 0,-1 1 0,-1-1 0,1 0 0,-1 1 0,1-1 0,-1 0 0,-1 1 0,0-10 0,0 12 0,1 0 0,-1-1 0,0 1 0,0 0 0,0 0 0,0 0 0,0 0 0,0 0 0,-1 0 0,1 0 0,-1 0 0,1 0 0,-1 0 0,0 1 0,0-1 0,0 1 0,0-1 0,0 1 0,0 0 0,0 0 0,0 0 0,0 0 0,0 0 0,-1 0 0,-2 0 0,-2-1 0,0 1 0,0 0 0,-1 0 0,1 0 0,0 1 0,-1 0 0,1 0 0,0 1 0,-1 0 0,1 0 0,-11 4 0,14-3 0,1 0 0,-1 0 0,1 0 0,0 0 0,-1 0 0,1 1 0,0-1 0,1 1 0,-1 0 0,0 0 0,1 0 0,0 0 0,-1 1 0,1-1 0,1 1 0,-1-1 0,0 1 0,1-1 0,0 1 0,0 0 0,0 0 0,-1 7 0,1-3 0,0-1 0,0 1 0,1 0 0,0-1 0,2 16 0,-2-21 0,1 1 0,-1 0 0,1 0 0,0-1 0,0 1 0,1-1 0,-1 1 0,0-1 0,1 1 0,0-1 0,-1 0 0,1 0 0,0 1 0,0-1 0,0-1 0,0 1 0,1 0 0,-1 0 0,3 1 0,4 1-153,1 0 0,-1-1 0,1 1 0,-1-2-1,1 0 1,0 0 0,15 1 0,-4-2-2464,1-1 0,32-4 0,6-8-5755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00.0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383 0 17656,'0'0'10325,"-117"99"-5539,75-53-4786,5-2 0,3-3 0,3 1 0,2-8 0,2-1 0,4-10 0,6-6 0,4-9-1313,5-8-3841,4-27-17272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00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15063,'0'0'14663,"110"65"-14167,-78-42-464,1-5-32,7-3-1617,2-7-2833,4-8-5154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00.3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0 6371,'0'0'26396,"-79"113"-26396,79-94 0,0-5-2225,0-1-4018,6-5-960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00.4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513 0 9973,'0'0'15191,"-157"163"-8965,99-96-4849,-3 13-1377,-2 1 0,-12 7-1008,-23-2-2946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37.8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1 304,'0'1'22286,"2"12"-22436,-1 22 318,-2 1 0,-2 0 0,-11 57 0,0-36 350,11-46-3294,1-6-4261,2-37-617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38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0 12005,'0'0'5315,"-35"119"-5955,35-89-1585,10-1-2466,3-2-2480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38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4594,'0'0'13983,"2"8"-12175,4 34 1088,1 76 0,20-117-4950,-23-2 1848,1 1 0,0-2 0,-1 1 0,1 0 0,-1-1 0,0 0 0,1 0 0,-1 0 0,0 0 0,0-1 0,7-5 0,39-38 403,-47 44-94,-2 4 164,0 1-1,-1 0 0,1-1 0,0 1 0,-1 0 0,1 0 1,-1-1-1,0 1 0,0 0 0,0 3 0,0 3-32,1-7-309,-1-1 0,0 1 0,1-1 0,-1 1 0,1-1 0,-1 1 0,1-1 0,0 1-1,-1-1 1,1 1 0,0-1 0,0 0 0,0 1 0,0-1 0,0 0 0,0 0 0,1 0 0,-1 0 0,0 0 0,1 0 0,-1 0 0,0 0 0,1-1 0,1 2 0,3-1-1356,-1 0-1,0 0 1,1 0 0,-1-1 0,10 0-1,-9 0-38,17 0-6106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38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0 4402,'0'0'11693,"-6"23"-9030,-3 6-1906,-1 0 176,3 0 0,-7 45 0,-2 86 3229,13-53-5242,3-106 856,0 0 0,0 0 0,0-1 0,0 1 0,0 0 0,1 0 0,-1 0 0,0-1 0,0 1 0,0 0 0,1 0 0,-1-1 0,0 1 0,1 0 0,-1 0 1,1-1-1,-1 1 0,1-1 0,-1 1 0,1 0 0,-1-1 0,1 1 0,0-1 0,-1 1 0,1-1 0,0 1 0,-1-1 0,1 0 0,1 1 0,23 1-8476,-17-2 6745,11 0-6067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38.9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8052,'0'0'11221,"165"-2"-11221,-90 2-1201,6 0-3457,7 0-6467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39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414 0 8836,'0'0'8279,"5"25"-6799,-5-24-1463,51 191 1868,-28-124-1249,25 83 135,-43-128-736,-1 0-1,0 1 1,-2 0-1,0 39 1,-3-58 24,1 0 0,0 0-1,-1-1 1,0 1 0,0 0 0,0-1 0,-1 1 0,1-1 0,-1 1 0,0-1-1,-1 0 1,1 0 0,-1 0 0,0 0 0,0 0 0,0-1 0,0 1 0,0-1-1,-1 0 1,0 0 0,1 0 0,-1 0 0,0-1 0,-1 1 0,1-1 0,0 0-1,-1 0 1,-5 1 0,-11 2 316,0-1-1,0-1 0,0-1 1,0-1-1,-23-2 0,23 1-320,0-1 165,0 0 1,0-1-1,1-2 0,-1 0 1,-27-10-1,38 11-125,-1-1 0,1 0 0,0-1 0,0 0 0,1 0 0,0-1 0,-1-1 0,2 0-1,-1 0 1,1 0 0,0-1 0,-6-9 0,10 10-162,0 1 0,1-1 0,0 0 0,0 0 0,1 0 0,0 0 0,0-1-1,0 1 1,1 0 0,0-1 0,1-14 0,0 13-483,1 0 0,0 0 0,0 1 0,1-1 0,0 0-1,0 1 1,1-1 0,0 1 0,7-13 0,14-18-4403,-1-3-2845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39.6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 15495,'0'0'12038,"10"-27"-12118,-1 42-401,1 1-1728,3-1-2353,3-13-3393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0.0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5795,'0'0'12838,"138"0"-12102,-94 0-16,-2 0-112,2 0-351,-2 0-241,-3 0-16,-3 0-401,-9 0-1103,-4 0-1266,-19 0-2096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0.2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2897,'0'0'14695,"147"0"-13094,-99-2-465,-2-2-832,0-1-304,0-1-576,-2-2-1601,-9-1-4130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2.4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88 215 2257,'0'0'16309,"-3"-10"-14927,-5-35-142,8 42-1104,1-1-1,-1 1 1,1-1-1,0 0 0,0 1 1,1-1-1,-1 1 0,0 0 1,1-1-1,0 1 1,0 0-1,0 0 0,0 0 1,1 0-1,-1 1 0,1-1 1,-1 1-1,4-3 1,2-3 141,3-3-111,0 0 0,0 1 0,1 1 0,21-13 0,-26 18-165,0 0 1,1 1-1,0-1 1,-1 2-1,1-1 0,0 1 1,0 0-1,0 1 1,1 0-1,8 0 0,-15 1-5,-1 0-1,1 1 0,0-1 0,0 1 0,0-1 0,0 1 0,-1-1 0,1 1 0,0 0 0,0 0 1,-1 0-1,1 0 0,-1 0 0,1 0 0,-1 0 0,0 1 0,1-1 0,-1 0 0,0 1 0,0-1 1,0 1-1,0 0 0,0-1 0,0 1 0,0 0 0,0-1 0,-1 1 0,1 0 0,-1 0 1,1 0-1,-1 3 0,2 9 10,0 0 0,-2 0 0,0 21 1,-1-15 15,0 10-6,-1 0 1,-2 0-1,-1-1 1,-1 1-1,-16 44 1,3-26 4,-1-1 1,-39 66-1,51-100-19,0 0 0,-1 0 0,0-1 0,-19 18-1,24-26-3,0 0 0,-1 0 0,1-1-1,-1 0 1,0 1 0,0-2 0,0 1-1,0-1 1,-1 1 0,1-2 0,-1 1-1,1 0 1,-1-1 0,0 0 0,-8 0-1,12-1-9,0 0 0,1-1 0,-1 1 0,0-1 0,0 1-1,0-1 1,0 0 0,0 0 0,1 0 0,-1 0 0,0 0-1,1 0 1,-1 0 0,0-1 0,1 1 0,0 0 0,-1-1-1,1 1 1,0-1 0,0 0 0,0 1 0,0-1 0,0 0-1,0 0 1,0 1 0,1-1 0,-1 0 0,1 0 0,-1 0-1,1 0 1,-1-4 0,0-5 6,0 0 0,0 0 0,1 0 0,2-14 0,-2 23 18,0-1 0,1 1 0,0 0 1,0 0-1,-1 0 0,1 0 0,1 0 0,-1 0 0,0 1 0,0-1 0,1 0 0,-1 0 1,1 1-1,-1-1 0,1 1 0,0-1 0,-1 1 0,1 0 0,0 0 0,0 0 0,0 0 0,0 0 1,0 0-1,0 0 0,0 1 0,0-1 0,0 1 0,4-1 0,8-1 117,0 0 1,0 1-1,18 1 0,-21 0-37,4 1-1,-1 1 1,0 0-1,0 1 0,0 1 0,0 0 1,19 9-1,-19-7-82,-1-1 0,1 0 0,0-1 0,0-1 0,1 0 0,21 1 0,-26-4-297,-1-1 0,1 0 0,-1 0 0,1-1 0,12-3 0,-12 1-753,1 0-1,-2-1 0,1 0 1,15-11-1,24-20-5509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2.7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 0 8980,'0'0'16184,"-31"153"-15080,6-107-208,0-4-415,2-7-289,6-6-192,3-8 0,3-6-496,3-7-929,1-8-576,1 0-1793,6-23-11461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2.9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3201,'0'0'20650,"40"140"-19434,-36-90-255,2-2 15,1-8-671,-1-7-289,2-5-16,-1-7-465,-1-5-863,-2-5-865,-2-5-384,2-6-3906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3.1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73 6963,'0'0'14711,"144"-21"-14231,-96 11-384,2 2-96,5-5-160,1 5-1745,-6 3-3249,-6-3-4947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3.6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1 200 8052,'0'0'12597,"22"-18"-11745,69-58-124,-69 57-523,0 2 1,2 0-1,-1 1 1,42-20-1,-64 36 171,-7 3 673,-1 6-1039,-1 0 0,2 1 0,0 0 1,0 0-1,0 1 0,2-1 0,-1 1 0,1 0 1,1 0-1,0 1 0,0-1 0,1 1 1,1-1-1,0 1 0,1 0 0,0-1 0,2 19 1,-1-29-156,-1 0 0,1 0-1,0 0 1,-1 0 0,1 0 0,0 0 0,0 0 0,0 0 0,0 0 0,-1-1 0,1 1 0,0 0 0,0-1 0,0 1 0,1-1-1,-1 1 1,0-1 0,0 1 0,0-1 0,0 0 0,0 0 0,0 1 0,1-1 0,-1 0 0,0 0 0,0 0 0,3-1 0,35-3-5576,-8-12-1053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3.7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1 1393,'0'0'26412,"-42"29"-26476,42-4-2001,10-4-2561,5-6-2866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4.4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2465,'0'0'17747,"0"16"-15215,0-10-2247,0 14 487,-1-1 1,0 1 0,-2-1 0,-4 20-1,-3 7 1780,-8 81 1,14-52-3212,2-21-4413,2 1-5611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4.6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 8756,'0'0'12678,"145"-37"-11750,-106 37-448,1 0-319,-6 0-161,-3 6-513,-2 2-1504,0-2-1488,3-6-4883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5.0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 8836,'0'0'13910,"-4"8"-12696,-5 20 209,1 2-1,1-1 0,-5 49 1,-5 25 160,-14 86-216,25-59-4241,6-130 2695,0 0 0,0 1 1,0-1-1,1 1 1,-1-1-1,0 0 0,0 0 1,1 1-1,-1-1 1,0 0-1,1 1 0,-1-1 1,0 0-1,1 0 1,-1 0-1,0 1 0,1-1 1,-1 0-1,0 0 1,1 0-1,-1 0 0,1 0 1,-1 0-1,0 1 1,1-1-1,-1 0 0,1 0 1,-1 0-1,0-1 0,1 1 1,-1 0-1,1 0 1,16-2-4869,5-5-180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5.2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0 21450,'0'0'11317,"-2"19"-11317,0-10 0,2-1 0,-2 4 0,0 1-2593,-1 0-2097,-1-5-4851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5.4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458 1 18536,'0'0'6964,"-129"159"-3283,81-101-2208,-2-1-1473,-3-3-896,-1 5-1954,-7-5-2080,-1-6-6051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6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429 1 5475,'0'0'8916,"1"18"-6961,-1-15-1868,1 13 323,-1 1 0,-1-1 0,0 0 0,-1 0 0,0 0 0,-2 0 0,-8 26 0,-199 424 3617,46-166-5509,157-285 651,-12 14-4170,16-29-1466,4-10-3124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6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437 0 8980,'0'0'4866,"-75"136"-1776,33-46-49,3 13-944,-3 5-432,-4 1-176,2 4-145,0-11-463,6-14-545,9-15-336,8-20 0,7-20-593,12-12-1071,2-19-1602,16-17-14694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7.0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0 6835,'0'0'16594,"0"15"-15294,0 8-552,-2 0 0,0 0 0,-2 0 0,-7 29 0,-62 165 2652,4-15-2336,18 2-4351,51-198 1616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7.4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1 120 6163,'0'0'16477,"13"0"-14997,17 0-315,54 8-1,-19-5-664,-47-4-469,-17 1-41,0 0-1,0 0 0,0 0 0,0 0 0,0 0 1,0 0-1,0-1 0,0 1 0,0 0 1,0-1-1,0 1 0,0-1 0,0 1 0,0-1 1,-1 0-1,1 1 0,0-1 0,0 0 1,-1 1-1,1-1 0,0 0 0,-1 0 0,1 0 1,0-1-1,0 0-65,0 0 0,0-1 0,0 1 0,-1-1 1,1 1-1,-1-1 0,0 0 0,1 1 0,-1-5 0,0 3-2,-1 0-1,1 1 1,0-1 0,-1 0-1,0 1 1,0-1-1,0 1 1,0-1-1,-1 1 1,1-1-1,-1 1 1,0 0 0,-4-6-1,2 5 98,0 1 0,0 0 1,0 0-1,0 1 0,-1-1 0,1 1 0,-1 0 0,0 0 1,1 0-1,-1 0 0,0 1 0,0 0 0,0 0 1,0 0-1,-6 1 0,10 0 12,0 0 1,0 0-1,0 1 0,1-1 1,-1 1-1,0-1 0,0 0 1,0 1-1,0-1 0,0 1 1,0 0-1,1-1 0,-1 1 1,0 0-1,1-1 0,-1 1 1,0 0-1,1 0 0,-1 0 1,1 0-1,-1-1 0,1 1 1,0 0-1,-1 0 0,1 0 1,0 0-1,-1 0 0,1 0 1,0 0-1,0 2 0,-2 34 494,2-33-455,0 6-117,1 0 1,0 0-1,0 0 1,2 0-1,-1 0 0,1 0 1,0-1-1,1 1 1,0-1-1,1 0 0,-1 0 1,2-1-1,-1 1 1,13 13-1,-10-12-484,1 0 1,-1-1-1,2 1 0,13 10 0,-17-17-398,-1 1 0,1-1-1,-1 0 1,1 0-1,0-1 1,0 0-1,0 0 1,1 0-1,-1 0 1,12 0-1,23-1-6585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7.7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498 59 9524,'0'0'15215,"-18"-9"-12157,-60-29-1458,72 36-1442,-1 0-1,1 0 1,-1 0 0,1 1-1,-1 0 1,0 0-1,0 1 1,1 0-1,-11 1 1,-4 0 182,8-1-251,-1 1 0,1 0 0,0 1 1,0 0-1,0 1 0,0 1 0,0 0 0,1 0 1,-1 2-1,1-1 0,-20 14 0,24-13-71,0 0 0,0 1 1,1 0-1,-1 0 0,2 1 0,-1 0 0,1 0 1,0 0-1,1 1 0,0 0 0,0 0 0,1 0 1,0 1-1,1 0 0,0-1 0,-2 15 0,-1 25 9,2 1-1,4 75 1,1-53-32,5 65 203,0 4-2682,-9-147-5279,1 1 5596,-11-23-6280,-4-10-3497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7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82 4274,'0'0'14663,"140"-40"-11862,-79 34-1617,4 4-895,2 0-289,-5-2-1105,-1-5-2577,-7-10-3633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8.1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1 5651,'0'0'18680,"-18"24"-15638,-2 1-2321,2-3-82,2 1 1,0 0-1,1 1 1,-20 47 0,19-29-456,2 1 0,1 1 1,3 0-1,1 1 1,3-1-1,1 2 1,2 60-1,3-104-186,1-1-1,-1 1 1,0-1-1,0 0 1,1 1 0,-1-1-1,1 0 1,-1 1 0,1-1-1,0 0 1,-1 0-1,1 1 1,0-1 0,0 0-1,0 0 1,0 0 0,0 0-1,0 0 1,0 0-1,0 0 1,0-1 0,1 1-1,-1 0 1,0-1 0,0 1-1,1 0 1,1 0-1,-1-1-196,0 1-1,1-1 0,-1 1 0,0-1 0,0 0 1,1 0-1,-1 0 0,0 0 0,1 0 0,-1 0 1,0-1-1,0 1 0,1-1 0,-1 1 0,0-1 1,0 0-1,4-2 0,-3 0-516,0 1 0,-1-1 0,1 0 0,-1 0 0,1-1 0,-1 1 0,0 0 0,0-1 0,-1 1 1,1-1-1,-1 0 0,0 0 0,2-6 0,1-27-10153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8.3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 11253,'0'0'14007,"149"0"-13431,-80 0-576,2 0-1617,-9 0-3297,-7-8-5347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8.9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0 8996,'0'0'18417,"0"5"-14566,-3 3-2348,-16-9-1730,1 2 1,-1 0-1,0 1 0,1 1 0,-1 0 1,-17 7-1,32-8 205,-1-1 0,0 1 0,1 0 0,0 1 0,0-1 0,-1 1 0,1 0 0,1 0 0,-1 0 0,0 0 0,1 1 0,0 0 0,0-1 0,0 1 0,0 0 0,0 1 0,1-1 0,0 0 0,0 1 0,0-1 0,0 1 0,1 0 0,0-1 0,0 1 0,0 0 0,1 0 0,-1 0 0,1 6 0,0-5 20,0 0-1,0 0 1,0 1-1,1-1 1,0 0-1,0 0 1,0 0-1,1 0 1,0 0-1,0 0 1,1 0-1,-1-1 1,1 1-1,0-1 1,1 1-1,0-1 1,-1-1-1,2 1 1,-1 0-1,0-1 1,1 0 0,0 0-1,0 0 1,0-1-1,0 1 1,1-1-1,8 3 1,-4-2-339,0-1 1,-1-1-1,1 0 1,0 0 0,0-1-1,0 0 1,0-1-1,0 0 1,1-1 0,-1 0-1,15-4 1,-8 1-1299,0-1 1,-1 0-1,1-2 1,-1 0-1,25-15 1,28-26-9236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9.3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327 0 16600,'0'0'3094,"-22"14"348,8-6-2732,1-1-89,0 0 1,0 2 0,0 0 0,1 0 0,0 1 0,1 0 0,0 1-1,1 0 1,0 1 0,-14 23 0,6 1-169,1 0 0,3 2 1,1-1-1,-12 56 0,-16 160-794,33-198 497,2-23-156,0 16 0,6-47 0,0-1 0,0 0 0,0 0 0,0 0 0,-1 1 0,1-1 0,0 0 0,0 0 0,0 0 0,0 1 0,1-1 0,-1 0 0,0 0 0,0 0 0,0 1 0,0-1 0,0 0 0,0 0 0,0 0 0,0 1 0,0-1 0,0 0 0,0 0 0,1 0 0,-1 0 0,0 1 0,0-1 0,0 0 0,0 0 0,1 0 0,-1 0 0,0 0 0,0 0 0,0 0 0,0 0 0,1 1 0,-1-1 0,0 0 0,0 0 0,0 0 0,1 0 0,-1 0 0,0 0 0,0 0 0,1 0 0,6-1-15,0-1 0,0 1 1,-1-1-1,1-1 0,0 1 0,-1-1 1,1 0-1,-1-1 0,0 1 0,0-1 0,7-7 1,12-5-308,0 2-223,-12 7 397,0 0 0,0-1 0,-1-1 0,0 0 0,13-13 0,-27 110 2080,2-85-2013,0 0 1,1-1-1,-1 1 0,1 0 0,0-1 1,0 1-1,0 0 0,0-1 0,0 1 1,1-1-1,-1 0 0,1 1 0,-1-1 1,1 0-1,0 0 0,0 0 0,0 0 1,0 0-1,0-1 0,0 1 0,0 0 1,1-1-1,-1 0 0,1 0 0,-1 1 1,5 0-1,-2 0-729,1-1 1,-1 0-1,1 0 1,-1 0-1,9 0 1,27-6-7478,-2-13-3169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9.5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0 12182,'0'0'18984,"-36"107"-18920,36-99-64,0-3-1152,7-5-1634,1 0-1760,0-23-4962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9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 0 2401,'0'0'26476,"-48"36"-26700,48-19-1505,0-9-1232,25-8-2337,8 0-4867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49.9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349 1 17320,'0'0'3746,"-100"123"1760,52-37-480,2 8-3857,12 4-1169,1-2 0,6-6 0,6-6 0,6-9 0,5-10 0,1-15 0,3-17 0,6-8 0,0-16-304,21-11-9365,10-30 305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09:50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313 804 7251,'0'0'22571,"-8"-9"-20925,6 7-1550,-6-7 76,0 0 0,0 1 0,-1 0-1,0 1 1,-1 0 0,-18-11 0,18 14-172,1 1 0,-1 0 0,0 1 0,0 0 0,0 0 0,0 1 0,0 1 0,-18 0 0,16 0 0,8 1 0,0-1 0,0 1 0,-1 0 0,1 0 0,0 0 0,0 1 0,0 0 0,0 0 0,1 0 0,-1 0 0,0 0 0,1 0 0,0 1 0,-1 0 0,1 0 0,0 0 0,0 0 0,1 0 0,-1 1 0,1-1 0,-1 1 0,1 0 0,-2 6 0,0-3 0,1 0 0,0 0 0,1 0 0,0 1 0,0 0 0,0-1 0,1 1 0,0 0 0,1-1 0,0 1 0,0 0 0,2 11 0,-2-18 0,0 0 0,1-1 0,-1 1 0,1 0 0,-1 0 0,1 0 0,-1 0 0,1-1 0,0 1 0,-1 0 0,1 0 0,0-1 0,-1 1 0,1-1 0,0 1 0,0-1 0,0 1 0,0-1 0,0 1 0,-1-1 0,1 0 0,0 1 0,0-1 0,0 0 0,0 0 0,0 0 0,1 0 0,33 1 0,-24-2 0,4 0-88,0-1 0,0 0 1,0-1-1,0-1 0,0 0 0,-1-1 1,1-1-1,-2 0 0,1-1 0,14-9 1,3-4-363,0-2 0,-2-1 1,28-28-1,-13 6-291,-1-3 1,66-98-1,48-119-228,-155 261 978,14-24 154,-2 0-1,-1-1 1,-1 0-1,11-43 1,-22 71-76,-1 0 0,0 0 0,1 1-1,-1-1 1,0 0 0,0 0 0,1 0 0,-1 1 0,0-1 0,0 0-1,0 0 1,0 0 0,0 0 0,0 1 0,0-1 0,0 0 0,-1 0 0,1 0-1,0 1 1,0-1 0,-1 0 0,1 0 0,0 1 0,-1-1 0,1 0-1,-1 0 1,1 1 0,-1-1 0,1 1 0,-1-1 0,0 0 0,1 1-1,-1-1 1,0 1 0,1-1 0,-1 1 0,0 0 0,1-1 0,-1 1-1,0 0 1,0-1 0,-1 1 0,-2 0 30,1 0-1,0 1 0,-1-1 1,1 1-1,0 0 1,0 0-1,-1 0 0,1 0 1,0 0-1,-3 2 1,-6 4-101,1 1 0,0 0 0,0 0-1,1 1 1,0 0 0,0 1 0,-9 11 0,0 4-19,1 1-1,-17 30 1,10-6 3,1 0 0,3 2 0,-26 97 0,26-58 0,-15 137 0,30-174 0,2 1 0,2 0 0,6 60 0,-4-113 11,1-1-1,-1 1 1,1 0-1,-1 0 1,1 0-1,0-1 1,-1 1 0,1 0-1,0-1 1,0 1-1,0 0 1,0-1-1,1 0 1,-1 1 0,0-1-1,1 1 1,-1-1-1,0 0 1,1 0-1,0 0 1,-1 0 0,1 0-1,0 0 1,-1-1-1,1 1 1,0 0 0,3 0-1,-4-1-65,1 0 0,-1 0 0,0 0 0,1 0 0,-1 0 0,1 0 1,-1 0-1,0-1 0,1 1 0,-1 0 0,0-1 0,1 1 0,-1-1 0,0 1 0,2-2 0,-2 1-199,0 0 0,0 0-1,0 0 1,0 0 0,0 0-1,0 0 1,0 0 0,0-1-1,0 1 1,-1 0 0,1 0-1,0-1 1,-1 1 0,0-1-1,1 1 1,0-3 0,0-23-6093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47.6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816 0 4882,'0'0'13932,"-3"6"-9802,-3 7-2143,-1-4-1539,0 0-1,-1-1 0,0-1 0,-1 1 0,1-1 0,-1-1 1,0 1-1,-12 4 0,-86 37 49,63-30-153,-245 118 535,54-24-612,227-109-251,3-1-6,1 0 0,-1 0 0,1 0-1,0 1 1,0 0 0,0-1 0,-3 5 0,6-7 375,16 0 288,89-8-406,2-1-222,318 10 332,-411-2-376,0 2 0,0 0 0,-1 0 0,1 1 0,0 1 0,-1 0 0,0 1 0,0 0 0,0 1 0,0 0 0,-1 1 0,1 0 0,15 12 0,-24-14 0,-1-1 0,1 0 0,-1 1 0,1-1 0,-1 1 0,0 0 0,0 0 0,-1 0 0,2 4 0,-35 2-272,21-5-2320,-2 0 1,-21 6 0,-5-4-7003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2.6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256 1041 7603,'0'0'24473,"-13"-1"-23798,9 1-671,-2 0-4,1-1 1,-1 1 0,0 0 0,0 1 0,1 0-1,-1 0 1,0 0 0,1 0 0,-1 1-1,1 0 1,-1 0 0,1 0 0,0 1-1,0 0 1,-7 5 0,-6 7-1,2 1 0,0 1 0,1 0 0,1 1 0,0 0 0,1 1 0,-16 32 0,28-47 0,-1 0 0,1 0 0,0 1 0,0-1 0,0 0 0,0 0 0,1 0 0,0 5 0,0-8 0,0 0 0,1-1 0,-1 1 0,0 0 0,1-1 0,-1 1 0,1 0 0,-1-1 0,1 1 0,-1-1 0,1 1 0,-1 0 0,1-1 0,0 0 0,-1 1 0,1-1 0,0 1 0,-1-1 0,1 0 0,0 1 0,-1-1 0,1 0 0,0 0 0,0 0 0,-1 0 0,1 1 0,0-1 0,0 0 0,0 0 0,-1 0 0,1-1 0,0 1 0,0 0 0,-1 0 0,1 0 0,0 0 0,-1-1 0,2 1 0,5-1 0,5 0-1,-1-1 0,0 0 0,0-1 0,0 0 1,-1 0-1,1-1 0,-1-1 0,1 0 0,17-12 0,12-11-426,38-33-1,-55 42-26,79-69-3326,137-151 0,-135 117-2056,-5-4 0,115-194 1,-206 307 5643,48-88 853,-36 49 2647,-8-3 3282,-12 55-6422,0-1-1,0 0 0,1 1 1,-1-1-1,0 0 1,0 1-1,0-1 1,0 0-1,0 1 1,0-1-1,0 0 1,0 1-1,0-1 1,-1 0-1,1 1 1,0-1-1,0 0 1,-1 1-1,1-1 1,0 1-1,0-1 1,-1 0-1,1 1 1,-1-1-1,1 1 1,-1-1-1,1 1 1,-1 0-1,1-1 1,-1 1-1,1-1 1,-2 1-1,-23 2 2755,15 1-2418,0 0 1,0 1-1,0 1 0,1-1 1,-1 2-1,1-1 0,0 1 0,1 1 1,-16 14-1,-2 5 578,-37 48-1,30-28-1024,3 2-1,1 0 1,2 2 0,2 1-1,3 1 1,-17 60 0,-68 337-121,62-235 94,36-179-30,8-33 0,1-2 0,0 1 0,0-1 0,0 0 0,0 0 0,-1 0 0,1 0 0,0 1 0,0-1 0,0 0 0,0 0 0,0 0 0,-1 1 0,1-1 0,0 0 0,0 0 0,0 1 0,0-1 0,0 0 0,0 0 0,0 1 0,0-1 0,0 0 0,0 0 0,0 1 0,0-1 0,0 0 0,0 0 0,0 1 0,0-1 0,0 0 0,0 0 0,0 0 0,1 1 0,-1-1 0,0 0 0,0 0 0,0 0 0,0 1 0,0-1 0,1 0 0,-1 0 0,0 0 0,0 1 0,0-1 0,1 0 0,-1 0 0,0 0 0,6-2 0,0-1 0,0 0 0,-1-1 0,1 1 0,-1-1 0,0 0 0,0 0 0,0-1 0,5-6 0,-1 3 0,17-17 0,-5 7 0,-1-1 0,-1-1 0,-1 0 0,0-2 0,16-27 0,-32 52-226,21 44 689,-21-43-702,0 0-1,0-1 1,1 1 0,-1-1 0,1 0-1,0 0 1,0 0 0,0 0 0,0 0-1,1 0 1,-1-1 0,7 4 0,16-3-5639,5-2-3731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2.7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0 13894,'0'0'17576,"-13"107"-16279,13-86-1297,7-6 0,1-9 0,-2-6 0,-4 0-480,2-15-2914,-4-27-2961,0-12-4962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2.9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15639,'0'0'11445,"73"23"-14742,-50-23-1777,8 0-5875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3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361 1 15927,'0'0'4818,"-115"131"1185,60-37 16,7 0-6019,11 5 0,7-11 0,11-9 0,5-10 0,-1-8 0,7-13 0,-3-13 0,3-8 0,8-10 0,0-9-2913,13-8-4483,22 0-623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3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299 794 14519,'0'0'14929,"-15"-8"-12090,-53-26-2359,63 31-480,-1 1 0,1 0 0,-1 0 0,0 1 0,0-1 0,0 1 0,0 0 0,0 1 0,0 0 0,0 0 0,-10 1 0,-7 0 0,17-1 0,-1 1 0,1-1 0,-1 1 0,1 0 0,-1 1 0,1-1 0,0 1 0,0 1 0,0-1 0,-6 4 0,9-4 0,0 0 0,1-1 0,-1 1 0,1 0 0,0 0 0,-1 1 0,1-1 0,0 0 0,0 1 0,1-1 0,-1 1 0,0 0 0,1 0 0,-1 0 0,1-1 0,0 1 0,0 0 0,0 1 0,1-1 0,-1 0 0,1 0 0,-1 5 0,2-6 0,-1-1 0,0 0 0,1 0 0,-1 0 0,1 1 0,0-1 0,-1 0 0,1 0 0,0 0 0,0 0 0,-1 0 0,1 0 0,0-1 0,0 1 0,0 0 0,0 0 0,0 0 0,0-1 0,0 1 0,0-1 0,1 1 0,-1-1 0,0 1 0,0-1 0,0 0 0,1 1 0,-1-1 0,0 0 0,0 0 0,1 0 0,-1 0 0,2 0 0,55-1 0,-46 0 0,4-1 0,-1-1 0,1-1 0,-1 0 0,0 0 0,0-2 0,0 0 0,-1 0 0,0-2 0,24-15 0,-3-3 0,0-1 0,42-43 0,-20 11-480,-2-2 0,-2-3 1,-4-2-1,-2-2 0,61-119 0,-106 183 478,4-7 43,0 0 0,-1-1 1,0 0-1,-1 0 0,0-1 0,-1 1 0,0-1 0,1-20 1,-4 32 6,0 1 1,0-1 0,0 0 0,0 1-1,0-1 1,0 0 0,-1 1 0,1-1 0,0 0-1,0 1 1,-1-1 0,1 0 0,-1 1-1,1-1 1,0 1 0,-1-1 0,1 0-1,-1 1 1,0-1 0,1 1 0,-1 0 0,1-1-1,-1 1 1,0-1 0,1 1 0,-1 0-1,0 0 1,1-1 0,-1 1 0,0 0 0,1 0-1,-1 0 1,0 0 0,0 0 0,1 0-1,-1 0 1,0 0 0,1 0 0,-1 0 0,-1 0-1,-32 10 383,21-2-421,0 1 0,1 1 0,0 0 0,1 0 0,0 1 0,0 1 0,-13 19 0,10-10-10,0 0 0,1 1 0,2 1 0,0-1 0,1 2 0,2-1 0,0 2 0,-8 47 0,9-23 0,2 1 0,2 0 0,6 78 0,5-62 0,3-1 0,3 0 0,33 93 0,-40-145 25,-4-21-1137,-4-22-4617,-13-4-2902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11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236 572 6547,'0'0'13537,"0"0"-13457,0 0 1,0 0-1,0 0 1,1 0 0,-1 0-1,0 0 1,0 0-1,0 0 1,0 0-1,1 0 1,-1 0-1,0 0 1,0-1-1,0 1 1,0 0 0,0 0-1,0 0 1,1 0-1,-1 0 1,0 0-1,0-1 1,0 1-1,0 0 1,0 0-1,0 0 1,0 0 0,0-1-1,0 1 1,0 0-1,0 0 1,0 0-1,1 0 1,-1-1-1,0 1 1,0 0-1,0 0 1,-1 0-1,1 0 1,0-1 0,0 1-1,0 0 1,0 0-1,0 0 1,0-1-1,0 1 1,0 0-1,0 0 1,0 0-1,0 0 1,0 0 0,-1-1-1,1 1 1,0 0-1,0 0 1,0 0-1,0 0 1,-1 0-1,0-2-70,-1 0 0,1 1-1,-1-1 1,0 1 0,0 0-1,0 0 1,0-1-1,0 1 1,0 0 0,0 1-1,0-1 1,0 0 0,0 0-1,0 1 1,-1 0 0,-1-1-1,-42-1-77,36 2 52,4 0 13,-1 1 0,1 0-1,0 0 1,-1 1-1,1-1 1,0 1-1,0 1 1,0-1 0,0 1-1,0 0 1,0 0-1,1 1 1,0-1-1,0 1 1,0 1 0,0-1-1,0 1 1,1-1-1,0 1 1,0 1-1,0-1 1,1 1-1,-1-1 1,1 1 0,1 0-1,-1 0 1,1 0-1,0 0 1,1 1-1,-1-1 1,1 0 0,0 1-1,1-1 1,0 9-1,0-9-13,-1-1 10,1 0 1,0 0-1,0 0 1,1 0 0,-1-1-1,1 1 1,0 0-1,3 7 1,-3-11 3,0 0 0,-1 0 0,1 0 1,0 0-1,-1 0 0,1 0 0,0 0 0,0-1 1,0 1-1,0 0 0,0-1 0,0 1 0,0-1 1,0 1-1,0-1 0,2 1 0,0 0-11,0-1 1,0 1-1,0-1 0,-1 0 0,1 0 0,0-1 0,0 1 1,0 0-1,3-2 0,0 0-10,-1 0 0,0 0 0,0-1 0,0 1 1,-1-1-1,1 0 0,0-1 0,-1 1 0,0-1 0,6-6 1,41-52-519,-33 38 236,41-53-989,85-150-1,19-100 125,-155 313 2417,-10 24 699,-9 25-654,-36 99 161,22-72-1096,3 2-1,3 1 0,-12 75 1,29-121-494,0 1 0,2 0-1,2 30 1,-1-49-1,-1 0 0,0 0-1,0 0 1,0 0 0,1 0-1,-1 0 1,0-1-1,1 1 1,-1 0 0,1 0-1,-1 0 1,1 0 0,0-1-1,-1 1 1,1 0-1,0-1 1,-1 1 0,1 0-1,0-1 1,0 1 0,-1-1-1,1 1 1,0-1 0,1 1-1,1 0-333,0 0-1,0-1 1,0 1-1,0-1 1,0 0-1,0 1 1,0-1-1,4-1 0,0 0-997,1 0-1,-1-1 0,1 0 0,-1 0 1,0 0-1,8-4 0,20-17-6865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11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0 11589,'0'0'11430,"-10"20"-9504,-65 121 197,72-134-2198,1-3-88,0 1 0,0-1-1,0 1 1,0 0-1,0 0 1,0 8-1,18-15-999,-1-6 954,0-1 1,-1-1-1,0 0 0,-1 0 0,0-2 1,-1 1-1,14-17 0,-5 5-258,-8 11 306,-7 8 209,-1 0 0,-1-1 1,1 0-1,-1 1 0,0-1 0,0-1 0,0 1 0,-1-1 0,5-8 0,-14 10 5688,-10 2-4309,-12 4-872,26-1-507,0 1-1,-1-1 1,1 1 0,0-1-1,0 1 1,0 0-1,0 0 1,0 0-1,1 0 1,-1 0 0,0 0-1,1 0 1,0 1-1,-1-1 1,1 1-1,0-1 1,0 1 0,1-1-1,-1 1 1,0-1-1,1 1 1,-1 4-1,0 3 41,0 0-1,1-1 1,0 1 0,1 0-1,2 10 1,-3-18-78,1 1 0,-1 0 0,1-1 0,0 1 1,0 0-1,0-1 0,0 1 0,1-1 0,-1 0 0,1 1 1,-1-1-1,1 0 0,0 0 0,0 0 0,0 0 0,0 0 1,0 0-1,0-1 0,0 1 0,1-1 0,-1 1 0,1-1 0,2 1 1,5 1-109,-1 0 0,1-1-1,0-1 1,0 0 0,10 0 0,12 2-1921,-21 2-712,-5-1-515,1-3-4207,-1-1-604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12.0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160 0 12038,'0'0'9076,"-30"130"-4914,16-65-1409,-3 12-1377,4 0-415,-1-4-433,10-8-256,-3-12-240,5-14-32,-2-9-400,2-12-576,0-7-849,-4-5-1521,-5-6-1632,-1 0-3138,-9 0-3441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12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7203,'0'0'6358,"20"-8"-2127,-6 2-3486,14-6 663,0 2 1,1 0-1,40-6 1,-62 15-1283,71-13 1130,145-7 1,-226 28-1180,-66 59 241,36-37 88,-29 34-1,54-54-372,1 0 0,0 1 0,0 0-1,1 0 1,0 0 0,1 1 0,0 0 0,-5 18 0,10-28-54,-1 0 0,1 1 0,-1-1 1,1 0-1,-1 0 0,1 0 0,0 1 1,0-1-1,-1 0 0,1 0 0,0 1 1,0-1-1,0 0 0,1 0 0,-1 1 1,0-1-1,0 0 0,1 0 0,-1 1 1,1-1-1,-1 0 0,1 0 0,-1 0 1,1 0-1,0 0 0,-1 0 0,1 0 1,0 0-1,1 2 0,1-2-78,1-1-1,-1 1 1,0 0-1,1-1 1,-1 0 0,0 0-1,1 0 1,-1 0-1,5-1 1,0 1 80,2-2-24,0 1-1,0-2 1,0 1-1,0-1 1,0-1-1,-1 0 1,1 0-1,-1-1 1,11-7-1,11-9 135,33-30-1,-48 37 20,-16 14-61,0 0 0,0-1-1,0 1 1,1 0 0,-1 0 0,0 0-1,0 0 1,0-1 0,1 1 0,-1 0-1,0 0 1,0 0 0,0 0 0,1 0-1,-1 0 1,0-1 0,0 1 0,1 0-1,-1 0 1,0 0 0,0 0 0,1 0-1,-1 0 1,0 0 0,0 0 0,1 0-1,-1 0 1,0 0 0,0 0 0,1 0-1,-1 0 1,0 1 0,0-1 0,1 0-1,-1 0 1,0 0 0,0 0 0,0 0-1,1 0 1,-1 1 0,0-1 0,0 0-1,0 0 1,1 0 0,-1 1 0,0-1 0,0 0-1,3 20 730,-9 40-1215,4-38 589,1-10-224,0-3-436,0 0 1,1-1-1,2 17 1,-2-23 285,0-1 1,0 1 0,0-1-1,1 1 1,-1-1 0,1 1-1,-1-1 1,1 1 0,0-1-1,0 0 1,-1 0 0,1 1 0,0-1-1,0 0 1,0 0 0,0 0-1,0 0 1,1 0 0,-1 0-1,0 0 1,0 0 0,1 0-1,-1 0 1,0-1 0,1 1-1,-1-1 1,3 1 0,32 1-6574,10-2-2754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13.0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753 1 16151,'0'0'2071,"-27"1"1405,2-1-2618,-8 1 100,-1 1 0,1 2 0,-51 11 0,-326 64 2065,401-78-3012,-13 5 151,21-6-162,0 1 1,1 0-1,-1 0 0,0-1 1,1 1-1,-1 0 1,0 0-1,1 0 0,-1 0 1,1 0-1,0 0 0,-1 0 1,1 0-1,0 0 1,0 0-1,-1 0 0,1 0 1,0 0-1,0 0 0,0 0 1,0 2-1,1 3 1,0 0-1,1 1 1,-1-1 0,1 0-1,1 0 1,-1 0 0,1 0-1,5 10 1,-3-7 3,0 0 0,-1 0 0,4 14 0,-1 6-2,-3-1 0,0 1 0,-2 0 1,-1 0-1,-4 48 0,-2-30 16,-3 1 0,-21 74-1,-11-18 40,0-2-7,40-101-46,-1 0 0,1 0 0,-1 0 1,1 0-1,-1 0 0,1 1 0,0-1 0,-1 0 0,1 0 0,0 1 0,0-1 1,0 0-1,0 0 0,0 1 0,0-1 0,0 0 0,1 1 0,-1-1 1,0 0-1,1 0 0,-1 0 0,1 1 0,-1-1 0,1 0 0,0 0 1,1 2-1,0-2 48,1 0 0,0 0 0,-1-1 0,1 1 1,-1-1-1,1 0 0,0 1 0,-1-1 0,1 0 1,4-1-1,6 1 132,2 0 2,14 1 84,0-1 0,0-1 1,0-2-1,0-1 0,-1-1 1,39-12-1,-29 1-232,25-8-225,-39 12-12611,-10 1 501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13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584 1 4770,'0'0'17155,"-13"23"-13997,-40 79-1501,49-92-1465,1-1-1,0 1 0,0 0 0,1-1 1,0 1-1,1 0 0,0 0 1,0 18-1,1 2 176,-6 140 610,4-66-954,-23 151-1,24-250-29,0 1 0,0-1 0,0 0 0,-1 1 0,0-1 0,0 0 0,-1 0 0,1 0 0,-1 0-1,0-1 1,-7 9 0,7-11 19,0 1-1,0-1 0,0 1 0,-1-1 1,1 0-1,-1 0 0,0 0 0,0-1 1,0 0-1,1 1 0,-1-1 0,0 0 1,-1-1-1,1 1 0,0-1 0,-7 0 1,-6-1 135,0-1 0,1 0-1,-1-2 1,1 0 0,0 0 0,0-2 0,1 0 0,-1 0 0,-14-10 0,5 2-46,0-2 0,2 0 0,0-1 0,-31-32 0,50 46-184,1 0 1,-1-1-1,1 0 0,0 0 1,1 0-1,-1 0 0,1 0 0,-1 0 1,1-1-1,0 1 0,1-1 1,-1 1-1,1-1 0,0 0 1,0 1-1,1-1 0,-1 0 1,1-6-1,1 4-681,0 0 0,1 0 1,0 0-1,0 0 0,1 0 1,0 1-1,0-1 0,0 1 0,1 0 1,0 0-1,7-9 0,22-27-7658,4-7-2799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13.6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 7043,'0'0'23003,"21"-52"-22539,-17 52-464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14.2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82 464,'0'0'12878,"20"-1"-8735,132-12 1236,-84 6-3913,-1-3 1,-1-3 0,77-24-1,-145 47 1513,-12 18-2352,-7 12-265,13-16-350,0 0 1,2 0 0,1 0-1,1 1 1,-2 26 0,4 129-26,3-107 19,-1-39-6,-1 0 0,2 1 0,1-1 0,10 52 0,-12-83 0,1 0 0,0 0 0,-1-1 0,0 1 0,0 0 0,0 0 0,0 0 0,0-1 0,0 1 0,-2 4 0,2-6 0,-1 1 0,1-1 0,-1 0 0,1 0 0,-1 0 0,0 0 0,0 0 0,1 0 0,-1 0 0,0 0 0,0 0 0,0 0 0,0 0 0,0-1 0,0 1 0,-3 1 0,-2 0 0,0 0 0,0-1 0,0 0 0,-1 0 0,1-1 0,-1 1 0,-9-2 0,5 1 0,-273 13 0,157-5 0,155-9-1235,2 0-3187,41-5 0,-9-7-7381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19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303 558 2577,'0'0'10850,"8"-6"-8355,23-19-246,-31 25-2026,1 0 0,0-1-1,-1 1 1,1-1 0,0 0 0,-1 1-1,1-1 1,-1 1 0,1-1 0,-1 0 0,0 0-1,1 1 1,-1-1 0,0 0 0,1 1-1,-1-1 1,0 0 0,1-1 0,-9-5 1575,-20 4-1145,27 3-473,-13-1-25,-20 0 174,0 1 0,-40 5 0,64-3-201,1-1 0,-1 1 0,1 1 0,0 0-1,0 0 1,0 1 0,0 0 0,1 0 0,-1 1 0,1 0 0,0 1 0,-12 10-1,17-12-85,0 0-1,0 0 0,0 0 1,0 0-1,1 1 0,0-1 0,0 1 1,0-1-1,0 1 0,1 0 1,-1 0-1,1 0 0,1 0 0,-1 0 1,1 0-1,0 9 0,0-10-39,0-1-1,1 0 0,-1 1 0,1-1 1,0 0-1,0 0 0,0 0 0,0 0 1,0 0-1,1 0 0,-1 0 1,1 0-1,0 0 0,0-1 0,0 1 1,0-1-1,1 1 0,-1-1 1,0 0-1,1 0 0,0 0 0,0 0 1,-1 0-1,1-1 0,0 1 0,4 0 1,3 1 3,0 0-1,0-1 1,0 0 0,0-1 0,0 0-1,0-1 1,1 0 0,-1 0 0,0-1 0,0-1-1,20-4 1,-16 1-115,0 0 0,-1-1 0,0-1 0,0 0 0,-1 0-1,0-1 1,19-17 0,-7 3-414,-2-2 1,0 0-1,-2-2 0,-1 0 0,-1-1 0,29-57 1,-30 47 0,-1-1 0,-1 0 0,-2-1 0,-2-1 0,-2 0 0,-2 0 0,-1 0 0,1-57 1,-7 96 555,0 1 1,0 0-1,0-1 1,0 1-1,0-1 1,0 1-1,0 0 1,1-1-1,-2 1 1,1-1-1,0 1 1,0-1-1,0 1 1,0 0-1,0-1 1,0 1-1,0-1 1,0 1-1,-1 0 1,1-1-1,0 1 1,0-1-1,0 1 1,-1 0 0,1-1-1,0 1 1,-1 0-1,1-1 1,0 1-1,-1 0 1,1 0-1,0-1 1,-1 1-1,1 0 1,0 0-1,-1 0 1,1 0-1,-1-1 1,1 1-1,-1 0 1,1 0-1,0 0 1,-1 0-1,1 0 1,-1 0-1,1 0 1,-1 0-1,1 0 1,0 0-1,-1 0 1,1 1 0,-1-1-1,1 0 1,0 0-1,-1 0 1,1 0-1,-1 1 1,0-1-1,-22 19 1354,12-4-789,0 0 0,1 1 0,1 0 0,0 1 0,-11 28 0,8-9 798,-16 68 1,21-60-867,2 0-1,1 0 0,3 0 1,5 55-1,-3-88-502,0 1 1,1-1-1,1 0 1,5 16-1,-8-24-176,1-1 0,0 1 0,0-1 0,1 1 0,-1-1 0,0 1-1,1-1 1,0 0 0,-1 0 0,1 1 0,0-1 0,0-1 0,0 1-1,0 0 1,0 0 0,1-1 0,-1 1 0,1-1 0,-1 0 0,1 0-1,-1 0 1,1 0 0,-1 0 0,4 0 0,2 0-1476,0-1 0,0 1 1,0-2-1,16-1 0,10-11-5610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0.3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237 1 2017,'0'0'24328,"-19"0"-22596,-61 7-326,74-6-1278,-1 1 1,1 0 0,0 0-1,1 0 1,-1 1-1,0 0 1,1 0 0,-1 0-1,1 1 1,0 0-1,0 0 1,1 0 0,-1 0-1,-7 10 1,2-3 76,6-6-180,0 0 0,0 1-1,0-1 1,1 1 0,0-1 0,0 1-1,0 0 1,1 0 0,0 1 0,0-1-1,1 0 1,-1 1 0,1-1 0,1 1-1,-1-1 1,1 1 0,1 7 0,-1-13-26,0-1 0,0 1 0,0-1 1,1 1-1,-1-1 0,0 1 0,0-1 1,1 1-1,-1-1 0,0 1 0,1-1 1,-1 1-1,1-1 0,-1 1 0,0-1 1,1 0-1,-1 1 0,1-1 0,-1 0 1,1 1-1,-1-1 0,1 0 0,-1 0 1,1 1-1,0-1 0,-1 0 0,1 0 1,-1 0-1,1 0 0,-1 0 0,1 0 1,0 0-1,26 1-66,-19-2 57,-3 1-3,1-1 0,-1 0 0,1 0 0,-1 0 0,0-1 0,0 0 0,0 0 0,0 0 0,0 0 0,0-1 0,0 0 0,-1 0 0,1 0 0,-1-1 0,5-5 0,-8 9 43,1 1-30,0 1 1,-1 0 0,1 0 0,0 0 0,0 0 0,-1 0 0,1 0 0,-1 1-1,0-1 1,0 0 0,0 1 0,2 4 0,-1-2-2,0-1-61,3 9-297,2 0 0,0-1 0,0 0 0,14 16 0,-19-25-159,0-1 1,1 1 0,0-1 0,-1 0 0,1 0-1,0 0 1,0 0 0,0 0 0,0-1 0,5 2-1,-6-2-215,1-1 0,-1 1 0,1-1 0,-1 0 0,1 0 0,-1 0 0,0 0 0,1 0 0,-1 0 0,1-1 0,-1 1-1,0-1 1,1 0 0,-1 0 0,0 0 0,4-2 0,20-19-9963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0.6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199 0 10549,'0'0'4191,"-9"25"-242,3-8-3062,-8 24 1669,1 1 0,-10 60 0,-9 97 2325,-15 96-4239,41-275-649,-3-11-3349,8-10 3038,0 1 1,0 0-1,0 0 1,0-1-1,-1 1 1,1 0-1,0-1 1,0 1-1,0-1 1,0 0-1,0 1 1,0-1-1,0 0 1,1 1-1,-1-1 1,0 0-1,0 0 1,0 0-1,1 0 1,-1 0-1,0 0 0,1 0 1,-1 0-1,1 0 1,0 0-1,-1-2 1,-16-30-8076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1.0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8580,'0'0'7161,"22"0"-2992,352 2 3675,-273-2-7545,-100 0-243,-26 1 72,14 0-116,-1 2 0,1 0 1,0 0-1,0 1 0,0 0 0,0 0 1,1 2-1,-1-1 0,1 1 1,-17 14-1,21-16-15,1 0 1,0 0-1,0 1 1,1 0-1,-1-1 1,1 1-1,0 1 1,0-1-1,1 1 1,0-1-1,0 1 1,0 0 0,1 0-1,-1 0 1,1 1-1,1-1 1,-1 0-1,1 1 1,0-1-1,1 12 1,0-16 0,0-1 0,0 1 0,1-1 0,-1 0 0,1 1 0,-1-1 0,1 0 0,0 0 0,-1 1 0,1-1 0,0 0 0,0 0 0,0 0 0,0 0 0,0 0 0,0 0 0,0 0 1,0 0-1,0-1 0,0 1 0,2 0 0,1 1-15,0 0 0,1 0 1,-1-1-1,0 0 1,1 0-1,7 1 0,2-2-136,1 1-1,-1-2 1,20-2-1,-26 1 73,0-1 0,0 1 0,0-1 1,0 0-1,0-1 0,-1 0 0,0 0 0,0-1 0,0 0 0,9-7 1,-2-1 57,0-1 1,-1 0-1,16-23 1,-23 25 1282,-5 10 1220,-1 6-670,0 3-1720,0 25-210,-1-10 178,1 0 0,1 0 0,1-1 0,5 26-1,-6-42-346,1 1-1,0-1 0,0 1 0,0-1 0,0 0 1,1 0-1,0 0 0,0 0 0,0 0 1,1-1-1,0 1 0,-1-1 0,2 0 0,-1 0 1,0 0-1,1-1 0,-1 0 0,1 0 1,0 0-1,0 0 0,6 1 0,-5-2-910,0 0-1,1 0 1,-1-1-1,1 0 0,6 0 1,41 0-13228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2.4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609 0 3298,'0'0'14980,"-4"0"-13372,-200 11 3966,111 1-5142,-120 30 0,195-38-420,12-3-11,0 0-1,0 0 1,0 1 0,0 0-1,0 0 1,1 0-1,-1 1 1,1-1 0,0 1-1,-10 7 1,15-10-3,0 1 1,-1-1 0,1 1 0,-1 0-1,1-1 1,0 1 0,-1-1 0,1 1-1,0-1 1,0 1 0,-1 0 0,1-1-1,0 1 1,0 0 0,0-1 0,0 1-1,0 0 1,0-1 0,0 1 0,0 0-1,0-1 1,0 1 0,0 0 0,0-1-1,1 1 1,-1-1 0,0 1 0,0 0-1,1-1 1,-1 1 0,0-1 0,1 1-1,-1-1 1,1 1 0,-1-1 0,0 1-1,2 0 1,23 16 265,-13-10 51,-6-1-193,0 0 0,-1 1-1,1 0 1,-2 0 0,1 0 0,-1 0 0,0 1 0,0-1 0,-1 1 0,0 0 0,-1 0 0,0 0 0,2 11 0,1 16 81,1 63 0,-6-85-147,1 6 3,-3 296 623,-2-285-503,-1 0 0,-1-1-1,-13 35 1,-5 23 483,22-81-608,1 1-1,-1 0 1,2 0 0,-1 0-1,1 0 1,0 0 0,2 13-1,-1-19-36,-1 0-1,1-1 0,0 1 1,0-1-1,0 0 1,0 1-1,0-1 0,0 0 1,0 1-1,0-1 0,0 0 1,0 0-1,1 0 0,-1 0 1,0 0-1,0 0 0,0 0 1,0 0-1,1-1 0,1 1 66,12-1 46,0-1 0,0 0 1,0-1-1,0 0 0,22-9 1,16-4-131,-38 13 2,0 0 0,1 1 0,24 1 0,-31-23-3345,-8 18 797,4-6-3434,-1-1-3177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7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291 63 2145,'0'0'9290,"4"-8"-7820,7-15-829,5-9 6518,-17 73-6324,2 1 0,2-1-1,1 0 1,17 71-1,30 36-702,11 38-88,-61-185-42,1 5 4,-1 1 0,1-1 0,-1 0 0,0 1 1,0-1-1,-1 1 0,0-1 0,0 0 0,0 1 0,-3 8 0,3-14 6,-1 0-1,0 0 0,0 0 0,0 0 0,0 0 1,-1 0-1,1-1 0,0 1 0,0 0 0,0-1 0,-1 1 1,1-1-1,0 1 0,-1-1 0,1 1 0,0-1 0,-1 0 1,1 0-1,0 0 0,-1 0 0,1 0 0,-1 0 1,1 0-1,-3-1 0,-2 1 56,-11 0 113,-1-1 0,1-1 0,-1 0 0,1-1-1,0-1 1,0-1 0,0 0 0,1-1 0,-19-10-1,-164-73 1878,195 87-2015,-21-12 261,24 14-303,0-1 1,0 0-1,0 1 1,0-1-1,1 0 0,-1 1 1,0-1-1,1 0 1,-1 0-1,0 0 1,1 0-1,-1 0 1,1 1-1,0-1 0,-1 0 1,1 0-1,0 0 1,-1 0-1,1 0 1,0 0-1,0 0 0,0 0 1,0-2-1,0 2-95,1 0-1,0 1 1,-1-1-1,1 0 1,0 1 0,-1-1-1,1 0 1,0 1-1,0-1 1,-1 1-1,1-1 1,0 1-1,0-1 1,0 1 0,0 0-1,0-1 1,0 1-1,0 0 1,0 0-1,0 0 1,0 0-1,0 0 1,0 0 0,1 0-1,5-1-596,11-2-2644,-1 0 0,28-11 0,0-5-6551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7.5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0 6851,'0'0'20468,"-6"0"-18792,-16 0 87,16 0-368,6 10-781,0 51-907,0-60 15,0 0 0,1 0 0,-1-1 0,0 1 0,0 0 0,1 0 0,-1-1 0,1 1 0,-1 0 0,0 0 0,1-1 0,-1 1 0,1-1 0,0 1 0,-1 0 0,1-1 1,-1 1-1,1-1 0,0 0 0,-1 1 0,1-1 0,0 1 0,0-1 0,-1 0 0,1 0 0,0 1 0,0-1 0,0 0 0,-1 0 0,1 0 0,0 0 0,0 0 0,0 0 0,0 0 1,-1 0-1,1 0 0,0 0 0,0 0 0,1-1 0,-1 1-332,12 0-8147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7.8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9 4578,'0'0'17784,"0"-3"-16284,0-2 51,-1 22-150,-2 56 1380,-15 196-927,17-245-2450,0 5-1830,-3-14-3022,0-14-1027,-2-1-3578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8.0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48 8740,'0'0'16071,"140"-46"-15190,-98 46-641,-7 0-240,1 0-176,-5 0-1009,1 0-1728,-5 0-3282,2-2-4098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8.4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4290,'0'0'21063,"0"9"-18982,1 172 3385,0 22-5644,3-190-1225,-4-12 967,1 0-1,0-1 0,0 1 1,0-1-1,0 1 0,0-1 0,0 1 1,0-1-1,0 0 0,1 1 1,-1-1-1,0 0 0,0 0 1,0 0-1,0 0 0,0 0 0,1 0 1,17 0-7256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29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42 6163,'0'0'14340,"10"3"-12660,19 3-1115,1-1 0,-1-1 0,1-2 0,0-1 0,0-1 0,44-6 0,-8-4 291,128-34 0,-176 42 1954,-18 2-2751,0 1 1,1 0 0,-1 0-1,0-1 1,0 1-1,0 0 1,1 0-1,-1 0 1,0-1-1,0 1 1,0 0 0,0 0-1,-1 0 1,1-1-1,0 1 1,0 0-1,0 0 1,-1-1-1,1 1 1,-1 1 0,-27 70 750,18-51-787,-13 41 0,16-32-23,2 2 0,1-1 0,-1 32 0,6 99 0,1-63 0,4 178 0,-6-276 0,-1-1 0,1 1 0,-1-1 0,1 1 0,-1-1 0,1 0 0,-1 1 0,1-1 0,-1 0 0,1 1 0,-1-1 0,0 0 0,1 0 0,-1 0 0,1 1 0,-1-1 0,0 0 0,1 0 0,-1 0 0,0 0 0,1 0 0,-1 0 0,1 0 0,-1 0 0,0-1 0,0 1 0,-1 0 0,-69 0 0,-1 4 0,0 3 0,1 3 0,1 3 0,-94 30 0,158-41 0,-17 7 0,22-9 0,1 0 0,-1 1 0,0-1 0,1 0 0,-1 1 0,1-1 0,-1 1 0,1-1 0,-1 0 0,1 1 0,0-1 0,-1 1 0,1-1 0,-1 1 0,1 0 0,0-1 0,0 1 0,-1-1 0,1 1 0,0 0 0,0-1 0,0 1 0,-1 0 0,1-1 0,0 1 0,0-1 0,0 1 0,0 0 0,1 0 0,-1 0 0,1 0 0,0-1 0,0 1 0,0 0 0,0-1 0,0 1 0,0-1 0,0 1 0,1-1 0,-1 0 0,0 0 0,0 1 0,0-1 0,0 0 0,0 0 0,1 0 0,-1 0 0,0 0 0,2-1 0,1 1 0,14 1-107,38 0-342,-52-2-176,-1 1-1,1-1 1,0 1-1,-1-1 1,1 0 0,-1-1-1,1 1 1,-1 0-1,0-1 1,1 0-1,-1 0 1,4-3-1,14-15-7991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06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6147,'0'0'12325,"1"10"-11255,0 14-500,0-1 0,-2 1 0,-1 0 0,-6 30 0,0-19-630,-7 30 315,-1-28-5151,9-32-4260,1-5 3006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06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7139,'0'0'8356,"7"54"-11974,-7-42-1344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07.3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381 128 5939,'0'0'12616,"-5"-18"-11450,-13-56-371,18 72-754,-1 0-1,0 0 1,0 0-1,0 0 1,0 0 0,0 0-1,0 1 1,0-1-1,-1 0 1,1 1-1,0-1 1,-1 1 0,0-1-1,1 1 1,-1 0-1,0 0 1,0 0-1,1 0 1,-1 0 0,0 0-1,0 0 1,0 1-1,0-1 1,0 0-1,0 1 1,-1 0 0,1 0-1,0-1 1,0 1-1,0 0 1,0 1 0,0-1-1,0 0 1,0 1-1,0-1 1,0 1-1,0-1 1,0 1 0,0 0-1,0 0 1,0 0-1,-2 1 1,-6 7-3,0 1 0,0 0 0,1 0 0,1 1 0,-1 0 0,-12 23 0,5-10 93,-5 9 37,2 0 1,1 1-1,1 1 0,2 0 0,2 2 0,1-1 0,2 1 0,1 1 0,2 0 0,2 0 0,-1 67 0,12 501 403,-8-606-1256,-1 0-1,1 1 0,0-1 1,-1 0-1,1 0 0,0-1 1,0 1-1,-1 0 0,1-1 1,-3 0-1,-4-17-4447,2-7-1675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07.5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 10949,'0'0'8532,"122"-17"-7908,-91 17-624,-2-2-32,0 0-1681,-1-6-4369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53.5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467 97 64,'0'0'4274,"2"-12"-3156,0-3-628,2-11 11,-4-2 2718,0 27-3090,0 0 1,0 0-1,-1 0 1,1 0 0,-1 1-1,1-1 1,0 0-1,-1 0 1,0 1-1,1-1 1,-1 0 0,1 1-1,-1-1 1,0 1-1,1-1 1,-1 1-1,0-1 1,0 1 0,0-1-1,1 1 1,-1 0-1,0-1 1,0 1-1,0 0 1,0 0 0,1 0-1,-1 0 1,0 0-1,0 0 1,-2 0-1,-33-1 1767,28 2-504,5-1-1196,0 0-1,0 1 0,1-1 0,-1 1 1,0 0-1,0 0 0,0 0 0,1 0 1,-1 0-1,0 1 0,1 0 0,-1-1 1,1 1-1,-4 3 0,-30 36 749,18-19-401,-30 31 145,-2 0 44,-70 99 1,108-134-558,0 1 1,2 0 0,0 1-1,1 0 1,1 1-1,0-1 1,2 2-1,1-1 1,-5 43-1,8-48-105,2 0 0,0 0 0,1 0 0,0-1-1,2 1 1,0-1 0,0 1 0,1-1 0,1 0 0,1 0 0,0-1-1,1 0 1,0 0 0,1 0 0,1-1 0,0 0 0,1-1 0,0 0-1,1 0 1,0-1 0,20 15 0,-6-7 40,1-1 1,42 21-1,-53-31-613,0-1 0,1-1 1,0 0-1,0-1 0,0-1 1,23 3-1,-8-6-4748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54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13 3618,'0'0'10866,"0"-1"-10441,0 1-1,0-1 1,1 0 0,-1 0 0,0 1 0,1-1-1,-1 0 1,0 1 0,1-1 0,-1 0-1,1 1 1,-1-1 0,1 1 0,-1-1-1,1 0 1,0 1 0,-1 0 0,2-1-1,2 1-167,1 1 0,0 0 0,-1 0-1,0 1 1,1 0 0,-1-1 0,0 1-1,0 1 1,0-1 0,0 0-1,0 1 1,0 0 0,-1 0 0,1 0-1,-1 1 1,0-1 0,0 1 0,5 7-1,2 4 20,1 2-1,-2-1 0,10 24 0,-10-14 6,0 1 0,-1 0 0,-2 0 1,-1 0-1,3 50 0,-9 140 1087,1-210-1315,-3 25 100,0 0 0,-2 0 0,-2-1 0,0 0 0,-3 0 0,0-1 0,-16 32 0,6-23-173,-1-1 1,-1-1-1,-3-1 1,-48 55-1,71-88 20,-3 1 0,0 2 0,0-1 0,0 0 0,1 1 0,-1 0 0,2 0 0,-1 0 0,0 1 0,1-1 0,1 1 0,-1 0 0,1-1 0,0 1 0,-2 14 0,4-17 0,-2-2-614,2-6-4731,-6-9 961,-9-3-1713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59.7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486 88 4930,'0'0'15589,"0"-14"-13434,0-59 1773,-3 77-2285,-120 183 2372,-36 114-3508,-41 144-1169,207-460-10798,26-50 2311,13-17-554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0:59.9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435 1 10533,'0'0'8820,"-54"127"-4082,8-43-1633,-7 16-767,-5 9-338,3-3-767,5 1-1233,11-13 0,5-13 0,9-16 0,10-15 0,9-8 0,6-17-672,19-10-2594,21-15-1872,16-10-49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0.4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348 1 17704,'0'0'3223,"-10"23"760,5-9-3261,-13 35 2238,-22 88 1,15-1-1769,16-78-1186,-2-1-1,-2-1 1,-32 84-1,43-135-5,-1 1 0,1-1 0,-1 1 0,-1-1 0,-6 9 0,10-14 0,0 0 0,-1 0 0,1 0 0,0 0 0,0 0 0,0 0 0,0-1 0,0 1 0,0 0 0,0 0 0,0 0 0,0 0 0,0 0 0,0 0 0,0 0 0,-1-1 0,1 1 0,0 0 0,0 0 0,0 0 0,0 0 0,0 0 0,0 0 0,0 0 0,-1 0 0,1 0 0,0 0 0,0 0 0,0 0 0,0 0 0,0 0 0,-1 0 0,1 0 0,0 0 0,0 0 0,0 0 0,0 0 0,0 0 0,0 0 0,-1 0 0,1 0 0,0 0 0,0 0 0,0 0 0,0 0 0,0 0 0,0 0 0,0 1 0,-1-1 0,1 0 0,0 0 0,0 0 0,0 0 0,0 0 0,0 0 0,0 0 0,0 1 0,2-13 0,3 2 1,1 0-1,0 0 1,0 1-1,1 0 1,0 0-1,0 1 1,17-15-1,-6 8-13,-1 1 0,2 1 0,20-11 0,-33 20-104,1 0-1,0 1 1,-1 0-1,1 1 1,1 0 0,-1 0-1,0 0 1,0 1 0,1 0-1,-1 0 1,1 1-1,-1 0 1,15 2 0,-20-1 106,-1-1 0,1 1 0,0 0 0,0 0 0,0 1 0,-1-1 0,1 0 0,0 0 0,-1 1 0,1-1 0,-1 1 0,0 0 0,0-1 0,1 1 0,-1 0 0,0 0 0,0-1 0,0 1 0,-1 0 0,1 0 0,0 0 0,-1 0 0,0 0 0,1 0 0,-1 0 0,0 3 0,1 2 23,-1 0-1,1 0 0,-2 0 0,1 0 0,-1 0 0,-2 10 0,1-11 11,-1 0 1,0-1 0,0 1-1,0-1 1,0 0 0,-1 0-1,0 0 1,0 0 0,0-1-1,-1 1 1,1-1 0,-1-1-1,0 1 1,0 0 0,-1-1-1,1 0 1,-11 4 0,-6 2 230,1-1 1,-2-1-1,-32 6 1,-87 4 235,43-6-490,175-13-6130,-9-17-611,11-11-5436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0.5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1 16199,'0'0'14247,"-109"109"-11926,101-91-2321,8-5 0,0 0 0,0-11 0,2-2-2321,10 0-2081,-1-21-1089,1-19-6562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0.7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0 3954,'0'0'18552,"-33"138"-20649,62-104-3825,9 3-5716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1.0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528 1 5843,'0'0'9388,"-21"0"-3649,-72 0-841,82 0-4335,0 1 0,0 0 0,1 0 0,-1 1 0,1 1 0,-1 0 0,1 0 0,0 0 0,0 2 0,1-1 0,-14 9 0,19-10-555,-1 1-1,0 0 1,1 0-1,0 1 1,0-1-1,0 1 1,0 0-1,1 0 1,-1 0-1,2 0 1,-1 1-1,0-1 1,1 1-1,0 0 1,0 0-1,1 0 1,0-1-1,-1 12 1,1 5-8,1 1 0,2-1 0,0 0 0,1 0 0,12 41 0,-13-54 0,0 0 0,0 1 0,-1-1 0,0 0 0,0 1 0,-1-1 0,0 1 0,-1-1 0,0 0 0,-3 12 0,2-15 0,0 0 0,-1-1 0,1 0 0,-1 1 0,0-1 0,0 0 0,-1-1 0,0 1 0,0 0 0,0-1 0,0 0 0,0 0 0,-1 0 0,0-1 0,0 1 0,0-1 0,-7 3 0,-1 0 0,-1-1 0,0 0 0,0-1 0,0-1 0,-1 0 0,1-1 0,-1 0 0,0-1 0,-16-2 0,30 1 1,1 0 0,0 0 0,-1 0 0,1 0 1,0 0-1,-1 0 0,1 0 0,0 0 0,-1 0 0,1 0 0,0 0 0,-1-1 1,1 1-1,0 0 0,-1 0 0,1 0 0,0-1 0,0 1 0,-1 0 0,1 0 1,0-1-1,0 1 0,-1 0 0,1-1 0,0 1 0,0 0 0,0 0 0,0-1 1,-1 1-1,1 0 0,0-1 0,0 1 0,0-1 0,0 1 0,2-18-168,14-17-2376,13 4-2339,7-5-2404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1.6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239 147 9396,'0'0'20748,"-5"-10"-18805,2 5-1778,1 0-94,0 1 0,0 0 0,-1 0 0,1 0 0,-7-7 0,8 10-67,0 0-1,-1 0 1,1 0 0,0 0 0,-1 0-1,1 0 1,-1 0 0,1 0-1,-1 1 1,0-1 0,1 0-1,-1 1 1,0-1 0,1 1 0,-1 0-1,0 0 1,0 0 0,1 0-1,-1 0 1,0 0 0,1 0 0,-1 0-1,-3 1 1,-1 1-4,0-1 0,0 1 0,1 0 0,-1 0 0,1 1 0,-1 0 0,1 0 0,0 0 0,0 0 0,0 1 0,0 0 0,1 0 0,-1 0 0,1 0 0,0 1 0,1 0 0,-1 0 0,1 0 0,0 0 0,0 0 0,0 1 0,1 0 0,0-1 0,0 1 0,0 0 0,1 0 0,0 0 0,0 0 0,0 0 0,1 0 0,0 0 0,0 0 0,2 8 0,0-4 0,1 0 0,0-1 0,0 1 0,1-1 0,0 0 0,1 0 0,7 10 0,7 14 0,-9-15 0,-1-1 0,-1 1 0,-1 0 0,0 1 0,-1 0 0,-1 0 0,-1 0 0,-1 0 0,-1 1 0,1 27 0,-3-43 0,-1 0 0,1 0 0,-1 0 0,0 0 0,0 0 0,0-1 0,0 1 0,-1 0 0,1 0 0,-1-1 0,0 1 0,0-1 0,-1 0 0,1 1 0,-1-1 0,1 0 0,-1 0 0,0-1 0,0 1 0,0-1 0,-1 1 0,-3 1 0,1-1 0,-1 0 0,1-1 0,-1 0 0,1 0 0,-1 0 0,0-1 0,1 0 0,-1 0 0,0-1 0,0 0 0,0 0 0,-8-2 0,13 2 0,0-1 0,0 1 0,0-1 0,1 0 0,-1 1 0,0-1 0,1 0 0,-1 0 0,1 0 0,-1 0 0,1-1 0,-1 1 0,1 0 0,0-1 0,0 1 0,-1-1 0,1 1 0,0-1 1,0 1-1,1-1 0,-1 0 0,0 1 0,0-1 0,1 0 0,-1 0 0,1 0 0,0 1 0,-1-1 0,1 0 0,0 0 0,0-2 0,0-2-1,0 1 0,0-1 0,1 0 0,0 1 0,0-1 0,0 1 0,0-1-1,1 1 1,0 0 0,4-8 0,6-4-123,1 1-1,1 0 0,0 1 0,1 1 1,1 0-1,34-23 0,-17 12-232,87-64-1310,-55 43 329,-3-3-1,107-105 1,-166 150 1417,1 1 1,-1-1-1,0 1 1,1-1-1,-2 0 1,1-1-1,0 1 1,-1 0-1,0-1 1,0 1-1,0-1 1,-1 0-1,1 0 1,0-8-1,-2 12 5,0 0-1,0 1 0,0-1 0,0 0 0,-1 1 1,1-1-1,0 0 0,0 1 0,-1-1 0,1 0 1,0 1-1,-1-1 0,1 1 0,-1-1 0,1 1 1,-1-1-1,1 1 0,-1-1 0,1 1 0,-1 0 1,1-1-1,-1 1 0,0 0 0,1-1 0,-1 1 1,0 0-1,1 0 0,-1-1 0,0 1 0,1 0 1,-1 0-1,-1 0 0,-27-1 767,21 1-601,-1 0-105,0 0 0,0 1 0,1 0 1,-1 0-1,1 1 0,-1 0 0,1 1 1,0 0-1,-1 0 0,1 0 0,-8 6 0,11-6-135,1 1-1,-1-1 0,1 1 0,0 0 0,1 0 1,-1 1-1,1-1 0,-1 1 0,1-1 0,1 1 1,-1 0-1,1 0 0,0 0 0,0 1 0,0-1 0,0 0 1,1 1-1,-1 10 0,1-10-5,1 0 0,0 0-1,0 0 1,0 0 0,1 1 0,-1-1-1,1 0 1,1 0 0,-1-1 0,1 1 0,0 0-1,1 0 1,-1-1 0,1 0 0,0 1 0,7 7-1,-3-5-82,0 0-1,1-1 1,0 0-1,0-1 1,1 0-1,0 0 1,0-1-1,0 0 1,11 4-1,-9-5-963,1 0-1,0 0 0,1-1 1,-1-1-1,0 0 0,21 1 1,20-3-7165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01.9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64 134 16071,'0'0'13681,"-5"18"-11346,-18 60-1716,22-72-612,-1-1 0,1 1 1,0-1-1,0 1 1,1 0-1,0-1 0,0 7 1,1 1-6,-20-61-2,16 35 8,0 0 0,1 0-1,0-1 1,1 1 0,0 0 0,1-1 0,1 1 0,0-1-1,4-13 1,-5 22-41,1 1-1,0-1 1,1 0-1,-1 1 1,1-1 0,0 1-1,0 0 1,0 0-1,1 0 1,-1 0 0,1 0-1,0 0 1,0 1-1,1-1 1,-1 1-1,1 0 1,-1 0 0,1 0-1,0 1 1,0-1-1,0 1 1,0 0-1,1 0 1,-1 0 0,1 1-1,-1-1 1,1 1-1,9-1 1,48-1-9033,-25 1 2407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17.1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1 9156,'0'0'14940,"-3"21"-14075,-31 159 202,27-151-1035,3-10-249,-1 0 1,-1 0-1,-10 23 0,16-42 139,0 0 0,0 0 0,0 0 0,0 0 0,0 0 0,0 1 0,0-1 0,0 0 0,-1 0 0,1 0 1,0 0-1,0 0 0,0 1 0,0-1 0,0 0 0,0 0 0,0 0 0,0 0 0,0 0 0,0 0 0,-1 1 0,1-1 0,0 0 0,0 0 0,0 0 0,0 0 1,0 0-1,0 0 0,-1 0 0,1 0 0,0 0 0,0 0 0,0 0 0,0 0 0,0 0 0,-1 0 0,1 0 0,0 0 0,0 0 0,0 0 0,0 0 0,-1 0 0,1 0 1,0 0-1,0 0 0,0 0 0,0 0 0,0 0 0,0 0 0,-1 0 0,1 0 0,0 0 0,0 0 0,0 0 0,0-1 0,0 1 0,0 0 0,-1 0 0,1 0 1,0 0-1,0 0 0,0-1 0,-3-11-5606,3-18-4033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17.3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13414,'0'0'6995,"4"115"-16871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17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534 224 5026,'0'0'993,"1"-20"335,2-67 1023,-2 83-2183,-1-1 0,0 1 1,-1 0-1,1 0 0,-1-1 0,1 1 1,-1 0-1,-1 0 0,1 0 1,-1 0-1,1 0 0,-1 0 0,0 0 1,0 1-1,-1-1 0,1 1 1,-1-1-1,0 1 0,0 0 0,0 0 1,0 0-1,0 1 0,-1-1 1,1 1-1,-1 0 0,0 0 0,1 0 1,-7-2-1,-4 0 232,0 0 0,0 1 0,0 1 0,-1 0 0,1 1 1,-19 1-1,16 0-29,1 1 1,-1 1-1,1 0 0,0 1 1,-1 1-1,1 1 1,1 0-1,-1 1 1,1 0-1,0 2 1,-19 11-1,24-12-178,1 0 0,0 0 0,0 1 0,0 0 0,1 1 0,1 0 0,-1 0 0,2 1 0,-1-1 0,1 1 0,1 1 0,0-1 0,0 1 0,1 0 0,0 0 0,1 0 0,-2 14 0,0 19 237,2 2-1,4 60 0,0-71-268,19 167 265,-10-129-385,-1 76-1,-7-120-117,-1-21-198,-1 1 0,0-1 0,0 0 0,-1 0 1,-2 13-1,3-20 111,0 0 0,-1-1 0,1 1 1,0 0-1,-1-1 0,1 1 0,-1-1 1,1 1-1,-1-1 0,1 1 1,-1-1-1,1 1 0,-1-1 0,1 1 1,-1-1-1,0 0 0,1 1 0,-1-1 1,0 0-1,-1 1 0,1-1-288,0 0 0,0 1-1,-1-1 1,1 0 0,0 0 0,0 0 0,0 0-1,-1 0 1,1 0 0,0 0 0,0-1-1,0 1 1,-1 0 0,1-1 0,0 1 0,0-1-1,0 1 1,0-1 0,0 0 0,0 1-1,-2-3 1,-15-23-8082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17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10117,'0'0'8131,"106"-35"-5105,-66 30-1890,10 1-1056,4 2-80,9-4-1969,0-9-4402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1.9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252 531 5346,'0'0'16621,"13"-7"-15175,38-22-405,-49 27-939,0 1 1,0 0 0,0 0-1,0-1 1,0 1 0,0-1-1,-1 0 1,1 0-1,-1 1 1,1-1 0,-1 0-1,0 0 1,0 0-1,0 0 1,0-1 0,0 1-1,0 0 1,0 0-1,0-4 1,-1 5-79,0-1 0,0 1 0,0 0 0,0 0 0,-1 0 0,1 0 0,0 0 0,-1 0 0,1-1 0,-1 1 0,1 0 0,-1 0 0,1 0 0,-1 0 0,1 1 0,-1-1 0,0 0 0,0 0 0,0 0 0,1 0 0,-1 1 0,0-1 0,0 0 0,0 1 0,0-1 0,0 1 0,0-1 0,0 1 0,-2-1 0,-8-1-101,0 0 1,0 0-1,0 1 1,0 0-1,0 1 0,0 1 1,0 0-1,0 0 1,0 1-1,0 0 1,0 1-1,1 0 0,-1 1 1,-15 8-1,15-7 51,-1 1 0,2 1-1,-1-1 1,1 2-1,0 0 1,0 0 0,1 0-1,0 1 1,1 1 0,0-1-1,0 1 1,-10 20-1,16-27 6,0 0 0,1 0-1,0 0 1,-1 1 0,1-1-1,0 1 1,1-1 0,-1 1-1,1-1 1,-1 1 0,1 0-1,0-1 1,1 1-1,-1-1 1,0 1 0,1-1-1,1 4 1,-1-4 2,0-1 0,1 1-1,-1-1 1,1 0 0,-1 0-1,1 1 1,0-1 0,0-1 0,0 1-1,0 0 1,0 0 0,1-1 0,-1 1-1,0-1 1,1 0 0,-1 1-1,1-1 1,-1 0 0,1-1 0,0 1-1,4 0 1,0 1 25,0 0 0,0-1 0,1 0 0,-1 0 0,1-1 0,-1 1 0,1-2 0,-1 1-1,1-1 1,-1-1 0,0 1 0,1-1 0,-1 0 0,0-1 0,0 1 0,-1-2 0,10-4 0,24-25-643,-2-1 0,-2-2 1,-1-1-1,55-78 0,-52 59-915,-2-2 1,-4-1-1,30-72 0,-57 118 1545,-1 4 206,0 0 0,0 0 0,-1-1 0,-1 1 0,0-1 0,0 1 0,1-11 0,-17 37 3976,-19 43-2972,2 1 0,3 2 0,2 1 1,-16 69-1,32-97-1029,2-1 0,2 1 1,1 0-1,2 1 0,2 52 1,1-86-249,0-1 1,1 1-1,-1-1 1,1 1 0,-1 0-1,1-1 1,0 1-1,0-1 1,0 0 0,0 1-1,0-1 1,1 0-1,-1 0 1,1 1-1,-1-1 1,1 0 0,0 0-1,3 2 1,-1-1-168,-1-1 0,1 0 0,0 0 1,-1-1-1,1 1 0,0-1 0,0 0 0,0 0 1,0 0-1,0-1 0,5 1 0,2-1-1011,1 0 1,-1-1-1,0 0 0,1-1 0,-1 0 0,0-1 0,0 0 0,11-5 1,42-27-10990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2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165 0 13942,'0'0'6825,"-20"10"-3173,-62 33-1288,77-41-2149,0 1 0,0 1 0,0-1 1,1 1-1,-1-1 0,1 1 0,0 1 0,0-1 0,0 0 1,-4 8-1,7-9-178,-1 0-1,1 0 1,0 0 0,0 0 0,0 0-1,0 0 1,1 0 0,-1 1 0,1-1 0,0 0-1,0 0 1,0 0 0,0 1 0,2 4 0,-2-8-53,1 1 0,-1-1 0,1 1 0,0-1 0,0 1 0,-1-1 0,1 1 0,0-1 0,0 0 0,-1 0 0,1 1 0,0-1 1,0 0-1,0 0 0,0 0 0,-1 0 0,1 0 0,0 0 0,0 0 0,0 0 0,1 0 0,22-1-219,-23 0 196,5 0-12,-1-1 0,0 0-1,0 0 1,0-1-1,0 1 1,0-1 0,0 0-1,-1-1 1,1 1-1,-1-1 1,0 0 0,0 0-1,-1 0 1,1 0-1,-1-1 1,0 0 0,0 1-1,4-10 1,-12 38 3451,4-14-3424,0 1 0,1-1 1,0 0-1,0 0 0,3 14 0,-2-23-77,-1 1 0,1-1 0,0 1 0,0-1 0,0 1 0,0-1 0,0 0 0,0 1 0,0-1 0,0 0 0,1 0 0,-1 0 0,0 0 0,1 0 0,-1 0 0,1 0 0,-1-1 0,1 1 0,-1 0 0,1-1 0,0 0 0,-1 1 0,1-1 0,0 0 0,-1 1 0,1-1 0,0 0 0,-1 0 0,1-1 0,0 1 0,-1 0 0,1 0 0,0-1 0,1 0 0,3 0-609,1-1 0,-1 0 0,0 0-1,0 0 1,0-1 0,0 0 0,-1 0-1,7-4 1,31-33-6829,5-11-3136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2.5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144 0 17400,'0'0'7059,"-46"117"-2801,28-29-1825,1 2-816,2 2-1617,7-6 0,-5-9 0,11-6 0,-2-14 0,0-9 0,2-15 0,0-16 0,0-11-2145,0-6-1313,-3 0-1616,1-31-3954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3.0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10565,'0'0'7742,"23"0"-3671,149 0 273,-115 1-3252,-29 1-896,0-1 0,0-2 0,0-1 0,0-1-1,42-10 1,-78 16-10,1 1 0,0 1 0,0-1 0,1 1-1,0 0 1,-1 1 0,2-1 0,-7 8 0,-43 56-167,53-67-30,0 1 1,1-1-1,-1 0 1,1 0-1,0 1 1,0-1-1,0 0 1,0 1-1,0-1 1,0 1-1,1 0 1,-1-1-1,1 1 1,0-1-1,0 1 1,0 0-1,0-1 1,0 1-1,0 0 1,1 3-1,0-5-19,1 1 0,-1 0 0,0-1 0,0 1 0,1-1 0,-1 1 0,1-1 0,-1 0-1,1 0 1,0 1 0,0-1 0,-1 0 0,1-1 0,0 1 0,0 0 0,0 0 0,0-1-1,0 1 1,0-1 0,0 0 0,0 1 0,0-1 0,0 0 0,0 0 0,3-1 0,6 1-188,-7 1 116,0-1 0,-1 0 1,1 0-1,0-1 0,0 1 0,7-3 0,-10 3 122,0-1 0,0 1 0,0-1 0,0 0-1,0 1 1,0-1 0,0 0 0,0 0 0,-1 0-1,1 1 1,0-1 0,0 0 0,-1 0-1,1 0 1,-1 0 0,1 0 0,-1 0 0,1-1-1,-1 1 1,0 0 0,1 0 0,-1 0 0,0 0-1,0 0 1,0-1 0,0 1 0,0-2-1,0 3 0,0-1-1,0 1 0,0 0 0,-1-1 1,1 1-1,0 0 0,0-1 0,0 1 1,0 0-1,0-1 0,0 1 1,0 0-1,1-1 0,-1 1 0,0 0 1,0-1-1,0 1 0,0 0 0,0-1 1,0 1-1,1 0 0,-1 0 0,0-1 1,0 1-1,0 0 0,1 0 0,-1-1 1,0 1-1,0 0 0,1 0 0,-1 0 1,0-1-1,1 1 0,-1 0 0,0 0 1,0 0-1,1 0 0,-1 0 0,0 0 1,1 0-1,-1 0 0,0 0 0,1-1 1,-1 1-1,0 0 0,1 1 1,-1-1-1,0 0 0,1 0 0,-1 0 1,0 0-1,1 0 0,0 1-48,0-1 1,1 1-1,-1 0 0,0-1 1,0 1-1,0 0 0,0 0 1,0 0-1,0 0 0,0 0 1,-1 0-1,1 0 0,1 2 1,2 5-572,1 0 0,0 0 0,1 0 0,0 0 0,0-1 0,1 0 0,9 7 0,-10-9-834,1 0 0,0 0 0,1-1 0,-1 0 0,1 0 0,0-1 0,0 0 0,14 3 0,32 2-9720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3.5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628 3 8116,'0'0'18584,"-8"-1"-17490,-3 0-849,0 1 1,0 0-1,1 1 0,-1 0 1,0 1-1,-14 4 0,-73 25 695,46-13-678,-11 2 58,-177 64 443,238-84-767,1 1 0,-1-1-1,0 1 1,1 0 0,-1 0 0,0-1 0,1 1 0,-1 1 0,1-1 0,-1 0-1,1 0 1,0 0 0,0 1 0,-1-1 0,1 1 0,0-1 0,0 1-1,0-1 1,1 1 0,-1 0 0,0-1 0,0 1 0,1 0 0,-1-1-1,1 1 1,0 0 0,0 0 0,-1 0 0,1-1 0,1 5 0,0 1-8,1 0 0,0 0 0,1 0 0,0 0 0,0 0 0,6 8 1,9 23 121,-13-18-92,0 0 0,-1 1 0,-1 0 0,-1 0 0,0 0 1,-2 0-1,-1 0 0,-4 29 0,-1-16-28,-1-1 0,-1-1-1,-2 0 1,-21 46 0,24-65-57,1 0 0,1 0 0,0 1 1,1 0-1,0 0 0,1 0 1,-2 28-1,5-42 62,0 1-1,0-1 1,0 0 0,1 1-1,-1-1 1,0 1 0,0-1-1,1 0 1,-1 1 0,0-1-1,0 0 1,1 0 0,-1 1 0,0-1-1,1 0 1,-1 0 0,1 1-1,-1-1 1,0 0 0,1 0-1,-1 0 1,0 0 0,1 0-1,-1 1 1,1-1 0,-1 0-1,1 0 1,-1 0 0,0 0-1,1 0 1,19 0-111,-15 0 104,17-1 50,0-1 0,0-1 0,0-1 1,33-11-1,84-35 220,-105 37-238,9-11 204,-12 5-1081,-9 11-2859,-18 6-2030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3.8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0 145 5539,'0'0'17578,"20"-19"-15003,64-59-1127,-38 40-308,-43 37-1032,-1 0 0,0-1 0,0 1 0,1 0 0,-1 0 0,1 1 0,-1-1 0,1 0 0,-1 1 0,1 0 0,4-1 763,-19 13-198,7-6-697,1 1 1,0-1 0,0 1-1,0 0 1,1 1 0,0-1-1,0 0 1,1 1 0,0 0-1,0-1 1,1 1 0,0 0 0,0 0-1,1 0 1,0 0 0,1 0-1,-1 0 1,3 10 0,-2-17-145,-1-1 0,1 1 0,-1 0 0,1 0 0,-1 0 0,1-1 0,0 1 1,-1 0-1,1-1 0,0 1 0,0 0 0,-1-1 0,1 1 0,0-1 0,0 1 0,0-1 1,0 0-1,0 1 0,0-1 0,0 0 0,-1 0 0,1 1 0,0-1 0,0 0 0,0 0 1,1 0-1,26-4-5805,-8-12-580,-1-9-3147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4.0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 16488,'0'0'12677,"20"-11"-14245,1 11-1762,7 0-3297,-5-2-8356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4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91 12934,'0'0'10821,"22"-7"-8716,-8 2-1835,145-39 1549,-133 38-1547,18-3 380,0 1 0,79-3-1,-122 15-493,-3 14 140,-1-1 0,0 1 0,-2-1-1,0 0 1,-1 0 0,0 0 0,-17 29 0,11-21-281,0 2-1,-11 39 1,13-12-17,2 0 0,3 0 0,3 92 0,10-56 0,-8-89 0,-1-1 0,1 1 0,-1 0 0,1-1 0,-1 1 0,1-1 0,-1 1 0,1-1 0,-1 1 0,0-1 0,1 1 0,-1-1 0,0 0 0,1 1 0,-1-1 0,0 0 0,1 0 0,-1 1 0,0-1 0,0 0 0,1 0 0,-1 0 0,0 0 0,0 0 0,0 0 0,-26 2 0,23-2 0,-299 4 0,322-5-2634,-1-1 0,1-1 0,30-9 1,30-14-4040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5.1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 5715,'0'0'15079,"-3"9"-11443,3-6-3428,-1 0 0,1 0 0,0 0 0,0 0 0,0 0 0,1 0 0,-1 0 0,1 0-1,0 0 1,-1 0 0,1-1 0,1 1 0,-1 0 0,0 0 0,1-1 0,-1 1 0,1-1 0,0 1 0,-1-1 0,1 0 0,1 0 0,-1 0 0,0 0 0,0 0 0,1 0 0,-1-1 0,5 3 0,6 3-50,1 0 0,0-1-1,0-1 1,17 4 0,-30-9-140,100 26-98,2-5 1,188 13 0,-139-31-670,-120-3 876,-30 0 645,-17 0 353,-33 4-969,-1 2 1,2 2-1,-70 21 0,44-11-111,8-3-45,13-5 0,0 3 0,1 2 0,1 2 0,-55 27 0,87-33 0,18-11 0,0 0 0,-1 0 0,1 0 0,0 0 0,0 0 0,0 0 0,0 0 0,0 0 0,0 0 0,0 0 0,0 0 0,0 0 0,0 0 0,-1 0 0,1 0 0,0 1 0,0-1 0,0 0 0,0 0 0,0 0 0,0 0 0,0 0 0,0 0 0,0 0 0,0 0 0,0 0 0,0 0 0,0 1 0,0-1 0,0 0 0,0 0 0,0 0 0,0 0 0,0 0 0,0 0 0,0 0 0,0 0 0,0 0 0,0 1 0,0-1 0,0 0 0,0 0 0,0 0 0,0 0 0,0 0 0,0 0 0,0 0 0,0 0 0,0 0 0,0 0 0,0 1 0,1-1 0,-1 0 0,0 0 0,0 0 0,0 0 0,0 0 0,0 0 0,0 0 0,9 2 0,11-2 0,-11-2-50,-1 0 1,1 0-1,0-1 0,10-5 0,16-9-3212,-25 12 1168,12-7-3362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6.6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228 683 944,'0'0'15882,"8"-4"-14884,25-13-88,-32 16-734,1 0 0,0 0 0,-1-1 0,1 1 0,-1 0 0,0-1 0,0 1 0,1-1 0,-1 0 0,0 1 0,0-1 0,0 0 0,-1 0 0,1 0 0,0 0 0,-1 0 0,1 1 0,-1-4 0,1 4-46,-1 0-1,0 1 0,0-1 1,0 0-1,1 0 0,-1 0 0,0 0 1,0 0-1,0 1 0,-1-1 0,1 0 1,0 0-1,0 0 0,0 0 0,-1 1 1,1-1-1,0 0 0,-1 0 1,1 0-1,0 1 0,-1-1 0,1 0 1,-1 1-1,0-1 0,1 0 0,-1 1 1,1-1-1,-1 1 0,0-1 0,0 1 1,1-1-1,-1 1 0,-1-1 0,-10 0 29,0 1-1,0 0 0,-1 0 0,1 2 0,0-1 0,0 1 1,0 1-1,1 0 0,-1 1 0,1 0 0,-1 1 0,1 0 1,0 1-1,1 0 0,0 1 0,0 0 0,0 0 0,1 1 1,0 1-1,0-1 0,-9 13 0,15-16-110,0 0 0,0 0 1,0 1-1,0-1 0,1 1 0,0 0 0,0-1 0,0 1 1,1 0-1,-2 10 0,3-13-40,0-1 0,0 1-1,0-1 1,0 0 0,0 1 0,0-1-1,1 1 1,-1-1 0,1 0 0,0 1-1,0-1 1,0 0 0,0 0 0,0 1-1,0-1 1,0 0 0,1 0 0,-1 0-1,1 0 1,-1-1 0,1 1 0,0 0-1,0-1 1,0 1 0,0-1 0,0 0 0,0 1-1,4 0 1,6 2 9,1 0 0,-1-1 0,1-1 0,0 0 0,0-1 0,0 0 0,-1-1 0,17-2 1,-8 0-34,1-1 0,-1-1 1,0-1-1,26-10 0,-13 0-327,-1 0 0,-1-3-1,-1 0 1,0-2-1,-1-1 1,-2-2-1,0-1 1,-1-1-1,42-51 1,-37 35-242,-2-2-1,-1-1 0,-3-1 1,-1-1-1,-3-1 1,21-61-1,-36 86 573,0 0 0,-2 0 0,0 0-1,-2-1 1,2-41 0,-5 63 54,0 0-1,0 0 1,0 0 0,0 0 0,0 1-1,0-1 1,0 0 0,0 0 0,0 0-1,-1 0 1,1 1 0,0-1 0,0 0-1,-1 0 1,1 1 0,-1-1 0,1 0-1,-1 0 1,1 1 0,-1-1 0,1 0-1,-1 1 1,0-1 0,1 1 0,-1-1-1,0 1 1,1-1 0,-1 1 0,0 0-1,0-1 1,1 1 0,-1 0 0,0-1-1,0 1 1,0 0 0,0 0 0,1 0-1,-1 0 1,0 0 0,-1 0 0,-1 0 97,-1 1 1,1-1-1,0 1 1,-1 0-1,1 0 1,0 0-1,0 1 1,0-1 0,0 1-1,-4 2 1,-3 4 146,1 1 0,0 0 0,0 0 0,1 0 1,0 1-1,0 1 0,1-1 0,1 1 0,-10 21 1,4-4 157,1 1 0,2 0 0,-7 32 0,7-16-119,2 0 1,2 1 0,2-1 0,2 1-1,7 64 1,-4-100-325,-1-1 0,2 0 0,-1 1 0,1-1 0,1-1 0,0 1 0,9 16 0,-11-22-184,1 1-1,-1 0 1,1-1-1,0 0 1,0 1-1,0-1 1,1 0 0,-1-1-1,1 1 1,0-1-1,0 1 1,-1-1 0,1 0-1,1-1 1,-1 1-1,0-1 1,0 0-1,1 0 1,4 1 0,1-1-1283,1 0 0,-1-1 0,1 0 1,0-1-1,11-2 0,22-13-6803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7.0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1 13270,'0'0'17664,"-19"19"-16162,-9 8-1275,-4 2-175,-49 60 0,77-84-52,-13 14 0,17-18 0,-1 0 0,1 0 0,-1 0 0,0-1 0,1 1 0,0 0 0,-1 0 0,1 0 0,0 0 0,-1 0 0,1 0 0,0 0 0,0 0 0,0 0 0,0 0 0,0 0 0,0 0 0,0 0 0,0 0 0,0 0 0,1 1 0,0-2 0,1 1 0,-1-1 0,1 0 0,-1 0 0,0 0 0,1 0 0,-1 0 0,1 0 0,-1 0 0,1-1 0,-1 1 0,1-1 0,-1 1 0,2-1 0,7-5 0,0 1 0,0-1 0,-1-1 0,0 0 0,-1 0 0,1-1 0,-2 0 0,1 0 0,-1-1 0,0 0 0,8-14 0,-16 31 0,1 1 0,0 0 0,0-1 0,1 1 0,1 10 0,-1-16-74,0 1 1,0-1-1,1 0 0,-1 1 1,1-1-1,0 0 0,0 0 1,0 0-1,0 0 0,1-1 1,-1 1-1,1-1 0,-1 1 1,1-1-1,0 0 0,0 0 1,0 0-1,0 0 0,0 0 0,0-1 1,1 0-1,-1 1 0,1-1 1,-1-1-1,6 2 0,5 1-1898,-1-2 0,1 1 0,-1-2 0,1 0 0,20-2 0,15-7-8387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7.2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199 1 7555,'0'0'15095,"-109"94"-10068,78-21-1490,6 10-1984,6 5-1553,9-4 0,5-11 0,5-12 0,0-17 0,0-13 0,0-14 0,0-7 0,5-10-4066,-5-10-608,0-20-3202,-2-14-6674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7.7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 2881,'0'0'10200,"20"-1"-5190,292-7 6827,-50 0-9724,-260 8-1750,-3 3-59,-1 1-299,0 1 0,0-1-1,-1 1 1,1-1 0,-1 0 0,0 0-1,-1 0 1,1 0 0,-1-1-1,1 0 1,-6 4 0,-11 13-3,16-17-2,-10 13 0,-23 31 0,34-42 0,0 0 0,0 1 0,0-1 0,1 1 0,0-1 0,0 1 0,0 0 0,1 0 0,0 0 0,0 0 0,0 7 0,2-12-17,1 0 0,0 0 1,0 0-1,0-1 0,0 1 0,0-1 0,1 1 1,-1-1-1,0 0 0,0 0 0,0 0 0,0 0 1,0 0-1,4-1 0,0 1-40,-1-1 26,0 1 1,1-1 0,-1 0 0,0 0 0,0-1 0,0 0 0,0 0 0,-1 0 0,1 0 0,0-1 0,-1 1 0,5-5 0,8-6-128,25-26 1,-16 15 75,26-26 477,-52 82 307,-1-25-690,0 0 0,1-1 0,-1 1 0,2 0 0,-1 0 0,1 0 0,0-1 0,2 9 0,-2-12-76,0 0 0,1-1 0,-1 1 0,1 0 0,0-1 0,-1 1 0,1-1 0,0 0 0,1 0 0,-1 0 0,0 0 0,0 0 0,1 0 0,-1 0 0,1-1 0,0 1 1,-1-1-1,1 0 0,0 0 0,4 1 0,19 3-4901,6-4-2873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8.9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484 0 4594,'0'0'15042,"-4"5"-12924,0-1-1778,1-1 1,-2 1-1,1-1 0,0 0 1,-1 0-1,1 0 0,-1-1 1,0 1-1,0-1 0,0-1 1,0 1-1,-10 2 1,-15 2 580,-34 2 1,22-4-411,-93 21 217,120-21-717,0 0 1,0 1-1,0 1 1,1 1-1,0 0 1,-21 13-1,34-19-23,-1 1-1,1-1 0,0 0 0,0 0 1,0 0-1,0 1 0,0-1 0,0 1 0,0-1 1,0 1-1,0-1 0,1 1 0,-1-1 1,0 1-1,1 0 0,0-1 0,-1 1 1,1 0-1,0-1 0,0 1 0,0 0 0,0-1 1,0 1-1,0 0 0,0 0 0,2 2 1,0 5 8,1-1 1,1 1 0,-1-1-1,7 9 1,4 11 199,-5 0-105,-1 1-1,-1 0 1,-1 0 0,2 40-1,-3 122 477,-5-167-437,0 16 220,-2 0 0,-2 0 0,-2 0 0,-12 46 0,13-68-177,1 0 0,0 1-1,-1 37 1,5-56-173,0 1 0,0-1 0,0 0 0,1 0 0,-1 0 0,0 1 0,0-1 0,0 0 0,0 0 0,0 0 0,0 0 0,1 1 0,-1-1 0,0 0 0,0 0 0,0 0 0,0 0 0,1 0 0,-1 0 0,0 1 0,0-1 0,0 0 0,1 0 0,-1 0 0,0 0 0,0 0 0,0 0 0,1 0 0,-1 0 0,0 0 0,0 0 0,0 0 0,1 0 0,-1 0 0,0 0 0,0 0 0,1 0 0,-1 0 0,0 0 0,1-1 0,1 1 0,56-4-5,0-3 1,-1-3-1,91-26 0,-136 33 0,3-1-759,-1 0 1,1-1-1,17-9 0,-32 13 387,1 1-1,0 0 1,0-1-1,0 1 1,-1-1 0,1 0-1,0 1 1,-1-1-1,1 1 1,-1-1-1,1 0 1,-1 0-1,1 1 1,-1-1 0,1 0-1,-1 0 1,0 0-1,1 1 1,-1-1-1,0 0 1,0 0-1,1 0 1,-1 0 0,0-1-1,0 1 135,2-13-9697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9.3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504 1 12710,'0'0'10823,"-2"22"-8293,1-6-2159,-8 143 2235,19 163-784,-7-290-1800,5 74-208,-8-96 143,-1 0 1,1-1 0,-1 1 0,-1 0 0,0-1-1,0 1 1,-1-1 0,-4 10 0,5-15 56,0 0 1,0 0-1,-1-1 1,1 0-1,-1 1 1,0-1-1,0 0 0,0 0 1,0 0-1,0-1 1,-1 1-1,1-1 1,-1 0-1,1 0 1,-1 0-1,0 0 0,0-1 1,0 1-1,0-1 1,0 0-1,0 0 1,0-1-1,-1 1 1,1-1-1,0 0 0,0 0 1,0 0-1,-1-1 1,1 0-1,0 1 1,-5-3-1,-9-2 29,0-1 0,1-1 0,0 0 0,1-2 0,-26-16 0,26 16-244,-14-9 298,1-1 0,0-2 0,2-1-1,-35-34 1,56 49-264,0-1 0,0 0 0,1 0 0,0 0 0,0 0 0,1-1 0,0 0 0,0 1-1,-2-12 1,4 14-236,1-1 1,0 0-1,1 0 0,0 0 0,0 0 0,0 0 1,1 0-1,0 0 0,0 0 0,1 0 0,0 1 1,0-1-1,0 1 0,4-7 0,2-2-2577,1 1 1,16-21-1,-11 17-924,17-26-6861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29.4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 16424,'0'0'15335,"-38"0"-15560,51 0-1071,1 0-1842,3 0-2416,4 0-449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0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87 13942,'0'0'10504,"21"0"-8042,-2 0-2035,15 1 291,0-2 0,49-8-1,291-68 1020,-374 77-1706,0 0 0,0 0-1,1 0 1,-1 0 0,0 0 0,0 0 0,1 0 0,-1 0-1,0 0 1,1 0 0,-1 0 0,0 0 0,0 0 0,1 0-1,-1 0 1,0 0 0,1 0 0,-1 0 0,0 0 0,0 0-1,1 0 1,-1 0 0,0 0 0,0 1 0,1-1 0,-1 0 0,0 0-1,0 0 1,1 0 0,-1 1 0,0-1 0,0 0 0,0 0-1,0 1 1,1-1 0,-1 0 0,0 0 0,0 1 0,-2 14 376,-18 25-567,14-28 252,-1 5-92,1 0 0,0 1 0,1-1 0,1 1 0,0 0 0,0 19 0,1 113 0,4-91 0,-1-2 0,3 0 0,13 72 0,-10-94 0,-1 1 0,1 40 0,-6-75 0,0-1 0,0 0 0,0 1 0,0-1 0,0 1 0,0-1 0,0 0 0,0 1 0,0-1 0,0 1 0,-1-1 0,1 0 0,0 1 0,0-1 0,0 0 0,0 1 0,-1-1 0,1 0 0,0 1 0,0-1 0,0 0 0,-1 1 0,1-1 0,0 0 0,-1 1 0,1-1 0,0 0 0,-1 0 0,1 0 0,0 1 0,-1-1 0,1 0 0,0 0 0,-1 0 0,1 0 0,-1 0 0,1 0 0,0 0 0,-1 0 0,1 0 0,-1 0 0,1 0 0,0 0 0,-1 0 0,1 0 0,-1 0 0,1 0 0,0 0 0,-1 0 0,0-1 0,-1 1 0,-408-13 0,395 16-12,18 3 42,25 4-373,5-8-1746,3-2-2172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1.0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469 0 8708,'0'0'10533,"119"74"-7364,-71-5-640,2 27-127,-4 23-498,-8 13-607,-17 10-625,-21-6-464,0-5-160,-40-9-48,-31-16-336,-21-16-752,-25-15-1185,-19-8-1857,-18-15-3634,-26-18-3905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2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487 0 6051,'0'0'14775,"-17"20"-13578,-254 311 3125,246-298-4117,2 1-1,2 0 0,1 2 1,2 0-1,1 2 0,2-1 1,1 2-1,3 0 0,1 1 1,1-1-1,-3 54 0,8-31-762,9 107-1,-3-144-256,2 0-1,0 0 1,2-1-1,1 1 1,0-1-1,2-1 1,15 28-1,-18-41-100,0 0-1,1-1 1,1 0-1,-1 0 1,1-1-1,1 0 1,0 0-1,0-1 1,0 0-1,1-1 1,0 0-1,0 0 1,0-1-1,17 6 1,48 15-4780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2.8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24 207 8628,'0'0'15140,"1"19"-12797,5 161 2093,-6-61-2347,-17-169-2305,11 7-421,1-1-1,2 0 0,5-65 1,-2 107 590,0 1 1,0-1 0,0 1-1,1-1 1,-1 1-1,0-1 1,1 1 0,0-1-1,-1 1 1,1 0-1,0-1 1,-1 1 0,1 0-1,0-1 1,0 1 0,0 0-1,0 0 1,0 0-1,1 0 1,-1 0 0,0 0-1,2-1 1,1 0-8,-1 1 1,1-1-1,0 1 1,0 0-1,-1 0 1,1 0-1,0 1 1,0-1-1,4 1 1,3 0 7,-1 1 1,0 0 0,1 0 0,-1 1 0,0 1 0,17 5-1,0 3-142,0-2 0,1-2 0,0 0 0,1-2 0,-1 0 0,1-3 0,0 0 0,0-2 0,57-6 0,-77 4 170,0 0 0,0-1 0,0 0 0,0 0 0,0-1 0,-1 0 0,1 0 0,-1-1 0,0-1 0,-1 1 0,1-1 0,-1 0 0,0-1 0,-1 0 0,0 0 0,0 0 0,0-1 0,-1 1 0,0-1 0,0-1 0,-1 1 0,0-1 0,-1 0 0,0 0 0,0 0 0,-1 0 0,0 0 0,-1 0 0,0-1 0,0-9 0,0 17 62,-1 1 1,0-1-1,0 1 0,-1-1 0,1 1 1,0-1-1,0 1 0,-1 0 1,1-1-1,-1 1 0,1-1 0,-1 1 1,1 0-1,-1-1 0,0 1 1,0 0-1,0 0 0,1-1 0,-1 1 1,-1 0-1,1 0 0,0 0 1,0 0-1,0 1 0,0-1 0,-1 0 1,1 0-1,0 1 0,-1-1 1,1 0-1,0 1 0,-1 0 0,1-1 1,-1 1-1,1 0 0,-1 0 1,1-1-1,-1 1 0,1 0 0,-1 1 1,1-1-1,-1 0 0,1 0 1,-1 1-1,-2 0 0,-3 1 124,0 0 0,0 0 1,0 1-1,0 0 0,1 0 0,-1 0 1,1 1-1,-8 6 0,-5 5 170,1 2 1,1 0-1,1 0 1,-19 27-1,29-35-269,0 0 0,1 0 0,0 0 0,1 0 0,0 1 0,0 0-1,1 0 1,0 0 0,1 0 0,0 1 0,1-1 0,-1 16 0,2-23-81,0 0 0,1 0 0,-1 0 0,1-1 0,0 1 0,0 0 0,-1-1 0,2 1 0,-1 0 0,0-1 0,0 1 0,1-1 0,0 0 0,-1 1 0,1-1 0,0 0 0,0 0 0,0 0 0,0 0 0,1-1 0,-1 1 0,0 0 0,1-1 0,-1 0 0,1 1 0,-1-1 0,1 0 0,0 0 0,3 0 0,7 2-358,1 0 1,0-1 0,0-1 0,23-1-1,-19 0-571,-1 0-1,1-2 0,-1 0 0,0-1 0,0-1 0,23-8 0,-20 4-1799,-1-1 0,33-20-1,38-31-7196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3.0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303 1 19801,'0'0'2801,"-83"112"289,58-43 1072,10 11-2289,13 1-833,2 1-1040,0-5 0,0-8 0,0-10 0,-6-11 0,-11-10-1072,0-13-801,-10-9-1089,-2-14-1136,-9-2-1712,-6 0-3907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3.4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0 139 7684,'0'0'4308,"25"-13"340,3-2-3240,-1 0 125,0 2-1,1 0 1,57-16 0,-19 15-248,0 3 1,1 3-1,0 2 1,77 5-1,-142 1-1237,0-1 1,0 1-1,1 0 1,-1 1-1,0-1 1,0 0-1,0 1 0,0-1 1,0 1-1,0 0 1,0-1-1,0 1 0,0 0 1,0 0-1,0 0 1,0 1-1,-1-1 1,1 0-1,0 1 0,-1-1 1,1 1-1,-1 0 1,3 3-1,-2-1 44,0 1 0,-1 0 1,1 0-1,-1 0 0,0 0 0,-1 0 0,1 0 0,-1 0 0,0 7 1,-1-1-81,0 0 0,-1 0 0,0-1 0,-1 1 0,0 0 0,-6 11 0,6-13-13,-1 1 0,1 0 0,0 0 0,1 0 0,0 1 0,0 10 0,2-21 1,0 0 0,0 0 0,0 0 0,0 0 0,0 1 0,0-1 0,0 0 0,0 0 0,0 0 0,0 0 0,0 0 0,0 0 0,0 1 0,0-1 0,0 0 0,0 0 0,0 0 0,1 0 0,-1 0 0,0 0 0,0 0 0,0 1 0,0-1 0,0 0 0,0 0 0,0 0 0,0 0 0,0 0 0,1 0 0,-1 0 0,0 0 0,0 0 0,0 0 0,0 0 0,0 0 0,0 0 0,1 0 0,-1 1 0,0-1 0,0 0 0,0 0 0,0 0 0,0-1 0,1 1 0,-1 0 0,0 0 0,0 0 0,0 0 0,5 0 0,-1 0 0,0-1 0,1 0 0,-1 0 0,0 0 0,0 0 0,0 0 0,0-1 0,0 0 0,0 0 0,0 0 0,0 0 0,3-4 0,52-43 0,-38 30 0,110-106-1310,-121 116 1866,-13 16 374,-1 4-1106,2-5 194,0 0-1,1 1 1,-1-1-1,1 1 1,1-1 0,-1 1-1,1-1 1,0 1-1,2 10 1,-1-14-141,0 1 0,-1-1 0,1 0 0,0 0 0,1 0-1,-1 0 1,1 0 0,-1 0 0,1 0 0,0 0 0,0-1 0,0 1 0,0-1 0,0 1 0,1-1-1,-1 0 1,1 0 0,-1 0 0,1 0 0,4 2 0,3 0-1487,0-1 0,0 0 0,1-1 0,-1 0 0,18 1-1,16 1-12011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3.6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56 314 8116,'0'0'23101,"-1"6"-21799,-3 9-1065,4-15-237,0 1 0,0-1 0,0 0 0,0 0 0,0 1 1,0-1-1,0 0 0,0 0 0,0 1 0,0-1 0,0 0 1,0 0-1,0 1 0,0-1 0,0 0 0,0 0 0,0 0 1,0 1-1,-1-1 0,1 0 0,0 0 0,0 0 0,0 1 1,0-1-1,0 0 0,-1 0 0,1 0 0,0 1 1,0-1-1,0 0 0,-1 0 0,1 0 0,0 0 0,0 0 1,0 0-1,-1 0 0,1 1 0,0-1 0,0 0 0,-1 0 1,1 0-1,0 0 0,0 0 0,-1 0 0,1 0 0,0 0 1,0 0-1,-1 0 0,1 0 0,0-1 0,0 1 0,-1 0 1,1 0-1,0 0 0,0 0 0,0 0 0,-1 0 0,1 0 1,0-1-1,0 1 0,0 0 0,-1 0 0,1 0 1,0 0-1,0-1 0,0 1 0,-6-11 0,0-1 0,1 0 0,1 0 0,0 0 0,0 0 0,2-1 0,-3-22 0,1-94 0,4 89 0,0 39 4,0-1-1,0 0 1,0 0-1,0 0 1,0 1-1,0-1 1,1 0-1,-1 0 1,1 1 0,-1-1-1,1 0 1,-1 0-1,1 1 1,0-1-1,0 1 1,0-1-1,0 1 1,0-1-1,0 1 1,0 0 0,1-1-1,-1 1 1,0 0-1,1 0 1,-1 0-1,3-1 1,2 0-302,-1 0 0,1 1 0,-1 0 0,1 0 0,0 1 0,11 0 0,-5 0-996,27-2-4701,13 2-3599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4.1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4210,'0'0'26948,"7"1"-25536,1-1-1309,-5 0-99,0-1 0,0 1 0,0 0 0,0 1 0,0-1 0,0 0 0,-1 1-1,1 0 1,0 0 0,0 0 0,0 0 0,0 0 0,-1 0 0,1 1 0,0-1 0,-1 1 0,0 0 0,1 0-1,-1 0 1,0 0 0,0 0 0,0 0 0,2 3 0,4 9-4,-1 1 0,0-1 0,-2 1 0,1 0 0,-2 0 0,0 1 0,3 22 0,-8-47 0,1 1 0,1 0 0,-1 0 0,1-1 0,1 1 0,0 0 0,0 0 0,0 0 0,1 0 0,0 1 0,1-1 0,-1 1 0,2 0 0,-1 0 0,1 0 0,0 0 0,0 1 0,1 0 0,11-10 0,-12 11 0,0 0 0,1 1 0,0 0 0,0 0 0,0 1 0,0-1 0,1 1 0,-1 1 0,1-1 0,0 1 0,-1 0 0,1 1 0,0 0 0,12-1 0,-17 2 0,-1 1 0,0-1 0,1 0 0,-1 1 0,1 0 0,-1-1 0,0 1 0,1 0 0,-1 0 0,0 0 0,0 0 0,0 0 0,0 0 0,0 0 0,0 0 0,0 0 0,0 0 0,0 0 0,0 1 0,-1-1 0,1 0 0,0 1 0,-1-1 0,1 2 0,12 42 0,-11-38 0,3 25 0,-5-26 0,0-1 0,1 1 0,0 0 0,0 0 0,1 0 0,-1-1 0,1 1 0,1-1 0,4 10 0,-6-14-135,0-1 1,0 1-1,0 0 1,0-1-1,0 1 1,0-1-1,1 0 0,-1 1 1,0-1-1,0 0 1,0 1-1,0-1 1,0 0-1,1 0 0,-1 0 1,0 0-1,0 0 1,2-1-1,3 1-3311,7 0-4926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4.3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9 672,'0'0'32095,"38"-9"-32095,-34 24 0,-2 6 0,-2 2 0,0 4-272,0-4-6307,0 0-2561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4.4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212 0 15015,'0'0'9156,"-113"153"-4642,80-97-2625,12 7-1889,8-3-352,1-5-4290,-7-13-2113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5.0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362 1 7940,'0'0'17023,"-6"21"-13781,-91 315 1267,75-257-4476,-27 95-23,-75 174 0,109-313-32,-33 85-257,57-151-16086,26-31 2521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5.2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211 0 8084,'0'0'14342,"-23"119"-9251,-2-23-1954,-8 17-1360,0 13-1441,1-5-336,7-6 0,4-21 0,11-17 0,3-12 0,5-17-2033,2-16-3185,0-22-5107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5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308 1 15479,'0'0'14529,"-20"10"-12138,6-3-2210,-146 83 6,146-81-187,0 0 0,0 2 0,1 0 0,0 0 0,1 1 0,-15 20 0,27-32 0,-1 0 0,1 1 0,-1-1 0,1 1 0,-1-1 0,1 1 0,-1-1 0,1 1 0,0-1 0,-1 1 0,1-1 0,0 1 0,-1 0 0,1-1 0,0 1 0,0-1 0,0 1 0,0 0 0,0-1 0,-1 1 0,1 0 0,0-1 0,0 1 0,1 0 0,-1-1 0,0 1 0,0 0 0,0-1 0,0 1 0,0-1 0,1 1 0,-1 0 0,0-1 0,1 1 0,-1-1 0,0 1 0,1-1 0,-1 1 0,1-1 0,-1 1 0,0-1 0,1 1 0,0-1 0,-1 0 0,1 1 0,-1-1 0,1 0 0,-1 1 0,1-1 0,0 0 0,-1 0 0,1 0 0,-1 1 0,1-1 0,0 0 0,-1 0 0,1 0 0,0 0 0,-1 0 0,1 0 0,0 0 0,-1 0 0,2-1 0,7 1 0,-1 0 0,1-1 0,15-4 0,-9 0 0,0 0 0,0-1 0,0-1 0,-1 0 0,0-1 0,0-1 0,-1 0 0,17-15 0,-29 24 0,-1 0 0,0 0 0,0 0 0,0 0 0,0 0 0,1 0 0,-1 0 0,0 0 0,0 0 0,0 0 0,0 0 0,1 0 0,-1 0 0,0 0 0,0 0 0,0 0 0,0 0 0,1 0 0,-1 0 0,0 0 0,0 0 0,0 1 0,0-1 0,0 0 0,0 0 0,1 0 0,-1 0 0,0 0 0,0 0 0,0 1 0,0-1 0,0 0 0,0 0 0,0 0 0,0 0 0,0 1 0,0-1 0,0 0 0,0 0 0,0 0 0,0 0 0,0 1 0,0-1 0,0 0 0,0 0 0,0 0 0,0 0 0,0 1 0,0-1 0,0 0 0,1 9 0,-1-9 0,-1 6 0,1 0 0,0 0 0,1 0 0,0 0 0,0 0 0,0-1 0,3 9 0,-3-12 0,0 0 0,0 0 0,1 0 0,-1 0 0,1 0 0,0-1 0,-1 1 0,1 0 0,0-1 0,0 1 0,0-1 0,0 1 0,0-1 0,1 0 0,-1 0 0,0 0 0,0 0 0,1-1 0,-1 1 0,5 0 0,0 1-180,-1-1 1,1 0-1,0-1 0,0 1 0,-1-1 1,1-1-1,0 1 0,13-3 1,-16 1-594,0 1 0,0 0 0,0-1 0,0 0 1,-1 0-1,1 0 0,0-1 0,-1 1 0,6-6 0,25-28-7569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5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0 14663,'0'0'8852,"-98"107"-4562,60-32 672,9 9-4962,8 3 0,9 1 0,12-2 0,0-9 0,0-6 0,0-14 0,0-7 0,0-10 0,-2-7 0,0-6 0,-1-10-4210,3-13-1040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6.4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23 195 15895,'0'0'14690,"4"19"-12759,12 59-1680,-14-72-251,-1-1 0,0 1 0,0 0 0,-1 0 0,0 10 0,0-4 0,-1-11 0,-1-1 0,1 1 0,0-1 0,0 0 0,0 1 0,0-1 0,-1 0 0,1 0 0,0 0 0,0 0 0,-1 0 0,1 0 0,0 0 0,0 0 0,0 0 0,-1 0 0,1-1 0,-2 0 0,1 0 0,0-1 0,1 1 0,-1-1 0,0 0 0,1 1 0,-1-1 0,1 0 0,0 0 0,-1 0 0,1 0 0,0-1 0,0 1 0,0 0 0,1 0 0,-1-1 0,0 1 0,1 0 0,0-1 0,-1 1 0,1 0 0,0-5 0,0-3 0,0 1 0,1 0 0,-1-1 0,4-12 0,-1 13 0,0 0 0,1 0 0,0 1 0,0-1 0,1 1 0,0 0 0,0 0 0,1 0 0,0 1 0,0 0 0,1 0 0,0 1 0,0-1 0,0 2 0,1-1 0,0 1 0,0 0 0,1 1 0,-1-1 0,1 2 0,0-1 0,0 1 0,0 1 0,0 0 0,18-2 0,167 9 0,28-1 0,-214-5 0,-1 0 0,1 0 0,0-1 0,-1 0 0,1 0 0,-1-1 0,11-5 0,-16 7 0,1 0 0,-1-1 0,1 1 0,-1-1 0,0 1 0,0-1 0,1 0 0,-1 0 0,0 0 0,-1 0 0,1-1 0,0 1 0,-1 0 0,1-1 0,-1 1 0,0-1 0,0 0 0,0 1 0,0-1 0,0 0 0,0 0 0,-1 1 0,1-5 0,-1 6 0,0 0 0,-1 0 0,1 1 0,0-1 0,0 0 0,-1 1 0,1-1 0,0 0 0,-1 1 0,1-1 0,-1 1 0,1-1 0,-1 1 0,1-1 0,-1 1 0,1-1 0,-1 1 0,1-1 0,-1 1 0,0 0 0,1-1 0,-1 1 0,0 0 0,1-1 0,-1 1 0,0 0 0,1 0 0,-1 0 0,0 0 0,0 0 0,-1 0 0,-29-1 0,22 1 0,-4 0 0,0 1 0,0 0 0,0 1 0,0 1 0,0 0 0,1 0 0,-1 1 0,1 1 0,0 0 0,-16 10 0,22-12 0,1 1 0,-1 0 0,1 0 0,0 0 0,0 1 0,0 0 0,1 0 0,0 0 0,0 0 0,0 1 0,0-1 0,1 1 0,0 0 0,0 0 0,1 0 0,0 1 0,0-1 0,0 1 0,1-1 0,0 1 0,0-1 0,0 9 0,2-12 1,-1 1-1,0 0 1,1-1-1,0 1 1,0-1 0,0 0-1,1 1 1,-1-1-1,1 0 1,-1 1 0,1-1-1,0 0 1,0 0-1,1-1 1,-1 1 0,1 0-1,-1-1 1,1 1 0,0-1-1,0 0 1,0 0-1,0 0 1,0-1 0,0 1-1,0 0 1,1-1-1,3 1 1,10 3-763,-1 0 0,1-1 0,0-1-1,25 1 1,40-1-6265,10-2-4770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6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224 0 19417,'0'0'4962,"-21"7"265,-66 24-2498,78-26-2704,2-1 1,-1 1-1,0 0 0,1 1 1,0 0-1,0 0 1,1 0-1,0 1 1,0 0-1,0 0 0,1 1 1,0-1-1,1 1 1,-1 0-1,1 0 1,-4 15-1,6-18-25,1 1 0,-1-1 0,1 0 0,0 0 0,1 1 0,-1-1 0,1 10 0,0-12 0,1-2 0,-1 0 0,1 0 0,-1-1 0,1 1 0,-1 0 0,1 0 0,0-1 0,-1 1 0,1 0 0,0-1 0,0 1 0,-1-1 0,1 1 0,0-1 0,0 1 0,0-1 0,0 1 0,0-1 0,0 0 0,-1 0 0,1 1 0,0-1 0,0 0 0,0 0 0,0 0 0,0 0 0,0 0 0,0 0 0,0 0 0,2-1 0,33-3 0,-29 1 0,1-1 0,-1 0 0,1 0 0,-1-1 0,0 0 0,-1 0 0,1 0 0,-1-1 0,0 0 0,9-13 0,16-14 0,-32 37 0,0 0 0,0-1 0,1 1 0,0 0 0,0 0 0,0 0 0,0 0 0,1-1 0,-1 1 0,3 5 0,-1-6-38,1-1 1,-1-1-1,1 1 0,0 0 1,-1-1-1,1 1 0,0-1 1,0 0-1,0 0 0,0 0 1,1 0-1,-1-1 0,5 1 1,47 2-4831,-46-3 3193,38 0-6174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7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219 856 1713,'0'0'14767,"-24"-1"-7441,-77 1-1697,97-1-5440,-1 2 0,1-1 0,-1 0 0,1 1 0,-1 0 0,1 0-1,-1 0 1,1 1 0,0 0 0,0-1 0,0 1 0,0 1 0,0-1 0,0 1 0,0-1 0,1 1 0,-4 4 0,5-5-193,0 1 0,0 0 0,1 1 1,-1-1-1,1 0 0,0 0 0,0 1 0,0-1 0,0 0 1,0 1-1,1-1 0,0 1 0,-1-1 0,1 1 1,1-1-1,-1 1 0,1 5 0,0-8 4,0 0 0,0 1 0,0-1 0,0 0 0,0 0 0,0 0 0,0 0 0,0 0 0,0 0 0,1 0 0,-1 0 0,0 0 0,1-1 0,-1 1 0,1-1 0,-1 1 0,1-1 0,-1 1 0,1-1 0,-1 0 0,1 1 0,-1-1 0,1 0 0,-1 0 0,1 0 0,-1 0 0,4-1 0,1 1 0,0-1 0,1 1 0,-1-1 0,1 0 0,-1-1 0,6-2 0,-4 0 0,-1 0 0,0 0 0,0-1 0,0 0 0,0-1 0,-1 0 0,11-12 0,37-55 0,-46 60 0,63-101-381,-5-3 1,72-181-1,-134 290 310,16-38-207,-1-1-1,-3 0 1,15-66 0,-32 90 1037,1 23-717,-1-1 0,1 1 0,0-1 0,-1 1-1,1-1 1,0 1 0,0 0 0,-1-1-1,1 1 1,-1-1 0,1 1 0,0 0-1,-1 0 1,1-1 0,-1 1 0,1 0 0,-1 0-1,1-1 1,-1 1 0,1 0 0,-1 0-1,1 0 1,-1 0 0,0 0 0,-2 0 1,0 0 1,0 1-1,0-1 1,0 1-1,1 0 1,-1 0-1,0 0 1,0 1-1,1-1 1,-1 0-1,-2 3 1,-7 4-44,1 1 0,0 0 0,0 1 0,1 0 0,1 1 0,-1 0 0,-11 19 0,3-1 0,2 1 0,-16 36 0,18-30 0,2 0 0,1 1 0,2 1 0,-7 58 0,10-26 0,4 110 0,4-142 1,2 0 0,13 60 0,-13-78-7,2-1 0,1 1 0,0-1 0,1 0-1,1-1 1,16 24 0,-22-39-192,-1 1 1,1-1-1,0 1 1,0-1-1,1 0 1,-1-1-1,0 1 0,1 0 1,6 3-1,-7-5-345,-1 0-1,0 0 1,0-1-1,1 1 1,-1 0-1,1-1 1,-1 1 0,1-1-1,-1 0 1,1 0-1,-1 0 1,1 0-1,-1-1 1,1 1-1,-1 0 1,0-1-1,1 0 1,2-1-1,21-17-9140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7.3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13334,'0'0'19433,"130"113"-19433,-97-100 0,-4-9 0,3-4-688,-3 0-2274,4-21-3265,1-11-5170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7.5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628 0 8676,'0'0'6579,"-115"84"-1505,40-19-448,-7 14-1424,-4 13-1601,1 4-753,14 11-752,16 4-96,18-7-2257,20-8-832,13-29-8645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38.0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339 1 8788,'0'0'22725,"-18"6"-21658,3-2-970,-8 3-74,0 2-1,1 0 1,-29 16-1,23-10-22,-56 36 0,77-46 0,0 1 0,0-1 0,0 1 0,1 1 0,-1-1 0,2 1 0,-1 0 0,-5 10 0,9-13 0,0 1 0,0-1 0,1 1 0,0-1 0,0 1 0,0-1 0,0 9 0,1-11 0,0-1 0,0 1 0,0 0 0,0-1 0,0 1 0,0-1 0,0 1 0,0-1 0,1 1 0,-1 0 0,1-1 0,-1 1 0,1-1 0,0 0 0,0 1 0,-1-1 0,1 1 0,0-1 0,0 0 0,0 0 0,0 0 0,0 0 0,1 1 0,-1-1 0,2 0 0,4 1 0,0 0 0,1-1 0,-1 0 0,1 0 0,-1-1 0,1 0 0,-1 0 0,1-1 0,-1 0 0,1 0 0,-1-1 0,1 1 0,-1-2 0,0 1 0,0-1 0,9-6 0,-4 2 0,-1 0 0,-1-1 0,0 0 0,0-1 0,0 0 0,-1-1 0,-1 0 0,0-1 0,0 1 0,7-15 0,-15 25 0,0 0 0,0-1 0,0 1 0,0 0 0,0-1 0,0 1 0,1 0 0,-1 0 0,0-1 0,0 1 0,0 0 0,0 0 0,0 0 0,1-1 0,-1 1 0,0 0 0,0 0 0,1 0 0,-1-1 0,0 1 0,0 0 0,0 0 0,1 0 0,-1 0 0,0 0 0,1-1 0,-1 1 0,0 0 0,0 0 0,1 0 0,-1 0 0,0 0 0,1 0 0,-1 0 0,9 9 0,9 30 0,-8-17 0,33 50 243,-15-40-1371,-24-28 447,0-1 0,-1 0 0,1-1-1,0 1 1,1-1 0,4 3 0,26 2-6072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5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108 39 7235,'0'0'15415,"3"5"-13366,0 1-1645,0 0 0,-1 1 0,0-1 1,0 0-1,0 1 0,-1-1 0,0 1 0,0 0 0,-1-1 0,0 1 0,0 0 0,0 0 0,-2 6 0,1-7-290,-1 0-1,0 0 1,0 0-1,0 0 1,-1-1 0,0 1-1,0-1 1,-1 0-1,1 0 1,-1 0 0,0 0-1,0 0 1,-1-1-1,-8 7 1,8-6-141,0-1-23,1-1 0,-1 1 0,1-1 0,-1 0 0,0 0 0,-1 0 0,1-1 0,0 1 1,-1-1-1,-10 2 0,18-21-623,1 10 607,0 0-1,1 0 0,0 0 0,1 1 0,-1-1 0,1 1 0,0 0 0,1 0 0,0 1 1,7-6-1,69-49-131,-61 46 183,46-21 0,-57 31 62,0 0 1,1 1 0,-1 0 0,1 0 0,0 1-1,0 0 1,13 0 0,-23 3-20,-1-1 1,1 0-1,0 0 0,-1 0 1,1 0-1,0 0 0,-1 1 1,1-1-1,0 0 0,-1 1 1,1-1-1,-1 0 0,1 1 1,-1-1-1,1 1 0,0-1 1,-1 1-1,0-1 1,1 1-1,-1-1 0,1 1 1,-1-1-1,0 1 0,1 0 1,-1-1-1,0 1 0,0 0 1,1-1-1,-1 1 0,0 0 1,0 0-1,3 31 580,-4-29-569,1 0 0,0 0 0,0-1 0,0 1 0,1 0 0,-1 0-1,1 0 1,-1-1 0,1 1 0,0 0 0,2 4 0,-2-6-37,0 0 0,0-1 0,0 1 0,0-1 0,0 1 0,0-1 0,0 0 0,0 1-1,0-1 1,0 0 0,1 0 0,-1 0 0,0 0 0,0 0 0,0 0 0,0 0 0,0 0 0,0 0 0,0-1 0,0 1 0,0 0 0,0-1-1,0 1 1,2-1 0,27-16 21,-21 12-38,60-29-110,112-39-1,-181 73 137,0 0 0,1 0 1,-1 0-1,0-1 0,0 1 0,1 0 0,-1 0 0,0 0 0,0 0 0,1 0 0,-1 0 0,0 0 0,0 0 0,1 0 1,-1 0-1,0 0 0,0 0 0,1 0 0,-1 1 0,0-1 0,0 0 0,1 0 0,-1 0 0,0 0 0,0 0 0,0 0 1,1 1-1,-1-1 0,0 0 0,0 0 0,0 0 0,1 0 0,-1 1 0,0-1 0,0 0 0,0 0 0,0 1 1,0-1-1,0 0 0,0 0 0,1 1 0,-1-1 0,0 0 0,0 0 0,0 1 0,0-1 0,0 0 0,0 0 0,0 1 1,0-1-1,0 0 0,0 0 0,0 1 0,-1-1 0,1 0 0,-3 16 75,-21 29-43,17-33-42,0 1-1,-8 19 1,14-28-3,-1-1 0,1 1 0,1 0 0,-1-1 0,0 1 0,1 0 1,0 0-1,0-1 0,0 1 0,0 0 0,1 0 0,-1-1 0,1 1 0,2 4 0,-3-7-55,1 0-1,0-1 1,0 1-1,-1 0 1,1-1-1,0 1 1,0-1-1,0 1 1,0-1-1,0 0 1,0 1-1,0-1 1,0 0-1,0 0 1,0 0-1,0 0 1,0 0-1,0 0 1,0 0-1,0 0 1,0 0-1,0 0 1,2-1-1,2 1-456,22 0-1503,-9 1-498,0-1 0,0-1 0,33-6 0,10-13-7018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5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349 0 12550,'0'0'4831,"-27"3"-202,-94 12-595,110-13-3714,1 0 0,-1 0 0,1 1 1,0 1-1,0-1 0,0 2 0,0-1 0,1 1 0,-1 1 0,1 0 1,1 0-1,-1 1 0,1 0 0,0 0 0,1 1 0,-1 0 0,2 0 1,-1 1-1,1 0 0,-6 12 0,10-17-320,0 0 0,0 0 0,1 1 0,0-1 0,0 1 0,0-1 0,0 1 0,1 0 0,0-1 0,0 1 0,0 0 0,0-1 0,2 9 0,-1-12-1,0 0 0,-1-1 0,1 1 0,0-1-1,0 1 1,-1 0 0,1-1 0,0 1 0,0-1 0,0 0 0,0 1 0,0-1 0,-1 0-1,1 1 1,0-1 0,0 0 0,0 0 0,0 0 0,0 0 0,0 0 0,0 0-1,1 0 1,26-2-157,-25 2 110,7-2-74,-1 0 0,1-1 0,-1 0 0,0-1-1,0 1 1,0-2 0,-1 1 0,0-1 0,12-9 0,1-2-121,-1-1 0,21-24 0,-39 40 261,-1 0 0,0 0 0,0-1 0,0 1 0,0 0 1,0-1-1,0 1 0,-1-1 0,1 1 0,0-1 0,-1 1 0,1-1 1,-1 1-1,1-1 0,-1 0 0,0 1 0,0-1 0,0 0 0,0-2 1,-17 4 997,13 0-981,1 1 0,-1 0 0,1 0 0,-1 0 0,1 1 0,-1-1 0,1 1 0,0 0 0,0-1 0,0 1 0,0 1 0,0-1 0,0 0 0,1 1 0,-1 0 0,1-1 0,-1 1 0,1 0 0,0 0 0,0 0 0,1 1 0,-1-1 0,-1 6 0,0-3-423,1 0 1,0 0-1,0 0 0,1 1 1,0-1-1,0 0 0,0 1 1,1-1-1,0 1 1,0-1-1,1 1 0,2 12 1,-3-18 77,1 1 1,-1-1 0,1 0-1,0 1 1,0-1 0,-1 0-1,1 0 1,0 1 0,0-1-1,0 0 1,0 0-1,0 0 1,1 0 0,-1 0-1,0 0 1,0 0 0,1-1-1,-1 1 1,0 0 0,1-1-1,-1 1 1,4 0 0,36 2-8225,-37-3 7404,43 0-9856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6.0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233 1 8308,'0'0'12309,"-138"69"-8051,98-30-1488,13 3-1282,12-6-495,9-5-673,4-6-320,2-2-144,0-4-865,-2-9-1072,-1 1-1008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6.2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6819,'0'0'18216,"25"112"-17175,-4-74-689,6-9-304,4-2-48,-1-6-1040,1-4-1441,-6-2-2194,2-9-4657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6.4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 6403,'0'0'18568,"117"-12"-18247,-92 12-273,1 0-48,3 0-433,2 0-1327,0 0-2178,-1-5-4146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6.9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263 0 9092,'0'0'11464,"-17"23"-7134,2-5-3508,1-2-265,0 2 0,2 0 0,0 0 0,0 1-1,2 1 1,0 0 0,-6 21 0,-28 117 1849,-26 218-2272,67-358-70,-11 45-64,18-71-366,0 0 1,0 0-1,1 0 1,0 1-1,10-12 1,43-48-1046,-17 22 389,-37 40 951,-1 3 86,-1 0 1,0-1-1,0 1 1,-1 0-1,1-1 1,0 1-1,-1-1 1,0 0-1,0 1 1,1-1-1,0-6 2909,-2 11-2514,0 25-221,-1-14-610,0 0 1,2 0-1,0 0 0,0 0 0,6 23 1,-6-32-59,1-1 0,-1 1 0,1-1 0,0 0 0,0 1 0,0-1 0,0 0 0,1 0 0,-1 0 0,5 3 0,-4-3-387,1-1 0,-1 1 0,1-1 1,0 0-1,0 0 0,0-1 0,0 1 1,0-1-1,0 0 0,9 1 1,23 0-8556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7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82 6067,'0'0'15594,"21"0"-14762,2-2-629,4 1 60,1 1 0,43 5 0,47 0-101,-102-5-188,-15 0 22,-1 0-1,1-1 0,0 1 0,-1 0 0,1 0 0,0 0 0,-1 0 0,1 0 1,0-1-1,-1 1 0,1 0 0,0-1 0,-1 1 0,1 0 0,-1-1 1,1 1-1,-1-1 0,1 1 0,-1 0 0,1-1 0,-1 0 0,1 1 0,-1-1 1,1 1-1,-1-1 0,0 1 0,0-1 0,1 0 0,-1 1 0,0-1 0,0 0 1,0 1-1,1-1 0,-1 0 0,0 0 0,0-1-1,0 0 1,0 1-1,0-1 0,-1 0 1,1 1-1,0-1 0,-1 1 1,1-1-1,-1 1 0,0-1 0,1 1 1,-1-1-1,0 1 0,0-1 1,0 1-1,-2-2 0,-2-2 5,-1 1 0,0 0 0,0 0 0,0 1 0,0 0 0,0 0 0,-1 0 0,1 1 0,-1 0 0,0 0 0,0 1 0,-11-2 0,-14 0 785,-41 1 1,64 1-390,1 2 1,0-1-1,0 1 1,0 0-1,0 1 1,0-1-1,-8 4 0,14-4-289,-1 1 0,1-1 0,0 0 0,-1 1 0,1-1 0,0 1 0,0 0-1,0 0 1,0 0 0,0 0 0,0 0 0,1 0 0,-1 0 0,1 1 0,0-1 0,-1 1-1,1-1 1,0 1 0,0-1 0,1 1 0,-1-1 0,0 1 0,1 0 0,-1 4-1,1-2-86,-1 1-1,1-1 0,0 1 0,0-1 0,1 1 1,-1-1-1,1 1 0,0-1 0,1 0 0,-1 1 0,1-1 1,0 0-1,1 0 0,-1 0 0,4 5 0,-1-5-173,0 0 0,0 0-1,0 0 1,0-1-1,1 0 1,0 0-1,0 0 1,0-1 0,0 0-1,1 0 1,10 3-1,1 0-1332,-1-1 0,1-1 0,35 3 0,55-6-10528,-49-4 3452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7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182 19 480,'0'0'15655,"-19"-3"-10807,-61-11-884,78 13-3762,-1 1-1,1 0 0,-1-1 0,0 1 0,1 0 0,-1 0 0,1 0 0,-1 1 0,0-1 0,1 1 0,-1-1 1,1 1-1,-1 0 0,1 0 0,-1 0 0,1 0 0,0 0 0,-1 1 0,1-1 0,0 1 0,0-1 0,0 1 1,0 0-1,0 0 0,1 0 0,-1 0 0,1 0 0,-1 0 0,1 1 0,0-1 0,-1 0 0,1 1 0,-1 3 1,-1 5-71,1 0 1,0 0 0,0-1 0,2 1-1,-1 20 1,1-22-25,1-8-122,-1-1-1,0 1 1,0 0 0,0 0 0,0 0 0,1 0 0,-1 0 0,0 0 0,1 0 0,-1 0 0,1 0 0,-1 0 0,1-1 0,-1 1-1,1 0 1,-1 0 0,1-1 0,0 1 0,0 0 0,-1-1 0,1 1 0,0-1 0,0 1 0,0-1 0,1 1 0,1 0-38,0 1 1,1-1 0,-1 0-1,1-1 1,-1 1 0,1-1-1,4 1 1,0-1-85,-1 0-1,1-1 1,-1 0 0,0 0 0,0 0-1,14-6 1,-18 6 174,-1 0 0,1 0 0,-1-1 0,0 1 0,1-1-1,-1 0 1,0 0 0,0 1 0,0-1 0,0-1 0,-1 1 0,1 0 0,0 0 0,-1-1-1,0 1 1,1 0 0,-1-1 0,0 0 0,0 1 0,-1-1 0,1 1 0,0-4 0,-1 5 488,-1 5-610,1-1-1,-1 1 1,1 0 0,0 0-1,0-1 1,0 1 0,1 0-1,0-1 1,-1 1-1,1 0 1,0-1 0,0 1-1,3 4 1,-2-3-440,1-1-1,-1 0 1,1 0-1,0 0 1,0-1 0,0 1-1,0 0 1,1-1 0,-1 0-1,1 0 1,0 0 0,5 2-1,-5-3-455,1 1 1,-1-2-1,1 1 0,0-1 0,0 1 0,-1-1 1,8 0-1,23 0-7252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7.9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1 8948,'0'0'14727,"-78"119"-12118,58-52-656,1 10-448,4 9-497,-2-5-544,5-5-336,4-11-128,1-13-224,5-10-656,-2-11-65,4-12-687,0-11-881,0-20-17032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48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156 12 9012,'0'0'11256,"19"-3"-6630,0 0-3454,0 0 0,21 1 0,-38 2-1088,-1 0 0,0 0 0,1 0 0,-1 1 0,0-1 0,1 0-1,-1 1 1,0-1 0,0 1 0,0 0 0,1-1 0,-1 1 0,0 0 0,0-1-1,0 1 1,0 0 0,0 0 0,0 0 0,0 0 0,0 0 0,0 0-1,-1 0 1,1 1 0,0-1 0,0 1 0,5 30 1153,-6-25-978,2 13-78,0 0 0,-2 0 1,-2 25-1,2-39-184,-1-1 1,0 1-1,0-1 0,-1 0 1,0 1-1,1-1 0,-2 0 1,1 0-1,-1 0 1,1 0-1,-1 0 0,-1-1 1,1 1-1,-1-1 0,0 0 1,-6 6-1,-28 13-1261,28-19 1749,0-1-1,0 1 1,0-2-1,-12 3 1,-43 0-2625,19-4-7236,32-1 4470,-4 0-7860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55.5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94 969 4626,'0'0'13777,"3"-2"-12432,23-12 5327,-18 10-6656,-1-1 1,1 0 0,-1 0 0,-1 0 0,1-1 0,7-10-1,-10 12-73,0-1 0,-1 1 0,0-1 0,0 0 0,0 0 0,-1 0 0,0 0 0,0-1 0,0 1 0,0-1 0,-1 1 0,0-1 0,0 0 0,-1 1 0,1-1-1,-1 0 1,-2-11 0,2 16 43,-1-1 0,0 1 0,1-1 0,-1 1 0,0-1 0,0 1-1,0-1 1,-1 1 0,1 0 0,0-1 0,0 1 0,-1 0 0,1 0-1,-1 0 1,1 0 0,-1 0 0,1 1 0,-1-1 0,1 0 0,-1 1 0,0-1-1,1 1 1,-1-1 0,0 1 0,0 0 0,1 0 0,-4 0 0,1-1-5,1 1 0,-1 0 0,0 0 0,0 1 0,0-1 0,1 1 0,-1 0 0,0-1 0,1 2 0,-1-1 0,0 0 0,1 1 0,-4 2 0,-5 7-4,0 2 0,1-1 0,1 1 0,0 1 1,0 0-1,2 1 0,-1-1 0,-8 25 0,14-32 11,0-1 0,0 1 0,1 0 0,0 0 0,1 0 0,-1 1-1,1-1 1,1 0 0,-1 1 0,2 13 0,-1-20 10,1-1 0,-1 1 0,0-1 0,1 1 0,-1 0 0,0-1 0,1 1 0,-1-1 0,1 1 0,-1-1 0,1 1 0,-1-1 0,1 0 0,0 1 0,-1-1 0,1 0 0,-1 1 0,1-1 0,0 0 0,-1 0 0,1 1 0,0-1 1,-1 0-1,1 0 0,0 0 0,-1 0 0,2 0 0,25 0-17,-18-1 10,-2 2-18,-1-1-1,0 0 1,1 0 0,-1-1-1,1 0 1,-1 0 0,0-1-1,0 0 1,0 0-1,0 0 1,0 0 0,0-1-1,0 0 1,-1-1-1,0 1 1,1-1 0,-1 0-1,7-8 1,49-53-2234,92-129 0,-77 92-234,95-142-3142,-144 200 5206,-2-2-1,-3-1 1,28-81-1,-45 114 1135,-2 1 0,1-1 0,-2 0 0,0 0 0,0-16 0,-2 29-543,0 1-1,0-1 1,0 0 0,0 1 0,0-1-1,0 0 1,0 1 0,0-1-1,0 0 1,0 1 0,0-1 0,-1 1-1,1-1 1,0 0 0,0 1-1,-1-1 1,1 1 0,0-1 0,-1 1-1,1-1 1,0 1 0,-1-1-1,1 1 1,-1-1 0,1 1 0,-1-1-1,1 1 1,-1 0 0,1-1-1,-1 1 1,0 0 0,1-1 0,-1 1-1,1 0 1,-1 0 0,0 0 0,1 0-1,-2-1 1,-1 2 66,1-1 0,0 1-1,-1-1 1,1 1 0,0-1 0,0 1 0,-1 0 0,1 0 0,0 0-1,-3 3 1,-2 1 40,0 1 0,0 0-1,1 0 1,0 1 0,0 0-1,-9 14 1,-29 55 889,28-47-819,-18 34 426,2 3 0,-24 74 0,42-99-587,2 1-1,3 0 1,1 1-1,-5 80 1,13 40-2208,0-161 1796,0 0-1,0 0 1,1 1-1,-1-1 1,0 0-1,1 0 1,0 0 0,-1 0-1,1 0 1,0-1-1,0 1 1,0 0-1,0 0 1,0 0 0,1-1-1,-1 1 1,1-1-1,-1 1 1,1-1-1,-1 1 1,1-1 0,0 0-1,-1 0 1,1 0-1,0 0 1,0 0-1,0 0 1,0 0 0,0-1-1,4 1 1,1 0-833,0 0 0,0-1 0,0 1 0,0-2 0,0 1 0,1-1 1,-1 0-1,9-3 0,43-21-7307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55.7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1 10645,'0'0'10239,"-18"3"-6909,-59 11-1367,74-13-1880,-1 0-1,1 0 0,0 0 1,-1 1-1,1-1 0,0 1 1,0 0-1,0 0 0,0 0 1,0 0-1,1 0 1,-1 1-1,0-1 0,1 1 1,0-1-1,0 1 0,0 0 1,0 0-1,0 0 0,-2 6 1,2-1-61,0-1 1,0 1 0,1 1 0,0-1-1,0 0 1,1 12 0,0-19-25,1 1-15,-1 1 1,1 0 0,-1-1-1,1 1 1,0-1 0,0 1-1,0-1 1,0 1 0,0-1-1,1 0 1,-1 0 0,1 1-1,-1-1 1,1 0 0,3 2-1,37 31-427,-15-14 258,-16-11 135,4 3-69,-1 0 0,14 18 0,-25-27 103,0-1 1,-1 0-1,0 0 0,1 1 1,-1-1-1,-1 1 1,1 0-1,0 0 1,-1 0-1,0 0 0,0 0 1,0 0-1,0 0 1,-1 0-1,0 0 0,0 7 1,-1-8 50,0 0 0,-1 0 0,1-1 0,-1 1 0,0 0 0,1 0 0,-1-1 1,-1 1-1,1-1 0,0 0 0,-1 0 0,1 1 0,-1-1 0,1-1 0,-1 1 0,0 0 0,0-1 1,0 1-1,0-1 0,0 0 0,-4 1 0,-3 1-43,-1 0 1,1 0-1,-1-1 1,0 0-1,-14 0 1,13-6-3460,11-10-1308,1 13 4616,2-26-7569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56.1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0 141 9428,'0'0'9386,"20"2"-8810,-15-1-529,161 13 851,-156-14-838,0 0-1,-1-1 1,1 0 0,0 0 0,0-1 0,14-5 0,-21 6-51,0 0 0,0-1 0,-1 1 0,1-1 0,0 0 0,-1 0 0,1 0 0,-1 0 0,0 0 0,1 0 0,-1-1 0,0 1 0,-1-1 0,1 1 0,0-1 0,-1 0 0,1 0 0,-1 1 0,0-1 0,0 0 0,0 0 0,0 0 0,0-6 0,0 6 97,-1 0 1,1 1 0,-1-1 0,0 0-1,0 1 1,0-1 0,0 0 0,0 1-1,-1-1 1,1 0 0,-1 1 0,1-1-1,-1 1 1,0-1 0,0 1-1,-1-1 1,1 1 0,0 0 0,-1-1-1,1 1 1,-1 0 0,0 0 0,0 0-1,1 0 1,-1 0 0,-1 1 0,-3-4-1,-1 3 308,1-1 0,-1 1 0,0 0-1,0 0 1,0 1 0,-1 0-1,1 0 1,0 1 0,-9 0 0,9 0-199,0 1 1,1 0 0,-1 0 0,0 1 0,1 0 0,-1 0-1,1 0 1,0 1 0,0 0 0,0 0 0,0 1 0,0 0 0,1 0-1,-1 0 1,1 0 0,0 1 0,0 0 0,1 0 0,-5 7 0,4-5-193,0 0 1,0 1-1,1 0 1,0 0 0,0 0-1,1 0 1,0 0 0,0 1-1,1-1 1,1 1-1,-1 0 1,1 0 0,0-1-1,1 13 1,1-17-24,0-1-1,-1 1 1,1 0 0,0-1-1,1 1 1,-1 0 0,1-1-1,0 0 1,-1 1 0,1-1-1,1 0 1,-1 0 0,0 0-1,1 0 1,0-1 0,-1 1-1,1-1 1,0 1 0,0-1-1,1 0 1,-1 0 0,0 0-1,1-1 1,6 3-1,4 1-286,0-1 0,0-1 0,1 0 0,0-1 0,20 0 0,-2-1-1757,34-3 0,52-14-3742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56.9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66 816,'0'0'2548,"19"-8"518,14-4-1321,29-12 1298,-15 3 12602,-67 23-11811,-4 7-3539,1 0 1,1 2 0,0 0 0,0 2-1,1 0 1,-26 23 0,39-30-296,1 0 0,0 1 0,1-1 0,-1 1 0,-9 15 0,15-20 0,0-1 0,0 1 0,0-1 0,0 1 0,0 0 0,0 0 0,1-1 0,-1 1 0,1 0 0,-1 0 0,1 0 0,0 0 0,-1 0 0,1 0 0,0-1 0,0 1 0,1 0 0,-1 0 0,0 0 0,1 0 0,-1 0 0,1 0 0,-1 0 0,1-1 0,0 1 0,0 0 0,0-1 0,0 1 0,0 0 0,0-1 0,0 1 0,0-1 0,1 0 0,2 3 0,5 3 0,0 1 0,0 0 0,14 17 0,-22-22 0,1-1 0,0 0 0,-1 0 0,0 1 0,0-1 0,0 1 0,0-1 0,0 1 0,0-1 0,0 5 0,-1-5 0,0-1 0,0 0 0,0 0 0,0 1 0,0-1 0,-1 0 0,1 0 0,0 1 0,-1-1 0,1 0 0,-1 0 0,1 0 0,-1 0 0,0 0 0,0 0 0,1 0 0,-1 0 0,0 0 0,0 0 0,0 0 0,0 0 0,0 0 0,-2 0 0,-19 14 0,-2-1 0,1-1 0,-2-1 0,0-1 0,-41 12 0,66-23-78,0 0 1,-1 0-1,1 0 1,0 0-1,0 0 1,0 1-1,0-1 1,-1 0-1,1 0 1,0 0-1,0 0 1,0 0-1,-1 0 1,1 0-1,0 0 0,0-1 1,0 1-1,-1 0 1,1 0-1,0 0 1,0 0-1,0 0 1,0 0-1,-1 0 1,1 0-1,0 0 1,0 0-1,0-1 1,0 1-1,0 0 0,-1 0 1,1 0-1,0 0 1,0-1-1,0 1 1,0 0-1,0 0 1,0 0-1,0 0 1,0-1-1,0 1 1,0 0-1,0 0 1,0 0-1,0 0 0,0-1 1,0 1-1,0 0 1,0 0-1,0 0 1,0-1-1,0 1 1,0 0-1,0 0 1,0 0-1,0-1 1,0 1-1,0 0 1,0 0-1,0 0 1,0 0-1,1 0 0,-1-1 1,0 1-1,9-14-2243,25-12-3449,19-8-2517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57.8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99 240 6531,'0'0'22979,"-16"14"-21846,-46 45-151,60-58-933,0 1-1,0 0 0,1 0 1,-1 0-1,1 0 1,-1 0-1,1 1 1,0-1-1,0 0 1,0 0-1,0 1 0,0-1 1,1 1-1,-1-1 1,1 1-1,-1-1 1,1 1-1,0-1 1,0 1-1,0 0 0,0-1 1,1 1-1,0 3 1,1 7-70,-2-11 21,-1 0 0,1 0 0,0 0 0,0 0 0,0 0 0,0 0 0,1 0 0,-1 0 0,1 0 0,-1 0 0,1 0 0,-1 0 0,1 0 0,0 0 0,0 0 0,0-1 0,0 1 0,2 2 0,0-3 0,0 0 0,0 0 0,0 0 0,0 0 0,0 0 0,0-1 0,0 1 0,0-1 0,0 0 0,0 0 0,6 0 0,23 0 27,-19 1-69,-1 0 1,1-1 0,-1-1-1,1 0 1,-1-1 0,0 0-1,13-4 1,-1 3 373,-23 3-333,1 0 0,-1 0-1,1 0 1,-1 0 0,1 0 0,-1 0-1,1 0 1,-1 0 0,1-1-1,-1 1 1,0-1 0,1 1 0,-1-1-1,1 0 1,-1 1 0,0-1-1,0 0 1,1 0 0,-1 0 0,0 0-1,1-1 1,4-5 1,-1 0 0,0-1 0,-1 0 0,0 0 0,0 0 0,0 0 0,-1 0 0,4-17 0,-3 8 0,-1 0 0,-1-1 0,1-27 0,-2 15 0,0 21 0,0 0 0,-1 0 0,0 0 0,0 0 0,-1 0 0,0 0 0,-1 1 0,-5-18 0,0 18-121,3 13-683,2 13-963,2-16 1472,0 0-1,0 0 1,1 0-1,-1 0 1,0 0-1,1 0 0,-1 0 1,1 0-1,0 0 1,0 0-1,0 0 1,0 0-1,0-1 1,0 1-1,0 0 1,0-1-1,1 1 1,1 1-1,1 0-129,-1-1-1,0 0 1,1 0 0,-1 0-1,1-1 1,-1 1-1,1-1 1,0 0-1,4 1 1,11 1-1198,0-1 1,-1-1-1,27-1 1,-23-1-121,115-5-5367,-2-14 5301,-2-14 4496,-5-14 3687,-117 44-5114,30-16 1820,-39 19-2646,-1 0-1,1 0 1,-1 0 0,0 0 0,1 0 0,-1 0 0,0-1 0,1 1 0,-1 0 0,0-1-1,0 1 1,0-1 0,0 1 0,-1-1 0,1 1 0,0-1 0,-1 0 0,1 0 0,-1 1-1,1-4 1,-1 4 309,0 0-658,0 1-1,0 0 0,0 0 1,0 0-1,0-1 1,0 1-1,0 0 0,0 0 1,0 0-1,0-1 1,0 1-1,-1 0 0,1 0 1,0 0-1,0 0 1,0-1-1,0 1 0,0 0 1,0 0-1,-1 0 1,1 0-1,0 0 0,0-1 1,0 1-1,0 0 1,-1 0-1,1 0 0,0 0 1,0 0-1,0 0 0,-1 0 1,1 0-1,0 0 1,0 0-1,0 0 0,-1 0 1,1 0-1,0 0 1,0 0-1,0 0 0,-1 0 1,1 0-1,0 0 1,0 0-1,0 0 0,-1 0 1,1 0-1,0 0 1,0 1-1,0-1 0,0 0 1,-1 0-1,-13 1 81,0 0 1,0 0-1,1 2 1,-1-1-1,1 2 1,-1 0-1,1 1 0,0 0 1,0 0-1,1 2 1,-13 7-1,-39 28-165,58-37 0,0-1 0,0 1 0,1 1 0,0-1 0,0 1 0,0 0 0,0 0 0,-3 7 0,7-13 0,1 1 0,-1 0 0,1-1 0,-1 1 0,1 0 0,0-1 0,-1 1 0,1 0 0,0-1 0,-1 1 0,1 0 0,0 0 0,0 0 0,-1-1 0,1 1 0,0 0 0,0 0 0,0 0 0,0-1 0,0 1 0,0 0 0,0 0 0,1 0 0,-1-1 0,0 1 0,0 0 0,1 0 0,-1-1 0,0 1 0,1 0 0,-1-1 0,1 1 0,-1 0 0,1-1 0,-1 1 0,1 0 0,-1-1 0,1 1 0,-1-1 0,1 1 0,0-1 0,0 1 0,3 0 0,0 0 0,0-1 0,1 1 0,-1-1 0,0 0 0,8-1 0,0 1 0,-2 0 0,10 0 0,0 0 0,22-5 0,-36 4 0,-1 0 0,1 0 0,0-1 0,-1 0 0,0 0 0,1 0 0,-1-1 0,0 0 0,0 0 0,0 0 0,-1 0 0,5-5 0,4-1 0,-12 9 0,-1 0 0,1 0 0,-1 0 0,1 0 0,0 1 0,-1-1 0,1 0 0,-1 0 0,1 1 0,-1-1 0,1 0 0,-1 1 0,0-1 0,1 0 0,-1 1 0,1-1 0,-1 1 0,0-1 0,1 1 0,-1-1 0,0 1 0,0-1 0,1 1 0,-1 0 0,3 4-243,1-1 0,-1 1-1,1-1 1,0 0 0,0 0 0,0 0-1,1 0 1,-1-1 0,1 0 0,0 0 0,0 0-1,0-1 1,0 1 0,9 1 0,2 1-1976,0-1 0,1-1 1,28 2-1,13 0-2706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58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193 0 1121,'0'0'21882,"-40"113"-18921,36-50-1248,0 12-241,-5 4-255,-3 7 512,-7-4-1457,0-3-272,0-6-16,-4-4-705,5-12-639,1-13-865,11-17 736,4-48-19961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58.2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77 5587,'18'-11'7222,"-4"3"-5935,-2 0-329,-1 1 0,1 0 0,1 1 1,-1 1-1,1 0 0,0 0 0,0 1 1,27-3-1,-29 5-97,1 1 1,-1 1 0,1 0-1,-1 1 1,0 0-1,15 3 1,-22-3-716,0 1 0,-1-1 0,1 1 0,-1-1 0,1 1 0,-1 0 0,0 0-1,0 1 1,0-1 0,0 1 0,0-1 0,0 1 0,-1 0 0,1 0 0,-1 0 0,0 0 0,0 1 0,0-1 0,-1 1-1,1-1 1,1 8 0,0-4-104,-1 0 0,0 0-1,-1 0 1,0 0 0,0 1-1,0-1 1,-1 1 0,0-1-1,-1 0 1,1 1 0,-2-1-1,1 0 1,-1 0 0,0 0-1,0 0 1,-1 0 0,0 0 0,0 0-1,0-1 1,-8 11 0,4-9-47,-1 0 0,0 0 0,0 0 0,0-1 0,-1-1 0,0 0 0,0 0 0,0 0 0,-1-1 0,0-1 0,0 1 0,0-2 0,-17 5 0,6-4-95,0 0 0,0-2 0,0 0 0,0-2 0,-26-1 0,36-3-3019,9-9-1070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1:59.5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165 84 1617,'0'0'11624,"3"2"-10288,10 5-231,-9-4-1036,0 0-1,0-1 1,1 0-1,-1 0 0,0 0 1,1 0-1,0-1 1,8 3-1,-12-4 185,-1 1-1,1-1 1,0 1-1,-1 0 1,1 0 0,-1-1-1,0 1 1,1 0-1,-1 0 1,1 0 0,-1-1-1,0 1 1,0 0-1,0 0 1,1 0-1,-1 0 1,0 0 0,0-1-1,0 1 1,0 0-1,-1 1 1,2 25 1238,-1-24-1037,0 1-296,0 0-1,0-1 1,0 1-1,-1 0 1,1 0-1,-1-1 1,0 1-1,0 0 1,0-1-1,-1 1 0,1-1 1,-1 1-1,0-1 1,-4 6-1,3-7-60,1 1-1,-1-1 1,0-1-1,1 1 1,-1 0-1,0-1 0,0 1 1,0-1-1,0 0 1,0 0-1,-1 0 1,1 0-1,0 0 0,0-1 1,-1 0-1,1 0 1,-6 0-1,-10 1 139,0-2 1,0 0-1,-1-1 0,1-1 0,-26-7 0,43 9-212,1 0 0,0 0-1,0 0 1,0 0-1,-1 0 1,1-1 0,0 1-1,1 0 1,-1 0-1,0-1 1,0 1 0,0-1-1,1 1 1,-1-1-1,1 1 1,-1-1 0,1 1-1,0-1 1,-1 1 0,1-1-1,0 1 1,0-1-1,0 0 1,0 1 0,1-1-1,-1 1 1,0-1-1,1-2 1,1-4 9,-1 0-1,1-1 1,1 1-1,3-9 1,-2 7 85,0 0 1,-1-1-1,1 1 0,-2-1 0,3-22 1,-4-7-8321,-1 32 658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0.6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586 0 1969,'0'0'20001,"-24"22"-18480,23-21-1497,-44 40 1052,2 2 0,-63 81 0,31-16 542,-68 128 0,116-185-1355,3 2 0,1 1 0,3 0 0,-25 113 0,41-148-268,1 0 1,2 1-1,-1-1 0,2 0 0,3 26 0,-3-42-45,1 1-1,0-1 1,0 1 0,1-1-1,-1 0 1,1 1 0,-1-1-1,1 0 1,0 0 0,0 0-1,1 0 1,-1-1 0,0 1-1,1 0 1,0-1 0,-1 0-1,1 0 1,0 0 0,0 0-1,1 0 1,-1 0 0,0-1-1,0 0 1,1 1 0,-1-1-1,1 0 1,5 0 0,9 2-459,1-1 1,-1-1 0,0-1 0,21-1 0,-38 0 469,18 0-1010,0-1 0,0-1-1,0-1 1,-1-1-1,1 0 1,-1-2-1,22-10 1,44-29-9124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1.4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438 730 5218,'0'0'16805,"-15"-4"-14673,10 2-2035,-95-21 3373,89 21-3166,0 1-1,-1 0 1,1 0 0,-1 1 0,1 1 0,0 0 0,-1 0 0,-13 5 0,7 1-121,1 1 1,1 1 0,-1 1 0,2 1 0,-1 0 0,2 0-1,-1 2 1,2 0 0,-19 22 0,28-30-154,0 0 0,1 0 1,0 0-1,0 0 0,1 0 0,-4 10 0,6-14-33,-1 1 0,1-1 0,-1 0 0,1 1-1,-1 0 1,1-1 0,0 1 0,0-1-1,0 1 1,0-1 0,0 1 0,0-1-1,0 1 1,1 0 0,-1-1 0,1 1 0,-1-1-1,1 0 1,-1 1 0,1-1 0,0 1-1,-1-1 1,1 0 0,0 1 0,0-1-1,0 0 1,0 0 0,0 0 0,2 2 0,3-1-36,1 1 1,-1-1 0,0 0 0,1 0 0,-1 0 0,1-1 0,0 0 0,-1-1 0,9 0 0,62-4-630,-68 2 556,0 0 0,0-1 0,0 0 0,0 0 0,-1-1-1,1 0 1,-1-1 0,0 0 0,0 0 0,13-13 0,5-6-553,35-42-1,-50 53 450,60-74-735,-4-2-1,-4-4 1,-3-2 0,82-185-1,-106 187 1283,-26 54 3943,-17 62-3771,-1-1-1,-1-1 1,-1 0-1,-13 20 1,-8 15 49,13-19-246,-120 267 672,125-268-979,1 0-1,2 1 0,2 0 1,1 1-1,2 0 1,-1 64-1,6-96-8,0 0 0,0 0 0,1 0 0,0 0 0,0 0 0,1 0 0,-1 0 0,1-1 1,1 1-1,-1 0 0,6 9 0,-5-12-95,0 0 0,0 0 0,0 0 0,0-1 0,1 1 0,-1-1 0,1 0 0,-1 0 0,1 0 0,0 0 0,0 0 0,0-1 0,0 0 0,0 0 0,0 0 0,0 0 0,6 0 0,5 0-902,1 0 0,-1 0 0,1-2 0,0 0 0,-1-1 0,31-7 0,-29 4-1233,0-1-1,0-1 1,20-11 0,49-32-10619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1.8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387 1 8404,'0'0'13382,"-21"9"-10301,-9 3-2218,8-4-100,1 2 1,0 0-1,-24 17 1,-5 2 861,24-15-1153,1 2-1,0 0 1,1 2-1,-25 23 1,46-39-472,0 1 0,1 0 0,0-1 0,0 1 0,0 0 0,0 0 0,0 0 0,0 0 0,1 0 0,-1 0 0,1 1 0,0-1 0,0 0 0,1 1 0,-1-1 0,0 5 0,1-7 0,1 0 0,-1-1 0,0 1 0,0 0 0,1-1 0,-1 1 0,1-1 0,-1 1 0,1-1 0,-1 1 0,1 0 0,-1-1 0,1 0 0,-1 1 0,1-1 0,0 1 0,-1-1 0,1 0 0,0 1 0,-1-1 0,1 0 0,0 0 0,-1 1 0,1-1 0,0 0 0,-1 0 0,1 0 0,0 0 0,0 0 0,1 0 0,30 0 0,-23 0 0,16 0 4,-1-1 0,1-1-1,36-9 1,-51 9-78,0-1-1,0 0 0,0-1 1,-1 0-1,0-1 0,0 0 1,0 0-1,0-1 0,-1 0 1,0 0-1,10-10 1,-17 14 108,0 1 1,0 0-1,1-1 0,-1 1 1,0-1-1,0 1 1,0-1-1,-1 0 1,1 1-1,0-1 1,-1 0-1,1 0 0,-1 1 1,1-1-1,-1 0 1,0 0-1,0 0 1,0 0-1,0 1 1,0-1-1,0 0 1,-1-3-1,0 4-32,1 1 1,0 0-1,-1 0 0,1-1 1,-1 1-1,1 0 1,-1 0-1,1-1 0,-1 1 1,1 0-1,-1 0 1,1 0-1,-1 0 0,1 0 1,-1 0-1,1 0 0,-1 0 1,1 0-1,-1 0 1,1 0-1,-1 0 0,1 0 1,-1 0-1,1 1 0,-1-1 1,1 0-1,-1 0 1,1 0-1,-1 1 0,1-1 1,-1 0-1,1 1 0,0-1 1,-1 0-1,1 1 1,-1 0-1,-1 9 9,1 1 0,0-1 0,1 0 0,0 15 0,1-21-144,-1 1 1,0-1 0,1 1 0,0-1-1,0 1 1,1-1 0,-1 0 0,1 1-1,0-1 1,0 0 0,0 0-1,4 5 1,-3-6-455,0-1 0,1 1-1,-1-1 1,1 1-1,0-1 1,0 0 0,0-1-1,0 1 1,0-1 0,0 1-1,0-1 1,1-1 0,-1 1-1,0 0 1,0-1 0,1 0-1,-1 0 1,6-1-1,23 1-7557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2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431 1 16776,'0'0'8131,"-106"163"-3488,72-71-2675,1 4-719,6 0-1249,4 0 0,2-8 0,6-6 0,-4-13 0,7-15 0,-3-12 0,-2-17-240,-1-17-2481,-5-8-1345,-7 0-912,-7-21-7348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2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 12086,'25'-2'4967,"276"-6"7190,-165 8-9843,-56 0-1215,-84 6-955,-45 26-144,32-21 0,0 0 0,1 1 0,-16 14 0,28-22 0,0-1 0,1 1 0,-1 0 0,1 1 0,0-1 0,0 0 0,1 1 0,-1 0 0,1-1 0,0 1 0,0 0 0,1 0 0,-1 0 0,1 0 0,0 0 0,0 10 0,1-14 0,0 0 0,1 0 0,-1 0 0,0 0 0,1 0 0,-1-1 0,1 1 0,-1 0 0,1 0 0,-1 0 0,1 0 0,-1-1 0,1 1 0,0 0 0,-1-1 0,1 1 0,0 0 0,0-1 0,0 1 0,-1-1 0,1 1 0,0-1 0,0 0 0,0 1 0,0-1 0,0 0 0,0 0 0,0 1 0,0-1 0,0 0 0,0 0 0,0 0 0,1 0 0,41-2-4,-35 1 0,6-1-50,-1-1 0,0-1-1,0 0 1,0-1 0,-1 0 0,1-1 0,-1 0-1,-1-1 1,1 0 0,-1-1 0,0 0 0,-1-1 0,0 0-1,0-1 1,13-18 0,-18 123 929,-5-91-881,0-1-1,1 1 1,-1 0 0,1-1 0,0 1-1,0-1 1,0 1 0,0-1-1,0 0 1,1 1 0,-1-1 0,1 0-1,0 0 1,0 0 0,0 0-1,1 0 1,-1-1 0,1 1 0,-1-1-1,1 1 1,0-1 0,0 0-1,0 0 1,0 0 0,0-1 0,1 1-1,4 1 1,0 0-344,-1-1 0,1 0 0,0-1 0,-1 1 1,10-1-1,-6 0-1017,0-2 0,-1 1 1,14-3-1,37-15-6498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3.0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724 2 14006,'0'0'16699,"-24"0"-15389,-169-1-558,105 5-752,0 4 0,-129 29 0,215-37 0,-1 1 0,1-1 0,0 1 0,-1 0 0,1-1 0,0 1 0,0 1 0,0-1 0,-1 0 0,1 0 0,1 1 0,-4 1 0,4-1 0,1-1 0,-1 0 0,1 0 0,-1 0 0,1 1 0,0-1 0,-1 0 0,1 0 0,0 1 0,0-1 0,0 0 0,0 0 0,0 1 0,0-1 0,0 0 0,0 1 0,0-1 0,1 0 0,-1 0 0,1 1 0,-1-1 0,1 0 0,-1 0 0,2 2 0,14 29 0,-9-19 0,0 0 0,-1 1 0,6 20 0,-2 10 0,-1 0 0,-3 1 0,-2 0 0,-1 0 0,-3 0 0,-5 51 0,3-82 0,-1 0 0,0-1 0,-1 1 0,0-1 0,-11 23 0,-40 59 0,36-66 0,-24 54 0,41-78 0,0 0 0,0 0 0,1 0 0,0 1 0,0-1 0,0 0 0,1 1 0,-1 6 0,2-11 0,-1-1 0,1 1 0,0-1 0,-1 1 0,1-1 0,-1 1 0,1-1 0,0 1 0,-1-1 0,1 1 0,0-1 0,0 0 0,-1 0 0,1 1 0,0-1 0,0 0 0,-1 0 0,1 0 0,0 0 0,0 0 0,0 0 0,-1 0 0,1 0 0,1 0 0,31 0 0,-24 0 0,15-1 0,1-2 0,0 0 0,-1-1 0,0-1 0,0-2 0,0 0 0,-1-1 0,44-23 0,-62 28-171,-1 0 0,0 0 0,1 0 0,-1 0 0,-1-1 0,1 1 0,6-8 0,5-20-6123,-7 7-355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3.3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1 208 7716,'0'0'13294,"18"-12"-8842,39-22-2199,1 1-437,98-75 1,-145 93-1455,-11 15-345,0 0 1,0 0-1,0 0 0,0 0 1,1-1-1,-1 1 1,0 0-1,0 0 0,0 0 1,0 0-1,0-1 0,0 1 1,0 0-1,0 0 1,0 0-1,0-1 0,0 1 1,-1 0-1,1 0 0,0 0 1,0 0-1,0-1 0,0 1 1,0 0-1,0 0 1,0 0-1,0 0 0,0 0 1,-1-1-1,1 1 0,0 0 1,0 0-1,0 0 0,0 0 1,0 0-1,0 0 1,-1 0-1,1 0 0,0-1 1,0 1-1,-1 0 0,0 0-2,0 0 0,0 1 0,0-1 0,0 0 0,-1 0 0,1 1 0,0-1 0,0 1-1,0-1 1,0 1 0,0-1 0,0 1 0,0 0 0,0-1 0,0 1 0,0 0 0,0 0-1,1 0 1,-1 0 0,0 0 0,-1 1 0,-1 4-15,1 0 0,-1-1 0,1 1 0,0 1 0,0-1 0,1 0 0,-1 0 0,1 0 0,1 1 0,-1-1 0,2 9 0,-1-4 0,0-1 0,2 0 0,-1 1 0,1-1 0,1 0 0,3 11 0,-4-17-155,-1 0 1,1 0-1,0 0 1,0 0-1,1-1 1,-1 1-1,1-1 1,-1 0-1,1 0 1,0 0-1,0 0 1,1 0-1,-1-1 0,0 1 1,1-1-1,4 3 1,-4-4-607,-1 0 1,1 0-1,0 0 0,0 0 1,-1-1-1,1 0 0,0 1 1,0-1-1,-1-1 1,1 1-1,7-2 0,14-6-7573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3.5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11301,'0'0'13750,"46"33"-15174,-13-22-3234,3-11-5139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3.9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264 42 11829,'0'0'7991,"25"-6"-4048,81-18-1673,-83 20-1769,1 0-1,0 2 1,0 1-1,-1 1 1,30 3-1,-45-2-403,-5-1-70,-1 0 0,0 0 0,0 0 0,0 1 0,0-1 0,0 1 0,0-1 0,0 1 0,0 0 0,0 0 0,-1-1 0,1 1 0,0 1 0,0-1 0,-1 0 0,1 0 0,2 3 0,-3-3 22,-1 1-1,1-1 0,0 0 0,-1 1 0,1-1 1,-1 1-1,1-1 0,-1 1 0,0-1 0,0 1 1,0-1-1,0 1 0,0-1 0,0 1 0,0-1 1,0 1-1,0-1 0,-1 3 0,-2 3 182,1 0 1,-1 0-1,-1-1 0,1 1 1,-1-1-1,0 0 0,-10 11 0,10-11-194,-1 1 0,1 0-1,0-1 1,0 1 0,1 1-1,0-1 1,0 1-1,1-1 1,0 1 0,0 0-1,-1 14 1,1 8-72,4 55 0,0-45 70,10 230-34,-12-269 0,0 1 0,-1 0 0,1 0 0,0 0 0,-1-1 0,1 1 0,-1 0 0,1 0 0,-1-1 0,0 1 0,0-1 0,0 1 0,0-1 0,0 1 0,0-1 0,0 1 0,-1-1 0,1 0 0,0 0 0,-1 0 0,1 1 0,-1-2 0,1 1 0,-1 0 0,0 0 0,1 0 0,-1-1 0,0 1 0,-2 0 0,-6 2 0,-1-2 0,1 1 0,-1-1 0,-10 0 0,15-1 0,-290 2 8,142-3-173,229 1-6230,-11 0-771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4.1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342 0 6323,'0'0'23963,"-65"140"-22811,17-100-687,-4 0-465,-5 2-513,-1-9-2640,-3-8-1089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5.1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351 565 496,'0'0'18016,"8"-6"-14654,23-17-601,-31 22-2658,1 0 0,0 0 0,0 1 0,-1-1 0,1 0 0,-1 0 0,1 0 0,-1 0 0,1 0-1,-1 0 1,1 0 0,-1 0 0,0 0 0,0 0 0,0 0 0,1 0 0,-1 0 0,0 0 0,0 0 0,0 0-1,0 0 1,-1 0 0,1 0 0,0 0 0,0 0 0,-1 0 0,1 0 0,0 0 0,-1 0 0,1 0 0,-1 0 0,1 1-1,-2-3 1,0 1 77,0-1 1,-1 1-1,1 0 0,-1 0 0,1 0 0,-1 0 0,0 0 0,-2-1 0,-4-1-9,0 1-1,0 0 1,0 1 0,0-1-1,-1 2 1,1-1-1,0 1 1,-1 1 0,1 0-1,-1 0 1,1 1 0,-1 0-1,1 1 1,-10 2 0,3 1-115,0 0 1,0 1-1,1 0 1,0 1-1,0 1 1,1 1-1,-15 10 1,23-14-57,-1 0 0,1 0 0,0 0 0,1 1 0,-1 0 0,1 0 0,0 0 0,0 1 0,1 0 0,0 0 0,0 0 0,1 0 0,0 1 0,0-1 0,1 1 0,0-1 0,0 1 0,0 0 0,1 0 0,1 0 0,-1 0 0,1 0 0,1 9 0,-1-15 0,1 0 0,-1 0 0,1 0 0,-1 1 0,1-1 0,0 0 0,0 0 0,0 0 0,0 0 0,0-1 0,0 1 0,0 0 0,1 0 0,-1-1 0,1 1 0,-1 0 0,1-1 0,0 0 0,0 1 0,1 0 0,1 0 0,0 0 0,1 0 0,-1-1 0,0 0 0,1 0 0,-1 0 0,1 0 0,-1 0 0,7-1 0,0 0 0,-1-1 0,1 0 0,-1 0 0,0-1 0,0-1 0,1 1 0,-2-2 0,12-4 0,3-6-15,0-1 0,0-1 0,-2-1 0,22-21 0,76-87-945,66-93-1423,-137 154 1519,61-103 0,-105 158 864,-3 6 23,0-1 0,0 1-1,0-1 1,0 0 0,0 0-1,-1 1 1,0-1-1,0 0 1,0 0 0,0-1-1,0-6 1,-2 9 464,-4 5 141,-23 17-252,1 2 0,0 1 0,2 2 0,1 0-1,0 1 1,3 2 0,0 0 0,1 1 0,-19 39 0,24-38-376,2 1 0,1 0 0,1 0 0,1 1 0,2 1 0,2 0 0,1 0 0,1 0 0,1 43 0,3-67-18,0 1 1,0 0-1,1-1 1,1 1-1,0-1 1,0 1-1,7 16 1,-7-21-116,1 0 0,0 0 0,0-1-1,0 1 1,1-1 0,0 0 0,0 0 0,0 0 0,0 0 0,0-1 0,1 1-1,0-1 1,-1 0 0,10 3 0,-2-1-569,1 0-1,0-1 1,1 0 0,-1-1-1,1-1 1,21 1-1,-4-2-4232,57-6-1,-2-10-7576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5.4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302 0 16087,'0'0'4154,"-26"0"739,-82 3-870,100-2-3851,0 0 0,0 0 0,0 0 0,1 1 0,-1 0 0,1 1 0,0 0-1,-1 0 1,1 0 0,0 1 0,1 0 0,-1 0 0,1 1 0,0 0 0,0 0 0,0 0-1,1 1 1,0 0 0,0 0 0,-7 11 0,9-13-172,1 0 0,-1 1 0,1-1 0,0 0 0,1 1 0,-1-1 0,1 1 0,-1-1 0,2 1 0,-1 0 0,0 0 0,1-1 0,0 1 0,0 0 0,0 0 0,2 8 0,-1-10 0,0 0 0,1 0 0,-1-1 0,1 1 0,0 0 0,-1-1 0,1 1 0,0-1 0,0 0 0,0 0 0,1 0 0,-1 0 0,1 0 0,-1 0 0,1-1 0,-1 1 0,1-1 0,0 0 0,0 1 0,0-1 0,0 0 0,-1-1 0,1 1 0,1-1 0,-1 1 0,5-1 0,9 2 0,0-1 0,0-1 0,30-4 0,-44 4 0,1 0 0,-1-1 0,1 1 0,-1-1 0,1 0 0,-1 0 0,0-1 0,1 1 0,-1-1 0,0 1 0,0-1 0,0 0 0,0 0 0,-1 0 0,1 0 0,0-1 0,-1 1 0,0-1 0,1 0 0,-1 0 0,0 1 0,-1-1 0,1 0 0,0-1 0,1-4 0,0-5 0,-3 13 0,-2 24 0,2-20 0,0 0 0,0 0 0,0-1 0,0 1 0,0 0 0,1 0 0,0 0 0,0 0 0,0 0 0,0-1 0,1 1 0,0 0 0,-1-1 0,1 0 0,0 1 0,1-1 0,-1 0 0,1 0 0,-1 0 0,1 0 0,0 0 0,0-1 0,0 0 0,0 1 0,0-1 0,1 0 0,6 3 0,0 0-384,0-1 0,0 0 1,0-1-1,1 0 0,-1-1 0,1 0 0,0 0 0,0-1 1,-1-1-1,21-1 0,-18 0-1135,1-1-1,-1 0 1,1-1 0,-1 0-1,0-1 1,0-1 0,-1 0-1,14-8 1,39-27-10439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5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0 12374,'0'0'18360,"-38"128"-16327,18-55-2033,5 6 0,9 1 0,1-1 0,1-10 0,4-12 0,-2-11 0,-6-15 0,-1-10 0,-7-13-3410,-9-8-2016,-11-2-4323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6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3778,'23'0'9175,"373"-6"6803,-145 8-12177,-250-2-3799,-1 0 0,1 0 0,0 0 0,0 0 0,0 1 0,0-1 0,0 0 0,0 0 0,0 1 0,0-1 0,0 0 0,0 1 0,-1-1 0,1 1 0,0-1-1,0 1 1,0-1 0,0 2 0,-1-2-2,1 1 0,-1 0 0,0-1 0,0 1 0,0-1 0,0 1 0,0 0 0,0-1 0,0 1 0,0-1-1,0 1 1,0 0 0,-1-1 0,1 1 0,0-1 0,0 1 0,0-1 0,-1 1 0,1-1 0,0 1 0,-1-1 0,1 1 0,0-1 0,-1 1-1,1-1 1,-1 1 0,1-1 0,-1 0 0,1 1 0,-1-1 0,-7 6 0,0 0 0,-1-1 0,1 0 0,-1-1 0,-13 6 0,-24 11 0,36-15 0,1 0 0,0 0 0,0 1 0,0 0 0,1 0 0,0 1 0,0 0 0,1 1 0,0 0 0,1 0 0,0 0 0,0 0 0,1 1 0,0 0 0,1 1 0,0-1 0,1 1 0,0-1 0,0 1 0,1 0 0,1 0 0,-1 22 0,2-31 0,0 0 0,0 0 0,1 0 0,-1-1 0,0 1 0,1 0 0,0 0 0,-1 0 0,1-1 0,0 1 0,0 0 0,0-1 0,0 1 0,0-1 0,0 1 0,1-1 0,-1 0 0,0 1 0,1-1 0,-1 0 0,1 0 0,0 0 0,-1 0 0,1 0 0,0 0 0,-1 0 0,1-1 0,0 1 0,0-1 0,0 1 0,-1-1 0,1 0 0,3 1 0,2-1 0,0 1 0,-1-1 0,1 0 0,0-1 0,0 1 0,-1-1 0,1-1 0,12-3 0,-8 0 0,0-1 0,1 0 0,-2-1 0,1 0 0,17-16 0,46-48 0,-68 65 0,1-1 0,-3 3 0,1 0 0,-1 0 0,0 0 0,0 0 0,-1-1 0,1 1 0,-1-1 0,0 0 0,0 0 0,0-1 0,-1 1 0,0 0 0,0-1 0,0 0 0,0-6 0,-2 11 0,0 1 0,-1-1 0,1 1 0,-1-1 0,1 1 0,0-1 0,-1 1 0,1-1 0,-1 1 0,1 0 0,-1-1 0,0 1 0,1 0 0,-1 0 0,1-1 0,-1 1 0,0 0 0,1 0 0,-1 0 0,1 0 0,-1 0 0,0 0 0,1 0 0,-1 0 0,0 0 0,1 0 0,-1 0 0,1 0 0,-2 0 0,-20 4 0,19-2 0,0 1 0,0-1 0,0 1 0,0 0 0,0 0 0,1 0 0,-1 0 0,1 0 0,0 0 0,0 1 0,0-1 0,0 1 0,1-1 0,-1 1 0,1 0 0,0 0 0,0-1 0,0 1 0,1 0 0,-1 0 0,1 8 0,0-7 0,-1-1 0,1 1 0,0 0 0,1-1 0,-1 1 0,1 0 0,0-1 0,0 1 0,0 0 0,1-1 0,-1 0 0,1 1 0,0-1 0,1 0 0,-1 0 0,1 0 0,0 0 0,4 4 0,-2-4-249,1 0 1,0-1-1,0 1 1,1-2-1,-1 1 1,0-1-1,1 0 1,0 0-1,11 1 1,3-1-2929,41-1 0,10-4-3335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6.7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785 29 16808,'0'0'14529,"-18"-5"-13296,-9-2-1194,0 1 1,0 2-1,0 1 1,-41 0-1,-3 6-39,-69 13 0,106-10 0,2 1 0,-1 2 0,1 1 0,-40 19 0,69-28 0,0 0 0,1 0 0,-1 0 0,1 1 0,-1-1 0,1 1 0,0-1 0,-1 1 0,1 0 0,0 0 0,0 0 0,0 0 0,-2 4 0,4-4 0,-1 0 0,1 0 0,0 1 0,0-1 0,0 0 0,0 0 0,0 0 0,0 1 0,1-1 0,-1 0 0,1 0 0,-1 0 0,1 1 0,0-1 0,0 0 0,2 3 0,1 9 0,0-1 0,-1 1 0,-1 0 0,0 0 0,-1 0 0,-1 0 0,-1 19 0,1-7 0,-1-9 0,0-1 0,-1 1 0,-1-1 0,0 0 0,-1 0 0,-1 0 0,-8 18 0,-7 10 0,-31 46 0,46-81 0,-3 3 0,1 0 0,0 0 0,1 1 0,1-1 0,0 1 0,1 1 0,0-1 0,1 0 0,0 1 0,0 19 0,3-31 0,0 0 0,0 0 0,0-1 0,1 1 0,-1 0 0,1 0 0,-1 0 0,1 0 0,0-1 0,0 1 0,0 0 0,0-1 0,0 1 0,0-1 0,0 1 0,0-1 0,1 1 0,-1-1 0,0 0 0,1 1 0,-1-1 0,1 0 0,0 0 0,-1 0 0,1 0 0,0-1 0,0 1 0,-1 0 0,1-1 0,0 1 0,0-1 0,2 0 0,9 2 0,0 0 0,0-2 0,25-1 0,-14 0 0,21-1 0,-1-2 0,1-1 0,-1-3 0,0-2 0,-1-1 0,0-3 0,48-22 0,-47 11 0,-42 24 0,0 0 0,-1 0 0,1 0 0,-1 0 0,1-1 0,-1 1 0,1-1 0,-1 1 0,0-1 0,0 0 0,0 1 0,0-1 0,0 0 0,0 0 0,0 0 0,-1 1 0,1-1 0,-1 0 0,1 0 0,-1 0 0,1-4 0,-2 5 1,0 1 0,1-1-1,-1 0 1,1 1 0,-1-1 0,0 1 0,0-1-1,1 1 1,-1-1 0,0 1 0,0 0 0,0-1-1,1 1 1,-1 0 0,0 0 0,0-1 0,0 1-1,0 0 1,0 0 0,0 0 0,1 0-1,-1 0 1,-2 0 0,-27 1-240,24-1-123,-17 0-3433,11 0-2756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7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582 1 5843,'0'0'17618,"-10"26"-14120,-3 8-2723,-38 122 1574,-6 149-164,18-78-2132,38-225-52,-1 10-1,-1-1 0,0 1-1,-9 21 1,11-31 2,-1 0 0,1 0 0,0 0 0,0 0 0,-1 0 0,1 0 0,-1 0 0,0 0 0,1 0 0,-1-1 0,0 1 0,0-1 0,0 1 1,0-1-1,-1 0 0,1 0 0,0 0 0,0 0 0,-1 0 0,1 0 0,0-1 0,-1 1 0,1-1 0,-5 1 0,-3-2 10,-1-1 0,1 1-1,0-1 1,0-1 0,0 0 0,0 0-1,1-1 1,-1-1 0,1 1 0,0-1-1,0-1 1,1 0 0,-1 0 0,1 0-1,-10-12 1,-6-7 40,1 0 0,2-2-1,-24-38 1,32 46-20,1-1 1,-10-23-1,18 34-230,1 1 0,0-1-1,1 0 1,0 0-1,0 0 1,1 0-1,0 0 1,1-12-1,0 18-97,0 0 0,1 0 0,-1 1 0,1-1 1,0 0-1,0 1 0,0-1 0,0 0 0,0 1 0,1-1 0,-1 1 0,1 0 0,0 0 0,-1-1 0,1 1 0,0 0 0,0 0 0,0 1 0,1-1 0,2-2 0,-2 2-28,31-28-6607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7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 17256,'0'0'15511,"19"-8"-15511,-6 14-1505,3-2-2993,7-4-2225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7.8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92 113 15415,'0'0'9935,"20"-6"-7451,-9 2-2242,37-11 720,57-10 0,4 2-119,-39 7 72,86-7 1,-144 23-815,-12 3-116,0-1 22,-2 12-7,0 0 0,0-1 0,-2 1 0,-9 24 0,-4 20 0,4 4 0,3 2 0,-1 63 0,8 129 0,4-220 0,1 1 0,2-1 0,13 54 0,-5-25 0,-12-65 0,-1 1 0,0-1 0,0 1 0,-1-1 0,1 0 0,0 1 0,0-1 0,0 0 0,0 0 0,0 0 0,0 0 0,0 0 0,0 0 0,-3 0 0,3 0 0,-170-15 0,8 1 0,114 13 0,-102 2 0,149-1 8,0 1 0,0-1 1,0 1-1,0-1 0,1 1 0,-1 0 0,0-1 1,1 1-1,-1 0 0,1 0 0,-1 0 0,1 0 0,-3 3 1,4-4-25,-1 0 1,1 0 0,0 0-1,0 1 1,0-1 0,0 0-1,-1 0 1,1 0 0,0 1-1,0-1 1,0 0 0,0 0-1,0 1 1,0-1 0,0 0-1,0 0 1,0 1 0,0-1-1,0 0 1,0 0 0,0 1-1,0-1 1,0 0 0,0 1-1,0-1 1,0 0 0,0 0-1,0 0 1,0 1 0,0-1-1,1 0 1,-1 0 0,0 1-1,0-1 1,17 5-2250,20-4-4188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8.7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119 1 320,'0'0'20882,"13"6"-18465,2 0-1894,-1 1 1,-1 1 0,0 0-1,0 1 1,0 0-1,-1 1 1,12 13-1,-4 1-16,-1 1-1,-1 0 1,-2 1-1,0 1 1,-2 1-1,0 0 0,-3 1 1,12 40-1,-10-21-425,-3 1-1,-2 0 0,-2 1 1,0 73-1,-5-108-80,-2 0 0,1-1 0,-2 1 0,0 0 0,0 0 0,-1-1 0,-1 1 0,-1-1 0,0 0 0,-1-1 0,0 1 0,-1-1 0,0 0 0,-1-1 0,-1 0 0,-15 17 0,11-16 0,0 0 0,0-2 0,-1 0 0,-1 0 0,-18 9 0,-81 35 0,-5 3 0,118-58-10,0 1 0,-1-1-1,1 1 1,0 0 0,-1 0 0,1 0-1,0-1 1,0 1 0,0 0 0,0 0-1,0 0 1,0 1 0,0-1 0,0 0 0,-1 2-1,3-2-59,-1-1-1,0 1 1,1-1-1,-1 0 0,0 1 1,1-1-1,-1 0 1,0 1-1,1-1 1,-1 0-1,1 1 1,-1-1-1,0 0 0,1 0 1,-1 0-1,1 1 1,-1-1-1,1 0 1,-1 0-1,1 0 0,-1 0 1,1 0-1,-1 0 1,1 0-1,-1 0 1,1 0-1,-1 0 0,1 0 1,7 0-1227,-1-1 1,1 0 0,-1 0-1,14-4 1,32-23-8661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9.0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4 7379,'0'0'25388,"0"-4"-25388,0 15-592,-4 1-3138,-2-3-2721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2:09.2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749 0 6435,'0'0'14567,"-142"142"-10470,60-62 1058,-1-1-2642,1-1-2513,5-3 0,8 0 0,-2 9-192,0-1-3602,-1-5-4193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57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98 912,'0'0'10805,"2"-3"-9001,1-1-1199,1 0 1,-1 1 0,1-1-1,0 1 1,0 0 0,0 0-1,0 0 1,0 1-1,1 0 1,-1-1 0,1 2-1,-1-1 1,8-2 0,-4 2-354,0 1 1,-1-1 0,1 1 0,0 0 0,0 1 0,0 0-1,-1 0 1,15 2 0,-20-1-221,0 0-1,0-1 0,0 1 1,0 0-1,0 0 1,0 0-1,0 1 0,-1-1 1,1 0-1,0 1 1,-1-1-1,1 1 0,-1-1 1,1 1-1,-1 0 1,0 0-1,0 0 0,0 0 1,0 0-1,0 0 1,0 0-1,0 0 0,-1 0 1,1 0-1,-1 0 1,1 4-1,1 6 218,-1 1-1,-1 0 1,-1 19-1,0-9 31,1-19-245,-1 0-1,1 0 1,-1 0 0,1 0-1,-1 0 1,-1-1-1,1 1 1,0 0 0,-1-1-1,0 1 1,0 0-1,0-1 1,-5 6 0,-1 1 164,-1-1 1,0-1-1,-12 9 1,21-17-198,0 0 0,0 0 1,0 0-1,0 0 0,0 0 1,0 1-1,0-1 0,0 0 1,-1 0-1,1 0 0,0 0 1,0 0-1,0 0 0,0 0 1,0 0-1,0 0 0,0 0 0,-1 0 1,1 0-1,0 0 0,0 0 1,0 0-1,0 0 0,0 0 1,0 0-1,0 0 0,-1 0 1,1 0-1,0 0 0,0 0 1,0 0-1,0 0 0,0 0 1,0 0-1,0 0 0,0 0 1,-1 0-1,1-1 0,0 1 1,0 0-1,0 0 0,0 0 1,0 0-1,0 0 0,0 0 1,0 0-1,0 0 0,0 0 1,0-1-1,0 1 0,0 0 1,0 0-1,0 0 0,0 0 0,0 0 1,0 0-1,0 0 0,0-1 1,0 1-1,0 0 0,0-13 104,6-14 24,0 12-194,2 0 0,0 1-1,1-1 1,0 2 0,1-1-1,0 2 1,1-1 0,1 1-1,13-11 1,-9 10-40,1 0 0,1 1 0,0 1 1,0 1-1,1 0 0,34-11 0,-47 18 94,0 1 1,0 0-1,1 1 0,-1-1 1,1 1-1,0 1 0,-1-1 1,1 1-1,0 0 0,-1 1 1,12 2-1,-17-2 35,1 0-1,-1 1 1,1-1-1,-1 1 1,0 0-1,0-1 1,1 1-1,-1 0 1,0 0 0,-1 0-1,1 0 1,0 0-1,0-1 1,-1 2-1,1-1 1,-1 0-1,0 0 1,0 0 0,0 0-1,0 3 1,-1 50 796,0-48-670,0 7 266,-2 0 0,0 0 1,-9 26-1,8-29-67,0 0 0,1 0-1,0 0 1,1 1 0,1-1 0,-1 1-1,2 16 1,0-25-317,1-1 0,0 1 0,0-1 0,0 1-1,0-1 1,1 1 0,-1-1 0,1 0 0,-1 0 0,1 0-1,0 0 1,0 0 0,0 0 0,0 0 0,0 0 0,2 1 0,0 0-262,0 0 0,0-1 0,1 1 1,-1-1-1,0 0 0,1 0 1,0-1-1,4 2 0,25 1-5954,-10-4-62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03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4274,'0'0'10013,"16"-3"-8680,53-13-81,-57 15-872,0 0 0,1 1 1,-1 0-1,0 1 0,0 0 0,1 1 1,-1 1-1,0 0 0,-1 0 0,1 1 1,-1 1-1,1 0 0,11 7 1,5 1 135,1 0-219,0 1 0,-1 2-1,0 1 1,-1 1 0,-1 2 0,29 28 0,-44-38-206,0 1-1,-1 1 1,0 0-1,-1 0 1,0 0-1,-1 1 1,-1 1-1,0-1 1,-1 1-1,0 1 1,-1-1 0,-1 1-1,0-1 1,-1 1-1,2 21 1,-5-33-65,-1 68 780,0-65-719,0 0 1,0 0 0,-1-1 0,0 1 0,0-1 0,0 1-1,0-1 1,-1 0 0,-6 9 0,-2 0 75,-1 0 0,-1-1 0,-1 0 1,1-1-1,-2 0 0,0-1 0,0-1 1,-1-1-1,0 0 0,-21 8 0,36-16-547,7-3-3658,21-10-1430,11-14-4113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04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603 30 13238,'0'0'12512,"-16"-5"-11562,-51-16-355,59 20-532,1 0-1,0 0 1,-1 1-1,1 0 1,-1 0 0,1 1-1,0-1 1,-1 2-1,1-1 1,0 1-1,0 0 1,0 1 0,0 0-1,0 0 1,1 0-1,-1 1 1,-11 8-1,5-4-3,1-1-7,1 0 1,0 1 0,1 0 0,-1 1 0,-12 14-1,19-19-47,0 1-1,1 0 0,-1 0 1,1 0-1,0 0 0,0 1 1,1 0-1,0-1 0,0 1 1,0 0-1,0 0 0,1 0 1,0 0-1,0 6 0,1 7-14,1 0-1,1-1 0,1 1 1,0-1-1,1 0 0,1 0 1,1 0-1,1-1 0,0 0 1,13 22-1,-10-19-35,-1 1 1,-1 0-1,10 37 1,-16-50 37,-1 0-1,0 0 1,-1 0 0,1 0 0,-2 0-1,0 9 1,0-13 9,1 0 1,-1-1-1,0 1 0,-1 0 1,1-1-1,0 1 0,-1-1 0,0 0 1,0 0-1,0 1 0,0-1 1,0 0-1,-6 4 0,-1 1 21,0-2 0,-1 0 0,0 0 0,0 0 0,0-1 0,-1-1 0,1 0-1,-12 3 1,-94 17 318,83-18-215,8-1-4,-30 3-5,68-9-503,0-2 0,-1 1 0,1-1-1,0-1 1,13-6 0,23-7-1286,-18 11 230,0 0 0,0 2 1,1 1-1,37 2 0,-69 14 1448,-5-5 252,0 0-1,0-1 0,0 1 1,-1-1-1,0 0 0,-1-1 1,1 0-1,-1 0 0,-11 8 1,-19 17 1197,30-23-1157,-1 0 0,1 0-1,0 1 1,1 0 0,-1 1-1,2-1 1,0 1 0,0 0-1,1 0 1,0 0 0,0 1 0,1 0-1,1-1 1,0 1 0,0 0-1,1 0 1,1 0 0,0 20-1,2-27-239,-1 1 0,1-1-1,-1 0 1,1 0 0,0 0-1,0 0 1,1-1-1,-1 1 1,1 0 0,0-1-1,0 0 1,0 0 0,1 0-1,-1 0 1,0 0-1,1-1 1,0 1 0,0-1-1,0 0 1,0 0-1,8 2 1,8 3 133,0 0-1,0-1 1,26 4-1,-21-7 13,-1-2 1,31 0-1,-29-2-126,-25 1-100,-1 0 0,1 0-1,-1-1 1,1 1 0,-1 0 0,0-1-1,1 1 1,-1-1 0,0 1 0,1 0 0,-1-1-1,0 1 1,0-1 0,1 1 0,-1-1-1,0 1 1,0-1 0,0 1 0,0-1 0,1 1-1,-1-1 1,0 1 0,0-1 0,0 0-1,0 1 1,0-1 0,0 1 0,-1-1-1,1 1 1,0-1 0,0 1 0,0-1 0,0 1-1,-1-1 1,1 1 0,0-1 0,0 1-1,-1 0 1,1-1 0,0 1 0,-1-1 0,1 1-1,0 0 1,-1-1 0,1 1 0,-1 0-1,1-1 1,-1 1 0,0 0 0,-6-2-1153,-1 1-1,0 1 1,1-1 0,-16 3 0,-2-2-2037,-13 0-305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05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2385,'0'0'10597,"0"-3"-8321,1-9-939,0 3 3018,-1 6-2054,3 1-2172,-1 0 0,1 0 0,0 0 0,0 0 0,1 1 0,-1-1 0,0 1 0,7-2 0,-5 1-36,19-6-69,0 1 0,1 1 0,0 1 0,41-3 0,104 4 221,-127 4-29,-42 0-216,0 0 0,0 0 0,-1 0-1,1 0 1,0 1 0,0-1 0,0 0-1,-1 0 1,1 0 0,0 0 0,-1 1 0,1-1-1,0 0 1,-1 1 0,1-1 0,0 1 0,-1-1-1,1 1 1,-1-1 0,1 1 0,0-1 0,-1 1-1,1-1 1,-1 1 0,0 0 0,1-1 0,-1 1-1,1 1 1,-1 0 3,1 0-1,-1 0 1,0 0 0,0 0-1,1 0 1,-2 0-1,1 0 1,0 0 0,0 1-1,-1 2 1,-2 3 39,1 0 1,-1 0-1,-1 0 1,-6 11-1,-4 3 47,1 1 0,1 0 0,1 1 0,1 0 0,0 1 0,3 0-1,0 1 1,1-1 0,1 1 0,2 0 0,-1 37 0,4-50-12,0 0-1,1 0 0,0 0 1,1 1-1,1-2 1,0 1-1,5 14 0,-6-22-77,1 1-1,0-2 0,0 1 0,0 0 0,0 0 0,1-1 0,0 0 0,0 0 0,0 0 1,0 0-1,1-1 0,0 1 0,-1-1 0,1 0 0,0-1 0,0 1 0,1-1 0,-1 0 1,7 2-1,-5-2-10,-1 0-1,1-1 1,0 0 0,0 0 0,0 0 0,0-1 0,1 0-1,-1 0 1,0-1 0,0 0 0,0 0 0,0-1 0,-1 1-1,1-2 1,0 1 0,7-4 0,-10 3-26,0 1 0,0-1-1,0 0 1,0 0 0,-1-1 0,1 1 0,-1-1-1,0 0 1,0 0 0,0 0 0,-1 0 0,1 0 0,-1 0-1,0-1 1,0 1 0,-1-1 0,1 0 0,-1 1-1,0-1 1,0 0 0,-1 0 0,1 0 0,-1-6-1,0 9 43,0 0 0,0 0 0,0-1-1,0 1 1,0 0 0,-1 0-1,1 0 1,-1 0 0,1 0-1,-1 0 1,0 0 0,0 0-1,0 0 1,0 1 0,0-1-1,0 0 1,0 0 0,-1 1-1,1-1 1,-2-1 0,1 2 18,-1 0 0,1 0 0,0 1 0,0-1 1,0 0-1,-1 1 0,1 0 0,0-1 0,0 1 0,-1 0 0,1 0 1,0 0-1,-1 1 0,1-1 0,0 0 0,0 1 0,-1 0 0,1-1 1,-4 3-1,2-1-1,0 0 1,0 1-1,1 0 0,-1-1 1,1 1-1,0 0 1,0 1-1,0-1 1,0 0-1,0 1 0,1 0 1,0-1-1,-1 1 1,1 0-1,1 0 1,-1 1-1,1-1 0,-1 0 1,1 0-1,0 5 1,-3 9 4,1 1 0,1-1 0,0 27 1,1-24-16,2 1 1,0-1-1,1 0 1,1 1-1,1-1 1,1-1 0,1 1-1,9 20 1,0-8 47,-9-24-23,-1 1 0,-1 0 0,0 0-1,0 0 1,-1 1 0,0-1 0,-1 1-1,2 13 1,-4-23 0,0 0-1,-1 0 1,1 0 0,0 0-1,-1 0 1,1 0 0,0 0-1,-1 0 1,1 0 0,-1 0-1,0 0 1,1 0-1,-1 0 1,0 0 0,1-1-1,-1 1 1,0 0 0,0 0-1,0-1 1,0 1 0,0-1-1,0 1 1,0-1-1,0 1 1,0-1 0,0 0-1,0 1 1,0-1 0,0 0-1,0 0 1,-2 1 0,-40 0 650,33-1-501,-66-1 969,-86 2 224,141 4-2742,9-1-1755,-2-2-4988,1-2-3226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49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1 923 5539,'0'0'7483,"18"-22"-5351,62-73-748,-73 85-1087,2 1 1,-1 0-1,1 0 0,0 0 0,1 1 1,0 1-1,1 0 0,-1 0 0,1 1 0,18-7 1,-22 9-212,2 0 57,-1 0-1,1 1 0,0 0 1,0 1-1,0-1 0,1 2 0,-1-1 1,14 1-1,-22 1-138,0 0 1,0 0-1,0 0 0,0 1 1,0-1-1,0 0 0,0 1 1,0-1-1,0 1 0,0-1 1,0 1-1,0 0 0,0-1 1,-1 1-1,1 0 0,0-1 1,-1 1-1,1 0 0,0 0 1,-1 0-1,1 0 0,-1 0 0,1-1 1,-1 1-1,1 0 0,-1 0 1,0 0-1,1 0 0,-1 0 1,0 1-1,0-1 0,0 2 1,1 44 128,-2-30-78,1-2-23,-1 0 0,0-1 0,0 0 0,-2 1 0,0-1 0,0 0 0,-8 16 0,9-24-36,-1 0-1,1 1 1,0-1 0,0 0 0,1 0-1,0 1 1,0-1 0,0 1 0,1 12-1,1-18-1,0 0 0,0 0 0,0-1 1,1 1-1,-1 0 0,0-1 0,0 1 0,0 0 0,0-1 0,1 0 0,-1 1 0,0-1 0,1 0 0,-1 1 0,0-1 0,0 0 0,1 0 1,-1 0-1,0 0 0,1-1 0,-1 1 0,0 0 0,3-1 0,4 1-4,5 0 10,12 0 17,-1 0 0,1-1 0,-1-2 0,38-8 1,19-15-306,-35 10-143,75-15 0,-119 31 429,0 0 0,1 0 0,-1 0 0,0 1 0,0-1 0,0 0 0,0 1 0,-1 0 0,1-1 0,0 1 0,0 0 0,0 0 0,0 0 0,-1 0 0,1 0 0,0 0 0,-1 1 0,1-1 0,-1 1 0,1-1 0,-1 1 0,2 2 0,15 13 120,-6-8-136,0-1 1,1-1 0,0 0-1,0-1 1,1-1-1,0 0 1,0 0-1,0-1 1,0-1 0,1-1-1,-1 0 1,1 0-1,-1-2 1,1 0-1,0 0 1,15-4 0,-26 2-6,1 1 0,-1-2 0,1 1 0,-1-1 0,0 1 0,0-1 1,0 0-1,0-1 0,0 1 0,-1-1 0,1 1 0,-1-1 0,0 0 0,0 0 1,0-1-1,-1 1 0,0-1 0,0 1 0,3-9 0,1-4 46,-1 1 1,0-1-1,-1 0 0,2-25 0,-3 15 215,-2-1 0,0 1 1,-4-31-1,2 50-137,0 0-1,-1-1 1,0 1 0,0 0 0,-1 0 0,0 0 0,0 1-1,-1-1 1,0 1 0,-1-1 0,1 1 0,-1 1 0,-1-1-1,-6-6 1,4 6-99,0 0 0,-1 1 0,0 0 0,0 0 0,0 1 0,0 0-1,-1 1 1,0 0 0,0 0 0,0 1 0,0 1 0,-1 0 0,1 0 0,-1 1 0,1 0-1,-21 1 1,30 0-1176,6 0-418,34-1 810,-1-3 0,1-1 0,-1-1 1,38-13-1,148-56 1073,-153 48-256,96-53 0,-132 61 100,-2-2 1,0-1-1,-2-1 1,47-46-1,-69 60 189,0-1-1,16-22 1,-23 28 44,1-1 0,-1 1 0,0-1 0,0 1 0,0-1 0,-1 0 0,0 0 0,0 1 0,0-1 0,0 0 0,-1-5-1,0 9-303,0 1-1,0 0 0,0-1 0,0 1 0,0 0 0,0 0 0,0-1 0,-1 1 0,1 0 0,0 0 0,0-1 1,0 1-1,0 0 0,-1 0 0,1-1 0,0 1 0,0 0 0,0 0 0,-1 0 0,1 0 0,0-1 1,0 1-1,-1 0 0,1 0 0,0 0 0,-1 0 0,1 0 0,0 0 0,0 0 0,-1 0 0,1 0 0,0 0 1,-1 0-1,1 0 0,0 0 0,-1 0 0,1 0 0,-1 0 0,-13 2 673,14-2-728,-9 4 199,1-1 1,-1 1-1,1 0 0,0 1 1,1 0-1,-1 0 1,1 1-1,0 0 1,0 0-1,-9 11 1,-5 7 365,-31 47 0,34-41-361,1 1 1,1 1-1,2 0 0,1 1 0,2 0 1,-14 65-1,17-51-254,2 0 0,2 0 0,2 1-1,7 76 1,-5-122 11,1 0 0,-1 0-1,1-1 1,-1 1 0,1 0 0,0 0-1,-1-1 1,1 1 0,0 0 0,0-1-1,0 1 1,0-1 0,1 1 0,-1-1-1,0 1 1,1-1 0,-1 0 0,1 0-1,-1 0 1,1 0 0,-1 0 0,1 0-1,0 0 1,0 0 0,-1-1-1,1 1 1,0-1 0,0 1 0,0-1-1,-1 0 1,4 0 0,3 1-70,-1-1-1,1 0 1,0 0-1,0-1 1,-1 0-1,14-4 1,1-4-184,1-1 0,-1-1 0,-1-1 0,0-1 0,30-25 0,-50 37 266,12-7-133,-1-2-1,0 1 0,0-1 1,-1-1-1,-1 0 0,0 0 1,0-1-1,13-23 0,-22 30 2682,-5 9-1789,-7 11-506,6-5-173,1 0 0,1 0 0,0 0-1,0 1 1,1-1 0,0 1 0,1 0 0,0-1 0,1 14-1,1-22-128,-1-1-1,0 1 0,0-1 0,0 1 0,1-1 1,-1 1-1,1 0 0,-1-1 0,1 1 1,-1-1-1,1 0 0,0 1 0,0-1 0,0 0 1,0 1-1,0-1 0,0 0 0,0 0 0,0 0 1,1 0-1,-1 0 0,0 0 0,1 0 0,-1 0 1,0-1-1,1 1 0,-1 0 0,1-1 0,-1 1 1,4 0-1,4 0-826,0 1 0,0-1 1,0-1-1,12 0 0,-11 0-163,35-3-4974,6-13-3914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50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17032,'0'0'11269,"-40"113"-11173,40-94-96,0-3-1008,14-9-1394,3-7-2512,6 0-3314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50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13206,'0'0'7363,"80"21"-12245,-39-17-1825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50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1 8820,'0'0'11990,"-146"142"-7877,110-77-79,13 4-2161,5-4-720,3-7-481,2-1-560,5-5-112,2-6 0,0-6 0,-3-7-480,3-10-577,6-4-671,0-7-610,0-8-1135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50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12502,'0'0'13254,"10"10"-12617,36 34-271,-40-41-361,0 1 1,0-1 0,0 0-1,0 0 1,1-1-1,-1 1 1,1-2-1,-1 1 1,1-1-1,0 0 1,0 0 0,-1-1-1,1 1 1,0-2-1,8 0 1,4 0-18,-10 2-78,0-2-1,-1 1 0,1-2 0,0 1 1,-1-1-1,1 0 0,-1-1 1,14-5-1,-18 6 17,0 0 0,-1-1 1,1 1-1,-1-1 0,1 0 0,-1 0 0,0 0 1,0 0-1,0-1 0,0 1 0,-1-1 1,1 0-1,-1 1 0,0-1 0,0 0 1,0 0-1,-1-1 0,1 1 0,0-4 1,-1 4 83,-1 0 0,1 0 0,-1 0 0,1 0 0,-1 0 1,0 0-1,-1 0 0,1 0 0,-2-6 0,2 9 21,-1 0 0,0-1 0,1 1 0,-1-1 0,0 1 0,1 0 0,-1 0 0,0-1 0,0 1-1,0 0 1,0 0 0,0 0 0,-1 0 0,1 0 0,0 0 0,0 0 0,-1 1 0,1-1 0,0 0 0,-1 1 0,1-1-1,-1 1 1,1-1 0,-1 1 0,1 0 0,-3 0 0,-13-2 295,0 1 0,0 1 1,0 0-1,0 1 0,0 1 0,-21 6 1,30-7-121,1 2 1,-1-1 0,1 1 0,-1 0-1,1 0 1,0 1 0,0 0 0,1 1-1,-1-1 1,1 1 0,0 0 0,0 1 0,1 0-1,-1-1 1,-6 12 0,9-13-121,1 0 1,0 0-1,0 0 1,0 0-1,1 1 1,0-1-1,-1 0 0,2 1 1,-1-1-1,0 1 1,1-1-1,0 1 1,0-1-1,0 1 1,0-1-1,1 1 0,0-1 1,0 1-1,3 7 1,-1-6-90,-1 0 1,1-1-1,1 1 1,-1-1-1,1 0 1,0 0-1,0 0 1,1-1-1,-1 1 1,1-1-1,0 0 1,0-1-1,7 5 1,0-3-273,0 0 1,1 0-1,0-1 1,0-1-1,0 0 1,0-1-1,0 0 0,0-1 1,1 0-1,-1-1 1,24-3-1,-30 2-457,0 0 0,1 0-1,-1-1 1,0 0 0,0 0 0,0-1 0,0 1-1,0-2 1,0 1 0,-1-1 0,0 0-1,7-5 1,29-28-8416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51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527 0 6995,'0'0'3666,"-127"57"128,49-3 768,-3 17-897,1 7-1616,13 9-176,13 3-432,25 6-321,18-2-319,11-8-625,23-9-176,25-16-80,13-15-897,14-15-1312,15-20-1168,6-11-2290,3 0 1185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52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335 1 3394,'0'0'12491,"0"0"-12411,0 0 1,0 0 0,0 0 0,0 0-1,0 1 1,0-1 0,0 0 0,0 0-1,0 0 1,0 0 0,0 1 0,0-1-1,0 0 1,0 0 0,0 0 0,0 0-1,0 0 1,0 1 0,0-1 0,0 0-1,-1 0 1,1 0 0,0 0 0,0 0-1,0 0 1,0 0 0,0 1 0,0-1-1,0 0 1,-1 0 0,1 0 0,0 0-1,0 0 1,0 0 0,0 0 0,0 0-1,0 0 1,-1 0 0,1 0 0,0 0-1,0 0 1,0 0 0,0 0 0,-1 0 0,1 0-1,0 0 1,0 0 0,0 0 0,0 0-1,0 0 1,-1 0 0,1 0 0,0 0-1,0 0 1,0 0 0,0 0 0,0 0-1,0 0 1,-1 0 0,1-1 0,0 1-1,0 0 1,0 0 0,0 0 0,0 0-1,0 0 1,1 44 876,3 0 0,1-1 0,20 79 0,54 121-871,-75-232-128,0-1-1,-1 1 1,-1-1 0,0 1 0,1 20 0,-2-28 37,-1 0 0,-1 1 1,1-1-1,0 0 0,-1 0 0,0 0 1,1 1-1,-1-1 0,-1 0 1,1 0-1,0 0 0,-1 0 1,1 0-1,-1-1 0,0 1 1,0 0-1,0-1 0,0 0 1,-1 1-1,1-1 0,0 0 1,-1 0-1,-3 2 0,-18 9 303,0 0-1,-1-2 1,-1-1-1,0 0 1,0-2-1,-1-2 1,0 0-1,0-1 1,-50 1-1,74-6-271,0-1 0,0 1-1,1-1 1,-1 1 0,0-1 0,1 0 0,-1 0 0,1 0-1,-1 0 1,1 0 0,-1-1 0,1 1 0,0-1-1,-1 0 1,1 1 0,0-1 0,0 0 0,0 0-1,1 0 1,-1-1 0,0 1 0,1 0 0,0-1-1,-3-4 1,-1-6-30,-1-1 0,2 0 0,-5-24 0,2 11-89,-14-70-2082,17 63-1864,2-1-4017,2 5-2106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52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13014,'0'0'19753,"-81"8"-19753,81 5 0,0-1 0,6 1 0,11-3-96,0-3-2833,4-7-2066,-5 0-3232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4:54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677 1 1473,'0'0'16455,"-2"6"-10869,-7 10-3763,-16-3-1215,1-2 0,-2 0 0,1-2 0,-1-1 0,-39 7-1,-24 8-332,-68 18-77,89-25-139,-92 33 1,220-46 82,-8-1-33,1 2 0,81 17 0,101 37-54,-146-34-27,-13-6 1078,90 8 0,-151-22-704,-30-1-340,-29 0-99,31 0-369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0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15 3794,'0'0'7659,"-1"-4"-6221,-6-6 1727,8 30 1781,1 18-2062,-11 25 54,6-39-5351,-1-1-6866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0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7892,'0'0'15223,"2"-8"-14471,2 8-736,-4 10-1057,4 3-1456,2-7-1376,7 5-4051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0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466 175 11589,'0'0'12203,"-5"-18"-10674,-19-57-347,22 70-1090,0 0 0,-1 0 0,0 0 1,0 0-1,-1 1 0,1-1 0,-1 1 0,0 0 1,0 0-1,0 1 0,-1-1 0,1 1 0,-1 0 1,0 0-1,0 0 0,0 1 0,0 0 0,0 0 1,-1 0-1,1 0 0,0 1 0,-1 0 0,1 0 1,-8 0-1,5 0-70,1 0 1,-1 0-1,0 1 0,1 0 1,-1 1-1,1-1 1,-14 4-1,17-3-19,-1 1-1,1 0 0,0 0 1,-1 0-1,1 0 1,0 1-1,0-1 1,1 1-1,-1 0 1,0 0-1,1 1 0,0-1 1,-4 5-1,-4 8 19,1 0-1,0 1 0,1 0 0,1 0 1,1 1-1,-10 36 0,-16 118 315,25-125-187,-11 72 276,-39 281 867,59-389-5716,3-22 722,8-36-3357,-8 33 3562,8-31-6632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1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 4802,'0'0'19673,"113"-28"-18456,-48 22-1009,6-2-208,0-1-304,-2-5-2129,-2-9-5187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1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513 1 9396,'0'0'7236,"-157"35"-2722,90 5-929,3 12-1424,-3 9-320,10 3-336,9 10-209,19-5-591,8 0-353,19-7-240,2-7-112,19-7-80,18-13-864,7-10-1041,0-12-1873,10-13-1297,-3-4-6402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2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383 1 4594,'0'0'14673,"0"9"-13621,14 346 3008,-11-331-4036,-1-13-31,0 0 0,-1 1 1,-1-1-1,0 1 1,-2 19-1,1-29 7,1 0 1,-1 1 0,0-1-1,0 0 1,0 0-1,0 0 1,0 0-1,0 0 1,-1 0 0,1 0-1,0 0 1,-1 0-1,0 0 1,1-1 0,-1 1-1,0-1 1,0 1-1,0-1 1,0 0-1,0 1 1,0-1 0,0 0-1,-1 0 1,1-1-1,0 1 1,-1 0-1,1-1 1,0 0 0,-1 1-1,1-1 1,0 0-1,-5-1 1,-2 1 56,0-1-1,0 0 1,1-1 0,-1 0 0,1 0-1,-1-1 1,1 0 0,-15-7 0,-3-5 649,-31-23 1,32 20-70,-11-5 82,20 13-876,0 0 0,1-1 0,0-1-1,-16-15 1,30 25-523,0 0 0,-1 0-1,1 0 1,0 0 0,0 0-1,0 0 1,0 0 0,0 0-1,0-1 1,0-2 0,0-13-6932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2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9604,'0'0'21402,"23"-57"-21114,-23 74-3137,0 2-961,0-2-3297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2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6611,'0'0'18590,"0"5"-16541,-1 13-925,-1 0 1,-8 29-1,5-24-203,-4 41 1,8 77-569,2-80-4623,-8-63-7223,-11-14-1545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2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12742,'0'0'12694,"119"15"-12310,-79-7-384,0 1-96,-5-5-1585,1-4-2561,0 0-7299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3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 9332,'0'0'17656,"-44"108"-15367,32-66-624,1 2-624,9-4-513,2-5-416,0-5-80,0-5-32,0-4-864,9 0-1185,3-11-2145,1-10-448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4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646 1 6451,'0'0'16095,"-2"0"-14401,-6 3-984,-1 0 0,0 1-1,1 0 1,-13 9 0,-9 3 111,-56 22 605,-107 30-1,-48 20-906,210-68-489,30-20-36,1 0 1,-1 0-1,1 1 1,-1-1-1,1 0 0,-1 1 1,1-1-1,0 1 1,-1-1-1,1 0 0,0 1 1,-1-1-1,1 1 1,0-1-1,-1 1 0,1-1 1,0 1-1,0-1 1,0 1-1,0 0 0,-1-1 1,1 1-1,0-1 1,0 1-1,0-1 0,0 1 1,0-1-1,0 1 1,1-1-1,-1 1 0,0 0 1,0-1-1,0 1 1,0-1-1,1 1 0,-1-1 1,0 1-1,0-1 1,1 1-1,-1-1 0,0 0 1,1 1-1,-1-1 1,1 1-1,-1-1 0,0 0 1,1 1-1,-1-1 1,1 0-1,-1 0 0,1 1 1,-1-1-1,1 0 1,-1 0-1,1 0 0,-1 1 1,1-1-1,0 0 1,-1 0-1,1 0 0,-1 0 1,2 0-1,15 3-7,1 0 0,1-1-1,-1-1 1,0 0 0,29-4-1,8 1-58,481 12 750,-535-10-225,-28 7-322,26-7-150,1 1-1,-1-1 1,0 0-1,0 1 1,0-1 0,0 1-1,1-1 1,-1 1-1,0-1 1,1 1 0,-1 0-1,0-1 1,1 1-1,-1 0 1,1 0 0,-1-1-1,1 1 1,-1 0-1,1 0 1,-1 0 0,1-1-1,0 1 1,0 0-1,-1 0 1,1 0 0,0 0-1,0 0 1,0 0-1,0 0 1,0 0-1,0 0 1,0 0 0,4 0-4700,7-1 2351,-9 0 1099,21 0-6895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45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17 416,'1'0'21703,"11"0"-20417,-7 0-878,0 0 0,-1 0 0,1 0 0,0 1 0,-1 0 0,1 0 0,-1 0 0,0 0 0,1 1 0,5 3 0,-7-3-292,0 0 0,-1 0 0,0 0 0,1 0 0,-1 1 0,0-1 0,0 1 0,0-1 0,-1 1 0,1 0 0,-1 0-1,1 0 1,-1 0 0,0 0 0,0 0 0,1 4 0,1 7 96,-1 1-1,0-1 0,0 0 0,-1 1 1,-1-1-1,-2 16 0,1-22-173,0 0 0,0 0-1,-1 0 1,0 0 0,-1 0-1,0 0 1,0-1 0,-1 1 0,1-1-1,-2 0 1,-8 13 0,-7-3 63,11-17-113,5-13-269,5 1 113,0 0 0,1-1 0,0 1 0,0 0 0,2 1 0,-1-1 0,1 0 1,1 1-1,0 0 0,1 0 0,0 1 0,1-1 0,0 1 0,0 1 0,11-12 0,-8 11 199,0 0 0,0 0 0,1 1 0,0 0-1,1 1 1,0 0 0,0 1 0,0 0 0,1 1 0,0 1-1,0 0 1,1 1 0,0 0 0,-1 1 0,1 0 0,0 1-1,15 0 1,-28 3 23,-1-1 0,1 1-1,-1-1 1,1 1 0,-1-1 0,0 1 0,1-1-1,-1 1 1,0-1 0,1 1 0,-1 0-1,0-1 1,0 1 0,1 0 0,-1-1 0,0 1-1,0 0 1,0-1 0,0 1 0,0 0-1,0-1 1,0 1 0,0 0 0,0 0 0,0 24 460,-1-20-279,1 20 66,-1-1-1,-1 0 0,-9 41 0,8-52-303,1 1 1,0-1-1,0 20 0,2-33-110,1 1 0,-1-1 0,0 1 0,0-1 0,0 1 0,0-1 0,1 0 0,-1 1 0,0-1 0,0 1 0,1-1-1,-1 1 1,0-1 0,1 0 0,-1 1 0,1-1 0,-1 0 0,0 0 0,1 1 0,-1-1 0,1 0 0,-1 0 0,1 1 0,-1-1-1,1 0 1,-1 0 0,0 0 0,1 0 0,-1 0 0,1 0 0,-1 0 0,1 0 0,-1 0 0,1 0 0,0 0 0,20-2-7374,5-9-8942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52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5747,'0'0'12595,"20"18"-11565,132 115 1424,-142-124-2202,0 0 1,-1 1-1,1 0 0,-2 1 1,0 0-1,0 0 0,-1 1 0,0-1 1,-1 2-1,9 24 0,-10-20-92,0 1 0,-2 0 0,0 0 0,-1 0 0,-1 0 0,0 0 0,-4 32 0,2-44-61,0 1 0,0-1 0,-1 0 0,0 1 0,-1-1 0,1 0 0,-1 0-1,0-1 1,-5 8 0,-41 46 1213,11-15-555,36-42-821,22-30-3485,34-19-5932,-20 20-1146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5:53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56 6627,'0'0'15460,"-15"-9"-13808,-49-26-348,58 33-1101,-1-1-1,1 1 0,-1 1 1,0-1-1,0 1 0,0 1 1,0-1-1,0 1 1,0 0-1,0 1 0,0-1 1,-7 3-1,8-2-106,3-1-72,-1 1 0,1 0 0,0 0 0,0 0 0,0 0 0,0 0 0,0 1 0,0-1-1,0 1 1,0 0 0,0 0 0,1 0 0,-1 0 0,1 0 0,-1 1 0,1-1 0,0 1 0,0-1 0,0 1 0,0 0 0,1 0 0,-1 0 0,1 0 0,-1 0-1,1 0 1,0 0 0,1 0 0,-1 1 0,0-1 0,1 0 0,0 1 0,0 3 0,-1 2-62,2 0 0,0 0 0,0 0 1,0 0-1,1 0 0,0 0 0,1-1 0,0 1 0,0-1 0,10 16 1,8 10-78,-5-10 41,16 33 1,-28-48 75,0-1 1,-1 1 0,0 0 0,-1 0-1,0 0 1,0 0 0,-1 0-1,0 11 1,-1-19 19,0 1 1,-1 0-1,1-1 0,-1 1 1,1-1-1,-1 1 0,0-1 1,0 1-1,0-1 0,0 1 0,0-1 1,0 0-1,0 1 0,0-1 1,0 0-1,-1 0 0,1 0 1,0 0-1,-1 0 0,1 0 1,-1 0-1,1-1 0,-2 2 0,-42 14 467,38-14-427,-5 2-245,0-1 0,0-1 0,-1 0 0,-20 1 0,228-15-9886,-193 36 10011,-4-17 240,0 0 0,0 0 1,-1 0-1,1-1 1,-2 1-1,1 0 1,-1-1-1,-8 11 1,-7 14 466,10-15-46,0 0 0,1 0 0,1 1 0,0 0 0,1 1 0,1-1 0,1 1 0,1 0 0,-3 37 0,6-54-535,0 1-1,0-1 1,1 1 0,-1-1 0,1 1 0,-1-1 0,1 1 0,0-1 0,-1 1 0,1-1 0,0 0-1,0 1 1,0-1 0,0 0 0,0 0 0,0 0 0,0 0 0,0 0 0,1 0 0,-1 0-1,0 0 1,1 0 0,-1 0 0,1-1 0,-1 1 0,0-1 0,1 1 0,-1-1 0,1 1-1,0-1 1,2 0 0,7 2 178,0-1 0,0 0-1,16-2 1,-15 1-13,23-5 274,-34 5-453,0 0 0,1-1 0,-1 1 0,0 0 0,0-1 0,0 1 0,0-1 0,0 1 0,0-1 0,0 1 0,0-1 0,0 0 0,0 0 0,-1 1 0,1-1 0,0 0 0,0 0 0,-1 0 0,1 0 0,0 0 0,-1 0 0,1 0 0,-1 0 0,1 0 0,-1 0 0,0 0 0,1-2 1,-23 4-4223,-17 21-5927,14-10-806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2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82 1505,'-1'0'13986,"-3"-6"-4732,31 3-8937,0-1 1,0-1 0,0-2-1,-1 0 1,29-13 0,-14 6-178,-27 8-70,-11 5 54,1-1 0,-1 1 0,1-1 1,0 1-1,0 0 0,7 0 950,-24 2-1021,10 0-50,0 1 0,0 0-1,0-1 1,0 1 0,0 0 0,0 1 0,0-1-1,1 0 1,-1 1 0,1-1 0,0 1-1,-1 0 1,1 0 0,1 0 0,-1 0-1,0 0 1,1 1 0,-1-1 0,1 0-1,-1 6 1,-2 4 26,1 1 0,0-1 0,-2 28 0,5-31-14,-2 7 3,2 0 0,0 0 0,0 0 0,2 1 0,3 16 1,-4-30-21,0 0 1,1 0 0,-1 0 0,1 0-1,0-1 1,-1 1 0,2 0 0,-1-1 0,0 0-1,1 1 1,-1-1 0,1 0 0,0 0-1,0 0 1,0-1 0,1 1 0,-1-1-1,1 0 1,-1 0 0,1 0 0,0 0-1,0-1 1,-1 1 0,1-1 0,0 0-1,7 1 1,50-1 209,-60-3-186,-1 1-1,1-1 0,0 0 0,-1 1 0,1-1 0,-1 0 0,1 0 0,-1 0 1,0 1-1,0-1 0,0 0 0,0 0 0,0 0 0,0 0 0,-1 1 0,1-1 1,0 0-1,-1 0 0,0 1 0,1-1 0,-1 0 0,0 1 0,0-1 0,-1-1 1,1 3-25,1-1 0,-1 1 1,0-1-1,0 1 1,0 0-1,0 0 0,0 0 1,0 0-1,0-1 1,0 1-1,0 0 0,0 1 1,0-1-1,0 0 1,0 0-1,0 0 0,0 1 1,0-1-1,0 0 1,1 1-1,-1-1 0,0 0 1,0 1-1,0 0 1,0-1-1,1 1 0,-1-1 1,0 1-1,1 0 1,-1-1-1,0 1 0,1 0 1,-1 0-1,1 0 1,-1 0-1,1-1 1,-1 1-1,1 0 0,0 0 1,0 0-1,-1 0 1,1 0-1,0 0 0,0 0 1,0 1-1,-1 8-109,0 1 0,0-1 0,3 18 0,-1-11-161,0 7 23,2 1-1,0-1 0,2 0 0,10 31 1,-8-32 256,-1 0 0,-1 1 1,-1 0-1,1 31 0,-6-53 27,1-1 1,0 1-1,-1-1 0,0 0 0,1 1 0,-1-1 0,0 0 0,0 1 0,0-1 0,0 0 0,0 0 1,0 0-1,0 0 0,0 0 0,-1 0 0,1 0 0,0 0 0,0 0 0,-1 0 0,1-1 0,-1 1 1,1-1-1,-1 1 0,1-1 0,-1 1 0,1-1 0,-1 0 0,-1 0 0,-58 7 1225,47-6-941,-155 8 2546,83-8-7404,117-1-1294,7 0-354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4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17 3153,'0'0'13089,"4"-3"-10698,-2 3-1950,0-1 1,0 0 0,-1 0 0,1 0 0,0 0 0,0 0 0,-1 0 0,1 0 0,-1 0 0,3-4 3662,-4 21-2634,0 354-258,0-358-1211,0 1 1,-1-1-1,0 0 0,-1 1 1,-6 20-1,7-30-2,0 1 1,-1-1-1,1 1 0,-1-1 0,0 0 0,0 0 0,-1 1 0,1-2 0,0 1 0,-1 0 0,0 0 0,0-1 0,0 1 1,0-1-1,0 0 0,0 0 0,0 0 0,-1-1 0,1 1 0,-1-1 0,1 0 0,-1 0 0,-4 1 0,-2 0 14,0 0-1,-1-1 1,1-1 0,0 0-1,-1 0 1,1-1-1,0 0 1,0-1-1,-1 0 1,1 0-1,0-1 1,1 0 0,-1-1-1,1-1 1,-1 1-1,-12-10 1,-6-4 43,13 9 35,1 0-1,0-1 0,0 0 0,1-1 1,1-1-1,-20-23 0,31 34-193,0 0 0,0 0-1,1 0 1,-1 0 0,1 0 0,-1 0 0,1 0-1,0 0 1,-1 0 0,1 0 0,0-1 0,0 1-1,0 0 1,0 0 0,0 0 0,0-1 0,0 1-1,0 0 1,0 0 0,0 0 0,1 0 0,-1-1-1,0 1 1,1 0 0,-1 0 0,1 0 0,0 0-1,-1 0 1,1 0 0,0 0 0,-1 0 0,1 0-1,1 0 1,3-4-1451,0 1 1,1 0-1,-1 1 0,13-7 0,-1 1-2997,22-20-8489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4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14983,'0'0'13126,"33"27"-13494,-22-8-1953,3-4-2113,9-9-4434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5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13990,'0'0'12902,"138"0"-12213,-79 0-81,-3 0-176,-6 0-304,-4 0-128,-12 0-64,-13 0-640,-13 0-1185,-39 0-17560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5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4738,'0'0'22250,"111"12"-21321,-57-12-897,2 0-32,1 0-2241,4 0-2657,3-10-4771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5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492 0 13750,'0'0'9263,"-4"25"-7713,1-4-1268,-3 24 917,-2 81-1,8-60-78,16 112 1,-10-138-949,-1 1 1,-1 56-1,-4-95-169,0 0-1,0 0 1,-1 0-1,1 0 1,0 0 0,-1 0-1,0 0 1,1 0-1,-1-1 1,0 1-1,0 0 1,0 0-1,0-1 1,0 1-1,0-1 1,0 1-1,-1-1 1,1 1-1,-1-1 1,1 0-1,-1 0 1,1 0-1,-1 0 1,0 0-1,1 0 1,-1 0-1,0 0 1,0-1-1,0 1 1,0 0 0,0-1-1,1 0 1,-3 1-1,-6 0 21,1-1-1,-1 0 1,1 0 0,-1-1-1,-15-3 1,12 0 48,0 1 1,0-2-1,1 0 0,0-1 1,0 0-1,0 0 0,1-1 1,0-1-1,0 0 1,1-1-1,0 0 0,1 0 1,0-1-1,-11-14 1,-6-13 240,1 0 1,-37-76 0,53 96-616,-1 2 1,-1-1-1,-15-17 1,0 1-2445,24 30 2199,1 0 1,0 0-1,-1 0 0,1 0 0,0-1 0,0 1 0,0 0 0,0 0 0,1-1 1,-1 1-1,1-1 0,-1 1 0,1-4 0,0-18-7042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5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13494,'0'0'19273,"29"-33"-19273,-27 33 0,0 0 0,3 16-1473,1 5-2529,13-12-1840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6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7379,'0'0'19548,"3"4"-17334,-1 2-1754,1 1 0,-1-1-1,0 1 1,0 0-1,-1 0 1,0-1-1,0 12 1,-2 60-645,0-33 319,1-6-526,0-13-6451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6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72 16119,'0'0'11029,"135"0"-9812,-72 0-833,6 0-384,4 0-16,3-6-1232,-3-9-1154,-2-4-2368,-4-12-4514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6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10517,'0'0'22138,"0"136"-22026,0-92-112,0 4 0,-4-6 0,-4-2 0,-1-7 0,-3-1 0,1-7 0,7-4 0,4-11-336,9-10-4402,26-2-2482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6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12886,'0'0'19881,"21"0"-19881,-21 10 0,0 7 0,-7 6 0,5-6-1857,2-7-3569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07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560 0 21770,'0'0'4306,"-133"103"928,68-47-3777,4 1-1457,-2 3 0,-10-3 0,-8-18-1713,-3-9-4129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2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3 4226,'0'0'22255,"1"-2"-19175,-1 10-2483,-25 119 1976,18-61-3002,0 74 0,6-121-1812,-2-10-1531,-12-6-15013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2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5859,'0'0'14678,"136"-20"-11268,-80 17-1489,3 3-609,-3 0-1055,-1 0-257,1 0-305,9 0-2192,0 0-3025,4-10-6260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3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0,'0'0'16930,"8"-3"-14064,24-12-190,-32 14-2621,0 1 0,0 0 0,1 0 0,-1-1 0,0 1 0,0 0 1,1 0-1,-1 0 0,0 0 0,1-1 0,-1 1 0,0 0 0,1 0 1,-1 0-1,0 0 0,1 0 0,-1 0 0,0 0 0,1 0 0,-1 0 0,0 0 1,1 0-1,-1 0 0,0 0 0,1 0 0,-1 0 0,0 0 0,1 1 1,-1-1-1,0 0 0,1 0 0,-1 0 0,0 0 0,1 1 0,-1-1 1,0 0-1,0 0 0,1 1 0,-1-1 0,0 0 0,0 0 0,0 1 1,1-1-1,-1 1 0,3 6 577,-1 0-1,0 0 1,0 0 0,0 1 0,-1-1 0,0 1 0,0 7-1,-2 62 1483,0-33-1617,1 119-413,-1 48-184,2-72-4145,1-85-405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4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9 11637,'0'0'21130,"38"-8"-21130,-38 20 0,0 3 0,-11 6 0,-5 2 0,-1 6-3041,4-2-4163,13-2-4545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4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0 3586,'0'0'10212,"-78"115"-6450,32-42 1056,-8 7-1424,-11-1-2114,-6 0-1104,-6-1-176,-7-1-1776,-12 17-3859,-4-2-5970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7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424 0 2193,'0'0'18432,"-9"19"-16713,-114 237 2010,-101 128-2067,161-275-3294,61-103 1822,-1 1-3310,25-39-18772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7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421 0 10645,'0'0'7715,"-107"176"-5105,61-90-1042,-2 6-143,2 6 96,6-6-545,5-11-496,1-7-400,9-18-80,9-8-400,3-8-1217,5-5-1440,6 5-1745,2-7-3282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8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20 10725,'0'0'14716,"-4"-4"-12910,1 2-1662,1 0 0,-1 0 1,0 1-1,0-1 0,1 1 0,-1 0 0,0 0 0,0 0 0,0 0 0,-1 0 1,1 1-1,0-1 0,0 1 0,-6 0 0,2 1 37,-1-1 0,1 2 0,-1-1 0,1 1 1,-1 0-1,-7 4 0,2 0 28,-1 0 0,2 1 0,-1 1 0,1 0 0,0 0 0,-18 18 0,27-23-200,0 1 0,0 0 0,0-1-1,0 1 1,1 1 0,0-1 0,0 0 0,0 1 0,0-1-1,0 1 1,1-1 0,0 1 0,0 0 0,0 0 0,1-1-1,0 1 1,0 0 0,0 0 0,0 0 0,1-1 0,-1 1-1,1 0 1,1 0 0,-1-1 0,3 8 0,3 4-53,1-1 0,0 1 0,1-1-1,1-1 1,18 22 0,-14-18-62,46 60-532,-54-70 499,-1 1 1,0 0-1,0 0 0,-1 1 0,0-1 1,-1 1-1,3 14 0,-5-22 129,-1-1 0,0 1 1,1 0-1,-1 0 0,0 0 0,0 0 0,0 0 0,0 0 0,0 0 0,0 0 1,-1 0-1,1 0 0,-1-1 0,1 1 0,-1 0 0,0 0 0,0 0 0,1-1 1,-1 1-1,0 0 0,-1-1 0,1 1 0,0-1 0,0 1 0,-1-1 1,1 0-1,-1 0 0,1 1 0,-1-1 0,1 0 0,-1 0 0,0 0 0,0-1 1,1 1-1,-3 0 0,-6 2 47,0-2-1,0 1 1,0-2 0,0 1 0,-18-2-1,5 0-24,6 1 38,-1 0 0,1-2-1,0 0 1,-25-6-1,39 8-43,-1-1-1,1 0 1,-1 0-1,1 0 1,0-1-1,0 1 0,0-1 1,0 0-1,0 0 1,0 0-1,0 0 1,0 0-1,1-1 0,-1 1 1,1-1-1,0 0 1,0 0-1,0 1 1,0-1-1,0-1 1,0 1-1,1 0 0,0 0 1,-1-1-1,1 1 1,1 0-1,-1-1 1,0-6-1,1 6-16,0 0 1,1-1-1,-1 1 1,1 0-1,0 0 1,1 0-1,-1 0 1,1 0-1,-1 1 1,1-1-1,0 0 1,1 1-1,-1-1 1,0 1-1,1 0 1,0 0-1,0 0 1,3-3-1,9-6-137,0 1 0,30-17-1,-31 20 31,168-90-2831,9 11-3538,-67 31-154,-29 10 134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8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1 9620,'0'0'9754,"-20"0"-5288,-66 3-789,79-2-3306,0 0 0,0 1 0,1 0 0,-1 0 0,0 1 0,1-1 0,0 1 1,0 1-1,0-1 0,0 1 0,-7 6 0,1 1-172,1 0 1,1 0-1,-11 15 0,16-19-199,1-1 0,0 1 0,0 0 0,1 0 0,0 0 0,0 0 0,1 1 0,0-1 0,0 1 0,1-1 0,0 1 0,0 0 0,1 0 0,0-1 0,1 12 0,-1-17 0,1 0 0,-1 0 0,1 0 0,0 0 0,-1 0 0,1 0 0,0-1 0,0 1 0,1 0 0,-1-1 0,0 1 0,0 0 0,1-1 0,-1 0 0,1 1 0,-1-1 0,1 0 0,0 0 0,-1 1 0,1-1 0,0-1 0,0 1 0,0 0 0,0 0 0,0-1 0,0 1 0,0-1 0,0 1 0,3-1 0,10 2 0,-1-1 0,1 0 0,15-1 0,-16 0 0,-5 0 0,0-1 0,0 1 0,0-2 0,-1 1 0,1-1 0,-1 0 0,17-7 0,-22 8 0,0-1 0,0 1 0,0-1 0,0 0 0,-1 0 0,1 0 0,0-1 0,-1 1 0,0 0 0,1-1 0,-1 0 0,0 0 0,0 1 0,-1-1 0,1 0 0,-1 0 0,1-1 0,-1 1 0,0 0 0,0 0 0,0-1 0,-1 1 0,1-5 0,0 3 0,-1 1 0,0-1 0,0 1 0,-1 0 0,1-1 0,-1 1 0,0 0 0,0-1 0,0 1 0,-1 0 0,1 0 0,-1 0 0,0 0 0,-1 0 0,1 0 0,0 1 0,-5-5 0,0 1 0,0 1 0,0 0 0,0 1 0,-1 0 0,0 0 0,0 0 0,-11-4 0,15 7 0,0 1 0,-1-1 0,1 0 0,-1 1 0,0 0 0,1 0 0,-1 1 0,0-1 0,-7 1 0,12 0-11,0 0 0,0 0 0,0 0 0,-1 0 1,1 0-1,0 0 0,0 0 0,0 0 0,-1 0 0,1 0 0,0 0 0,0 0 0,0 1 1,0-1-1,-1 0 0,1 0 0,0 0 0,0 0 0,0 0 0,0 0 0,0 1 1,0-1-1,-1 0 0,1 0 0,0 0 0,0 0 0,0 1 0,0-1 0,0 0 0,0 0 1,0 0-1,0 0 0,0 1 0,0-1 0,0 0 0,0 0 0,0 0 0,0 1 0,0-1 1,0 0-1,0 0 0,0 0 0,0 1 0,0-1 0,0 0 0,0 0 0,0 0 0,0 0 1,0 1-1,0-1 0,1 0 0,-1 0 0,0 0 0,0 0 0,0 0 0,0 1 0,0-1 1,0 0-1,1 0 0,-1 0 0,0 0 0,0 0 0,0 0 0,0 0 0,1 0 1,-1 1-1,0-1 0,1 0 0,14 11-2138,24-1-2952,15-5-3241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8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1 10053,'0'0'21994,"-3"16"-21349,-12 41-604,-42 104 0,-45 68-54,81-182 19,12-26-6,-17 38 0,-3-2 0,-47 72 0,71-119-601,-13 15 1095,8-18-5486,-2-11-7589,2-10 663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9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9428,'0'0'5059,"25"-6"143,-8 1-4276,26-6 1274,1 2 0,54-4 0,111 6 1564,-40 1-1976,-184 8-1788,-1 1 0,1 0 0,0 1 0,-17 8 0,23-9 0,0 1 0,1 0 0,0 1 0,0 0 0,0 0 0,0 1 0,1 0 0,-10 10 0,15-13 0,-1-1 0,1 1 0,0-1 0,1 1 0,-1 0 0,0 0 0,1-1 0,0 1 0,-1 0 0,1 1 0,0-1 0,1 0 0,-1 0 0,0 0 0,1 0 0,0 1 0,0-1 0,0 0 0,1 5 0,0-4 0,0 0 0,0 0 0,1-1 0,0 1 0,0 0 0,0-1 0,0 1 0,0-1 0,1 0 0,-1 0 0,1 0 0,0 0 0,5 4 0,1-1 0,-1 0 0,1-1 0,0 0 0,0 0 0,0-1 0,1 0 0,-1-1 0,1 0 0,0-1 0,0 1 0,15 0 0,-21-3-2,0 0-1,0 0 1,0 0-1,0 0 1,0-1 0,0 0-1,0 0 1,0 0 0,0 0-1,0 0 1,0-1-1,-1 0 1,1 0 0,-1 0-1,1 0 1,-1 0 0,6-6-1,-4 2 7,-1 1 0,-1 0 0,1-1 0,-1 0 0,0 0 0,0 0-1,-1 0 1,0-1 0,0 1 0,2-10 0,5-47-4,-8 57 0,-1 0 0,0-1 0,0 1 0,-1 0 0,1 0 0,-1 0 0,-1 0 0,-1-7 0,2 12 5,1 0-1,-1 0 1,0 0-1,1 0 1,-1 0-1,0 0 1,0 0-1,0 0 1,0 0-1,0 1 1,0-1 0,0 0-1,0 1 1,-2-2-1,-6 0-7297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9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11957,'0'0'14967,"11"8"-13083,-6-5-1698,-2-2-66,1 1-1,-1 0 0,0 1 0,0-1 0,0 0 0,0 1 1,0 0-1,-1 0 0,1 0 0,-1 0 0,0 0 0,0 0 1,0 0-1,0 1 0,0-1 0,-1 1 0,0-1 1,1 1-1,-1 0 0,-1 0 0,1-1 0,0 1 0,-1 4 1,-7 127 766,4-110-860,3-23-26,0 0 0,0 0 0,0 0 0,0 0 0,0 0 0,0 0 0,1 0 0,-1 0 0,1 0 0,1 4 0,-2-6 0,0 1 0,1-1 0,-1 1 0,0-1 0,1 1 0,-1-1 0,1 1 0,-1-1 0,1 1 0,-1-1 0,1 0 0,-1 1 0,1-1 0,-1 0 0,1 1 0,-1-1 0,1 0 0,0 0 0,-1 0 0,1 1 0,-1-1 0,1 0 0,1 0 0,1-1 0,0 1 0,1-1 0,-1 0 0,0 0 0,0-1 0,1 1 0,-1 0 0,0-1 0,-1 0 0,1 0 0,0 0 0,2-2 0,34-27 0,-18 12 0,1 2 0,0 1 0,1 1 0,1 0 0,1 2 0,28-11 0,-53 24 0,0 0 0,0 0 0,0 0 0,0 0 0,0 0 0,0 0 0,0 0 0,0 0 0,0-1 0,0 1 0,1 0 0,-1 0 0,0 0 0,0 0 0,0 0 0,0 0 0,0 0 0,0 1 0,0-1 0,0 0 0,0 0 0,1 0 0,-1 0 0,0 0 0,0 0 0,0 0 0,0 0 0,0 0 0,0 0 0,0 0 0,0 0 0,0 0 0,0 0 0,0 0 0,0 0 0,0 0 0,0 0 0,1 1 0,-1-1 0,0 0 0,0 0 0,0 0 0,0 0 0,0 0 0,0 0 0,0 0 0,0 0 0,0 0 0,0 0 0,0 1 0,0-1 0,0 0 0,0 0 0,0 0 0,0 0 0,0 0 0,0 0 0,0 0 0,0 0 0,0 0 0,-1 1 0,1-1 0,0 0 0,0 0 0,0 0 0,0 0 0,0 0 0,0 0 0,-3 7 0,3-7 0,-7 9 0,2 0 0,-1 1 0,1 0 0,1 0 0,0 0 0,0 0 0,1 1 0,0 0 0,1-1 0,0 1 0,0 13 0,2-18 5,0 0 0,0 0 0,0-1 0,1 1 0,0 0 0,0 0 0,1-1 0,-1 1 0,5 9 0,-4-12-38,0-1 1,1 1-1,-1 0 1,0-1 0,1 1-1,0-1 1,-1 0 0,1 0-1,0 0 1,0 0-1,0-1 1,0 1 0,1-1-1,-1 0 1,0 0 0,0 0-1,1 0 1,3 0-1,23 3-3378,2-3-3961,-1-1-4169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0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74 14134,'0'0'11568,"19"2"-9180,153 33 192,-166-33-2571,1 0-39,1 1 0,-1-1 0,1-1 0,-1 1 0,1-1 0,0-1 0,-1 1 0,1-1 0,12-2 0,-19 1-15,-1 1 0,1-1 0,0 1 0,-1-1 0,1 0 1,0 0-1,-1 1 0,1-1 0,-1 0 0,1 0 0,-1 0 0,0 0 0,1 1 0,-1-1 0,0 0 0,1 0 0,-1 0 0,0 0 0,0 0 0,0 0 0,0 0 0,0 0 0,0 0 0,0-1 0,-4-25-501,1 22 551,1 1 0,0-1-1,-1 1 1,0 0 0,0 0 0,0 1 0,-1-1-1,1 1 1,-1-1 0,0 1 0,0 0-1,0 0 1,0 1 0,0-1 0,-1 1 0,1 0-1,-8-2 1,5 1 229,1 1 0,-1 0 0,1 1 1,-1 0-1,0 0 0,0 0 0,1 1 0,-1 0 0,0 0 0,0 0 0,0 1 0,-9 2 1,14-1-195,-1-1 0,1 1 0,0-1 0,-1 1 1,1 0-1,0 0 0,0 0 0,0 0 0,0 0 1,1 1-1,-1-1 0,0 1 0,1-1 0,0 1 1,0-1-1,-1 1 0,1 0 0,1 0 0,-1-1 1,0 1-1,1 0 0,0 0 0,-1 0 1,1 4-1,0 7-59,-1 1-1,2 0 1,2 20 0,-2-28-109,1 0 0,0 0 0,0 0-1,0 0 1,1 0 0,0 0 0,0 0 0,1-1 0,0 0 0,0 1-1,1-1 1,-1-1 0,1 1 0,0-1 0,1 0 0,-1 0 0,1 0-1,8 4 1,-7-5-851,1 0 1,-1 0-1,1-1 0,8 2 0,-8-2-1134,1-1 0,-1-1 0,17 2 0,36-2-11223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0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391 1 1008,'0'0'22539,"-104"31"-17481,64 9-896,4 4-4162,5 0 0,4-4 0,2-3 0,0-8 0,2-3 0,-2-8 0,4-5 0,6-9 0,5-4-4210,3-6-2641,5-26-5187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0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11669,'0'0'12630,"108"33"-11525,-64-14-1105,6-2-945,3-11-4081,3-6-5475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0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0 16696,'0'0'9545,"-16"22"-5113,-9 9-3428,-77 107 86,83-109-1090,1 1 0,2 1 0,-19 47 0,27-56 0,1 0 0,2 0 0,0 1 0,1 0 0,1 0 0,1 27 0,2-46 0,0-1 0,0 1 0,0-1 0,1 0 0,-1 1 0,1-1 0,0 0 0,0 0 0,0 1 0,0-1 0,1 0 0,-1 0 0,1 0 0,0-1 0,0 1 0,0 0 0,4 4 0,-2-4 0,0 0 0,0-1 0,0 1 0,1-1 0,-1 0 0,1 0 0,0 0 0,-1 0 0,1-1 0,0 0 0,7 1 0,2 0-464,1 0-1,-1-2 1,23-1 0,-32 1-245,0-1 1,1 0-1,-1 0 0,0 0 1,0-1-1,0 0 1,8-4-1,-7 2-856,-1 0 0,0 0 0,0-1 0,7-7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0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1345,'0'0'12005,"148"38"-10836,-62-23-1169,8-9-3298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1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1 2961,'0'0'14506,"1"7"-11454,0-1-2564,-1-1 0,0 1 0,0 0-1,0-1 1,-1 1 0,1 0 0,-1-1 0,-1 1 0,1-1 0,-4 8 0,-30 59 2821,24-49-2432,-111 187 1974,65-116-2929,-67 151 0,122-240-88,-14 40 379,16-44-439,0 1 0,-1-1-1,1 1 1,0-1 0,0 1 0,-1 0 0,1-1 0,0 1 0,1-1 0,-1 1 0,0-1-1,0 1 1,1-1 0,-1 1 0,1-1 0,-1 1 0,1-1 0,0 1 0,-1-1 0,1 0 0,0 1-1,0-1 1,0 0 0,0 0 0,2 2 0,0-1-646,0-1 0,1 0 0,-1 0 0,0 0 0,0 0 0,1 0 0,6 0-1,40 0-9977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1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9 153 9524,'0'0'14700,"20"-1"-11239,2-1-2721,112-1 1756,9 7-1584,-141-4-913,0 0-1,-1 0 1,1 0-1,-1 0 1,1 0 0,-1-1-1,1 1 1,0 0-1,-1-1 1,1 1-1,-1-1 1,1 0-1,-1 1 1,0-1 0,3-2-1,-3 2-9,-1 1-1,1-1 1,-1 0-1,1 0 1,-1 0-1,0 0 0,0 0 1,1 0-1,-1 0 1,0 0-1,0 0 1,0 0-1,0 0 1,0 0-1,0 0 1,0 0-1,-1 0 1,1 0-1,0 0 1,0 0-1,-1 0 1,1 0-1,-1 0 0,1 0 1,-2-1-1,0-3-57,-1 1 0,0 0 0,0-1 0,-1 2 0,1-1 0,-1 0 0,0 1 0,0-1-1,0 1 1,0 0 0,-1 1 0,-5-4 0,-60-24-335,65 28 380,-13-5 73,0 1-1,0 0 0,0 1 1,-1 1-1,0 1 0,0 1 1,0 1-1,-34 1 0,52 0-6,0 0 1,0 1-1,0-1 0,0 0 0,0 1 0,0-1 0,0 0 0,0 1 1,0-1-1,0 1 0,1 0 0,-1-1 0,0 1 0,0 0 0,1-1 1,-1 1-1,0 0 0,1 0 0,-1-1 0,1 1 0,-1 0 0,0 2 1,-4 27 379,5-24-403,1 1 1,-1-1-1,1 1 1,1-1-1,-1 0 1,1 0-1,4 9 1,1-3-55,1 0 1,0-1 0,1 0 0,1 0-1,-1-1 1,2-1 0,-1 0-1,1 0 1,14 8 0,-8-6-742,1-1 0,1 0 0,-1-2-1,1 0 1,35 9 0,-29-12-2419,1-1 1,0-2-1,35 0 0,-1-2-7607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2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90 9893,'0'0'20046,"7"4"-18464,12 10-1333,0 1 0,-2 1 1,0 0-1,25 32 0,-41-47-249,0 0 0,0 0 0,0 1 0,0-1 0,0 0 0,0 0 0,0 0 0,1 0 0,-1 0 0,0-1 0,0 1 0,1 0 0,-1 0 0,1-1 0,-1 1 0,3 0 0,-3-1 0,0 0 0,0 0 0,-1-1 0,1 1 0,0 0 0,0 0 0,-1-1 0,1 1 0,0 0 0,-1-1 0,1 1 0,0-1 0,-1 1 0,1-1 0,-1 1 0,1-1 0,-1 1 0,1-1 0,-1 0 0,1 1 0,-1-1 0,1 0 0,-1 0 0,4-8 0,-1 1 0,-1 0 0,1-1 0,1-15 0,-1 6 0,6-23 0,-7 27 0,1-1 0,0 1 0,1 1 0,6-15 0,-9 27-159,0 0-1,0 1 1,0-1-1,1 0 1,-1 1-1,0-1 1,0 1 0,0-1-1,0 1 1,0 0-1,1 0 1,-1-1 0,0 1-1,0 0 1,1 0-1,-1 0 1,0 0-1,2 1 1,24 1-8020,-7 3-142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2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0 106 3185,'0'0'23304,"21"-4"-21903,67-14-456,-80 16-867,-1 0 1,1 0 0,-1 0-1,0-1 1,0 0 0,12-7 0,-18 9-74,1-1 1,0 1 0,-1 0 0,1-1 0,-1 1 0,0-1 0,1 1 0,-1-1-1,0 0 1,0 0 0,0 1 0,0-1 0,-1 0 0,1 0 0,0 0 0,-1 0-1,1 0 1,-1 0 0,0 0 0,0 0 0,0-3 0,0 5-9,0-1 1,0 0-1,0 1 1,0-1-1,0 0 1,0 1-1,0-1 0,-1 0 1,1 1-1,0-1 1,-1 0-1,1 1 1,0-1-1,-1 1 1,1-1-1,-1 1 1,1-1-1,-1 1 0,1-1 1,-1 1-1,1-1 1,-1 1-1,1 0 1,-1-1-1,0 1 1,1 0-1,-1-1 1,0 1-1,0 0 0,-22-3-16,18 3 21,-98-1 631,101 1-581,-1 1-1,1-1 1,0 1 0,0-1-1,0 1 1,0 0 0,1 0 0,-1 0-1,0 0 1,0 0 0,0 0 0,1 0-1,-1 1 1,0-1 0,1 0 0,0 1-1,-1-1 1,1 1 0,0 0 0,-1 0-1,1-1 1,0 1 0,1 0 0,-1 0-1,0 0 1,0 0 0,1 0 0,-1 0-1,1 0 1,0 0 0,-1 0 0,1 0-1,0 0 1,0 3 0,0 2-7,0 0 0,0 0 0,1 0 0,0 0 0,0 0 1,1 0-1,-1 0 0,2 0 0,2 6 0,-2-6-121,1 0 0,0-1-1,1 0 1,-1 0 0,1-1-1,0 1 1,1-1 0,-1 0 0,1 0-1,0-1 1,0 1 0,1-1-1,-1-1 1,1 1 0,7 2 0,-4-3-921,0 0 0,1 0 1,-1-1-1,1 0 1,0-1-1,-1 0 0,1 0 1,0-2-1,21-2 1,18-9-6880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42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 0 13510,'0'0'19257,"-148"145"-19257,108-68 0,11 9 0,8 4 0,15-1 0,1-1 0,5-6 0,0-13 0,11-13 0,10-18 0,-2-15 0,10-13 0,4-10-2097,7-6-2993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28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0 3506,'-1'0'20809,"-7"10"-20230,3 9-405,0 0-1,2 0 1,0 0 0,0 22 0,3 85 199,1-61-369,1 94 22,-1 73 73,-1-228-84,0 1 0,0-1 0,-1 1 0,1-1-1,-1 1 1,0-1 0,-1 0 0,1 0 0,-1 1-1,0-1 1,0 0 0,-3 3 0,4-4 35,-1-1 0,0 0 0,0 0 0,-1-1 0,1 1 0,0 0 0,0-1 0,-1 1 0,1-1 0,-1 0 0,0 0 0,1 0 0,-1 0 0,0 0 0,1 0 0,-1-1 0,0 0 0,0 1 1,0-1-1,-3 0 0,-1 0-19,0 0 0,0 0 0,0-1 1,0 0-1,0 0 0,0-1 1,0 0-1,0 0 0,1 0 0,-1-1 1,1 0-1,0 0 0,-1-1 0,1 0 1,1 0-1,-1 0 0,-6-7 1,-18-19 377,-43-60 0,14 17 301,55 68-1085,-1 0 412,1-1 0,-1 1 0,1-1 0,0 0 0,-4-8 0,3-3-3968,4-2-5260,1 1-3180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28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14871,'0'0'11221,"65"23"-11365,-50-6-1169,-1-1-1328,-3 3-2417,5-4-4499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28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5587,'0'0'13891,"24"0"-12530,4 0-992,1 0 120,1-1 0,55-10-1,163-20 846,-238 30 19,2 1-7849,-23 2-1900,-12 3 2873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29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 4834,'0'0'17224,"123"0"-15319,-85 0-416,-7-2-721,-2-3-624,-3 1-144,1 0-32,0-2-992,2-1-817,7-3-3986,6-5-3617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0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0 122 320,'0'0'18075,"21"-14"-16605,69-44-325,-80 52-875,0 1 1,0 0 0,1 0-1,-1 1 1,1 0-1,0 1 1,0 1 0,22-3-1,-7 1 85,-7 1-132,0 1 0,1 0 0,36 3-1,-55-1-220,0 0-1,0 0 0,0 1 0,0-1 0,0 0 1,0 0-1,0 1 0,-1-1 0,1 0 1,0 1-1,0-1 0,0 1 0,-1-1 1,1 1-1,0 0 0,0-1 0,-1 1 1,1 0-1,-1-1 0,1 1 0,0 0 1,-1 0-1,0 0 0,2 1 0,-2 0 5,1 1 0,0-1-1,-1 1 1,0-1-1,0 1 1,1-1 0,-1 1-1,-1-1 1,1 5 0,-1-1 8,-1 1 1,1-1-1,-1 1 0,-1-1 1,1 0-1,-1 0 1,-4 7-1,-9 7 5,-1-1 0,-1-1 0,-1 0 0,0-2 0,-39 27 0,32-25-4,1 0 1,1 2 0,-29 32-1,53-52-14,-2 2 6,0-1-1,0 1 1,0 0 0,1 0 0,-1 0 0,1 0 0,-1 0-1,1 1 1,0-1 0,0 0 0,0 1 0,0-1 0,0 1-1,0-1 1,1 1 0,-1-1 0,1 1 0,0-1 0,0 1-1,0 2 1,1-4 14,0 0-1,0-1 0,0 1 1,0 0-1,0-1 1,0 1-1,0-1 1,0 1-1,0-1 0,1 0 1,-1 1-1,0-1 1,0 0-1,0 0 1,0 0-1,1 0 0,-1 0 1,0 0-1,0 0 1,2-1-1,3 1 87,6 1 91,71 2 399,92-9 1,-154 3-2078,42-11 1,-9-5-10046,-28 5 1363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1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0 2577,'0'0'18051,"-17"21"-15180,-103 128 1205,34-23-1077,23-30-2948,61-93-560,-9 12-209,3-11-3212,1-5-5784,3-4 1003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1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3730,'0'0'24347,"130"75"-23291,-109-52-736,2 0-255,-4 0-65,-1-2-113,-3 0-767,-2-7-1041,-5 1-1200,-6-7-689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1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6995,'0'0'13686,"115"-37"-11733,-75 30-1232,-2 1-465,-1 2-256,3 2-32,0 0-801,2 2-2064,1-2-3426,8-3-7203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1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5426,'0'0'18425,"21"-14"-17673,9-8-577,81-51 157,9 11-273,-117 61-11,-6 2 80,-1 0-59,0 0 1,0 1-1,1 0 1,-1 0-1,0 0 0,1 0 1,-1 0-1,1 1 1,0 0-1,0 0 1,0 0-1,0 0 0,-4 6 1,2-3 193,0 1 0,0 0-1,1 0 1,0 0 0,1 0 0,-5 14 0,6-13-190,0 1 1,0-1-1,1 1 1,1 0-1,-1 0 1,2 0-1,-1-1 1,1 1-1,0 0 1,3 10-1,-3-16-205,0 1-1,0-1 0,0 0 1,1 0-1,-1 0 1,1 0-1,0 0 1,0 0-1,0-1 0,0 1 1,0 0-1,1-1 1,-1 0-1,1 1 1,-1-1-1,1 0 1,0 0-1,0-1 0,0 1 1,0-1-1,0 1 1,0-1-1,1 0 1,-1 0-1,0 0 1,0-1-1,1 1 0,4-1 1,0 1-725,-3-1-70,-1 1-1,0-1 0,0 0 0,1-1 1,-1 1-1,0-1 0,9-2 0,14-14-7366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31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10501,'0'0'19849,"-34"40"-19833,49-21-16,-1-1-688,3 1-1521,2 0-2065,8-7-5283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53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3 203 4402,'0'0'15239,"0"0"-15175,0 0 0,0 0 0,0 0-1,0 0 1,0 0 0,0-1 0,-1 1 0,1 0 0,0 0 0,0 0 0,0 0 0,0 0-1,0 0 1,0 0 0,0 0 0,-1-1 0,1 1 0,0 0 0,0 0 0,0 0-1,0 0 1,0 0 0,0-1 0,0 1 0,0 0 0,0 0 0,0 0 0,0 0-1,0 0 1,0-1 0,0 1 0,0 0 0,0 0 0,0 0 0,0 0 0,0 0-1,0-1 1,0 1 0,0 0 0,0 0 0,0 0 0,0 0 0,1 0 0,-1-1-1,0 1 1,0 0 0,0 0 0,0 0 0,0 0 0,0 0 0,0 0 0,1 0-1,-1 0 1,0 0 0,0-1 0,0 1 0,0 0 0,0 0 0,0 0 0,1 0-1,-1 0 1,0 0 0,0 0 0,0 0 0,0 0 0,1 0 0,-1 0 0,0 0 0,0 0-1,93-65 1014,17-11-1084,-91 65 10,-1 1 0,1 1 1,1 0-1,23-6 0,-43 15-2,0 0 0,1 0 0,-1 0-1,0 0 1,0 0 0,0 0 0,0 0-1,0 0 1,0 0 0,0 0 0,1 0 0,-1 0-1,0 0 1,0 0 0,0 0 0,0 0 0,0 1-1,0-1 1,0 0 0,0 0 0,0 0-1,1 0 1,-1 0 0,0 0 0,0 0 0,0 0-1,0 1 1,0-1 0,0 0 0,0 0-1,0 0 1,0 0 0,0 0 0,0 0 0,0 1-1,0-1 1,0 0 0,0 0 0,0 0 0,0 0-1,0 0 1,0 0 0,0 0 0,0 1-1,0-1 1,0 0 0,0 0 0,0 0 0,0 0-1,0 0 1,-1 0 0,1 0 0,0 1-1,0-1 1,0 0 0,0 0 0,0 0 0,0 0-1,0 0 1,0 0 0,0 0 0,-1 0-1,1 1 5,-6 9 40,0 0 1,0 0 0,-1 0-1,0-1 1,-1 0-1,0-1 1,0 1 0,-11 7-1,6-5 50,1 0 0,1 1-1,-11 14 1,19-21-80,-1 0 0,1 1 0,1-1 0,-1 0 0,1 1 0,0-1 0,0 1 0,0 0 0,1 0 0,0 0 0,0 0 0,1 9 0,-1-13-29,1 0 0,0 1 0,0-1 0,0 0 0,1 1 0,-1-1 0,1 0 0,-1 0 0,1 1 0,0-1 0,-1 0 0,1 0 0,0 0 0,1 0 0,-1 0 0,0 0 0,1 0 0,1 2 0,0-2-196,0 0 1,0-1 0,-1 0 0,1 1 0,0-1 0,0 0 0,0-1 0,0 1 0,0-1 0,1 1 0,-1-1 0,0 0 0,5 0 0,-4 0-441,0 0 0,1 0 1,-1-1-1,0 0 1,0 1-1,0-1 1,0-1-1,0 1 1,0 0-1,0-1 1,-1 0-1,5-2 1,25-23-8235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54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8772,'0'0'19161,"-6"26"-18345,6-8-672,0 1-144,0-2-32,0-2-1809,0-7-1856,6 0-2978,15-8-8100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54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6035,'0'0'14807,"7"0"-12937,79 0 1051,15 0-2048,-82-1-1878,0-1 1,-1 0-1,23-7 1,-36 7-181,-1 0-1473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54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3954,'0'0'20265,"128"3"-19897,-88-6-304,-3-3-64,7 0-864,0 2-2578,6-3-1488,11-1-9364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55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8 1297,'0'0'11757,"3"-2"-9623,0 0-2351,5-2 3716,-5 21 76,-5 2-2926,-1 0 0,0-1 0,-1 0 0,-1 1 0,-10 21 0,-3 17-128,-37 190-102,55-246-414,-1 0 0,0 0 0,1 0-1,-1-1 1,0 1 0,0 0 0,0 0 0,0-1 0,0 1 0,0 0-1,0-1 1,0 1 0,0-1 0,0 1 0,0-1 0,0 0 0,0 1 0,-1-1-1,1 0 1,0 0 0,0 0 0,0 0 0,0 0 0,-1 0 0,1 0-1,0 0 1,0 0 0,0-1 0,0 1 0,0 0 0,-1-1 0,1 1 0,-1-1-1,-39-15 36,20 6-46,9 5 130,0-1-1,1 0 0,-1 0 1,1-2-1,0 1 1,1-1-1,0-1 1,-14-14-1,23 20-225,-1 0 0,1 0 1,0 0-1,0 0 0,0 0 0,0 0 0,0-1 1,1 1-1,-1 0 0,1 0 0,0-1 1,0 1-1,0 0 0,2-6 0,-2 3-1155,1 1 0,1-1 0,-1 1 0,1-1-1,0 1 1,0-1 0,4-6 0,9-11-7648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55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13862,'0'0'18905,"23"-2"-18905,-21 10 0,3-2 0,-3 3 0,-2-3 0,0 2 0,2 1 0,2 1-1217,0-2-2960,-2 3-2114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56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8148,'0'0'22906,"13"-2"-21913,-13 8-273,0 4-720,0 3 0,0-1-192,0 1-1409,0-5-1792,0 7-2770,0-7-6595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6:56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0 6611,'0'0'9220,"-113"78"-4866,58-28-832,7 8-2722,0 1-800,-8 2-2913,-19 3-7444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20.6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484 76 1777,'0'0'12736,"5"-7"-10777,15-18-231,-14 10 2444,-6-4-2515,-1 12-440,1 7-822,-20-3-21,10 3-373,1 0 0,0 1 0,-1 0 0,1 0 0,0 0 0,0 2 0,0-1 0,0 1 0,0 0 0,0 1 0,1 0 0,-13 8 0,-17 12 62,0 2 1,1 2-1,2 1 1,-40 42-1,60-54-34,0 1 0,1 0 0,1 0 0,0 1 0,2 1 0,0 0-1,1 1 1,2 0 0,0 0 0,-8 34 0,14-44-34,0-1 1,1 0-1,0 1 0,0-1 1,1 1-1,1-1 0,2 14 1,-2-19 1,0 0 1,1 0 0,0 0 0,0-1 0,0 1-1,0-1 1,1 1 0,0-1 0,-1 0 0,2 0-1,-1 0 1,0 0 0,1-1 0,0 1 0,0-1-1,8 6 1,-2-4 20,0 0-1,0-1 1,0 1-1,0-2 0,1 0 1,0 0-1,0-1 1,12 1-1,15 0 109,38-2-1,-41-1-79,-17-1-30,-1-1 0,1-1 0,-1 0 1,1-1-1,-1 0 0,0-2 0,-1 0 0,1-1 1,-1-1-1,-1 0 0,1-1 0,-1 0 0,-1-2 1,0 0-1,-1 0 0,0-1 0,22-26 1,-21 21 221,0-1 0,-2-1 0,0 0 0,-1 0 0,0-1 0,-2-1 0,-1 1 1,0-2-1,-2 1 0,0-1 0,-1 0 0,-2 0 0,3-41 0,-7 58-155,0 1 1,1 0-1,-1-1 0,-1 1 0,1 0 0,-1 0 0,0 0 0,0 0 0,0 0 0,0 0 0,0 0 0,-1 1 0,0-1 1,0 1-1,0 0 0,0 0 0,0 0 0,-1 0 0,1 0 0,-1 1 0,0 0 0,0-1 0,0 1 0,-8-2 0,0-1-326,-1 0-1,1 1 0,-1 1 0,0 0 0,-1 0 0,1 2 0,-16-1 0,24 6-5448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21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651 10 1121,'0'0'13683,"2"-8"-6810,-10 8-6626,-12-1-1,-1 0 1,0 2 0,0 1 0,1 0-1,-1 2 1,1 0 0,0 1 0,-26 11-1,13 0-179,1 2-1,0 1 0,2 2 0,0 1 1,1 1-1,2 2 0,-34 37 0,43-42-8,1 1 0,0 1-1,2 1 1,1 0-1,1 1 1,0 0-1,2 1 1,1 0-1,1 1 1,-9 43 0,15-39 88,1 0 0,1 39 0,2-30 53,-1-32-113,1-1 0,1 1 0,-1-1-1,1 1 1,0-1 0,0 0 0,1 0-1,0 0 1,0 0 0,0 0 0,1-1 0,0 1-1,0-1 1,0 0 0,1 0 0,5 4 0,13 11 498,1 0 0,30 19 1,-31-23-329,21 19 348,12 8 1837,-48-42-997,-6-1-4200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25.8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283 0 6227,'0'0'15900,"0"2"-14960,-3 9-606,0-1 0,-1 0 0,0 0 1,-1-1-1,0 0 0,0 1 0,-10 10 1,-12 23 518,-163 367 889,188-404-3150,-9 15 4046,6-14-4385,1-2-4371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26.2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0 4914,'0'0'17534,"-10"5"-16243,1 2-1279,0 2 0,1-1 0,0 1 0,0 0 0,1 1-1,0 0 1,1 0 0,0 0 0,0 1 0,1 0 0,0 0 0,1 0 0,1 1 0,0-1 0,0 1 0,-1 23 0,5-34-39,0 0 0,-1 0 0,1-1 0,0 1 0,0 0 0,0 0 0,1-1 0,-1 1 0,0-1 0,0 1 0,0-1 0,0 1 0,1-1 0,-1 1 0,0-1 0,0 0 0,1 0 0,-1 0 0,0 0 0,0 0 0,1 0 0,-1 0 0,0 0 0,2-1 0,39-1 104,-33 0-56,0-1 0,1 0 1,-1-1-1,0 0 0,-1 0 0,1 0 0,-1-1 0,0-1 1,0 1-1,9-10 0,-3 3 81,-1 0 0,-1-1 1,0-1-1,17-24 0,-27 35-15,0-1 81,1 1 0,-1 0 0,0-1 0,0 0-1,-1 1 1,1-1 0,-1 0 0,0 0-1,0 0 1,0 0 0,0 0 0,-1 0-1,1-5 1,-14 11-3751,12-1 3195,0 0 0,0 0 0,-1 1 0,1-1 0,0 1 0,0-1 0,0 1 0,1-1 0,-1 1 0,0-1 0,0 3 0,0-2-298,1 0 1,-1 0-1,1-1 0,-1 1 1,1 0-1,0 0 1,-1 0-1,1 0 0,0 0 1,1 0-1,-1 0 1,0 0-1,0 0 0,1 0 1,-1 0-1,1 0 1,1 3-1,16 8-5258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26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587 49 16,'0'0'20471,"-5"-5"-19764,3 2-670,0 0 0,-1 1 0,1 0 0,-1-1 0,1 1 0,-1 0 0,0 0 0,0 0 0,0 1 0,0-1 0,0 1 0,-1 0 0,1 0 0,0 0 0,-1 0-1,1 0 1,0 1 0,-1-1 0,1 1 0,-1 0 0,-4 1 0,-4-2 0,0 2 0,0-1 0,-1 2 0,1-1 0,1 2 0,-1-1 0,-17 8 0,25-8-51,0 0 0,0 0 0,0 0-1,0 1 1,1 0 0,-1-1 0,1 1 0,0 1-1,0-1 1,0 0 0,0 1 0,1-1 0,-1 1 0,1 0-1,0 0 1,0 0 0,0 0 0,1 0 0,-1 1 0,1-1-1,0 0 1,1 1 0,-1-1 0,0 6 0,1-9-25,0-1 0,0 1 0,0 0 0,0 0 0,0 0 0,0-1 0,1 1 1,-1 0-1,0 0 0,0 0 0,0-1 0,1 1 0,-1 0 0,1 0 0,-1-1 1,0 1-1,1 0 0,-1-1 0,1 1 0,-1-1 0,1 1 0,0 0 0,-1-1 0,1 1 1,0-1-1,-1 0 0,1 1 0,1 0 0,1 0 20,-1-1-1,1 1 1,0 0 0,0-1-1,-1 1 1,1-1 0,0 0-1,5 0 1,0-1 61,-1 0 1,0 0-1,1-1 0,-1 0 0,0 0 1,12-6-1,-4-3 13,0-1-1,-1 0 1,0-1 0,0 0-1,-2-2 1,0 1 0,16-25-1,-25 37 1345,-8 14-1184,-10 20-361,-19 35 339,3 2 1,3 0-1,3 2 0,4 1 1,-19 106-1,36-150-189,0-6-8,0-1 0,-12 37 0,15-57 30,1-1 0,0 1 1,0 0-1,0-1 0,0 1 0,0-1 0,-1 1 0,1-1 0,0 1 0,0-1 0,-1 1 0,1-1 0,0 1 0,-1-1 0,1 1 1,0-1-1,-1 1 0,1-1 0,-1 0 0,1 1 0,-1-1 0,1 0 0,-1 0 0,1 1 0,-1-1 0,1 0 0,-1 0 0,1 1 1,-1-1-1,0 0 0,1 0 0,-1 0 0,1 0 0,-1 0 0,1 0 0,-1 0 0,0 0 0,1 0 0,-1 0 0,1 0 0,-1-1 0,1 1 1,-1 0-1,1 0 0,-1-1 0,0 1 0,1 0 0,0 0 0,-1-1 0,1 1 0,-1-1 0,1 1 0,-1 0 0,1-1 0,0 1 1,-1-1-1,1 1 0,0-1 0,-1 0 0,-25-39 2376,18 26-2313,-5-6 19,-1 1 0,0 0 0,-2 1 0,0 1 0,-1 0 1,-1 2-1,0 0 0,-1 0 0,-1 2 0,-40-21 0,56 32-160,-1 0-1,1 1 0,0 0 0,0 0 0,0 0 0,-1 0 0,-4 0 1,-8 1-2607,28 12-9328,19-5 2932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27.7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35 544,'0'0'18454,"1"-4"-16696,-1 3-1603,0 0-1,1 0 1,-1 0 0,1 0-1,-1 0 1,1 0 0,-1 0-1,1 0 1,-1 0-1,1 0 1,0 0 0,-1 0-1,1 0 1,0 1 0,0-1-1,0 0 1,0 0-1,0 1 1,0-1 0,0 1-1,0-1 1,0 1 0,0-1-1,0 1 1,1 0-1,2-1 43,0 0-1,0 1 0,0-1 0,0 1 0,0 0 0,0 0 0,7 2 0,-10-1-202,1 0 0,-1-1 0,0 1 1,0 0-1,0 0 0,0 0 0,0 1 0,0-1 0,0 0 0,0 0 0,0 0 0,-1 1 0,1-1 0,0 0 0,-1 1 0,1-1 0,0 3 0,7 26 9,-5-11 20,0-1-1,-1 1 1,-1 0-1,-1 0 1,-1 0-1,-4 23 1,4-39 1,1 0 0,-1-1 0,0 1 1,0 0-1,-1-1 0,1 1 0,0-1 1,-1 1-1,1-1 0,-1 0 0,0 0 0,0 0 1,0 0-1,0 0 0,0 0 0,-1 0 1,1 0-1,0-1 0,-1 0 0,1 1 0,-1-1 1,0 0-1,1 0 0,-5 1 0,7-2 329,1-11-384,0 0 0,1 1 0,0-1 0,1 1 0,0 0 0,0 0 0,1 0 0,1 0 0,0 0 0,0 1 0,0 0 0,2 0 0,-1 0 0,1 1 0,0 0 0,9-7 0,-5 4-81,1 1-1,0 0 0,1 1 0,0 0 1,0 1-1,1 0 0,0 1 1,0 1-1,1 0 0,21-5 0,-35 11 115,1-1-1,0 1 1,-1-1-1,1 1 1,-1-1-1,1 1 1,0 0 0,-1 0-1,1 0 1,0 0-1,-1 0 1,1 0-1,0 0 1,-1 0-1,1 1 1,-1-1-1,1 1 1,0-1-1,-1 1 1,1-1-1,-1 1 1,0 0-1,1 0 1,-1 0-1,1 0 1,-1 0-1,1 1 1,0 2 64,-1-1-1,0 1 1,0 0 0,-1-1 0,1 1-1,-1 0 1,1-1 0,-1 1-1,-1 7 1,1 2 125,-1 10 380,-1 0 0,-1 0-1,0 0 1,-2 0-1,-1 0 1,-12 29-1,18-50 266,-4 8-431,3-2-4099,2-7 3452,-1-1 0,0 0 0,0 1 0,0-1 0,0 0 0,1 0 0,-1 1 0,0-1 0,0 0 0,1 0 0,-1 1-1,0-1 1,1 0 0,-1 0 0,0 0 0,1 1 0,-1-1 0,0 0 0,1 0 0,-1 0 0,0 0 0,1 0 0,-1 0 0,0 0 0,1 0 0,-1 0 0,0 0 0,1 0 0,-1 0 0,1 0 0,-1 0 0,0 0 0,1 0 0,-1 0 0,0 0 0,1 0-1,-1-1 1,0 1 0,1 0 0,-1 0 0,0 0 0,0-1 0,1 1 0,-1 0 0,0 0 0,1-1 0,-1 1 0,0-1 0,24-14-11454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6:18:28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421 0 6147,'0'0'14548,"7"5"-13529,1 2-840,-1 1 0,0-1 1,0 1-1,0 0 0,-1 0 0,0 1 1,-1 0-1,0 0 0,0 1 0,6 18 1,4 18 80,-2 2 0,-2 0 0,-2 0 1,-3 1-1,-1 0 0,-4 80 1,-1-103-204,-2-1 1,-1 1 0,0 0 0,-2-1 0,-2 0 0,0 0-1,-1 0 1,-1-1 0,-2 0 0,0-1 0,-26 39-1,22-41 397,-2-1-1,1-1 1,-2 0 0,-1-2-1,0 0 1,-1-1-1,-30 19 1,9-12 1018,-84 33-1,85-39-1477,34-15-135,4-1 59,0-1 1,0 1-1,0 0 0,0 0 1,0 0-1,0 0 0,1 0 1,-1 0-1,0 0 0,1 1 0,-1-1 1,1 0-1,-1 1 0,1-1 1,-1 1-1,1 0 0,-1 1 1,1-1-448,1-1 1,-1 0 0,0 0 0,0 0 0,0 0 0,1 0 0,-1 0 0,0-1-1,0 1 1,0 0 0,0 0 0,-1-1 0,1 1 0,0-1 0,0 1 0,0-1-1,0 1 1,-1-1 0,1 0 0,0 1 0,0-1 0,-2 0 0,-14 1-8653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840E-FA2E-0065-52B4-D2A38F144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7757A-2BD0-A7EE-E30C-AB8945A9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CDC0E-745F-3DFF-A1C4-1692E395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4C25A-645D-C217-A61B-8CC26FA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B890D-3AD2-EC3D-7CA9-9EDD8772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9940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42DB-C709-2B4F-1ABA-F2AF5B2A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EF921-525B-CFCF-4CAC-52528A11F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E9BB2-C3C6-3CD1-5C42-7EEB6A9A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3A199-E688-548E-1A4A-3A8BF9CF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AC073-2D55-DEC4-0AF1-E9D98F3C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5211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3E7D-4C0F-6515-1854-5B66C930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CBCE6-54B4-FF9E-4066-14AC06FF4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9D806-7FE6-5685-B5D3-A3BCABBF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91E61-DD58-FCCD-4B33-98CF1859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6E5BA-7C42-900F-5108-9D95C5D3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0047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51C3-1D6E-3DFA-C3B1-CDBB262F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29B3F-F4A5-38B2-DD75-85AF9DC9F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70F49-EB34-EE0C-E965-0C268C4BC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F4E1A-DCDC-C21C-AC9E-C34B8C8F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730BD-EDDF-2F6D-25A1-7EEF0890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779CE-54F4-E000-10DC-D74DBF33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151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6C43-15DC-2F60-FF68-D14DC741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75AD0-A23A-5CA8-DB9F-E70BAEA22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64B81-AD9C-D4F7-7179-684F39D5C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BF72D-5027-575B-A025-23BE9C1B7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5C709-1A82-034E-6D56-25A5C9827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87AAF-D66F-DE8F-6219-A49D6C568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F1CFB7-DAB1-B4A1-6186-6E0BCEA9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44CC7-BF2E-2DA0-7B9D-8F8922B16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622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B0E1-36F3-7415-29DB-DC4240216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E63451-D517-30F8-944E-8099C89E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A33E3-0644-BCDA-21C6-EA2884CC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10DB5-8894-836F-B8FB-123EA8FC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163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4995D-BB25-D967-22A5-788238B0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FECAB-1CCE-A81F-03A1-3A5CEB8D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6070D-1144-4B43-E680-B8C9F199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290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F56B-7DB2-6945-4EC6-2238AA49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49B4E-0B59-ED7F-93B3-F8D2CE378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47DCA-E940-09D2-5CC6-22BFD3D57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E647E-070D-F446-AA94-354E7738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52623-C49D-AFB5-17BD-CB7EBD175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B550A-350D-6C52-BE48-576D099D4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20028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D5EB-521C-107C-94FF-9DDA7FFA9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835FD-7339-EB4A-0AAB-342B94965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6D247-9CB7-6A17-04FA-DCFC754A4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37A93-3F2E-53CA-BC03-2858372E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793D9-52A9-856E-0DF6-753B3666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8C914-4F3C-CD28-80B1-94A10616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6319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5128-6896-A45B-AD6C-BFF852FF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BB56B-A80A-1B6C-918D-120DD43B1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215A9-4712-6E9B-F7BC-9244F281B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1299E-9DFA-E8D6-8A20-FF4B014C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682D8-56D4-56B6-A5C2-22E8CDD2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6286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D4468-D3DD-4BC4-2673-67CB1CEE1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0A537-E6F6-D074-EEF9-ACB4C154B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3D7BC-2228-39C6-8711-8BF5974A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E0ABF-84FE-47BD-6D23-AF89B1B7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444E8-6A9F-3EB4-8CCE-C91A335D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2019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4D8A8-9B33-4C3C-F103-AAFDF232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8B476-28E9-C4B5-0078-DF4D9DFCB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D6D6E-FB92-3342-1F85-F0A5A8310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960CD-E2F9-42AE-86A6-FF8675F0723C}" type="datetimeFigureOut">
              <a:rPr lang="en-ZA" smtClean="0"/>
              <a:t>2026/05/11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5DA03-6DC2-E382-8350-245ED05DE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91894-24BE-F959-ED17-56DE3A47E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890D7-76CE-4DB3-9274-F295F207A7E9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20027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219" Type="http://schemas.openxmlformats.org/officeDocument/2006/relationships/image" Target="../media/image109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0" Type="http://schemas.openxmlformats.org/officeDocument/2006/relationships/customXml" Target="../ink/ink110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07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9.png"/><Relationship Id="rId21" Type="http://schemas.openxmlformats.org/officeDocument/2006/relationships/image" Target="../media/image121.png"/><Relationship Id="rId63" Type="http://schemas.openxmlformats.org/officeDocument/2006/relationships/image" Target="../media/image142.png"/><Relationship Id="rId159" Type="http://schemas.openxmlformats.org/officeDocument/2006/relationships/image" Target="../media/image190.png"/><Relationship Id="rId170" Type="http://schemas.openxmlformats.org/officeDocument/2006/relationships/customXml" Target="../ink/ink196.xml"/><Relationship Id="rId226" Type="http://schemas.openxmlformats.org/officeDocument/2006/relationships/customXml" Target="../ink/ink224.xml"/><Relationship Id="rId268" Type="http://schemas.openxmlformats.org/officeDocument/2006/relationships/customXml" Target="../ink/ink245.xml"/><Relationship Id="rId32" Type="http://schemas.openxmlformats.org/officeDocument/2006/relationships/customXml" Target="../ink/ink127.xml"/><Relationship Id="rId74" Type="http://schemas.openxmlformats.org/officeDocument/2006/relationships/customXml" Target="../ink/ink148.xml"/><Relationship Id="rId128" Type="http://schemas.openxmlformats.org/officeDocument/2006/relationships/customXml" Target="../ink/ink175.xml"/><Relationship Id="rId5" Type="http://schemas.openxmlformats.org/officeDocument/2006/relationships/image" Target="../media/image113.png"/><Relationship Id="rId95" Type="http://schemas.openxmlformats.org/officeDocument/2006/relationships/image" Target="../media/image158.png"/><Relationship Id="rId160" Type="http://schemas.openxmlformats.org/officeDocument/2006/relationships/customXml" Target="../ink/ink191.xml"/><Relationship Id="rId181" Type="http://schemas.openxmlformats.org/officeDocument/2006/relationships/image" Target="../media/image201.png"/><Relationship Id="rId216" Type="http://schemas.openxmlformats.org/officeDocument/2006/relationships/customXml" Target="../ink/ink219.xml"/><Relationship Id="rId237" Type="http://schemas.openxmlformats.org/officeDocument/2006/relationships/image" Target="../media/image229.png"/><Relationship Id="rId258" Type="http://schemas.openxmlformats.org/officeDocument/2006/relationships/customXml" Target="../ink/ink240.xml"/><Relationship Id="rId22" Type="http://schemas.openxmlformats.org/officeDocument/2006/relationships/customXml" Target="../ink/ink122.xml"/><Relationship Id="rId43" Type="http://schemas.openxmlformats.org/officeDocument/2006/relationships/image" Target="../media/image132.png"/><Relationship Id="rId64" Type="http://schemas.openxmlformats.org/officeDocument/2006/relationships/customXml" Target="../ink/ink143.xml"/><Relationship Id="rId118" Type="http://schemas.openxmlformats.org/officeDocument/2006/relationships/customXml" Target="../ink/ink170.xml"/><Relationship Id="rId139" Type="http://schemas.openxmlformats.org/officeDocument/2006/relationships/image" Target="../media/image180.png"/><Relationship Id="rId85" Type="http://schemas.openxmlformats.org/officeDocument/2006/relationships/image" Target="../media/image153.png"/><Relationship Id="rId150" Type="http://schemas.openxmlformats.org/officeDocument/2006/relationships/customXml" Target="../ink/ink186.xml"/><Relationship Id="rId171" Type="http://schemas.openxmlformats.org/officeDocument/2006/relationships/image" Target="../media/image196.png"/><Relationship Id="rId192" Type="http://schemas.openxmlformats.org/officeDocument/2006/relationships/customXml" Target="../ink/ink207.xml"/><Relationship Id="rId206" Type="http://schemas.openxmlformats.org/officeDocument/2006/relationships/customXml" Target="../ink/ink214.xml"/><Relationship Id="rId227" Type="http://schemas.openxmlformats.org/officeDocument/2006/relationships/image" Target="../media/image224.png"/><Relationship Id="rId248" Type="http://schemas.openxmlformats.org/officeDocument/2006/relationships/customXml" Target="../ink/ink235.xml"/><Relationship Id="rId269" Type="http://schemas.openxmlformats.org/officeDocument/2006/relationships/image" Target="../media/image245.png"/><Relationship Id="rId12" Type="http://schemas.openxmlformats.org/officeDocument/2006/relationships/customXml" Target="../ink/ink117.xml"/><Relationship Id="rId33" Type="http://schemas.openxmlformats.org/officeDocument/2006/relationships/image" Target="../media/image127.png"/><Relationship Id="rId108" Type="http://schemas.openxmlformats.org/officeDocument/2006/relationships/customXml" Target="../ink/ink165.xml"/><Relationship Id="rId129" Type="http://schemas.openxmlformats.org/officeDocument/2006/relationships/image" Target="../media/image175.png"/><Relationship Id="rId54" Type="http://schemas.openxmlformats.org/officeDocument/2006/relationships/customXml" Target="../ink/ink138.xml"/><Relationship Id="rId75" Type="http://schemas.openxmlformats.org/officeDocument/2006/relationships/image" Target="../media/image148.png"/><Relationship Id="rId96" Type="http://schemas.openxmlformats.org/officeDocument/2006/relationships/customXml" Target="../ink/ink159.xml"/><Relationship Id="rId140" Type="http://schemas.openxmlformats.org/officeDocument/2006/relationships/customXml" Target="../ink/ink181.xml"/><Relationship Id="rId161" Type="http://schemas.openxmlformats.org/officeDocument/2006/relationships/image" Target="../media/image191.png"/><Relationship Id="rId182" Type="http://schemas.openxmlformats.org/officeDocument/2006/relationships/customXml" Target="../ink/ink202.xml"/><Relationship Id="rId217" Type="http://schemas.openxmlformats.org/officeDocument/2006/relationships/image" Target="../media/image219.png"/><Relationship Id="rId6" Type="http://schemas.openxmlformats.org/officeDocument/2006/relationships/customXml" Target="../ink/ink114.xml"/><Relationship Id="rId238" Type="http://schemas.openxmlformats.org/officeDocument/2006/relationships/customXml" Target="../ink/ink230.xml"/><Relationship Id="rId259" Type="http://schemas.openxmlformats.org/officeDocument/2006/relationships/image" Target="../media/image240.png"/><Relationship Id="rId23" Type="http://schemas.openxmlformats.org/officeDocument/2006/relationships/image" Target="../media/image122.png"/><Relationship Id="rId119" Type="http://schemas.openxmlformats.org/officeDocument/2006/relationships/image" Target="../media/image170.png"/><Relationship Id="rId270" Type="http://schemas.openxmlformats.org/officeDocument/2006/relationships/customXml" Target="../ink/ink246.xml"/><Relationship Id="rId44" Type="http://schemas.openxmlformats.org/officeDocument/2006/relationships/customXml" Target="../ink/ink133.xml"/><Relationship Id="rId65" Type="http://schemas.openxmlformats.org/officeDocument/2006/relationships/image" Target="../media/image143.png"/><Relationship Id="rId86" Type="http://schemas.openxmlformats.org/officeDocument/2006/relationships/customXml" Target="../ink/ink154.xml"/><Relationship Id="rId130" Type="http://schemas.openxmlformats.org/officeDocument/2006/relationships/customXml" Target="../ink/ink176.xml"/><Relationship Id="rId151" Type="http://schemas.openxmlformats.org/officeDocument/2006/relationships/image" Target="../media/image186.png"/><Relationship Id="rId172" Type="http://schemas.openxmlformats.org/officeDocument/2006/relationships/customXml" Target="../ink/ink197.xml"/><Relationship Id="rId193" Type="http://schemas.openxmlformats.org/officeDocument/2006/relationships/image" Target="../media/image207.png"/><Relationship Id="rId207" Type="http://schemas.openxmlformats.org/officeDocument/2006/relationships/image" Target="../media/image214.png"/><Relationship Id="rId228" Type="http://schemas.openxmlformats.org/officeDocument/2006/relationships/customXml" Target="../ink/ink225.xml"/><Relationship Id="rId249" Type="http://schemas.openxmlformats.org/officeDocument/2006/relationships/image" Target="../media/image235.png"/><Relationship Id="rId13" Type="http://schemas.openxmlformats.org/officeDocument/2006/relationships/image" Target="../media/image117.png"/><Relationship Id="rId109" Type="http://schemas.openxmlformats.org/officeDocument/2006/relationships/image" Target="../media/image165.png"/><Relationship Id="rId260" Type="http://schemas.openxmlformats.org/officeDocument/2006/relationships/customXml" Target="../ink/ink241.xml"/><Relationship Id="rId34" Type="http://schemas.openxmlformats.org/officeDocument/2006/relationships/customXml" Target="../ink/ink128.xml"/><Relationship Id="rId55" Type="http://schemas.openxmlformats.org/officeDocument/2006/relationships/image" Target="../media/image138.png"/><Relationship Id="rId76" Type="http://schemas.openxmlformats.org/officeDocument/2006/relationships/customXml" Target="../ink/ink149.xml"/><Relationship Id="rId97" Type="http://schemas.openxmlformats.org/officeDocument/2006/relationships/image" Target="../media/image159.png"/><Relationship Id="rId120" Type="http://schemas.openxmlformats.org/officeDocument/2006/relationships/customXml" Target="../ink/ink171.xml"/><Relationship Id="rId141" Type="http://schemas.openxmlformats.org/officeDocument/2006/relationships/image" Target="../media/image181.png"/><Relationship Id="rId7" Type="http://schemas.openxmlformats.org/officeDocument/2006/relationships/image" Target="../media/image114.png"/><Relationship Id="rId162" Type="http://schemas.openxmlformats.org/officeDocument/2006/relationships/customXml" Target="../ink/ink192.xml"/><Relationship Id="rId183" Type="http://schemas.openxmlformats.org/officeDocument/2006/relationships/image" Target="../media/image202.png"/><Relationship Id="rId218" Type="http://schemas.openxmlformats.org/officeDocument/2006/relationships/customXml" Target="../ink/ink220.xml"/><Relationship Id="rId239" Type="http://schemas.openxmlformats.org/officeDocument/2006/relationships/image" Target="../media/image230.png"/><Relationship Id="rId250" Type="http://schemas.openxmlformats.org/officeDocument/2006/relationships/customXml" Target="../ink/ink236.xml"/><Relationship Id="rId271" Type="http://schemas.openxmlformats.org/officeDocument/2006/relationships/image" Target="../media/image246.png"/><Relationship Id="rId24" Type="http://schemas.openxmlformats.org/officeDocument/2006/relationships/customXml" Target="../ink/ink123.xml"/><Relationship Id="rId45" Type="http://schemas.openxmlformats.org/officeDocument/2006/relationships/image" Target="../media/image133.png"/><Relationship Id="rId66" Type="http://schemas.openxmlformats.org/officeDocument/2006/relationships/customXml" Target="../ink/ink144.xml"/><Relationship Id="rId87" Type="http://schemas.openxmlformats.org/officeDocument/2006/relationships/image" Target="../media/image154.png"/><Relationship Id="rId110" Type="http://schemas.openxmlformats.org/officeDocument/2006/relationships/customXml" Target="../ink/ink166.xml"/><Relationship Id="rId131" Type="http://schemas.openxmlformats.org/officeDocument/2006/relationships/image" Target="../media/image176.png"/><Relationship Id="rId152" Type="http://schemas.openxmlformats.org/officeDocument/2006/relationships/customXml" Target="../ink/ink187.xml"/><Relationship Id="rId173" Type="http://schemas.openxmlformats.org/officeDocument/2006/relationships/image" Target="../media/image197.png"/><Relationship Id="rId194" Type="http://schemas.openxmlformats.org/officeDocument/2006/relationships/customXml" Target="../ink/ink208.xml"/><Relationship Id="rId208" Type="http://schemas.openxmlformats.org/officeDocument/2006/relationships/customXml" Target="../ink/ink215.xml"/><Relationship Id="rId229" Type="http://schemas.openxmlformats.org/officeDocument/2006/relationships/image" Target="../media/image225.png"/><Relationship Id="rId240" Type="http://schemas.openxmlformats.org/officeDocument/2006/relationships/customXml" Target="../ink/ink231.xml"/><Relationship Id="rId261" Type="http://schemas.openxmlformats.org/officeDocument/2006/relationships/image" Target="../media/image241.png"/><Relationship Id="rId14" Type="http://schemas.openxmlformats.org/officeDocument/2006/relationships/customXml" Target="../ink/ink118.xml"/><Relationship Id="rId35" Type="http://schemas.openxmlformats.org/officeDocument/2006/relationships/image" Target="../media/image128.png"/><Relationship Id="rId56" Type="http://schemas.openxmlformats.org/officeDocument/2006/relationships/customXml" Target="../ink/ink139.xml"/><Relationship Id="rId77" Type="http://schemas.openxmlformats.org/officeDocument/2006/relationships/image" Target="../media/image149.png"/><Relationship Id="rId100" Type="http://schemas.openxmlformats.org/officeDocument/2006/relationships/customXml" Target="../ink/ink161.xml"/><Relationship Id="rId8" Type="http://schemas.openxmlformats.org/officeDocument/2006/relationships/customXml" Target="../ink/ink115.xml"/><Relationship Id="rId98" Type="http://schemas.openxmlformats.org/officeDocument/2006/relationships/customXml" Target="../ink/ink160.xml"/><Relationship Id="rId121" Type="http://schemas.openxmlformats.org/officeDocument/2006/relationships/image" Target="../media/image171.png"/><Relationship Id="rId142" Type="http://schemas.openxmlformats.org/officeDocument/2006/relationships/customXml" Target="../ink/ink182.xml"/><Relationship Id="rId163" Type="http://schemas.openxmlformats.org/officeDocument/2006/relationships/image" Target="../media/image192.png"/><Relationship Id="rId184" Type="http://schemas.openxmlformats.org/officeDocument/2006/relationships/customXml" Target="../ink/ink203.xml"/><Relationship Id="rId219" Type="http://schemas.openxmlformats.org/officeDocument/2006/relationships/image" Target="../media/image220.png"/><Relationship Id="rId230" Type="http://schemas.openxmlformats.org/officeDocument/2006/relationships/customXml" Target="../ink/ink226.xml"/><Relationship Id="rId251" Type="http://schemas.openxmlformats.org/officeDocument/2006/relationships/image" Target="../media/image236.png"/><Relationship Id="rId25" Type="http://schemas.openxmlformats.org/officeDocument/2006/relationships/image" Target="../media/image123.png"/><Relationship Id="rId46" Type="http://schemas.openxmlformats.org/officeDocument/2006/relationships/customXml" Target="../ink/ink134.xml"/><Relationship Id="rId67" Type="http://schemas.openxmlformats.org/officeDocument/2006/relationships/image" Target="../media/image144.png"/><Relationship Id="rId272" Type="http://schemas.openxmlformats.org/officeDocument/2006/relationships/customXml" Target="../ink/ink247.xml"/><Relationship Id="rId88" Type="http://schemas.openxmlformats.org/officeDocument/2006/relationships/customXml" Target="../ink/ink155.xml"/><Relationship Id="rId111" Type="http://schemas.openxmlformats.org/officeDocument/2006/relationships/image" Target="../media/image166.png"/><Relationship Id="rId132" Type="http://schemas.openxmlformats.org/officeDocument/2006/relationships/customXml" Target="../ink/ink177.xml"/><Relationship Id="rId153" Type="http://schemas.openxmlformats.org/officeDocument/2006/relationships/image" Target="../media/image187.png"/><Relationship Id="rId174" Type="http://schemas.openxmlformats.org/officeDocument/2006/relationships/customXml" Target="../ink/ink198.xml"/><Relationship Id="rId195" Type="http://schemas.openxmlformats.org/officeDocument/2006/relationships/image" Target="../media/image208.png"/><Relationship Id="rId209" Type="http://schemas.openxmlformats.org/officeDocument/2006/relationships/image" Target="../media/image215.png"/><Relationship Id="rId220" Type="http://schemas.openxmlformats.org/officeDocument/2006/relationships/customXml" Target="../ink/ink221.xml"/><Relationship Id="rId241" Type="http://schemas.openxmlformats.org/officeDocument/2006/relationships/image" Target="../media/image231.png"/><Relationship Id="rId15" Type="http://schemas.openxmlformats.org/officeDocument/2006/relationships/image" Target="../media/image118.png"/><Relationship Id="rId36" Type="http://schemas.openxmlformats.org/officeDocument/2006/relationships/customXml" Target="../ink/ink129.xml"/><Relationship Id="rId57" Type="http://schemas.openxmlformats.org/officeDocument/2006/relationships/image" Target="../media/image139.png"/><Relationship Id="rId262" Type="http://schemas.openxmlformats.org/officeDocument/2006/relationships/customXml" Target="../ink/ink242.xml"/><Relationship Id="rId78" Type="http://schemas.openxmlformats.org/officeDocument/2006/relationships/customXml" Target="../ink/ink150.xml"/><Relationship Id="rId99" Type="http://schemas.openxmlformats.org/officeDocument/2006/relationships/image" Target="../media/image160.png"/><Relationship Id="rId101" Type="http://schemas.openxmlformats.org/officeDocument/2006/relationships/image" Target="../media/image161.png"/><Relationship Id="rId122" Type="http://schemas.openxmlformats.org/officeDocument/2006/relationships/customXml" Target="../ink/ink172.xml"/><Relationship Id="rId143" Type="http://schemas.openxmlformats.org/officeDocument/2006/relationships/image" Target="../media/image182.png"/><Relationship Id="rId164" Type="http://schemas.openxmlformats.org/officeDocument/2006/relationships/customXml" Target="../ink/ink193.xml"/><Relationship Id="rId185" Type="http://schemas.openxmlformats.org/officeDocument/2006/relationships/image" Target="../media/image203.png"/><Relationship Id="rId9" Type="http://schemas.openxmlformats.org/officeDocument/2006/relationships/image" Target="../media/image115.png"/><Relationship Id="rId210" Type="http://schemas.openxmlformats.org/officeDocument/2006/relationships/customXml" Target="../ink/ink216.xml"/><Relationship Id="rId26" Type="http://schemas.openxmlformats.org/officeDocument/2006/relationships/customXml" Target="../ink/ink124.xml"/><Relationship Id="rId231" Type="http://schemas.openxmlformats.org/officeDocument/2006/relationships/image" Target="../media/image226.png"/><Relationship Id="rId252" Type="http://schemas.openxmlformats.org/officeDocument/2006/relationships/customXml" Target="../ink/ink237.xml"/><Relationship Id="rId273" Type="http://schemas.openxmlformats.org/officeDocument/2006/relationships/image" Target="../media/image247.png"/><Relationship Id="rId47" Type="http://schemas.openxmlformats.org/officeDocument/2006/relationships/image" Target="../media/image134.png"/><Relationship Id="rId68" Type="http://schemas.openxmlformats.org/officeDocument/2006/relationships/customXml" Target="../ink/ink145.xml"/><Relationship Id="rId89" Type="http://schemas.openxmlformats.org/officeDocument/2006/relationships/image" Target="../media/image155.png"/><Relationship Id="rId112" Type="http://schemas.openxmlformats.org/officeDocument/2006/relationships/customXml" Target="../ink/ink167.xml"/><Relationship Id="rId133" Type="http://schemas.openxmlformats.org/officeDocument/2006/relationships/image" Target="../media/image177.png"/><Relationship Id="rId154" Type="http://schemas.openxmlformats.org/officeDocument/2006/relationships/customXml" Target="../ink/ink188.xml"/><Relationship Id="rId175" Type="http://schemas.openxmlformats.org/officeDocument/2006/relationships/image" Target="../media/image198.png"/><Relationship Id="rId196" Type="http://schemas.openxmlformats.org/officeDocument/2006/relationships/customXml" Target="../ink/ink209.xml"/><Relationship Id="rId200" Type="http://schemas.openxmlformats.org/officeDocument/2006/relationships/customXml" Target="../ink/ink211.xml"/><Relationship Id="rId16" Type="http://schemas.openxmlformats.org/officeDocument/2006/relationships/customXml" Target="../ink/ink119.xml"/><Relationship Id="rId221" Type="http://schemas.openxmlformats.org/officeDocument/2006/relationships/image" Target="../media/image221.png"/><Relationship Id="rId242" Type="http://schemas.openxmlformats.org/officeDocument/2006/relationships/customXml" Target="../ink/ink232.xml"/><Relationship Id="rId263" Type="http://schemas.openxmlformats.org/officeDocument/2006/relationships/image" Target="../media/image242.png"/><Relationship Id="rId37" Type="http://schemas.openxmlformats.org/officeDocument/2006/relationships/image" Target="../media/image129.png"/><Relationship Id="rId58" Type="http://schemas.openxmlformats.org/officeDocument/2006/relationships/customXml" Target="../ink/ink140.xml"/><Relationship Id="rId79" Type="http://schemas.openxmlformats.org/officeDocument/2006/relationships/image" Target="../media/image150.png"/><Relationship Id="rId102" Type="http://schemas.openxmlformats.org/officeDocument/2006/relationships/customXml" Target="../ink/ink162.xml"/><Relationship Id="rId123" Type="http://schemas.openxmlformats.org/officeDocument/2006/relationships/image" Target="../media/image172.png"/><Relationship Id="rId144" Type="http://schemas.openxmlformats.org/officeDocument/2006/relationships/customXml" Target="../ink/ink183.xml"/><Relationship Id="rId90" Type="http://schemas.openxmlformats.org/officeDocument/2006/relationships/customXml" Target="../ink/ink156.xml"/><Relationship Id="rId165" Type="http://schemas.openxmlformats.org/officeDocument/2006/relationships/image" Target="../media/image193.png"/><Relationship Id="rId186" Type="http://schemas.openxmlformats.org/officeDocument/2006/relationships/customXml" Target="../ink/ink204.xml"/><Relationship Id="rId211" Type="http://schemas.openxmlformats.org/officeDocument/2006/relationships/image" Target="../media/image216.png"/><Relationship Id="rId232" Type="http://schemas.openxmlformats.org/officeDocument/2006/relationships/customXml" Target="../ink/ink227.xml"/><Relationship Id="rId253" Type="http://schemas.openxmlformats.org/officeDocument/2006/relationships/image" Target="../media/image237.png"/><Relationship Id="rId27" Type="http://schemas.openxmlformats.org/officeDocument/2006/relationships/image" Target="../media/image124.png"/><Relationship Id="rId48" Type="http://schemas.openxmlformats.org/officeDocument/2006/relationships/customXml" Target="../ink/ink135.xml"/><Relationship Id="rId69" Type="http://schemas.openxmlformats.org/officeDocument/2006/relationships/image" Target="../media/image145.png"/><Relationship Id="rId113" Type="http://schemas.openxmlformats.org/officeDocument/2006/relationships/image" Target="../media/image167.png"/><Relationship Id="rId134" Type="http://schemas.openxmlformats.org/officeDocument/2006/relationships/customXml" Target="../ink/ink178.xml"/><Relationship Id="rId80" Type="http://schemas.openxmlformats.org/officeDocument/2006/relationships/customXml" Target="../ink/ink151.xml"/><Relationship Id="rId155" Type="http://schemas.openxmlformats.org/officeDocument/2006/relationships/image" Target="../media/image188.png"/><Relationship Id="rId176" Type="http://schemas.openxmlformats.org/officeDocument/2006/relationships/customXml" Target="../ink/ink199.xml"/><Relationship Id="rId197" Type="http://schemas.openxmlformats.org/officeDocument/2006/relationships/image" Target="../media/image209.png"/><Relationship Id="rId201" Type="http://schemas.openxmlformats.org/officeDocument/2006/relationships/image" Target="../media/image211.png"/><Relationship Id="rId222" Type="http://schemas.openxmlformats.org/officeDocument/2006/relationships/customXml" Target="../ink/ink222.xml"/><Relationship Id="rId243" Type="http://schemas.openxmlformats.org/officeDocument/2006/relationships/image" Target="../media/image232.png"/><Relationship Id="rId264" Type="http://schemas.openxmlformats.org/officeDocument/2006/relationships/customXml" Target="../ink/ink243.xml"/><Relationship Id="rId17" Type="http://schemas.openxmlformats.org/officeDocument/2006/relationships/image" Target="../media/image119.png"/><Relationship Id="rId38" Type="http://schemas.openxmlformats.org/officeDocument/2006/relationships/customXml" Target="../ink/ink130.xml"/><Relationship Id="rId59" Type="http://schemas.openxmlformats.org/officeDocument/2006/relationships/image" Target="../media/image140.png"/><Relationship Id="rId103" Type="http://schemas.openxmlformats.org/officeDocument/2006/relationships/image" Target="../media/image162.png"/><Relationship Id="rId124" Type="http://schemas.openxmlformats.org/officeDocument/2006/relationships/customXml" Target="../ink/ink173.xml"/><Relationship Id="rId70" Type="http://schemas.openxmlformats.org/officeDocument/2006/relationships/customXml" Target="../ink/ink146.xml"/><Relationship Id="rId91" Type="http://schemas.openxmlformats.org/officeDocument/2006/relationships/image" Target="../media/image156.png"/><Relationship Id="rId145" Type="http://schemas.openxmlformats.org/officeDocument/2006/relationships/image" Target="../media/image183.png"/><Relationship Id="rId166" Type="http://schemas.openxmlformats.org/officeDocument/2006/relationships/customXml" Target="../ink/ink194.xml"/><Relationship Id="rId187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7.xml"/><Relationship Id="rId233" Type="http://schemas.openxmlformats.org/officeDocument/2006/relationships/image" Target="../media/image227.png"/><Relationship Id="rId254" Type="http://schemas.openxmlformats.org/officeDocument/2006/relationships/customXml" Target="../ink/ink238.xml"/><Relationship Id="rId28" Type="http://schemas.openxmlformats.org/officeDocument/2006/relationships/customXml" Target="../ink/ink125.xml"/><Relationship Id="rId49" Type="http://schemas.openxmlformats.org/officeDocument/2006/relationships/image" Target="../media/image135.png"/><Relationship Id="rId114" Type="http://schemas.openxmlformats.org/officeDocument/2006/relationships/customXml" Target="../ink/ink168.xml"/><Relationship Id="rId60" Type="http://schemas.openxmlformats.org/officeDocument/2006/relationships/customXml" Target="../ink/ink141.xml"/><Relationship Id="rId81" Type="http://schemas.openxmlformats.org/officeDocument/2006/relationships/image" Target="../media/image151.png"/><Relationship Id="rId135" Type="http://schemas.openxmlformats.org/officeDocument/2006/relationships/image" Target="../media/image178.png"/><Relationship Id="rId156" Type="http://schemas.openxmlformats.org/officeDocument/2006/relationships/customXml" Target="../ink/ink189.xml"/><Relationship Id="rId177" Type="http://schemas.openxmlformats.org/officeDocument/2006/relationships/image" Target="../media/image199.png"/><Relationship Id="rId198" Type="http://schemas.openxmlformats.org/officeDocument/2006/relationships/customXml" Target="../ink/ink210.xml"/><Relationship Id="rId202" Type="http://schemas.openxmlformats.org/officeDocument/2006/relationships/customXml" Target="../ink/ink212.xml"/><Relationship Id="rId223" Type="http://schemas.openxmlformats.org/officeDocument/2006/relationships/image" Target="../media/image222.png"/><Relationship Id="rId244" Type="http://schemas.openxmlformats.org/officeDocument/2006/relationships/customXml" Target="../ink/ink233.xml"/><Relationship Id="rId18" Type="http://schemas.openxmlformats.org/officeDocument/2006/relationships/customXml" Target="../ink/ink120.xml"/><Relationship Id="rId39" Type="http://schemas.openxmlformats.org/officeDocument/2006/relationships/image" Target="../media/image130.png"/><Relationship Id="rId265" Type="http://schemas.openxmlformats.org/officeDocument/2006/relationships/image" Target="../media/image243.png"/><Relationship Id="rId50" Type="http://schemas.openxmlformats.org/officeDocument/2006/relationships/customXml" Target="../ink/ink136.xml"/><Relationship Id="rId104" Type="http://schemas.openxmlformats.org/officeDocument/2006/relationships/customXml" Target="../ink/ink163.xml"/><Relationship Id="rId125" Type="http://schemas.openxmlformats.org/officeDocument/2006/relationships/image" Target="../media/image173.png"/><Relationship Id="rId146" Type="http://schemas.openxmlformats.org/officeDocument/2006/relationships/customXml" Target="../ink/ink184.xml"/><Relationship Id="rId167" Type="http://schemas.openxmlformats.org/officeDocument/2006/relationships/image" Target="../media/image194.png"/><Relationship Id="rId188" Type="http://schemas.openxmlformats.org/officeDocument/2006/relationships/customXml" Target="../ink/ink205.xml"/><Relationship Id="rId71" Type="http://schemas.openxmlformats.org/officeDocument/2006/relationships/image" Target="../media/image146.png"/><Relationship Id="rId92" Type="http://schemas.openxmlformats.org/officeDocument/2006/relationships/customXml" Target="../ink/ink157.xml"/><Relationship Id="rId213" Type="http://schemas.openxmlformats.org/officeDocument/2006/relationships/image" Target="../media/image217.png"/><Relationship Id="rId234" Type="http://schemas.openxmlformats.org/officeDocument/2006/relationships/customXml" Target="../ink/ink228.xml"/><Relationship Id="rId2" Type="http://schemas.openxmlformats.org/officeDocument/2006/relationships/customXml" Target="../ink/ink112.xml"/><Relationship Id="rId29" Type="http://schemas.openxmlformats.org/officeDocument/2006/relationships/image" Target="../media/image125.png"/><Relationship Id="rId255" Type="http://schemas.openxmlformats.org/officeDocument/2006/relationships/image" Target="../media/image238.png"/><Relationship Id="rId40" Type="http://schemas.openxmlformats.org/officeDocument/2006/relationships/customXml" Target="../ink/ink131.xml"/><Relationship Id="rId115" Type="http://schemas.openxmlformats.org/officeDocument/2006/relationships/image" Target="../media/image168.png"/><Relationship Id="rId136" Type="http://schemas.openxmlformats.org/officeDocument/2006/relationships/customXml" Target="../ink/ink179.xml"/><Relationship Id="rId157" Type="http://schemas.openxmlformats.org/officeDocument/2006/relationships/image" Target="../media/image189.png"/><Relationship Id="rId178" Type="http://schemas.openxmlformats.org/officeDocument/2006/relationships/customXml" Target="../ink/ink200.xml"/><Relationship Id="rId61" Type="http://schemas.openxmlformats.org/officeDocument/2006/relationships/image" Target="../media/image141.png"/><Relationship Id="rId82" Type="http://schemas.openxmlformats.org/officeDocument/2006/relationships/customXml" Target="../ink/ink152.xml"/><Relationship Id="rId199" Type="http://schemas.openxmlformats.org/officeDocument/2006/relationships/image" Target="../media/image210.png"/><Relationship Id="rId203" Type="http://schemas.openxmlformats.org/officeDocument/2006/relationships/image" Target="../media/image212.png"/><Relationship Id="rId19" Type="http://schemas.openxmlformats.org/officeDocument/2006/relationships/image" Target="../media/image120.png"/><Relationship Id="rId224" Type="http://schemas.openxmlformats.org/officeDocument/2006/relationships/customXml" Target="../ink/ink223.xml"/><Relationship Id="rId245" Type="http://schemas.openxmlformats.org/officeDocument/2006/relationships/image" Target="../media/image233.png"/><Relationship Id="rId266" Type="http://schemas.openxmlformats.org/officeDocument/2006/relationships/customXml" Target="../ink/ink244.xml"/><Relationship Id="rId30" Type="http://schemas.openxmlformats.org/officeDocument/2006/relationships/customXml" Target="../ink/ink126.xml"/><Relationship Id="rId105" Type="http://schemas.openxmlformats.org/officeDocument/2006/relationships/image" Target="../media/image163.png"/><Relationship Id="rId126" Type="http://schemas.openxmlformats.org/officeDocument/2006/relationships/customXml" Target="../ink/ink174.xml"/><Relationship Id="rId147" Type="http://schemas.openxmlformats.org/officeDocument/2006/relationships/image" Target="../media/image184.png"/><Relationship Id="rId168" Type="http://schemas.openxmlformats.org/officeDocument/2006/relationships/customXml" Target="../ink/ink195.xml"/><Relationship Id="rId51" Type="http://schemas.openxmlformats.org/officeDocument/2006/relationships/image" Target="../media/image136.png"/><Relationship Id="rId72" Type="http://schemas.openxmlformats.org/officeDocument/2006/relationships/customXml" Target="../ink/ink147.xml"/><Relationship Id="rId93" Type="http://schemas.openxmlformats.org/officeDocument/2006/relationships/image" Target="../media/image157.png"/><Relationship Id="rId189" Type="http://schemas.openxmlformats.org/officeDocument/2006/relationships/image" Target="../media/image205.png"/><Relationship Id="rId3" Type="http://schemas.openxmlformats.org/officeDocument/2006/relationships/image" Target="../media/image112.png"/><Relationship Id="rId214" Type="http://schemas.openxmlformats.org/officeDocument/2006/relationships/customXml" Target="../ink/ink218.xml"/><Relationship Id="rId235" Type="http://schemas.openxmlformats.org/officeDocument/2006/relationships/image" Target="../media/image228.png"/><Relationship Id="rId256" Type="http://schemas.openxmlformats.org/officeDocument/2006/relationships/customXml" Target="../ink/ink239.xml"/><Relationship Id="rId116" Type="http://schemas.openxmlformats.org/officeDocument/2006/relationships/customXml" Target="../ink/ink169.xml"/><Relationship Id="rId137" Type="http://schemas.openxmlformats.org/officeDocument/2006/relationships/image" Target="../media/image179.png"/><Relationship Id="rId158" Type="http://schemas.openxmlformats.org/officeDocument/2006/relationships/customXml" Target="../ink/ink190.xml"/><Relationship Id="rId20" Type="http://schemas.openxmlformats.org/officeDocument/2006/relationships/customXml" Target="../ink/ink121.xml"/><Relationship Id="rId41" Type="http://schemas.openxmlformats.org/officeDocument/2006/relationships/image" Target="../media/image131.png"/><Relationship Id="rId62" Type="http://schemas.openxmlformats.org/officeDocument/2006/relationships/customXml" Target="../ink/ink142.xml"/><Relationship Id="rId83" Type="http://schemas.openxmlformats.org/officeDocument/2006/relationships/image" Target="../media/image152.png"/><Relationship Id="rId179" Type="http://schemas.openxmlformats.org/officeDocument/2006/relationships/image" Target="../media/image200.png"/><Relationship Id="rId190" Type="http://schemas.openxmlformats.org/officeDocument/2006/relationships/customXml" Target="../ink/ink206.xml"/><Relationship Id="rId204" Type="http://schemas.openxmlformats.org/officeDocument/2006/relationships/customXml" Target="../ink/ink213.xml"/><Relationship Id="rId225" Type="http://schemas.openxmlformats.org/officeDocument/2006/relationships/image" Target="../media/image223.png"/><Relationship Id="rId246" Type="http://schemas.openxmlformats.org/officeDocument/2006/relationships/customXml" Target="../ink/ink234.xml"/><Relationship Id="rId267" Type="http://schemas.openxmlformats.org/officeDocument/2006/relationships/image" Target="../media/image244.png"/><Relationship Id="rId106" Type="http://schemas.openxmlformats.org/officeDocument/2006/relationships/customXml" Target="../ink/ink164.xml"/><Relationship Id="rId127" Type="http://schemas.openxmlformats.org/officeDocument/2006/relationships/image" Target="../media/image174.png"/><Relationship Id="rId10" Type="http://schemas.openxmlformats.org/officeDocument/2006/relationships/customXml" Target="../ink/ink116.xml"/><Relationship Id="rId31" Type="http://schemas.openxmlformats.org/officeDocument/2006/relationships/image" Target="../media/image126.png"/><Relationship Id="rId52" Type="http://schemas.openxmlformats.org/officeDocument/2006/relationships/customXml" Target="../ink/ink137.xml"/><Relationship Id="rId73" Type="http://schemas.openxmlformats.org/officeDocument/2006/relationships/image" Target="../media/image147.png"/><Relationship Id="rId94" Type="http://schemas.openxmlformats.org/officeDocument/2006/relationships/customXml" Target="../ink/ink158.xml"/><Relationship Id="rId148" Type="http://schemas.openxmlformats.org/officeDocument/2006/relationships/customXml" Target="../ink/ink185.xml"/><Relationship Id="rId169" Type="http://schemas.openxmlformats.org/officeDocument/2006/relationships/image" Target="../media/image195.png"/><Relationship Id="rId4" Type="http://schemas.openxmlformats.org/officeDocument/2006/relationships/customXml" Target="../ink/ink113.xml"/><Relationship Id="rId180" Type="http://schemas.openxmlformats.org/officeDocument/2006/relationships/customXml" Target="../ink/ink201.xml"/><Relationship Id="rId215" Type="http://schemas.openxmlformats.org/officeDocument/2006/relationships/image" Target="../media/image218.png"/><Relationship Id="rId236" Type="http://schemas.openxmlformats.org/officeDocument/2006/relationships/customXml" Target="../ink/ink229.xml"/><Relationship Id="rId257" Type="http://schemas.openxmlformats.org/officeDocument/2006/relationships/image" Target="../media/image239.png"/><Relationship Id="rId42" Type="http://schemas.openxmlformats.org/officeDocument/2006/relationships/customXml" Target="../ink/ink132.xml"/><Relationship Id="rId84" Type="http://schemas.openxmlformats.org/officeDocument/2006/relationships/customXml" Target="../ink/ink153.xml"/><Relationship Id="rId138" Type="http://schemas.openxmlformats.org/officeDocument/2006/relationships/customXml" Target="../ink/ink180.xml"/><Relationship Id="rId191" Type="http://schemas.openxmlformats.org/officeDocument/2006/relationships/image" Target="../media/image206.png"/><Relationship Id="rId205" Type="http://schemas.openxmlformats.org/officeDocument/2006/relationships/image" Target="../media/image213.png"/><Relationship Id="rId247" Type="http://schemas.openxmlformats.org/officeDocument/2006/relationships/image" Target="../media/image234.png"/><Relationship Id="rId107" Type="http://schemas.openxmlformats.org/officeDocument/2006/relationships/image" Target="../media/image164.png"/><Relationship Id="rId11" Type="http://schemas.openxmlformats.org/officeDocument/2006/relationships/image" Target="../media/image116.png"/><Relationship Id="rId53" Type="http://schemas.openxmlformats.org/officeDocument/2006/relationships/image" Target="../media/image137.png"/><Relationship Id="rId149" Type="http://schemas.openxmlformats.org/officeDocument/2006/relationships/image" Target="../media/image185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4.png"/><Relationship Id="rId21" Type="http://schemas.openxmlformats.org/officeDocument/2006/relationships/image" Target="../media/image121.png"/><Relationship Id="rId63" Type="http://schemas.openxmlformats.org/officeDocument/2006/relationships/image" Target="../media/image142.png"/><Relationship Id="rId159" Type="http://schemas.openxmlformats.org/officeDocument/2006/relationships/image" Target="../media/image181.png"/><Relationship Id="rId170" Type="http://schemas.openxmlformats.org/officeDocument/2006/relationships/customXml" Target="../ink/ink332.xml"/><Relationship Id="rId226" Type="http://schemas.openxmlformats.org/officeDocument/2006/relationships/customXml" Target="../ink/ink360.xml"/><Relationship Id="rId268" Type="http://schemas.openxmlformats.org/officeDocument/2006/relationships/customXml" Target="../ink/ink381.xml"/><Relationship Id="rId32" Type="http://schemas.openxmlformats.org/officeDocument/2006/relationships/customXml" Target="../ink/ink263.xml"/><Relationship Id="rId74" Type="http://schemas.openxmlformats.org/officeDocument/2006/relationships/customXml" Target="../ink/ink284.xml"/><Relationship Id="rId128" Type="http://schemas.openxmlformats.org/officeDocument/2006/relationships/customXml" Target="../ink/ink311.xml"/><Relationship Id="rId5" Type="http://schemas.openxmlformats.org/officeDocument/2006/relationships/image" Target="../media/image113.png"/><Relationship Id="rId95" Type="http://schemas.openxmlformats.org/officeDocument/2006/relationships/image" Target="../media/image161.png"/><Relationship Id="rId160" Type="http://schemas.openxmlformats.org/officeDocument/2006/relationships/customXml" Target="../ink/ink327.xml"/><Relationship Id="rId181" Type="http://schemas.openxmlformats.org/officeDocument/2006/relationships/image" Target="../media/image193.png"/><Relationship Id="rId216" Type="http://schemas.openxmlformats.org/officeDocument/2006/relationships/customXml" Target="../ink/ink355.xml"/><Relationship Id="rId237" Type="http://schemas.openxmlformats.org/officeDocument/2006/relationships/image" Target="../media/image256.png"/><Relationship Id="rId258" Type="http://schemas.openxmlformats.org/officeDocument/2006/relationships/customXml" Target="../ink/ink376.xml"/><Relationship Id="rId22" Type="http://schemas.openxmlformats.org/officeDocument/2006/relationships/customXml" Target="../ink/ink258.xml"/><Relationship Id="rId43" Type="http://schemas.openxmlformats.org/officeDocument/2006/relationships/image" Target="../media/image132.png"/><Relationship Id="rId64" Type="http://schemas.openxmlformats.org/officeDocument/2006/relationships/customXml" Target="../ink/ink279.xml"/><Relationship Id="rId118" Type="http://schemas.openxmlformats.org/officeDocument/2006/relationships/customXml" Target="../ink/ink306.xml"/><Relationship Id="rId139" Type="http://schemas.openxmlformats.org/officeDocument/2006/relationships/image" Target="../media/image167.png"/><Relationship Id="rId85" Type="http://schemas.openxmlformats.org/officeDocument/2006/relationships/image" Target="../media/image153.png"/><Relationship Id="rId150" Type="http://schemas.openxmlformats.org/officeDocument/2006/relationships/customXml" Target="../ink/ink322.xml"/><Relationship Id="rId171" Type="http://schemas.openxmlformats.org/officeDocument/2006/relationships/image" Target="../media/image188.png"/><Relationship Id="rId192" Type="http://schemas.openxmlformats.org/officeDocument/2006/relationships/customXml" Target="../ink/ink343.xml"/><Relationship Id="rId206" Type="http://schemas.openxmlformats.org/officeDocument/2006/relationships/customXml" Target="../ink/ink350.xml"/><Relationship Id="rId227" Type="http://schemas.openxmlformats.org/officeDocument/2006/relationships/image" Target="../media/image251.png"/><Relationship Id="rId248" Type="http://schemas.openxmlformats.org/officeDocument/2006/relationships/customXml" Target="../ink/ink371.xml"/><Relationship Id="rId269" Type="http://schemas.openxmlformats.org/officeDocument/2006/relationships/image" Target="../media/image272.png"/><Relationship Id="rId12" Type="http://schemas.openxmlformats.org/officeDocument/2006/relationships/customXml" Target="../ink/ink253.xml"/><Relationship Id="rId33" Type="http://schemas.openxmlformats.org/officeDocument/2006/relationships/image" Target="../media/image127.png"/><Relationship Id="rId108" Type="http://schemas.openxmlformats.org/officeDocument/2006/relationships/customXml" Target="../ink/ink301.xml"/><Relationship Id="rId129" Type="http://schemas.openxmlformats.org/officeDocument/2006/relationships/image" Target="../media/image244.png"/><Relationship Id="rId54" Type="http://schemas.openxmlformats.org/officeDocument/2006/relationships/customXml" Target="../ink/ink274.xml"/><Relationship Id="rId75" Type="http://schemas.openxmlformats.org/officeDocument/2006/relationships/image" Target="../media/image148.png"/><Relationship Id="rId96" Type="http://schemas.openxmlformats.org/officeDocument/2006/relationships/customXml" Target="../ink/ink295.xml"/><Relationship Id="rId140" Type="http://schemas.openxmlformats.org/officeDocument/2006/relationships/customXml" Target="../ink/ink317.xml"/><Relationship Id="rId161" Type="http://schemas.openxmlformats.org/officeDocument/2006/relationships/image" Target="../media/image182.png"/><Relationship Id="rId182" Type="http://schemas.openxmlformats.org/officeDocument/2006/relationships/customXml" Target="../ink/ink338.xml"/><Relationship Id="rId217" Type="http://schemas.openxmlformats.org/officeDocument/2006/relationships/image" Target="../media/image224.png"/><Relationship Id="rId6" Type="http://schemas.openxmlformats.org/officeDocument/2006/relationships/customXml" Target="../ink/ink250.xml"/><Relationship Id="rId238" Type="http://schemas.openxmlformats.org/officeDocument/2006/relationships/customXml" Target="../ink/ink366.xml"/><Relationship Id="rId259" Type="http://schemas.openxmlformats.org/officeDocument/2006/relationships/image" Target="../media/image267.png"/><Relationship Id="rId23" Type="http://schemas.openxmlformats.org/officeDocument/2006/relationships/image" Target="../media/image122.png"/><Relationship Id="rId119" Type="http://schemas.openxmlformats.org/officeDocument/2006/relationships/image" Target="../media/image235.png"/><Relationship Id="rId270" Type="http://schemas.openxmlformats.org/officeDocument/2006/relationships/customXml" Target="../ink/ink382.xml"/><Relationship Id="rId44" Type="http://schemas.openxmlformats.org/officeDocument/2006/relationships/customXml" Target="../ink/ink269.xml"/><Relationship Id="rId65" Type="http://schemas.openxmlformats.org/officeDocument/2006/relationships/image" Target="../media/image143.png"/><Relationship Id="rId86" Type="http://schemas.openxmlformats.org/officeDocument/2006/relationships/customXml" Target="../ink/ink290.xml"/><Relationship Id="rId130" Type="http://schemas.openxmlformats.org/officeDocument/2006/relationships/customXml" Target="../ink/ink312.xml"/><Relationship Id="rId151" Type="http://schemas.openxmlformats.org/officeDocument/2006/relationships/image" Target="../media/image173.png"/><Relationship Id="rId172" Type="http://schemas.openxmlformats.org/officeDocument/2006/relationships/customXml" Target="../ink/ink333.xml"/><Relationship Id="rId193" Type="http://schemas.openxmlformats.org/officeDocument/2006/relationships/image" Target="../media/image200.png"/><Relationship Id="rId207" Type="http://schemas.openxmlformats.org/officeDocument/2006/relationships/image" Target="../media/image219.png"/><Relationship Id="rId228" Type="http://schemas.openxmlformats.org/officeDocument/2006/relationships/customXml" Target="../ink/ink361.xml"/><Relationship Id="rId249" Type="http://schemas.openxmlformats.org/officeDocument/2006/relationships/image" Target="../media/image262.png"/><Relationship Id="rId13" Type="http://schemas.openxmlformats.org/officeDocument/2006/relationships/image" Target="../media/image117.png"/><Relationship Id="rId109" Type="http://schemas.openxmlformats.org/officeDocument/2006/relationships/image" Target="../media/image230.png"/><Relationship Id="rId260" Type="http://schemas.openxmlformats.org/officeDocument/2006/relationships/customXml" Target="../ink/ink377.xml"/><Relationship Id="rId34" Type="http://schemas.openxmlformats.org/officeDocument/2006/relationships/customXml" Target="../ink/ink264.xml"/><Relationship Id="rId55" Type="http://schemas.openxmlformats.org/officeDocument/2006/relationships/image" Target="../media/image138.png"/><Relationship Id="rId76" Type="http://schemas.openxmlformats.org/officeDocument/2006/relationships/customXml" Target="../ink/ink285.xml"/><Relationship Id="rId97" Type="http://schemas.openxmlformats.org/officeDocument/2006/relationships/image" Target="../media/image162.png"/><Relationship Id="rId120" Type="http://schemas.openxmlformats.org/officeDocument/2006/relationships/customXml" Target="../ink/ink307.xml"/><Relationship Id="rId141" Type="http://schemas.openxmlformats.org/officeDocument/2006/relationships/image" Target="../media/image168.png"/><Relationship Id="rId7" Type="http://schemas.openxmlformats.org/officeDocument/2006/relationships/image" Target="../media/image114.png"/><Relationship Id="rId162" Type="http://schemas.openxmlformats.org/officeDocument/2006/relationships/customXml" Target="../ink/ink328.xml"/><Relationship Id="rId183" Type="http://schemas.openxmlformats.org/officeDocument/2006/relationships/image" Target="../media/image194.png"/><Relationship Id="rId218" Type="http://schemas.openxmlformats.org/officeDocument/2006/relationships/customXml" Target="../ink/ink356.xml"/><Relationship Id="rId239" Type="http://schemas.openxmlformats.org/officeDocument/2006/relationships/image" Target="../media/image257.png"/><Relationship Id="rId250" Type="http://schemas.openxmlformats.org/officeDocument/2006/relationships/customXml" Target="../ink/ink372.xml"/><Relationship Id="rId271" Type="http://schemas.openxmlformats.org/officeDocument/2006/relationships/image" Target="../media/image273.png"/><Relationship Id="rId24" Type="http://schemas.openxmlformats.org/officeDocument/2006/relationships/customXml" Target="../ink/ink259.xml"/><Relationship Id="rId45" Type="http://schemas.openxmlformats.org/officeDocument/2006/relationships/image" Target="../media/image133.png"/><Relationship Id="rId66" Type="http://schemas.openxmlformats.org/officeDocument/2006/relationships/customXml" Target="../ink/ink280.xml"/><Relationship Id="rId87" Type="http://schemas.openxmlformats.org/officeDocument/2006/relationships/image" Target="../media/image154.png"/><Relationship Id="rId110" Type="http://schemas.openxmlformats.org/officeDocument/2006/relationships/customXml" Target="../ink/ink302.xml"/><Relationship Id="rId131" Type="http://schemas.openxmlformats.org/officeDocument/2006/relationships/image" Target="../media/image245.png"/><Relationship Id="rId152" Type="http://schemas.openxmlformats.org/officeDocument/2006/relationships/customXml" Target="../ink/ink323.xml"/><Relationship Id="rId173" Type="http://schemas.openxmlformats.org/officeDocument/2006/relationships/image" Target="../media/image189.png"/><Relationship Id="rId194" Type="http://schemas.openxmlformats.org/officeDocument/2006/relationships/customXml" Target="../ink/ink344.xml"/><Relationship Id="rId208" Type="http://schemas.openxmlformats.org/officeDocument/2006/relationships/customXml" Target="../ink/ink351.xml"/><Relationship Id="rId229" Type="http://schemas.openxmlformats.org/officeDocument/2006/relationships/image" Target="../media/image252.png"/><Relationship Id="rId240" Type="http://schemas.openxmlformats.org/officeDocument/2006/relationships/customXml" Target="../ink/ink367.xml"/><Relationship Id="rId261" Type="http://schemas.openxmlformats.org/officeDocument/2006/relationships/image" Target="../media/image268.png"/><Relationship Id="rId14" Type="http://schemas.openxmlformats.org/officeDocument/2006/relationships/customXml" Target="../ink/ink254.xml"/><Relationship Id="rId35" Type="http://schemas.openxmlformats.org/officeDocument/2006/relationships/image" Target="../media/image128.png"/><Relationship Id="rId56" Type="http://schemas.openxmlformats.org/officeDocument/2006/relationships/customXml" Target="../ink/ink275.xml"/><Relationship Id="rId77" Type="http://schemas.openxmlformats.org/officeDocument/2006/relationships/image" Target="../media/image149.png"/><Relationship Id="rId100" Type="http://schemas.openxmlformats.org/officeDocument/2006/relationships/customXml" Target="../ink/ink297.xml"/><Relationship Id="rId8" Type="http://schemas.openxmlformats.org/officeDocument/2006/relationships/customXml" Target="../ink/ink251.xml"/><Relationship Id="rId98" Type="http://schemas.openxmlformats.org/officeDocument/2006/relationships/customXml" Target="../ink/ink296.xml"/><Relationship Id="rId121" Type="http://schemas.openxmlformats.org/officeDocument/2006/relationships/image" Target="../media/image236.png"/><Relationship Id="rId142" Type="http://schemas.openxmlformats.org/officeDocument/2006/relationships/customXml" Target="../ink/ink318.xml"/><Relationship Id="rId163" Type="http://schemas.openxmlformats.org/officeDocument/2006/relationships/image" Target="../media/image183.png"/><Relationship Id="rId184" Type="http://schemas.openxmlformats.org/officeDocument/2006/relationships/customXml" Target="../ink/ink339.xml"/><Relationship Id="rId219" Type="http://schemas.openxmlformats.org/officeDocument/2006/relationships/image" Target="../media/image225.png"/><Relationship Id="rId230" Type="http://schemas.openxmlformats.org/officeDocument/2006/relationships/customXml" Target="../ink/ink362.xml"/><Relationship Id="rId251" Type="http://schemas.openxmlformats.org/officeDocument/2006/relationships/image" Target="../media/image263.png"/><Relationship Id="rId25" Type="http://schemas.openxmlformats.org/officeDocument/2006/relationships/image" Target="../media/image123.png"/><Relationship Id="rId46" Type="http://schemas.openxmlformats.org/officeDocument/2006/relationships/customXml" Target="../ink/ink270.xml"/><Relationship Id="rId67" Type="http://schemas.openxmlformats.org/officeDocument/2006/relationships/image" Target="../media/image144.png"/><Relationship Id="rId272" Type="http://schemas.openxmlformats.org/officeDocument/2006/relationships/customXml" Target="../ink/ink383.xml"/><Relationship Id="rId88" Type="http://schemas.openxmlformats.org/officeDocument/2006/relationships/customXml" Target="../ink/ink291.xml"/><Relationship Id="rId111" Type="http://schemas.openxmlformats.org/officeDocument/2006/relationships/image" Target="../media/image231.png"/><Relationship Id="rId132" Type="http://schemas.openxmlformats.org/officeDocument/2006/relationships/customXml" Target="../ink/ink313.xml"/><Relationship Id="rId153" Type="http://schemas.openxmlformats.org/officeDocument/2006/relationships/image" Target="../media/image174.png"/><Relationship Id="rId174" Type="http://schemas.openxmlformats.org/officeDocument/2006/relationships/customXml" Target="../ink/ink334.xml"/><Relationship Id="rId195" Type="http://schemas.openxmlformats.org/officeDocument/2006/relationships/image" Target="../media/image201.png"/><Relationship Id="rId209" Type="http://schemas.openxmlformats.org/officeDocument/2006/relationships/image" Target="../media/image220.png"/><Relationship Id="rId220" Type="http://schemas.openxmlformats.org/officeDocument/2006/relationships/customXml" Target="../ink/ink357.xml"/><Relationship Id="rId241" Type="http://schemas.openxmlformats.org/officeDocument/2006/relationships/image" Target="../media/image258.png"/><Relationship Id="rId15" Type="http://schemas.openxmlformats.org/officeDocument/2006/relationships/image" Target="../media/image118.png"/><Relationship Id="rId36" Type="http://schemas.openxmlformats.org/officeDocument/2006/relationships/customXml" Target="../ink/ink265.xml"/><Relationship Id="rId57" Type="http://schemas.openxmlformats.org/officeDocument/2006/relationships/image" Target="../media/image139.png"/><Relationship Id="rId262" Type="http://schemas.openxmlformats.org/officeDocument/2006/relationships/customXml" Target="../ink/ink378.xml"/><Relationship Id="rId78" Type="http://schemas.openxmlformats.org/officeDocument/2006/relationships/customXml" Target="../ink/ink286.xml"/><Relationship Id="rId99" Type="http://schemas.openxmlformats.org/officeDocument/2006/relationships/image" Target="../media/image163.png"/><Relationship Id="rId101" Type="http://schemas.openxmlformats.org/officeDocument/2006/relationships/image" Target="../media/image164.png"/><Relationship Id="rId122" Type="http://schemas.openxmlformats.org/officeDocument/2006/relationships/customXml" Target="../ink/ink308.xml"/><Relationship Id="rId143" Type="http://schemas.openxmlformats.org/officeDocument/2006/relationships/image" Target="../media/image169.png"/><Relationship Id="rId164" Type="http://schemas.openxmlformats.org/officeDocument/2006/relationships/customXml" Target="../ink/ink329.xml"/><Relationship Id="rId185" Type="http://schemas.openxmlformats.org/officeDocument/2006/relationships/image" Target="../media/image195.png"/><Relationship Id="rId9" Type="http://schemas.openxmlformats.org/officeDocument/2006/relationships/image" Target="../media/image115.png"/><Relationship Id="rId210" Type="http://schemas.openxmlformats.org/officeDocument/2006/relationships/customXml" Target="../ink/ink352.xml"/><Relationship Id="rId26" Type="http://schemas.openxmlformats.org/officeDocument/2006/relationships/customXml" Target="../ink/ink260.xml"/><Relationship Id="rId231" Type="http://schemas.openxmlformats.org/officeDocument/2006/relationships/image" Target="../media/image253.png"/><Relationship Id="rId252" Type="http://schemas.openxmlformats.org/officeDocument/2006/relationships/customXml" Target="../ink/ink373.xml"/><Relationship Id="rId273" Type="http://schemas.openxmlformats.org/officeDocument/2006/relationships/image" Target="../media/image274.png"/><Relationship Id="rId47" Type="http://schemas.openxmlformats.org/officeDocument/2006/relationships/image" Target="../media/image134.png"/><Relationship Id="rId68" Type="http://schemas.openxmlformats.org/officeDocument/2006/relationships/customXml" Target="../ink/ink281.xml"/><Relationship Id="rId89" Type="http://schemas.openxmlformats.org/officeDocument/2006/relationships/image" Target="../media/image155.png"/><Relationship Id="rId112" Type="http://schemas.openxmlformats.org/officeDocument/2006/relationships/customXml" Target="../ink/ink303.xml"/><Relationship Id="rId133" Type="http://schemas.openxmlformats.org/officeDocument/2006/relationships/image" Target="../media/image248.png"/><Relationship Id="rId154" Type="http://schemas.openxmlformats.org/officeDocument/2006/relationships/customXml" Target="../ink/ink324.xml"/><Relationship Id="rId175" Type="http://schemas.openxmlformats.org/officeDocument/2006/relationships/image" Target="../media/image190.png"/><Relationship Id="rId196" Type="http://schemas.openxmlformats.org/officeDocument/2006/relationships/customXml" Target="../ink/ink345.xml"/><Relationship Id="rId200" Type="http://schemas.openxmlformats.org/officeDocument/2006/relationships/customXml" Target="../ink/ink347.xml"/><Relationship Id="rId16" Type="http://schemas.openxmlformats.org/officeDocument/2006/relationships/customXml" Target="../ink/ink255.xml"/><Relationship Id="rId221" Type="http://schemas.openxmlformats.org/officeDocument/2006/relationships/image" Target="../media/image226.png"/><Relationship Id="rId242" Type="http://schemas.openxmlformats.org/officeDocument/2006/relationships/customXml" Target="../ink/ink368.xml"/><Relationship Id="rId263" Type="http://schemas.openxmlformats.org/officeDocument/2006/relationships/image" Target="../media/image269.png"/><Relationship Id="rId37" Type="http://schemas.openxmlformats.org/officeDocument/2006/relationships/image" Target="../media/image129.png"/><Relationship Id="rId58" Type="http://schemas.openxmlformats.org/officeDocument/2006/relationships/customXml" Target="../ink/ink276.xml"/><Relationship Id="rId79" Type="http://schemas.openxmlformats.org/officeDocument/2006/relationships/image" Target="../media/image150.png"/><Relationship Id="rId102" Type="http://schemas.openxmlformats.org/officeDocument/2006/relationships/customXml" Target="../ink/ink298.xml"/><Relationship Id="rId123" Type="http://schemas.openxmlformats.org/officeDocument/2006/relationships/image" Target="../media/image237.png"/><Relationship Id="rId144" Type="http://schemas.openxmlformats.org/officeDocument/2006/relationships/customXml" Target="../ink/ink319.xml"/><Relationship Id="rId90" Type="http://schemas.openxmlformats.org/officeDocument/2006/relationships/customXml" Target="../ink/ink292.xml"/><Relationship Id="rId165" Type="http://schemas.openxmlformats.org/officeDocument/2006/relationships/image" Target="../media/image184.png"/><Relationship Id="rId186" Type="http://schemas.openxmlformats.org/officeDocument/2006/relationships/customXml" Target="../ink/ink340.xml"/><Relationship Id="rId211" Type="http://schemas.openxmlformats.org/officeDocument/2006/relationships/image" Target="../media/image221.png"/><Relationship Id="rId232" Type="http://schemas.openxmlformats.org/officeDocument/2006/relationships/customXml" Target="../ink/ink363.xml"/><Relationship Id="rId253" Type="http://schemas.openxmlformats.org/officeDocument/2006/relationships/image" Target="../media/image264.png"/><Relationship Id="rId274" Type="http://schemas.openxmlformats.org/officeDocument/2006/relationships/customXml" Target="../ink/ink384.xml"/><Relationship Id="rId27" Type="http://schemas.openxmlformats.org/officeDocument/2006/relationships/image" Target="../media/image124.png"/><Relationship Id="rId48" Type="http://schemas.openxmlformats.org/officeDocument/2006/relationships/customXml" Target="../ink/ink271.xml"/><Relationship Id="rId69" Type="http://schemas.openxmlformats.org/officeDocument/2006/relationships/image" Target="../media/image145.png"/><Relationship Id="rId113" Type="http://schemas.openxmlformats.org/officeDocument/2006/relationships/image" Target="../media/image232.png"/><Relationship Id="rId134" Type="http://schemas.openxmlformats.org/officeDocument/2006/relationships/customXml" Target="../ink/ink314.xml"/><Relationship Id="rId80" Type="http://schemas.openxmlformats.org/officeDocument/2006/relationships/customXml" Target="../ink/ink287.xml"/><Relationship Id="rId155" Type="http://schemas.openxmlformats.org/officeDocument/2006/relationships/image" Target="../media/image175.png"/><Relationship Id="rId176" Type="http://schemas.openxmlformats.org/officeDocument/2006/relationships/customXml" Target="../ink/ink335.xml"/><Relationship Id="rId197" Type="http://schemas.openxmlformats.org/officeDocument/2006/relationships/image" Target="../media/image202.png"/><Relationship Id="rId201" Type="http://schemas.openxmlformats.org/officeDocument/2006/relationships/image" Target="../media/image208.png"/><Relationship Id="rId222" Type="http://schemas.openxmlformats.org/officeDocument/2006/relationships/customXml" Target="../ink/ink358.xml"/><Relationship Id="rId243" Type="http://schemas.openxmlformats.org/officeDocument/2006/relationships/image" Target="../media/image259.png"/><Relationship Id="rId264" Type="http://schemas.openxmlformats.org/officeDocument/2006/relationships/customXml" Target="../ink/ink379.xml"/><Relationship Id="rId17" Type="http://schemas.openxmlformats.org/officeDocument/2006/relationships/image" Target="../media/image119.png"/><Relationship Id="rId38" Type="http://schemas.openxmlformats.org/officeDocument/2006/relationships/customXml" Target="../ink/ink266.xml"/><Relationship Id="rId59" Type="http://schemas.openxmlformats.org/officeDocument/2006/relationships/image" Target="../media/image140.png"/><Relationship Id="rId103" Type="http://schemas.openxmlformats.org/officeDocument/2006/relationships/image" Target="../media/image165.png"/><Relationship Id="rId124" Type="http://schemas.openxmlformats.org/officeDocument/2006/relationships/customXml" Target="../ink/ink309.xml"/><Relationship Id="rId70" Type="http://schemas.openxmlformats.org/officeDocument/2006/relationships/customXml" Target="../ink/ink282.xml"/><Relationship Id="rId91" Type="http://schemas.openxmlformats.org/officeDocument/2006/relationships/image" Target="../media/image156.png"/><Relationship Id="rId145" Type="http://schemas.openxmlformats.org/officeDocument/2006/relationships/image" Target="../media/image170.png"/><Relationship Id="rId166" Type="http://schemas.openxmlformats.org/officeDocument/2006/relationships/customXml" Target="../ink/ink330.xml"/><Relationship Id="rId187" Type="http://schemas.openxmlformats.org/officeDocument/2006/relationships/image" Target="../media/image19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53.xml"/><Relationship Id="rId233" Type="http://schemas.openxmlformats.org/officeDocument/2006/relationships/image" Target="../media/image254.png"/><Relationship Id="rId254" Type="http://schemas.openxmlformats.org/officeDocument/2006/relationships/customXml" Target="../ink/ink374.xml"/><Relationship Id="rId28" Type="http://schemas.openxmlformats.org/officeDocument/2006/relationships/customXml" Target="../ink/ink261.xml"/><Relationship Id="rId49" Type="http://schemas.openxmlformats.org/officeDocument/2006/relationships/image" Target="../media/image135.png"/><Relationship Id="rId114" Type="http://schemas.openxmlformats.org/officeDocument/2006/relationships/customXml" Target="../ink/ink304.xml"/><Relationship Id="rId275" Type="http://schemas.openxmlformats.org/officeDocument/2006/relationships/image" Target="../media/image275.png"/><Relationship Id="rId60" Type="http://schemas.openxmlformats.org/officeDocument/2006/relationships/customXml" Target="../ink/ink277.xml"/><Relationship Id="rId81" Type="http://schemas.openxmlformats.org/officeDocument/2006/relationships/image" Target="../media/image151.png"/><Relationship Id="rId135" Type="http://schemas.openxmlformats.org/officeDocument/2006/relationships/image" Target="../media/image249.png"/><Relationship Id="rId156" Type="http://schemas.openxmlformats.org/officeDocument/2006/relationships/customXml" Target="../ink/ink325.xml"/><Relationship Id="rId177" Type="http://schemas.openxmlformats.org/officeDocument/2006/relationships/image" Target="../media/image191.png"/><Relationship Id="rId198" Type="http://schemas.openxmlformats.org/officeDocument/2006/relationships/customXml" Target="../ink/ink346.xml"/><Relationship Id="rId202" Type="http://schemas.openxmlformats.org/officeDocument/2006/relationships/customXml" Target="../ink/ink348.xml"/><Relationship Id="rId223" Type="http://schemas.openxmlformats.org/officeDocument/2006/relationships/image" Target="../media/image227.png"/><Relationship Id="rId244" Type="http://schemas.openxmlformats.org/officeDocument/2006/relationships/customXml" Target="../ink/ink369.xml"/><Relationship Id="rId18" Type="http://schemas.openxmlformats.org/officeDocument/2006/relationships/customXml" Target="../ink/ink256.xml"/><Relationship Id="rId39" Type="http://schemas.openxmlformats.org/officeDocument/2006/relationships/image" Target="../media/image130.png"/><Relationship Id="rId265" Type="http://schemas.openxmlformats.org/officeDocument/2006/relationships/image" Target="../media/image270.png"/><Relationship Id="rId50" Type="http://schemas.openxmlformats.org/officeDocument/2006/relationships/customXml" Target="../ink/ink272.xml"/><Relationship Id="rId104" Type="http://schemas.openxmlformats.org/officeDocument/2006/relationships/customXml" Target="../ink/ink299.xml"/><Relationship Id="rId125" Type="http://schemas.openxmlformats.org/officeDocument/2006/relationships/image" Target="../media/image238.png"/><Relationship Id="rId146" Type="http://schemas.openxmlformats.org/officeDocument/2006/relationships/customXml" Target="../ink/ink320.xml"/><Relationship Id="rId167" Type="http://schemas.openxmlformats.org/officeDocument/2006/relationships/image" Target="../media/image186.png"/><Relationship Id="rId188" Type="http://schemas.openxmlformats.org/officeDocument/2006/relationships/customXml" Target="../ink/ink341.xml"/><Relationship Id="rId71" Type="http://schemas.openxmlformats.org/officeDocument/2006/relationships/image" Target="../media/image146.png"/><Relationship Id="rId92" Type="http://schemas.openxmlformats.org/officeDocument/2006/relationships/customXml" Target="../ink/ink293.xml"/><Relationship Id="rId213" Type="http://schemas.openxmlformats.org/officeDocument/2006/relationships/image" Target="../media/image222.png"/><Relationship Id="rId234" Type="http://schemas.openxmlformats.org/officeDocument/2006/relationships/customXml" Target="../ink/ink364.xml"/><Relationship Id="rId2" Type="http://schemas.openxmlformats.org/officeDocument/2006/relationships/customXml" Target="../ink/ink248.xml"/><Relationship Id="rId29" Type="http://schemas.openxmlformats.org/officeDocument/2006/relationships/image" Target="../media/image125.png"/><Relationship Id="rId255" Type="http://schemas.openxmlformats.org/officeDocument/2006/relationships/image" Target="../media/image265.png"/><Relationship Id="rId40" Type="http://schemas.openxmlformats.org/officeDocument/2006/relationships/customXml" Target="../ink/ink267.xml"/><Relationship Id="rId115" Type="http://schemas.openxmlformats.org/officeDocument/2006/relationships/image" Target="../media/image233.png"/><Relationship Id="rId136" Type="http://schemas.openxmlformats.org/officeDocument/2006/relationships/customXml" Target="../ink/ink315.xml"/><Relationship Id="rId157" Type="http://schemas.openxmlformats.org/officeDocument/2006/relationships/image" Target="../media/image176.png"/><Relationship Id="rId178" Type="http://schemas.openxmlformats.org/officeDocument/2006/relationships/customXml" Target="../ink/ink336.xml"/><Relationship Id="rId61" Type="http://schemas.openxmlformats.org/officeDocument/2006/relationships/image" Target="../media/image141.png"/><Relationship Id="rId82" Type="http://schemas.openxmlformats.org/officeDocument/2006/relationships/customXml" Target="../ink/ink288.xml"/><Relationship Id="rId199" Type="http://schemas.openxmlformats.org/officeDocument/2006/relationships/image" Target="../media/image205.png"/><Relationship Id="rId203" Type="http://schemas.openxmlformats.org/officeDocument/2006/relationships/image" Target="../media/image217.png"/><Relationship Id="rId19" Type="http://schemas.openxmlformats.org/officeDocument/2006/relationships/image" Target="../media/image120.png"/><Relationship Id="rId224" Type="http://schemas.openxmlformats.org/officeDocument/2006/relationships/customXml" Target="../ink/ink359.xml"/><Relationship Id="rId245" Type="http://schemas.openxmlformats.org/officeDocument/2006/relationships/image" Target="../media/image260.png"/><Relationship Id="rId266" Type="http://schemas.openxmlformats.org/officeDocument/2006/relationships/customXml" Target="../ink/ink380.xml"/><Relationship Id="rId30" Type="http://schemas.openxmlformats.org/officeDocument/2006/relationships/customXml" Target="../ink/ink262.xml"/><Relationship Id="rId105" Type="http://schemas.openxmlformats.org/officeDocument/2006/relationships/image" Target="../media/image228.png"/><Relationship Id="rId126" Type="http://schemas.openxmlformats.org/officeDocument/2006/relationships/customXml" Target="../ink/ink310.xml"/><Relationship Id="rId147" Type="http://schemas.openxmlformats.org/officeDocument/2006/relationships/image" Target="../media/image171.png"/><Relationship Id="rId168" Type="http://schemas.openxmlformats.org/officeDocument/2006/relationships/customXml" Target="../ink/ink331.xml"/><Relationship Id="rId51" Type="http://schemas.openxmlformats.org/officeDocument/2006/relationships/image" Target="../media/image136.png"/><Relationship Id="rId72" Type="http://schemas.openxmlformats.org/officeDocument/2006/relationships/customXml" Target="../ink/ink283.xml"/><Relationship Id="rId93" Type="http://schemas.openxmlformats.org/officeDocument/2006/relationships/image" Target="../media/image157.png"/><Relationship Id="rId189" Type="http://schemas.openxmlformats.org/officeDocument/2006/relationships/image" Target="../media/image198.png"/><Relationship Id="rId3" Type="http://schemas.openxmlformats.org/officeDocument/2006/relationships/image" Target="../media/image112.png"/><Relationship Id="rId214" Type="http://schemas.openxmlformats.org/officeDocument/2006/relationships/customXml" Target="../ink/ink354.xml"/><Relationship Id="rId235" Type="http://schemas.openxmlformats.org/officeDocument/2006/relationships/image" Target="../media/image255.png"/><Relationship Id="rId256" Type="http://schemas.openxmlformats.org/officeDocument/2006/relationships/customXml" Target="../ink/ink375.xml"/><Relationship Id="rId116" Type="http://schemas.openxmlformats.org/officeDocument/2006/relationships/customXml" Target="../ink/ink305.xml"/><Relationship Id="rId137" Type="http://schemas.openxmlformats.org/officeDocument/2006/relationships/image" Target="../media/image166.png"/><Relationship Id="rId158" Type="http://schemas.openxmlformats.org/officeDocument/2006/relationships/customXml" Target="../ink/ink326.xml"/><Relationship Id="rId20" Type="http://schemas.openxmlformats.org/officeDocument/2006/relationships/customXml" Target="../ink/ink257.xml"/><Relationship Id="rId41" Type="http://schemas.openxmlformats.org/officeDocument/2006/relationships/image" Target="../media/image131.png"/><Relationship Id="rId62" Type="http://schemas.openxmlformats.org/officeDocument/2006/relationships/customXml" Target="../ink/ink278.xml"/><Relationship Id="rId83" Type="http://schemas.openxmlformats.org/officeDocument/2006/relationships/image" Target="../media/image152.png"/><Relationship Id="rId179" Type="http://schemas.openxmlformats.org/officeDocument/2006/relationships/image" Target="../media/image192.png"/><Relationship Id="rId190" Type="http://schemas.openxmlformats.org/officeDocument/2006/relationships/customXml" Target="../ink/ink342.xml"/><Relationship Id="rId204" Type="http://schemas.openxmlformats.org/officeDocument/2006/relationships/customXml" Target="../ink/ink349.xml"/><Relationship Id="rId225" Type="http://schemas.openxmlformats.org/officeDocument/2006/relationships/image" Target="../media/image250.png"/><Relationship Id="rId246" Type="http://schemas.openxmlformats.org/officeDocument/2006/relationships/customXml" Target="../ink/ink370.xml"/><Relationship Id="rId267" Type="http://schemas.openxmlformats.org/officeDocument/2006/relationships/image" Target="../media/image271.png"/><Relationship Id="rId106" Type="http://schemas.openxmlformats.org/officeDocument/2006/relationships/customXml" Target="../ink/ink300.xml"/><Relationship Id="rId127" Type="http://schemas.openxmlformats.org/officeDocument/2006/relationships/image" Target="../media/image243.png"/><Relationship Id="rId10" Type="http://schemas.openxmlformats.org/officeDocument/2006/relationships/customXml" Target="../ink/ink252.xml"/><Relationship Id="rId31" Type="http://schemas.openxmlformats.org/officeDocument/2006/relationships/image" Target="../media/image126.png"/><Relationship Id="rId52" Type="http://schemas.openxmlformats.org/officeDocument/2006/relationships/customXml" Target="../ink/ink273.xml"/><Relationship Id="rId73" Type="http://schemas.openxmlformats.org/officeDocument/2006/relationships/image" Target="../media/image147.png"/><Relationship Id="rId94" Type="http://schemas.openxmlformats.org/officeDocument/2006/relationships/customXml" Target="../ink/ink294.xml"/><Relationship Id="rId148" Type="http://schemas.openxmlformats.org/officeDocument/2006/relationships/customXml" Target="../ink/ink321.xml"/><Relationship Id="rId169" Type="http://schemas.openxmlformats.org/officeDocument/2006/relationships/image" Target="../media/image187.png"/><Relationship Id="rId4" Type="http://schemas.openxmlformats.org/officeDocument/2006/relationships/customXml" Target="../ink/ink249.xml"/><Relationship Id="rId180" Type="http://schemas.openxmlformats.org/officeDocument/2006/relationships/customXml" Target="../ink/ink337.xml"/><Relationship Id="rId215" Type="http://schemas.openxmlformats.org/officeDocument/2006/relationships/image" Target="../media/image223.png"/><Relationship Id="rId236" Type="http://schemas.openxmlformats.org/officeDocument/2006/relationships/customXml" Target="../ink/ink365.xml"/><Relationship Id="rId257" Type="http://schemas.openxmlformats.org/officeDocument/2006/relationships/image" Target="../media/image266.png"/><Relationship Id="rId42" Type="http://schemas.openxmlformats.org/officeDocument/2006/relationships/customXml" Target="../ink/ink268.xml"/><Relationship Id="rId84" Type="http://schemas.openxmlformats.org/officeDocument/2006/relationships/customXml" Target="../ink/ink289.xml"/><Relationship Id="rId138" Type="http://schemas.openxmlformats.org/officeDocument/2006/relationships/customXml" Target="../ink/ink316.xml"/><Relationship Id="rId191" Type="http://schemas.openxmlformats.org/officeDocument/2006/relationships/image" Target="../media/image199.png"/><Relationship Id="rId205" Type="http://schemas.openxmlformats.org/officeDocument/2006/relationships/image" Target="../media/image218.png"/><Relationship Id="rId247" Type="http://schemas.openxmlformats.org/officeDocument/2006/relationships/image" Target="../media/image261.png"/><Relationship Id="rId107" Type="http://schemas.openxmlformats.org/officeDocument/2006/relationships/image" Target="../media/image229.png"/><Relationship Id="rId11" Type="http://schemas.openxmlformats.org/officeDocument/2006/relationships/image" Target="../media/image116.png"/><Relationship Id="rId53" Type="http://schemas.openxmlformats.org/officeDocument/2006/relationships/image" Target="../media/image137.png"/><Relationship Id="rId149" Type="http://schemas.openxmlformats.org/officeDocument/2006/relationships/image" Target="../media/image17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43.xml"/><Relationship Id="rId21" Type="http://schemas.openxmlformats.org/officeDocument/2006/relationships/image" Target="../media/image285.png"/><Relationship Id="rId63" Type="http://schemas.openxmlformats.org/officeDocument/2006/relationships/image" Target="../media/image306.png"/><Relationship Id="rId159" Type="http://schemas.openxmlformats.org/officeDocument/2006/relationships/customXml" Target="../ink/ink464.xml"/><Relationship Id="rId170" Type="http://schemas.openxmlformats.org/officeDocument/2006/relationships/image" Target="../media/image359.png"/><Relationship Id="rId226" Type="http://schemas.openxmlformats.org/officeDocument/2006/relationships/image" Target="../media/image387.png"/><Relationship Id="rId268" Type="http://schemas.openxmlformats.org/officeDocument/2006/relationships/image" Target="../media/image408.png"/><Relationship Id="rId32" Type="http://schemas.openxmlformats.org/officeDocument/2006/relationships/customXml" Target="../ink/ink400.xml"/><Relationship Id="rId74" Type="http://schemas.openxmlformats.org/officeDocument/2006/relationships/customXml" Target="../ink/ink421.xml"/><Relationship Id="rId128" Type="http://schemas.openxmlformats.org/officeDocument/2006/relationships/image" Target="../media/image338.png"/><Relationship Id="rId5" Type="http://schemas.openxmlformats.org/officeDocument/2006/relationships/image" Target="../media/image277.png"/><Relationship Id="rId181" Type="http://schemas.openxmlformats.org/officeDocument/2006/relationships/customXml" Target="../ink/ink475.xml"/><Relationship Id="rId237" Type="http://schemas.openxmlformats.org/officeDocument/2006/relationships/customXml" Target="../ink/ink503.xml"/><Relationship Id="rId279" Type="http://schemas.openxmlformats.org/officeDocument/2006/relationships/customXml" Target="../ink/ink524.xml"/><Relationship Id="rId43" Type="http://schemas.openxmlformats.org/officeDocument/2006/relationships/image" Target="../media/image296.png"/><Relationship Id="rId139" Type="http://schemas.openxmlformats.org/officeDocument/2006/relationships/customXml" Target="../ink/ink454.xml"/><Relationship Id="rId290" Type="http://schemas.openxmlformats.org/officeDocument/2006/relationships/image" Target="../media/image419.png"/><Relationship Id="rId85" Type="http://schemas.openxmlformats.org/officeDocument/2006/relationships/image" Target="../media/image317.png"/><Relationship Id="rId150" Type="http://schemas.openxmlformats.org/officeDocument/2006/relationships/image" Target="../media/image349.png"/><Relationship Id="rId192" Type="http://schemas.openxmlformats.org/officeDocument/2006/relationships/image" Target="../media/image370.png"/><Relationship Id="rId206" Type="http://schemas.openxmlformats.org/officeDocument/2006/relationships/image" Target="../media/image377.png"/><Relationship Id="rId248" Type="http://schemas.openxmlformats.org/officeDocument/2006/relationships/image" Target="../media/image398.png"/><Relationship Id="rId12" Type="http://schemas.openxmlformats.org/officeDocument/2006/relationships/customXml" Target="../ink/ink390.xml"/><Relationship Id="rId33" Type="http://schemas.openxmlformats.org/officeDocument/2006/relationships/image" Target="../media/image291.png"/><Relationship Id="rId108" Type="http://schemas.openxmlformats.org/officeDocument/2006/relationships/customXml" Target="../ink/ink438.xml"/><Relationship Id="rId129" Type="http://schemas.openxmlformats.org/officeDocument/2006/relationships/customXml" Target="../ink/ink449.xml"/><Relationship Id="rId280" Type="http://schemas.openxmlformats.org/officeDocument/2006/relationships/image" Target="../media/image414.png"/><Relationship Id="rId54" Type="http://schemas.openxmlformats.org/officeDocument/2006/relationships/customXml" Target="../ink/ink411.xml"/><Relationship Id="rId75" Type="http://schemas.openxmlformats.org/officeDocument/2006/relationships/image" Target="../media/image312.png"/><Relationship Id="rId96" Type="http://schemas.openxmlformats.org/officeDocument/2006/relationships/customXml" Target="../ink/ink432.xml"/><Relationship Id="rId140" Type="http://schemas.openxmlformats.org/officeDocument/2006/relationships/image" Target="../media/image344.png"/><Relationship Id="rId161" Type="http://schemas.openxmlformats.org/officeDocument/2006/relationships/customXml" Target="../ink/ink465.xml"/><Relationship Id="rId182" Type="http://schemas.openxmlformats.org/officeDocument/2006/relationships/image" Target="../media/image365.png"/><Relationship Id="rId217" Type="http://schemas.openxmlformats.org/officeDocument/2006/relationships/customXml" Target="../ink/ink493.xml"/><Relationship Id="rId6" Type="http://schemas.openxmlformats.org/officeDocument/2006/relationships/customXml" Target="../ink/ink387.xml"/><Relationship Id="rId238" Type="http://schemas.openxmlformats.org/officeDocument/2006/relationships/image" Target="../media/image393.png"/><Relationship Id="rId259" Type="http://schemas.openxmlformats.org/officeDocument/2006/relationships/customXml" Target="../ink/ink514.xml"/><Relationship Id="rId23" Type="http://schemas.openxmlformats.org/officeDocument/2006/relationships/image" Target="../media/image286.png"/><Relationship Id="rId119" Type="http://schemas.openxmlformats.org/officeDocument/2006/relationships/customXml" Target="../ink/ink444.xml"/><Relationship Id="rId270" Type="http://schemas.openxmlformats.org/officeDocument/2006/relationships/image" Target="../media/image409.png"/><Relationship Id="rId291" Type="http://schemas.openxmlformats.org/officeDocument/2006/relationships/customXml" Target="../ink/ink530.xml"/><Relationship Id="rId44" Type="http://schemas.openxmlformats.org/officeDocument/2006/relationships/customXml" Target="../ink/ink406.xml"/><Relationship Id="rId65" Type="http://schemas.openxmlformats.org/officeDocument/2006/relationships/image" Target="../media/image307.png"/><Relationship Id="rId86" Type="http://schemas.openxmlformats.org/officeDocument/2006/relationships/customXml" Target="../ink/ink427.xml"/><Relationship Id="rId130" Type="http://schemas.openxmlformats.org/officeDocument/2006/relationships/image" Target="../media/image339.png"/><Relationship Id="rId151" Type="http://schemas.openxmlformats.org/officeDocument/2006/relationships/customXml" Target="../ink/ink460.xml"/><Relationship Id="rId172" Type="http://schemas.openxmlformats.org/officeDocument/2006/relationships/image" Target="../media/image360.png"/><Relationship Id="rId193" Type="http://schemas.openxmlformats.org/officeDocument/2006/relationships/customXml" Target="../ink/ink481.xml"/><Relationship Id="rId207" Type="http://schemas.openxmlformats.org/officeDocument/2006/relationships/customXml" Target="../ink/ink488.xml"/><Relationship Id="rId228" Type="http://schemas.openxmlformats.org/officeDocument/2006/relationships/image" Target="../media/image388.png"/><Relationship Id="rId249" Type="http://schemas.openxmlformats.org/officeDocument/2006/relationships/customXml" Target="../ink/ink509.xml"/><Relationship Id="rId13" Type="http://schemas.openxmlformats.org/officeDocument/2006/relationships/image" Target="../media/image281.png"/><Relationship Id="rId109" Type="http://schemas.openxmlformats.org/officeDocument/2006/relationships/image" Target="../media/image329.png"/><Relationship Id="rId260" Type="http://schemas.openxmlformats.org/officeDocument/2006/relationships/image" Target="../media/image404.png"/><Relationship Id="rId281" Type="http://schemas.openxmlformats.org/officeDocument/2006/relationships/customXml" Target="../ink/ink525.xml"/><Relationship Id="rId34" Type="http://schemas.openxmlformats.org/officeDocument/2006/relationships/customXml" Target="../ink/ink401.xml"/><Relationship Id="rId55" Type="http://schemas.openxmlformats.org/officeDocument/2006/relationships/image" Target="../media/image302.png"/><Relationship Id="rId76" Type="http://schemas.openxmlformats.org/officeDocument/2006/relationships/customXml" Target="../ink/ink422.xml"/><Relationship Id="rId97" Type="http://schemas.openxmlformats.org/officeDocument/2006/relationships/image" Target="../media/image323.png"/><Relationship Id="rId120" Type="http://schemas.openxmlformats.org/officeDocument/2006/relationships/image" Target="../media/image334.png"/><Relationship Id="rId141" Type="http://schemas.openxmlformats.org/officeDocument/2006/relationships/customXml" Target="../ink/ink455.xml"/><Relationship Id="rId7" Type="http://schemas.openxmlformats.org/officeDocument/2006/relationships/image" Target="../media/image278.png"/><Relationship Id="rId162" Type="http://schemas.openxmlformats.org/officeDocument/2006/relationships/image" Target="../media/image355.png"/><Relationship Id="rId183" Type="http://schemas.openxmlformats.org/officeDocument/2006/relationships/customXml" Target="../ink/ink476.xml"/><Relationship Id="rId218" Type="http://schemas.openxmlformats.org/officeDocument/2006/relationships/image" Target="../media/image383.png"/><Relationship Id="rId239" Type="http://schemas.openxmlformats.org/officeDocument/2006/relationships/customXml" Target="../ink/ink504.xml"/><Relationship Id="rId250" Type="http://schemas.openxmlformats.org/officeDocument/2006/relationships/image" Target="../media/image399.png"/><Relationship Id="rId271" Type="http://schemas.openxmlformats.org/officeDocument/2006/relationships/customXml" Target="../ink/ink520.xml"/><Relationship Id="rId292" Type="http://schemas.openxmlformats.org/officeDocument/2006/relationships/image" Target="../media/image420.png"/><Relationship Id="rId24" Type="http://schemas.openxmlformats.org/officeDocument/2006/relationships/customXml" Target="../ink/ink396.xml"/><Relationship Id="rId45" Type="http://schemas.openxmlformats.org/officeDocument/2006/relationships/image" Target="../media/image297.png"/><Relationship Id="rId66" Type="http://schemas.openxmlformats.org/officeDocument/2006/relationships/customXml" Target="../ink/ink417.xml"/><Relationship Id="rId87" Type="http://schemas.openxmlformats.org/officeDocument/2006/relationships/image" Target="../media/image318.png"/><Relationship Id="rId110" Type="http://schemas.openxmlformats.org/officeDocument/2006/relationships/customXml" Target="../ink/ink439.xml"/><Relationship Id="rId131" Type="http://schemas.openxmlformats.org/officeDocument/2006/relationships/customXml" Target="../ink/ink450.xml"/><Relationship Id="rId152" Type="http://schemas.openxmlformats.org/officeDocument/2006/relationships/image" Target="../media/image350.png"/><Relationship Id="rId173" Type="http://schemas.openxmlformats.org/officeDocument/2006/relationships/customXml" Target="../ink/ink471.xml"/><Relationship Id="rId194" Type="http://schemas.openxmlformats.org/officeDocument/2006/relationships/image" Target="../media/image371.png"/><Relationship Id="rId208" Type="http://schemas.openxmlformats.org/officeDocument/2006/relationships/image" Target="../media/image378.png"/><Relationship Id="rId229" Type="http://schemas.openxmlformats.org/officeDocument/2006/relationships/customXml" Target="../ink/ink499.xml"/><Relationship Id="rId240" Type="http://schemas.openxmlformats.org/officeDocument/2006/relationships/image" Target="../media/image394.png"/><Relationship Id="rId261" Type="http://schemas.openxmlformats.org/officeDocument/2006/relationships/customXml" Target="../ink/ink515.xml"/><Relationship Id="rId14" Type="http://schemas.openxmlformats.org/officeDocument/2006/relationships/customXml" Target="../ink/ink391.xml"/><Relationship Id="rId35" Type="http://schemas.openxmlformats.org/officeDocument/2006/relationships/image" Target="../media/image292.png"/><Relationship Id="rId56" Type="http://schemas.openxmlformats.org/officeDocument/2006/relationships/customXml" Target="../ink/ink412.xml"/><Relationship Id="rId77" Type="http://schemas.openxmlformats.org/officeDocument/2006/relationships/image" Target="../media/image313.png"/><Relationship Id="rId100" Type="http://schemas.openxmlformats.org/officeDocument/2006/relationships/customXml" Target="../ink/ink434.xml"/><Relationship Id="rId282" Type="http://schemas.openxmlformats.org/officeDocument/2006/relationships/image" Target="../media/image415.png"/><Relationship Id="rId8" Type="http://schemas.openxmlformats.org/officeDocument/2006/relationships/customXml" Target="../ink/ink388.xml"/><Relationship Id="rId98" Type="http://schemas.openxmlformats.org/officeDocument/2006/relationships/customXml" Target="../ink/ink433.xml"/><Relationship Id="rId121" Type="http://schemas.openxmlformats.org/officeDocument/2006/relationships/customXml" Target="../ink/ink445.xml"/><Relationship Id="rId142" Type="http://schemas.openxmlformats.org/officeDocument/2006/relationships/image" Target="../media/image345.png"/><Relationship Id="rId163" Type="http://schemas.openxmlformats.org/officeDocument/2006/relationships/customXml" Target="../ink/ink466.xml"/><Relationship Id="rId184" Type="http://schemas.openxmlformats.org/officeDocument/2006/relationships/image" Target="../media/image366.png"/><Relationship Id="rId219" Type="http://schemas.openxmlformats.org/officeDocument/2006/relationships/customXml" Target="../ink/ink494.xml"/><Relationship Id="rId230" Type="http://schemas.openxmlformats.org/officeDocument/2006/relationships/image" Target="../media/image389.png"/><Relationship Id="rId251" Type="http://schemas.openxmlformats.org/officeDocument/2006/relationships/customXml" Target="../ink/ink510.xml"/><Relationship Id="rId25" Type="http://schemas.openxmlformats.org/officeDocument/2006/relationships/image" Target="../media/image287.png"/><Relationship Id="rId46" Type="http://schemas.openxmlformats.org/officeDocument/2006/relationships/customXml" Target="../ink/ink407.xml"/><Relationship Id="rId67" Type="http://schemas.openxmlformats.org/officeDocument/2006/relationships/image" Target="../media/image308.png"/><Relationship Id="rId272" Type="http://schemas.openxmlformats.org/officeDocument/2006/relationships/image" Target="../media/image410.png"/><Relationship Id="rId293" Type="http://schemas.openxmlformats.org/officeDocument/2006/relationships/customXml" Target="../ink/ink531.xml"/><Relationship Id="rId88" Type="http://schemas.openxmlformats.org/officeDocument/2006/relationships/customXml" Target="../ink/ink428.xml"/><Relationship Id="rId111" Type="http://schemas.openxmlformats.org/officeDocument/2006/relationships/customXml" Target="../ink/ink440.xml"/><Relationship Id="rId132" Type="http://schemas.openxmlformats.org/officeDocument/2006/relationships/image" Target="../media/image340.png"/><Relationship Id="rId153" Type="http://schemas.openxmlformats.org/officeDocument/2006/relationships/customXml" Target="../ink/ink461.xml"/><Relationship Id="rId174" Type="http://schemas.openxmlformats.org/officeDocument/2006/relationships/image" Target="../media/image361.png"/><Relationship Id="rId195" Type="http://schemas.openxmlformats.org/officeDocument/2006/relationships/customXml" Target="../ink/ink482.xml"/><Relationship Id="rId209" Type="http://schemas.openxmlformats.org/officeDocument/2006/relationships/customXml" Target="../ink/ink489.xml"/><Relationship Id="rId220" Type="http://schemas.openxmlformats.org/officeDocument/2006/relationships/image" Target="../media/image384.png"/><Relationship Id="rId241" Type="http://schemas.openxmlformats.org/officeDocument/2006/relationships/customXml" Target="../ink/ink505.xml"/><Relationship Id="rId15" Type="http://schemas.openxmlformats.org/officeDocument/2006/relationships/image" Target="../media/image282.png"/><Relationship Id="rId36" Type="http://schemas.openxmlformats.org/officeDocument/2006/relationships/customXml" Target="../ink/ink402.xml"/><Relationship Id="rId57" Type="http://schemas.openxmlformats.org/officeDocument/2006/relationships/image" Target="../media/image303.png"/><Relationship Id="rId262" Type="http://schemas.openxmlformats.org/officeDocument/2006/relationships/image" Target="../media/image405.png"/><Relationship Id="rId283" Type="http://schemas.openxmlformats.org/officeDocument/2006/relationships/customXml" Target="../ink/ink526.xml"/><Relationship Id="rId78" Type="http://schemas.openxmlformats.org/officeDocument/2006/relationships/customXml" Target="../ink/ink423.xml"/><Relationship Id="rId99" Type="http://schemas.openxmlformats.org/officeDocument/2006/relationships/image" Target="../media/image324.png"/><Relationship Id="rId101" Type="http://schemas.openxmlformats.org/officeDocument/2006/relationships/image" Target="../media/image325.png"/><Relationship Id="rId122" Type="http://schemas.openxmlformats.org/officeDocument/2006/relationships/image" Target="../media/image335.png"/><Relationship Id="rId143" Type="http://schemas.openxmlformats.org/officeDocument/2006/relationships/customXml" Target="../ink/ink456.xml"/><Relationship Id="rId164" Type="http://schemas.openxmlformats.org/officeDocument/2006/relationships/image" Target="../media/image356.png"/><Relationship Id="rId185" Type="http://schemas.openxmlformats.org/officeDocument/2006/relationships/customXml" Target="../ink/ink477.xml"/><Relationship Id="rId9" Type="http://schemas.openxmlformats.org/officeDocument/2006/relationships/image" Target="../media/image279.png"/><Relationship Id="rId210" Type="http://schemas.openxmlformats.org/officeDocument/2006/relationships/image" Target="../media/image379.png"/><Relationship Id="rId26" Type="http://schemas.openxmlformats.org/officeDocument/2006/relationships/customXml" Target="../ink/ink397.xml"/><Relationship Id="rId231" Type="http://schemas.openxmlformats.org/officeDocument/2006/relationships/customXml" Target="../ink/ink500.xml"/><Relationship Id="rId252" Type="http://schemas.openxmlformats.org/officeDocument/2006/relationships/image" Target="../media/image400.png"/><Relationship Id="rId273" Type="http://schemas.openxmlformats.org/officeDocument/2006/relationships/customXml" Target="../ink/ink521.xml"/><Relationship Id="rId294" Type="http://schemas.openxmlformats.org/officeDocument/2006/relationships/image" Target="../media/image421.png"/><Relationship Id="rId47" Type="http://schemas.openxmlformats.org/officeDocument/2006/relationships/image" Target="../media/image298.png"/><Relationship Id="rId68" Type="http://schemas.openxmlformats.org/officeDocument/2006/relationships/customXml" Target="../ink/ink418.xml"/><Relationship Id="rId89" Type="http://schemas.openxmlformats.org/officeDocument/2006/relationships/image" Target="../media/image319.png"/><Relationship Id="rId112" Type="http://schemas.openxmlformats.org/officeDocument/2006/relationships/image" Target="../media/image330.png"/><Relationship Id="rId133" Type="http://schemas.openxmlformats.org/officeDocument/2006/relationships/customXml" Target="../ink/ink451.xml"/><Relationship Id="rId154" Type="http://schemas.openxmlformats.org/officeDocument/2006/relationships/image" Target="../media/image351.png"/><Relationship Id="rId175" Type="http://schemas.openxmlformats.org/officeDocument/2006/relationships/customXml" Target="../ink/ink472.xml"/><Relationship Id="rId196" Type="http://schemas.openxmlformats.org/officeDocument/2006/relationships/image" Target="../media/image372.png"/><Relationship Id="rId200" Type="http://schemas.openxmlformats.org/officeDocument/2006/relationships/image" Target="../media/image374.png"/><Relationship Id="rId16" Type="http://schemas.openxmlformats.org/officeDocument/2006/relationships/customXml" Target="../ink/ink392.xml"/><Relationship Id="rId221" Type="http://schemas.openxmlformats.org/officeDocument/2006/relationships/customXml" Target="../ink/ink495.xml"/><Relationship Id="rId242" Type="http://schemas.openxmlformats.org/officeDocument/2006/relationships/image" Target="../media/image395.png"/><Relationship Id="rId263" Type="http://schemas.openxmlformats.org/officeDocument/2006/relationships/customXml" Target="../ink/ink516.xml"/><Relationship Id="rId284" Type="http://schemas.openxmlformats.org/officeDocument/2006/relationships/image" Target="../media/image416.png"/><Relationship Id="rId37" Type="http://schemas.openxmlformats.org/officeDocument/2006/relationships/image" Target="../media/image293.png"/><Relationship Id="rId58" Type="http://schemas.openxmlformats.org/officeDocument/2006/relationships/customXml" Target="../ink/ink413.xml"/><Relationship Id="rId79" Type="http://schemas.openxmlformats.org/officeDocument/2006/relationships/image" Target="../media/image314.png"/><Relationship Id="rId102" Type="http://schemas.openxmlformats.org/officeDocument/2006/relationships/customXml" Target="../ink/ink435.xml"/><Relationship Id="rId123" Type="http://schemas.openxmlformats.org/officeDocument/2006/relationships/customXml" Target="../ink/ink446.xml"/><Relationship Id="rId144" Type="http://schemas.openxmlformats.org/officeDocument/2006/relationships/image" Target="../media/image346.png"/><Relationship Id="rId90" Type="http://schemas.openxmlformats.org/officeDocument/2006/relationships/customXml" Target="../ink/ink429.xml"/><Relationship Id="rId165" Type="http://schemas.openxmlformats.org/officeDocument/2006/relationships/customXml" Target="../ink/ink467.xml"/><Relationship Id="rId186" Type="http://schemas.openxmlformats.org/officeDocument/2006/relationships/image" Target="../media/image367.png"/><Relationship Id="rId211" Type="http://schemas.openxmlformats.org/officeDocument/2006/relationships/customXml" Target="../ink/ink490.xml"/><Relationship Id="rId232" Type="http://schemas.openxmlformats.org/officeDocument/2006/relationships/image" Target="../media/image390.png"/><Relationship Id="rId253" Type="http://schemas.openxmlformats.org/officeDocument/2006/relationships/customXml" Target="../ink/ink511.xml"/><Relationship Id="rId274" Type="http://schemas.openxmlformats.org/officeDocument/2006/relationships/image" Target="../media/image411.png"/><Relationship Id="rId27" Type="http://schemas.openxmlformats.org/officeDocument/2006/relationships/image" Target="../media/image288.png"/><Relationship Id="rId48" Type="http://schemas.openxmlformats.org/officeDocument/2006/relationships/customXml" Target="../ink/ink408.xml"/><Relationship Id="rId69" Type="http://schemas.openxmlformats.org/officeDocument/2006/relationships/image" Target="../media/image309.png"/><Relationship Id="rId113" Type="http://schemas.openxmlformats.org/officeDocument/2006/relationships/customXml" Target="../ink/ink441.xml"/><Relationship Id="rId134" Type="http://schemas.openxmlformats.org/officeDocument/2006/relationships/image" Target="../media/image341.png"/><Relationship Id="rId80" Type="http://schemas.openxmlformats.org/officeDocument/2006/relationships/customXml" Target="../ink/ink424.xml"/><Relationship Id="rId155" Type="http://schemas.openxmlformats.org/officeDocument/2006/relationships/customXml" Target="../ink/ink462.xml"/><Relationship Id="rId176" Type="http://schemas.openxmlformats.org/officeDocument/2006/relationships/image" Target="../media/image362.png"/><Relationship Id="rId197" Type="http://schemas.openxmlformats.org/officeDocument/2006/relationships/customXml" Target="../ink/ink483.xml"/><Relationship Id="rId201" Type="http://schemas.openxmlformats.org/officeDocument/2006/relationships/customXml" Target="../ink/ink485.xml"/><Relationship Id="rId222" Type="http://schemas.openxmlformats.org/officeDocument/2006/relationships/image" Target="../media/image385.png"/><Relationship Id="rId243" Type="http://schemas.openxmlformats.org/officeDocument/2006/relationships/customXml" Target="../ink/ink506.xml"/><Relationship Id="rId264" Type="http://schemas.openxmlformats.org/officeDocument/2006/relationships/image" Target="../media/image406.png"/><Relationship Id="rId285" Type="http://schemas.openxmlformats.org/officeDocument/2006/relationships/customXml" Target="../ink/ink527.xml"/><Relationship Id="rId17" Type="http://schemas.openxmlformats.org/officeDocument/2006/relationships/image" Target="../media/image283.png"/><Relationship Id="rId38" Type="http://schemas.openxmlformats.org/officeDocument/2006/relationships/customXml" Target="../ink/ink403.xml"/><Relationship Id="rId59" Type="http://schemas.openxmlformats.org/officeDocument/2006/relationships/image" Target="../media/image304.png"/><Relationship Id="rId103" Type="http://schemas.openxmlformats.org/officeDocument/2006/relationships/image" Target="../media/image326.png"/><Relationship Id="rId124" Type="http://schemas.openxmlformats.org/officeDocument/2006/relationships/image" Target="../media/image336.png"/><Relationship Id="rId70" Type="http://schemas.openxmlformats.org/officeDocument/2006/relationships/customXml" Target="../ink/ink419.xml"/><Relationship Id="rId91" Type="http://schemas.openxmlformats.org/officeDocument/2006/relationships/image" Target="../media/image320.png"/><Relationship Id="rId145" Type="http://schemas.openxmlformats.org/officeDocument/2006/relationships/customXml" Target="../ink/ink457.xml"/><Relationship Id="rId166" Type="http://schemas.openxmlformats.org/officeDocument/2006/relationships/image" Target="../media/image357.png"/><Relationship Id="rId187" Type="http://schemas.openxmlformats.org/officeDocument/2006/relationships/customXml" Target="../ink/ink478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380.png"/><Relationship Id="rId233" Type="http://schemas.openxmlformats.org/officeDocument/2006/relationships/customXml" Target="../ink/ink501.xml"/><Relationship Id="rId254" Type="http://schemas.openxmlformats.org/officeDocument/2006/relationships/image" Target="../media/image401.png"/><Relationship Id="rId28" Type="http://schemas.openxmlformats.org/officeDocument/2006/relationships/customXml" Target="../ink/ink398.xml"/><Relationship Id="rId49" Type="http://schemas.openxmlformats.org/officeDocument/2006/relationships/image" Target="../media/image299.png"/><Relationship Id="rId114" Type="http://schemas.openxmlformats.org/officeDocument/2006/relationships/image" Target="../media/image331.png"/><Relationship Id="rId275" Type="http://schemas.openxmlformats.org/officeDocument/2006/relationships/customXml" Target="../ink/ink522.xml"/><Relationship Id="rId60" Type="http://schemas.openxmlformats.org/officeDocument/2006/relationships/customXml" Target="../ink/ink414.xml"/><Relationship Id="rId81" Type="http://schemas.openxmlformats.org/officeDocument/2006/relationships/image" Target="../media/image315.png"/><Relationship Id="rId135" Type="http://schemas.openxmlformats.org/officeDocument/2006/relationships/customXml" Target="../ink/ink452.xml"/><Relationship Id="rId156" Type="http://schemas.openxmlformats.org/officeDocument/2006/relationships/image" Target="../media/image352.png"/><Relationship Id="rId177" Type="http://schemas.openxmlformats.org/officeDocument/2006/relationships/customXml" Target="../ink/ink473.xml"/><Relationship Id="rId198" Type="http://schemas.openxmlformats.org/officeDocument/2006/relationships/image" Target="../media/image373.png"/><Relationship Id="rId202" Type="http://schemas.openxmlformats.org/officeDocument/2006/relationships/image" Target="../media/image375.png"/><Relationship Id="rId223" Type="http://schemas.openxmlformats.org/officeDocument/2006/relationships/customXml" Target="../ink/ink496.xml"/><Relationship Id="rId244" Type="http://schemas.openxmlformats.org/officeDocument/2006/relationships/image" Target="../media/image396.png"/><Relationship Id="rId18" Type="http://schemas.openxmlformats.org/officeDocument/2006/relationships/customXml" Target="../ink/ink393.xml"/><Relationship Id="rId39" Type="http://schemas.openxmlformats.org/officeDocument/2006/relationships/image" Target="../media/image294.png"/><Relationship Id="rId265" Type="http://schemas.openxmlformats.org/officeDocument/2006/relationships/customXml" Target="../ink/ink517.xml"/><Relationship Id="rId286" Type="http://schemas.openxmlformats.org/officeDocument/2006/relationships/image" Target="../media/image417.png"/><Relationship Id="rId50" Type="http://schemas.openxmlformats.org/officeDocument/2006/relationships/customXml" Target="../ink/ink409.xml"/><Relationship Id="rId104" Type="http://schemas.openxmlformats.org/officeDocument/2006/relationships/customXml" Target="../ink/ink436.xml"/><Relationship Id="rId125" Type="http://schemas.openxmlformats.org/officeDocument/2006/relationships/customXml" Target="../ink/ink447.xml"/><Relationship Id="rId146" Type="http://schemas.openxmlformats.org/officeDocument/2006/relationships/image" Target="../media/image347.png"/><Relationship Id="rId167" Type="http://schemas.openxmlformats.org/officeDocument/2006/relationships/customXml" Target="../ink/ink468.xml"/><Relationship Id="rId188" Type="http://schemas.openxmlformats.org/officeDocument/2006/relationships/image" Target="../media/image368.png"/><Relationship Id="rId71" Type="http://schemas.openxmlformats.org/officeDocument/2006/relationships/image" Target="../media/image310.png"/><Relationship Id="rId92" Type="http://schemas.openxmlformats.org/officeDocument/2006/relationships/customXml" Target="../ink/ink430.xml"/><Relationship Id="rId213" Type="http://schemas.openxmlformats.org/officeDocument/2006/relationships/customXml" Target="../ink/ink491.xml"/><Relationship Id="rId234" Type="http://schemas.openxmlformats.org/officeDocument/2006/relationships/image" Target="../media/image391.png"/><Relationship Id="rId2" Type="http://schemas.openxmlformats.org/officeDocument/2006/relationships/customXml" Target="../ink/ink385.xml"/><Relationship Id="rId29" Type="http://schemas.openxmlformats.org/officeDocument/2006/relationships/image" Target="../media/image289.png"/><Relationship Id="rId255" Type="http://schemas.openxmlformats.org/officeDocument/2006/relationships/customXml" Target="../ink/ink512.xml"/><Relationship Id="rId276" Type="http://schemas.openxmlformats.org/officeDocument/2006/relationships/image" Target="../media/image412.png"/><Relationship Id="rId40" Type="http://schemas.openxmlformats.org/officeDocument/2006/relationships/customXml" Target="../ink/ink404.xml"/><Relationship Id="rId115" Type="http://schemas.openxmlformats.org/officeDocument/2006/relationships/customXml" Target="../ink/ink442.xml"/><Relationship Id="rId136" Type="http://schemas.openxmlformats.org/officeDocument/2006/relationships/image" Target="../media/image342.png"/><Relationship Id="rId157" Type="http://schemas.openxmlformats.org/officeDocument/2006/relationships/customXml" Target="../ink/ink463.xml"/><Relationship Id="rId178" Type="http://schemas.openxmlformats.org/officeDocument/2006/relationships/image" Target="../media/image363.png"/><Relationship Id="rId61" Type="http://schemas.openxmlformats.org/officeDocument/2006/relationships/image" Target="../media/image305.png"/><Relationship Id="rId82" Type="http://schemas.openxmlformats.org/officeDocument/2006/relationships/customXml" Target="../ink/ink425.xml"/><Relationship Id="rId199" Type="http://schemas.openxmlformats.org/officeDocument/2006/relationships/customXml" Target="../ink/ink484.xml"/><Relationship Id="rId203" Type="http://schemas.openxmlformats.org/officeDocument/2006/relationships/customXml" Target="../ink/ink486.xml"/><Relationship Id="rId19" Type="http://schemas.openxmlformats.org/officeDocument/2006/relationships/image" Target="../media/image284.png"/><Relationship Id="rId224" Type="http://schemas.openxmlformats.org/officeDocument/2006/relationships/image" Target="../media/image386.png"/><Relationship Id="rId245" Type="http://schemas.openxmlformats.org/officeDocument/2006/relationships/customXml" Target="../ink/ink507.xml"/><Relationship Id="rId266" Type="http://schemas.openxmlformats.org/officeDocument/2006/relationships/image" Target="../media/image407.png"/><Relationship Id="rId287" Type="http://schemas.openxmlformats.org/officeDocument/2006/relationships/customXml" Target="../ink/ink528.xml"/><Relationship Id="rId30" Type="http://schemas.openxmlformats.org/officeDocument/2006/relationships/customXml" Target="../ink/ink399.xml"/><Relationship Id="rId105" Type="http://schemas.openxmlformats.org/officeDocument/2006/relationships/image" Target="../media/image327.png"/><Relationship Id="rId126" Type="http://schemas.openxmlformats.org/officeDocument/2006/relationships/image" Target="../media/image337.png"/><Relationship Id="rId147" Type="http://schemas.openxmlformats.org/officeDocument/2006/relationships/customXml" Target="../ink/ink458.xml"/><Relationship Id="rId168" Type="http://schemas.openxmlformats.org/officeDocument/2006/relationships/image" Target="../media/image358.png"/><Relationship Id="rId51" Type="http://schemas.openxmlformats.org/officeDocument/2006/relationships/image" Target="../media/image300.png"/><Relationship Id="rId72" Type="http://schemas.openxmlformats.org/officeDocument/2006/relationships/customXml" Target="../ink/ink420.xml"/><Relationship Id="rId93" Type="http://schemas.openxmlformats.org/officeDocument/2006/relationships/image" Target="../media/image321.png"/><Relationship Id="rId189" Type="http://schemas.openxmlformats.org/officeDocument/2006/relationships/customXml" Target="../ink/ink479.xml"/><Relationship Id="rId3" Type="http://schemas.openxmlformats.org/officeDocument/2006/relationships/image" Target="../media/image276.png"/><Relationship Id="rId214" Type="http://schemas.openxmlformats.org/officeDocument/2006/relationships/image" Target="../media/image381.png"/><Relationship Id="rId235" Type="http://schemas.openxmlformats.org/officeDocument/2006/relationships/customXml" Target="../ink/ink502.xml"/><Relationship Id="rId256" Type="http://schemas.openxmlformats.org/officeDocument/2006/relationships/image" Target="../media/image402.png"/><Relationship Id="rId277" Type="http://schemas.openxmlformats.org/officeDocument/2006/relationships/customXml" Target="../ink/ink523.xml"/><Relationship Id="rId116" Type="http://schemas.openxmlformats.org/officeDocument/2006/relationships/image" Target="../media/image332.png"/><Relationship Id="rId137" Type="http://schemas.openxmlformats.org/officeDocument/2006/relationships/customXml" Target="../ink/ink453.xml"/><Relationship Id="rId158" Type="http://schemas.openxmlformats.org/officeDocument/2006/relationships/image" Target="../media/image353.png"/><Relationship Id="rId20" Type="http://schemas.openxmlformats.org/officeDocument/2006/relationships/customXml" Target="../ink/ink394.xml"/><Relationship Id="rId41" Type="http://schemas.openxmlformats.org/officeDocument/2006/relationships/image" Target="../media/image295.png"/><Relationship Id="rId62" Type="http://schemas.openxmlformats.org/officeDocument/2006/relationships/customXml" Target="../ink/ink415.xml"/><Relationship Id="rId83" Type="http://schemas.openxmlformats.org/officeDocument/2006/relationships/image" Target="../media/image316.png"/><Relationship Id="rId179" Type="http://schemas.openxmlformats.org/officeDocument/2006/relationships/customXml" Target="../ink/ink474.xml"/><Relationship Id="rId190" Type="http://schemas.openxmlformats.org/officeDocument/2006/relationships/image" Target="../media/image369.png"/><Relationship Id="rId204" Type="http://schemas.openxmlformats.org/officeDocument/2006/relationships/image" Target="../media/image376.png"/><Relationship Id="rId225" Type="http://schemas.openxmlformats.org/officeDocument/2006/relationships/customXml" Target="../ink/ink497.xml"/><Relationship Id="rId246" Type="http://schemas.openxmlformats.org/officeDocument/2006/relationships/image" Target="../media/image397.png"/><Relationship Id="rId267" Type="http://schemas.openxmlformats.org/officeDocument/2006/relationships/customXml" Target="../ink/ink518.xml"/><Relationship Id="rId288" Type="http://schemas.openxmlformats.org/officeDocument/2006/relationships/image" Target="../media/image418.png"/><Relationship Id="rId106" Type="http://schemas.openxmlformats.org/officeDocument/2006/relationships/customXml" Target="../ink/ink437.xml"/><Relationship Id="rId127" Type="http://schemas.openxmlformats.org/officeDocument/2006/relationships/customXml" Target="../ink/ink448.xml"/><Relationship Id="rId10" Type="http://schemas.openxmlformats.org/officeDocument/2006/relationships/customXml" Target="../ink/ink389.xml"/><Relationship Id="rId31" Type="http://schemas.openxmlformats.org/officeDocument/2006/relationships/image" Target="../media/image290.png"/><Relationship Id="rId52" Type="http://schemas.openxmlformats.org/officeDocument/2006/relationships/customXml" Target="../ink/ink410.xml"/><Relationship Id="rId73" Type="http://schemas.openxmlformats.org/officeDocument/2006/relationships/image" Target="../media/image311.png"/><Relationship Id="rId94" Type="http://schemas.openxmlformats.org/officeDocument/2006/relationships/customXml" Target="../ink/ink431.xml"/><Relationship Id="rId148" Type="http://schemas.openxmlformats.org/officeDocument/2006/relationships/image" Target="../media/image348.png"/><Relationship Id="rId169" Type="http://schemas.openxmlformats.org/officeDocument/2006/relationships/customXml" Target="../ink/ink469.xml"/><Relationship Id="rId4" Type="http://schemas.openxmlformats.org/officeDocument/2006/relationships/customXml" Target="../ink/ink386.xml"/><Relationship Id="rId180" Type="http://schemas.openxmlformats.org/officeDocument/2006/relationships/image" Target="../media/image364.png"/><Relationship Id="rId215" Type="http://schemas.openxmlformats.org/officeDocument/2006/relationships/customXml" Target="../ink/ink492.xml"/><Relationship Id="rId236" Type="http://schemas.openxmlformats.org/officeDocument/2006/relationships/image" Target="../media/image392.png"/><Relationship Id="rId257" Type="http://schemas.openxmlformats.org/officeDocument/2006/relationships/customXml" Target="../ink/ink513.xml"/><Relationship Id="rId278" Type="http://schemas.openxmlformats.org/officeDocument/2006/relationships/image" Target="../media/image413.png"/><Relationship Id="rId42" Type="http://schemas.openxmlformats.org/officeDocument/2006/relationships/customXml" Target="../ink/ink405.xml"/><Relationship Id="rId84" Type="http://schemas.openxmlformats.org/officeDocument/2006/relationships/customXml" Target="../ink/ink426.xml"/><Relationship Id="rId138" Type="http://schemas.openxmlformats.org/officeDocument/2006/relationships/image" Target="../media/image343.png"/><Relationship Id="rId191" Type="http://schemas.openxmlformats.org/officeDocument/2006/relationships/customXml" Target="../ink/ink480.xml"/><Relationship Id="rId205" Type="http://schemas.openxmlformats.org/officeDocument/2006/relationships/customXml" Target="../ink/ink487.xml"/><Relationship Id="rId247" Type="http://schemas.openxmlformats.org/officeDocument/2006/relationships/customXml" Target="../ink/ink508.xml"/><Relationship Id="rId107" Type="http://schemas.openxmlformats.org/officeDocument/2006/relationships/image" Target="../media/image328.png"/><Relationship Id="rId289" Type="http://schemas.openxmlformats.org/officeDocument/2006/relationships/customXml" Target="../ink/ink529.xml"/><Relationship Id="rId11" Type="http://schemas.openxmlformats.org/officeDocument/2006/relationships/image" Target="../media/image280.png"/><Relationship Id="rId53" Type="http://schemas.openxmlformats.org/officeDocument/2006/relationships/image" Target="../media/image301.png"/><Relationship Id="rId149" Type="http://schemas.openxmlformats.org/officeDocument/2006/relationships/customXml" Target="../ink/ink459.xml"/><Relationship Id="rId95" Type="http://schemas.openxmlformats.org/officeDocument/2006/relationships/image" Target="../media/image322.png"/><Relationship Id="rId160" Type="http://schemas.openxmlformats.org/officeDocument/2006/relationships/image" Target="../media/image354.png"/><Relationship Id="rId216" Type="http://schemas.openxmlformats.org/officeDocument/2006/relationships/image" Target="../media/image382.png"/><Relationship Id="rId258" Type="http://schemas.openxmlformats.org/officeDocument/2006/relationships/image" Target="../media/image403.png"/><Relationship Id="rId22" Type="http://schemas.openxmlformats.org/officeDocument/2006/relationships/customXml" Target="../ink/ink395.xml"/><Relationship Id="rId64" Type="http://schemas.openxmlformats.org/officeDocument/2006/relationships/customXml" Target="../ink/ink416.xml"/><Relationship Id="rId118" Type="http://schemas.openxmlformats.org/officeDocument/2006/relationships/image" Target="../media/image333.png"/><Relationship Id="rId171" Type="http://schemas.openxmlformats.org/officeDocument/2006/relationships/customXml" Target="../ink/ink470.xml"/><Relationship Id="rId227" Type="http://schemas.openxmlformats.org/officeDocument/2006/relationships/customXml" Target="../ink/ink498.xml"/><Relationship Id="rId269" Type="http://schemas.openxmlformats.org/officeDocument/2006/relationships/customXml" Target="../ink/ink51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9.png"/><Relationship Id="rId21" Type="http://schemas.openxmlformats.org/officeDocument/2006/relationships/image" Target="../media/image431.png"/><Relationship Id="rId42" Type="http://schemas.openxmlformats.org/officeDocument/2006/relationships/customXml" Target="../ink/ink552.xml"/><Relationship Id="rId63" Type="http://schemas.openxmlformats.org/officeDocument/2006/relationships/image" Target="../media/image452.png"/><Relationship Id="rId84" Type="http://schemas.openxmlformats.org/officeDocument/2006/relationships/customXml" Target="../ink/ink573.xml"/><Relationship Id="rId16" Type="http://schemas.openxmlformats.org/officeDocument/2006/relationships/customXml" Target="../ink/ink539.xml"/><Relationship Id="rId107" Type="http://schemas.openxmlformats.org/officeDocument/2006/relationships/image" Target="../media/image474.png"/><Relationship Id="rId11" Type="http://schemas.openxmlformats.org/officeDocument/2006/relationships/image" Target="../media/image426.png"/><Relationship Id="rId32" Type="http://schemas.openxmlformats.org/officeDocument/2006/relationships/customXml" Target="../ink/ink547.xml"/><Relationship Id="rId37" Type="http://schemas.openxmlformats.org/officeDocument/2006/relationships/image" Target="../media/image439.png"/><Relationship Id="rId53" Type="http://schemas.openxmlformats.org/officeDocument/2006/relationships/image" Target="../media/image447.png"/><Relationship Id="rId58" Type="http://schemas.openxmlformats.org/officeDocument/2006/relationships/customXml" Target="../ink/ink560.xml"/><Relationship Id="rId74" Type="http://schemas.openxmlformats.org/officeDocument/2006/relationships/customXml" Target="../ink/ink568.xml"/><Relationship Id="rId79" Type="http://schemas.openxmlformats.org/officeDocument/2006/relationships/image" Target="../media/image460.png"/><Relationship Id="rId102" Type="http://schemas.openxmlformats.org/officeDocument/2006/relationships/customXml" Target="../ink/ink582.xml"/><Relationship Id="rId123" Type="http://schemas.openxmlformats.org/officeDocument/2006/relationships/image" Target="../media/image482.png"/><Relationship Id="rId128" Type="http://schemas.openxmlformats.org/officeDocument/2006/relationships/customXml" Target="../ink/ink595.xml"/><Relationship Id="rId5" Type="http://schemas.openxmlformats.org/officeDocument/2006/relationships/image" Target="../media/image423.png"/><Relationship Id="rId90" Type="http://schemas.openxmlformats.org/officeDocument/2006/relationships/customXml" Target="../ink/ink576.xml"/><Relationship Id="rId95" Type="http://schemas.openxmlformats.org/officeDocument/2006/relationships/image" Target="../media/image468.png"/><Relationship Id="rId22" Type="http://schemas.openxmlformats.org/officeDocument/2006/relationships/customXml" Target="../ink/ink542.xml"/><Relationship Id="rId27" Type="http://schemas.openxmlformats.org/officeDocument/2006/relationships/image" Target="../media/image434.png"/><Relationship Id="rId43" Type="http://schemas.openxmlformats.org/officeDocument/2006/relationships/image" Target="../media/image442.png"/><Relationship Id="rId48" Type="http://schemas.openxmlformats.org/officeDocument/2006/relationships/customXml" Target="../ink/ink555.xml"/><Relationship Id="rId64" Type="http://schemas.openxmlformats.org/officeDocument/2006/relationships/customXml" Target="../ink/ink563.xml"/><Relationship Id="rId69" Type="http://schemas.openxmlformats.org/officeDocument/2006/relationships/image" Target="../media/image455.png"/><Relationship Id="rId113" Type="http://schemas.openxmlformats.org/officeDocument/2006/relationships/image" Target="../media/image477.png"/><Relationship Id="rId118" Type="http://schemas.openxmlformats.org/officeDocument/2006/relationships/customXml" Target="../ink/ink590.xml"/><Relationship Id="rId80" Type="http://schemas.openxmlformats.org/officeDocument/2006/relationships/customXml" Target="../ink/ink571.xml"/><Relationship Id="rId85" Type="http://schemas.openxmlformats.org/officeDocument/2006/relationships/image" Target="../media/image463.png"/><Relationship Id="rId12" Type="http://schemas.openxmlformats.org/officeDocument/2006/relationships/customXml" Target="../ink/ink537.xml"/><Relationship Id="rId17" Type="http://schemas.openxmlformats.org/officeDocument/2006/relationships/image" Target="../media/image429.png"/><Relationship Id="rId33" Type="http://schemas.openxmlformats.org/officeDocument/2006/relationships/image" Target="../media/image437.png"/><Relationship Id="rId38" Type="http://schemas.openxmlformats.org/officeDocument/2006/relationships/customXml" Target="../ink/ink550.xml"/><Relationship Id="rId59" Type="http://schemas.openxmlformats.org/officeDocument/2006/relationships/image" Target="../media/image450.png"/><Relationship Id="rId103" Type="http://schemas.openxmlformats.org/officeDocument/2006/relationships/image" Target="../media/image472.png"/><Relationship Id="rId108" Type="http://schemas.openxmlformats.org/officeDocument/2006/relationships/customXml" Target="../ink/ink585.xml"/><Relationship Id="rId124" Type="http://schemas.openxmlformats.org/officeDocument/2006/relationships/customXml" Target="../ink/ink593.xml"/><Relationship Id="rId129" Type="http://schemas.openxmlformats.org/officeDocument/2006/relationships/image" Target="../media/image485.png"/><Relationship Id="rId54" Type="http://schemas.openxmlformats.org/officeDocument/2006/relationships/customXml" Target="../ink/ink558.xml"/><Relationship Id="rId70" Type="http://schemas.openxmlformats.org/officeDocument/2006/relationships/customXml" Target="../ink/ink566.xml"/><Relationship Id="rId75" Type="http://schemas.openxmlformats.org/officeDocument/2006/relationships/image" Target="../media/image458.png"/><Relationship Id="rId91" Type="http://schemas.openxmlformats.org/officeDocument/2006/relationships/image" Target="../media/image466.png"/><Relationship Id="rId96" Type="http://schemas.openxmlformats.org/officeDocument/2006/relationships/customXml" Target="../ink/ink57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4.xml"/><Relationship Id="rId23" Type="http://schemas.openxmlformats.org/officeDocument/2006/relationships/image" Target="../media/image432.png"/><Relationship Id="rId28" Type="http://schemas.openxmlformats.org/officeDocument/2006/relationships/customXml" Target="../ink/ink545.xml"/><Relationship Id="rId49" Type="http://schemas.openxmlformats.org/officeDocument/2006/relationships/image" Target="../media/image445.png"/><Relationship Id="rId114" Type="http://schemas.openxmlformats.org/officeDocument/2006/relationships/customXml" Target="../ink/ink588.xml"/><Relationship Id="rId119" Type="http://schemas.openxmlformats.org/officeDocument/2006/relationships/image" Target="../media/image480.png"/><Relationship Id="rId44" Type="http://schemas.openxmlformats.org/officeDocument/2006/relationships/customXml" Target="../ink/ink553.xml"/><Relationship Id="rId60" Type="http://schemas.openxmlformats.org/officeDocument/2006/relationships/customXml" Target="../ink/ink561.xml"/><Relationship Id="rId65" Type="http://schemas.openxmlformats.org/officeDocument/2006/relationships/image" Target="../media/image453.png"/><Relationship Id="rId81" Type="http://schemas.openxmlformats.org/officeDocument/2006/relationships/image" Target="../media/image461.png"/><Relationship Id="rId86" Type="http://schemas.openxmlformats.org/officeDocument/2006/relationships/customXml" Target="../ink/ink574.xml"/><Relationship Id="rId130" Type="http://schemas.openxmlformats.org/officeDocument/2006/relationships/customXml" Target="../ink/ink596.xml"/><Relationship Id="rId13" Type="http://schemas.openxmlformats.org/officeDocument/2006/relationships/image" Target="../media/image427.png"/><Relationship Id="rId18" Type="http://schemas.openxmlformats.org/officeDocument/2006/relationships/customXml" Target="../ink/ink540.xml"/><Relationship Id="rId39" Type="http://schemas.openxmlformats.org/officeDocument/2006/relationships/image" Target="../media/image440.png"/><Relationship Id="rId109" Type="http://schemas.openxmlformats.org/officeDocument/2006/relationships/image" Target="../media/image475.png"/><Relationship Id="rId34" Type="http://schemas.openxmlformats.org/officeDocument/2006/relationships/customXml" Target="../ink/ink548.xml"/><Relationship Id="rId50" Type="http://schemas.openxmlformats.org/officeDocument/2006/relationships/customXml" Target="../ink/ink556.xml"/><Relationship Id="rId55" Type="http://schemas.openxmlformats.org/officeDocument/2006/relationships/image" Target="../media/image448.png"/><Relationship Id="rId76" Type="http://schemas.openxmlformats.org/officeDocument/2006/relationships/customXml" Target="../ink/ink569.xml"/><Relationship Id="rId97" Type="http://schemas.openxmlformats.org/officeDocument/2006/relationships/image" Target="../media/image469.png"/><Relationship Id="rId104" Type="http://schemas.openxmlformats.org/officeDocument/2006/relationships/customXml" Target="../ink/ink583.xml"/><Relationship Id="rId120" Type="http://schemas.openxmlformats.org/officeDocument/2006/relationships/customXml" Target="../ink/ink591.xml"/><Relationship Id="rId125" Type="http://schemas.openxmlformats.org/officeDocument/2006/relationships/image" Target="../media/image483.png"/><Relationship Id="rId7" Type="http://schemas.openxmlformats.org/officeDocument/2006/relationships/image" Target="../media/image424.png"/><Relationship Id="rId71" Type="http://schemas.openxmlformats.org/officeDocument/2006/relationships/image" Target="../media/image456.png"/><Relationship Id="rId92" Type="http://schemas.openxmlformats.org/officeDocument/2006/relationships/customXml" Target="../ink/ink577.xml"/><Relationship Id="rId2" Type="http://schemas.openxmlformats.org/officeDocument/2006/relationships/customXml" Target="../ink/ink532.xml"/><Relationship Id="rId29" Type="http://schemas.openxmlformats.org/officeDocument/2006/relationships/image" Target="../media/image435.png"/><Relationship Id="rId24" Type="http://schemas.openxmlformats.org/officeDocument/2006/relationships/customXml" Target="../ink/ink543.xml"/><Relationship Id="rId40" Type="http://schemas.openxmlformats.org/officeDocument/2006/relationships/customXml" Target="../ink/ink551.xml"/><Relationship Id="rId45" Type="http://schemas.openxmlformats.org/officeDocument/2006/relationships/image" Target="../media/image443.png"/><Relationship Id="rId66" Type="http://schemas.openxmlformats.org/officeDocument/2006/relationships/customXml" Target="../ink/ink564.xml"/><Relationship Id="rId87" Type="http://schemas.openxmlformats.org/officeDocument/2006/relationships/image" Target="../media/image464.png"/><Relationship Id="rId110" Type="http://schemas.openxmlformats.org/officeDocument/2006/relationships/customXml" Target="../ink/ink586.xml"/><Relationship Id="rId115" Type="http://schemas.openxmlformats.org/officeDocument/2006/relationships/image" Target="../media/image478.png"/><Relationship Id="rId131" Type="http://schemas.openxmlformats.org/officeDocument/2006/relationships/image" Target="../media/image486.png"/><Relationship Id="rId61" Type="http://schemas.openxmlformats.org/officeDocument/2006/relationships/image" Target="../media/image451.png"/><Relationship Id="rId82" Type="http://schemas.openxmlformats.org/officeDocument/2006/relationships/customXml" Target="../ink/ink572.xml"/><Relationship Id="rId19" Type="http://schemas.openxmlformats.org/officeDocument/2006/relationships/image" Target="../media/image430.png"/><Relationship Id="rId14" Type="http://schemas.openxmlformats.org/officeDocument/2006/relationships/customXml" Target="../ink/ink538.xml"/><Relationship Id="rId30" Type="http://schemas.openxmlformats.org/officeDocument/2006/relationships/customXml" Target="../ink/ink546.xml"/><Relationship Id="rId35" Type="http://schemas.openxmlformats.org/officeDocument/2006/relationships/image" Target="../media/image438.png"/><Relationship Id="rId56" Type="http://schemas.openxmlformats.org/officeDocument/2006/relationships/customXml" Target="../ink/ink559.xml"/><Relationship Id="rId77" Type="http://schemas.openxmlformats.org/officeDocument/2006/relationships/image" Target="../media/image459.png"/><Relationship Id="rId100" Type="http://schemas.openxmlformats.org/officeDocument/2006/relationships/customXml" Target="../ink/ink581.xml"/><Relationship Id="rId105" Type="http://schemas.openxmlformats.org/officeDocument/2006/relationships/image" Target="../media/image473.png"/><Relationship Id="rId126" Type="http://schemas.openxmlformats.org/officeDocument/2006/relationships/customXml" Target="../ink/ink594.xml"/><Relationship Id="rId8" Type="http://schemas.openxmlformats.org/officeDocument/2006/relationships/customXml" Target="../ink/ink535.xml"/><Relationship Id="rId51" Type="http://schemas.openxmlformats.org/officeDocument/2006/relationships/image" Target="../media/image446.png"/><Relationship Id="rId72" Type="http://schemas.openxmlformats.org/officeDocument/2006/relationships/customXml" Target="../ink/ink567.xml"/><Relationship Id="rId93" Type="http://schemas.openxmlformats.org/officeDocument/2006/relationships/image" Target="../media/image467.png"/><Relationship Id="rId98" Type="http://schemas.openxmlformats.org/officeDocument/2006/relationships/customXml" Target="../ink/ink580.xml"/><Relationship Id="rId121" Type="http://schemas.openxmlformats.org/officeDocument/2006/relationships/image" Target="../media/image481.png"/><Relationship Id="rId3" Type="http://schemas.openxmlformats.org/officeDocument/2006/relationships/image" Target="../media/image422.png"/><Relationship Id="rId25" Type="http://schemas.openxmlformats.org/officeDocument/2006/relationships/image" Target="../media/image433.png"/><Relationship Id="rId46" Type="http://schemas.openxmlformats.org/officeDocument/2006/relationships/customXml" Target="../ink/ink554.xml"/><Relationship Id="rId67" Type="http://schemas.openxmlformats.org/officeDocument/2006/relationships/image" Target="../media/image454.png"/><Relationship Id="rId116" Type="http://schemas.openxmlformats.org/officeDocument/2006/relationships/customXml" Target="../ink/ink589.xml"/><Relationship Id="rId20" Type="http://schemas.openxmlformats.org/officeDocument/2006/relationships/customXml" Target="../ink/ink541.xml"/><Relationship Id="rId41" Type="http://schemas.openxmlformats.org/officeDocument/2006/relationships/image" Target="../media/image441.png"/><Relationship Id="rId62" Type="http://schemas.openxmlformats.org/officeDocument/2006/relationships/customXml" Target="../ink/ink562.xml"/><Relationship Id="rId83" Type="http://schemas.openxmlformats.org/officeDocument/2006/relationships/image" Target="../media/image462.png"/><Relationship Id="rId88" Type="http://schemas.openxmlformats.org/officeDocument/2006/relationships/customXml" Target="../ink/ink575.xml"/><Relationship Id="rId111" Type="http://schemas.openxmlformats.org/officeDocument/2006/relationships/image" Target="../media/image476.png"/><Relationship Id="rId132" Type="http://schemas.openxmlformats.org/officeDocument/2006/relationships/customXml" Target="../ink/ink597.xml"/><Relationship Id="rId15" Type="http://schemas.openxmlformats.org/officeDocument/2006/relationships/image" Target="../media/image428.png"/><Relationship Id="rId36" Type="http://schemas.openxmlformats.org/officeDocument/2006/relationships/customXml" Target="../ink/ink549.xml"/><Relationship Id="rId57" Type="http://schemas.openxmlformats.org/officeDocument/2006/relationships/image" Target="../media/image449.png"/><Relationship Id="rId106" Type="http://schemas.openxmlformats.org/officeDocument/2006/relationships/customXml" Target="../ink/ink584.xml"/><Relationship Id="rId127" Type="http://schemas.openxmlformats.org/officeDocument/2006/relationships/image" Target="../media/image484.png"/><Relationship Id="rId10" Type="http://schemas.openxmlformats.org/officeDocument/2006/relationships/customXml" Target="../ink/ink536.xml"/><Relationship Id="rId31" Type="http://schemas.openxmlformats.org/officeDocument/2006/relationships/image" Target="../media/image436.png"/><Relationship Id="rId52" Type="http://schemas.openxmlformats.org/officeDocument/2006/relationships/customXml" Target="../ink/ink557.xml"/><Relationship Id="rId73" Type="http://schemas.openxmlformats.org/officeDocument/2006/relationships/image" Target="../media/image457.png"/><Relationship Id="rId78" Type="http://schemas.openxmlformats.org/officeDocument/2006/relationships/customXml" Target="../ink/ink570.xml"/><Relationship Id="rId94" Type="http://schemas.openxmlformats.org/officeDocument/2006/relationships/customXml" Target="../ink/ink578.xml"/><Relationship Id="rId99" Type="http://schemas.openxmlformats.org/officeDocument/2006/relationships/image" Target="../media/image470.png"/><Relationship Id="rId101" Type="http://schemas.openxmlformats.org/officeDocument/2006/relationships/image" Target="../media/image471.png"/><Relationship Id="rId122" Type="http://schemas.openxmlformats.org/officeDocument/2006/relationships/customXml" Target="../ink/ink592.xml"/><Relationship Id="rId4" Type="http://schemas.openxmlformats.org/officeDocument/2006/relationships/customXml" Target="../ink/ink533.xml"/><Relationship Id="rId9" Type="http://schemas.openxmlformats.org/officeDocument/2006/relationships/image" Target="../media/image425.png"/><Relationship Id="rId26" Type="http://schemas.openxmlformats.org/officeDocument/2006/relationships/customXml" Target="../ink/ink544.xml"/><Relationship Id="rId47" Type="http://schemas.openxmlformats.org/officeDocument/2006/relationships/image" Target="../media/image444.png"/><Relationship Id="rId68" Type="http://schemas.openxmlformats.org/officeDocument/2006/relationships/customXml" Target="../ink/ink565.xml"/><Relationship Id="rId89" Type="http://schemas.openxmlformats.org/officeDocument/2006/relationships/image" Target="../media/image465.png"/><Relationship Id="rId112" Type="http://schemas.openxmlformats.org/officeDocument/2006/relationships/customXml" Target="../ink/ink587.xml"/><Relationship Id="rId133" Type="http://schemas.openxmlformats.org/officeDocument/2006/relationships/image" Target="../media/image487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0.png"/><Relationship Id="rId21" Type="http://schemas.openxmlformats.org/officeDocument/2006/relationships/image" Target="../media/image431.png"/><Relationship Id="rId42" Type="http://schemas.openxmlformats.org/officeDocument/2006/relationships/customXml" Target="../ink/ink618.xml"/><Relationship Id="rId63" Type="http://schemas.openxmlformats.org/officeDocument/2006/relationships/image" Target="../media/image455.png"/><Relationship Id="rId84" Type="http://schemas.openxmlformats.org/officeDocument/2006/relationships/customXml" Target="../ink/ink639.xml"/><Relationship Id="rId138" Type="http://schemas.openxmlformats.org/officeDocument/2006/relationships/customXml" Target="../ink/ink666.xml"/><Relationship Id="rId107" Type="http://schemas.openxmlformats.org/officeDocument/2006/relationships/image" Target="../media/image484.png"/><Relationship Id="rId11" Type="http://schemas.openxmlformats.org/officeDocument/2006/relationships/image" Target="../media/image426.png"/><Relationship Id="rId32" Type="http://schemas.openxmlformats.org/officeDocument/2006/relationships/customXml" Target="../ink/ink613.xml"/><Relationship Id="rId53" Type="http://schemas.openxmlformats.org/officeDocument/2006/relationships/image" Target="../media/image447.png"/><Relationship Id="rId74" Type="http://schemas.openxmlformats.org/officeDocument/2006/relationships/customXml" Target="../ink/ink634.xml"/><Relationship Id="rId128" Type="http://schemas.openxmlformats.org/officeDocument/2006/relationships/customXml" Target="../ink/ink661.xml"/><Relationship Id="rId5" Type="http://schemas.openxmlformats.org/officeDocument/2006/relationships/image" Target="../media/image423.png"/><Relationship Id="rId90" Type="http://schemas.openxmlformats.org/officeDocument/2006/relationships/customXml" Target="../ink/ink642.xml"/><Relationship Id="rId95" Type="http://schemas.openxmlformats.org/officeDocument/2006/relationships/image" Target="../media/image478.png"/><Relationship Id="rId22" Type="http://schemas.openxmlformats.org/officeDocument/2006/relationships/customXml" Target="../ink/ink608.xml"/><Relationship Id="rId27" Type="http://schemas.openxmlformats.org/officeDocument/2006/relationships/image" Target="../media/image434.png"/><Relationship Id="rId43" Type="http://schemas.openxmlformats.org/officeDocument/2006/relationships/image" Target="../media/image442.png"/><Relationship Id="rId48" Type="http://schemas.openxmlformats.org/officeDocument/2006/relationships/customXml" Target="../ink/ink621.xml"/><Relationship Id="rId64" Type="http://schemas.openxmlformats.org/officeDocument/2006/relationships/customXml" Target="../ink/ink629.xml"/><Relationship Id="rId69" Type="http://schemas.openxmlformats.org/officeDocument/2006/relationships/image" Target="../media/image458.png"/><Relationship Id="rId113" Type="http://schemas.openxmlformats.org/officeDocument/2006/relationships/image" Target="../media/image488.png"/><Relationship Id="rId118" Type="http://schemas.openxmlformats.org/officeDocument/2006/relationships/customXml" Target="../ink/ink656.xml"/><Relationship Id="rId134" Type="http://schemas.openxmlformats.org/officeDocument/2006/relationships/customXml" Target="../ink/ink664.xml"/><Relationship Id="rId139" Type="http://schemas.openxmlformats.org/officeDocument/2006/relationships/image" Target="../media/image501.png"/><Relationship Id="rId80" Type="http://schemas.openxmlformats.org/officeDocument/2006/relationships/customXml" Target="../ink/ink637.xml"/><Relationship Id="rId85" Type="http://schemas.openxmlformats.org/officeDocument/2006/relationships/image" Target="../media/image473.png"/><Relationship Id="rId12" Type="http://schemas.openxmlformats.org/officeDocument/2006/relationships/customXml" Target="../ink/ink603.xml"/><Relationship Id="rId17" Type="http://schemas.openxmlformats.org/officeDocument/2006/relationships/image" Target="../media/image429.png"/><Relationship Id="rId33" Type="http://schemas.openxmlformats.org/officeDocument/2006/relationships/image" Target="../media/image437.png"/><Relationship Id="rId38" Type="http://schemas.openxmlformats.org/officeDocument/2006/relationships/customXml" Target="../ink/ink616.xml"/><Relationship Id="rId59" Type="http://schemas.openxmlformats.org/officeDocument/2006/relationships/image" Target="../media/image450.png"/><Relationship Id="rId103" Type="http://schemas.openxmlformats.org/officeDocument/2006/relationships/image" Target="../media/image482.png"/><Relationship Id="rId108" Type="http://schemas.openxmlformats.org/officeDocument/2006/relationships/customXml" Target="../ink/ink651.xml"/><Relationship Id="rId124" Type="http://schemas.openxmlformats.org/officeDocument/2006/relationships/customXml" Target="../ink/ink659.xml"/><Relationship Id="rId129" Type="http://schemas.openxmlformats.org/officeDocument/2006/relationships/image" Target="../media/image496.png"/><Relationship Id="rId54" Type="http://schemas.openxmlformats.org/officeDocument/2006/relationships/customXml" Target="../ink/ink624.xml"/><Relationship Id="rId70" Type="http://schemas.openxmlformats.org/officeDocument/2006/relationships/customXml" Target="../ink/ink632.xml"/><Relationship Id="rId75" Type="http://schemas.openxmlformats.org/officeDocument/2006/relationships/image" Target="../media/image461.png"/><Relationship Id="rId91" Type="http://schemas.openxmlformats.org/officeDocument/2006/relationships/image" Target="../media/image476.png"/><Relationship Id="rId96" Type="http://schemas.openxmlformats.org/officeDocument/2006/relationships/customXml" Target="../ink/ink645.xml"/><Relationship Id="rId140" Type="http://schemas.openxmlformats.org/officeDocument/2006/relationships/customXml" Target="../ink/ink667.xml"/><Relationship Id="rId145" Type="http://schemas.openxmlformats.org/officeDocument/2006/relationships/image" Target="../media/image50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00.xml"/><Relationship Id="rId23" Type="http://schemas.openxmlformats.org/officeDocument/2006/relationships/image" Target="../media/image432.png"/><Relationship Id="rId28" Type="http://schemas.openxmlformats.org/officeDocument/2006/relationships/customXml" Target="../ink/ink611.xml"/><Relationship Id="rId49" Type="http://schemas.openxmlformats.org/officeDocument/2006/relationships/image" Target="../media/image445.png"/><Relationship Id="rId114" Type="http://schemas.openxmlformats.org/officeDocument/2006/relationships/customXml" Target="../ink/ink654.xml"/><Relationship Id="rId119" Type="http://schemas.openxmlformats.org/officeDocument/2006/relationships/image" Target="../media/image491.png"/><Relationship Id="rId44" Type="http://schemas.openxmlformats.org/officeDocument/2006/relationships/customXml" Target="../ink/ink619.xml"/><Relationship Id="rId60" Type="http://schemas.openxmlformats.org/officeDocument/2006/relationships/customXml" Target="../ink/ink627.xml"/><Relationship Id="rId65" Type="http://schemas.openxmlformats.org/officeDocument/2006/relationships/image" Target="../media/image456.png"/><Relationship Id="rId81" Type="http://schemas.openxmlformats.org/officeDocument/2006/relationships/image" Target="../media/image465.png"/><Relationship Id="rId86" Type="http://schemas.openxmlformats.org/officeDocument/2006/relationships/customXml" Target="../ink/ink640.xml"/><Relationship Id="rId130" Type="http://schemas.openxmlformats.org/officeDocument/2006/relationships/customXml" Target="../ink/ink662.xml"/><Relationship Id="rId135" Type="http://schemas.openxmlformats.org/officeDocument/2006/relationships/image" Target="../media/image499.png"/><Relationship Id="rId13" Type="http://schemas.openxmlformats.org/officeDocument/2006/relationships/image" Target="../media/image427.png"/><Relationship Id="rId18" Type="http://schemas.openxmlformats.org/officeDocument/2006/relationships/customXml" Target="../ink/ink606.xml"/><Relationship Id="rId39" Type="http://schemas.openxmlformats.org/officeDocument/2006/relationships/image" Target="../media/image440.png"/><Relationship Id="rId109" Type="http://schemas.openxmlformats.org/officeDocument/2006/relationships/image" Target="../media/image485.png"/><Relationship Id="rId34" Type="http://schemas.openxmlformats.org/officeDocument/2006/relationships/customXml" Target="../ink/ink614.xml"/><Relationship Id="rId50" Type="http://schemas.openxmlformats.org/officeDocument/2006/relationships/customXml" Target="../ink/ink622.xml"/><Relationship Id="rId55" Type="http://schemas.openxmlformats.org/officeDocument/2006/relationships/image" Target="../media/image448.png"/><Relationship Id="rId76" Type="http://schemas.openxmlformats.org/officeDocument/2006/relationships/customXml" Target="../ink/ink635.xml"/><Relationship Id="rId97" Type="http://schemas.openxmlformats.org/officeDocument/2006/relationships/image" Target="../media/image479.png"/><Relationship Id="rId104" Type="http://schemas.openxmlformats.org/officeDocument/2006/relationships/customXml" Target="../ink/ink649.xml"/><Relationship Id="rId120" Type="http://schemas.openxmlformats.org/officeDocument/2006/relationships/customXml" Target="../ink/ink657.xml"/><Relationship Id="rId125" Type="http://schemas.openxmlformats.org/officeDocument/2006/relationships/image" Target="../media/image494.png"/><Relationship Id="rId141" Type="http://schemas.openxmlformats.org/officeDocument/2006/relationships/image" Target="../media/image502.png"/><Relationship Id="rId146" Type="http://schemas.openxmlformats.org/officeDocument/2006/relationships/customXml" Target="../ink/ink670.xml"/><Relationship Id="rId7" Type="http://schemas.openxmlformats.org/officeDocument/2006/relationships/image" Target="../media/image424.png"/><Relationship Id="rId71" Type="http://schemas.openxmlformats.org/officeDocument/2006/relationships/image" Target="../media/image459.png"/><Relationship Id="rId92" Type="http://schemas.openxmlformats.org/officeDocument/2006/relationships/customXml" Target="../ink/ink643.xml"/><Relationship Id="rId2" Type="http://schemas.openxmlformats.org/officeDocument/2006/relationships/customXml" Target="../ink/ink598.xml"/><Relationship Id="rId29" Type="http://schemas.openxmlformats.org/officeDocument/2006/relationships/image" Target="../media/image435.png"/><Relationship Id="rId24" Type="http://schemas.openxmlformats.org/officeDocument/2006/relationships/customXml" Target="../ink/ink609.xml"/><Relationship Id="rId40" Type="http://schemas.openxmlformats.org/officeDocument/2006/relationships/customXml" Target="../ink/ink617.xml"/><Relationship Id="rId45" Type="http://schemas.openxmlformats.org/officeDocument/2006/relationships/image" Target="../media/image443.png"/><Relationship Id="rId66" Type="http://schemas.openxmlformats.org/officeDocument/2006/relationships/customXml" Target="../ink/ink630.xml"/><Relationship Id="rId87" Type="http://schemas.openxmlformats.org/officeDocument/2006/relationships/image" Target="../media/image474.png"/><Relationship Id="rId110" Type="http://schemas.openxmlformats.org/officeDocument/2006/relationships/customXml" Target="../ink/ink652.xml"/><Relationship Id="rId115" Type="http://schemas.openxmlformats.org/officeDocument/2006/relationships/image" Target="../media/image489.png"/><Relationship Id="rId131" Type="http://schemas.openxmlformats.org/officeDocument/2006/relationships/image" Target="../media/image497.png"/><Relationship Id="rId136" Type="http://schemas.openxmlformats.org/officeDocument/2006/relationships/customXml" Target="../ink/ink665.xml"/><Relationship Id="rId61" Type="http://schemas.openxmlformats.org/officeDocument/2006/relationships/image" Target="../media/image451.png"/><Relationship Id="rId82" Type="http://schemas.openxmlformats.org/officeDocument/2006/relationships/customXml" Target="../ink/ink638.xml"/><Relationship Id="rId19" Type="http://schemas.openxmlformats.org/officeDocument/2006/relationships/image" Target="../media/image430.png"/><Relationship Id="rId14" Type="http://schemas.openxmlformats.org/officeDocument/2006/relationships/customXml" Target="../ink/ink604.xml"/><Relationship Id="rId30" Type="http://schemas.openxmlformats.org/officeDocument/2006/relationships/customXml" Target="../ink/ink612.xml"/><Relationship Id="rId35" Type="http://schemas.openxmlformats.org/officeDocument/2006/relationships/image" Target="../media/image438.png"/><Relationship Id="rId56" Type="http://schemas.openxmlformats.org/officeDocument/2006/relationships/customXml" Target="../ink/ink625.xml"/><Relationship Id="rId77" Type="http://schemas.openxmlformats.org/officeDocument/2006/relationships/image" Target="../media/image462.png"/><Relationship Id="rId100" Type="http://schemas.openxmlformats.org/officeDocument/2006/relationships/customXml" Target="../ink/ink647.xml"/><Relationship Id="rId105" Type="http://schemas.openxmlformats.org/officeDocument/2006/relationships/image" Target="../media/image483.png"/><Relationship Id="rId126" Type="http://schemas.openxmlformats.org/officeDocument/2006/relationships/customXml" Target="../ink/ink660.xml"/><Relationship Id="rId147" Type="http://schemas.openxmlformats.org/officeDocument/2006/relationships/image" Target="../media/image505.png"/><Relationship Id="rId8" Type="http://schemas.openxmlformats.org/officeDocument/2006/relationships/customXml" Target="../ink/ink601.xml"/><Relationship Id="rId51" Type="http://schemas.openxmlformats.org/officeDocument/2006/relationships/image" Target="../media/image446.png"/><Relationship Id="rId72" Type="http://schemas.openxmlformats.org/officeDocument/2006/relationships/customXml" Target="../ink/ink633.xml"/><Relationship Id="rId93" Type="http://schemas.openxmlformats.org/officeDocument/2006/relationships/image" Target="../media/image477.png"/><Relationship Id="rId98" Type="http://schemas.openxmlformats.org/officeDocument/2006/relationships/customXml" Target="../ink/ink646.xml"/><Relationship Id="rId121" Type="http://schemas.openxmlformats.org/officeDocument/2006/relationships/image" Target="../media/image492.png"/><Relationship Id="rId142" Type="http://schemas.openxmlformats.org/officeDocument/2006/relationships/customXml" Target="../ink/ink668.xml"/><Relationship Id="rId3" Type="http://schemas.openxmlformats.org/officeDocument/2006/relationships/image" Target="../media/image422.png"/><Relationship Id="rId25" Type="http://schemas.openxmlformats.org/officeDocument/2006/relationships/image" Target="../media/image433.png"/><Relationship Id="rId46" Type="http://schemas.openxmlformats.org/officeDocument/2006/relationships/customXml" Target="../ink/ink620.xml"/><Relationship Id="rId67" Type="http://schemas.openxmlformats.org/officeDocument/2006/relationships/image" Target="../media/image457.png"/><Relationship Id="rId116" Type="http://schemas.openxmlformats.org/officeDocument/2006/relationships/customXml" Target="../ink/ink655.xml"/><Relationship Id="rId137" Type="http://schemas.openxmlformats.org/officeDocument/2006/relationships/image" Target="../media/image500.png"/><Relationship Id="rId20" Type="http://schemas.openxmlformats.org/officeDocument/2006/relationships/customXml" Target="../ink/ink607.xml"/><Relationship Id="rId41" Type="http://schemas.openxmlformats.org/officeDocument/2006/relationships/image" Target="../media/image441.png"/><Relationship Id="rId62" Type="http://schemas.openxmlformats.org/officeDocument/2006/relationships/customXml" Target="../ink/ink628.xml"/><Relationship Id="rId83" Type="http://schemas.openxmlformats.org/officeDocument/2006/relationships/image" Target="../media/image469.png"/><Relationship Id="rId88" Type="http://schemas.openxmlformats.org/officeDocument/2006/relationships/customXml" Target="../ink/ink641.xml"/><Relationship Id="rId111" Type="http://schemas.openxmlformats.org/officeDocument/2006/relationships/image" Target="../media/image487.png"/><Relationship Id="rId132" Type="http://schemas.openxmlformats.org/officeDocument/2006/relationships/customXml" Target="../ink/ink663.xml"/><Relationship Id="rId15" Type="http://schemas.openxmlformats.org/officeDocument/2006/relationships/image" Target="../media/image428.png"/><Relationship Id="rId36" Type="http://schemas.openxmlformats.org/officeDocument/2006/relationships/customXml" Target="../ink/ink615.xml"/><Relationship Id="rId57" Type="http://schemas.openxmlformats.org/officeDocument/2006/relationships/image" Target="../media/image449.png"/><Relationship Id="rId106" Type="http://schemas.openxmlformats.org/officeDocument/2006/relationships/customXml" Target="../ink/ink650.xml"/><Relationship Id="rId127" Type="http://schemas.openxmlformats.org/officeDocument/2006/relationships/image" Target="../media/image495.png"/><Relationship Id="rId10" Type="http://schemas.openxmlformats.org/officeDocument/2006/relationships/customXml" Target="../ink/ink602.xml"/><Relationship Id="rId31" Type="http://schemas.openxmlformats.org/officeDocument/2006/relationships/image" Target="../media/image436.png"/><Relationship Id="rId52" Type="http://schemas.openxmlformats.org/officeDocument/2006/relationships/customXml" Target="../ink/ink623.xml"/><Relationship Id="rId73" Type="http://schemas.openxmlformats.org/officeDocument/2006/relationships/image" Target="../media/image460.png"/><Relationship Id="rId78" Type="http://schemas.openxmlformats.org/officeDocument/2006/relationships/customXml" Target="../ink/ink636.xml"/><Relationship Id="rId94" Type="http://schemas.openxmlformats.org/officeDocument/2006/relationships/customXml" Target="../ink/ink644.xml"/><Relationship Id="rId99" Type="http://schemas.openxmlformats.org/officeDocument/2006/relationships/image" Target="../media/image480.png"/><Relationship Id="rId101" Type="http://schemas.openxmlformats.org/officeDocument/2006/relationships/image" Target="../media/image481.png"/><Relationship Id="rId122" Type="http://schemas.openxmlformats.org/officeDocument/2006/relationships/customXml" Target="../ink/ink658.xml"/><Relationship Id="rId143" Type="http://schemas.openxmlformats.org/officeDocument/2006/relationships/image" Target="../media/image503.png"/><Relationship Id="rId4" Type="http://schemas.openxmlformats.org/officeDocument/2006/relationships/customXml" Target="../ink/ink599.xml"/><Relationship Id="rId9" Type="http://schemas.openxmlformats.org/officeDocument/2006/relationships/image" Target="../media/image425.png"/><Relationship Id="rId26" Type="http://schemas.openxmlformats.org/officeDocument/2006/relationships/customXml" Target="../ink/ink610.xml"/><Relationship Id="rId47" Type="http://schemas.openxmlformats.org/officeDocument/2006/relationships/image" Target="../media/image444.png"/><Relationship Id="rId68" Type="http://schemas.openxmlformats.org/officeDocument/2006/relationships/customXml" Target="../ink/ink631.xml"/><Relationship Id="rId89" Type="http://schemas.openxmlformats.org/officeDocument/2006/relationships/image" Target="../media/image475.png"/><Relationship Id="rId112" Type="http://schemas.openxmlformats.org/officeDocument/2006/relationships/customXml" Target="../ink/ink653.xml"/><Relationship Id="rId133" Type="http://schemas.openxmlformats.org/officeDocument/2006/relationships/image" Target="../media/image498.png"/><Relationship Id="rId16" Type="http://schemas.openxmlformats.org/officeDocument/2006/relationships/customXml" Target="../ink/ink605.xml"/><Relationship Id="rId37" Type="http://schemas.openxmlformats.org/officeDocument/2006/relationships/image" Target="../media/image439.png"/><Relationship Id="rId58" Type="http://schemas.openxmlformats.org/officeDocument/2006/relationships/customXml" Target="../ink/ink626.xml"/><Relationship Id="rId79" Type="http://schemas.openxmlformats.org/officeDocument/2006/relationships/image" Target="../media/image463.png"/><Relationship Id="rId102" Type="http://schemas.openxmlformats.org/officeDocument/2006/relationships/customXml" Target="../ink/ink648.xml"/><Relationship Id="rId123" Type="http://schemas.openxmlformats.org/officeDocument/2006/relationships/image" Target="../media/image493.png"/><Relationship Id="rId144" Type="http://schemas.openxmlformats.org/officeDocument/2006/relationships/customXml" Target="../ink/ink66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0.png"/><Relationship Id="rId21" Type="http://schemas.openxmlformats.org/officeDocument/2006/relationships/image" Target="../media/image431.png"/><Relationship Id="rId42" Type="http://schemas.openxmlformats.org/officeDocument/2006/relationships/customXml" Target="../ink/ink691.xml"/><Relationship Id="rId63" Type="http://schemas.openxmlformats.org/officeDocument/2006/relationships/image" Target="../media/image455.png"/><Relationship Id="rId84" Type="http://schemas.openxmlformats.org/officeDocument/2006/relationships/customXml" Target="../ink/ink712.xml"/><Relationship Id="rId138" Type="http://schemas.openxmlformats.org/officeDocument/2006/relationships/customXml" Target="../ink/ink739.xml"/><Relationship Id="rId159" Type="http://schemas.openxmlformats.org/officeDocument/2006/relationships/image" Target="../media/image525.png"/><Relationship Id="rId170" Type="http://schemas.openxmlformats.org/officeDocument/2006/relationships/customXml" Target="../ink/ink755.xml"/><Relationship Id="rId191" Type="http://schemas.openxmlformats.org/officeDocument/2006/relationships/image" Target="../media/image541.png"/><Relationship Id="rId205" Type="http://schemas.openxmlformats.org/officeDocument/2006/relationships/image" Target="../media/image548.png"/><Relationship Id="rId107" Type="http://schemas.openxmlformats.org/officeDocument/2006/relationships/image" Target="../media/image484.png"/><Relationship Id="rId11" Type="http://schemas.openxmlformats.org/officeDocument/2006/relationships/image" Target="../media/image426.png"/><Relationship Id="rId32" Type="http://schemas.openxmlformats.org/officeDocument/2006/relationships/customXml" Target="../ink/ink686.xml"/><Relationship Id="rId53" Type="http://schemas.openxmlformats.org/officeDocument/2006/relationships/image" Target="../media/image447.png"/><Relationship Id="rId74" Type="http://schemas.openxmlformats.org/officeDocument/2006/relationships/customXml" Target="../ink/ink707.xml"/><Relationship Id="rId128" Type="http://schemas.openxmlformats.org/officeDocument/2006/relationships/customXml" Target="../ink/ink734.xml"/><Relationship Id="rId149" Type="http://schemas.openxmlformats.org/officeDocument/2006/relationships/image" Target="../media/image520.png"/><Relationship Id="rId5" Type="http://schemas.openxmlformats.org/officeDocument/2006/relationships/image" Target="../media/image423.png"/><Relationship Id="rId95" Type="http://schemas.openxmlformats.org/officeDocument/2006/relationships/image" Target="../media/image478.png"/><Relationship Id="rId160" Type="http://schemas.openxmlformats.org/officeDocument/2006/relationships/customXml" Target="../ink/ink750.xml"/><Relationship Id="rId181" Type="http://schemas.openxmlformats.org/officeDocument/2006/relationships/image" Target="../media/image536.png"/><Relationship Id="rId22" Type="http://schemas.openxmlformats.org/officeDocument/2006/relationships/customXml" Target="../ink/ink681.xml"/><Relationship Id="rId43" Type="http://schemas.openxmlformats.org/officeDocument/2006/relationships/image" Target="../media/image442.png"/><Relationship Id="rId64" Type="http://schemas.openxmlformats.org/officeDocument/2006/relationships/customXml" Target="../ink/ink702.xml"/><Relationship Id="rId118" Type="http://schemas.openxmlformats.org/officeDocument/2006/relationships/customXml" Target="../ink/ink729.xml"/><Relationship Id="rId139" Type="http://schemas.openxmlformats.org/officeDocument/2006/relationships/image" Target="../media/image515.png"/><Relationship Id="rId85" Type="http://schemas.openxmlformats.org/officeDocument/2006/relationships/image" Target="../media/image473.png"/><Relationship Id="rId150" Type="http://schemas.openxmlformats.org/officeDocument/2006/relationships/customXml" Target="../ink/ink745.xml"/><Relationship Id="rId171" Type="http://schemas.openxmlformats.org/officeDocument/2006/relationships/image" Target="../media/image531.png"/><Relationship Id="rId192" Type="http://schemas.openxmlformats.org/officeDocument/2006/relationships/customXml" Target="../ink/ink766.xml"/><Relationship Id="rId206" Type="http://schemas.openxmlformats.org/officeDocument/2006/relationships/customXml" Target="../ink/ink773.xml"/><Relationship Id="rId12" Type="http://schemas.openxmlformats.org/officeDocument/2006/relationships/customXml" Target="../ink/ink676.xml"/><Relationship Id="rId33" Type="http://schemas.openxmlformats.org/officeDocument/2006/relationships/image" Target="../media/image437.png"/><Relationship Id="rId108" Type="http://schemas.openxmlformats.org/officeDocument/2006/relationships/customXml" Target="../ink/ink724.xml"/><Relationship Id="rId129" Type="http://schemas.openxmlformats.org/officeDocument/2006/relationships/image" Target="../media/image510.png"/><Relationship Id="rId54" Type="http://schemas.openxmlformats.org/officeDocument/2006/relationships/customXml" Target="../ink/ink697.xml"/><Relationship Id="rId75" Type="http://schemas.openxmlformats.org/officeDocument/2006/relationships/image" Target="../media/image461.png"/><Relationship Id="rId96" Type="http://schemas.openxmlformats.org/officeDocument/2006/relationships/customXml" Target="../ink/ink718.xml"/><Relationship Id="rId140" Type="http://schemas.openxmlformats.org/officeDocument/2006/relationships/customXml" Target="../ink/ink740.xml"/><Relationship Id="rId161" Type="http://schemas.openxmlformats.org/officeDocument/2006/relationships/image" Target="../media/image526.png"/><Relationship Id="rId182" Type="http://schemas.openxmlformats.org/officeDocument/2006/relationships/customXml" Target="../ink/ink761.xml"/><Relationship Id="rId6" Type="http://schemas.openxmlformats.org/officeDocument/2006/relationships/customXml" Target="../ink/ink673.xml"/><Relationship Id="rId23" Type="http://schemas.openxmlformats.org/officeDocument/2006/relationships/image" Target="../media/image432.png"/><Relationship Id="rId119" Type="http://schemas.openxmlformats.org/officeDocument/2006/relationships/image" Target="../media/image491.png"/><Relationship Id="rId44" Type="http://schemas.openxmlformats.org/officeDocument/2006/relationships/customXml" Target="../ink/ink692.xml"/><Relationship Id="rId65" Type="http://schemas.openxmlformats.org/officeDocument/2006/relationships/image" Target="../media/image456.png"/><Relationship Id="rId86" Type="http://schemas.openxmlformats.org/officeDocument/2006/relationships/customXml" Target="../ink/ink713.xml"/><Relationship Id="rId130" Type="http://schemas.openxmlformats.org/officeDocument/2006/relationships/customXml" Target="../ink/ink735.xml"/><Relationship Id="rId151" Type="http://schemas.openxmlformats.org/officeDocument/2006/relationships/image" Target="../media/image521.png"/><Relationship Id="rId172" Type="http://schemas.openxmlformats.org/officeDocument/2006/relationships/customXml" Target="../ink/ink756.xml"/><Relationship Id="rId193" Type="http://schemas.openxmlformats.org/officeDocument/2006/relationships/image" Target="../media/image542.png"/><Relationship Id="rId207" Type="http://schemas.openxmlformats.org/officeDocument/2006/relationships/image" Target="../media/image549.png"/><Relationship Id="rId13" Type="http://schemas.openxmlformats.org/officeDocument/2006/relationships/image" Target="../media/image427.png"/><Relationship Id="rId109" Type="http://schemas.openxmlformats.org/officeDocument/2006/relationships/image" Target="../media/image485.png"/><Relationship Id="rId34" Type="http://schemas.openxmlformats.org/officeDocument/2006/relationships/customXml" Target="../ink/ink687.xml"/><Relationship Id="rId55" Type="http://schemas.openxmlformats.org/officeDocument/2006/relationships/image" Target="../media/image448.png"/><Relationship Id="rId76" Type="http://schemas.openxmlformats.org/officeDocument/2006/relationships/customXml" Target="../ink/ink708.xml"/><Relationship Id="rId97" Type="http://schemas.openxmlformats.org/officeDocument/2006/relationships/image" Target="../media/image479.png"/><Relationship Id="rId120" Type="http://schemas.openxmlformats.org/officeDocument/2006/relationships/customXml" Target="../ink/ink730.xml"/><Relationship Id="rId141" Type="http://schemas.openxmlformats.org/officeDocument/2006/relationships/image" Target="../media/image516.png"/><Relationship Id="rId7" Type="http://schemas.openxmlformats.org/officeDocument/2006/relationships/image" Target="../media/image424.png"/><Relationship Id="rId162" Type="http://schemas.openxmlformats.org/officeDocument/2006/relationships/customXml" Target="../ink/ink751.xml"/><Relationship Id="rId183" Type="http://schemas.openxmlformats.org/officeDocument/2006/relationships/image" Target="../media/image537.png"/><Relationship Id="rId24" Type="http://schemas.openxmlformats.org/officeDocument/2006/relationships/customXml" Target="../ink/ink682.xml"/><Relationship Id="rId45" Type="http://schemas.openxmlformats.org/officeDocument/2006/relationships/image" Target="../media/image443.png"/><Relationship Id="rId66" Type="http://schemas.openxmlformats.org/officeDocument/2006/relationships/customXml" Target="../ink/ink703.xml"/><Relationship Id="rId87" Type="http://schemas.openxmlformats.org/officeDocument/2006/relationships/image" Target="../media/image474.png"/><Relationship Id="rId110" Type="http://schemas.openxmlformats.org/officeDocument/2006/relationships/customXml" Target="../ink/ink725.xml"/><Relationship Id="rId131" Type="http://schemas.openxmlformats.org/officeDocument/2006/relationships/image" Target="../media/image511.png"/><Relationship Id="rId61" Type="http://schemas.openxmlformats.org/officeDocument/2006/relationships/image" Target="../media/image451.png"/><Relationship Id="rId82" Type="http://schemas.openxmlformats.org/officeDocument/2006/relationships/customXml" Target="../ink/ink711.xml"/><Relationship Id="rId152" Type="http://schemas.openxmlformats.org/officeDocument/2006/relationships/customXml" Target="../ink/ink746.xml"/><Relationship Id="rId173" Type="http://schemas.openxmlformats.org/officeDocument/2006/relationships/image" Target="../media/image532.png"/><Relationship Id="rId194" Type="http://schemas.openxmlformats.org/officeDocument/2006/relationships/customXml" Target="../ink/ink767.xml"/><Relationship Id="rId199" Type="http://schemas.openxmlformats.org/officeDocument/2006/relationships/image" Target="../media/image545.png"/><Relationship Id="rId203" Type="http://schemas.openxmlformats.org/officeDocument/2006/relationships/image" Target="../media/image547.png"/><Relationship Id="rId208" Type="http://schemas.openxmlformats.org/officeDocument/2006/relationships/customXml" Target="../ink/ink774.xml"/><Relationship Id="rId19" Type="http://schemas.openxmlformats.org/officeDocument/2006/relationships/image" Target="../media/image430.png"/><Relationship Id="rId14" Type="http://schemas.openxmlformats.org/officeDocument/2006/relationships/customXml" Target="../ink/ink677.xml"/><Relationship Id="rId30" Type="http://schemas.openxmlformats.org/officeDocument/2006/relationships/customXml" Target="../ink/ink685.xml"/><Relationship Id="rId35" Type="http://schemas.openxmlformats.org/officeDocument/2006/relationships/image" Target="../media/image438.png"/><Relationship Id="rId56" Type="http://schemas.openxmlformats.org/officeDocument/2006/relationships/customXml" Target="../ink/ink698.xml"/><Relationship Id="rId77" Type="http://schemas.openxmlformats.org/officeDocument/2006/relationships/image" Target="../media/image462.png"/><Relationship Id="rId100" Type="http://schemas.openxmlformats.org/officeDocument/2006/relationships/customXml" Target="../ink/ink720.xml"/><Relationship Id="rId105" Type="http://schemas.openxmlformats.org/officeDocument/2006/relationships/image" Target="../media/image483.png"/><Relationship Id="rId126" Type="http://schemas.openxmlformats.org/officeDocument/2006/relationships/customXml" Target="../ink/ink733.xml"/><Relationship Id="rId147" Type="http://schemas.openxmlformats.org/officeDocument/2006/relationships/image" Target="../media/image519.png"/><Relationship Id="rId168" Type="http://schemas.openxmlformats.org/officeDocument/2006/relationships/customXml" Target="../ink/ink754.xml"/><Relationship Id="rId8" Type="http://schemas.openxmlformats.org/officeDocument/2006/relationships/customXml" Target="../ink/ink674.xml"/><Relationship Id="rId51" Type="http://schemas.openxmlformats.org/officeDocument/2006/relationships/image" Target="../media/image446.png"/><Relationship Id="rId72" Type="http://schemas.openxmlformats.org/officeDocument/2006/relationships/customXml" Target="../ink/ink706.xml"/><Relationship Id="rId93" Type="http://schemas.openxmlformats.org/officeDocument/2006/relationships/image" Target="../media/image477.png"/><Relationship Id="rId98" Type="http://schemas.openxmlformats.org/officeDocument/2006/relationships/customXml" Target="../ink/ink719.xml"/><Relationship Id="rId121" Type="http://schemas.openxmlformats.org/officeDocument/2006/relationships/image" Target="../media/image506.png"/><Relationship Id="rId142" Type="http://schemas.openxmlformats.org/officeDocument/2006/relationships/customXml" Target="../ink/ink741.xml"/><Relationship Id="rId163" Type="http://schemas.openxmlformats.org/officeDocument/2006/relationships/image" Target="../media/image527.png"/><Relationship Id="rId184" Type="http://schemas.openxmlformats.org/officeDocument/2006/relationships/customXml" Target="../ink/ink762.xml"/><Relationship Id="rId189" Type="http://schemas.openxmlformats.org/officeDocument/2006/relationships/image" Target="../media/image540.png"/><Relationship Id="rId3" Type="http://schemas.openxmlformats.org/officeDocument/2006/relationships/image" Target="../media/image422.png"/><Relationship Id="rId25" Type="http://schemas.openxmlformats.org/officeDocument/2006/relationships/image" Target="../media/image433.png"/><Relationship Id="rId46" Type="http://schemas.openxmlformats.org/officeDocument/2006/relationships/customXml" Target="../ink/ink693.xml"/><Relationship Id="rId67" Type="http://schemas.openxmlformats.org/officeDocument/2006/relationships/image" Target="../media/image457.png"/><Relationship Id="rId116" Type="http://schemas.openxmlformats.org/officeDocument/2006/relationships/customXml" Target="../ink/ink728.xml"/><Relationship Id="rId137" Type="http://schemas.openxmlformats.org/officeDocument/2006/relationships/image" Target="../media/image514.png"/><Relationship Id="rId158" Type="http://schemas.openxmlformats.org/officeDocument/2006/relationships/customXml" Target="../ink/ink749.xml"/><Relationship Id="rId20" Type="http://schemas.openxmlformats.org/officeDocument/2006/relationships/customXml" Target="../ink/ink680.xml"/><Relationship Id="rId41" Type="http://schemas.openxmlformats.org/officeDocument/2006/relationships/image" Target="../media/image441.png"/><Relationship Id="rId62" Type="http://schemas.openxmlformats.org/officeDocument/2006/relationships/customXml" Target="../ink/ink701.xml"/><Relationship Id="rId83" Type="http://schemas.openxmlformats.org/officeDocument/2006/relationships/image" Target="../media/image469.png"/><Relationship Id="rId88" Type="http://schemas.openxmlformats.org/officeDocument/2006/relationships/customXml" Target="../ink/ink714.xml"/><Relationship Id="rId111" Type="http://schemas.openxmlformats.org/officeDocument/2006/relationships/image" Target="../media/image487.png"/><Relationship Id="rId132" Type="http://schemas.openxmlformats.org/officeDocument/2006/relationships/customXml" Target="../ink/ink736.xml"/><Relationship Id="rId153" Type="http://schemas.openxmlformats.org/officeDocument/2006/relationships/image" Target="../media/image522.png"/><Relationship Id="rId174" Type="http://schemas.openxmlformats.org/officeDocument/2006/relationships/customXml" Target="../ink/ink757.xml"/><Relationship Id="rId179" Type="http://schemas.openxmlformats.org/officeDocument/2006/relationships/image" Target="../media/image535.png"/><Relationship Id="rId195" Type="http://schemas.openxmlformats.org/officeDocument/2006/relationships/image" Target="../media/image543.png"/><Relationship Id="rId209" Type="http://schemas.openxmlformats.org/officeDocument/2006/relationships/image" Target="../media/image550.png"/><Relationship Id="rId190" Type="http://schemas.openxmlformats.org/officeDocument/2006/relationships/customXml" Target="../ink/ink765.xml"/><Relationship Id="rId204" Type="http://schemas.openxmlformats.org/officeDocument/2006/relationships/customXml" Target="../ink/ink772.xml"/><Relationship Id="rId15" Type="http://schemas.openxmlformats.org/officeDocument/2006/relationships/image" Target="../media/image428.png"/><Relationship Id="rId36" Type="http://schemas.openxmlformats.org/officeDocument/2006/relationships/customXml" Target="../ink/ink688.xml"/><Relationship Id="rId57" Type="http://schemas.openxmlformats.org/officeDocument/2006/relationships/image" Target="../media/image449.png"/><Relationship Id="rId106" Type="http://schemas.openxmlformats.org/officeDocument/2006/relationships/customXml" Target="../ink/ink723.xml"/><Relationship Id="rId127" Type="http://schemas.openxmlformats.org/officeDocument/2006/relationships/image" Target="../media/image509.png"/><Relationship Id="rId10" Type="http://schemas.openxmlformats.org/officeDocument/2006/relationships/customXml" Target="../ink/ink675.xml"/><Relationship Id="rId31" Type="http://schemas.openxmlformats.org/officeDocument/2006/relationships/image" Target="../media/image436.png"/><Relationship Id="rId52" Type="http://schemas.openxmlformats.org/officeDocument/2006/relationships/customXml" Target="../ink/ink696.xml"/><Relationship Id="rId73" Type="http://schemas.openxmlformats.org/officeDocument/2006/relationships/image" Target="../media/image460.png"/><Relationship Id="rId78" Type="http://schemas.openxmlformats.org/officeDocument/2006/relationships/customXml" Target="../ink/ink709.xml"/><Relationship Id="rId94" Type="http://schemas.openxmlformats.org/officeDocument/2006/relationships/customXml" Target="../ink/ink717.xml"/><Relationship Id="rId99" Type="http://schemas.openxmlformats.org/officeDocument/2006/relationships/image" Target="../media/image480.png"/><Relationship Id="rId101" Type="http://schemas.openxmlformats.org/officeDocument/2006/relationships/image" Target="../media/image481.png"/><Relationship Id="rId122" Type="http://schemas.openxmlformats.org/officeDocument/2006/relationships/customXml" Target="../ink/ink731.xml"/><Relationship Id="rId143" Type="http://schemas.openxmlformats.org/officeDocument/2006/relationships/image" Target="../media/image517.png"/><Relationship Id="rId148" Type="http://schemas.openxmlformats.org/officeDocument/2006/relationships/customXml" Target="../ink/ink744.xml"/><Relationship Id="rId164" Type="http://schemas.openxmlformats.org/officeDocument/2006/relationships/customXml" Target="../ink/ink752.xml"/><Relationship Id="rId169" Type="http://schemas.openxmlformats.org/officeDocument/2006/relationships/image" Target="../media/image530.png"/><Relationship Id="rId185" Type="http://schemas.openxmlformats.org/officeDocument/2006/relationships/image" Target="../media/image538.png"/><Relationship Id="rId4" Type="http://schemas.openxmlformats.org/officeDocument/2006/relationships/customXml" Target="../ink/ink672.xml"/><Relationship Id="rId9" Type="http://schemas.openxmlformats.org/officeDocument/2006/relationships/image" Target="../media/image425.png"/><Relationship Id="rId180" Type="http://schemas.openxmlformats.org/officeDocument/2006/relationships/customXml" Target="../ink/ink760.xml"/><Relationship Id="rId210" Type="http://schemas.openxmlformats.org/officeDocument/2006/relationships/customXml" Target="../ink/ink775.xml"/><Relationship Id="rId26" Type="http://schemas.openxmlformats.org/officeDocument/2006/relationships/customXml" Target="../ink/ink683.xml"/><Relationship Id="rId47" Type="http://schemas.openxmlformats.org/officeDocument/2006/relationships/image" Target="../media/image444.png"/><Relationship Id="rId68" Type="http://schemas.openxmlformats.org/officeDocument/2006/relationships/customXml" Target="../ink/ink704.xml"/><Relationship Id="rId89" Type="http://schemas.openxmlformats.org/officeDocument/2006/relationships/image" Target="../media/image475.png"/><Relationship Id="rId112" Type="http://schemas.openxmlformats.org/officeDocument/2006/relationships/customXml" Target="../ink/ink726.xml"/><Relationship Id="rId133" Type="http://schemas.openxmlformats.org/officeDocument/2006/relationships/image" Target="../media/image512.png"/><Relationship Id="rId154" Type="http://schemas.openxmlformats.org/officeDocument/2006/relationships/customXml" Target="../ink/ink747.xml"/><Relationship Id="rId175" Type="http://schemas.openxmlformats.org/officeDocument/2006/relationships/image" Target="../media/image533.png"/><Relationship Id="rId196" Type="http://schemas.openxmlformats.org/officeDocument/2006/relationships/customXml" Target="../ink/ink768.xml"/><Relationship Id="rId200" Type="http://schemas.openxmlformats.org/officeDocument/2006/relationships/customXml" Target="../ink/ink770.xml"/><Relationship Id="rId16" Type="http://schemas.openxmlformats.org/officeDocument/2006/relationships/customXml" Target="../ink/ink678.xml"/><Relationship Id="rId37" Type="http://schemas.openxmlformats.org/officeDocument/2006/relationships/image" Target="../media/image439.png"/><Relationship Id="rId58" Type="http://schemas.openxmlformats.org/officeDocument/2006/relationships/customXml" Target="../ink/ink699.xml"/><Relationship Id="rId79" Type="http://schemas.openxmlformats.org/officeDocument/2006/relationships/image" Target="../media/image463.png"/><Relationship Id="rId102" Type="http://schemas.openxmlformats.org/officeDocument/2006/relationships/customXml" Target="../ink/ink721.xml"/><Relationship Id="rId123" Type="http://schemas.openxmlformats.org/officeDocument/2006/relationships/image" Target="../media/image507.png"/><Relationship Id="rId144" Type="http://schemas.openxmlformats.org/officeDocument/2006/relationships/customXml" Target="../ink/ink742.xml"/><Relationship Id="rId90" Type="http://schemas.openxmlformats.org/officeDocument/2006/relationships/customXml" Target="../ink/ink715.xml"/><Relationship Id="rId165" Type="http://schemas.openxmlformats.org/officeDocument/2006/relationships/image" Target="../media/image528.png"/><Relationship Id="rId186" Type="http://schemas.openxmlformats.org/officeDocument/2006/relationships/customXml" Target="../ink/ink763.xml"/><Relationship Id="rId211" Type="http://schemas.openxmlformats.org/officeDocument/2006/relationships/image" Target="../media/image551.png"/><Relationship Id="rId27" Type="http://schemas.openxmlformats.org/officeDocument/2006/relationships/image" Target="../media/image434.png"/><Relationship Id="rId48" Type="http://schemas.openxmlformats.org/officeDocument/2006/relationships/customXml" Target="../ink/ink694.xml"/><Relationship Id="rId69" Type="http://schemas.openxmlformats.org/officeDocument/2006/relationships/image" Target="../media/image458.png"/><Relationship Id="rId113" Type="http://schemas.openxmlformats.org/officeDocument/2006/relationships/image" Target="../media/image488.png"/><Relationship Id="rId134" Type="http://schemas.openxmlformats.org/officeDocument/2006/relationships/customXml" Target="../ink/ink737.xml"/><Relationship Id="rId80" Type="http://schemas.openxmlformats.org/officeDocument/2006/relationships/customXml" Target="../ink/ink710.xml"/><Relationship Id="rId155" Type="http://schemas.openxmlformats.org/officeDocument/2006/relationships/image" Target="../media/image523.png"/><Relationship Id="rId176" Type="http://schemas.openxmlformats.org/officeDocument/2006/relationships/customXml" Target="../ink/ink758.xml"/><Relationship Id="rId197" Type="http://schemas.openxmlformats.org/officeDocument/2006/relationships/image" Target="../media/image544.png"/><Relationship Id="rId201" Type="http://schemas.openxmlformats.org/officeDocument/2006/relationships/image" Target="../media/image546.png"/><Relationship Id="rId17" Type="http://schemas.openxmlformats.org/officeDocument/2006/relationships/image" Target="../media/image429.png"/><Relationship Id="rId38" Type="http://schemas.openxmlformats.org/officeDocument/2006/relationships/customXml" Target="../ink/ink689.xml"/><Relationship Id="rId59" Type="http://schemas.openxmlformats.org/officeDocument/2006/relationships/image" Target="../media/image450.png"/><Relationship Id="rId103" Type="http://schemas.openxmlformats.org/officeDocument/2006/relationships/image" Target="../media/image482.png"/><Relationship Id="rId124" Type="http://schemas.openxmlformats.org/officeDocument/2006/relationships/customXml" Target="../ink/ink732.xml"/><Relationship Id="rId70" Type="http://schemas.openxmlformats.org/officeDocument/2006/relationships/customXml" Target="../ink/ink705.xml"/><Relationship Id="rId91" Type="http://schemas.openxmlformats.org/officeDocument/2006/relationships/image" Target="../media/image476.png"/><Relationship Id="rId145" Type="http://schemas.openxmlformats.org/officeDocument/2006/relationships/image" Target="../media/image518.png"/><Relationship Id="rId166" Type="http://schemas.openxmlformats.org/officeDocument/2006/relationships/customXml" Target="../ink/ink753.xml"/><Relationship Id="rId187" Type="http://schemas.openxmlformats.org/officeDocument/2006/relationships/image" Target="../media/image53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684.xml"/><Relationship Id="rId49" Type="http://schemas.openxmlformats.org/officeDocument/2006/relationships/image" Target="../media/image445.png"/><Relationship Id="rId114" Type="http://schemas.openxmlformats.org/officeDocument/2006/relationships/customXml" Target="../ink/ink727.xml"/><Relationship Id="rId60" Type="http://schemas.openxmlformats.org/officeDocument/2006/relationships/customXml" Target="../ink/ink700.xml"/><Relationship Id="rId81" Type="http://schemas.openxmlformats.org/officeDocument/2006/relationships/image" Target="../media/image465.png"/><Relationship Id="rId135" Type="http://schemas.openxmlformats.org/officeDocument/2006/relationships/image" Target="../media/image513.png"/><Relationship Id="rId156" Type="http://schemas.openxmlformats.org/officeDocument/2006/relationships/customXml" Target="../ink/ink748.xml"/><Relationship Id="rId177" Type="http://schemas.openxmlformats.org/officeDocument/2006/relationships/image" Target="../media/image534.png"/><Relationship Id="rId198" Type="http://schemas.openxmlformats.org/officeDocument/2006/relationships/customXml" Target="../ink/ink769.xml"/><Relationship Id="rId202" Type="http://schemas.openxmlformats.org/officeDocument/2006/relationships/customXml" Target="../ink/ink771.xml"/><Relationship Id="rId18" Type="http://schemas.openxmlformats.org/officeDocument/2006/relationships/customXml" Target="../ink/ink679.xml"/><Relationship Id="rId39" Type="http://schemas.openxmlformats.org/officeDocument/2006/relationships/image" Target="../media/image440.png"/><Relationship Id="rId50" Type="http://schemas.openxmlformats.org/officeDocument/2006/relationships/customXml" Target="../ink/ink695.xml"/><Relationship Id="rId104" Type="http://schemas.openxmlformats.org/officeDocument/2006/relationships/customXml" Target="../ink/ink722.xml"/><Relationship Id="rId125" Type="http://schemas.openxmlformats.org/officeDocument/2006/relationships/image" Target="../media/image508.png"/><Relationship Id="rId146" Type="http://schemas.openxmlformats.org/officeDocument/2006/relationships/customXml" Target="../ink/ink743.xml"/><Relationship Id="rId167" Type="http://schemas.openxmlformats.org/officeDocument/2006/relationships/image" Target="../media/image529.png"/><Relationship Id="rId188" Type="http://schemas.openxmlformats.org/officeDocument/2006/relationships/customXml" Target="../ink/ink764.xml"/><Relationship Id="rId71" Type="http://schemas.openxmlformats.org/officeDocument/2006/relationships/image" Target="../media/image459.png"/><Relationship Id="rId92" Type="http://schemas.openxmlformats.org/officeDocument/2006/relationships/customXml" Target="../ink/ink716.xml"/><Relationship Id="rId2" Type="http://schemas.openxmlformats.org/officeDocument/2006/relationships/customXml" Target="../ink/ink671.xml"/><Relationship Id="rId29" Type="http://schemas.openxmlformats.org/officeDocument/2006/relationships/image" Target="../media/image435.png"/><Relationship Id="rId40" Type="http://schemas.openxmlformats.org/officeDocument/2006/relationships/customXml" Target="../ink/ink690.xml"/><Relationship Id="rId115" Type="http://schemas.openxmlformats.org/officeDocument/2006/relationships/image" Target="../media/image489.png"/><Relationship Id="rId136" Type="http://schemas.openxmlformats.org/officeDocument/2006/relationships/customXml" Target="../ink/ink738.xml"/><Relationship Id="rId157" Type="http://schemas.openxmlformats.org/officeDocument/2006/relationships/image" Target="../media/image524.png"/><Relationship Id="rId178" Type="http://schemas.openxmlformats.org/officeDocument/2006/relationships/customXml" Target="../ink/ink759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9.png"/><Relationship Id="rId299" Type="http://schemas.openxmlformats.org/officeDocument/2006/relationships/customXml" Target="../ink/ink936.xml"/><Relationship Id="rId21" Type="http://schemas.openxmlformats.org/officeDocument/2006/relationships/image" Target="../media/image561.png"/><Relationship Id="rId63" Type="http://schemas.openxmlformats.org/officeDocument/2006/relationships/image" Target="../media/image582.png"/><Relationship Id="rId159" Type="http://schemas.openxmlformats.org/officeDocument/2006/relationships/customXml" Target="../ink/ink862.xml"/><Relationship Id="rId170" Type="http://schemas.openxmlformats.org/officeDocument/2006/relationships/customXml" Target="../ink/ink868.xml"/><Relationship Id="rId226" Type="http://schemas.openxmlformats.org/officeDocument/2006/relationships/customXml" Target="../ink/ink899.xml"/><Relationship Id="rId268" Type="http://schemas.openxmlformats.org/officeDocument/2006/relationships/customXml" Target="../ink/ink920.xml"/><Relationship Id="rId32" Type="http://schemas.openxmlformats.org/officeDocument/2006/relationships/customXml" Target="../ink/ink791.xml"/><Relationship Id="rId74" Type="http://schemas.openxmlformats.org/officeDocument/2006/relationships/customXml" Target="../ink/ink812.xml"/><Relationship Id="rId128" Type="http://schemas.openxmlformats.org/officeDocument/2006/relationships/customXml" Target="../ink/ink839.xml"/><Relationship Id="rId5" Type="http://schemas.openxmlformats.org/officeDocument/2006/relationships/image" Target="../media/image553.png"/><Relationship Id="rId181" Type="http://schemas.openxmlformats.org/officeDocument/2006/relationships/customXml" Target="../ink/ink874.xml"/><Relationship Id="rId237" Type="http://schemas.openxmlformats.org/officeDocument/2006/relationships/image" Target="../media/image658.png"/><Relationship Id="rId279" Type="http://schemas.openxmlformats.org/officeDocument/2006/relationships/image" Target="../media/image679.png"/><Relationship Id="rId43" Type="http://schemas.openxmlformats.org/officeDocument/2006/relationships/image" Target="../media/image572.png"/><Relationship Id="rId139" Type="http://schemas.openxmlformats.org/officeDocument/2006/relationships/customXml" Target="../ink/ink849.xml"/><Relationship Id="rId290" Type="http://schemas.openxmlformats.org/officeDocument/2006/relationships/customXml" Target="../ink/ink931.xml"/><Relationship Id="rId304" Type="http://schemas.openxmlformats.org/officeDocument/2006/relationships/image" Target="../media/image690.png"/><Relationship Id="rId85" Type="http://schemas.openxmlformats.org/officeDocument/2006/relationships/image" Target="../media/image593.png"/><Relationship Id="rId150" Type="http://schemas.openxmlformats.org/officeDocument/2006/relationships/image" Target="../media/image620.png"/><Relationship Id="rId192" Type="http://schemas.openxmlformats.org/officeDocument/2006/relationships/customXml" Target="../ink/ink880.xml"/><Relationship Id="rId206" Type="http://schemas.openxmlformats.org/officeDocument/2006/relationships/customXml" Target="../ink/ink889.xml"/><Relationship Id="rId248" Type="http://schemas.openxmlformats.org/officeDocument/2006/relationships/customXml" Target="../ink/ink910.xml"/><Relationship Id="rId12" Type="http://schemas.openxmlformats.org/officeDocument/2006/relationships/customXml" Target="../ink/ink781.xml"/><Relationship Id="rId108" Type="http://schemas.openxmlformats.org/officeDocument/2006/relationships/customXml" Target="../ink/ink829.xml"/><Relationship Id="rId54" Type="http://schemas.openxmlformats.org/officeDocument/2006/relationships/customXml" Target="../ink/ink802.xml"/><Relationship Id="rId96" Type="http://schemas.openxmlformats.org/officeDocument/2006/relationships/customXml" Target="../ink/ink823.xml"/><Relationship Id="rId161" Type="http://schemas.openxmlformats.org/officeDocument/2006/relationships/image" Target="../media/image623.png"/><Relationship Id="rId217" Type="http://schemas.openxmlformats.org/officeDocument/2006/relationships/image" Target="../media/image648.png"/><Relationship Id="rId259" Type="http://schemas.openxmlformats.org/officeDocument/2006/relationships/image" Target="../media/image669.png"/><Relationship Id="rId23" Type="http://schemas.openxmlformats.org/officeDocument/2006/relationships/image" Target="../media/image562.png"/><Relationship Id="rId119" Type="http://schemas.openxmlformats.org/officeDocument/2006/relationships/image" Target="../media/image610.png"/><Relationship Id="rId270" Type="http://schemas.openxmlformats.org/officeDocument/2006/relationships/customXml" Target="../ink/ink921.xml"/><Relationship Id="rId44" Type="http://schemas.openxmlformats.org/officeDocument/2006/relationships/customXml" Target="../ink/ink797.xml"/><Relationship Id="rId65" Type="http://schemas.openxmlformats.org/officeDocument/2006/relationships/image" Target="../media/image583.png"/><Relationship Id="rId86" Type="http://schemas.openxmlformats.org/officeDocument/2006/relationships/customXml" Target="../ink/ink818.xml"/><Relationship Id="rId130" Type="http://schemas.openxmlformats.org/officeDocument/2006/relationships/customXml" Target="../ink/ink840.xml"/><Relationship Id="rId151" Type="http://schemas.openxmlformats.org/officeDocument/2006/relationships/customXml" Target="../ink/ink856.xml"/><Relationship Id="rId172" Type="http://schemas.openxmlformats.org/officeDocument/2006/relationships/customXml" Target="../ink/ink869.xml"/><Relationship Id="rId193" Type="http://schemas.openxmlformats.org/officeDocument/2006/relationships/image" Target="../media/image638.png"/><Relationship Id="rId207" Type="http://schemas.openxmlformats.org/officeDocument/2006/relationships/image" Target="../media/image643.png"/><Relationship Id="rId228" Type="http://schemas.openxmlformats.org/officeDocument/2006/relationships/customXml" Target="../ink/ink900.xml"/><Relationship Id="rId249" Type="http://schemas.openxmlformats.org/officeDocument/2006/relationships/image" Target="../media/image664.png"/><Relationship Id="rId13" Type="http://schemas.openxmlformats.org/officeDocument/2006/relationships/image" Target="../media/image557.png"/><Relationship Id="rId109" Type="http://schemas.openxmlformats.org/officeDocument/2006/relationships/image" Target="../media/image605.png"/><Relationship Id="rId260" Type="http://schemas.openxmlformats.org/officeDocument/2006/relationships/customXml" Target="../ink/ink916.xml"/><Relationship Id="rId281" Type="http://schemas.openxmlformats.org/officeDocument/2006/relationships/image" Target="../media/image680.png"/><Relationship Id="rId34" Type="http://schemas.openxmlformats.org/officeDocument/2006/relationships/customXml" Target="../ink/ink792.xml"/><Relationship Id="rId55" Type="http://schemas.openxmlformats.org/officeDocument/2006/relationships/image" Target="../media/image578.png"/><Relationship Id="rId76" Type="http://schemas.openxmlformats.org/officeDocument/2006/relationships/customXml" Target="../ink/ink813.xml"/><Relationship Id="rId97" Type="http://schemas.openxmlformats.org/officeDocument/2006/relationships/image" Target="../media/image599.png"/><Relationship Id="rId120" Type="http://schemas.openxmlformats.org/officeDocument/2006/relationships/customXml" Target="../ink/ink835.xml"/><Relationship Id="rId141" Type="http://schemas.openxmlformats.org/officeDocument/2006/relationships/customXml" Target="../ink/ink851.xml"/><Relationship Id="rId7" Type="http://schemas.openxmlformats.org/officeDocument/2006/relationships/image" Target="../media/image554.png"/><Relationship Id="rId162" Type="http://schemas.openxmlformats.org/officeDocument/2006/relationships/customXml" Target="../ink/ink864.xml"/><Relationship Id="rId183" Type="http://schemas.openxmlformats.org/officeDocument/2006/relationships/image" Target="../media/image633.png"/><Relationship Id="rId218" Type="http://schemas.openxmlformats.org/officeDocument/2006/relationships/customXml" Target="../ink/ink895.xml"/><Relationship Id="rId239" Type="http://schemas.openxmlformats.org/officeDocument/2006/relationships/image" Target="../media/image659.png"/><Relationship Id="rId250" Type="http://schemas.openxmlformats.org/officeDocument/2006/relationships/customXml" Target="../ink/ink911.xml"/><Relationship Id="rId271" Type="http://schemas.openxmlformats.org/officeDocument/2006/relationships/image" Target="../media/image675.png"/><Relationship Id="rId292" Type="http://schemas.openxmlformats.org/officeDocument/2006/relationships/customXml" Target="../ink/ink932.xml"/><Relationship Id="rId306" Type="http://schemas.openxmlformats.org/officeDocument/2006/relationships/image" Target="../media/image691.png"/><Relationship Id="rId24" Type="http://schemas.openxmlformats.org/officeDocument/2006/relationships/customXml" Target="../ink/ink787.xml"/><Relationship Id="rId45" Type="http://schemas.openxmlformats.org/officeDocument/2006/relationships/image" Target="../media/image573.png"/><Relationship Id="rId66" Type="http://schemas.openxmlformats.org/officeDocument/2006/relationships/customXml" Target="../ink/ink808.xml"/><Relationship Id="rId87" Type="http://schemas.openxmlformats.org/officeDocument/2006/relationships/image" Target="../media/image594.png"/><Relationship Id="rId110" Type="http://schemas.openxmlformats.org/officeDocument/2006/relationships/customXml" Target="../ink/ink830.xml"/><Relationship Id="rId131" Type="http://schemas.openxmlformats.org/officeDocument/2006/relationships/customXml" Target="../ink/ink841.xml"/><Relationship Id="rId152" Type="http://schemas.openxmlformats.org/officeDocument/2006/relationships/image" Target="../media/image621.png"/><Relationship Id="rId173" Type="http://schemas.openxmlformats.org/officeDocument/2006/relationships/image" Target="../media/image629.png"/><Relationship Id="rId194" Type="http://schemas.openxmlformats.org/officeDocument/2006/relationships/customXml" Target="../ink/ink881.xml"/><Relationship Id="rId208" Type="http://schemas.openxmlformats.org/officeDocument/2006/relationships/customXml" Target="../ink/ink890.xml"/><Relationship Id="rId229" Type="http://schemas.openxmlformats.org/officeDocument/2006/relationships/image" Target="../media/image654.png"/><Relationship Id="rId240" Type="http://schemas.openxmlformats.org/officeDocument/2006/relationships/customXml" Target="../ink/ink906.xml"/><Relationship Id="rId261" Type="http://schemas.openxmlformats.org/officeDocument/2006/relationships/image" Target="../media/image670.png"/><Relationship Id="rId14" Type="http://schemas.openxmlformats.org/officeDocument/2006/relationships/customXml" Target="../ink/ink782.xml"/><Relationship Id="rId35" Type="http://schemas.openxmlformats.org/officeDocument/2006/relationships/image" Target="../media/image568.png"/><Relationship Id="rId56" Type="http://schemas.openxmlformats.org/officeDocument/2006/relationships/customXml" Target="../ink/ink803.xml"/><Relationship Id="rId77" Type="http://schemas.openxmlformats.org/officeDocument/2006/relationships/image" Target="../media/image589.png"/><Relationship Id="rId100" Type="http://schemas.openxmlformats.org/officeDocument/2006/relationships/customXml" Target="../ink/ink825.xml"/><Relationship Id="rId282" Type="http://schemas.openxmlformats.org/officeDocument/2006/relationships/customXml" Target="../ink/ink927.xml"/><Relationship Id="rId8" Type="http://schemas.openxmlformats.org/officeDocument/2006/relationships/customXml" Target="../ink/ink779.xml"/><Relationship Id="rId98" Type="http://schemas.openxmlformats.org/officeDocument/2006/relationships/customXml" Target="../ink/ink824.xml"/><Relationship Id="rId121" Type="http://schemas.openxmlformats.org/officeDocument/2006/relationships/image" Target="../media/image611.png"/><Relationship Id="rId142" Type="http://schemas.openxmlformats.org/officeDocument/2006/relationships/image" Target="../media/image616.png"/><Relationship Id="rId163" Type="http://schemas.openxmlformats.org/officeDocument/2006/relationships/image" Target="../media/image624.png"/><Relationship Id="rId184" Type="http://schemas.openxmlformats.org/officeDocument/2006/relationships/customXml" Target="../ink/ink876.xml"/><Relationship Id="rId219" Type="http://schemas.openxmlformats.org/officeDocument/2006/relationships/image" Target="../media/image649.png"/><Relationship Id="rId230" Type="http://schemas.openxmlformats.org/officeDocument/2006/relationships/customXml" Target="../ink/ink901.xml"/><Relationship Id="rId251" Type="http://schemas.openxmlformats.org/officeDocument/2006/relationships/image" Target="../media/image665.png"/><Relationship Id="rId25" Type="http://schemas.openxmlformats.org/officeDocument/2006/relationships/image" Target="../media/image563.png"/><Relationship Id="rId46" Type="http://schemas.openxmlformats.org/officeDocument/2006/relationships/customXml" Target="../ink/ink798.xml"/><Relationship Id="rId67" Type="http://schemas.openxmlformats.org/officeDocument/2006/relationships/image" Target="../media/image584.png"/><Relationship Id="rId272" Type="http://schemas.openxmlformats.org/officeDocument/2006/relationships/customXml" Target="../ink/ink922.xml"/><Relationship Id="rId293" Type="http://schemas.openxmlformats.org/officeDocument/2006/relationships/image" Target="../media/image686.png"/><Relationship Id="rId307" Type="http://schemas.openxmlformats.org/officeDocument/2006/relationships/customXml" Target="../ink/ink941.xml"/><Relationship Id="rId88" Type="http://schemas.openxmlformats.org/officeDocument/2006/relationships/customXml" Target="../ink/ink819.xml"/><Relationship Id="rId111" Type="http://schemas.openxmlformats.org/officeDocument/2006/relationships/image" Target="../media/image606.png"/><Relationship Id="rId132" Type="http://schemas.openxmlformats.org/officeDocument/2006/relationships/customXml" Target="../ink/ink842.xml"/><Relationship Id="rId153" Type="http://schemas.openxmlformats.org/officeDocument/2006/relationships/customXml" Target="../ink/ink857.xml"/><Relationship Id="rId174" Type="http://schemas.openxmlformats.org/officeDocument/2006/relationships/customXml" Target="../ink/ink870.xml"/><Relationship Id="rId195" Type="http://schemas.openxmlformats.org/officeDocument/2006/relationships/image" Target="../media/image639.png"/><Relationship Id="rId209" Type="http://schemas.openxmlformats.org/officeDocument/2006/relationships/image" Target="../media/image644.png"/><Relationship Id="rId220" Type="http://schemas.openxmlformats.org/officeDocument/2006/relationships/customXml" Target="../ink/ink896.xml"/><Relationship Id="rId241" Type="http://schemas.openxmlformats.org/officeDocument/2006/relationships/image" Target="../media/image660.png"/><Relationship Id="rId15" Type="http://schemas.openxmlformats.org/officeDocument/2006/relationships/image" Target="../media/image558.png"/><Relationship Id="rId36" Type="http://schemas.openxmlformats.org/officeDocument/2006/relationships/customXml" Target="../ink/ink793.xml"/><Relationship Id="rId57" Type="http://schemas.openxmlformats.org/officeDocument/2006/relationships/image" Target="../media/image579.png"/><Relationship Id="rId262" Type="http://schemas.openxmlformats.org/officeDocument/2006/relationships/customXml" Target="../ink/ink917.xml"/><Relationship Id="rId283" Type="http://schemas.openxmlformats.org/officeDocument/2006/relationships/image" Target="../media/image681.png"/><Relationship Id="rId78" Type="http://schemas.openxmlformats.org/officeDocument/2006/relationships/customXml" Target="../ink/ink814.xml"/><Relationship Id="rId99" Type="http://schemas.openxmlformats.org/officeDocument/2006/relationships/image" Target="../media/image600.png"/><Relationship Id="rId101" Type="http://schemas.openxmlformats.org/officeDocument/2006/relationships/image" Target="../media/image601.png"/><Relationship Id="rId122" Type="http://schemas.openxmlformats.org/officeDocument/2006/relationships/customXml" Target="../ink/ink836.xml"/><Relationship Id="rId143" Type="http://schemas.openxmlformats.org/officeDocument/2006/relationships/customXml" Target="../ink/ink852.xml"/><Relationship Id="rId164" Type="http://schemas.openxmlformats.org/officeDocument/2006/relationships/customXml" Target="../ink/ink865.xml"/><Relationship Id="rId185" Type="http://schemas.openxmlformats.org/officeDocument/2006/relationships/image" Target="../media/image634.png"/><Relationship Id="rId9" Type="http://schemas.openxmlformats.org/officeDocument/2006/relationships/image" Target="../media/image555.png"/><Relationship Id="rId210" Type="http://schemas.openxmlformats.org/officeDocument/2006/relationships/customXml" Target="../ink/ink891.xml"/><Relationship Id="rId26" Type="http://schemas.openxmlformats.org/officeDocument/2006/relationships/customXml" Target="../ink/ink788.xml"/><Relationship Id="rId231" Type="http://schemas.openxmlformats.org/officeDocument/2006/relationships/image" Target="../media/image655.png"/><Relationship Id="rId252" Type="http://schemas.openxmlformats.org/officeDocument/2006/relationships/customXml" Target="../ink/ink912.xml"/><Relationship Id="rId273" Type="http://schemas.openxmlformats.org/officeDocument/2006/relationships/image" Target="../media/image676.png"/><Relationship Id="rId294" Type="http://schemas.openxmlformats.org/officeDocument/2006/relationships/customXml" Target="../ink/ink933.xml"/><Relationship Id="rId308" Type="http://schemas.openxmlformats.org/officeDocument/2006/relationships/image" Target="../media/image692.png"/><Relationship Id="rId47" Type="http://schemas.openxmlformats.org/officeDocument/2006/relationships/image" Target="../media/image574.png"/><Relationship Id="rId68" Type="http://schemas.openxmlformats.org/officeDocument/2006/relationships/customXml" Target="../ink/ink809.xml"/><Relationship Id="rId89" Type="http://schemas.openxmlformats.org/officeDocument/2006/relationships/image" Target="../media/image595.png"/><Relationship Id="rId112" Type="http://schemas.openxmlformats.org/officeDocument/2006/relationships/customXml" Target="../ink/ink831.xml"/><Relationship Id="rId133" Type="http://schemas.openxmlformats.org/officeDocument/2006/relationships/customXml" Target="../ink/ink843.xml"/><Relationship Id="rId154" Type="http://schemas.openxmlformats.org/officeDocument/2006/relationships/image" Target="../media/image622.png"/><Relationship Id="rId175" Type="http://schemas.openxmlformats.org/officeDocument/2006/relationships/image" Target="../media/image630.png"/><Relationship Id="rId196" Type="http://schemas.openxmlformats.org/officeDocument/2006/relationships/customXml" Target="../ink/ink882.xml"/><Relationship Id="rId200" Type="http://schemas.openxmlformats.org/officeDocument/2006/relationships/customXml" Target="../ink/ink884.xml"/><Relationship Id="rId16" Type="http://schemas.openxmlformats.org/officeDocument/2006/relationships/customXml" Target="../ink/ink783.xml"/><Relationship Id="rId221" Type="http://schemas.openxmlformats.org/officeDocument/2006/relationships/image" Target="../media/image650.png"/><Relationship Id="rId242" Type="http://schemas.openxmlformats.org/officeDocument/2006/relationships/customXml" Target="../ink/ink907.xml"/><Relationship Id="rId263" Type="http://schemas.openxmlformats.org/officeDocument/2006/relationships/image" Target="../media/image671.png"/><Relationship Id="rId284" Type="http://schemas.openxmlformats.org/officeDocument/2006/relationships/customXml" Target="../ink/ink928.xml"/><Relationship Id="rId37" Type="http://schemas.openxmlformats.org/officeDocument/2006/relationships/image" Target="../media/image569.png"/><Relationship Id="rId58" Type="http://schemas.openxmlformats.org/officeDocument/2006/relationships/customXml" Target="../ink/ink804.xml"/><Relationship Id="rId79" Type="http://schemas.openxmlformats.org/officeDocument/2006/relationships/image" Target="../media/image590.png"/><Relationship Id="rId102" Type="http://schemas.openxmlformats.org/officeDocument/2006/relationships/customXml" Target="../ink/ink826.xml"/><Relationship Id="rId123" Type="http://schemas.openxmlformats.org/officeDocument/2006/relationships/image" Target="../media/image612.png"/><Relationship Id="rId144" Type="http://schemas.openxmlformats.org/officeDocument/2006/relationships/image" Target="../media/image617.png"/><Relationship Id="rId90" Type="http://schemas.openxmlformats.org/officeDocument/2006/relationships/customXml" Target="../ink/ink820.xml"/><Relationship Id="rId165" Type="http://schemas.openxmlformats.org/officeDocument/2006/relationships/image" Target="../media/image625.png"/><Relationship Id="rId186" Type="http://schemas.openxmlformats.org/officeDocument/2006/relationships/customXml" Target="../ink/ink877.xml"/><Relationship Id="rId211" Type="http://schemas.openxmlformats.org/officeDocument/2006/relationships/image" Target="../media/image645.png"/><Relationship Id="rId232" Type="http://schemas.openxmlformats.org/officeDocument/2006/relationships/customXml" Target="../ink/ink902.xml"/><Relationship Id="rId253" Type="http://schemas.openxmlformats.org/officeDocument/2006/relationships/image" Target="../media/image666.png"/><Relationship Id="rId274" Type="http://schemas.openxmlformats.org/officeDocument/2006/relationships/customXml" Target="../ink/ink923.xml"/><Relationship Id="rId295" Type="http://schemas.openxmlformats.org/officeDocument/2006/relationships/image" Target="../media/image687.png"/><Relationship Id="rId309" Type="http://schemas.openxmlformats.org/officeDocument/2006/relationships/customXml" Target="../ink/ink942.xml"/><Relationship Id="rId27" Type="http://schemas.openxmlformats.org/officeDocument/2006/relationships/image" Target="../media/image564.png"/><Relationship Id="rId48" Type="http://schemas.openxmlformats.org/officeDocument/2006/relationships/customXml" Target="../ink/ink799.xml"/><Relationship Id="rId69" Type="http://schemas.openxmlformats.org/officeDocument/2006/relationships/image" Target="../media/image585.png"/><Relationship Id="rId113" Type="http://schemas.openxmlformats.org/officeDocument/2006/relationships/image" Target="../media/image607.png"/><Relationship Id="rId134" Type="http://schemas.openxmlformats.org/officeDocument/2006/relationships/customXml" Target="../ink/ink844.xml"/><Relationship Id="rId80" Type="http://schemas.openxmlformats.org/officeDocument/2006/relationships/customXml" Target="../ink/ink815.xml"/><Relationship Id="rId155" Type="http://schemas.openxmlformats.org/officeDocument/2006/relationships/customXml" Target="../ink/ink858.xml"/><Relationship Id="rId176" Type="http://schemas.openxmlformats.org/officeDocument/2006/relationships/customXml" Target="../ink/ink871.xml"/><Relationship Id="rId197" Type="http://schemas.openxmlformats.org/officeDocument/2006/relationships/image" Target="../media/image640.png"/><Relationship Id="rId201" Type="http://schemas.openxmlformats.org/officeDocument/2006/relationships/image" Target="../media/image642.png"/><Relationship Id="rId222" Type="http://schemas.openxmlformats.org/officeDocument/2006/relationships/customXml" Target="../ink/ink897.xml"/><Relationship Id="rId243" Type="http://schemas.openxmlformats.org/officeDocument/2006/relationships/image" Target="../media/image661.png"/><Relationship Id="rId264" Type="http://schemas.openxmlformats.org/officeDocument/2006/relationships/customXml" Target="../ink/ink918.xml"/><Relationship Id="rId285" Type="http://schemas.openxmlformats.org/officeDocument/2006/relationships/image" Target="../media/image682.png"/><Relationship Id="rId17" Type="http://schemas.openxmlformats.org/officeDocument/2006/relationships/image" Target="../media/image559.png"/><Relationship Id="rId38" Type="http://schemas.openxmlformats.org/officeDocument/2006/relationships/customXml" Target="../ink/ink794.xml"/><Relationship Id="rId59" Type="http://schemas.openxmlformats.org/officeDocument/2006/relationships/image" Target="../media/image580.png"/><Relationship Id="rId103" Type="http://schemas.openxmlformats.org/officeDocument/2006/relationships/image" Target="../media/image602.png"/><Relationship Id="rId124" Type="http://schemas.openxmlformats.org/officeDocument/2006/relationships/customXml" Target="../ink/ink837.xml"/><Relationship Id="rId310" Type="http://schemas.openxmlformats.org/officeDocument/2006/relationships/image" Target="../media/image693.png"/><Relationship Id="rId70" Type="http://schemas.openxmlformats.org/officeDocument/2006/relationships/customXml" Target="../ink/ink810.xml"/><Relationship Id="rId91" Type="http://schemas.openxmlformats.org/officeDocument/2006/relationships/image" Target="../media/image596.png"/><Relationship Id="rId145" Type="http://schemas.openxmlformats.org/officeDocument/2006/relationships/customXml" Target="../ink/ink853.xml"/><Relationship Id="rId166" Type="http://schemas.openxmlformats.org/officeDocument/2006/relationships/customXml" Target="../ink/ink866.xml"/><Relationship Id="rId187" Type="http://schemas.openxmlformats.org/officeDocument/2006/relationships/image" Target="../media/image63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92.xml"/><Relationship Id="rId233" Type="http://schemas.openxmlformats.org/officeDocument/2006/relationships/image" Target="../media/image656.png"/><Relationship Id="rId254" Type="http://schemas.openxmlformats.org/officeDocument/2006/relationships/customXml" Target="../ink/ink913.xml"/><Relationship Id="rId28" Type="http://schemas.openxmlformats.org/officeDocument/2006/relationships/customXml" Target="../ink/ink789.xml"/><Relationship Id="rId49" Type="http://schemas.openxmlformats.org/officeDocument/2006/relationships/image" Target="../media/image575.png"/><Relationship Id="rId114" Type="http://schemas.openxmlformats.org/officeDocument/2006/relationships/customXml" Target="../ink/ink832.xml"/><Relationship Id="rId275" Type="http://schemas.openxmlformats.org/officeDocument/2006/relationships/image" Target="../media/image677.png"/><Relationship Id="rId296" Type="http://schemas.openxmlformats.org/officeDocument/2006/relationships/customXml" Target="../ink/ink934.xml"/><Relationship Id="rId300" Type="http://schemas.openxmlformats.org/officeDocument/2006/relationships/customXml" Target="../ink/ink937.xml"/><Relationship Id="rId60" Type="http://schemas.openxmlformats.org/officeDocument/2006/relationships/customXml" Target="../ink/ink805.xml"/><Relationship Id="rId81" Type="http://schemas.openxmlformats.org/officeDocument/2006/relationships/image" Target="../media/image591.png"/><Relationship Id="rId135" Type="http://schemas.openxmlformats.org/officeDocument/2006/relationships/customXml" Target="../ink/ink845.xml"/><Relationship Id="rId156" Type="http://schemas.openxmlformats.org/officeDocument/2006/relationships/customXml" Target="../ink/ink859.xml"/><Relationship Id="rId177" Type="http://schemas.openxmlformats.org/officeDocument/2006/relationships/image" Target="../media/image631.png"/><Relationship Id="rId198" Type="http://schemas.openxmlformats.org/officeDocument/2006/relationships/customXml" Target="../ink/ink883.xml"/><Relationship Id="rId202" Type="http://schemas.openxmlformats.org/officeDocument/2006/relationships/customXml" Target="../ink/ink885.xml"/><Relationship Id="rId223" Type="http://schemas.openxmlformats.org/officeDocument/2006/relationships/image" Target="../media/image651.png"/><Relationship Id="rId244" Type="http://schemas.openxmlformats.org/officeDocument/2006/relationships/customXml" Target="../ink/ink908.xml"/><Relationship Id="rId18" Type="http://schemas.openxmlformats.org/officeDocument/2006/relationships/customXml" Target="../ink/ink784.xml"/><Relationship Id="rId39" Type="http://schemas.openxmlformats.org/officeDocument/2006/relationships/image" Target="../media/image570.png"/><Relationship Id="rId265" Type="http://schemas.openxmlformats.org/officeDocument/2006/relationships/image" Target="../media/image672.png"/><Relationship Id="rId286" Type="http://schemas.openxmlformats.org/officeDocument/2006/relationships/customXml" Target="../ink/ink929.xml"/><Relationship Id="rId50" Type="http://schemas.openxmlformats.org/officeDocument/2006/relationships/customXml" Target="../ink/ink800.xml"/><Relationship Id="rId104" Type="http://schemas.openxmlformats.org/officeDocument/2006/relationships/customXml" Target="../ink/ink827.xml"/><Relationship Id="rId125" Type="http://schemas.openxmlformats.org/officeDocument/2006/relationships/image" Target="../media/image613.png"/><Relationship Id="rId146" Type="http://schemas.openxmlformats.org/officeDocument/2006/relationships/image" Target="../media/image618.png"/><Relationship Id="rId167" Type="http://schemas.openxmlformats.org/officeDocument/2006/relationships/image" Target="../media/image626.png"/><Relationship Id="rId188" Type="http://schemas.openxmlformats.org/officeDocument/2006/relationships/customXml" Target="../ink/ink878.xml"/><Relationship Id="rId71" Type="http://schemas.openxmlformats.org/officeDocument/2006/relationships/image" Target="../media/image586.png"/><Relationship Id="rId92" Type="http://schemas.openxmlformats.org/officeDocument/2006/relationships/customXml" Target="../ink/ink821.xml"/><Relationship Id="rId213" Type="http://schemas.openxmlformats.org/officeDocument/2006/relationships/image" Target="../media/image646.png"/><Relationship Id="rId234" Type="http://schemas.openxmlformats.org/officeDocument/2006/relationships/customXml" Target="../ink/ink903.xml"/><Relationship Id="rId2" Type="http://schemas.openxmlformats.org/officeDocument/2006/relationships/customXml" Target="../ink/ink776.xml"/><Relationship Id="rId29" Type="http://schemas.openxmlformats.org/officeDocument/2006/relationships/image" Target="../media/image565.png"/><Relationship Id="rId255" Type="http://schemas.openxmlformats.org/officeDocument/2006/relationships/image" Target="../media/image667.png"/><Relationship Id="rId276" Type="http://schemas.openxmlformats.org/officeDocument/2006/relationships/customXml" Target="../ink/ink924.xml"/><Relationship Id="rId297" Type="http://schemas.openxmlformats.org/officeDocument/2006/relationships/image" Target="../media/image688.png"/><Relationship Id="rId40" Type="http://schemas.openxmlformats.org/officeDocument/2006/relationships/customXml" Target="../ink/ink795.xml"/><Relationship Id="rId115" Type="http://schemas.openxmlformats.org/officeDocument/2006/relationships/image" Target="../media/image608.png"/><Relationship Id="rId136" Type="http://schemas.openxmlformats.org/officeDocument/2006/relationships/customXml" Target="../ink/ink846.xml"/><Relationship Id="rId157" Type="http://schemas.openxmlformats.org/officeDocument/2006/relationships/customXml" Target="../ink/ink860.xml"/><Relationship Id="rId178" Type="http://schemas.openxmlformats.org/officeDocument/2006/relationships/customXml" Target="../ink/ink872.xml"/><Relationship Id="rId301" Type="http://schemas.openxmlformats.org/officeDocument/2006/relationships/customXml" Target="../ink/ink938.xml"/><Relationship Id="rId61" Type="http://schemas.openxmlformats.org/officeDocument/2006/relationships/image" Target="../media/image581.png"/><Relationship Id="rId82" Type="http://schemas.openxmlformats.org/officeDocument/2006/relationships/customXml" Target="../ink/ink816.xml"/><Relationship Id="rId199" Type="http://schemas.openxmlformats.org/officeDocument/2006/relationships/image" Target="../media/image641.png"/><Relationship Id="rId203" Type="http://schemas.openxmlformats.org/officeDocument/2006/relationships/customXml" Target="../ink/ink886.xml"/><Relationship Id="rId19" Type="http://schemas.openxmlformats.org/officeDocument/2006/relationships/image" Target="../media/image560.png"/><Relationship Id="rId224" Type="http://schemas.openxmlformats.org/officeDocument/2006/relationships/customXml" Target="../ink/ink898.xml"/><Relationship Id="rId245" Type="http://schemas.openxmlformats.org/officeDocument/2006/relationships/image" Target="../media/image662.png"/><Relationship Id="rId266" Type="http://schemas.openxmlformats.org/officeDocument/2006/relationships/customXml" Target="../ink/ink919.xml"/><Relationship Id="rId287" Type="http://schemas.openxmlformats.org/officeDocument/2006/relationships/image" Target="../media/image683.png"/><Relationship Id="rId30" Type="http://schemas.openxmlformats.org/officeDocument/2006/relationships/customXml" Target="../ink/ink790.xml"/><Relationship Id="rId105" Type="http://schemas.openxmlformats.org/officeDocument/2006/relationships/image" Target="../media/image603.png"/><Relationship Id="rId126" Type="http://schemas.openxmlformats.org/officeDocument/2006/relationships/customXml" Target="../ink/ink838.xml"/><Relationship Id="rId147" Type="http://schemas.openxmlformats.org/officeDocument/2006/relationships/customXml" Target="../ink/ink854.xml"/><Relationship Id="rId168" Type="http://schemas.openxmlformats.org/officeDocument/2006/relationships/customXml" Target="../ink/ink867.xml"/><Relationship Id="rId51" Type="http://schemas.openxmlformats.org/officeDocument/2006/relationships/image" Target="../media/image576.png"/><Relationship Id="rId72" Type="http://schemas.openxmlformats.org/officeDocument/2006/relationships/customXml" Target="../ink/ink811.xml"/><Relationship Id="rId93" Type="http://schemas.openxmlformats.org/officeDocument/2006/relationships/image" Target="../media/image597.png"/><Relationship Id="rId189" Type="http://schemas.openxmlformats.org/officeDocument/2006/relationships/image" Target="../media/image636.png"/><Relationship Id="rId3" Type="http://schemas.openxmlformats.org/officeDocument/2006/relationships/image" Target="../media/image552.png"/><Relationship Id="rId214" Type="http://schemas.openxmlformats.org/officeDocument/2006/relationships/customXml" Target="../ink/ink893.xml"/><Relationship Id="rId235" Type="http://schemas.openxmlformats.org/officeDocument/2006/relationships/image" Target="../media/image657.png"/><Relationship Id="rId256" Type="http://schemas.openxmlformats.org/officeDocument/2006/relationships/customXml" Target="../ink/ink914.xml"/><Relationship Id="rId277" Type="http://schemas.openxmlformats.org/officeDocument/2006/relationships/image" Target="../media/image678.png"/><Relationship Id="rId298" Type="http://schemas.openxmlformats.org/officeDocument/2006/relationships/customXml" Target="../ink/ink935.xml"/><Relationship Id="rId116" Type="http://schemas.openxmlformats.org/officeDocument/2006/relationships/customXml" Target="../ink/ink833.xml"/><Relationship Id="rId137" Type="http://schemas.openxmlformats.org/officeDocument/2006/relationships/customXml" Target="../ink/ink847.xml"/><Relationship Id="rId158" Type="http://schemas.openxmlformats.org/officeDocument/2006/relationships/customXml" Target="../ink/ink861.xml"/><Relationship Id="rId302" Type="http://schemas.openxmlformats.org/officeDocument/2006/relationships/image" Target="../media/image689.png"/><Relationship Id="rId20" Type="http://schemas.openxmlformats.org/officeDocument/2006/relationships/customXml" Target="../ink/ink785.xml"/><Relationship Id="rId41" Type="http://schemas.openxmlformats.org/officeDocument/2006/relationships/image" Target="../media/image571.png"/><Relationship Id="rId62" Type="http://schemas.openxmlformats.org/officeDocument/2006/relationships/customXml" Target="../ink/ink806.xml"/><Relationship Id="rId83" Type="http://schemas.openxmlformats.org/officeDocument/2006/relationships/image" Target="../media/image592.png"/><Relationship Id="rId179" Type="http://schemas.openxmlformats.org/officeDocument/2006/relationships/image" Target="../media/image632.png"/><Relationship Id="rId190" Type="http://schemas.openxmlformats.org/officeDocument/2006/relationships/customXml" Target="../ink/ink879.xml"/><Relationship Id="rId204" Type="http://schemas.openxmlformats.org/officeDocument/2006/relationships/customXml" Target="../ink/ink887.xml"/><Relationship Id="rId225" Type="http://schemas.openxmlformats.org/officeDocument/2006/relationships/image" Target="../media/image652.png"/><Relationship Id="rId246" Type="http://schemas.openxmlformats.org/officeDocument/2006/relationships/customXml" Target="../ink/ink909.xml"/><Relationship Id="rId267" Type="http://schemas.openxmlformats.org/officeDocument/2006/relationships/image" Target="../media/image673.png"/><Relationship Id="rId288" Type="http://schemas.openxmlformats.org/officeDocument/2006/relationships/customXml" Target="../ink/ink930.xml"/><Relationship Id="rId106" Type="http://schemas.openxmlformats.org/officeDocument/2006/relationships/customXml" Target="../ink/ink828.xml"/><Relationship Id="rId127" Type="http://schemas.openxmlformats.org/officeDocument/2006/relationships/image" Target="../media/image614.png"/><Relationship Id="rId10" Type="http://schemas.openxmlformats.org/officeDocument/2006/relationships/customXml" Target="../ink/ink780.xml"/><Relationship Id="rId31" Type="http://schemas.openxmlformats.org/officeDocument/2006/relationships/image" Target="../media/image566.png"/><Relationship Id="rId52" Type="http://schemas.openxmlformats.org/officeDocument/2006/relationships/customXml" Target="../ink/ink801.xml"/><Relationship Id="rId73" Type="http://schemas.openxmlformats.org/officeDocument/2006/relationships/image" Target="../media/image587.png"/><Relationship Id="rId94" Type="http://schemas.openxmlformats.org/officeDocument/2006/relationships/customXml" Target="../ink/ink822.xml"/><Relationship Id="rId148" Type="http://schemas.openxmlformats.org/officeDocument/2006/relationships/image" Target="../media/image619.png"/><Relationship Id="rId169" Type="http://schemas.openxmlformats.org/officeDocument/2006/relationships/image" Target="../media/image627.png"/><Relationship Id="rId4" Type="http://schemas.openxmlformats.org/officeDocument/2006/relationships/customXml" Target="../ink/ink777.xml"/><Relationship Id="rId180" Type="http://schemas.openxmlformats.org/officeDocument/2006/relationships/customXml" Target="../ink/ink873.xml"/><Relationship Id="rId215" Type="http://schemas.openxmlformats.org/officeDocument/2006/relationships/image" Target="../media/image647.png"/><Relationship Id="rId236" Type="http://schemas.openxmlformats.org/officeDocument/2006/relationships/customXml" Target="../ink/ink904.xml"/><Relationship Id="rId257" Type="http://schemas.openxmlformats.org/officeDocument/2006/relationships/image" Target="../media/image668.png"/><Relationship Id="rId278" Type="http://schemas.openxmlformats.org/officeDocument/2006/relationships/customXml" Target="../ink/ink925.xml"/><Relationship Id="rId303" Type="http://schemas.openxmlformats.org/officeDocument/2006/relationships/customXml" Target="../ink/ink939.xml"/><Relationship Id="rId42" Type="http://schemas.openxmlformats.org/officeDocument/2006/relationships/customXml" Target="../ink/ink796.xml"/><Relationship Id="rId84" Type="http://schemas.openxmlformats.org/officeDocument/2006/relationships/customXml" Target="../ink/ink817.xml"/><Relationship Id="rId138" Type="http://schemas.openxmlformats.org/officeDocument/2006/relationships/customXml" Target="../ink/ink848.xml"/><Relationship Id="rId191" Type="http://schemas.openxmlformats.org/officeDocument/2006/relationships/image" Target="../media/image637.png"/><Relationship Id="rId205" Type="http://schemas.openxmlformats.org/officeDocument/2006/relationships/customXml" Target="../ink/ink888.xml"/><Relationship Id="rId247" Type="http://schemas.openxmlformats.org/officeDocument/2006/relationships/image" Target="../media/image663.png"/><Relationship Id="rId107" Type="http://schemas.openxmlformats.org/officeDocument/2006/relationships/image" Target="../media/image604.png"/><Relationship Id="rId289" Type="http://schemas.openxmlformats.org/officeDocument/2006/relationships/image" Target="../media/image684.png"/><Relationship Id="rId11" Type="http://schemas.openxmlformats.org/officeDocument/2006/relationships/image" Target="../media/image556.png"/><Relationship Id="rId53" Type="http://schemas.openxmlformats.org/officeDocument/2006/relationships/image" Target="../media/image577.png"/><Relationship Id="rId149" Type="http://schemas.openxmlformats.org/officeDocument/2006/relationships/customXml" Target="../ink/ink855.xml"/><Relationship Id="rId95" Type="http://schemas.openxmlformats.org/officeDocument/2006/relationships/image" Target="../media/image598.png"/><Relationship Id="rId160" Type="http://schemas.openxmlformats.org/officeDocument/2006/relationships/customXml" Target="../ink/ink863.xml"/><Relationship Id="rId216" Type="http://schemas.openxmlformats.org/officeDocument/2006/relationships/customXml" Target="../ink/ink894.xml"/><Relationship Id="rId258" Type="http://schemas.openxmlformats.org/officeDocument/2006/relationships/customXml" Target="../ink/ink915.xml"/><Relationship Id="rId22" Type="http://schemas.openxmlformats.org/officeDocument/2006/relationships/customXml" Target="../ink/ink786.xml"/><Relationship Id="rId64" Type="http://schemas.openxmlformats.org/officeDocument/2006/relationships/customXml" Target="../ink/ink807.xml"/><Relationship Id="rId118" Type="http://schemas.openxmlformats.org/officeDocument/2006/relationships/customXml" Target="../ink/ink834.xml"/><Relationship Id="rId171" Type="http://schemas.openxmlformats.org/officeDocument/2006/relationships/image" Target="../media/image628.png"/><Relationship Id="rId227" Type="http://schemas.openxmlformats.org/officeDocument/2006/relationships/image" Target="../media/image653.png"/><Relationship Id="rId269" Type="http://schemas.openxmlformats.org/officeDocument/2006/relationships/image" Target="../media/image674.png"/><Relationship Id="rId33" Type="http://schemas.openxmlformats.org/officeDocument/2006/relationships/image" Target="../media/image567.png"/><Relationship Id="rId129" Type="http://schemas.openxmlformats.org/officeDocument/2006/relationships/image" Target="../media/image615.png"/><Relationship Id="rId280" Type="http://schemas.openxmlformats.org/officeDocument/2006/relationships/customXml" Target="../ink/ink926.xml"/><Relationship Id="rId75" Type="http://schemas.openxmlformats.org/officeDocument/2006/relationships/image" Target="../media/image588.png"/><Relationship Id="rId140" Type="http://schemas.openxmlformats.org/officeDocument/2006/relationships/customXml" Target="../ink/ink850.xml"/><Relationship Id="rId182" Type="http://schemas.openxmlformats.org/officeDocument/2006/relationships/customXml" Target="../ink/ink875.xml"/><Relationship Id="rId6" Type="http://schemas.openxmlformats.org/officeDocument/2006/relationships/customXml" Target="../ink/ink778.xml"/><Relationship Id="rId238" Type="http://schemas.openxmlformats.org/officeDocument/2006/relationships/customXml" Target="../ink/ink905.xml"/><Relationship Id="rId291" Type="http://schemas.openxmlformats.org/officeDocument/2006/relationships/image" Target="../media/image685.png"/><Relationship Id="rId305" Type="http://schemas.openxmlformats.org/officeDocument/2006/relationships/customXml" Target="../ink/ink940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86.png"/><Relationship Id="rId21" Type="http://schemas.openxmlformats.org/officeDocument/2006/relationships/image" Target="../media/image612.png"/><Relationship Id="rId42" Type="http://schemas.openxmlformats.org/officeDocument/2006/relationships/customXml" Target="../ink/ink963.xml"/><Relationship Id="rId63" Type="http://schemas.openxmlformats.org/officeDocument/2006/relationships/image" Target="../media/image592.png"/><Relationship Id="rId84" Type="http://schemas.openxmlformats.org/officeDocument/2006/relationships/customXml" Target="../ink/ink984.xml"/><Relationship Id="rId138" Type="http://schemas.openxmlformats.org/officeDocument/2006/relationships/customXml" Target="../ink/ink1013.xml"/><Relationship Id="rId159" Type="http://schemas.openxmlformats.org/officeDocument/2006/relationships/customXml" Target="../ink/ink1034.xml"/><Relationship Id="rId170" Type="http://schemas.openxmlformats.org/officeDocument/2006/relationships/image" Target="../media/image704.png"/><Relationship Id="rId191" Type="http://schemas.openxmlformats.org/officeDocument/2006/relationships/customXml" Target="../ink/ink1052.xml"/><Relationship Id="rId205" Type="http://schemas.openxmlformats.org/officeDocument/2006/relationships/customXml" Target="../ink/ink1066.xml"/><Relationship Id="rId107" Type="http://schemas.openxmlformats.org/officeDocument/2006/relationships/image" Target="../media/image681.png"/><Relationship Id="rId11" Type="http://schemas.openxmlformats.org/officeDocument/2006/relationships/image" Target="../media/image607.png"/><Relationship Id="rId32" Type="http://schemas.openxmlformats.org/officeDocument/2006/relationships/customXml" Target="../ink/ink958.xml"/><Relationship Id="rId53" Type="http://schemas.openxmlformats.org/officeDocument/2006/relationships/image" Target="../media/image689.png"/><Relationship Id="rId74" Type="http://schemas.openxmlformats.org/officeDocument/2006/relationships/customXml" Target="../ink/ink979.xml"/><Relationship Id="rId128" Type="http://schemas.openxmlformats.org/officeDocument/2006/relationships/customXml" Target="../ink/ink1006.xml"/><Relationship Id="rId149" Type="http://schemas.openxmlformats.org/officeDocument/2006/relationships/customXml" Target="../ink/ink1024.xml"/><Relationship Id="rId5" Type="http://schemas.openxmlformats.org/officeDocument/2006/relationships/image" Target="../media/image604.png"/><Relationship Id="rId95" Type="http://schemas.openxmlformats.org/officeDocument/2006/relationships/image" Target="../media/image675.png"/><Relationship Id="rId160" Type="http://schemas.openxmlformats.org/officeDocument/2006/relationships/customXml" Target="../ink/ink1035.xml"/><Relationship Id="rId181" Type="http://schemas.openxmlformats.org/officeDocument/2006/relationships/customXml" Target="../ink/ink1046.xml"/><Relationship Id="rId216" Type="http://schemas.openxmlformats.org/officeDocument/2006/relationships/image" Target="../media/image716.png"/><Relationship Id="rId22" Type="http://schemas.openxmlformats.org/officeDocument/2006/relationships/customXml" Target="../ink/ink953.xml"/><Relationship Id="rId43" Type="http://schemas.openxmlformats.org/officeDocument/2006/relationships/image" Target="../media/image637.png"/><Relationship Id="rId64" Type="http://schemas.openxmlformats.org/officeDocument/2006/relationships/customXml" Target="../ink/ink974.xml"/><Relationship Id="rId118" Type="http://schemas.openxmlformats.org/officeDocument/2006/relationships/customXml" Target="../ink/ink1001.xml"/><Relationship Id="rId139" Type="http://schemas.openxmlformats.org/officeDocument/2006/relationships/customXml" Target="../ink/ink1014.xml"/><Relationship Id="rId85" Type="http://schemas.openxmlformats.org/officeDocument/2006/relationships/image" Target="../media/image670.png"/><Relationship Id="rId150" Type="http://schemas.openxmlformats.org/officeDocument/2006/relationships/customXml" Target="../ink/ink1025.xml"/><Relationship Id="rId171" Type="http://schemas.openxmlformats.org/officeDocument/2006/relationships/customXml" Target="../ink/ink1041.xml"/><Relationship Id="rId192" Type="http://schemas.openxmlformats.org/officeDocument/2006/relationships/customXml" Target="../ink/ink1053.xml"/><Relationship Id="rId206" Type="http://schemas.openxmlformats.org/officeDocument/2006/relationships/customXml" Target="../ink/ink1067.xml"/><Relationship Id="rId12" Type="http://schemas.openxmlformats.org/officeDocument/2006/relationships/customXml" Target="../ink/ink948.xml"/><Relationship Id="rId33" Type="http://schemas.openxmlformats.org/officeDocument/2006/relationships/image" Target="../media/image622.png"/><Relationship Id="rId108" Type="http://schemas.openxmlformats.org/officeDocument/2006/relationships/customXml" Target="../ink/ink996.xml"/><Relationship Id="rId129" Type="http://schemas.openxmlformats.org/officeDocument/2006/relationships/image" Target="../media/image697.png"/><Relationship Id="rId54" Type="http://schemas.openxmlformats.org/officeDocument/2006/relationships/customXml" Target="../ink/ink969.xml"/><Relationship Id="rId75" Type="http://schemas.openxmlformats.org/officeDocument/2006/relationships/image" Target="../media/image598.png"/><Relationship Id="rId96" Type="http://schemas.openxmlformats.org/officeDocument/2006/relationships/customXml" Target="../ink/ink990.xml"/><Relationship Id="rId140" Type="http://schemas.openxmlformats.org/officeDocument/2006/relationships/customXml" Target="../ink/ink1015.xml"/><Relationship Id="rId161" Type="http://schemas.openxmlformats.org/officeDocument/2006/relationships/customXml" Target="../ink/ink1036.xml"/><Relationship Id="rId182" Type="http://schemas.openxmlformats.org/officeDocument/2006/relationships/image" Target="../media/image710.png"/><Relationship Id="rId217" Type="http://schemas.openxmlformats.org/officeDocument/2006/relationships/customXml" Target="../ink/ink1075.xml"/><Relationship Id="rId6" Type="http://schemas.openxmlformats.org/officeDocument/2006/relationships/customXml" Target="../ink/ink945.xml"/><Relationship Id="rId23" Type="http://schemas.openxmlformats.org/officeDocument/2006/relationships/image" Target="../media/image615.png"/><Relationship Id="rId119" Type="http://schemas.openxmlformats.org/officeDocument/2006/relationships/image" Target="../media/image687.png"/><Relationship Id="rId44" Type="http://schemas.openxmlformats.org/officeDocument/2006/relationships/customXml" Target="../ink/ink964.xml"/><Relationship Id="rId65" Type="http://schemas.openxmlformats.org/officeDocument/2006/relationships/image" Target="../media/image593.png"/><Relationship Id="rId86" Type="http://schemas.openxmlformats.org/officeDocument/2006/relationships/customXml" Target="../ink/ink985.xml"/><Relationship Id="rId130" Type="http://schemas.openxmlformats.org/officeDocument/2006/relationships/customXml" Target="../ink/ink1007.xml"/><Relationship Id="rId151" Type="http://schemas.openxmlformats.org/officeDocument/2006/relationships/customXml" Target="../ink/ink1026.xml"/><Relationship Id="rId172" Type="http://schemas.openxmlformats.org/officeDocument/2006/relationships/image" Target="../media/image705.png"/><Relationship Id="rId193" Type="http://schemas.openxmlformats.org/officeDocument/2006/relationships/customXml" Target="../ink/ink1054.xml"/><Relationship Id="rId207" Type="http://schemas.openxmlformats.org/officeDocument/2006/relationships/customXml" Target="../ink/ink1068.xml"/><Relationship Id="rId13" Type="http://schemas.openxmlformats.org/officeDocument/2006/relationships/image" Target="../media/image608.png"/><Relationship Id="rId109" Type="http://schemas.openxmlformats.org/officeDocument/2006/relationships/image" Target="../media/image682.png"/><Relationship Id="rId34" Type="http://schemas.openxmlformats.org/officeDocument/2006/relationships/customXml" Target="../ink/ink959.xml"/><Relationship Id="rId55" Type="http://schemas.openxmlformats.org/officeDocument/2006/relationships/image" Target="../media/image690.png"/><Relationship Id="rId76" Type="http://schemas.openxmlformats.org/officeDocument/2006/relationships/customXml" Target="../ink/ink980.xml"/><Relationship Id="rId97" Type="http://schemas.openxmlformats.org/officeDocument/2006/relationships/image" Target="../media/image676.png"/><Relationship Id="rId120" Type="http://schemas.openxmlformats.org/officeDocument/2006/relationships/customXml" Target="../ink/ink1002.xml"/><Relationship Id="rId141" Type="http://schemas.openxmlformats.org/officeDocument/2006/relationships/customXml" Target="../ink/ink1016.xml"/><Relationship Id="rId7" Type="http://schemas.openxmlformats.org/officeDocument/2006/relationships/image" Target="../media/image605.png"/><Relationship Id="rId162" Type="http://schemas.openxmlformats.org/officeDocument/2006/relationships/image" Target="../media/image700.png"/><Relationship Id="rId183" Type="http://schemas.openxmlformats.org/officeDocument/2006/relationships/customXml" Target="../ink/ink1047.xml"/><Relationship Id="rId218" Type="http://schemas.openxmlformats.org/officeDocument/2006/relationships/image" Target="../media/image717.png"/><Relationship Id="rId24" Type="http://schemas.openxmlformats.org/officeDocument/2006/relationships/customXml" Target="../ink/ink954.xml"/><Relationship Id="rId45" Type="http://schemas.openxmlformats.org/officeDocument/2006/relationships/image" Target="../media/image638.png"/><Relationship Id="rId66" Type="http://schemas.openxmlformats.org/officeDocument/2006/relationships/customXml" Target="../ink/ink975.xml"/><Relationship Id="rId87" Type="http://schemas.openxmlformats.org/officeDocument/2006/relationships/image" Target="../media/image671.png"/><Relationship Id="rId110" Type="http://schemas.openxmlformats.org/officeDocument/2006/relationships/customXml" Target="../ink/ink997.xml"/><Relationship Id="rId131" Type="http://schemas.openxmlformats.org/officeDocument/2006/relationships/image" Target="../media/image698.png"/><Relationship Id="rId152" Type="http://schemas.openxmlformats.org/officeDocument/2006/relationships/customXml" Target="../ink/ink1027.xml"/><Relationship Id="rId173" Type="http://schemas.openxmlformats.org/officeDocument/2006/relationships/customXml" Target="../ink/ink1042.xml"/><Relationship Id="rId194" Type="http://schemas.openxmlformats.org/officeDocument/2006/relationships/customXml" Target="../ink/ink1055.xml"/><Relationship Id="rId208" Type="http://schemas.openxmlformats.org/officeDocument/2006/relationships/customXml" Target="../ink/ink1069.xml"/><Relationship Id="rId14" Type="http://schemas.openxmlformats.org/officeDocument/2006/relationships/customXml" Target="../ink/ink949.xml"/><Relationship Id="rId35" Type="http://schemas.openxmlformats.org/officeDocument/2006/relationships/image" Target="../media/image631.png"/><Relationship Id="rId56" Type="http://schemas.openxmlformats.org/officeDocument/2006/relationships/customXml" Target="../ink/ink970.xml"/><Relationship Id="rId77" Type="http://schemas.openxmlformats.org/officeDocument/2006/relationships/image" Target="../media/image599.png"/><Relationship Id="rId100" Type="http://schemas.openxmlformats.org/officeDocument/2006/relationships/customXml" Target="../ink/ink992.xml"/><Relationship Id="rId8" Type="http://schemas.openxmlformats.org/officeDocument/2006/relationships/customXml" Target="../ink/ink946.xml"/><Relationship Id="rId51" Type="http://schemas.openxmlformats.org/officeDocument/2006/relationships/image" Target="../media/image630.png"/><Relationship Id="rId72" Type="http://schemas.openxmlformats.org/officeDocument/2006/relationships/customXml" Target="../ink/ink978.xml"/><Relationship Id="rId93" Type="http://schemas.openxmlformats.org/officeDocument/2006/relationships/image" Target="../media/image674.png"/><Relationship Id="rId98" Type="http://schemas.openxmlformats.org/officeDocument/2006/relationships/customXml" Target="../ink/ink991.xml"/><Relationship Id="rId121" Type="http://schemas.openxmlformats.org/officeDocument/2006/relationships/image" Target="../media/image688.png"/><Relationship Id="rId142" Type="http://schemas.openxmlformats.org/officeDocument/2006/relationships/customXml" Target="../ink/ink1017.xml"/><Relationship Id="rId163" Type="http://schemas.openxmlformats.org/officeDocument/2006/relationships/customXml" Target="../ink/ink1037.xml"/><Relationship Id="rId184" Type="http://schemas.openxmlformats.org/officeDocument/2006/relationships/image" Target="../media/image711.png"/><Relationship Id="rId189" Type="http://schemas.openxmlformats.org/officeDocument/2006/relationships/customXml" Target="../ink/ink1050.xml"/><Relationship Id="rId219" Type="http://schemas.openxmlformats.org/officeDocument/2006/relationships/customXml" Target="../ink/ink1076.xml"/><Relationship Id="rId3" Type="http://schemas.openxmlformats.org/officeDocument/2006/relationships/image" Target="../media/image603.png"/><Relationship Id="rId214" Type="http://schemas.openxmlformats.org/officeDocument/2006/relationships/image" Target="../media/image715.png"/><Relationship Id="rId25" Type="http://schemas.openxmlformats.org/officeDocument/2006/relationships/image" Target="../media/image616.png"/><Relationship Id="rId46" Type="http://schemas.openxmlformats.org/officeDocument/2006/relationships/customXml" Target="../ink/ink965.xml"/><Relationship Id="rId67" Type="http://schemas.openxmlformats.org/officeDocument/2006/relationships/image" Target="../media/image594.png"/><Relationship Id="rId116" Type="http://schemas.openxmlformats.org/officeDocument/2006/relationships/customXml" Target="../ink/ink1000.xml"/><Relationship Id="rId137" Type="http://schemas.openxmlformats.org/officeDocument/2006/relationships/customXml" Target="../ink/ink1012.xml"/><Relationship Id="rId158" Type="http://schemas.openxmlformats.org/officeDocument/2006/relationships/customXml" Target="../ink/ink1033.xml"/><Relationship Id="rId20" Type="http://schemas.openxmlformats.org/officeDocument/2006/relationships/customXml" Target="../ink/ink952.xml"/><Relationship Id="rId41" Type="http://schemas.openxmlformats.org/officeDocument/2006/relationships/image" Target="../media/image636.png"/><Relationship Id="rId62" Type="http://schemas.openxmlformats.org/officeDocument/2006/relationships/customXml" Target="../ink/ink973.xml"/><Relationship Id="rId83" Type="http://schemas.openxmlformats.org/officeDocument/2006/relationships/image" Target="../media/image602.png"/><Relationship Id="rId88" Type="http://schemas.openxmlformats.org/officeDocument/2006/relationships/customXml" Target="../ink/ink986.xml"/><Relationship Id="rId111" Type="http://schemas.openxmlformats.org/officeDocument/2006/relationships/image" Target="../media/image683.png"/><Relationship Id="rId132" Type="http://schemas.openxmlformats.org/officeDocument/2006/relationships/customXml" Target="../ink/ink1008.xml"/><Relationship Id="rId153" Type="http://schemas.openxmlformats.org/officeDocument/2006/relationships/customXml" Target="../ink/ink1028.xml"/><Relationship Id="rId174" Type="http://schemas.openxmlformats.org/officeDocument/2006/relationships/image" Target="../media/image706.png"/><Relationship Id="rId179" Type="http://schemas.openxmlformats.org/officeDocument/2006/relationships/customXml" Target="../ink/ink1045.xml"/><Relationship Id="rId195" Type="http://schemas.openxmlformats.org/officeDocument/2006/relationships/customXml" Target="../ink/ink1056.xml"/><Relationship Id="rId209" Type="http://schemas.openxmlformats.org/officeDocument/2006/relationships/customXml" Target="../ink/ink1070.xml"/><Relationship Id="rId190" Type="http://schemas.openxmlformats.org/officeDocument/2006/relationships/customXml" Target="../ink/ink1051.xml"/><Relationship Id="rId204" Type="http://schemas.openxmlformats.org/officeDocument/2006/relationships/customXml" Target="../ink/ink1065.xml"/><Relationship Id="rId220" Type="http://schemas.openxmlformats.org/officeDocument/2006/relationships/image" Target="../media/image718.png"/><Relationship Id="rId15" Type="http://schemas.openxmlformats.org/officeDocument/2006/relationships/image" Target="../media/image609.png"/><Relationship Id="rId36" Type="http://schemas.openxmlformats.org/officeDocument/2006/relationships/customXml" Target="../ink/ink960.xml"/><Relationship Id="rId57" Type="http://schemas.openxmlformats.org/officeDocument/2006/relationships/image" Target="../media/image691.png"/><Relationship Id="rId106" Type="http://schemas.openxmlformats.org/officeDocument/2006/relationships/customXml" Target="../ink/ink995.xml"/><Relationship Id="rId127" Type="http://schemas.openxmlformats.org/officeDocument/2006/relationships/image" Target="../media/image696.png"/><Relationship Id="rId10" Type="http://schemas.openxmlformats.org/officeDocument/2006/relationships/customXml" Target="../ink/ink947.xml"/><Relationship Id="rId31" Type="http://schemas.openxmlformats.org/officeDocument/2006/relationships/image" Target="../media/image619.png"/><Relationship Id="rId52" Type="http://schemas.openxmlformats.org/officeDocument/2006/relationships/customXml" Target="../ink/ink968.xml"/><Relationship Id="rId73" Type="http://schemas.openxmlformats.org/officeDocument/2006/relationships/image" Target="../media/image597.png"/><Relationship Id="rId78" Type="http://schemas.openxmlformats.org/officeDocument/2006/relationships/customXml" Target="../ink/ink981.xml"/><Relationship Id="rId94" Type="http://schemas.openxmlformats.org/officeDocument/2006/relationships/customXml" Target="../ink/ink989.xml"/><Relationship Id="rId99" Type="http://schemas.openxmlformats.org/officeDocument/2006/relationships/image" Target="../media/image677.png"/><Relationship Id="rId101" Type="http://schemas.openxmlformats.org/officeDocument/2006/relationships/image" Target="../media/image678.png"/><Relationship Id="rId122" Type="http://schemas.openxmlformats.org/officeDocument/2006/relationships/customXml" Target="../ink/ink1003.xml"/><Relationship Id="rId143" Type="http://schemas.openxmlformats.org/officeDocument/2006/relationships/customXml" Target="../ink/ink1018.xml"/><Relationship Id="rId148" Type="http://schemas.openxmlformats.org/officeDocument/2006/relationships/customXml" Target="../ink/ink1023.xml"/><Relationship Id="rId164" Type="http://schemas.openxmlformats.org/officeDocument/2006/relationships/image" Target="../media/image701.png"/><Relationship Id="rId169" Type="http://schemas.openxmlformats.org/officeDocument/2006/relationships/customXml" Target="../ink/ink1040.xml"/><Relationship Id="rId185" Type="http://schemas.openxmlformats.org/officeDocument/2006/relationships/customXml" Target="../ink/ink1048.xml"/><Relationship Id="rId4" Type="http://schemas.openxmlformats.org/officeDocument/2006/relationships/customXml" Target="../ink/ink944.xml"/><Relationship Id="rId9" Type="http://schemas.openxmlformats.org/officeDocument/2006/relationships/image" Target="../media/image606.png"/><Relationship Id="rId180" Type="http://schemas.openxmlformats.org/officeDocument/2006/relationships/image" Target="../media/image709.png"/><Relationship Id="rId210" Type="http://schemas.openxmlformats.org/officeDocument/2006/relationships/customXml" Target="../ink/ink1071.xml"/><Relationship Id="rId215" Type="http://schemas.openxmlformats.org/officeDocument/2006/relationships/customXml" Target="../ink/ink1074.xml"/><Relationship Id="rId26" Type="http://schemas.openxmlformats.org/officeDocument/2006/relationships/customXml" Target="../ink/ink955.xml"/><Relationship Id="rId47" Type="http://schemas.openxmlformats.org/officeDocument/2006/relationships/image" Target="../media/image627.png"/><Relationship Id="rId68" Type="http://schemas.openxmlformats.org/officeDocument/2006/relationships/customXml" Target="../ink/ink976.xml"/><Relationship Id="rId89" Type="http://schemas.openxmlformats.org/officeDocument/2006/relationships/image" Target="../media/image672.png"/><Relationship Id="rId112" Type="http://schemas.openxmlformats.org/officeDocument/2006/relationships/customXml" Target="../ink/ink998.xml"/><Relationship Id="rId133" Type="http://schemas.openxmlformats.org/officeDocument/2006/relationships/image" Target="../media/image699.png"/><Relationship Id="rId154" Type="http://schemas.openxmlformats.org/officeDocument/2006/relationships/customXml" Target="../ink/ink1029.xml"/><Relationship Id="rId175" Type="http://schemas.openxmlformats.org/officeDocument/2006/relationships/customXml" Target="../ink/ink1043.xml"/><Relationship Id="rId196" Type="http://schemas.openxmlformats.org/officeDocument/2006/relationships/customXml" Target="../ink/ink1057.xml"/><Relationship Id="rId200" Type="http://schemas.openxmlformats.org/officeDocument/2006/relationships/customXml" Target="../ink/ink1061.xml"/><Relationship Id="rId16" Type="http://schemas.openxmlformats.org/officeDocument/2006/relationships/customXml" Target="../ink/ink950.xml"/><Relationship Id="rId221" Type="http://schemas.openxmlformats.org/officeDocument/2006/relationships/customXml" Target="../ink/ink1077.xml"/><Relationship Id="rId37" Type="http://schemas.openxmlformats.org/officeDocument/2006/relationships/image" Target="../media/image632.png"/><Relationship Id="rId58" Type="http://schemas.openxmlformats.org/officeDocument/2006/relationships/customXml" Target="../ink/ink971.xml"/><Relationship Id="rId79" Type="http://schemas.openxmlformats.org/officeDocument/2006/relationships/image" Target="../media/image600.png"/><Relationship Id="rId102" Type="http://schemas.openxmlformats.org/officeDocument/2006/relationships/customXml" Target="../ink/ink993.xml"/><Relationship Id="rId123" Type="http://schemas.openxmlformats.org/officeDocument/2006/relationships/image" Target="../media/image694.png"/><Relationship Id="rId144" Type="http://schemas.openxmlformats.org/officeDocument/2006/relationships/customXml" Target="../ink/ink1019.xml"/><Relationship Id="rId90" Type="http://schemas.openxmlformats.org/officeDocument/2006/relationships/customXml" Target="../ink/ink987.xml"/><Relationship Id="rId165" Type="http://schemas.openxmlformats.org/officeDocument/2006/relationships/customXml" Target="../ink/ink1038.xml"/><Relationship Id="rId186" Type="http://schemas.openxmlformats.org/officeDocument/2006/relationships/image" Target="../media/image712.png"/><Relationship Id="rId211" Type="http://schemas.openxmlformats.org/officeDocument/2006/relationships/customXml" Target="../ink/ink1072.xml"/><Relationship Id="rId27" Type="http://schemas.openxmlformats.org/officeDocument/2006/relationships/image" Target="../media/image617.png"/><Relationship Id="rId48" Type="http://schemas.openxmlformats.org/officeDocument/2006/relationships/customXml" Target="../ink/ink966.xml"/><Relationship Id="rId69" Type="http://schemas.openxmlformats.org/officeDocument/2006/relationships/image" Target="../media/image595.png"/><Relationship Id="rId113" Type="http://schemas.openxmlformats.org/officeDocument/2006/relationships/image" Target="../media/image684.png"/><Relationship Id="rId134" Type="http://schemas.openxmlformats.org/officeDocument/2006/relationships/customXml" Target="../ink/ink1009.xml"/><Relationship Id="rId80" Type="http://schemas.openxmlformats.org/officeDocument/2006/relationships/customXml" Target="../ink/ink982.xml"/><Relationship Id="rId155" Type="http://schemas.openxmlformats.org/officeDocument/2006/relationships/customXml" Target="../ink/ink1030.xml"/><Relationship Id="rId176" Type="http://schemas.openxmlformats.org/officeDocument/2006/relationships/image" Target="../media/image707.png"/><Relationship Id="rId197" Type="http://schemas.openxmlformats.org/officeDocument/2006/relationships/customXml" Target="../ink/ink1058.xml"/><Relationship Id="rId201" Type="http://schemas.openxmlformats.org/officeDocument/2006/relationships/customXml" Target="../ink/ink1062.xml"/><Relationship Id="rId222" Type="http://schemas.openxmlformats.org/officeDocument/2006/relationships/image" Target="../media/image719.png"/><Relationship Id="rId17" Type="http://schemas.openxmlformats.org/officeDocument/2006/relationships/image" Target="../media/image610.png"/><Relationship Id="rId38" Type="http://schemas.openxmlformats.org/officeDocument/2006/relationships/customXml" Target="../ink/ink961.xml"/><Relationship Id="rId59" Type="http://schemas.openxmlformats.org/officeDocument/2006/relationships/image" Target="../media/image692.png"/><Relationship Id="rId103" Type="http://schemas.openxmlformats.org/officeDocument/2006/relationships/image" Target="../media/image679.png"/><Relationship Id="rId124" Type="http://schemas.openxmlformats.org/officeDocument/2006/relationships/customXml" Target="../ink/ink1004.xml"/><Relationship Id="rId70" Type="http://schemas.openxmlformats.org/officeDocument/2006/relationships/customXml" Target="../ink/ink977.xml"/><Relationship Id="rId91" Type="http://schemas.openxmlformats.org/officeDocument/2006/relationships/image" Target="../media/image673.png"/><Relationship Id="rId145" Type="http://schemas.openxmlformats.org/officeDocument/2006/relationships/customXml" Target="../ink/ink1020.xml"/><Relationship Id="rId166" Type="http://schemas.openxmlformats.org/officeDocument/2006/relationships/image" Target="../media/image702.png"/><Relationship Id="rId187" Type="http://schemas.openxmlformats.org/officeDocument/2006/relationships/customXml" Target="../ink/ink1049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714.png"/><Relationship Id="rId28" Type="http://schemas.openxmlformats.org/officeDocument/2006/relationships/customXml" Target="../ink/ink956.xml"/><Relationship Id="rId49" Type="http://schemas.openxmlformats.org/officeDocument/2006/relationships/image" Target="../media/image628.png"/><Relationship Id="rId114" Type="http://schemas.openxmlformats.org/officeDocument/2006/relationships/customXml" Target="../ink/ink999.xml"/><Relationship Id="rId60" Type="http://schemas.openxmlformats.org/officeDocument/2006/relationships/customXml" Target="../ink/ink972.xml"/><Relationship Id="rId81" Type="http://schemas.openxmlformats.org/officeDocument/2006/relationships/image" Target="../media/image601.png"/><Relationship Id="rId135" Type="http://schemas.openxmlformats.org/officeDocument/2006/relationships/customXml" Target="../ink/ink1010.xml"/><Relationship Id="rId156" Type="http://schemas.openxmlformats.org/officeDocument/2006/relationships/customXml" Target="../ink/ink1031.xml"/><Relationship Id="rId177" Type="http://schemas.openxmlformats.org/officeDocument/2006/relationships/customXml" Target="../ink/ink1044.xml"/><Relationship Id="rId198" Type="http://schemas.openxmlformats.org/officeDocument/2006/relationships/customXml" Target="../ink/ink1059.xml"/><Relationship Id="rId202" Type="http://schemas.openxmlformats.org/officeDocument/2006/relationships/customXml" Target="../ink/ink1063.xml"/><Relationship Id="rId18" Type="http://schemas.openxmlformats.org/officeDocument/2006/relationships/customXml" Target="../ink/ink951.xml"/><Relationship Id="rId39" Type="http://schemas.openxmlformats.org/officeDocument/2006/relationships/image" Target="../media/image635.png"/><Relationship Id="rId50" Type="http://schemas.openxmlformats.org/officeDocument/2006/relationships/customXml" Target="../ink/ink967.xml"/><Relationship Id="rId104" Type="http://schemas.openxmlformats.org/officeDocument/2006/relationships/customXml" Target="../ink/ink994.xml"/><Relationship Id="rId125" Type="http://schemas.openxmlformats.org/officeDocument/2006/relationships/image" Target="../media/image695.png"/><Relationship Id="rId146" Type="http://schemas.openxmlformats.org/officeDocument/2006/relationships/customXml" Target="../ink/ink1021.xml"/><Relationship Id="rId167" Type="http://schemas.openxmlformats.org/officeDocument/2006/relationships/customXml" Target="../ink/ink1039.xml"/><Relationship Id="rId188" Type="http://schemas.openxmlformats.org/officeDocument/2006/relationships/image" Target="../media/image713.png"/><Relationship Id="rId71" Type="http://schemas.openxmlformats.org/officeDocument/2006/relationships/image" Target="../media/image596.png"/><Relationship Id="rId92" Type="http://schemas.openxmlformats.org/officeDocument/2006/relationships/customXml" Target="../ink/ink988.xml"/><Relationship Id="rId213" Type="http://schemas.openxmlformats.org/officeDocument/2006/relationships/customXml" Target="../ink/ink1073.xml"/><Relationship Id="rId2" Type="http://schemas.openxmlformats.org/officeDocument/2006/relationships/customXml" Target="../ink/ink943.xml"/><Relationship Id="rId29" Type="http://schemas.openxmlformats.org/officeDocument/2006/relationships/image" Target="../media/image618.png"/><Relationship Id="rId40" Type="http://schemas.openxmlformats.org/officeDocument/2006/relationships/customXml" Target="../ink/ink962.xml"/><Relationship Id="rId115" Type="http://schemas.openxmlformats.org/officeDocument/2006/relationships/image" Target="../media/image685.png"/><Relationship Id="rId136" Type="http://schemas.openxmlformats.org/officeDocument/2006/relationships/customXml" Target="../ink/ink1011.xml"/><Relationship Id="rId157" Type="http://schemas.openxmlformats.org/officeDocument/2006/relationships/customXml" Target="../ink/ink1032.xml"/><Relationship Id="rId178" Type="http://schemas.openxmlformats.org/officeDocument/2006/relationships/image" Target="../media/image708.png"/><Relationship Id="rId61" Type="http://schemas.openxmlformats.org/officeDocument/2006/relationships/image" Target="../media/image693.png"/><Relationship Id="rId82" Type="http://schemas.openxmlformats.org/officeDocument/2006/relationships/customXml" Target="../ink/ink983.xml"/><Relationship Id="rId199" Type="http://schemas.openxmlformats.org/officeDocument/2006/relationships/customXml" Target="../ink/ink1060.xml"/><Relationship Id="rId203" Type="http://schemas.openxmlformats.org/officeDocument/2006/relationships/customXml" Target="../ink/ink1064.xml"/><Relationship Id="rId19" Type="http://schemas.openxmlformats.org/officeDocument/2006/relationships/image" Target="../media/image611.png"/><Relationship Id="rId30" Type="http://schemas.openxmlformats.org/officeDocument/2006/relationships/customXml" Target="../ink/ink957.xml"/><Relationship Id="rId105" Type="http://schemas.openxmlformats.org/officeDocument/2006/relationships/image" Target="../media/image680.png"/><Relationship Id="rId126" Type="http://schemas.openxmlformats.org/officeDocument/2006/relationships/customXml" Target="../ink/ink1005.xml"/><Relationship Id="rId147" Type="http://schemas.openxmlformats.org/officeDocument/2006/relationships/customXml" Target="../ink/ink1022.xml"/><Relationship Id="rId168" Type="http://schemas.openxmlformats.org/officeDocument/2006/relationships/image" Target="../media/image703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7.png"/><Relationship Id="rId299" Type="http://schemas.openxmlformats.org/officeDocument/2006/relationships/image" Target="../media/image838.png"/><Relationship Id="rId21" Type="http://schemas.openxmlformats.org/officeDocument/2006/relationships/image" Target="../media/image729.png"/><Relationship Id="rId63" Type="http://schemas.openxmlformats.org/officeDocument/2006/relationships/image" Target="../media/image750.png"/><Relationship Id="rId159" Type="http://schemas.openxmlformats.org/officeDocument/2006/relationships/image" Target="../media/image798.png"/><Relationship Id="rId170" Type="http://schemas.openxmlformats.org/officeDocument/2006/relationships/customXml" Target="../ink/ink1162.xml"/><Relationship Id="rId226" Type="http://schemas.openxmlformats.org/officeDocument/2006/relationships/customXml" Target="../ink/ink1190.xml"/><Relationship Id="rId268" Type="http://schemas.openxmlformats.org/officeDocument/2006/relationships/customXml" Target="../ink/ink1211.xml"/><Relationship Id="rId32" Type="http://schemas.openxmlformats.org/officeDocument/2006/relationships/customXml" Target="../ink/ink1093.xml"/><Relationship Id="rId74" Type="http://schemas.openxmlformats.org/officeDocument/2006/relationships/customXml" Target="../ink/ink1114.xml"/><Relationship Id="rId128" Type="http://schemas.openxmlformats.org/officeDocument/2006/relationships/customXml" Target="../ink/ink1141.xml"/><Relationship Id="rId5" Type="http://schemas.openxmlformats.org/officeDocument/2006/relationships/image" Target="../media/image721.png"/><Relationship Id="rId181" Type="http://schemas.openxmlformats.org/officeDocument/2006/relationships/image" Target="../media/image601.png"/><Relationship Id="rId237" Type="http://schemas.openxmlformats.org/officeDocument/2006/relationships/image" Target="../media/image807.png"/><Relationship Id="rId279" Type="http://schemas.openxmlformats.org/officeDocument/2006/relationships/image" Target="../media/image828.png"/><Relationship Id="rId43" Type="http://schemas.openxmlformats.org/officeDocument/2006/relationships/image" Target="../media/image740.png"/><Relationship Id="rId139" Type="http://schemas.openxmlformats.org/officeDocument/2006/relationships/image" Target="../media/image788.png"/><Relationship Id="rId290" Type="http://schemas.openxmlformats.org/officeDocument/2006/relationships/customXml" Target="../ink/ink1222.xml"/><Relationship Id="rId304" Type="http://schemas.openxmlformats.org/officeDocument/2006/relationships/customXml" Target="../ink/ink1229.xml"/><Relationship Id="rId85" Type="http://schemas.openxmlformats.org/officeDocument/2006/relationships/image" Target="../media/image761.png"/><Relationship Id="rId150" Type="http://schemas.openxmlformats.org/officeDocument/2006/relationships/customXml" Target="../ink/ink1152.xml"/><Relationship Id="rId192" Type="http://schemas.openxmlformats.org/officeDocument/2006/relationships/customXml" Target="../ink/ink1173.xml"/><Relationship Id="rId206" Type="http://schemas.openxmlformats.org/officeDocument/2006/relationships/customXml" Target="../ink/ink1180.xml"/><Relationship Id="rId248" Type="http://schemas.openxmlformats.org/officeDocument/2006/relationships/customXml" Target="../ink/ink1201.xml"/><Relationship Id="rId12" Type="http://schemas.openxmlformats.org/officeDocument/2006/relationships/customXml" Target="../ink/ink1083.xml"/><Relationship Id="rId108" Type="http://schemas.openxmlformats.org/officeDocument/2006/relationships/customXml" Target="../ink/ink1131.xml"/><Relationship Id="rId315" Type="http://schemas.openxmlformats.org/officeDocument/2006/relationships/image" Target="../media/image846.png"/><Relationship Id="rId54" Type="http://schemas.openxmlformats.org/officeDocument/2006/relationships/customXml" Target="../ink/ink1104.xml"/><Relationship Id="rId96" Type="http://schemas.openxmlformats.org/officeDocument/2006/relationships/customXml" Target="../ink/ink1125.xml"/><Relationship Id="rId161" Type="http://schemas.openxmlformats.org/officeDocument/2006/relationships/image" Target="../media/image799.png"/><Relationship Id="rId217" Type="http://schemas.openxmlformats.org/officeDocument/2006/relationships/image" Target="../media/image686.png"/><Relationship Id="rId259" Type="http://schemas.openxmlformats.org/officeDocument/2006/relationships/image" Target="../media/image818.png"/><Relationship Id="rId23" Type="http://schemas.openxmlformats.org/officeDocument/2006/relationships/image" Target="../media/image730.png"/><Relationship Id="rId119" Type="http://schemas.openxmlformats.org/officeDocument/2006/relationships/image" Target="../media/image778.png"/><Relationship Id="rId270" Type="http://schemas.openxmlformats.org/officeDocument/2006/relationships/customXml" Target="../ink/ink1212.xml"/><Relationship Id="rId65" Type="http://schemas.openxmlformats.org/officeDocument/2006/relationships/image" Target="../media/image751.png"/><Relationship Id="rId130" Type="http://schemas.openxmlformats.org/officeDocument/2006/relationships/customXml" Target="../ink/ink1142.xml"/><Relationship Id="rId172" Type="http://schemas.openxmlformats.org/officeDocument/2006/relationships/customXml" Target="../ink/ink1163.xml"/><Relationship Id="rId228" Type="http://schemas.openxmlformats.org/officeDocument/2006/relationships/customXml" Target="../ink/ink1191.xml"/><Relationship Id="rId13" Type="http://schemas.openxmlformats.org/officeDocument/2006/relationships/image" Target="../media/image725.png"/><Relationship Id="rId109" Type="http://schemas.openxmlformats.org/officeDocument/2006/relationships/image" Target="../media/image773.png"/><Relationship Id="rId260" Type="http://schemas.openxmlformats.org/officeDocument/2006/relationships/customXml" Target="../ink/ink1207.xml"/><Relationship Id="rId281" Type="http://schemas.openxmlformats.org/officeDocument/2006/relationships/image" Target="../media/image829.png"/><Relationship Id="rId316" Type="http://schemas.openxmlformats.org/officeDocument/2006/relationships/customXml" Target="../ink/ink1235.xml"/><Relationship Id="rId34" Type="http://schemas.openxmlformats.org/officeDocument/2006/relationships/customXml" Target="../ink/ink1094.xml"/><Relationship Id="rId55" Type="http://schemas.openxmlformats.org/officeDocument/2006/relationships/image" Target="../media/image746.png"/><Relationship Id="rId76" Type="http://schemas.openxmlformats.org/officeDocument/2006/relationships/customXml" Target="../ink/ink1115.xml"/><Relationship Id="rId97" Type="http://schemas.openxmlformats.org/officeDocument/2006/relationships/image" Target="../media/image767.png"/><Relationship Id="rId120" Type="http://schemas.openxmlformats.org/officeDocument/2006/relationships/customXml" Target="../ink/ink1137.xml"/><Relationship Id="rId141" Type="http://schemas.openxmlformats.org/officeDocument/2006/relationships/image" Target="../media/image789.png"/><Relationship Id="rId7" Type="http://schemas.openxmlformats.org/officeDocument/2006/relationships/image" Target="../media/image722.png"/><Relationship Id="rId162" Type="http://schemas.openxmlformats.org/officeDocument/2006/relationships/customXml" Target="../ink/ink1158.xml"/><Relationship Id="rId183" Type="http://schemas.openxmlformats.org/officeDocument/2006/relationships/image" Target="../media/image602.png"/><Relationship Id="rId218" Type="http://schemas.openxmlformats.org/officeDocument/2006/relationships/customXml" Target="../ink/ink1186.xml"/><Relationship Id="rId239" Type="http://schemas.openxmlformats.org/officeDocument/2006/relationships/image" Target="../media/image808.png"/><Relationship Id="rId250" Type="http://schemas.openxmlformats.org/officeDocument/2006/relationships/customXml" Target="../ink/ink1202.xml"/><Relationship Id="rId271" Type="http://schemas.openxmlformats.org/officeDocument/2006/relationships/image" Target="../media/image824.png"/><Relationship Id="rId292" Type="http://schemas.openxmlformats.org/officeDocument/2006/relationships/customXml" Target="../ink/ink1223.xml"/><Relationship Id="rId306" Type="http://schemas.openxmlformats.org/officeDocument/2006/relationships/customXml" Target="../ink/ink1230.xml"/><Relationship Id="rId24" Type="http://schemas.openxmlformats.org/officeDocument/2006/relationships/customXml" Target="../ink/ink1089.xml"/><Relationship Id="rId45" Type="http://schemas.openxmlformats.org/officeDocument/2006/relationships/image" Target="../media/image741.png"/><Relationship Id="rId66" Type="http://schemas.openxmlformats.org/officeDocument/2006/relationships/customXml" Target="../ink/ink1110.xml"/><Relationship Id="rId87" Type="http://schemas.openxmlformats.org/officeDocument/2006/relationships/image" Target="../media/image762.png"/><Relationship Id="rId110" Type="http://schemas.openxmlformats.org/officeDocument/2006/relationships/customXml" Target="../ink/ink1132.xml"/><Relationship Id="rId131" Type="http://schemas.openxmlformats.org/officeDocument/2006/relationships/image" Target="../media/image784.png"/><Relationship Id="rId152" Type="http://schemas.openxmlformats.org/officeDocument/2006/relationships/customXml" Target="../ink/ink1153.xml"/><Relationship Id="rId173" Type="http://schemas.openxmlformats.org/officeDocument/2006/relationships/image" Target="../media/image597.png"/><Relationship Id="rId194" Type="http://schemas.openxmlformats.org/officeDocument/2006/relationships/customXml" Target="../ink/ink1174.xml"/><Relationship Id="rId208" Type="http://schemas.openxmlformats.org/officeDocument/2006/relationships/customXml" Target="../ink/ink1181.xml"/><Relationship Id="rId229" Type="http://schemas.openxmlformats.org/officeDocument/2006/relationships/image" Target="../media/image803.png"/><Relationship Id="rId240" Type="http://schemas.openxmlformats.org/officeDocument/2006/relationships/customXml" Target="../ink/ink1197.xml"/><Relationship Id="rId261" Type="http://schemas.openxmlformats.org/officeDocument/2006/relationships/image" Target="../media/image819.png"/><Relationship Id="rId14" Type="http://schemas.openxmlformats.org/officeDocument/2006/relationships/customXml" Target="../ink/ink1084.xml"/><Relationship Id="rId35" Type="http://schemas.openxmlformats.org/officeDocument/2006/relationships/image" Target="../media/image736.png"/><Relationship Id="rId56" Type="http://schemas.openxmlformats.org/officeDocument/2006/relationships/customXml" Target="../ink/ink1105.xml"/><Relationship Id="rId77" Type="http://schemas.openxmlformats.org/officeDocument/2006/relationships/image" Target="../media/image757.png"/><Relationship Id="rId100" Type="http://schemas.openxmlformats.org/officeDocument/2006/relationships/customXml" Target="../ink/ink1127.xml"/><Relationship Id="rId282" Type="http://schemas.openxmlformats.org/officeDocument/2006/relationships/customXml" Target="../ink/ink1218.xml"/><Relationship Id="rId317" Type="http://schemas.openxmlformats.org/officeDocument/2006/relationships/image" Target="../media/image847.png"/><Relationship Id="rId8" Type="http://schemas.openxmlformats.org/officeDocument/2006/relationships/customXml" Target="../ink/ink1081.xml"/><Relationship Id="rId98" Type="http://schemas.openxmlformats.org/officeDocument/2006/relationships/customXml" Target="../ink/ink1126.xml"/><Relationship Id="rId121" Type="http://schemas.openxmlformats.org/officeDocument/2006/relationships/image" Target="../media/image779.png"/><Relationship Id="rId142" Type="http://schemas.openxmlformats.org/officeDocument/2006/relationships/customXml" Target="../ink/ink1148.xml"/><Relationship Id="rId163" Type="http://schemas.openxmlformats.org/officeDocument/2006/relationships/image" Target="../media/image592.png"/><Relationship Id="rId184" Type="http://schemas.openxmlformats.org/officeDocument/2006/relationships/customXml" Target="../ink/ink1169.xml"/><Relationship Id="rId219" Type="http://schemas.openxmlformats.org/officeDocument/2006/relationships/image" Target="../media/image687.png"/><Relationship Id="rId230" Type="http://schemas.openxmlformats.org/officeDocument/2006/relationships/customXml" Target="../ink/ink1192.xml"/><Relationship Id="rId251" Type="http://schemas.openxmlformats.org/officeDocument/2006/relationships/image" Target="../media/image814.png"/><Relationship Id="rId25" Type="http://schemas.openxmlformats.org/officeDocument/2006/relationships/image" Target="../media/image731.png"/><Relationship Id="rId46" Type="http://schemas.openxmlformats.org/officeDocument/2006/relationships/customXml" Target="../ink/ink1100.xml"/><Relationship Id="rId67" Type="http://schemas.openxmlformats.org/officeDocument/2006/relationships/image" Target="../media/image752.png"/><Relationship Id="rId272" Type="http://schemas.openxmlformats.org/officeDocument/2006/relationships/customXml" Target="../ink/ink1213.xml"/><Relationship Id="rId293" Type="http://schemas.openxmlformats.org/officeDocument/2006/relationships/image" Target="../media/image835.png"/><Relationship Id="rId307" Type="http://schemas.openxmlformats.org/officeDocument/2006/relationships/image" Target="../media/image842.png"/><Relationship Id="rId88" Type="http://schemas.openxmlformats.org/officeDocument/2006/relationships/customXml" Target="../ink/ink1121.xml"/><Relationship Id="rId111" Type="http://schemas.openxmlformats.org/officeDocument/2006/relationships/image" Target="../media/image774.png"/><Relationship Id="rId132" Type="http://schemas.openxmlformats.org/officeDocument/2006/relationships/customXml" Target="../ink/ink1143.xml"/><Relationship Id="rId153" Type="http://schemas.openxmlformats.org/officeDocument/2006/relationships/image" Target="../media/image795.png"/><Relationship Id="rId174" Type="http://schemas.openxmlformats.org/officeDocument/2006/relationships/customXml" Target="../ink/ink1164.xml"/><Relationship Id="rId195" Type="http://schemas.openxmlformats.org/officeDocument/2006/relationships/image" Target="../media/image675.png"/><Relationship Id="rId209" Type="http://schemas.openxmlformats.org/officeDocument/2006/relationships/image" Target="../media/image682.png"/><Relationship Id="rId220" Type="http://schemas.openxmlformats.org/officeDocument/2006/relationships/customXml" Target="../ink/ink1187.xml"/><Relationship Id="rId241" Type="http://schemas.openxmlformats.org/officeDocument/2006/relationships/image" Target="../media/image809.png"/><Relationship Id="rId15" Type="http://schemas.openxmlformats.org/officeDocument/2006/relationships/image" Target="../media/image726.png"/><Relationship Id="rId36" Type="http://schemas.openxmlformats.org/officeDocument/2006/relationships/customXml" Target="../ink/ink1095.xml"/><Relationship Id="rId57" Type="http://schemas.openxmlformats.org/officeDocument/2006/relationships/image" Target="../media/image747.png"/><Relationship Id="rId262" Type="http://schemas.openxmlformats.org/officeDocument/2006/relationships/customXml" Target="../ink/ink1208.xml"/><Relationship Id="rId283" Type="http://schemas.openxmlformats.org/officeDocument/2006/relationships/image" Target="../media/image830.png"/><Relationship Id="rId318" Type="http://schemas.openxmlformats.org/officeDocument/2006/relationships/customXml" Target="../ink/ink1236.xml"/><Relationship Id="rId78" Type="http://schemas.openxmlformats.org/officeDocument/2006/relationships/customXml" Target="../ink/ink1116.xml"/><Relationship Id="rId99" Type="http://schemas.openxmlformats.org/officeDocument/2006/relationships/image" Target="../media/image768.png"/><Relationship Id="rId101" Type="http://schemas.openxmlformats.org/officeDocument/2006/relationships/image" Target="../media/image769.png"/><Relationship Id="rId122" Type="http://schemas.openxmlformats.org/officeDocument/2006/relationships/customXml" Target="../ink/ink1138.xml"/><Relationship Id="rId143" Type="http://schemas.openxmlformats.org/officeDocument/2006/relationships/image" Target="../media/image790.png"/><Relationship Id="rId164" Type="http://schemas.openxmlformats.org/officeDocument/2006/relationships/customXml" Target="../ink/ink1159.xml"/><Relationship Id="rId185" Type="http://schemas.openxmlformats.org/officeDocument/2006/relationships/image" Target="../media/image670.png"/><Relationship Id="rId9" Type="http://schemas.openxmlformats.org/officeDocument/2006/relationships/image" Target="../media/image723.png"/><Relationship Id="rId210" Type="http://schemas.openxmlformats.org/officeDocument/2006/relationships/customXml" Target="../ink/ink1182.xml"/><Relationship Id="rId26" Type="http://schemas.openxmlformats.org/officeDocument/2006/relationships/customXml" Target="../ink/ink1090.xml"/><Relationship Id="rId231" Type="http://schemas.openxmlformats.org/officeDocument/2006/relationships/image" Target="../media/image804.png"/><Relationship Id="rId252" Type="http://schemas.openxmlformats.org/officeDocument/2006/relationships/customXml" Target="../ink/ink1203.xml"/><Relationship Id="rId273" Type="http://schemas.openxmlformats.org/officeDocument/2006/relationships/image" Target="../media/image825.png"/><Relationship Id="rId294" Type="http://schemas.openxmlformats.org/officeDocument/2006/relationships/customXml" Target="../ink/ink1224.xml"/><Relationship Id="rId308" Type="http://schemas.openxmlformats.org/officeDocument/2006/relationships/customXml" Target="../ink/ink1231.xml"/><Relationship Id="rId47" Type="http://schemas.openxmlformats.org/officeDocument/2006/relationships/image" Target="../media/image742.png"/><Relationship Id="rId68" Type="http://schemas.openxmlformats.org/officeDocument/2006/relationships/customXml" Target="../ink/ink1111.xml"/><Relationship Id="rId89" Type="http://schemas.openxmlformats.org/officeDocument/2006/relationships/image" Target="../media/image763.png"/><Relationship Id="rId112" Type="http://schemas.openxmlformats.org/officeDocument/2006/relationships/customXml" Target="../ink/ink1133.xml"/><Relationship Id="rId133" Type="http://schemas.openxmlformats.org/officeDocument/2006/relationships/image" Target="../media/image785.png"/><Relationship Id="rId154" Type="http://schemas.openxmlformats.org/officeDocument/2006/relationships/customXml" Target="../ink/ink1154.xml"/><Relationship Id="rId175" Type="http://schemas.openxmlformats.org/officeDocument/2006/relationships/image" Target="../media/image598.png"/><Relationship Id="rId196" Type="http://schemas.openxmlformats.org/officeDocument/2006/relationships/customXml" Target="../ink/ink1175.xml"/><Relationship Id="rId200" Type="http://schemas.openxmlformats.org/officeDocument/2006/relationships/customXml" Target="../ink/ink1177.xml"/><Relationship Id="rId16" Type="http://schemas.openxmlformats.org/officeDocument/2006/relationships/customXml" Target="../ink/ink1085.xml"/><Relationship Id="rId221" Type="http://schemas.openxmlformats.org/officeDocument/2006/relationships/image" Target="../media/image688.png"/><Relationship Id="rId242" Type="http://schemas.openxmlformats.org/officeDocument/2006/relationships/customXml" Target="../ink/ink1198.xml"/><Relationship Id="rId263" Type="http://schemas.openxmlformats.org/officeDocument/2006/relationships/image" Target="../media/image820.png"/><Relationship Id="rId284" Type="http://schemas.openxmlformats.org/officeDocument/2006/relationships/customXml" Target="../ink/ink1219.xml"/><Relationship Id="rId319" Type="http://schemas.openxmlformats.org/officeDocument/2006/relationships/image" Target="../media/image848.png"/><Relationship Id="rId37" Type="http://schemas.openxmlformats.org/officeDocument/2006/relationships/image" Target="../media/image737.png"/><Relationship Id="rId58" Type="http://schemas.openxmlformats.org/officeDocument/2006/relationships/customXml" Target="../ink/ink1106.xml"/><Relationship Id="rId79" Type="http://schemas.openxmlformats.org/officeDocument/2006/relationships/image" Target="../media/image758.png"/><Relationship Id="rId102" Type="http://schemas.openxmlformats.org/officeDocument/2006/relationships/customXml" Target="../ink/ink1128.xml"/><Relationship Id="rId123" Type="http://schemas.openxmlformats.org/officeDocument/2006/relationships/image" Target="../media/image780.png"/><Relationship Id="rId144" Type="http://schemas.openxmlformats.org/officeDocument/2006/relationships/customXml" Target="../ink/ink1149.xml"/><Relationship Id="rId90" Type="http://schemas.openxmlformats.org/officeDocument/2006/relationships/customXml" Target="../ink/ink1122.xml"/><Relationship Id="rId165" Type="http://schemas.openxmlformats.org/officeDocument/2006/relationships/image" Target="../media/image593.png"/><Relationship Id="rId186" Type="http://schemas.openxmlformats.org/officeDocument/2006/relationships/customXml" Target="../ink/ink1170.xml"/><Relationship Id="rId211" Type="http://schemas.openxmlformats.org/officeDocument/2006/relationships/image" Target="../media/image683.png"/><Relationship Id="rId232" Type="http://schemas.openxmlformats.org/officeDocument/2006/relationships/customXml" Target="../ink/ink1193.xml"/><Relationship Id="rId253" Type="http://schemas.openxmlformats.org/officeDocument/2006/relationships/image" Target="../media/image815.png"/><Relationship Id="rId274" Type="http://schemas.openxmlformats.org/officeDocument/2006/relationships/customXml" Target="../ink/ink1214.xml"/><Relationship Id="rId295" Type="http://schemas.openxmlformats.org/officeDocument/2006/relationships/image" Target="../media/image836.png"/><Relationship Id="rId309" Type="http://schemas.openxmlformats.org/officeDocument/2006/relationships/image" Target="../media/image843.png"/><Relationship Id="rId27" Type="http://schemas.openxmlformats.org/officeDocument/2006/relationships/image" Target="../media/image732.png"/><Relationship Id="rId48" Type="http://schemas.openxmlformats.org/officeDocument/2006/relationships/customXml" Target="../ink/ink1101.xml"/><Relationship Id="rId69" Type="http://schemas.openxmlformats.org/officeDocument/2006/relationships/image" Target="../media/image753.png"/><Relationship Id="rId113" Type="http://schemas.openxmlformats.org/officeDocument/2006/relationships/image" Target="../media/image775.png"/><Relationship Id="rId134" Type="http://schemas.openxmlformats.org/officeDocument/2006/relationships/customXml" Target="../ink/ink1144.xml"/><Relationship Id="rId80" Type="http://schemas.openxmlformats.org/officeDocument/2006/relationships/customXml" Target="../ink/ink1117.xml"/><Relationship Id="rId155" Type="http://schemas.openxmlformats.org/officeDocument/2006/relationships/image" Target="../media/image796.png"/><Relationship Id="rId176" Type="http://schemas.openxmlformats.org/officeDocument/2006/relationships/customXml" Target="../ink/ink1165.xml"/><Relationship Id="rId197" Type="http://schemas.openxmlformats.org/officeDocument/2006/relationships/image" Target="../media/image676.png"/><Relationship Id="rId201" Type="http://schemas.openxmlformats.org/officeDocument/2006/relationships/image" Target="../media/image678.png"/><Relationship Id="rId222" Type="http://schemas.openxmlformats.org/officeDocument/2006/relationships/customXml" Target="../ink/ink1188.xml"/><Relationship Id="rId243" Type="http://schemas.openxmlformats.org/officeDocument/2006/relationships/image" Target="../media/image810.png"/><Relationship Id="rId264" Type="http://schemas.openxmlformats.org/officeDocument/2006/relationships/customXml" Target="../ink/ink1209.xml"/><Relationship Id="rId285" Type="http://schemas.openxmlformats.org/officeDocument/2006/relationships/image" Target="../media/image831.png"/><Relationship Id="rId17" Type="http://schemas.openxmlformats.org/officeDocument/2006/relationships/image" Target="../media/image727.png"/><Relationship Id="rId38" Type="http://schemas.openxmlformats.org/officeDocument/2006/relationships/customXml" Target="../ink/ink1096.xml"/><Relationship Id="rId59" Type="http://schemas.openxmlformats.org/officeDocument/2006/relationships/image" Target="../media/image748.png"/><Relationship Id="rId103" Type="http://schemas.openxmlformats.org/officeDocument/2006/relationships/image" Target="../media/image770.png"/><Relationship Id="rId124" Type="http://schemas.openxmlformats.org/officeDocument/2006/relationships/customXml" Target="../ink/ink1139.xml"/><Relationship Id="rId310" Type="http://schemas.openxmlformats.org/officeDocument/2006/relationships/customXml" Target="../ink/ink1232.xml"/><Relationship Id="rId70" Type="http://schemas.openxmlformats.org/officeDocument/2006/relationships/customXml" Target="../ink/ink1112.xml"/><Relationship Id="rId91" Type="http://schemas.openxmlformats.org/officeDocument/2006/relationships/image" Target="../media/image764.png"/><Relationship Id="rId145" Type="http://schemas.openxmlformats.org/officeDocument/2006/relationships/image" Target="../media/image791.png"/><Relationship Id="rId166" Type="http://schemas.openxmlformats.org/officeDocument/2006/relationships/customXml" Target="../ink/ink1160.xml"/><Relationship Id="rId187" Type="http://schemas.openxmlformats.org/officeDocument/2006/relationships/image" Target="../media/image67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83.xml"/><Relationship Id="rId233" Type="http://schemas.openxmlformats.org/officeDocument/2006/relationships/image" Target="../media/image805.png"/><Relationship Id="rId254" Type="http://schemas.openxmlformats.org/officeDocument/2006/relationships/customXml" Target="../ink/ink1204.xml"/><Relationship Id="rId28" Type="http://schemas.openxmlformats.org/officeDocument/2006/relationships/customXml" Target="../ink/ink1091.xml"/><Relationship Id="rId49" Type="http://schemas.openxmlformats.org/officeDocument/2006/relationships/image" Target="../media/image743.png"/><Relationship Id="rId114" Type="http://schemas.openxmlformats.org/officeDocument/2006/relationships/customXml" Target="../ink/ink1134.xml"/><Relationship Id="rId275" Type="http://schemas.openxmlformats.org/officeDocument/2006/relationships/image" Target="../media/image826.png"/><Relationship Id="rId296" Type="http://schemas.openxmlformats.org/officeDocument/2006/relationships/customXml" Target="../ink/ink1225.xml"/><Relationship Id="rId300" Type="http://schemas.openxmlformats.org/officeDocument/2006/relationships/customXml" Target="../ink/ink1227.xml"/><Relationship Id="rId60" Type="http://schemas.openxmlformats.org/officeDocument/2006/relationships/customXml" Target="../ink/ink1107.xml"/><Relationship Id="rId81" Type="http://schemas.openxmlformats.org/officeDocument/2006/relationships/image" Target="../media/image759.png"/><Relationship Id="rId135" Type="http://schemas.openxmlformats.org/officeDocument/2006/relationships/image" Target="../media/image786.png"/><Relationship Id="rId156" Type="http://schemas.openxmlformats.org/officeDocument/2006/relationships/customXml" Target="../ink/ink1155.xml"/><Relationship Id="rId177" Type="http://schemas.openxmlformats.org/officeDocument/2006/relationships/image" Target="../media/image599.png"/><Relationship Id="rId198" Type="http://schemas.openxmlformats.org/officeDocument/2006/relationships/customXml" Target="../ink/ink1176.xml"/><Relationship Id="rId202" Type="http://schemas.openxmlformats.org/officeDocument/2006/relationships/customXml" Target="../ink/ink1178.xml"/><Relationship Id="rId223" Type="http://schemas.openxmlformats.org/officeDocument/2006/relationships/image" Target="../media/image800.png"/><Relationship Id="rId244" Type="http://schemas.openxmlformats.org/officeDocument/2006/relationships/customXml" Target="../ink/ink1199.xml"/><Relationship Id="rId18" Type="http://schemas.openxmlformats.org/officeDocument/2006/relationships/customXml" Target="../ink/ink1086.xml"/><Relationship Id="rId39" Type="http://schemas.openxmlformats.org/officeDocument/2006/relationships/image" Target="../media/image738.png"/><Relationship Id="rId265" Type="http://schemas.openxmlformats.org/officeDocument/2006/relationships/image" Target="../media/image821.png"/><Relationship Id="rId286" Type="http://schemas.openxmlformats.org/officeDocument/2006/relationships/customXml" Target="../ink/ink1220.xml"/><Relationship Id="rId50" Type="http://schemas.openxmlformats.org/officeDocument/2006/relationships/customXml" Target="../ink/ink1102.xml"/><Relationship Id="rId104" Type="http://schemas.openxmlformats.org/officeDocument/2006/relationships/customXml" Target="../ink/ink1129.xml"/><Relationship Id="rId125" Type="http://schemas.openxmlformats.org/officeDocument/2006/relationships/image" Target="../media/image781.png"/><Relationship Id="rId146" Type="http://schemas.openxmlformats.org/officeDocument/2006/relationships/customXml" Target="../ink/ink1150.xml"/><Relationship Id="rId167" Type="http://schemas.openxmlformats.org/officeDocument/2006/relationships/image" Target="../media/image594.png"/><Relationship Id="rId188" Type="http://schemas.openxmlformats.org/officeDocument/2006/relationships/customXml" Target="../ink/ink1171.xml"/><Relationship Id="rId311" Type="http://schemas.openxmlformats.org/officeDocument/2006/relationships/image" Target="../media/image844.png"/><Relationship Id="rId71" Type="http://schemas.openxmlformats.org/officeDocument/2006/relationships/image" Target="../media/image754.png"/><Relationship Id="rId92" Type="http://schemas.openxmlformats.org/officeDocument/2006/relationships/customXml" Target="../ink/ink1123.xml"/><Relationship Id="rId213" Type="http://schemas.openxmlformats.org/officeDocument/2006/relationships/image" Target="../media/image684.png"/><Relationship Id="rId234" Type="http://schemas.openxmlformats.org/officeDocument/2006/relationships/customXml" Target="../ink/ink1194.xml"/><Relationship Id="rId2" Type="http://schemas.openxmlformats.org/officeDocument/2006/relationships/customXml" Target="../ink/ink1078.xml"/><Relationship Id="rId29" Type="http://schemas.openxmlformats.org/officeDocument/2006/relationships/image" Target="../media/image733.png"/><Relationship Id="rId255" Type="http://schemas.openxmlformats.org/officeDocument/2006/relationships/image" Target="../media/image816.png"/><Relationship Id="rId276" Type="http://schemas.openxmlformats.org/officeDocument/2006/relationships/customXml" Target="../ink/ink1215.xml"/><Relationship Id="rId297" Type="http://schemas.openxmlformats.org/officeDocument/2006/relationships/image" Target="../media/image837.png"/><Relationship Id="rId40" Type="http://schemas.openxmlformats.org/officeDocument/2006/relationships/customXml" Target="../ink/ink1097.xml"/><Relationship Id="rId115" Type="http://schemas.openxmlformats.org/officeDocument/2006/relationships/image" Target="../media/image776.png"/><Relationship Id="rId136" Type="http://schemas.openxmlformats.org/officeDocument/2006/relationships/customXml" Target="../ink/ink1145.xml"/><Relationship Id="rId157" Type="http://schemas.openxmlformats.org/officeDocument/2006/relationships/image" Target="../media/image797.png"/><Relationship Id="rId178" Type="http://schemas.openxmlformats.org/officeDocument/2006/relationships/customXml" Target="../ink/ink1166.xml"/><Relationship Id="rId301" Type="http://schemas.openxmlformats.org/officeDocument/2006/relationships/image" Target="../media/image839.png"/><Relationship Id="rId61" Type="http://schemas.openxmlformats.org/officeDocument/2006/relationships/image" Target="../media/image749.png"/><Relationship Id="rId82" Type="http://schemas.openxmlformats.org/officeDocument/2006/relationships/customXml" Target="../ink/ink1118.xml"/><Relationship Id="rId199" Type="http://schemas.openxmlformats.org/officeDocument/2006/relationships/image" Target="../media/image677.png"/><Relationship Id="rId203" Type="http://schemas.openxmlformats.org/officeDocument/2006/relationships/image" Target="../media/image679.png"/><Relationship Id="rId19" Type="http://schemas.openxmlformats.org/officeDocument/2006/relationships/image" Target="../media/image728.png"/><Relationship Id="rId224" Type="http://schemas.openxmlformats.org/officeDocument/2006/relationships/customXml" Target="../ink/ink1189.xml"/><Relationship Id="rId245" Type="http://schemas.openxmlformats.org/officeDocument/2006/relationships/image" Target="../media/image811.png"/><Relationship Id="rId266" Type="http://schemas.openxmlformats.org/officeDocument/2006/relationships/customXml" Target="../ink/ink1210.xml"/><Relationship Id="rId287" Type="http://schemas.openxmlformats.org/officeDocument/2006/relationships/image" Target="../media/image832.png"/><Relationship Id="rId30" Type="http://schemas.openxmlformats.org/officeDocument/2006/relationships/customXml" Target="../ink/ink1092.xml"/><Relationship Id="rId105" Type="http://schemas.openxmlformats.org/officeDocument/2006/relationships/image" Target="../media/image771.png"/><Relationship Id="rId126" Type="http://schemas.openxmlformats.org/officeDocument/2006/relationships/customXml" Target="../ink/ink1140.xml"/><Relationship Id="rId147" Type="http://schemas.openxmlformats.org/officeDocument/2006/relationships/image" Target="../media/image792.png"/><Relationship Id="rId168" Type="http://schemas.openxmlformats.org/officeDocument/2006/relationships/customXml" Target="../ink/ink1161.xml"/><Relationship Id="rId312" Type="http://schemas.openxmlformats.org/officeDocument/2006/relationships/customXml" Target="../ink/ink1233.xml"/><Relationship Id="rId51" Type="http://schemas.openxmlformats.org/officeDocument/2006/relationships/image" Target="../media/image744.png"/><Relationship Id="rId72" Type="http://schemas.openxmlformats.org/officeDocument/2006/relationships/customXml" Target="../ink/ink1113.xml"/><Relationship Id="rId93" Type="http://schemas.openxmlformats.org/officeDocument/2006/relationships/image" Target="../media/image765.png"/><Relationship Id="rId189" Type="http://schemas.openxmlformats.org/officeDocument/2006/relationships/image" Target="../media/image672.png"/><Relationship Id="rId3" Type="http://schemas.openxmlformats.org/officeDocument/2006/relationships/image" Target="../media/image720.png"/><Relationship Id="rId214" Type="http://schemas.openxmlformats.org/officeDocument/2006/relationships/customXml" Target="../ink/ink1184.xml"/><Relationship Id="rId235" Type="http://schemas.openxmlformats.org/officeDocument/2006/relationships/image" Target="../media/image806.png"/><Relationship Id="rId256" Type="http://schemas.openxmlformats.org/officeDocument/2006/relationships/customXml" Target="../ink/ink1205.xml"/><Relationship Id="rId277" Type="http://schemas.openxmlformats.org/officeDocument/2006/relationships/image" Target="../media/image827.png"/><Relationship Id="rId298" Type="http://schemas.openxmlformats.org/officeDocument/2006/relationships/customXml" Target="../ink/ink1226.xml"/><Relationship Id="rId116" Type="http://schemas.openxmlformats.org/officeDocument/2006/relationships/customXml" Target="../ink/ink1135.xml"/><Relationship Id="rId137" Type="http://schemas.openxmlformats.org/officeDocument/2006/relationships/image" Target="../media/image787.png"/><Relationship Id="rId158" Type="http://schemas.openxmlformats.org/officeDocument/2006/relationships/customXml" Target="../ink/ink1156.xml"/><Relationship Id="rId302" Type="http://schemas.openxmlformats.org/officeDocument/2006/relationships/customXml" Target="../ink/ink1228.xml"/><Relationship Id="rId20" Type="http://schemas.openxmlformats.org/officeDocument/2006/relationships/customXml" Target="../ink/ink1087.xml"/><Relationship Id="rId41" Type="http://schemas.openxmlformats.org/officeDocument/2006/relationships/image" Target="../media/image739.png"/><Relationship Id="rId62" Type="http://schemas.openxmlformats.org/officeDocument/2006/relationships/customXml" Target="../ink/ink1108.xml"/><Relationship Id="rId83" Type="http://schemas.openxmlformats.org/officeDocument/2006/relationships/image" Target="../media/image760.png"/><Relationship Id="rId179" Type="http://schemas.openxmlformats.org/officeDocument/2006/relationships/image" Target="../media/image600.png"/><Relationship Id="rId190" Type="http://schemas.openxmlformats.org/officeDocument/2006/relationships/customXml" Target="../ink/ink1172.xml"/><Relationship Id="rId204" Type="http://schemas.openxmlformats.org/officeDocument/2006/relationships/customXml" Target="../ink/ink1179.xml"/><Relationship Id="rId225" Type="http://schemas.openxmlformats.org/officeDocument/2006/relationships/image" Target="../media/image801.png"/><Relationship Id="rId246" Type="http://schemas.openxmlformats.org/officeDocument/2006/relationships/customXml" Target="../ink/ink1200.xml"/><Relationship Id="rId267" Type="http://schemas.openxmlformats.org/officeDocument/2006/relationships/image" Target="../media/image822.png"/><Relationship Id="rId288" Type="http://schemas.openxmlformats.org/officeDocument/2006/relationships/customXml" Target="../ink/ink1221.xml"/><Relationship Id="rId106" Type="http://schemas.openxmlformats.org/officeDocument/2006/relationships/customXml" Target="../ink/ink1130.xml"/><Relationship Id="rId127" Type="http://schemas.openxmlformats.org/officeDocument/2006/relationships/image" Target="../media/image782.png"/><Relationship Id="rId313" Type="http://schemas.openxmlformats.org/officeDocument/2006/relationships/image" Target="../media/image845.png"/><Relationship Id="rId10" Type="http://schemas.openxmlformats.org/officeDocument/2006/relationships/customXml" Target="../ink/ink1082.xml"/><Relationship Id="rId31" Type="http://schemas.openxmlformats.org/officeDocument/2006/relationships/image" Target="../media/image734.png"/><Relationship Id="rId52" Type="http://schemas.openxmlformats.org/officeDocument/2006/relationships/customXml" Target="../ink/ink1103.xml"/><Relationship Id="rId73" Type="http://schemas.openxmlformats.org/officeDocument/2006/relationships/image" Target="../media/image755.png"/><Relationship Id="rId94" Type="http://schemas.openxmlformats.org/officeDocument/2006/relationships/customXml" Target="../ink/ink1124.xml"/><Relationship Id="rId148" Type="http://schemas.openxmlformats.org/officeDocument/2006/relationships/customXml" Target="../ink/ink1151.xml"/><Relationship Id="rId169" Type="http://schemas.openxmlformats.org/officeDocument/2006/relationships/image" Target="../media/image595.png"/><Relationship Id="rId4" Type="http://schemas.openxmlformats.org/officeDocument/2006/relationships/customXml" Target="../ink/ink1079.xml"/><Relationship Id="rId180" Type="http://schemas.openxmlformats.org/officeDocument/2006/relationships/customXml" Target="../ink/ink1167.xml"/><Relationship Id="rId215" Type="http://schemas.openxmlformats.org/officeDocument/2006/relationships/image" Target="../media/image685.png"/><Relationship Id="rId236" Type="http://schemas.openxmlformats.org/officeDocument/2006/relationships/customXml" Target="../ink/ink1195.xml"/><Relationship Id="rId257" Type="http://schemas.openxmlformats.org/officeDocument/2006/relationships/image" Target="../media/image817.png"/><Relationship Id="rId278" Type="http://schemas.openxmlformats.org/officeDocument/2006/relationships/customXml" Target="../ink/ink1216.xml"/><Relationship Id="rId303" Type="http://schemas.openxmlformats.org/officeDocument/2006/relationships/image" Target="../media/image840.png"/><Relationship Id="rId42" Type="http://schemas.openxmlformats.org/officeDocument/2006/relationships/customXml" Target="../ink/ink1098.xml"/><Relationship Id="rId84" Type="http://schemas.openxmlformats.org/officeDocument/2006/relationships/customXml" Target="../ink/ink1119.xml"/><Relationship Id="rId138" Type="http://schemas.openxmlformats.org/officeDocument/2006/relationships/customXml" Target="../ink/ink1146.xml"/><Relationship Id="rId191" Type="http://schemas.openxmlformats.org/officeDocument/2006/relationships/image" Target="../media/image673.png"/><Relationship Id="rId205" Type="http://schemas.openxmlformats.org/officeDocument/2006/relationships/image" Target="../media/image680.png"/><Relationship Id="rId247" Type="http://schemas.openxmlformats.org/officeDocument/2006/relationships/image" Target="../media/image812.png"/><Relationship Id="rId107" Type="http://schemas.openxmlformats.org/officeDocument/2006/relationships/image" Target="../media/image772.png"/><Relationship Id="rId289" Type="http://schemas.openxmlformats.org/officeDocument/2006/relationships/image" Target="../media/image833.png"/><Relationship Id="rId11" Type="http://schemas.openxmlformats.org/officeDocument/2006/relationships/image" Target="../media/image724.png"/><Relationship Id="rId53" Type="http://schemas.openxmlformats.org/officeDocument/2006/relationships/image" Target="../media/image745.png"/><Relationship Id="rId149" Type="http://schemas.openxmlformats.org/officeDocument/2006/relationships/image" Target="../media/image793.png"/><Relationship Id="rId314" Type="http://schemas.openxmlformats.org/officeDocument/2006/relationships/customXml" Target="../ink/ink1234.xml"/><Relationship Id="rId95" Type="http://schemas.openxmlformats.org/officeDocument/2006/relationships/image" Target="../media/image766.png"/><Relationship Id="rId160" Type="http://schemas.openxmlformats.org/officeDocument/2006/relationships/customXml" Target="../ink/ink1157.xml"/><Relationship Id="rId216" Type="http://schemas.openxmlformats.org/officeDocument/2006/relationships/customXml" Target="../ink/ink1185.xml"/><Relationship Id="rId258" Type="http://schemas.openxmlformats.org/officeDocument/2006/relationships/customXml" Target="../ink/ink1206.xml"/><Relationship Id="rId22" Type="http://schemas.openxmlformats.org/officeDocument/2006/relationships/customXml" Target="../ink/ink1088.xml"/><Relationship Id="rId64" Type="http://schemas.openxmlformats.org/officeDocument/2006/relationships/customXml" Target="../ink/ink1109.xml"/><Relationship Id="rId118" Type="http://schemas.openxmlformats.org/officeDocument/2006/relationships/customXml" Target="../ink/ink1136.xml"/><Relationship Id="rId171" Type="http://schemas.openxmlformats.org/officeDocument/2006/relationships/image" Target="../media/image596.png"/><Relationship Id="rId227" Type="http://schemas.openxmlformats.org/officeDocument/2006/relationships/image" Target="../media/image802.png"/><Relationship Id="rId269" Type="http://schemas.openxmlformats.org/officeDocument/2006/relationships/image" Target="../media/image823.png"/><Relationship Id="rId33" Type="http://schemas.openxmlformats.org/officeDocument/2006/relationships/image" Target="../media/image735.png"/><Relationship Id="rId129" Type="http://schemas.openxmlformats.org/officeDocument/2006/relationships/image" Target="../media/image783.png"/><Relationship Id="rId280" Type="http://schemas.openxmlformats.org/officeDocument/2006/relationships/customXml" Target="../ink/ink1217.xml"/><Relationship Id="rId75" Type="http://schemas.openxmlformats.org/officeDocument/2006/relationships/image" Target="../media/image756.png"/><Relationship Id="rId140" Type="http://schemas.openxmlformats.org/officeDocument/2006/relationships/customXml" Target="../ink/ink1147.xml"/><Relationship Id="rId182" Type="http://schemas.openxmlformats.org/officeDocument/2006/relationships/customXml" Target="../ink/ink1168.xml"/><Relationship Id="rId6" Type="http://schemas.openxmlformats.org/officeDocument/2006/relationships/customXml" Target="../ink/ink1080.xml"/><Relationship Id="rId238" Type="http://schemas.openxmlformats.org/officeDocument/2006/relationships/customXml" Target="../ink/ink1196.xml"/><Relationship Id="rId291" Type="http://schemas.openxmlformats.org/officeDocument/2006/relationships/image" Target="../media/image834.png"/><Relationship Id="rId305" Type="http://schemas.openxmlformats.org/officeDocument/2006/relationships/image" Target="../media/image841.png"/><Relationship Id="rId44" Type="http://schemas.openxmlformats.org/officeDocument/2006/relationships/customXml" Target="../ink/ink1099.xml"/><Relationship Id="rId86" Type="http://schemas.openxmlformats.org/officeDocument/2006/relationships/customXml" Target="../ink/ink1120.xml"/><Relationship Id="rId151" Type="http://schemas.openxmlformats.org/officeDocument/2006/relationships/image" Target="../media/image794.png"/><Relationship Id="rId193" Type="http://schemas.openxmlformats.org/officeDocument/2006/relationships/image" Target="../media/image674.png"/><Relationship Id="rId207" Type="http://schemas.openxmlformats.org/officeDocument/2006/relationships/image" Target="../media/image681.png"/><Relationship Id="rId249" Type="http://schemas.openxmlformats.org/officeDocument/2006/relationships/image" Target="../media/image813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2.png"/><Relationship Id="rId21" Type="http://schemas.openxmlformats.org/officeDocument/2006/relationships/image" Target="../media/image858.png"/><Relationship Id="rId324" Type="http://schemas.openxmlformats.org/officeDocument/2006/relationships/customXml" Target="../ink/ink1398.xml"/><Relationship Id="rId531" Type="http://schemas.openxmlformats.org/officeDocument/2006/relationships/image" Target="../media/image1083.png"/><Relationship Id="rId629" Type="http://schemas.openxmlformats.org/officeDocument/2006/relationships/image" Target="../media/image1132.png"/><Relationship Id="rId170" Type="http://schemas.openxmlformats.org/officeDocument/2006/relationships/customXml" Target="../ink/ink1321.xml"/><Relationship Id="rId268" Type="http://schemas.openxmlformats.org/officeDocument/2006/relationships/customXml" Target="../ink/ink1370.xml"/><Relationship Id="rId475" Type="http://schemas.openxmlformats.org/officeDocument/2006/relationships/image" Target="../media/image1055.png"/><Relationship Id="rId32" Type="http://schemas.openxmlformats.org/officeDocument/2006/relationships/customXml" Target="../ink/ink1252.xml"/><Relationship Id="rId128" Type="http://schemas.openxmlformats.org/officeDocument/2006/relationships/customXml" Target="../ink/ink1300.xml"/><Relationship Id="rId335" Type="http://schemas.openxmlformats.org/officeDocument/2006/relationships/image" Target="../media/image985.png"/><Relationship Id="rId542" Type="http://schemas.openxmlformats.org/officeDocument/2006/relationships/customXml" Target="../ink/ink1507.xml"/><Relationship Id="rId181" Type="http://schemas.openxmlformats.org/officeDocument/2006/relationships/image" Target="../media/image908.png"/><Relationship Id="rId402" Type="http://schemas.openxmlformats.org/officeDocument/2006/relationships/customXml" Target="../ink/ink1437.xml"/><Relationship Id="rId279" Type="http://schemas.openxmlformats.org/officeDocument/2006/relationships/image" Target="../media/image957.png"/><Relationship Id="rId486" Type="http://schemas.openxmlformats.org/officeDocument/2006/relationships/customXml" Target="../ink/ink1479.xml"/><Relationship Id="rId43" Type="http://schemas.openxmlformats.org/officeDocument/2006/relationships/image" Target="../media/image869.png"/><Relationship Id="rId139" Type="http://schemas.openxmlformats.org/officeDocument/2006/relationships/image" Target="../media/image887.png"/><Relationship Id="rId346" Type="http://schemas.openxmlformats.org/officeDocument/2006/relationships/customXml" Target="../ink/ink1409.xml"/><Relationship Id="rId553" Type="http://schemas.openxmlformats.org/officeDocument/2006/relationships/image" Target="../media/image1094.png"/><Relationship Id="rId192" Type="http://schemas.openxmlformats.org/officeDocument/2006/relationships/customXml" Target="../ink/ink1332.xml"/><Relationship Id="rId206" Type="http://schemas.openxmlformats.org/officeDocument/2006/relationships/customXml" Target="../ink/ink1339.xml"/><Relationship Id="rId413" Type="http://schemas.openxmlformats.org/officeDocument/2006/relationships/image" Target="../media/image1024.png"/><Relationship Id="rId497" Type="http://schemas.openxmlformats.org/officeDocument/2006/relationships/image" Target="../media/image1066.png"/><Relationship Id="rId620" Type="http://schemas.openxmlformats.org/officeDocument/2006/relationships/customXml" Target="../ink/ink1546.xml"/><Relationship Id="rId357" Type="http://schemas.openxmlformats.org/officeDocument/2006/relationships/image" Target="../media/image996.png"/><Relationship Id="rId54" Type="http://schemas.openxmlformats.org/officeDocument/2006/relationships/customXml" Target="../ink/ink1263.xml"/><Relationship Id="rId217" Type="http://schemas.openxmlformats.org/officeDocument/2006/relationships/image" Target="../media/image926.png"/><Relationship Id="rId564" Type="http://schemas.openxmlformats.org/officeDocument/2006/relationships/customXml" Target="../ink/ink1518.xml"/><Relationship Id="rId424" Type="http://schemas.openxmlformats.org/officeDocument/2006/relationships/customXml" Target="../ink/ink1448.xml"/><Relationship Id="rId631" Type="http://schemas.openxmlformats.org/officeDocument/2006/relationships/image" Target="../media/image1133.png"/><Relationship Id="rId270" Type="http://schemas.openxmlformats.org/officeDocument/2006/relationships/customXml" Target="../ink/ink1371.xml"/><Relationship Id="rId65" Type="http://schemas.openxmlformats.org/officeDocument/2006/relationships/image" Target="../media/image880.png"/><Relationship Id="rId130" Type="http://schemas.openxmlformats.org/officeDocument/2006/relationships/customXml" Target="../ink/ink1301.xml"/><Relationship Id="rId368" Type="http://schemas.openxmlformats.org/officeDocument/2006/relationships/customXml" Target="../ink/ink1420.xml"/><Relationship Id="rId575" Type="http://schemas.openxmlformats.org/officeDocument/2006/relationships/image" Target="../media/image1105.png"/><Relationship Id="rId228" Type="http://schemas.openxmlformats.org/officeDocument/2006/relationships/customXml" Target="../ink/ink1350.xml"/><Relationship Id="rId435" Type="http://schemas.openxmlformats.org/officeDocument/2006/relationships/image" Target="../media/image1035.png"/><Relationship Id="rId642" Type="http://schemas.openxmlformats.org/officeDocument/2006/relationships/customXml" Target="../ink/ink1557.xml"/><Relationship Id="rId281" Type="http://schemas.openxmlformats.org/officeDocument/2006/relationships/image" Target="../media/image958.png"/><Relationship Id="rId502" Type="http://schemas.openxmlformats.org/officeDocument/2006/relationships/customXml" Target="../ink/ink1487.xml"/><Relationship Id="rId76" Type="http://schemas.openxmlformats.org/officeDocument/2006/relationships/customXml" Target="../ink/ink1274.xml"/><Relationship Id="rId141" Type="http://schemas.openxmlformats.org/officeDocument/2006/relationships/image" Target="../media/image888.png"/><Relationship Id="rId379" Type="http://schemas.openxmlformats.org/officeDocument/2006/relationships/image" Target="../media/image1007.png"/><Relationship Id="rId586" Type="http://schemas.openxmlformats.org/officeDocument/2006/relationships/customXml" Target="../ink/ink1529.xml"/><Relationship Id="rId7" Type="http://schemas.openxmlformats.org/officeDocument/2006/relationships/image" Target="../media/image851.png"/><Relationship Id="rId239" Type="http://schemas.openxmlformats.org/officeDocument/2006/relationships/image" Target="../media/image937.png"/><Relationship Id="rId446" Type="http://schemas.openxmlformats.org/officeDocument/2006/relationships/customXml" Target="../ink/ink1459.xml"/><Relationship Id="rId653" Type="http://schemas.openxmlformats.org/officeDocument/2006/relationships/image" Target="../media/image1144.png"/><Relationship Id="rId292" Type="http://schemas.openxmlformats.org/officeDocument/2006/relationships/customXml" Target="../ink/ink1382.xml"/><Relationship Id="rId306" Type="http://schemas.openxmlformats.org/officeDocument/2006/relationships/customXml" Target="../ink/ink1389.xml"/><Relationship Id="rId87" Type="http://schemas.openxmlformats.org/officeDocument/2006/relationships/image" Target="../media/image607.png"/><Relationship Id="rId513" Type="http://schemas.openxmlformats.org/officeDocument/2006/relationships/image" Target="../media/image1074.png"/><Relationship Id="rId597" Type="http://schemas.openxmlformats.org/officeDocument/2006/relationships/image" Target="../media/image1116.png"/><Relationship Id="rId152" Type="http://schemas.openxmlformats.org/officeDocument/2006/relationships/customXml" Target="../ink/ink1312.xml"/><Relationship Id="rId457" Type="http://schemas.openxmlformats.org/officeDocument/2006/relationships/image" Target="../media/image1046.png"/><Relationship Id="rId14" Type="http://schemas.openxmlformats.org/officeDocument/2006/relationships/customXml" Target="../ink/ink1243.xml"/><Relationship Id="rId317" Type="http://schemas.openxmlformats.org/officeDocument/2006/relationships/image" Target="../media/image976.png"/><Relationship Id="rId524" Type="http://schemas.openxmlformats.org/officeDocument/2006/relationships/customXml" Target="../ink/ink1498.xml"/><Relationship Id="rId98" Type="http://schemas.openxmlformats.org/officeDocument/2006/relationships/customXml" Target="../ink/ink1285.xml"/><Relationship Id="rId163" Type="http://schemas.openxmlformats.org/officeDocument/2006/relationships/image" Target="../media/image899.png"/><Relationship Id="rId370" Type="http://schemas.openxmlformats.org/officeDocument/2006/relationships/customXml" Target="../ink/ink1421.xml"/><Relationship Id="rId230" Type="http://schemas.openxmlformats.org/officeDocument/2006/relationships/customXml" Target="../ink/ink1351.xml"/><Relationship Id="rId468" Type="http://schemas.openxmlformats.org/officeDocument/2006/relationships/customXml" Target="../ink/ink1470.xml"/><Relationship Id="rId25" Type="http://schemas.openxmlformats.org/officeDocument/2006/relationships/image" Target="../media/image860.png"/><Relationship Id="rId328" Type="http://schemas.openxmlformats.org/officeDocument/2006/relationships/customXml" Target="../ink/ink1400.xml"/><Relationship Id="rId535" Type="http://schemas.openxmlformats.org/officeDocument/2006/relationships/image" Target="../media/image1085.png"/><Relationship Id="rId174" Type="http://schemas.openxmlformats.org/officeDocument/2006/relationships/customXml" Target="../ink/ink1323.xml"/><Relationship Id="rId381" Type="http://schemas.openxmlformats.org/officeDocument/2006/relationships/image" Target="../media/image1008.png"/><Relationship Id="rId602" Type="http://schemas.openxmlformats.org/officeDocument/2006/relationships/customXml" Target="../ink/ink1537.xml"/><Relationship Id="rId241" Type="http://schemas.openxmlformats.org/officeDocument/2006/relationships/image" Target="../media/image938.png"/><Relationship Id="rId479" Type="http://schemas.openxmlformats.org/officeDocument/2006/relationships/image" Target="../media/image1057.png"/><Relationship Id="rId36" Type="http://schemas.openxmlformats.org/officeDocument/2006/relationships/customXml" Target="../ink/ink1254.xml"/><Relationship Id="rId339" Type="http://schemas.openxmlformats.org/officeDocument/2006/relationships/image" Target="../media/image987.png"/><Relationship Id="rId546" Type="http://schemas.openxmlformats.org/officeDocument/2006/relationships/customXml" Target="../ink/ink1509.xml"/><Relationship Id="rId101" Type="http://schemas.openxmlformats.org/officeDocument/2006/relationships/image" Target="../media/image614.png"/><Relationship Id="rId185" Type="http://schemas.openxmlformats.org/officeDocument/2006/relationships/image" Target="../media/image910.png"/><Relationship Id="rId406" Type="http://schemas.openxmlformats.org/officeDocument/2006/relationships/customXml" Target="../ink/ink1439.xml"/><Relationship Id="rId392" Type="http://schemas.openxmlformats.org/officeDocument/2006/relationships/customXml" Target="../ink/ink1432.xml"/><Relationship Id="rId613" Type="http://schemas.openxmlformats.org/officeDocument/2006/relationships/image" Target="../media/image1124.png"/><Relationship Id="rId252" Type="http://schemas.openxmlformats.org/officeDocument/2006/relationships/customXml" Target="../ink/ink1362.xml"/><Relationship Id="rId47" Type="http://schemas.openxmlformats.org/officeDocument/2006/relationships/image" Target="../media/image871.png"/><Relationship Id="rId112" Type="http://schemas.openxmlformats.org/officeDocument/2006/relationships/customXml" Target="../ink/ink1292.xml"/><Relationship Id="rId557" Type="http://schemas.openxmlformats.org/officeDocument/2006/relationships/image" Target="../media/image1096.png"/><Relationship Id="rId196" Type="http://schemas.openxmlformats.org/officeDocument/2006/relationships/customXml" Target="../ink/ink1334.xml"/><Relationship Id="rId417" Type="http://schemas.openxmlformats.org/officeDocument/2006/relationships/image" Target="../media/image1026.png"/><Relationship Id="rId624" Type="http://schemas.openxmlformats.org/officeDocument/2006/relationships/customXml" Target="../ink/ink1548.xml"/><Relationship Id="rId263" Type="http://schemas.openxmlformats.org/officeDocument/2006/relationships/image" Target="../media/image949.png"/><Relationship Id="rId470" Type="http://schemas.openxmlformats.org/officeDocument/2006/relationships/customXml" Target="../ink/ink1471.xml"/><Relationship Id="rId58" Type="http://schemas.openxmlformats.org/officeDocument/2006/relationships/customXml" Target="../ink/ink1265.xml"/><Relationship Id="rId123" Type="http://schemas.openxmlformats.org/officeDocument/2006/relationships/image" Target="../media/image630.png"/><Relationship Id="rId330" Type="http://schemas.openxmlformats.org/officeDocument/2006/relationships/customXml" Target="../ink/ink1401.xml"/><Relationship Id="rId568" Type="http://schemas.openxmlformats.org/officeDocument/2006/relationships/customXml" Target="../ink/ink1520.xml"/><Relationship Id="rId428" Type="http://schemas.openxmlformats.org/officeDocument/2006/relationships/customXml" Target="../ink/ink1450.xml"/><Relationship Id="rId635" Type="http://schemas.openxmlformats.org/officeDocument/2006/relationships/image" Target="../media/image1135.png"/><Relationship Id="rId232" Type="http://schemas.openxmlformats.org/officeDocument/2006/relationships/customXml" Target="../ink/ink1352.xml"/><Relationship Id="rId274" Type="http://schemas.openxmlformats.org/officeDocument/2006/relationships/customXml" Target="../ink/ink1373.xml"/><Relationship Id="rId481" Type="http://schemas.openxmlformats.org/officeDocument/2006/relationships/image" Target="../media/image1058.png"/><Relationship Id="rId27" Type="http://schemas.openxmlformats.org/officeDocument/2006/relationships/image" Target="../media/image861.png"/><Relationship Id="rId69" Type="http://schemas.openxmlformats.org/officeDocument/2006/relationships/image" Target="../media/image882.png"/><Relationship Id="rId134" Type="http://schemas.openxmlformats.org/officeDocument/2006/relationships/customXml" Target="../ink/ink1303.xml"/><Relationship Id="rId537" Type="http://schemas.openxmlformats.org/officeDocument/2006/relationships/image" Target="../media/image1086.png"/><Relationship Id="rId579" Type="http://schemas.openxmlformats.org/officeDocument/2006/relationships/image" Target="../media/image1107.png"/><Relationship Id="rId80" Type="http://schemas.openxmlformats.org/officeDocument/2006/relationships/customXml" Target="../ink/ink1276.xml"/><Relationship Id="rId176" Type="http://schemas.openxmlformats.org/officeDocument/2006/relationships/customXml" Target="../ink/ink1324.xml"/><Relationship Id="rId341" Type="http://schemas.openxmlformats.org/officeDocument/2006/relationships/image" Target="../media/image988.png"/><Relationship Id="rId383" Type="http://schemas.openxmlformats.org/officeDocument/2006/relationships/image" Target="../media/image1009.png"/><Relationship Id="rId439" Type="http://schemas.openxmlformats.org/officeDocument/2006/relationships/image" Target="../media/image1037.png"/><Relationship Id="rId590" Type="http://schemas.openxmlformats.org/officeDocument/2006/relationships/customXml" Target="../ink/ink1531.xml"/><Relationship Id="rId604" Type="http://schemas.openxmlformats.org/officeDocument/2006/relationships/customXml" Target="../ink/ink1538.xml"/><Relationship Id="rId646" Type="http://schemas.openxmlformats.org/officeDocument/2006/relationships/customXml" Target="../ink/ink1559.xml"/><Relationship Id="rId201" Type="http://schemas.openxmlformats.org/officeDocument/2006/relationships/image" Target="../media/image918.png"/><Relationship Id="rId243" Type="http://schemas.openxmlformats.org/officeDocument/2006/relationships/image" Target="../media/image939.png"/><Relationship Id="rId285" Type="http://schemas.openxmlformats.org/officeDocument/2006/relationships/image" Target="../media/image960.png"/><Relationship Id="rId450" Type="http://schemas.openxmlformats.org/officeDocument/2006/relationships/customXml" Target="../ink/ink1461.xml"/><Relationship Id="rId506" Type="http://schemas.openxmlformats.org/officeDocument/2006/relationships/customXml" Target="../ink/ink1489.xml"/><Relationship Id="rId38" Type="http://schemas.openxmlformats.org/officeDocument/2006/relationships/customXml" Target="../ink/ink1255.xml"/><Relationship Id="rId103" Type="http://schemas.openxmlformats.org/officeDocument/2006/relationships/image" Target="../media/image615.png"/><Relationship Id="rId310" Type="http://schemas.openxmlformats.org/officeDocument/2006/relationships/customXml" Target="../ink/ink1391.xml"/><Relationship Id="rId492" Type="http://schemas.openxmlformats.org/officeDocument/2006/relationships/customXml" Target="../ink/ink1482.xml"/><Relationship Id="rId548" Type="http://schemas.openxmlformats.org/officeDocument/2006/relationships/customXml" Target="../ink/ink1510.xml"/><Relationship Id="rId91" Type="http://schemas.openxmlformats.org/officeDocument/2006/relationships/image" Target="../media/image609.png"/><Relationship Id="rId145" Type="http://schemas.openxmlformats.org/officeDocument/2006/relationships/image" Target="../media/image890.png"/><Relationship Id="rId187" Type="http://schemas.openxmlformats.org/officeDocument/2006/relationships/image" Target="../media/image911.png"/><Relationship Id="rId352" Type="http://schemas.openxmlformats.org/officeDocument/2006/relationships/customXml" Target="../ink/ink1412.xml"/><Relationship Id="rId394" Type="http://schemas.openxmlformats.org/officeDocument/2006/relationships/customXml" Target="../ink/ink1433.xml"/><Relationship Id="rId408" Type="http://schemas.openxmlformats.org/officeDocument/2006/relationships/customXml" Target="../ink/ink1440.xml"/><Relationship Id="rId615" Type="http://schemas.openxmlformats.org/officeDocument/2006/relationships/image" Target="../media/image1125.png"/><Relationship Id="rId212" Type="http://schemas.openxmlformats.org/officeDocument/2006/relationships/customXml" Target="../ink/ink1342.xml"/><Relationship Id="rId254" Type="http://schemas.openxmlformats.org/officeDocument/2006/relationships/customXml" Target="../ink/ink1363.xml"/><Relationship Id="rId657" Type="http://schemas.openxmlformats.org/officeDocument/2006/relationships/image" Target="../media/image1146.png"/><Relationship Id="rId49" Type="http://schemas.openxmlformats.org/officeDocument/2006/relationships/image" Target="../media/image872.png"/><Relationship Id="rId114" Type="http://schemas.openxmlformats.org/officeDocument/2006/relationships/customXml" Target="../ink/ink1293.xml"/><Relationship Id="rId296" Type="http://schemas.openxmlformats.org/officeDocument/2006/relationships/customXml" Target="../ink/ink1384.xml"/><Relationship Id="rId461" Type="http://schemas.openxmlformats.org/officeDocument/2006/relationships/image" Target="../media/image1048.png"/><Relationship Id="rId517" Type="http://schemas.openxmlformats.org/officeDocument/2006/relationships/image" Target="../media/image1076.png"/><Relationship Id="rId559" Type="http://schemas.openxmlformats.org/officeDocument/2006/relationships/image" Target="../media/image1097.png"/><Relationship Id="rId60" Type="http://schemas.openxmlformats.org/officeDocument/2006/relationships/customXml" Target="../ink/ink1266.xml"/><Relationship Id="rId156" Type="http://schemas.openxmlformats.org/officeDocument/2006/relationships/customXml" Target="../ink/ink1314.xml"/><Relationship Id="rId198" Type="http://schemas.openxmlformats.org/officeDocument/2006/relationships/customXml" Target="../ink/ink1335.xml"/><Relationship Id="rId321" Type="http://schemas.openxmlformats.org/officeDocument/2006/relationships/image" Target="../media/image978.png"/><Relationship Id="rId363" Type="http://schemas.openxmlformats.org/officeDocument/2006/relationships/image" Target="../media/image999.png"/><Relationship Id="rId419" Type="http://schemas.openxmlformats.org/officeDocument/2006/relationships/image" Target="../media/image1027.png"/><Relationship Id="rId570" Type="http://schemas.openxmlformats.org/officeDocument/2006/relationships/customXml" Target="../ink/ink1521.xml"/><Relationship Id="rId626" Type="http://schemas.openxmlformats.org/officeDocument/2006/relationships/customXml" Target="../ink/ink1549.xml"/><Relationship Id="rId223" Type="http://schemas.openxmlformats.org/officeDocument/2006/relationships/image" Target="../media/image929.png"/><Relationship Id="rId430" Type="http://schemas.openxmlformats.org/officeDocument/2006/relationships/customXml" Target="../ink/ink1451.xml"/><Relationship Id="rId18" Type="http://schemas.openxmlformats.org/officeDocument/2006/relationships/customXml" Target="../ink/ink1245.xml"/><Relationship Id="rId265" Type="http://schemas.openxmlformats.org/officeDocument/2006/relationships/image" Target="../media/image950.png"/><Relationship Id="rId472" Type="http://schemas.openxmlformats.org/officeDocument/2006/relationships/customXml" Target="../ink/ink1472.xml"/><Relationship Id="rId528" Type="http://schemas.openxmlformats.org/officeDocument/2006/relationships/customXml" Target="../ink/ink1500.xml"/><Relationship Id="rId125" Type="http://schemas.openxmlformats.org/officeDocument/2006/relationships/image" Target="../media/image631.png"/><Relationship Id="rId167" Type="http://schemas.openxmlformats.org/officeDocument/2006/relationships/image" Target="../media/image901.png"/><Relationship Id="rId332" Type="http://schemas.openxmlformats.org/officeDocument/2006/relationships/customXml" Target="../ink/ink1402.xml"/><Relationship Id="rId374" Type="http://schemas.openxmlformats.org/officeDocument/2006/relationships/customXml" Target="../ink/ink1423.xml"/><Relationship Id="rId581" Type="http://schemas.openxmlformats.org/officeDocument/2006/relationships/image" Target="../media/image1108.png"/><Relationship Id="rId71" Type="http://schemas.openxmlformats.org/officeDocument/2006/relationships/image" Target="../media/image883.png"/><Relationship Id="rId234" Type="http://schemas.openxmlformats.org/officeDocument/2006/relationships/customXml" Target="../ink/ink1353.xml"/><Relationship Id="rId637" Type="http://schemas.openxmlformats.org/officeDocument/2006/relationships/image" Target="../media/image1136.png"/><Relationship Id="rId2" Type="http://schemas.openxmlformats.org/officeDocument/2006/relationships/customXml" Target="../ink/ink1237.xml"/><Relationship Id="rId29" Type="http://schemas.openxmlformats.org/officeDocument/2006/relationships/image" Target="../media/image862.png"/><Relationship Id="rId276" Type="http://schemas.openxmlformats.org/officeDocument/2006/relationships/customXml" Target="../ink/ink1374.xml"/><Relationship Id="rId441" Type="http://schemas.openxmlformats.org/officeDocument/2006/relationships/image" Target="../media/image1038.png"/><Relationship Id="rId483" Type="http://schemas.openxmlformats.org/officeDocument/2006/relationships/image" Target="../media/image1059.png"/><Relationship Id="rId539" Type="http://schemas.openxmlformats.org/officeDocument/2006/relationships/image" Target="../media/image1087.png"/><Relationship Id="rId40" Type="http://schemas.openxmlformats.org/officeDocument/2006/relationships/customXml" Target="../ink/ink1256.xml"/><Relationship Id="rId136" Type="http://schemas.openxmlformats.org/officeDocument/2006/relationships/customXml" Target="../ink/ink1304.xml"/><Relationship Id="rId178" Type="http://schemas.openxmlformats.org/officeDocument/2006/relationships/customXml" Target="../ink/ink1325.xml"/><Relationship Id="rId301" Type="http://schemas.openxmlformats.org/officeDocument/2006/relationships/image" Target="../media/image968.png"/><Relationship Id="rId343" Type="http://schemas.openxmlformats.org/officeDocument/2006/relationships/image" Target="../media/image989.png"/><Relationship Id="rId550" Type="http://schemas.openxmlformats.org/officeDocument/2006/relationships/customXml" Target="../ink/ink1511.xml"/><Relationship Id="rId82" Type="http://schemas.openxmlformats.org/officeDocument/2006/relationships/customXml" Target="../ink/ink1277.xml"/><Relationship Id="rId203" Type="http://schemas.openxmlformats.org/officeDocument/2006/relationships/image" Target="../media/image919.png"/><Relationship Id="rId385" Type="http://schemas.openxmlformats.org/officeDocument/2006/relationships/image" Target="../media/image1010.png"/><Relationship Id="rId592" Type="http://schemas.openxmlformats.org/officeDocument/2006/relationships/customXml" Target="../ink/ink1532.xml"/><Relationship Id="rId606" Type="http://schemas.openxmlformats.org/officeDocument/2006/relationships/customXml" Target="../ink/ink1539.xml"/><Relationship Id="rId648" Type="http://schemas.openxmlformats.org/officeDocument/2006/relationships/customXml" Target="../ink/ink1560.xml"/><Relationship Id="rId245" Type="http://schemas.openxmlformats.org/officeDocument/2006/relationships/image" Target="../media/image940.png"/><Relationship Id="rId287" Type="http://schemas.openxmlformats.org/officeDocument/2006/relationships/image" Target="../media/image961.png"/><Relationship Id="rId410" Type="http://schemas.openxmlformats.org/officeDocument/2006/relationships/customXml" Target="../ink/ink1441.xml"/><Relationship Id="rId452" Type="http://schemas.openxmlformats.org/officeDocument/2006/relationships/customXml" Target="../ink/ink1462.xml"/><Relationship Id="rId494" Type="http://schemas.openxmlformats.org/officeDocument/2006/relationships/customXml" Target="../ink/ink1483.xml"/><Relationship Id="rId508" Type="http://schemas.openxmlformats.org/officeDocument/2006/relationships/customXml" Target="../ink/ink1490.xml"/><Relationship Id="rId105" Type="http://schemas.openxmlformats.org/officeDocument/2006/relationships/image" Target="../media/image616.png"/><Relationship Id="rId147" Type="http://schemas.openxmlformats.org/officeDocument/2006/relationships/image" Target="../media/image891.png"/><Relationship Id="rId312" Type="http://schemas.openxmlformats.org/officeDocument/2006/relationships/customXml" Target="../ink/ink1392.xml"/><Relationship Id="rId354" Type="http://schemas.openxmlformats.org/officeDocument/2006/relationships/customXml" Target="../ink/ink1413.xml"/><Relationship Id="rId51" Type="http://schemas.openxmlformats.org/officeDocument/2006/relationships/image" Target="../media/image873.png"/><Relationship Id="rId93" Type="http://schemas.openxmlformats.org/officeDocument/2006/relationships/image" Target="../media/image610.png"/><Relationship Id="rId189" Type="http://schemas.openxmlformats.org/officeDocument/2006/relationships/image" Target="../media/image912.png"/><Relationship Id="rId396" Type="http://schemas.openxmlformats.org/officeDocument/2006/relationships/customXml" Target="../ink/ink1434.xml"/><Relationship Id="rId561" Type="http://schemas.openxmlformats.org/officeDocument/2006/relationships/image" Target="../media/image1098.png"/><Relationship Id="rId617" Type="http://schemas.openxmlformats.org/officeDocument/2006/relationships/image" Target="../media/image1126.png"/><Relationship Id="rId659" Type="http://schemas.openxmlformats.org/officeDocument/2006/relationships/image" Target="../media/image1147.png"/><Relationship Id="rId214" Type="http://schemas.openxmlformats.org/officeDocument/2006/relationships/customXml" Target="../ink/ink1343.xml"/><Relationship Id="rId256" Type="http://schemas.openxmlformats.org/officeDocument/2006/relationships/customXml" Target="../ink/ink1364.xml"/><Relationship Id="rId298" Type="http://schemas.openxmlformats.org/officeDocument/2006/relationships/customXml" Target="../ink/ink1385.xml"/><Relationship Id="rId421" Type="http://schemas.openxmlformats.org/officeDocument/2006/relationships/image" Target="../media/image1028.png"/><Relationship Id="rId463" Type="http://schemas.openxmlformats.org/officeDocument/2006/relationships/image" Target="../media/image1049.png"/><Relationship Id="rId519" Type="http://schemas.openxmlformats.org/officeDocument/2006/relationships/image" Target="../media/image1077.png"/><Relationship Id="rId116" Type="http://schemas.openxmlformats.org/officeDocument/2006/relationships/customXml" Target="../ink/ink1294.xml"/><Relationship Id="rId158" Type="http://schemas.openxmlformats.org/officeDocument/2006/relationships/customXml" Target="../ink/ink1315.xml"/><Relationship Id="rId323" Type="http://schemas.openxmlformats.org/officeDocument/2006/relationships/image" Target="../media/image979.png"/><Relationship Id="rId530" Type="http://schemas.openxmlformats.org/officeDocument/2006/relationships/customXml" Target="../ink/ink1501.xml"/><Relationship Id="rId20" Type="http://schemas.openxmlformats.org/officeDocument/2006/relationships/customXml" Target="../ink/ink1246.xml"/><Relationship Id="rId62" Type="http://schemas.openxmlformats.org/officeDocument/2006/relationships/customXml" Target="../ink/ink1267.xml"/><Relationship Id="rId365" Type="http://schemas.openxmlformats.org/officeDocument/2006/relationships/image" Target="../media/image1000.png"/><Relationship Id="rId572" Type="http://schemas.openxmlformats.org/officeDocument/2006/relationships/customXml" Target="../ink/ink1522.xml"/><Relationship Id="rId628" Type="http://schemas.openxmlformats.org/officeDocument/2006/relationships/customXml" Target="../ink/ink1550.xml"/><Relationship Id="rId225" Type="http://schemas.openxmlformats.org/officeDocument/2006/relationships/image" Target="../media/image930.png"/><Relationship Id="rId267" Type="http://schemas.openxmlformats.org/officeDocument/2006/relationships/image" Target="../media/image951.png"/><Relationship Id="rId432" Type="http://schemas.openxmlformats.org/officeDocument/2006/relationships/customXml" Target="../ink/ink1452.xml"/><Relationship Id="rId474" Type="http://schemas.openxmlformats.org/officeDocument/2006/relationships/customXml" Target="../ink/ink1473.xml"/><Relationship Id="rId127" Type="http://schemas.openxmlformats.org/officeDocument/2006/relationships/image" Target="../media/image632.png"/><Relationship Id="rId31" Type="http://schemas.openxmlformats.org/officeDocument/2006/relationships/image" Target="../media/image863.png"/><Relationship Id="rId73" Type="http://schemas.openxmlformats.org/officeDocument/2006/relationships/image" Target="../media/image884.png"/><Relationship Id="rId169" Type="http://schemas.openxmlformats.org/officeDocument/2006/relationships/image" Target="../media/image902.png"/><Relationship Id="rId334" Type="http://schemas.openxmlformats.org/officeDocument/2006/relationships/customXml" Target="../ink/ink1403.xml"/><Relationship Id="rId376" Type="http://schemas.openxmlformats.org/officeDocument/2006/relationships/customXml" Target="../ink/ink1424.xml"/><Relationship Id="rId541" Type="http://schemas.openxmlformats.org/officeDocument/2006/relationships/image" Target="../media/image1088.png"/><Relationship Id="rId583" Type="http://schemas.openxmlformats.org/officeDocument/2006/relationships/image" Target="../media/image1109.png"/><Relationship Id="rId639" Type="http://schemas.openxmlformats.org/officeDocument/2006/relationships/image" Target="../media/image1137.png"/><Relationship Id="rId4" Type="http://schemas.openxmlformats.org/officeDocument/2006/relationships/customXml" Target="../ink/ink1238.xml"/><Relationship Id="rId180" Type="http://schemas.openxmlformats.org/officeDocument/2006/relationships/customXml" Target="../ink/ink1326.xml"/><Relationship Id="rId236" Type="http://schemas.openxmlformats.org/officeDocument/2006/relationships/customXml" Target="../ink/ink1354.xml"/><Relationship Id="rId278" Type="http://schemas.openxmlformats.org/officeDocument/2006/relationships/customXml" Target="../ink/ink1375.xml"/><Relationship Id="rId401" Type="http://schemas.openxmlformats.org/officeDocument/2006/relationships/image" Target="../media/image1018.png"/><Relationship Id="rId443" Type="http://schemas.openxmlformats.org/officeDocument/2006/relationships/image" Target="../media/image1039.png"/><Relationship Id="rId650" Type="http://schemas.openxmlformats.org/officeDocument/2006/relationships/customXml" Target="../ink/ink1561.xml"/><Relationship Id="rId303" Type="http://schemas.openxmlformats.org/officeDocument/2006/relationships/image" Target="../media/image969.png"/><Relationship Id="rId485" Type="http://schemas.openxmlformats.org/officeDocument/2006/relationships/image" Target="../media/image1060.png"/><Relationship Id="rId42" Type="http://schemas.openxmlformats.org/officeDocument/2006/relationships/customXml" Target="../ink/ink1257.xml"/><Relationship Id="rId84" Type="http://schemas.openxmlformats.org/officeDocument/2006/relationships/customXml" Target="../ink/ink1278.xml"/><Relationship Id="rId138" Type="http://schemas.openxmlformats.org/officeDocument/2006/relationships/customXml" Target="../ink/ink1305.xml"/><Relationship Id="rId345" Type="http://schemas.openxmlformats.org/officeDocument/2006/relationships/image" Target="../media/image990.png"/><Relationship Id="rId387" Type="http://schemas.openxmlformats.org/officeDocument/2006/relationships/image" Target="../media/image1011.png"/><Relationship Id="rId510" Type="http://schemas.openxmlformats.org/officeDocument/2006/relationships/customXml" Target="../ink/ink1491.xml"/><Relationship Id="rId552" Type="http://schemas.openxmlformats.org/officeDocument/2006/relationships/customXml" Target="../ink/ink1512.xml"/><Relationship Id="rId594" Type="http://schemas.openxmlformats.org/officeDocument/2006/relationships/customXml" Target="../ink/ink1533.xml"/><Relationship Id="rId608" Type="http://schemas.openxmlformats.org/officeDocument/2006/relationships/customXml" Target="../ink/ink1540.xml"/><Relationship Id="rId191" Type="http://schemas.openxmlformats.org/officeDocument/2006/relationships/image" Target="../media/image913.png"/><Relationship Id="rId205" Type="http://schemas.openxmlformats.org/officeDocument/2006/relationships/image" Target="../media/image920.png"/><Relationship Id="rId247" Type="http://schemas.openxmlformats.org/officeDocument/2006/relationships/image" Target="../media/image941.png"/><Relationship Id="rId412" Type="http://schemas.openxmlformats.org/officeDocument/2006/relationships/customXml" Target="../ink/ink1442.xml"/><Relationship Id="rId107" Type="http://schemas.openxmlformats.org/officeDocument/2006/relationships/image" Target="../media/image617.png"/><Relationship Id="rId289" Type="http://schemas.openxmlformats.org/officeDocument/2006/relationships/image" Target="../media/image962.png"/><Relationship Id="rId454" Type="http://schemas.openxmlformats.org/officeDocument/2006/relationships/customXml" Target="../ink/ink1463.xml"/><Relationship Id="rId496" Type="http://schemas.openxmlformats.org/officeDocument/2006/relationships/customXml" Target="../ink/ink1484.xml"/><Relationship Id="rId661" Type="http://schemas.openxmlformats.org/officeDocument/2006/relationships/image" Target="../media/image1148.png"/><Relationship Id="rId11" Type="http://schemas.openxmlformats.org/officeDocument/2006/relationships/image" Target="../media/image853.png"/><Relationship Id="rId53" Type="http://schemas.openxmlformats.org/officeDocument/2006/relationships/image" Target="../media/image874.png"/><Relationship Id="rId149" Type="http://schemas.openxmlformats.org/officeDocument/2006/relationships/image" Target="../media/image892.png"/><Relationship Id="rId314" Type="http://schemas.openxmlformats.org/officeDocument/2006/relationships/customXml" Target="../ink/ink1393.xml"/><Relationship Id="rId356" Type="http://schemas.openxmlformats.org/officeDocument/2006/relationships/customXml" Target="../ink/ink1414.xml"/><Relationship Id="rId398" Type="http://schemas.openxmlformats.org/officeDocument/2006/relationships/customXml" Target="../ink/ink1435.xml"/><Relationship Id="rId521" Type="http://schemas.openxmlformats.org/officeDocument/2006/relationships/image" Target="../media/image1078.png"/><Relationship Id="rId563" Type="http://schemas.openxmlformats.org/officeDocument/2006/relationships/image" Target="../media/image1099.png"/><Relationship Id="rId619" Type="http://schemas.openxmlformats.org/officeDocument/2006/relationships/image" Target="../media/image1127.png"/><Relationship Id="rId95" Type="http://schemas.openxmlformats.org/officeDocument/2006/relationships/image" Target="../media/image611.png"/><Relationship Id="rId160" Type="http://schemas.openxmlformats.org/officeDocument/2006/relationships/customXml" Target="../ink/ink1316.xml"/><Relationship Id="rId216" Type="http://schemas.openxmlformats.org/officeDocument/2006/relationships/customXml" Target="../ink/ink1344.xml"/><Relationship Id="rId423" Type="http://schemas.openxmlformats.org/officeDocument/2006/relationships/image" Target="../media/image1029.png"/><Relationship Id="rId258" Type="http://schemas.openxmlformats.org/officeDocument/2006/relationships/customXml" Target="../ink/ink1365.xml"/><Relationship Id="rId465" Type="http://schemas.openxmlformats.org/officeDocument/2006/relationships/image" Target="../media/image1050.png"/><Relationship Id="rId630" Type="http://schemas.openxmlformats.org/officeDocument/2006/relationships/customXml" Target="../ink/ink1551.xml"/><Relationship Id="rId22" Type="http://schemas.openxmlformats.org/officeDocument/2006/relationships/customXml" Target="../ink/ink1247.xml"/><Relationship Id="rId64" Type="http://schemas.openxmlformats.org/officeDocument/2006/relationships/customXml" Target="../ink/ink1268.xml"/><Relationship Id="rId118" Type="http://schemas.openxmlformats.org/officeDocument/2006/relationships/customXml" Target="../ink/ink1295.xml"/><Relationship Id="rId325" Type="http://schemas.openxmlformats.org/officeDocument/2006/relationships/image" Target="../media/image980.png"/><Relationship Id="rId367" Type="http://schemas.openxmlformats.org/officeDocument/2006/relationships/image" Target="../media/image1001.png"/><Relationship Id="rId532" Type="http://schemas.openxmlformats.org/officeDocument/2006/relationships/customXml" Target="../ink/ink1502.xml"/><Relationship Id="rId574" Type="http://schemas.openxmlformats.org/officeDocument/2006/relationships/customXml" Target="../ink/ink1523.xml"/><Relationship Id="rId171" Type="http://schemas.openxmlformats.org/officeDocument/2006/relationships/image" Target="../media/image903.png"/><Relationship Id="rId227" Type="http://schemas.openxmlformats.org/officeDocument/2006/relationships/image" Target="../media/image931.png"/><Relationship Id="rId269" Type="http://schemas.openxmlformats.org/officeDocument/2006/relationships/image" Target="../media/image952.png"/><Relationship Id="rId434" Type="http://schemas.openxmlformats.org/officeDocument/2006/relationships/customXml" Target="../ink/ink1453.xml"/><Relationship Id="rId476" Type="http://schemas.openxmlformats.org/officeDocument/2006/relationships/customXml" Target="../ink/ink1474.xml"/><Relationship Id="rId641" Type="http://schemas.openxmlformats.org/officeDocument/2006/relationships/image" Target="../media/image1138.png"/><Relationship Id="rId33" Type="http://schemas.openxmlformats.org/officeDocument/2006/relationships/image" Target="../media/image864.png"/><Relationship Id="rId129" Type="http://schemas.openxmlformats.org/officeDocument/2006/relationships/image" Target="../media/image635.png"/><Relationship Id="rId280" Type="http://schemas.openxmlformats.org/officeDocument/2006/relationships/customXml" Target="../ink/ink1376.xml"/><Relationship Id="rId336" Type="http://schemas.openxmlformats.org/officeDocument/2006/relationships/customXml" Target="../ink/ink1404.xml"/><Relationship Id="rId501" Type="http://schemas.openxmlformats.org/officeDocument/2006/relationships/image" Target="../media/image1068.png"/><Relationship Id="rId543" Type="http://schemas.openxmlformats.org/officeDocument/2006/relationships/image" Target="../media/image1089.png"/><Relationship Id="rId75" Type="http://schemas.openxmlformats.org/officeDocument/2006/relationships/image" Target="../media/image885.png"/><Relationship Id="rId140" Type="http://schemas.openxmlformats.org/officeDocument/2006/relationships/customXml" Target="../ink/ink1306.xml"/><Relationship Id="rId182" Type="http://schemas.openxmlformats.org/officeDocument/2006/relationships/customXml" Target="../ink/ink1327.xml"/><Relationship Id="rId378" Type="http://schemas.openxmlformats.org/officeDocument/2006/relationships/customXml" Target="../ink/ink1425.xml"/><Relationship Id="rId403" Type="http://schemas.openxmlformats.org/officeDocument/2006/relationships/image" Target="../media/image1019.png"/><Relationship Id="rId585" Type="http://schemas.openxmlformats.org/officeDocument/2006/relationships/image" Target="../media/image1110.png"/><Relationship Id="rId6" Type="http://schemas.openxmlformats.org/officeDocument/2006/relationships/customXml" Target="../ink/ink1239.xml"/><Relationship Id="rId238" Type="http://schemas.openxmlformats.org/officeDocument/2006/relationships/customXml" Target="../ink/ink1355.xml"/><Relationship Id="rId445" Type="http://schemas.openxmlformats.org/officeDocument/2006/relationships/image" Target="../media/image1040.png"/><Relationship Id="rId487" Type="http://schemas.openxmlformats.org/officeDocument/2006/relationships/image" Target="../media/image1061.png"/><Relationship Id="rId610" Type="http://schemas.openxmlformats.org/officeDocument/2006/relationships/customXml" Target="../ink/ink1541.xml"/><Relationship Id="rId652" Type="http://schemas.openxmlformats.org/officeDocument/2006/relationships/customXml" Target="../ink/ink1562.xml"/><Relationship Id="rId291" Type="http://schemas.openxmlformats.org/officeDocument/2006/relationships/image" Target="../media/image963.png"/><Relationship Id="rId305" Type="http://schemas.openxmlformats.org/officeDocument/2006/relationships/image" Target="../media/image970.png"/><Relationship Id="rId347" Type="http://schemas.openxmlformats.org/officeDocument/2006/relationships/image" Target="../media/image991.png"/><Relationship Id="rId512" Type="http://schemas.openxmlformats.org/officeDocument/2006/relationships/customXml" Target="../ink/ink1492.xml"/><Relationship Id="rId44" Type="http://schemas.openxmlformats.org/officeDocument/2006/relationships/customXml" Target="../ink/ink1258.xml"/><Relationship Id="rId86" Type="http://schemas.openxmlformats.org/officeDocument/2006/relationships/customXml" Target="../ink/ink1279.xml"/><Relationship Id="rId151" Type="http://schemas.openxmlformats.org/officeDocument/2006/relationships/image" Target="../media/image893.png"/><Relationship Id="rId389" Type="http://schemas.openxmlformats.org/officeDocument/2006/relationships/image" Target="../media/image1012.png"/><Relationship Id="rId554" Type="http://schemas.openxmlformats.org/officeDocument/2006/relationships/customXml" Target="../ink/ink1513.xml"/><Relationship Id="rId596" Type="http://schemas.openxmlformats.org/officeDocument/2006/relationships/customXml" Target="../ink/ink1534.xml"/><Relationship Id="rId193" Type="http://schemas.openxmlformats.org/officeDocument/2006/relationships/image" Target="../media/image914.png"/><Relationship Id="rId207" Type="http://schemas.openxmlformats.org/officeDocument/2006/relationships/image" Target="../media/image921.png"/><Relationship Id="rId249" Type="http://schemas.openxmlformats.org/officeDocument/2006/relationships/image" Target="../media/image942.png"/><Relationship Id="rId414" Type="http://schemas.openxmlformats.org/officeDocument/2006/relationships/customXml" Target="../ink/ink1443.xml"/><Relationship Id="rId456" Type="http://schemas.openxmlformats.org/officeDocument/2006/relationships/customXml" Target="../ink/ink1464.xml"/><Relationship Id="rId498" Type="http://schemas.openxmlformats.org/officeDocument/2006/relationships/customXml" Target="../ink/ink1485.xml"/><Relationship Id="rId621" Type="http://schemas.openxmlformats.org/officeDocument/2006/relationships/image" Target="../media/image1128.png"/><Relationship Id="rId663" Type="http://schemas.openxmlformats.org/officeDocument/2006/relationships/image" Target="../media/image1149.png"/><Relationship Id="rId13" Type="http://schemas.openxmlformats.org/officeDocument/2006/relationships/image" Target="../media/image854.png"/><Relationship Id="rId109" Type="http://schemas.openxmlformats.org/officeDocument/2006/relationships/image" Target="../media/image618.png"/><Relationship Id="rId260" Type="http://schemas.openxmlformats.org/officeDocument/2006/relationships/customXml" Target="../ink/ink1366.xml"/><Relationship Id="rId316" Type="http://schemas.openxmlformats.org/officeDocument/2006/relationships/customXml" Target="../ink/ink1394.xml"/><Relationship Id="rId523" Type="http://schemas.openxmlformats.org/officeDocument/2006/relationships/image" Target="../media/image1079.png"/><Relationship Id="rId55" Type="http://schemas.openxmlformats.org/officeDocument/2006/relationships/image" Target="../media/image875.png"/><Relationship Id="rId97" Type="http://schemas.openxmlformats.org/officeDocument/2006/relationships/image" Target="../media/image612.png"/><Relationship Id="rId120" Type="http://schemas.openxmlformats.org/officeDocument/2006/relationships/customXml" Target="../ink/ink1296.xml"/><Relationship Id="rId358" Type="http://schemas.openxmlformats.org/officeDocument/2006/relationships/customXml" Target="../ink/ink1415.xml"/><Relationship Id="rId565" Type="http://schemas.openxmlformats.org/officeDocument/2006/relationships/image" Target="../media/image1100.png"/><Relationship Id="rId162" Type="http://schemas.openxmlformats.org/officeDocument/2006/relationships/customXml" Target="../ink/ink1317.xml"/><Relationship Id="rId218" Type="http://schemas.openxmlformats.org/officeDocument/2006/relationships/customXml" Target="../ink/ink1345.xml"/><Relationship Id="rId425" Type="http://schemas.openxmlformats.org/officeDocument/2006/relationships/image" Target="../media/image1030.png"/><Relationship Id="rId467" Type="http://schemas.openxmlformats.org/officeDocument/2006/relationships/image" Target="../media/image1051.png"/><Relationship Id="rId632" Type="http://schemas.openxmlformats.org/officeDocument/2006/relationships/customXml" Target="../ink/ink1552.xml"/><Relationship Id="rId271" Type="http://schemas.openxmlformats.org/officeDocument/2006/relationships/image" Target="../media/image953.png"/><Relationship Id="rId24" Type="http://schemas.openxmlformats.org/officeDocument/2006/relationships/customXml" Target="../ink/ink1248.xml"/><Relationship Id="rId66" Type="http://schemas.openxmlformats.org/officeDocument/2006/relationships/customXml" Target="../ink/ink1269.xml"/><Relationship Id="rId131" Type="http://schemas.openxmlformats.org/officeDocument/2006/relationships/image" Target="../media/image636.png"/><Relationship Id="rId327" Type="http://schemas.openxmlformats.org/officeDocument/2006/relationships/image" Target="../media/image981.png"/><Relationship Id="rId369" Type="http://schemas.openxmlformats.org/officeDocument/2006/relationships/image" Target="../media/image1002.png"/><Relationship Id="rId534" Type="http://schemas.openxmlformats.org/officeDocument/2006/relationships/customXml" Target="../ink/ink1503.xml"/><Relationship Id="rId576" Type="http://schemas.openxmlformats.org/officeDocument/2006/relationships/customXml" Target="../ink/ink1524.xml"/><Relationship Id="rId173" Type="http://schemas.openxmlformats.org/officeDocument/2006/relationships/image" Target="../media/image904.png"/><Relationship Id="rId229" Type="http://schemas.openxmlformats.org/officeDocument/2006/relationships/image" Target="../media/image932.png"/><Relationship Id="rId380" Type="http://schemas.openxmlformats.org/officeDocument/2006/relationships/customXml" Target="../ink/ink1426.xml"/><Relationship Id="rId436" Type="http://schemas.openxmlformats.org/officeDocument/2006/relationships/customXml" Target="../ink/ink1454.xml"/><Relationship Id="rId601" Type="http://schemas.openxmlformats.org/officeDocument/2006/relationships/image" Target="../media/image1118.png"/><Relationship Id="rId643" Type="http://schemas.openxmlformats.org/officeDocument/2006/relationships/image" Target="../media/image1139.png"/><Relationship Id="rId240" Type="http://schemas.openxmlformats.org/officeDocument/2006/relationships/customXml" Target="../ink/ink1356.xml"/><Relationship Id="rId478" Type="http://schemas.openxmlformats.org/officeDocument/2006/relationships/customXml" Target="../ink/ink1475.xml"/><Relationship Id="rId35" Type="http://schemas.openxmlformats.org/officeDocument/2006/relationships/image" Target="../media/image865.png"/><Relationship Id="rId77" Type="http://schemas.openxmlformats.org/officeDocument/2006/relationships/image" Target="../media/image886.png"/><Relationship Id="rId100" Type="http://schemas.openxmlformats.org/officeDocument/2006/relationships/customXml" Target="../ink/ink1286.xml"/><Relationship Id="rId282" Type="http://schemas.openxmlformats.org/officeDocument/2006/relationships/customXml" Target="../ink/ink1377.xml"/><Relationship Id="rId338" Type="http://schemas.openxmlformats.org/officeDocument/2006/relationships/customXml" Target="../ink/ink1405.xml"/><Relationship Id="rId503" Type="http://schemas.openxmlformats.org/officeDocument/2006/relationships/image" Target="../media/image1069.png"/><Relationship Id="rId545" Type="http://schemas.openxmlformats.org/officeDocument/2006/relationships/image" Target="../media/image1090.png"/><Relationship Id="rId587" Type="http://schemas.openxmlformats.org/officeDocument/2006/relationships/image" Target="../media/image1111.png"/><Relationship Id="rId8" Type="http://schemas.openxmlformats.org/officeDocument/2006/relationships/customXml" Target="../ink/ink1240.xml"/><Relationship Id="rId142" Type="http://schemas.openxmlformats.org/officeDocument/2006/relationships/customXml" Target="../ink/ink1307.xml"/><Relationship Id="rId184" Type="http://schemas.openxmlformats.org/officeDocument/2006/relationships/customXml" Target="../ink/ink1328.xml"/><Relationship Id="rId391" Type="http://schemas.openxmlformats.org/officeDocument/2006/relationships/image" Target="../media/image1013.png"/><Relationship Id="rId405" Type="http://schemas.openxmlformats.org/officeDocument/2006/relationships/image" Target="../media/image1020.png"/><Relationship Id="rId447" Type="http://schemas.openxmlformats.org/officeDocument/2006/relationships/image" Target="../media/image1041.png"/><Relationship Id="rId612" Type="http://schemas.openxmlformats.org/officeDocument/2006/relationships/customXml" Target="../ink/ink1542.xml"/><Relationship Id="rId251" Type="http://schemas.openxmlformats.org/officeDocument/2006/relationships/image" Target="../media/image943.png"/><Relationship Id="rId489" Type="http://schemas.openxmlformats.org/officeDocument/2006/relationships/image" Target="../media/image1062.png"/><Relationship Id="rId654" Type="http://schemas.openxmlformats.org/officeDocument/2006/relationships/customXml" Target="../ink/ink1563.xml"/><Relationship Id="rId46" Type="http://schemas.openxmlformats.org/officeDocument/2006/relationships/customXml" Target="../ink/ink1259.xml"/><Relationship Id="rId293" Type="http://schemas.openxmlformats.org/officeDocument/2006/relationships/image" Target="../media/image964.png"/><Relationship Id="rId307" Type="http://schemas.openxmlformats.org/officeDocument/2006/relationships/image" Target="../media/image971.png"/><Relationship Id="rId349" Type="http://schemas.openxmlformats.org/officeDocument/2006/relationships/image" Target="../media/image992.png"/><Relationship Id="rId514" Type="http://schemas.openxmlformats.org/officeDocument/2006/relationships/customXml" Target="../ink/ink1493.xml"/><Relationship Id="rId556" Type="http://schemas.openxmlformats.org/officeDocument/2006/relationships/customXml" Target="../ink/ink1514.xml"/><Relationship Id="rId88" Type="http://schemas.openxmlformats.org/officeDocument/2006/relationships/customXml" Target="../ink/ink1280.xml"/><Relationship Id="rId111" Type="http://schemas.openxmlformats.org/officeDocument/2006/relationships/image" Target="../media/image619.png"/><Relationship Id="rId153" Type="http://schemas.openxmlformats.org/officeDocument/2006/relationships/image" Target="../media/image894.png"/><Relationship Id="rId195" Type="http://schemas.openxmlformats.org/officeDocument/2006/relationships/image" Target="../media/image915.png"/><Relationship Id="rId209" Type="http://schemas.openxmlformats.org/officeDocument/2006/relationships/image" Target="../media/image922.png"/><Relationship Id="rId360" Type="http://schemas.openxmlformats.org/officeDocument/2006/relationships/customXml" Target="../ink/ink1416.xml"/><Relationship Id="rId416" Type="http://schemas.openxmlformats.org/officeDocument/2006/relationships/customXml" Target="../ink/ink1444.xml"/><Relationship Id="rId598" Type="http://schemas.openxmlformats.org/officeDocument/2006/relationships/customXml" Target="../ink/ink1535.xml"/><Relationship Id="rId220" Type="http://schemas.openxmlformats.org/officeDocument/2006/relationships/customXml" Target="../ink/ink1346.xml"/><Relationship Id="rId458" Type="http://schemas.openxmlformats.org/officeDocument/2006/relationships/customXml" Target="../ink/ink1465.xml"/><Relationship Id="rId623" Type="http://schemas.openxmlformats.org/officeDocument/2006/relationships/image" Target="../media/image1129.png"/><Relationship Id="rId15" Type="http://schemas.openxmlformats.org/officeDocument/2006/relationships/image" Target="../media/image855.png"/><Relationship Id="rId57" Type="http://schemas.openxmlformats.org/officeDocument/2006/relationships/image" Target="../media/image876.png"/><Relationship Id="rId262" Type="http://schemas.openxmlformats.org/officeDocument/2006/relationships/customXml" Target="../ink/ink1367.xml"/><Relationship Id="rId318" Type="http://schemas.openxmlformats.org/officeDocument/2006/relationships/customXml" Target="../ink/ink1395.xml"/><Relationship Id="rId525" Type="http://schemas.openxmlformats.org/officeDocument/2006/relationships/image" Target="../media/image1080.png"/><Relationship Id="rId567" Type="http://schemas.openxmlformats.org/officeDocument/2006/relationships/image" Target="../media/image1101.png"/><Relationship Id="rId99" Type="http://schemas.openxmlformats.org/officeDocument/2006/relationships/image" Target="../media/image613.png"/><Relationship Id="rId122" Type="http://schemas.openxmlformats.org/officeDocument/2006/relationships/customXml" Target="../ink/ink1297.xml"/><Relationship Id="rId164" Type="http://schemas.openxmlformats.org/officeDocument/2006/relationships/customXml" Target="../ink/ink1318.xml"/><Relationship Id="rId371" Type="http://schemas.openxmlformats.org/officeDocument/2006/relationships/image" Target="../media/image1003.png"/><Relationship Id="rId427" Type="http://schemas.openxmlformats.org/officeDocument/2006/relationships/image" Target="../media/image1031.png"/><Relationship Id="rId469" Type="http://schemas.openxmlformats.org/officeDocument/2006/relationships/image" Target="../media/image1052.png"/><Relationship Id="rId634" Type="http://schemas.openxmlformats.org/officeDocument/2006/relationships/customXml" Target="../ink/ink1553.xml"/><Relationship Id="rId26" Type="http://schemas.openxmlformats.org/officeDocument/2006/relationships/customXml" Target="../ink/ink1249.xml"/><Relationship Id="rId231" Type="http://schemas.openxmlformats.org/officeDocument/2006/relationships/image" Target="../media/image933.png"/><Relationship Id="rId273" Type="http://schemas.openxmlformats.org/officeDocument/2006/relationships/image" Target="../media/image954.png"/><Relationship Id="rId329" Type="http://schemas.openxmlformats.org/officeDocument/2006/relationships/image" Target="../media/image982.png"/><Relationship Id="rId480" Type="http://schemas.openxmlformats.org/officeDocument/2006/relationships/customXml" Target="../ink/ink1476.xml"/><Relationship Id="rId536" Type="http://schemas.openxmlformats.org/officeDocument/2006/relationships/customXml" Target="../ink/ink1504.xml"/><Relationship Id="rId68" Type="http://schemas.openxmlformats.org/officeDocument/2006/relationships/customXml" Target="../ink/ink1270.xml"/><Relationship Id="rId133" Type="http://schemas.openxmlformats.org/officeDocument/2006/relationships/image" Target="../media/image637.png"/><Relationship Id="rId175" Type="http://schemas.openxmlformats.org/officeDocument/2006/relationships/image" Target="../media/image905.png"/><Relationship Id="rId340" Type="http://schemas.openxmlformats.org/officeDocument/2006/relationships/customXml" Target="../ink/ink1406.xml"/><Relationship Id="rId578" Type="http://schemas.openxmlformats.org/officeDocument/2006/relationships/customXml" Target="../ink/ink1525.xml"/><Relationship Id="rId200" Type="http://schemas.openxmlformats.org/officeDocument/2006/relationships/customXml" Target="../ink/ink1336.xml"/><Relationship Id="rId382" Type="http://schemas.openxmlformats.org/officeDocument/2006/relationships/customXml" Target="../ink/ink1427.xml"/><Relationship Id="rId438" Type="http://schemas.openxmlformats.org/officeDocument/2006/relationships/customXml" Target="../ink/ink1455.xml"/><Relationship Id="rId603" Type="http://schemas.openxmlformats.org/officeDocument/2006/relationships/image" Target="../media/image1119.png"/><Relationship Id="rId645" Type="http://schemas.openxmlformats.org/officeDocument/2006/relationships/image" Target="../media/image1140.png"/><Relationship Id="rId242" Type="http://schemas.openxmlformats.org/officeDocument/2006/relationships/customXml" Target="../ink/ink1357.xml"/><Relationship Id="rId284" Type="http://schemas.openxmlformats.org/officeDocument/2006/relationships/customXml" Target="../ink/ink1378.xml"/><Relationship Id="rId491" Type="http://schemas.openxmlformats.org/officeDocument/2006/relationships/image" Target="../media/image1063.png"/><Relationship Id="rId505" Type="http://schemas.openxmlformats.org/officeDocument/2006/relationships/image" Target="../media/image1070.png"/><Relationship Id="rId37" Type="http://schemas.openxmlformats.org/officeDocument/2006/relationships/image" Target="../media/image866.png"/><Relationship Id="rId79" Type="http://schemas.openxmlformats.org/officeDocument/2006/relationships/image" Target="../media/image603.png"/><Relationship Id="rId102" Type="http://schemas.openxmlformats.org/officeDocument/2006/relationships/customXml" Target="../ink/ink1287.xml"/><Relationship Id="rId144" Type="http://schemas.openxmlformats.org/officeDocument/2006/relationships/customXml" Target="../ink/ink1308.xml"/><Relationship Id="rId547" Type="http://schemas.openxmlformats.org/officeDocument/2006/relationships/image" Target="../media/image1091.png"/><Relationship Id="rId589" Type="http://schemas.openxmlformats.org/officeDocument/2006/relationships/image" Target="../media/image1112.png"/><Relationship Id="rId90" Type="http://schemas.openxmlformats.org/officeDocument/2006/relationships/customXml" Target="../ink/ink1281.xml"/><Relationship Id="rId186" Type="http://schemas.openxmlformats.org/officeDocument/2006/relationships/customXml" Target="../ink/ink1329.xml"/><Relationship Id="rId351" Type="http://schemas.openxmlformats.org/officeDocument/2006/relationships/image" Target="../media/image993.png"/><Relationship Id="rId393" Type="http://schemas.openxmlformats.org/officeDocument/2006/relationships/image" Target="../media/image1014.png"/><Relationship Id="rId407" Type="http://schemas.openxmlformats.org/officeDocument/2006/relationships/image" Target="../media/image1021.png"/><Relationship Id="rId449" Type="http://schemas.openxmlformats.org/officeDocument/2006/relationships/image" Target="../media/image1042.png"/><Relationship Id="rId614" Type="http://schemas.openxmlformats.org/officeDocument/2006/relationships/customXml" Target="../ink/ink1543.xml"/><Relationship Id="rId656" Type="http://schemas.openxmlformats.org/officeDocument/2006/relationships/customXml" Target="../ink/ink1564.xml"/><Relationship Id="rId211" Type="http://schemas.openxmlformats.org/officeDocument/2006/relationships/image" Target="../media/image923.png"/><Relationship Id="rId253" Type="http://schemas.openxmlformats.org/officeDocument/2006/relationships/image" Target="../media/image944.png"/><Relationship Id="rId295" Type="http://schemas.openxmlformats.org/officeDocument/2006/relationships/image" Target="../media/image965.png"/><Relationship Id="rId309" Type="http://schemas.openxmlformats.org/officeDocument/2006/relationships/image" Target="../media/image972.png"/><Relationship Id="rId460" Type="http://schemas.openxmlformats.org/officeDocument/2006/relationships/customXml" Target="../ink/ink1466.xml"/><Relationship Id="rId516" Type="http://schemas.openxmlformats.org/officeDocument/2006/relationships/customXml" Target="../ink/ink1494.xml"/><Relationship Id="rId48" Type="http://schemas.openxmlformats.org/officeDocument/2006/relationships/customXml" Target="../ink/ink1260.xml"/><Relationship Id="rId113" Type="http://schemas.openxmlformats.org/officeDocument/2006/relationships/image" Target="../media/image620.png"/><Relationship Id="rId320" Type="http://schemas.openxmlformats.org/officeDocument/2006/relationships/customXml" Target="../ink/ink1396.xml"/><Relationship Id="rId558" Type="http://schemas.openxmlformats.org/officeDocument/2006/relationships/customXml" Target="../ink/ink1515.xml"/><Relationship Id="rId155" Type="http://schemas.openxmlformats.org/officeDocument/2006/relationships/image" Target="../media/image895.png"/><Relationship Id="rId197" Type="http://schemas.openxmlformats.org/officeDocument/2006/relationships/image" Target="../media/image916.png"/><Relationship Id="rId362" Type="http://schemas.openxmlformats.org/officeDocument/2006/relationships/customXml" Target="../ink/ink1417.xml"/><Relationship Id="rId418" Type="http://schemas.openxmlformats.org/officeDocument/2006/relationships/customXml" Target="../ink/ink1445.xml"/><Relationship Id="rId625" Type="http://schemas.openxmlformats.org/officeDocument/2006/relationships/image" Target="../media/image1130.png"/><Relationship Id="rId222" Type="http://schemas.openxmlformats.org/officeDocument/2006/relationships/customXml" Target="../ink/ink1347.xml"/><Relationship Id="rId264" Type="http://schemas.openxmlformats.org/officeDocument/2006/relationships/customXml" Target="../ink/ink1368.xml"/><Relationship Id="rId471" Type="http://schemas.openxmlformats.org/officeDocument/2006/relationships/image" Target="../media/image1053.png"/><Relationship Id="rId17" Type="http://schemas.openxmlformats.org/officeDocument/2006/relationships/image" Target="../media/image856.png"/><Relationship Id="rId59" Type="http://schemas.openxmlformats.org/officeDocument/2006/relationships/image" Target="../media/image877.png"/><Relationship Id="rId124" Type="http://schemas.openxmlformats.org/officeDocument/2006/relationships/customXml" Target="../ink/ink1298.xml"/><Relationship Id="rId527" Type="http://schemas.openxmlformats.org/officeDocument/2006/relationships/image" Target="../media/image1081.png"/><Relationship Id="rId569" Type="http://schemas.openxmlformats.org/officeDocument/2006/relationships/image" Target="../media/image1102.png"/><Relationship Id="rId70" Type="http://schemas.openxmlformats.org/officeDocument/2006/relationships/customXml" Target="../ink/ink1271.xml"/><Relationship Id="rId166" Type="http://schemas.openxmlformats.org/officeDocument/2006/relationships/customXml" Target="../ink/ink1319.xml"/><Relationship Id="rId331" Type="http://schemas.openxmlformats.org/officeDocument/2006/relationships/image" Target="../media/image983.png"/><Relationship Id="rId373" Type="http://schemas.openxmlformats.org/officeDocument/2006/relationships/image" Target="../media/image1004.png"/><Relationship Id="rId429" Type="http://schemas.openxmlformats.org/officeDocument/2006/relationships/image" Target="../media/image1032.png"/><Relationship Id="rId580" Type="http://schemas.openxmlformats.org/officeDocument/2006/relationships/customXml" Target="../ink/ink1526.xml"/><Relationship Id="rId636" Type="http://schemas.openxmlformats.org/officeDocument/2006/relationships/customXml" Target="../ink/ink1554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934.png"/><Relationship Id="rId440" Type="http://schemas.openxmlformats.org/officeDocument/2006/relationships/customXml" Target="../ink/ink1456.xml"/><Relationship Id="rId28" Type="http://schemas.openxmlformats.org/officeDocument/2006/relationships/customXml" Target="../ink/ink1250.xml"/><Relationship Id="rId275" Type="http://schemas.openxmlformats.org/officeDocument/2006/relationships/image" Target="../media/image955.png"/><Relationship Id="rId300" Type="http://schemas.openxmlformats.org/officeDocument/2006/relationships/customXml" Target="../ink/ink1386.xml"/><Relationship Id="rId482" Type="http://schemas.openxmlformats.org/officeDocument/2006/relationships/customXml" Target="../ink/ink1477.xml"/><Relationship Id="rId538" Type="http://schemas.openxmlformats.org/officeDocument/2006/relationships/customXml" Target="../ink/ink1505.xml"/><Relationship Id="rId81" Type="http://schemas.openxmlformats.org/officeDocument/2006/relationships/image" Target="../media/image604.png"/><Relationship Id="rId135" Type="http://schemas.openxmlformats.org/officeDocument/2006/relationships/image" Target="../media/image638.png"/><Relationship Id="rId177" Type="http://schemas.openxmlformats.org/officeDocument/2006/relationships/image" Target="../media/image906.png"/><Relationship Id="rId342" Type="http://schemas.openxmlformats.org/officeDocument/2006/relationships/customXml" Target="../ink/ink1407.xml"/><Relationship Id="rId384" Type="http://schemas.openxmlformats.org/officeDocument/2006/relationships/customXml" Target="../ink/ink1428.xml"/><Relationship Id="rId591" Type="http://schemas.openxmlformats.org/officeDocument/2006/relationships/image" Target="../media/image1113.png"/><Relationship Id="rId605" Type="http://schemas.openxmlformats.org/officeDocument/2006/relationships/image" Target="../media/image1120.png"/><Relationship Id="rId202" Type="http://schemas.openxmlformats.org/officeDocument/2006/relationships/customXml" Target="../ink/ink1337.xml"/><Relationship Id="rId244" Type="http://schemas.openxmlformats.org/officeDocument/2006/relationships/customXml" Target="../ink/ink1358.xml"/><Relationship Id="rId647" Type="http://schemas.openxmlformats.org/officeDocument/2006/relationships/image" Target="../media/image1141.png"/><Relationship Id="rId39" Type="http://schemas.openxmlformats.org/officeDocument/2006/relationships/image" Target="../media/image867.png"/><Relationship Id="rId286" Type="http://schemas.openxmlformats.org/officeDocument/2006/relationships/customXml" Target="../ink/ink1379.xml"/><Relationship Id="rId451" Type="http://schemas.openxmlformats.org/officeDocument/2006/relationships/image" Target="../media/image1043.png"/><Relationship Id="rId493" Type="http://schemas.openxmlformats.org/officeDocument/2006/relationships/image" Target="../media/image1064.png"/><Relationship Id="rId507" Type="http://schemas.openxmlformats.org/officeDocument/2006/relationships/image" Target="../media/image1071.png"/><Relationship Id="rId549" Type="http://schemas.openxmlformats.org/officeDocument/2006/relationships/image" Target="../media/image1092.png"/><Relationship Id="rId50" Type="http://schemas.openxmlformats.org/officeDocument/2006/relationships/customXml" Target="../ink/ink1261.xml"/><Relationship Id="rId104" Type="http://schemas.openxmlformats.org/officeDocument/2006/relationships/customXml" Target="../ink/ink1288.xml"/><Relationship Id="rId146" Type="http://schemas.openxmlformats.org/officeDocument/2006/relationships/customXml" Target="../ink/ink1309.xml"/><Relationship Id="rId188" Type="http://schemas.openxmlformats.org/officeDocument/2006/relationships/customXml" Target="../ink/ink1330.xml"/><Relationship Id="rId311" Type="http://schemas.openxmlformats.org/officeDocument/2006/relationships/image" Target="../media/image973.png"/><Relationship Id="rId353" Type="http://schemas.openxmlformats.org/officeDocument/2006/relationships/image" Target="../media/image994.png"/><Relationship Id="rId395" Type="http://schemas.openxmlformats.org/officeDocument/2006/relationships/image" Target="../media/image1015.png"/><Relationship Id="rId409" Type="http://schemas.openxmlformats.org/officeDocument/2006/relationships/image" Target="../media/image1022.png"/><Relationship Id="rId560" Type="http://schemas.openxmlformats.org/officeDocument/2006/relationships/customXml" Target="../ink/ink1516.xml"/><Relationship Id="rId92" Type="http://schemas.openxmlformats.org/officeDocument/2006/relationships/customXml" Target="../ink/ink1282.xml"/><Relationship Id="rId213" Type="http://schemas.openxmlformats.org/officeDocument/2006/relationships/image" Target="../media/image924.png"/><Relationship Id="rId420" Type="http://schemas.openxmlformats.org/officeDocument/2006/relationships/customXml" Target="../ink/ink1446.xml"/><Relationship Id="rId616" Type="http://schemas.openxmlformats.org/officeDocument/2006/relationships/customXml" Target="../ink/ink1544.xml"/><Relationship Id="rId658" Type="http://schemas.openxmlformats.org/officeDocument/2006/relationships/customXml" Target="../ink/ink1565.xml"/><Relationship Id="rId255" Type="http://schemas.openxmlformats.org/officeDocument/2006/relationships/image" Target="../media/image945.png"/><Relationship Id="rId297" Type="http://schemas.openxmlformats.org/officeDocument/2006/relationships/image" Target="../media/image966.png"/><Relationship Id="rId462" Type="http://schemas.openxmlformats.org/officeDocument/2006/relationships/customXml" Target="../ink/ink1467.xml"/><Relationship Id="rId518" Type="http://schemas.openxmlformats.org/officeDocument/2006/relationships/customXml" Target="../ink/ink1495.xml"/><Relationship Id="rId115" Type="http://schemas.openxmlformats.org/officeDocument/2006/relationships/image" Target="../media/image621.png"/><Relationship Id="rId157" Type="http://schemas.openxmlformats.org/officeDocument/2006/relationships/image" Target="../media/image896.png"/><Relationship Id="rId322" Type="http://schemas.openxmlformats.org/officeDocument/2006/relationships/customXml" Target="../ink/ink1397.xml"/><Relationship Id="rId364" Type="http://schemas.openxmlformats.org/officeDocument/2006/relationships/customXml" Target="../ink/ink1418.xml"/><Relationship Id="rId61" Type="http://schemas.openxmlformats.org/officeDocument/2006/relationships/image" Target="../media/image878.png"/><Relationship Id="rId199" Type="http://schemas.openxmlformats.org/officeDocument/2006/relationships/image" Target="../media/image917.png"/><Relationship Id="rId571" Type="http://schemas.openxmlformats.org/officeDocument/2006/relationships/image" Target="../media/image1103.png"/><Relationship Id="rId627" Type="http://schemas.openxmlformats.org/officeDocument/2006/relationships/image" Target="../media/image1131.png"/><Relationship Id="rId19" Type="http://schemas.openxmlformats.org/officeDocument/2006/relationships/image" Target="../media/image857.png"/><Relationship Id="rId224" Type="http://schemas.openxmlformats.org/officeDocument/2006/relationships/customXml" Target="../ink/ink1348.xml"/><Relationship Id="rId266" Type="http://schemas.openxmlformats.org/officeDocument/2006/relationships/customXml" Target="../ink/ink1369.xml"/><Relationship Id="rId431" Type="http://schemas.openxmlformats.org/officeDocument/2006/relationships/image" Target="../media/image1033.png"/><Relationship Id="rId473" Type="http://schemas.openxmlformats.org/officeDocument/2006/relationships/image" Target="../media/image1054.png"/><Relationship Id="rId529" Type="http://schemas.openxmlformats.org/officeDocument/2006/relationships/image" Target="../media/image1082.png"/><Relationship Id="rId30" Type="http://schemas.openxmlformats.org/officeDocument/2006/relationships/customXml" Target="../ink/ink1251.xml"/><Relationship Id="rId126" Type="http://schemas.openxmlformats.org/officeDocument/2006/relationships/customXml" Target="../ink/ink1299.xml"/><Relationship Id="rId168" Type="http://schemas.openxmlformats.org/officeDocument/2006/relationships/customXml" Target="../ink/ink1320.xml"/><Relationship Id="rId333" Type="http://schemas.openxmlformats.org/officeDocument/2006/relationships/image" Target="../media/image984.png"/><Relationship Id="rId540" Type="http://schemas.openxmlformats.org/officeDocument/2006/relationships/customXml" Target="../ink/ink1506.xml"/><Relationship Id="rId72" Type="http://schemas.openxmlformats.org/officeDocument/2006/relationships/customXml" Target="../ink/ink1272.xml"/><Relationship Id="rId375" Type="http://schemas.openxmlformats.org/officeDocument/2006/relationships/image" Target="../media/image1005.png"/><Relationship Id="rId582" Type="http://schemas.openxmlformats.org/officeDocument/2006/relationships/customXml" Target="../ink/ink1527.xml"/><Relationship Id="rId638" Type="http://schemas.openxmlformats.org/officeDocument/2006/relationships/customXml" Target="../ink/ink1555.xml"/><Relationship Id="rId3" Type="http://schemas.openxmlformats.org/officeDocument/2006/relationships/image" Target="../media/image849.png"/><Relationship Id="rId235" Type="http://schemas.openxmlformats.org/officeDocument/2006/relationships/image" Target="../media/image935.png"/><Relationship Id="rId277" Type="http://schemas.openxmlformats.org/officeDocument/2006/relationships/image" Target="../media/image956.png"/><Relationship Id="rId400" Type="http://schemas.openxmlformats.org/officeDocument/2006/relationships/customXml" Target="../ink/ink1436.xml"/><Relationship Id="rId442" Type="http://schemas.openxmlformats.org/officeDocument/2006/relationships/customXml" Target="../ink/ink1457.xml"/><Relationship Id="rId484" Type="http://schemas.openxmlformats.org/officeDocument/2006/relationships/customXml" Target="../ink/ink1478.xml"/><Relationship Id="rId137" Type="http://schemas.openxmlformats.org/officeDocument/2006/relationships/image" Target="../media/image643.png"/><Relationship Id="rId302" Type="http://schemas.openxmlformats.org/officeDocument/2006/relationships/customXml" Target="../ink/ink1387.xml"/><Relationship Id="rId344" Type="http://schemas.openxmlformats.org/officeDocument/2006/relationships/customXml" Target="../ink/ink1408.xml"/><Relationship Id="rId41" Type="http://schemas.openxmlformats.org/officeDocument/2006/relationships/image" Target="../media/image868.png"/><Relationship Id="rId83" Type="http://schemas.openxmlformats.org/officeDocument/2006/relationships/image" Target="../media/image605.png"/><Relationship Id="rId179" Type="http://schemas.openxmlformats.org/officeDocument/2006/relationships/image" Target="../media/image907.png"/><Relationship Id="rId386" Type="http://schemas.openxmlformats.org/officeDocument/2006/relationships/customXml" Target="../ink/ink1429.xml"/><Relationship Id="rId551" Type="http://schemas.openxmlformats.org/officeDocument/2006/relationships/image" Target="../media/image1093.png"/><Relationship Id="rId593" Type="http://schemas.openxmlformats.org/officeDocument/2006/relationships/image" Target="../media/image1114.png"/><Relationship Id="rId607" Type="http://schemas.openxmlformats.org/officeDocument/2006/relationships/image" Target="../media/image1121.png"/><Relationship Id="rId649" Type="http://schemas.openxmlformats.org/officeDocument/2006/relationships/image" Target="../media/image1142.png"/><Relationship Id="rId190" Type="http://schemas.openxmlformats.org/officeDocument/2006/relationships/customXml" Target="../ink/ink1331.xml"/><Relationship Id="rId204" Type="http://schemas.openxmlformats.org/officeDocument/2006/relationships/customXml" Target="../ink/ink1338.xml"/><Relationship Id="rId246" Type="http://schemas.openxmlformats.org/officeDocument/2006/relationships/customXml" Target="../ink/ink1359.xml"/><Relationship Id="rId288" Type="http://schemas.openxmlformats.org/officeDocument/2006/relationships/customXml" Target="../ink/ink1380.xml"/><Relationship Id="rId411" Type="http://schemas.openxmlformats.org/officeDocument/2006/relationships/image" Target="../media/image1023.png"/><Relationship Id="rId453" Type="http://schemas.openxmlformats.org/officeDocument/2006/relationships/image" Target="../media/image1044.png"/><Relationship Id="rId509" Type="http://schemas.openxmlformats.org/officeDocument/2006/relationships/image" Target="../media/image1072.png"/><Relationship Id="rId660" Type="http://schemas.openxmlformats.org/officeDocument/2006/relationships/customXml" Target="../ink/ink1566.xml"/><Relationship Id="rId106" Type="http://schemas.openxmlformats.org/officeDocument/2006/relationships/customXml" Target="../ink/ink1289.xml"/><Relationship Id="rId313" Type="http://schemas.openxmlformats.org/officeDocument/2006/relationships/image" Target="../media/image974.png"/><Relationship Id="rId495" Type="http://schemas.openxmlformats.org/officeDocument/2006/relationships/image" Target="../media/image1065.png"/><Relationship Id="rId10" Type="http://schemas.openxmlformats.org/officeDocument/2006/relationships/customXml" Target="../ink/ink1241.xml"/><Relationship Id="rId52" Type="http://schemas.openxmlformats.org/officeDocument/2006/relationships/customXml" Target="../ink/ink1262.xml"/><Relationship Id="rId94" Type="http://schemas.openxmlformats.org/officeDocument/2006/relationships/customXml" Target="../ink/ink1283.xml"/><Relationship Id="rId148" Type="http://schemas.openxmlformats.org/officeDocument/2006/relationships/customXml" Target="../ink/ink1310.xml"/><Relationship Id="rId355" Type="http://schemas.openxmlformats.org/officeDocument/2006/relationships/image" Target="../media/image995.png"/><Relationship Id="rId397" Type="http://schemas.openxmlformats.org/officeDocument/2006/relationships/image" Target="../media/image1016.png"/><Relationship Id="rId520" Type="http://schemas.openxmlformats.org/officeDocument/2006/relationships/customXml" Target="../ink/ink1496.xml"/><Relationship Id="rId562" Type="http://schemas.openxmlformats.org/officeDocument/2006/relationships/customXml" Target="../ink/ink1517.xml"/><Relationship Id="rId618" Type="http://schemas.openxmlformats.org/officeDocument/2006/relationships/customXml" Target="../ink/ink1545.xml"/><Relationship Id="rId215" Type="http://schemas.openxmlformats.org/officeDocument/2006/relationships/image" Target="../media/image925.png"/><Relationship Id="rId257" Type="http://schemas.openxmlformats.org/officeDocument/2006/relationships/image" Target="../media/image946.png"/><Relationship Id="rId422" Type="http://schemas.openxmlformats.org/officeDocument/2006/relationships/customXml" Target="../ink/ink1447.xml"/><Relationship Id="rId464" Type="http://schemas.openxmlformats.org/officeDocument/2006/relationships/customXml" Target="../ink/ink1468.xml"/><Relationship Id="rId299" Type="http://schemas.openxmlformats.org/officeDocument/2006/relationships/image" Target="../media/image967.png"/><Relationship Id="rId63" Type="http://schemas.openxmlformats.org/officeDocument/2006/relationships/image" Target="../media/image879.png"/><Relationship Id="rId159" Type="http://schemas.openxmlformats.org/officeDocument/2006/relationships/image" Target="../media/image897.png"/><Relationship Id="rId366" Type="http://schemas.openxmlformats.org/officeDocument/2006/relationships/customXml" Target="../ink/ink1419.xml"/><Relationship Id="rId573" Type="http://schemas.openxmlformats.org/officeDocument/2006/relationships/image" Target="../media/image1104.png"/><Relationship Id="rId226" Type="http://schemas.openxmlformats.org/officeDocument/2006/relationships/customXml" Target="../ink/ink1349.xml"/><Relationship Id="rId433" Type="http://schemas.openxmlformats.org/officeDocument/2006/relationships/image" Target="../media/image1034.png"/><Relationship Id="rId640" Type="http://schemas.openxmlformats.org/officeDocument/2006/relationships/customXml" Target="../ink/ink1556.xml"/><Relationship Id="rId74" Type="http://schemas.openxmlformats.org/officeDocument/2006/relationships/customXml" Target="../ink/ink1273.xml"/><Relationship Id="rId377" Type="http://schemas.openxmlformats.org/officeDocument/2006/relationships/image" Target="../media/image1006.png"/><Relationship Id="rId500" Type="http://schemas.openxmlformats.org/officeDocument/2006/relationships/customXml" Target="../ink/ink1486.xml"/><Relationship Id="rId584" Type="http://schemas.openxmlformats.org/officeDocument/2006/relationships/customXml" Target="../ink/ink1528.xml"/><Relationship Id="rId5" Type="http://schemas.openxmlformats.org/officeDocument/2006/relationships/image" Target="../media/image850.png"/><Relationship Id="rId237" Type="http://schemas.openxmlformats.org/officeDocument/2006/relationships/image" Target="../media/image936.png"/><Relationship Id="rId444" Type="http://schemas.openxmlformats.org/officeDocument/2006/relationships/customXml" Target="../ink/ink1458.xml"/><Relationship Id="rId651" Type="http://schemas.openxmlformats.org/officeDocument/2006/relationships/image" Target="../media/image1143.png"/><Relationship Id="rId290" Type="http://schemas.openxmlformats.org/officeDocument/2006/relationships/customXml" Target="../ink/ink1381.xml"/><Relationship Id="rId304" Type="http://schemas.openxmlformats.org/officeDocument/2006/relationships/customXml" Target="../ink/ink1388.xml"/><Relationship Id="rId388" Type="http://schemas.openxmlformats.org/officeDocument/2006/relationships/customXml" Target="../ink/ink1430.xml"/><Relationship Id="rId511" Type="http://schemas.openxmlformats.org/officeDocument/2006/relationships/image" Target="../media/image1073.png"/><Relationship Id="rId609" Type="http://schemas.openxmlformats.org/officeDocument/2006/relationships/image" Target="../media/image1122.png"/><Relationship Id="rId85" Type="http://schemas.openxmlformats.org/officeDocument/2006/relationships/image" Target="../media/image606.png"/><Relationship Id="rId150" Type="http://schemas.openxmlformats.org/officeDocument/2006/relationships/customXml" Target="../ink/ink1311.xml"/><Relationship Id="rId595" Type="http://schemas.openxmlformats.org/officeDocument/2006/relationships/image" Target="../media/image1115.png"/><Relationship Id="rId248" Type="http://schemas.openxmlformats.org/officeDocument/2006/relationships/customXml" Target="../ink/ink1360.xml"/><Relationship Id="rId455" Type="http://schemas.openxmlformats.org/officeDocument/2006/relationships/image" Target="../media/image1045.png"/><Relationship Id="rId662" Type="http://schemas.openxmlformats.org/officeDocument/2006/relationships/customXml" Target="../ink/ink1567.xml"/><Relationship Id="rId12" Type="http://schemas.openxmlformats.org/officeDocument/2006/relationships/customXml" Target="../ink/ink1242.xml"/><Relationship Id="rId108" Type="http://schemas.openxmlformats.org/officeDocument/2006/relationships/customXml" Target="../ink/ink1290.xml"/><Relationship Id="rId315" Type="http://schemas.openxmlformats.org/officeDocument/2006/relationships/image" Target="../media/image975.png"/><Relationship Id="rId522" Type="http://schemas.openxmlformats.org/officeDocument/2006/relationships/customXml" Target="../ink/ink1497.xml"/><Relationship Id="rId96" Type="http://schemas.openxmlformats.org/officeDocument/2006/relationships/customXml" Target="../ink/ink1284.xml"/><Relationship Id="rId161" Type="http://schemas.openxmlformats.org/officeDocument/2006/relationships/image" Target="../media/image898.png"/><Relationship Id="rId399" Type="http://schemas.openxmlformats.org/officeDocument/2006/relationships/image" Target="../media/image1017.png"/><Relationship Id="rId259" Type="http://schemas.openxmlformats.org/officeDocument/2006/relationships/image" Target="../media/image947.png"/><Relationship Id="rId466" Type="http://schemas.openxmlformats.org/officeDocument/2006/relationships/customXml" Target="../ink/ink1469.xml"/><Relationship Id="rId23" Type="http://schemas.openxmlformats.org/officeDocument/2006/relationships/image" Target="../media/image859.png"/><Relationship Id="rId119" Type="http://schemas.openxmlformats.org/officeDocument/2006/relationships/image" Target="../media/image627.png"/><Relationship Id="rId326" Type="http://schemas.openxmlformats.org/officeDocument/2006/relationships/customXml" Target="../ink/ink1399.xml"/><Relationship Id="rId533" Type="http://schemas.openxmlformats.org/officeDocument/2006/relationships/image" Target="../media/image1084.png"/><Relationship Id="rId172" Type="http://schemas.openxmlformats.org/officeDocument/2006/relationships/customXml" Target="../ink/ink1322.xml"/><Relationship Id="rId477" Type="http://schemas.openxmlformats.org/officeDocument/2006/relationships/image" Target="../media/image1056.png"/><Relationship Id="rId600" Type="http://schemas.openxmlformats.org/officeDocument/2006/relationships/customXml" Target="../ink/ink1536.xml"/><Relationship Id="rId337" Type="http://schemas.openxmlformats.org/officeDocument/2006/relationships/image" Target="../media/image986.png"/><Relationship Id="rId34" Type="http://schemas.openxmlformats.org/officeDocument/2006/relationships/customXml" Target="../ink/ink1253.xml"/><Relationship Id="rId544" Type="http://schemas.openxmlformats.org/officeDocument/2006/relationships/customXml" Target="../ink/ink1508.xml"/><Relationship Id="rId183" Type="http://schemas.openxmlformats.org/officeDocument/2006/relationships/image" Target="../media/image909.png"/><Relationship Id="rId390" Type="http://schemas.openxmlformats.org/officeDocument/2006/relationships/customXml" Target="../ink/ink1431.xml"/><Relationship Id="rId404" Type="http://schemas.openxmlformats.org/officeDocument/2006/relationships/customXml" Target="../ink/ink1438.xml"/><Relationship Id="rId611" Type="http://schemas.openxmlformats.org/officeDocument/2006/relationships/image" Target="../media/image1123.png"/><Relationship Id="rId250" Type="http://schemas.openxmlformats.org/officeDocument/2006/relationships/customXml" Target="../ink/ink1361.xml"/><Relationship Id="rId488" Type="http://schemas.openxmlformats.org/officeDocument/2006/relationships/customXml" Target="../ink/ink1480.xml"/><Relationship Id="rId45" Type="http://schemas.openxmlformats.org/officeDocument/2006/relationships/image" Target="../media/image870.png"/><Relationship Id="rId110" Type="http://schemas.openxmlformats.org/officeDocument/2006/relationships/customXml" Target="../ink/ink1291.xml"/><Relationship Id="rId348" Type="http://schemas.openxmlformats.org/officeDocument/2006/relationships/customXml" Target="../ink/ink1410.xml"/><Relationship Id="rId555" Type="http://schemas.openxmlformats.org/officeDocument/2006/relationships/image" Target="../media/image1095.png"/><Relationship Id="rId194" Type="http://schemas.openxmlformats.org/officeDocument/2006/relationships/customXml" Target="../ink/ink1333.xml"/><Relationship Id="rId208" Type="http://schemas.openxmlformats.org/officeDocument/2006/relationships/customXml" Target="../ink/ink1340.xml"/><Relationship Id="rId415" Type="http://schemas.openxmlformats.org/officeDocument/2006/relationships/image" Target="../media/image1025.png"/><Relationship Id="rId622" Type="http://schemas.openxmlformats.org/officeDocument/2006/relationships/customXml" Target="../ink/ink1547.xml"/><Relationship Id="rId261" Type="http://schemas.openxmlformats.org/officeDocument/2006/relationships/image" Target="../media/image948.png"/><Relationship Id="rId499" Type="http://schemas.openxmlformats.org/officeDocument/2006/relationships/image" Target="../media/image1067.png"/><Relationship Id="rId56" Type="http://schemas.openxmlformats.org/officeDocument/2006/relationships/customXml" Target="../ink/ink1264.xml"/><Relationship Id="rId359" Type="http://schemas.openxmlformats.org/officeDocument/2006/relationships/image" Target="../media/image997.png"/><Relationship Id="rId566" Type="http://schemas.openxmlformats.org/officeDocument/2006/relationships/customXml" Target="../ink/ink1519.xml"/><Relationship Id="rId121" Type="http://schemas.openxmlformats.org/officeDocument/2006/relationships/image" Target="../media/image628.png"/><Relationship Id="rId219" Type="http://schemas.openxmlformats.org/officeDocument/2006/relationships/image" Target="../media/image927.png"/><Relationship Id="rId426" Type="http://schemas.openxmlformats.org/officeDocument/2006/relationships/customXml" Target="../ink/ink1449.xml"/><Relationship Id="rId633" Type="http://schemas.openxmlformats.org/officeDocument/2006/relationships/image" Target="../media/image1134.png"/><Relationship Id="rId67" Type="http://schemas.openxmlformats.org/officeDocument/2006/relationships/image" Target="../media/image881.png"/><Relationship Id="rId272" Type="http://schemas.openxmlformats.org/officeDocument/2006/relationships/customXml" Target="../ink/ink1372.xml"/><Relationship Id="rId577" Type="http://schemas.openxmlformats.org/officeDocument/2006/relationships/image" Target="../media/image1106.png"/><Relationship Id="rId132" Type="http://schemas.openxmlformats.org/officeDocument/2006/relationships/customXml" Target="../ink/ink1302.xml"/><Relationship Id="rId437" Type="http://schemas.openxmlformats.org/officeDocument/2006/relationships/image" Target="../media/image1036.png"/><Relationship Id="rId644" Type="http://schemas.openxmlformats.org/officeDocument/2006/relationships/customXml" Target="../ink/ink1558.xml"/><Relationship Id="rId283" Type="http://schemas.openxmlformats.org/officeDocument/2006/relationships/image" Target="../media/image959.png"/><Relationship Id="rId490" Type="http://schemas.openxmlformats.org/officeDocument/2006/relationships/customXml" Target="../ink/ink1481.xml"/><Relationship Id="rId504" Type="http://schemas.openxmlformats.org/officeDocument/2006/relationships/customXml" Target="../ink/ink1488.xml"/><Relationship Id="rId78" Type="http://schemas.openxmlformats.org/officeDocument/2006/relationships/customXml" Target="../ink/ink1275.xml"/><Relationship Id="rId143" Type="http://schemas.openxmlformats.org/officeDocument/2006/relationships/image" Target="../media/image889.png"/><Relationship Id="rId350" Type="http://schemas.openxmlformats.org/officeDocument/2006/relationships/customXml" Target="../ink/ink1411.xml"/><Relationship Id="rId588" Type="http://schemas.openxmlformats.org/officeDocument/2006/relationships/customXml" Target="../ink/ink1530.xml"/><Relationship Id="rId9" Type="http://schemas.openxmlformats.org/officeDocument/2006/relationships/image" Target="../media/image852.png"/><Relationship Id="rId210" Type="http://schemas.openxmlformats.org/officeDocument/2006/relationships/customXml" Target="../ink/ink1341.xml"/><Relationship Id="rId448" Type="http://schemas.openxmlformats.org/officeDocument/2006/relationships/customXml" Target="../ink/ink1460.xml"/><Relationship Id="rId655" Type="http://schemas.openxmlformats.org/officeDocument/2006/relationships/image" Target="../media/image1145.png"/><Relationship Id="rId294" Type="http://schemas.openxmlformats.org/officeDocument/2006/relationships/customXml" Target="../ink/ink1383.xml"/><Relationship Id="rId308" Type="http://schemas.openxmlformats.org/officeDocument/2006/relationships/customXml" Target="../ink/ink1390.xml"/><Relationship Id="rId515" Type="http://schemas.openxmlformats.org/officeDocument/2006/relationships/image" Target="../media/image1075.png"/><Relationship Id="rId89" Type="http://schemas.openxmlformats.org/officeDocument/2006/relationships/image" Target="../media/image608.png"/><Relationship Id="rId154" Type="http://schemas.openxmlformats.org/officeDocument/2006/relationships/customXml" Target="../ink/ink1313.xml"/><Relationship Id="rId361" Type="http://schemas.openxmlformats.org/officeDocument/2006/relationships/image" Target="../media/image998.png"/><Relationship Id="rId599" Type="http://schemas.openxmlformats.org/officeDocument/2006/relationships/image" Target="../media/image1117.png"/><Relationship Id="rId459" Type="http://schemas.openxmlformats.org/officeDocument/2006/relationships/image" Target="../media/image1047.png"/><Relationship Id="rId16" Type="http://schemas.openxmlformats.org/officeDocument/2006/relationships/customXml" Target="../ink/ink1244.xml"/><Relationship Id="rId221" Type="http://schemas.openxmlformats.org/officeDocument/2006/relationships/image" Target="../media/image928.png"/><Relationship Id="rId319" Type="http://schemas.openxmlformats.org/officeDocument/2006/relationships/image" Target="../media/image977.png"/><Relationship Id="rId526" Type="http://schemas.openxmlformats.org/officeDocument/2006/relationships/customXml" Target="../ink/ink1499.xml"/><Relationship Id="rId165" Type="http://schemas.openxmlformats.org/officeDocument/2006/relationships/image" Target="../media/image900.png"/><Relationship Id="rId372" Type="http://schemas.openxmlformats.org/officeDocument/2006/relationships/customXml" Target="../ink/ink14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FD77-F9E8-2418-A39E-4F5A25322C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err="1"/>
              <a:t>HeapSort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752B2-4803-1692-906B-548EBE0A56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0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552D-401A-D1C1-DA85-07742492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What’s a heap?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1EC4-A67A-3415-A1FF-BE3E4DCD9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3799"/>
            <a:ext cx="10515600" cy="1173163"/>
          </a:xfrm>
        </p:spPr>
        <p:txBody>
          <a:bodyPr/>
          <a:lstStyle/>
          <a:p>
            <a:pPr marL="0" indent="0">
              <a:buNone/>
            </a:pPr>
            <a:endParaRPr lang="en-ZA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59994D1-116A-9FA0-F32E-E0A9FB626966}"/>
              </a:ext>
            </a:extLst>
          </p:cNvPr>
          <p:cNvGrpSpPr/>
          <p:nvPr/>
        </p:nvGrpSpPr>
        <p:grpSpPr>
          <a:xfrm>
            <a:off x="627347" y="170720"/>
            <a:ext cx="7585920" cy="4928040"/>
            <a:chOff x="627347" y="170720"/>
            <a:chExt cx="7585920" cy="49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657B2D-8897-3D5A-A953-3EDF5AAC0A06}"/>
                    </a:ext>
                  </a:extLst>
                </p14:cNvPr>
                <p14:cNvContentPartPr/>
                <p14:nvPr/>
              </p14:nvContentPartPr>
              <p14:xfrm>
                <a:off x="627347" y="2899880"/>
                <a:ext cx="257400" cy="430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657B2D-8897-3D5A-A953-3EDF5AAC0A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3027" y="2895560"/>
                  <a:ext cx="2660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B8B0EA1-90D9-3A5D-8DFA-EAACE3B38AF0}"/>
                    </a:ext>
                  </a:extLst>
                </p14:cNvPr>
                <p14:cNvContentPartPr/>
                <p14:nvPr/>
              </p14:nvContentPartPr>
              <p14:xfrm>
                <a:off x="926507" y="2944520"/>
                <a:ext cx="129240" cy="334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B8B0EA1-90D9-3A5D-8DFA-EAACE3B38AF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2187" y="2940200"/>
                  <a:ext cx="1378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E0B125B-7C0F-A924-A79C-E3515B9A24AD}"/>
                    </a:ext>
                  </a:extLst>
                </p14:cNvPr>
                <p14:cNvContentPartPr/>
                <p14:nvPr/>
              </p14:nvContentPartPr>
              <p14:xfrm>
                <a:off x="941627" y="3146840"/>
                <a:ext cx="148680" cy="11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E0B125B-7C0F-A924-A79C-E3515B9A24A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7307" y="3142520"/>
                  <a:ext cx="157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964ABDC-1EA4-11DA-A48F-16A136DD2C7E}"/>
                    </a:ext>
                  </a:extLst>
                </p14:cNvPr>
                <p14:cNvContentPartPr/>
                <p14:nvPr/>
              </p14:nvContentPartPr>
              <p14:xfrm>
                <a:off x="1118747" y="2923280"/>
                <a:ext cx="376200" cy="38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964ABDC-1EA4-11DA-A48F-16A136DD2C7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4427" y="2918960"/>
                  <a:ext cx="3848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AF93973-C0B1-2B73-7971-FE7BB2D82104}"/>
                    </a:ext>
                  </a:extLst>
                </p14:cNvPr>
                <p14:cNvContentPartPr/>
                <p14:nvPr/>
              </p14:nvContentPartPr>
              <p14:xfrm>
                <a:off x="1998947" y="1631960"/>
                <a:ext cx="262080" cy="2796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AF93973-C0B1-2B73-7971-FE7BB2D821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94627" y="1627640"/>
                  <a:ext cx="270720" cy="28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9E7542-B6B0-0297-DEC4-27B43884C573}"/>
                    </a:ext>
                  </a:extLst>
                </p14:cNvPr>
                <p14:cNvContentPartPr/>
                <p14:nvPr/>
              </p14:nvContentPartPr>
              <p14:xfrm>
                <a:off x="4902347" y="1699640"/>
                <a:ext cx="401400" cy="280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9E7542-B6B0-0297-DEC4-27B43884C5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98027" y="1695320"/>
                  <a:ext cx="410040" cy="28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B75D197-F99B-0D22-9A21-91B27C110ADA}"/>
                    </a:ext>
                  </a:extLst>
                </p14:cNvPr>
                <p14:cNvContentPartPr/>
                <p14:nvPr/>
              </p14:nvContentPartPr>
              <p14:xfrm>
                <a:off x="2238707" y="1866680"/>
                <a:ext cx="2962080" cy="64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B75D197-F99B-0D22-9A21-91B27C110A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34387" y="1862360"/>
                  <a:ext cx="2970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47F0A0A-9021-4D27-28C9-A05D284619F6}"/>
                    </a:ext>
                  </a:extLst>
                </p14:cNvPr>
                <p14:cNvContentPartPr/>
                <p14:nvPr/>
              </p14:nvContentPartPr>
              <p14:xfrm>
                <a:off x="1952867" y="4257440"/>
                <a:ext cx="58320" cy="2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47F0A0A-9021-4D27-28C9-A05D284619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48547" y="4253120"/>
                  <a:ext cx="66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982387-F081-5D93-2429-96D02B6FC431}"/>
                    </a:ext>
                  </a:extLst>
                </p14:cNvPr>
                <p14:cNvContentPartPr/>
                <p14:nvPr/>
              </p14:nvContentPartPr>
              <p14:xfrm>
                <a:off x="1964387" y="4268600"/>
                <a:ext cx="3013560" cy="10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982387-F081-5D93-2429-96D02B6FC4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60067" y="4264280"/>
                  <a:ext cx="3022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4577A69-0C04-365C-F754-DC6BCA048E54}"/>
                    </a:ext>
                  </a:extLst>
                </p14:cNvPr>
                <p14:cNvContentPartPr/>
                <p14:nvPr/>
              </p14:nvContentPartPr>
              <p14:xfrm>
                <a:off x="1912907" y="4432040"/>
                <a:ext cx="41760" cy="5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4577A69-0C04-365C-F754-DC6BCA048E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08587" y="4427720"/>
                  <a:ext cx="504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A30ED5-5D80-D0CF-9ED1-5735F945968D}"/>
                    </a:ext>
                  </a:extLst>
                </p14:cNvPr>
                <p14:cNvContentPartPr/>
                <p14:nvPr/>
              </p14:nvContentPartPr>
              <p14:xfrm>
                <a:off x="1960787" y="4398920"/>
                <a:ext cx="39960" cy="261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A30ED5-5D80-D0CF-9ED1-5735F94596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56467" y="4394600"/>
                  <a:ext cx="486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4A42FA7-F9F4-6C2F-0084-2290FA86D6C4}"/>
                    </a:ext>
                  </a:extLst>
                </p14:cNvPr>
                <p14:cNvContentPartPr/>
                <p14:nvPr/>
              </p14:nvContentPartPr>
              <p14:xfrm>
                <a:off x="4831427" y="4450400"/>
                <a:ext cx="111960" cy="446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4A42FA7-F9F4-6C2F-0084-2290FA86D6C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27107" y="4446080"/>
                  <a:ext cx="12060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A8B93B9-5D8B-068A-AB54-98CAD5EA6D38}"/>
                    </a:ext>
                  </a:extLst>
                </p14:cNvPr>
                <p14:cNvContentPartPr/>
                <p14:nvPr/>
              </p14:nvContentPartPr>
              <p14:xfrm>
                <a:off x="2789507" y="4463360"/>
                <a:ext cx="291240" cy="216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A8B93B9-5D8B-068A-AB54-98CAD5EA6D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85187" y="4459040"/>
                  <a:ext cx="299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BAE89D-5B8D-2273-66B0-BCCF54A3206E}"/>
                    </a:ext>
                  </a:extLst>
                </p14:cNvPr>
                <p14:cNvContentPartPr/>
                <p14:nvPr/>
              </p14:nvContentPartPr>
              <p14:xfrm>
                <a:off x="3315107" y="4455800"/>
                <a:ext cx="168120" cy="262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BAE89D-5B8D-2273-66B0-BCCF54A320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10787" y="4451480"/>
                  <a:ext cx="176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8DDF93-21A3-7B36-E55D-3131A22D95CE}"/>
                    </a:ext>
                  </a:extLst>
                </p14:cNvPr>
                <p14:cNvContentPartPr/>
                <p14:nvPr/>
              </p14:nvContentPartPr>
              <p14:xfrm>
                <a:off x="2010827" y="4617800"/>
                <a:ext cx="29880" cy="14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8DDF93-21A3-7B36-E55D-3131A22D95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06507" y="4613480"/>
                  <a:ext cx="3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F38F14-656F-1D04-9BD3-E56B2616820D}"/>
                    </a:ext>
                  </a:extLst>
                </p14:cNvPr>
                <p14:cNvContentPartPr/>
                <p14:nvPr/>
              </p14:nvContentPartPr>
              <p14:xfrm>
                <a:off x="1877627" y="4630760"/>
                <a:ext cx="3068280" cy="468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F38F14-656F-1D04-9BD3-E56B2616820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73307" y="4626440"/>
                  <a:ext cx="307692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953F39C-3725-B967-7E75-1AC5510F279F}"/>
                    </a:ext>
                  </a:extLst>
                </p14:cNvPr>
                <p14:cNvContentPartPr/>
                <p14:nvPr/>
              </p14:nvContentPartPr>
              <p14:xfrm>
                <a:off x="4830707" y="4888880"/>
                <a:ext cx="99000" cy="192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953F39C-3725-B967-7E75-1AC5510F27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26387" y="4884560"/>
                  <a:ext cx="107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745105-268A-36FF-C3ED-71D426A4B83F}"/>
                    </a:ext>
                  </a:extLst>
                </p14:cNvPr>
                <p14:cNvContentPartPr/>
                <p14:nvPr/>
              </p14:nvContentPartPr>
              <p14:xfrm>
                <a:off x="5104667" y="1910240"/>
                <a:ext cx="465840" cy="233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745105-268A-36FF-C3ED-71D426A4B83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00347" y="1905920"/>
                  <a:ext cx="474480" cy="23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B0C84AD-E713-265D-18B4-113DF2D32EFB}"/>
                    </a:ext>
                  </a:extLst>
                </p14:cNvPr>
                <p14:cNvContentPartPr/>
                <p14:nvPr/>
              </p14:nvContentPartPr>
              <p14:xfrm>
                <a:off x="5629187" y="2743640"/>
                <a:ext cx="223200" cy="342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B0C84AD-E713-265D-18B4-113DF2D32E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24867" y="2739320"/>
                  <a:ext cx="2318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49F966-5BEC-3B32-D65F-E0A18EAA9274}"/>
                    </a:ext>
                  </a:extLst>
                </p14:cNvPr>
                <p14:cNvContentPartPr/>
                <p14:nvPr/>
              </p14:nvContentPartPr>
              <p14:xfrm>
                <a:off x="5711267" y="2935160"/>
                <a:ext cx="168120" cy="5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49F966-5BEC-3B32-D65F-E0A18EAA92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06947" y="2930840"/>
                  <a:ext cx="1767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9D61F4-5D4D-9B36-5DE6-CD820B4DCC49}"/>
                    </a:ext>
                  </a:extLst>
                </p14:cNvPr>
                <p14:cNvContentPartPr/>
                <p14:nvPr/>
              </p14:nvContentPartPr>
              <p14:xfrm>
                <a:off x="5837627" y="3049640"/>
                <a:ext cx="56160" cy="19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9D61F4-5D4D-9B36-5DE6-CD820B4DCC4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33307" y="3045320"/>
                  <a:ext cx="64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B454762-D941-9BF6-B827-EA24050CD409}"/>
                    </a:ext>
                  </a:extLst>
                </p14:cNvPr>
                <p14:cNvContentPartPr/>
                <p14:nvPr/>
              </p14:nvContentPartPr>
              <p14:xfrm>
                <a:off x="5897387" y="2937680"/>
                <a:ext cx="93600" cy="86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B454762-D941-9BF6-B827-EA24050CD4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93067" y="2933360"/>
                  <a:ext cx="102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7CC4B3C-CA68-6887-B2B8-98143EA11C83}"/>
                    </a:ext>
                  </a:extLst>
                </p14:cNvPr>
                <p14:cNvContentPartPr/>
                <p14:nvPr/>
              </p14:nvContentPartPr>
              <p14:xfrm>
                <a:off x="5951387" y="2904560"/>
                <a:ext cx="195840" cy="324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7CC4B3C-CA68-6887-B2B8-98143EA11C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47067" y="2900240"/>
                  <a:ext cx="2044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C6931A6-4500-EE84-0E08-508B46DCF610}"/>
                    </a:ext>
                  </a:extLst>
                </p14:cNvPr>
                <p14:cNvContentPartPr/>
                <p14:nvPr/>
              </p14:nvContentPartPr>
              <p14:xfrm>
                <a:off x="6238667" y="2704400"/>
                <a:ext cx="165240" cy="339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C6931A6-4500-EE84-0E08-508B46DCF61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34347" y="2700080"/>
                  <a:ext cx="173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54604F-90AD-BB56-9AF0-9C5EEFDD8217}"/>
                    </a:ext>
                  </a:extLst>
                </p14:cNvPr>
                <p14:cNvContentPartPr/>
                <p14:nvPr/>
              </p14:nvContentPartPr>
              <p14:xfrm>
                <a:off x="6316427" y="2990960"/>
                <a:ext cx="39600" cy="61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54604F-90AD-BB56-9AF0-9C5EEFDD821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12107" y="2986640"/>
                  <a:ext cx="48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C9BE333-7423-786A-17D5-68DAD95E0E79}"/>
                    </a:ext>
                  </a:extLst>
                </p14:cNvPr>
                <p14:cNvContentPartPr/>
                <p14:nvPr/>
              </p14:nvContentPartPr>
              <p14:xfrm>
                <a:off x="6420107" y="2804480"/>
                <a:ext cx="11520" cy="98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9BE333-7423-786A-17D5-68DAD95E0E7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15787" y="2800160"/>
                  <a:ext cx="20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EF85BB-0553-55F7-F700-B57F0361D57D}"/>
                    </a:ext>
                  </a:extLst>
                </p14:cNvPr>
                <p14:cNvContentPartPr/>
                <p14:nvPr/>
              </p14:nvContentPartPr>
              <p14:xfrm>
                <a:off x="6431987" y="2941280"/>
                <a:ext cx="120600" cy="76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EF85BB-0553-55F7-F700-B57F0361D5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27667" y="2936960"/>
                  <a:ext cx="129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BBF072B-9C22-9771-4A9F-8B7D4896CDF5}"/>
                    </a:ext>
                  </a:extLst>
                </p14:cNvPr>
                <p14:cNvContentPartPr/>
                <p14:nvPr/>
              </p14:nvContentPartPr>
              <p14:xfrm>
                <a:off x="6580307" y="2946320"/>
                <a:ext cx="150120" cy="92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BBF072B-9C22-9771-4A9F-8B7D4896CDF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75987" y="2942000"/>
                  <a:ext cx="158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C1B0C76-3154-CF00-8569-F34355A8E3D4}"/>
                    </a:ext>
                  </a:extLst>
                </p14:cNvPr>
                <p14:cNvContentPartPr/>
                <p14:nvPr/>
              </p14:nvContentPartPr>
              <p14:xfrm>
                <a:off x="6795587" y="2799080"/>
                <a:ext cx="140400" cy="239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C1B0C76-3154-CF00-8569-F34355A8E3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91267" y="2794760"/>
                  <a:ext cx="149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BD38B4-6838-9D9B-0F3E-CE9978D2E633}"/>
                    </a:ext>
                  </a:extLst>
                </p14:cNvPr>
                <p14:cNvContentPartPr/>
                <p14:nvPr/>
              </p14:nvContentPartPr>
              <p14:xfrm>
                <a:off x="6836267" y="2949200"/>
                <a:ext cx="133560" cy="98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BD38B4-6838-9D9B-0F3E-CE9978D2E6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31947" y="2944880"/>
                  <a:ext cx="142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9FA70CE-7573-11F7-7C84-51892E58106E}"/>
                    </a:ext>
                  </a:extLst>
                </p14:cNvPr>
                <p14:cNvContentPartPr/>
                <p14:nvPr/>
              </p14:nvContentPartPr>
              <p14:xfrm>
                <a:off x="7026707" y="2812760"/>
                <a:ext cx="22320" cy="137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9FA70CE-7573-11F7-7C84-51892E58106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22387" y="2808440"/>
                  <a:ext cx="30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5916434-4484-773D-289F-9536EFF8A6F0}"/>
                    </a:ext>
                  </a:extLst>
                </p14:cNvPr>
                <p14:cNvContentPartPr/>
                <p14:nvPr/>
              </p14:nvContentPartPr>
              <p14:xfrm>
                <a:off x="7111307" y="2897360"/>
                <a:ext cx="349200" cy="112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5916434-4484-773D-289F-9536EFF8A6F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06987" y="2893040"/>
                  <a:ext cx="357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D72C63A-EF1D-D78A-8B7E-DDA44EB8B8F0}"/>
                    </a:ext>
                  </a:extLst>
                </p14:cNvPr>
                <p14:cNvContentPartPr/>
                <p14:nvPr/>
              </p14:nvContentPartPr>
              <p14:xfrm>
                <a:off x="2284787" y="623960"/>
                <a:ext cx="101160" cy="948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D72C63A-EF1D-D78A-8B7E-DDA44EB8B8F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80467" y="619640"/>
                  <a:ext cx="109800" cy="9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F57F3D9-CF45-7798-EF99-001E20588031}"/>
                    </a:ext>
                  </a:extLst>
                </p14:cNvPr>
                <p14:cNvContentPartPr/>
                <p14:nvPr/>
              </p14:nvContentPartPr>
              <p14:xfrm>
                <a:off x="5115827" y="371600"/>
                <a:ext cx="242640" cy="1226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F57F3D9-CF45-7798-EF99-001E205880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11507" y="367280"/>
                  <a:ext cx="251280" cy="12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4A8A9E-0C07-8542-E647-C6BD414220AF}"/>
                    </a:ext>
                  </a:extLst>
                </p14:cNvPr>
                <p14:cNvContentPartPr/>
                <p14:nvPr/>
              </p14:nvContentPartPr>
              <p14:xfrm>
                <a:off x="5521907" y="170720"/>
                <a:ext cx="541440" cy="1293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4A8A9E-0C07-8542-E647-C6BD414220A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17587" y="166400"/>
                  <a:ext cx="550080" cy="13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C2671A1-4C8A-7EFF-5AFD-B7126398F405}"/>
                    </a:ext>
                  </a:extLst>
                </p14:cNvPr>
                <p14:cNvContentPartPr/>
                <p14:nvPr/>
              </p14:nvContentPartPr>
              <p14:xfrm>
                <a:off x="6352427" y="874880"/>
                <a:ext cx="97200" cy="115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C2671A1-4C8A-7EFF-5AFD-B7126398F4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48107" y="870560"/>
                  <a:ext cx="105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2532FE0-26AC-5709-B343-2A92580BB9D7}"/>
                    </a:ext>
                  </a:extLst>
                </p14:cNvPr>
                <p14:cNvContentPartPr/>
                <p14:nvPr/>
              </p14:nvContentPartPr>
              <p14:xfrm>
                <a:off x="6479507" y="591200"/>
                <a:ext cx="252360" cy="401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2532FE0-26AC-5709-B343-2A92580BB9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75187" y="586880"/>
                  <a:ext cx="2610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C64F00-A18E-EBED-80A8-3D6F87A1C2E1}"/>
                    </a:ext>
                  </a:extLst>
                </p14:cNvPr>
                <p14:cNvContentPartPr/>
                <p14:nvPr/>
              </p14:nvContentPartPr>
              <p14:xfrm>
                <a:off x="6645107" y="594080"/>
                <a:ext cx="300600" cy="383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C64F00-A18E-EBED-80A8-3D6F87A1C2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40787" y="589760"/>
                  <a:ext cx="3092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6D5E53-DDD0-F22B-39A6-F56BA33C1A3E}"/>
                    </a:ext>
                  </a:extLst>
                </p14:cNvPr>
                <p14:cNvContentPartPr/>
                <p14:nvPr/>
              </p14:nvContentPartPr>
              <p14:xfrm>
                <a:off x="6844187" y="886040"/>
                <a:ext cx="88920" cy="87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6D5E53-DDD0-F22B-39A6-F56BA33C1A3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39867" y="881720"/>
                  <a:ext cx="975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2B051E2-D748-16F0-A91E-28432ED0BAEE}"/>
                    </a:ext>
                  </a:extLst>
                </p14:cNvPr>
                <p14:cNvContentPartPr/>
                <p14:nvPr/>
              </p14:nvContentPartPr>
              <p14:xfrm>
                <a:off x="6962267" y="859760"/>
                <a:ext cx="48960" cy="133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2B051E2-D748-16F0-A91E-28432ED0BAE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957947" y="855440"/>
                  <a:ext cx="57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5762E76-6803-AE4E-2188-244C93EC0CBF}"/>
                    </a:ext>
                  </a:extLst>
                </p14:cNvPr>
                <p14:cNvContentPartPr/>
                <p14:nvPr/>
              </p14:nvContentPartPr>
              <p14:xfrm>
                <a:off x="7336667" y="644120"/>
                <a:ext cx="223920" cy="35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5762E76-6803-AE4E-2188-244C93EC0CB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32347" y="639800"/>
                  <a:ext cx="2325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822D9B1-9B0D-BC13-6F2C-866004A544E1}"/>
                    </a:ext>
                  </a:extLst>
                </p14:cNvPr>
                <p14:cNvContentPartPr/>
                <p14:nvPr/>
              </p14:nvContentPartPr>
              <p14:xfrm>
                <a:off x="7492547" y="780920"/>
                <a:ext cx="204120" cy="37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822D9B1-9B0D-BC13-6F2C-866004A544E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88227" y="776600"/>
                  <a:ext cx="2127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11BDA17-0559-542F-4430-95BCAB4848D1}"/>
                    </a:ext>
                  </a:extLst>
                </p14:cNvPr>
                <p14:cNvContentPartPr/>
                <p14:nvPr/>
              </p14:nvContentPartPr>
              <p14:xfrm>
                <a:off x="7752467" y="749600"/>
                <a:ext cx="163440" cy="333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11BDA17-0559-542F-4430-95BCAB4848D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48147" y="745280"/>
                  <a:ext cx="1720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B03482-28D1-A438-3995-13C8C5D2736D}"/>
                    </a:ext>
                  </a:extLst>
                </p14:cNvPr>
                <p14:cNvContentPartPr/>
                <p14:nvPr/>
              </p14:nvContentPartPr>
              <p14:xfrm>
                <a:off x="7988987" y="765080"/>
                <a:ext cx="81720" cy="137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B03482-28D1-A438-3995-13C8C5D2736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84667" y="760760"/>
                  <a:ext cx="903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0FEB575-446F-3CE4-B4DC-EB13E2BC2072}"/>
                    </a:ext>
                  </a:extLst>
                </p14:cNvPr>
                <p14:cNvContentPartPr/>
                <p14:nvPr/>
              </p14:nvContentPartPr>
              <p14:xfrm>
                <a:off x="8188787" y="874160"/>
                <a:ext cx="24480" cy="21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0FEB575-446F-3CE4-B4DC-EB13E2BC207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84467" y="869840"/>
                  <a:ext cx="33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5CA67D7-B451-4EFF-CD96-BDD973CD8D15}"/>
                    </a:ext>
                  </a:extLst>
                </p14:cNvPr>
                <p14:cNvContentPartPr/>
                <p14:nvPr/>
              </p14:nvContentPartPr>
              <p14:xfrm>
                <a:off x="2176427" y="2338640"/>
                <a:ext cx="2958840" cy="77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5CA67D7-B451-4EFF-CD96-BDD973CD8D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72107" y="2334320"/>
                  <a:ext cx="2967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68E9DD-889D-B270-A885-88CF12670CD6}"/>
                    </a:ext>
                  </a:extLst>
                </p14:cNvPr>
                <p14:cNvContentPartPr/>
                <p14:nvPr/>
              </p14:nvContentPartPr>
              <p14:xfrm>
                <a:off x="2770427" y="2123720"/>
                <a:ext cx="83880" cy="115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68E9DD-889D-B270-A885-88CF12670CD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66107" y="2119400"/>
                  <a:ext cx="92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1C0E803-F171-04C3-CF31-11C9BB1DD887}"/>
                    </a:ext>
                  </a:extLst>
                </p14:cNvPr>
                <p14:cNvContentPartPr/>
                <p14:nvPr/>
              </p14:nvContentPartPr>
              <p14:xfrm>
                <a:off x="3001907" y="1980440"/>
                <a:ext cx="61200" cy="232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1C0E803-F171-04C3-CF31-11C9BB1DD88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97587" y="1976120"/>
                  <a:ext cx="698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51083F3-28E3-0849-7688-D41BFEAF043B}"/>
                    </a:ext>
                  </a:extLst>
                </p14:cNvPr>
                <p14:cNvContentPartPr/>
                <p14:nvPr/>
              </p14:nvContentPartPr>
              <p14:xfrm>
                <a:off x="2974187" y="2081960"/>
                <a:ext cx="279720" cy="79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51083F3-28E3-0849-7688-D41BFEAF043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69867" y="2077640"/>
                  <a:ext cx="2883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0F3AC32-ABAC-A0F9-648A-258BFF3D0EF1}"/>
                    </a:ext>
                  </a:extLst>
                </p14:cNvPr>
                <p14:cNvContentPartPr/>
                <p14:nvPr/>
              </p14:nvContentPartPr>
              <p14:xfrm>
                <a:off x="3352547" y="2107520"/>
                <a:ext cx="74880" cy="61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0F3AC32-ABAC-A0F9-648A-258BFF3D0EF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48227" y="2103200"/>
                  <a:ext cx="83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19FAD56-4F24-40C5-AC4A-52CC3BD9FA76}"/>
                    </a:ext>
                  </a:extLst>
                </p14:cNvPr>
                <p14:cNvContentPartPr/>
                <p14:nvPr/>
              </p14:nvContentPartPr>
              <p14:xfrm>
                <a:off x="3515627" y="1895480"/>
                <a:ext cx="167760" cy="288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19FAD56-4F24-40C5-AC4A-52CC3BD9FA7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11307" y="1891160"/>
                  <a:ext cx="1764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B9831E-347C-6DB8-2A78-93794E91DFB5}"/>
                    </a:ext>
                  </a:extLst>
                </p14:cNvPr>
                <p14:cNvContentPartPr/>
                <p14:nvPr/>
              </p14:nvContentPartPr>
              <p14:xfrm>
                <a:off x="2001827" y="3728600"/>
                <a:ext cx="3049560" cy="201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B9831E-347C-6DB8-2A78-93794E91DFB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97507" y="3724280"/>
                  <a:ext cx="30582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514157C-FD99-9D5E-628F-36D003A43F4C}"/>
                    </a:ext>
                  </a:extLst>
                </p14:cNvPr>
                <p14:cNvContentPartPr/>
                <p14:nvPr/>
              </p14:nvContentPartPr>
              <p14:xfrm>
                <a:off x="2831987" y="3960440"/>
                <a:ext cx="107280" cy="97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514157C-FD99-9D5E-628F-36D003A43F4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27667" y="3956120"/>
                  <a:ext cx="115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F258D9-49DF-1B41-045F-04D36A42FA49}"/>
                    </a:ext>
                  </a:extLst>
                </p14:cNvPr>
                <p14:cNvContentPartPr/>
                <p14:nvPr/>
              </p14:nvContentPartPr>
              <p14:xfrm>
                <a:off x="3024947" y="3982040"/>
                <a:ext cx="112680" cy="62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F258D9-49DF-1B41-045F-04D36A42FA4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020627" y="3977720"/>
                  <a:ext cx="121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94F1F0D-FA58-B325-98BD-EB9649D9B459}"/>
                    </a:ext>
                  </a:extLst>
                </p14:cNvPr>
                <p14:cNvContentPartPr/>
                <p14:nvPr/>
              </p14:nvContentPartPr>
              <p14:xfrm>
                <a:off x="3240587" y="3866480"/>
                <a:ext cx="219240" cy="216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94F1F0D-FA58-B325-98BD-EB9649D9B4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36267" y="3862160"/>
                  <a:ext cx="227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067160F-8EA0-5DD9-929A-87D69044B162}"/>
                    </a:ext>
                  </a:extLst>
                </p14:cNvPr>
                <p14:cNvContentPartPr/>
                <p14:nvPr/>
              </p14:nvContentPartPr>
              <p14:xfrm>
                <a:off x="3491147" y="3999680"/>
                <a:ext cx="128520" cy="90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067160F-8EA0-5DD9-929A-87D69044B16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86827" y="3995360"/>
                  <a:ext cx="137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B9F0FF-D96B-54FF-4D9D-E368D7032EA0}"/>
                    </a:ext>
                  </a:extLst>
                </p14:cNvPr>
                <p14:cNvContentPartPr/>
                <p14:nvPr/>
              </p14:nvContentPartPr>
              <p14:xfrm>
                <a:off x="1964387" y="3380120"/>
                <a:ext cx="2971080" cy="26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B9F0FF-D96B-54FF-4D9D-E368D7032EA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960067" y="3375800"/>
                  <a:ext cx="2979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9077DA-FEA0-9BC8-A44E-283E19783DE9}"/>
                    </a:ext>
                  </a:extLst>
                </p14:cNvPr>
                <p14:cNvContentPartPr/>
                <p14:nvPr/>
              </p14:nvContentPartPr>
              <p14:xfrm>
                <a:off x="2654147" y="3414320"/>
                <a:ext cx="333720" cy="238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9077DA-FEA0-9BC8-A44E-283E19783DE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49827" y="3410000"/>
                  <a:ext cx="342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7377F6C-E73B-1AB9-8B6C-5B87CE510F2A}"/>
                    </a:ext>
                  </a:extLst>
                </p14:cNvPr>
                <p14:cNvContentPartPr/>
                <p14:nvPr/>
              </p14:nvContentPartPr>
              <p14:xfrm>
                <a:off x="2974907" y="3533840"/>
                <a:ext cx="177480" cy="95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7377F6C-E73B-1AB9-8B6C-5B87CE510F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70587" y="3529520"/>
                  <a:ext cx="186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9C713DD-A814-7870-8836-465003E340AF}"/>
                    </a:ext>
                  </a:extLst>
                </p14:cNvPr>
                <p14:cNvContentPartPr/>
                <p14:nvPr/>
              </p14:nvContentPartPr>
              <p14:xfrm>
                <a:off x="3233027" y="3438080"/>
                <a:ext cx="117720" cy="184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9C713DD-A814-7870-8836-465003E340A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228707" y="3433760"/>
                  <a:ext cx="126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3AC9155-9E3E-56DF-C075-A0A7225CD50F}"/>
                    </a:ext>
                  </a:extLst>
                </p14:cNvPr>
                <p14:cNvContentPartPr/>
                <p14:nvPr/>
              </p14:nvContentPartPr>
              <p14:xfrm>
                <a:off x="3211787" y="3492800"/>
                <a:ext cx="441360" cy="128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3AC9155-9E3E-56DF-C075-A0A7225CD50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207467" y="3488480"/>
                  <a:ext cx="450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C418265-32D0-D7AD-866C-E7BB06213003}"/>
                    </a:ext>
                  </a:extLst>
                </p14:cNvPr>
                <p14:cNvContentPartPr/>
                <p14:nvPr/>
              </p14:nvContentPartPr>
              <p14:xfrm>
                <a:off x="2054027" y="2998880"/>
                <a:ext cx="2948400" cy="61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C418265-32D0-D7AD-866C-E7BB0621300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49707" y="2994560"/>
                  <a:ext cx="2957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BFD56D6-1F66-D8D1-781F-A8417409EA70}"/>
                    </a:ext>
                  </a:extLst>
                </p14:cNvPr>
                <p14:cNvContentPartPr/>
                <p14:nvPr/>
              </p14:nvContentPartPr>
              <p14:xfrm>
                <a:off x="3108467" y="3026240"/>
                <a:ext cx="140040" cy="205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BFD56D6-1F66-D8D1-781F-A8417409EA7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04147" y="3021920"/>
                  <a:ext cx="148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18E95F0-89CE-51D8-3204-D76BAF2D85F2}"/>
                    </a:ext>
                  </a:extLst>
                </p14:cNvPr>
                <p14:cNvContentPartPr/>
                <p14:nvPr/>
              </p14:nvContentPartPr>
              <p14:xfrm>
                <a:off x="3304667" y="3140000"/>
                <a:ext cx="193680" cy="87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18E95F0-89CE-51D8-3204-D76BAF2D85F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00347" y="3135680"/>
                  <a:ext cx="202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C0B2F69-282F-B221-B8F5-C5CCE8CFC18C}"/>
                    </a:ext>
                  </a:extLst>
                </p14:cNvPr>
                <p14:cNvContentPartPr/>
                <p14:nvPr/>
              </p14:nvContentPartPr>
              <p14:xfrm>
                <a:off x="3487547" y="3161960"/>
                <a:ext cx="97200" cy="64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C0B2F69-282F-B221-B8F5-C5CCE8CFC1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83227" y="3157640"/>
                  <a:ext cx="105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38F5225-9FD2-2285-7EBB-E7FBE2F71A33}"/>
                    </a:ext>
                  </a:extLst>
                </p14:cNvPr>
                <p14:cNvContentPartPr/>
                <p14:nvPr/>
              </p14:nvContentPartPr>
              <p14:xfrm>
                <a:off x="3685907" y="3166280"/>
                <a:ext cx="74880" cy="174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38F5225-9FD2-2285-7EBB-E7FBE2F71A3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81587" y="3161960"/>
                  <a:ext cx="83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BA10BCE-06E5-F0AD-2D80-38DD45E8E558}"/>
                    </a:ext>
                  </a:extLst>
                </p14:cNvPr>
                <p14:cNvContentPartPr/>
                <p14:nvPr/>
              </p14:nvContentPartPr>
              <p14:xfrm>
                <a:off x="3730547" y="3109400"/>
                <a:ext cx="141840" cy="82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BA10BCE-06E5-F0AD-2D80-38DD45E8E55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26227" y="3105080"/>
                  <a:ext cx="150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A1E9819-19ED-2756-ED60-319F27B2EBF9}"/>
                    </a:ext>
                  </a:extLst>
                </p14:cNvPr>
                <p14:cNvContentPartPr/>
                <p14:nvPr/>
              </p14:nvContentPartPr>
              <p14:xfrm>
                <a:off x="2389547" y="2582360"/>
                <a:ext cx="380520" cy="448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A1E9819-19ED-2756-ED60-319F27B2EBF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385227" y="2578040"/>
                  <a:ext cx="3891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54A5C38-566A-7993-9279-226ADE8F9016}"/>
                    </a:ext>
                  </a:extLst>
                </p14:cNvPr>
                <p14:cNvContentPartPr/>
                <p14:nvPr/>
              </p14:nvContentPartPr>
              <p14:xfrm>
                <a:off x="2920547" y="2545640"/>
                <a:ext cx="285480" cy="333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54A5C38-566A-7993-9279-226ADE8F901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16227" y="2541320"/>
                  <a:ext cx="2941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2D91196-FDA8-9546-5B05-3F69FD07955B}"/>
                    </a:ext>
                  </a:extLst>
                </p14:cNvPr>
                <p14:cNvContentPartPr/>
                <p14:nvPr/>
              </p14:nvContentPartPr>
              <p14:xfrm>
                <a:off x="3530387" y="2487680"/>
                <a:ext cx="340560" cy="360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2D91196-FDA8-9546-5B05-3F69FD07955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26067" y="2483360"/>
                  <a:ext cx="3492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61DEDC9-EE5B-3E13-1EDC-938B5F18DF6B}"/>
                    </a:ext>
                  </a:extLst>
                </p14:cNvPr>
                <p14:cNvContentPartPr/>
                <p14:nvPr/>
              </p14:nvContentPartPr>
              <p14:xfrm>
                <a:off x="3859067" y="2453840"/>
                <a:ext cx="372240" cy="410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61DEDC9-EE5B-3E13-1EDC-938B5F18DF6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54747" y="2449520"/>
                  <a:ext cx="3808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8DF418D-CD60-7551-240C-2F2CAF985ECC}"/>
                    </a:ext>
                  </a:extLst>
                </p14:cNvPr>
                <p14:cNvContentPartPr/>
                <p14:nvPr/>
              </p14:nvContentPartPr>
              <p14:xfrm>
                <a:off x="4206107" y="2499560"/>
                <a:ext cx="295560" cy="312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8DF418D-CD60-7551-240C-2F2CAF985EC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01787" y="2495240"/>
                  <a:ext cx="3042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A168722-310E-34AB-3A37-C1BA59FE7B50}"/>
                    </a:ext>
                  </a:extLst>
                </p14:cNvPr>
                <p14:cNvContentPartPr/>
                <p14:nvPr/>
              </p14:nvContentPartPr>
              <p14:xfrm>
                <a:off x="4535867" y="2523680"/>
                <a:ext cx="324720" cy="302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A168722-310E-34AB-3A37-C1BA59FE7B5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31547" y="2519360"/>
                  <a:ext cx="3333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2CE21FE-1D6C-ED9B-58F8-FF52AFE4DA3E}"/>
                    </a:ext>
                  </a:extLst>
                </p14:cNvPr>
                <p14:cNvContentPartPr/>
                <p14:nvPr/>
              </p14:nvContentPartPr>
              <p14:xfrm>
                <a:off x="3285587" y="2456720"/>
                <a:ext cx="194760" cy="386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2CE21FE-1D6C-ED9B-58F8-FF52AFE4DA3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281267" y="2452400"/>
                  <a:ext cx="2034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BC8406D-FBFA-5F88-6261-0D9E0F9F3EBC}"/>
                    </a:ext>
                  </a:extLst>
                </p14:cNvPr>
                <p14:cNvContentPartPr/>
                <p14:nvPr/>
              </p14:nvContentPartPr>
              <p14:xfrm>
                <a:off x="3216467" y="2656160"/>
                <a:ext cx="275040" cy="19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BC8406D-FBFA-5F88-6261-0D9E0F9F3EB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212147" y="2651840"/>
                  <a:ext cx="283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A6C9CB7-6995-203D-4E52-08F6F72CEF57}"/>
                    </a:ext>
                  </a:extLst>
                </p14:cNvPr>
                <p14:cNvContentPartPr/>
                <p14:nvPr/>
              </p14:nvContentPartPr>
              <p14:xfrm>
                <a:off x="3512387" y="2623040"/>
                <a:ext cx="81000" cy="109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A6C9CB7-6995-203D-4E52-08F6F72CEF5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08067" y="2618720"/>
                  <a:ext cx="89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45B1045-A5AB-64A7-A796-CC6F238CA4F5}"/>
                    </a:ext>
                  </a:extLst>
                </p14:cNvPr>
                <p14:cNvContentPartPr/>
                <p14:nvPr/>
              </p14:nvContentPartPr>
              <p14:xfrm>
                <a:off x="3657467" y="2633120"/>
                <a:ext cx="199080" cy="131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45B1045-A5AB-64A7-A796-CC6F238CA4F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53147" y="2628800"/>
                  <a:ext cx="207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B2136C2-F9B1-3FDB-7610-F904647F75ED}"/>
                    </a:ext>
                  </a:extLst>
                </p14:cNvPr>
                <p14:cNvContentPartPr/>
                <p14:nvPr/>
              </p14:nvContentPartPr>
              <p14:xfrm>
                <a:off x="3920987" y="2643560"/>
                <a:ext cx="236520" cy="116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B2136C2-F9B1-3FDB-7610-F904647F75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916667" y="2639240"/>
                  <a:ext cx="245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442E1E1-F754-27A5-44F5-9787D6A9CE82}"/>
                    </a:ext>
                  </a:extLst>
                </p14:cNvPr>
                <p14:cNvContentPartPr/>
                <p14:nvPr/>
              </p14:nvContentPartPr>
              <p14:xfrm>
                <a:off x="2486387" y="2387960"/>
                <a:ext cx="9360" cy="299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442E1E1-F754-27A5-44F5-9787D6A9CE8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82067" y="2383640"/>
                  <a:ext cx="180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3021C6F-78DB-D993-CC44-D08B72DD2FEC}"/>
                    </a:ext>
                  </a:extLst>
                </p14:cNvPr>
                <p14:cNvContentPartPr/>
                <p14:nvPr/>
              </p14:nvContentPartPr>
              <p14:xfrm>
                <a:off x="2430227" y="2623760"/>
                <a:ext cx="73800" cy="619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3021C6F-78DB-D993-CC44-D08B72DD2F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425907" y="2619440"/>
                  <a:ext cx="82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59163F3-A3A5-3119-3AC4-FB639CEAF17C}"/>
                    </a:ext>
                  </a:extLst>
                </p14:cNvPr>
                <p14:cNvContentPartPr/>
                <p14:nvPr/>
              </p14:nvContentPartPr>
              <p14:xfrm>
                <a:off x="2500787" y="2598920"/>
                <a:ext cx="80280" cy="106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59163F3-A3A5-3119-3AC4-FB639CEAF17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96467" y="2594600"/>
                  <a:ext cx="88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B3D37C-7425-21BE-D44E-A42B21817768}"/>
                    </a:ext>
                  </a:extLst>
                </p14:cNvPr>
                <p14:cNvContentPartPr/>
                <p14:nvPr/>
              </p14:nvContentPartPr>
              <p14:xfrm>
                <a:off x="4082987" y="2707280"/>
                <a:ext cx="184680" cy="332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B3D37C-7425-21BE-D44E-A42B2181776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078667" y="2702960"/>
                  <a:ext cx="19332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8B29492-3B47-64B1-5E3E-0FD03C44A064}"/>
              </a:ext>
            </a:extLst>
          </p:cNvPr>
          <p:cNvGrpSpPr/>
          <p:nvPr/>
        </p:nvGrpSpPr>
        <p:grpSpPr>
          <a:xfrm>
            <a:off x="8328467" y="2305520"/>
            <a:ext cx="589320" cy="156960"/>
            <a:chOff x="8328467" y="2305520"/>
            <a:chExt cx="589320" cy="1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3B3D29A-A742-F18F-F8B4-3A63110DC6F5}"/>
                    </a:ext>
                  </a:extLst>
                </p14:cNvPr>
                <p14:cNvContentPartPr/>
                <p14:nvPr/>
              </p14:nvContentPartPr>
              <p14:xfrm>
                <a:off x="8328467" y="2358800"/>
                <a:ext cx="203400" cy="103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3B3D29A-A742-F18F-F8B4-3A63110DC6F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24147" y="2354480"/>
                  <a:ext cx="212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C34D465-FF00-9C6E-3D48-8967779BC57A}"/>
                    </a:ext>
                  </a:extLst>
                </p14:cNvPr>
                <p14:cNvContentPartPr/>
                <p14:nvPr/>
              </p14:nvContentPartPr>
              <p14:xfrm>
                <a:off x="8594867" y="2315960"/>
                <a:ext cx="54000" cy="100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C34D465-FF00-9C6E-3D48-8967779BC57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90547" y="2311640"/>
                  <a:ext cx="62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6B27C92-4AC3-7307-C0F7-EEA0F8B13809}"/>
                    </a:ext>
                  </a:extLst>
                </p14:cNvPr>
                <p14:cNvContentPartPr/>
                <p14:nvPr/>
              </p14:nvContentPartPr>
              <p14:xfrm>
                <a:off x="8732387" y="2305520"/>
                <a:ext cx="185400" cy="135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6B27C92-4AC3-7307-C0F7-EEA0F8B1380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28067" y="2301200"/>
                  <a:ext cx="19404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A88A90A-8D01-EA15-1DC0-29B53794687E}"/>
              </a:ext>
            </a:extLst>
          </p:cNvPr>
          <p:cNvGrpSpPr/>
          <p:nvPr/>
        </p:nvGrpSpPr>
        <p:grpSpPr>
          <a:xfrm>
            <a:off x="9259067" y="1995560"/>
            <a:ext cx="2126520" cy="624240"/>
            <a:chOff x="9259067" y="1995560"/>
            <a:chExt cx="2126520" cy="6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C05BABB-8C14-7056-0575-030F294467B2}"/>
                    </a:ext>
                  </a:extLst>
                </p14:cNvPr>
                <p14:cNvContentPartPr/>
                <p14:nvPr/>
              </p14:nvContentPartPr>
              <p14:xfrm>
                <a:off x="9259067" y="2173040"/>
                <a:ext cx="199800" cy="241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C05BABB-8C14-7056-0575-030F294467B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54747" y="2168720"/>
                  <a:ext cx="2084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D4C47B4-93BD-B0D4-0F27-521BEEA51C42}"/>
                    </a:ext>
                  </a:extLst>
                </p14:cNvPr>
                <p14:cNvContentPartPr/>
                <p14:nvPr/>
              </p14:nvContentPartPr>
              <p14:xfrm>
                <a:off x="9504947" y="2135960"/>
                <a:ext cx="180360" cy="299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D4C47B4-93BD-B0D4-0F27-521BEEA51C4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00627" y="2131640"/>
                  <a:ext cx="1890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D33F8E-AD0F-A18E-9758-BF7CBCDAE789}"/>
                    </a:ext>
                  </a:extLst>
                </p14:cNvPr>
                <p14:cNvContentPartPr/>
                <p14:nvPr/>
              </p14:nvContentPartPr>
              <p14:xfrm>
                <a:off x="9476147" y="2312720"/>
                <a:ext cx="349560" cy="85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D33F8E-AD0F-A18E-9758-BF7CBCDAE78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71827" y="2308400"/>
                  <a:ext cx="358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353F2B1-9284-C03A-DEE1-914B4AAC7366}"/>
                    </a:ext>
                  </a:extLst>
                </p14:cNvPr>
                <p14:cNvContentPartPr/>
                <p14:nvPr/>
              </p14:nvContentPartPr>
              <p14:xfrm>
                <a:off x="9843347" y="2045960"/>
                <a:ext cx="314280" cy="344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353F2B1-9284-C03A-DEE1-914B4AAC736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39027" y="2041640"/>
                  <a:ext cx="3229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37F0883-8D8E-3DDE-8F8A-049EA274C60A}"/>
                    </a:ext>
                  </a:extLst>
                </p14:cNvPr>
                <p14:cNvContentPartPr/>
                <p14:nvPr/>
              </p14:nvContentPartPr>
              <p14:xfrm>
                <a:off x="10080587" y="2269160"/>
                <a:ext cx="368280" cy="133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37F0883-8D8E-3DDE-8F8A-049EA274C60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076267" y="2264840"/>
                  <a:ext cx="3769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2AD49CD-3842-644E-7F65-C23B8264AC4A}"/>
                    </a:ext>
                  </a:extLst>
                </p14:cNvPr>
                <p14:cNvContentPartPr/>
                <p14:nvPr/>
              </p14:nvContentPartPr>
              <p14:xfrm>
                <a:off x="10515827" y="2076560"/>
                <a:ext cx="110880" cy="309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2AD49CD-3842-644E-7F65-C23B8264AC4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511507" y="2072240"/>
                  <a:ext cx="1195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C3E3239-B533-8E46-A301-B85602679A10}"/>
                    </a:ext>
                  </a:extLst>
                </p14:cNvPr>
                <p14:cNvContentPartPr/>
                <p14:nvPr/>
              </p14:nvContentPartPr>
              <p14:xfrm>
                <a:off x="10417547" y="2242160"/>
                <a:ext cx="264600" cy="40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C3E3239-B533-8E46-A301-B85602679A1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13227" y="2237840"/>
                  <a:ext cx="273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8413CC-68AF-F67A-AA48-A2BA79F7B879}"/>
                    </a:ext>
                  </a:extLst>
                </p14:cNvPr>
                <p14:cNvContentPartPr/>
                <p14:nvPr/>
              </p14:nvContentPartPr>
              <p14:xfrm>
                <a:off x="10740827" y="2076560"/>
                <a:ext cx="155160" cy="311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8413CC-68AF-F67A-AA48-A2BA79F7B87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36507" y="2072240"/>
                  <a:ext cx="163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B931E93-785D-4F92-207C-9318F0F7D386}"/>
                    </a:ext>
                  </a:extLst>
                </p14:cNvPr>
                <p14:cNvContentPartPr/>
                <p14:nvPr/>
              </p14:nvContentPartPr>
              <p14:xfrm>
                <a:off x="11035307" y="1995560"/>
                <a:ext cx="204120" cy="502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B931E93-785D-4F92-207C-9318F0F7D38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030987" y="1991240"/>
                  <a:ext cx="2127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F07F39D-EB45-906B-FC3D-F9A90973B0DE}"/>
                    </a:ext>
                  </a:extLst>
                </p14:cNvPr>
                <p14:cNvContentPartPr/>
                <p14:nvPr/>
              </p14:nvContentPartPr>
              <p14:xfrm>
                <a:off x="11382347" y="2204720"/>
                <a:ext cx="3240" cy="51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F07F39D-EB45-906B-FC3D-F9A90973B0D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78027" y="2200400"/>
                  <a:ext cx="118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0BFA6E8-1875-6772-3A21-D176C9637209}"/>
                    </a:ext>
                  </a:extLst>
                </p14:cNvPr>
                <p14:cNvContentPartPr/>
                <p14:nvPr/>
              </p14:nvContentPartPr>
              <p14:xfrm>
                <a:off x="11191907" y="2461400"/>
                <a:ext cx="185400" cy="158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0BFA6E8-1875-6772-3A21-D176C963720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187587" y="2457080"/>
                  <a:ext cx="19404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9985D09-E38B-7A72-A804-52E8803E6FEA}"/>
              </a:ext>
            </a:extLst>
          </p:cNvPr>
          <p:cNvGrpSpPr/>
          <p:nvPr/>
        </p:nvGrpSpPr>
        <p:grpSpPr>
          <a:xfrm>
            <a:off x="9358067" y="2659760"/>
            <a:ext cx="213840" cy="404280"/>
            <a:chOff x="9358067" y="2659760"/>
            <a:chExt cx="213840" cy="4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C6DE88B-F61C-CB60-0A86-0D1BF884C861}"/>
                    </a:ext>
                  </a:extLst>
                </p14:cNvPr>
                <p14:cNvContentPartPr/>
                <p14:nvPr/>
              </p14:nvContentPartPr>
              <p14:xfrm>
                <a:off x="9420707" y="2755520"/>
                <a:ext cx="51120" cy="308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C6DE88B-F61C-CB60-0A86-0D1BF884C86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16387" y="2751200"/>
                  <a:ext cx="59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B658C9E-B45D-AC90-7C91-FD37FB8A3585}"/>
                    </a:ext>
                  </a:extLst>
                </p14:cNvPr>
                <p14:cNvContentPartPr/>
                <p14:nvPr/>
              </p14:nvContentPartPr>
              <p14:xfrm>
                <a:off x="9358067" y="2659760"/>
                <a:ext cx="213840" cy="123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B658C9E-B45D-AC90-7C91-FD37FB8A358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53747" y="2655440"/>
                  <a:ext cx="22248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E5ACE7E-D952-AA0B-8674-1804AD48098A}"/>
              </a:ext>
            </a:extLst>
          </p:cNvPr>
          <p:cNvGrpSpPr/>
          <p:nvPr/>
        </p:nvGrpSpPr>
        <p:grpSpPr>
          <a:xfrm>
            <a:off x="8814107" y="3311000"/>
            <a:ext cx="697320" cy="343440"/>
            <a:chOff x="8814107" y="3311000"/>
            <a:chExt cx="6973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05BB905-388A-EDF6-10EE-28376A34F812}"/>
                    </a:ext>
                  </a:extLst>
                </p14:cNvPr>
                <p14:cNvContentPartPr/>
                <p14:nvPr/>
              </p14:nvContentPartPr>
              <p14:xfrm>
                <a:off x="8814107" y="3311000"/>
                <a:ext cx="105120" cy="343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05BB905-388A-EDF6-10EE-28376A34F81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09787" y="3306680"/>
                  <a:ext cx="113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868F122-8A86-1006-CBEB-C25862D5FCF7}"/>
                    </a:ext>
                  </a:extLst>
                </p14:cNvPr>
                <p14:cNvContentPartPr/>
                <p14:nvPr/>
              </p14:nvContentPartPr>
              <p14:xfrm>
                <a:off x="9014627" y="3334040"/>
                <a:ext cx="71280" cy="123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868F122-8A86-1006-CBEB-C25862D5FCF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10307" y="3329720"/>
                  <a:ext cx="79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4603E50-4E9A-7339-3404-CEACE3911871}"/>
                    </a:ext>
                  </a:extLst>
                </p14:cNvPr>
                <p14:cNvContentPartPr/>
                <p14:nvPr/>
              </p14:nvContentPartPr>
              <p14:xfrm>
                <a:off x="9109667" y="3324680"/>
                <a:ext cx="280800" cy="115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4603E50-4E9A-7339-3404-CEACE391187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105347" y="3320360"/>
                  <a:ext cx="289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B195F7E-D99C-0FEE-622C-2E27D78F1EC2}"/>
                    </a:ext>
                  </a:extLst>
                </p14:cNvPr>
                <p14:cNvContentPartPr/>
                <p14:nvPr/>
              </p14:nvContentPartPr>
              <p14:xfrm>
                <a:off x="9412427" y="3339440"/>
                <a:ext cx="99000" cy="101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B195F7E-D99C-0FEE-622C-2E27D78F1EC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408107" y="3335120"/>
                  <a:ext cx="10764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9F4F3BD-A22C-84C8-5504-12AEA08366E2}"/>
              </a:ext>
            </a:extLst>
          </p:cNvPr>
          <p:cNvGrpSpPr/>
          <p:nvPr/>
        </p:nvGrpSpPr>
        <p:grpSpPr>
          <a:xfrm>
            <a:off x="9725987" y="3291920"/>
            <a:ext cx="619920" cy="297720"/>
            <a:chOff x="9725987" y="3291920"/>
            <a:chExt cx="61992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B0E0945-E1B7-2BB4-3D16-A30E75BBD3FA}"/>
                    </a:ext>
                  </a:extLst>
                </p14:cNvPr>
                <p14:cNvContentPartPr/>
                <p14:nvPr/>
              </p14:nvContentPartPr>
              <p14:xfrm>
                <a:off x="9778187" y="3332600"/>
                <a:ext cx="108720" cy="24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B0E0945-E1B7-2BB4-3D16-A30E75BBD3F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73867" y="3328280"/>
                  <a:ext cx="117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A3AD0AF-0E13-5226-1FC0-D743E2302C72}"/>
                    </a:ext>
                  </a:extLst>
                </p14:cNvPr>
                <p14:cNvContentPartPr/>
                <p14:nvPr/>
              </p14:nvContentPartPr>
              <p14:xfrm>
                <a:off x="9725987" y="3325760"/>
                <a:ext cx="217080" cy="263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A3AD0AF-0E13-5226-1FC0-D743E2302C7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721667" y="3321440"/>
                  <a:ext cx="2257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B99FB42-27F0-5CA3-5739-377B9926291E}"/>
                    </a:ext>
                  </a:extLst>
                </p14:cNvPr>
                <p14:cNvContentPartPr/>
                <p14:nvPr/>
              </p14:nvContentPartPr>
              <p14:xfrm>
                <a:off x="9949907" y="3300200"/>
                <a:ext cx="329760" cy="119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B99FB42-27F0-5CA3-5739-377B9926291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945587" y="3295880"/>
                  <a:ext cx="3384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A4C5136-506C-D7F1-6F3B-5ABA9BA512DE}"/>
                    </a:ext>
                  </a:extLst>
                </p14:cNvPr>
                <p14:cNvContentPartPr/>
                <p14:nvPr/>
              </p14:nvContentPartPr>
              <p14:xfrm>
                <a:off x="10301267" y="3291920"/>
                <a:ext cx="44640" cy="85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A4C5136-506C-D7F1-6F3B-5ABA9BA512D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296947" y="3287600"/>
                  <a:ext cx="532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7274832-A2AB-D1EA-73B4-B8288EC494F5}"/>
              </a:ext>
            </a:extLst>
          </p:cNvPr>
          <p:cNvGrpSpPr/>
          <p:nvPr/>
        </p:nvGrpSpPr>
        <p:grpSpPr>
          <a:xfrm>
            <a:off x="10579907" y="3000680"/>
            <a:ext cx="746640" cy="556200"/>
            <a:chOff x="10579907" y="3000680"/>
            <a:chExt cx="746640" cy="55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63B171B-CFBE-8CF7-0FE5-BF7450FF7EBA}"/>
                    </a:ext>
                  </a:extLst>
                </p14:cNvPr>
                <p14:cNvContentPartPr/>
                <p14:nvPr/>
              </p14:nvContentPartPr>
              <p14:xfrm>
                <a:off x="10579907" y="3000680"/>
                <a:ext cx="134640" cy="385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63B171B-CFBE-8CF7-0FE5-BF7450FF7E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575587" y="2996360"/>
                  <a:ext cx="14328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6A78F9D-2DFD-9CAE-6F84-548D5AC2E250}"/>
                    </a:ext>
                  </a:extLst>
                </p14:cNvPr>
                <p14:cNvContentPartPr/>
                <p14:nvPr/>
              </p14:nvContentPartPr>
              <p14:xfrm>
                <a:off x="10763147" y="3278240"/>
                <a:ext cx="98280" cy="87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6A78F9D-2DFD-9CAE-6F84-548D5AC2E25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58827" y="3273920"/>
                  <a:ext cx="1069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5E9B827-470C-9C8C-AE28-18DB0509269B}"/>
                    </a:ext>
                  </a:extLst>
                </p14:cNvPr>
                <p14:cNvContentPartPr/>
                <p14:nvPr/>
              </p14:nvContentPartPr>
              <p14:xfrm>
                <a:off x="10882667" y="3324320"/>
                <a:ext cx="111600" cy="51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5E9B827-470C-9C8C-AE28-18DB0509269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878347" y="3320000"/>
                  <a:ext cx="1202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026A74E-2C75-6D92-3CEB-3EF26D06A6DF}"/>
                    </a:ext>
                  </a:extLst>
                </p14:cNvPr>
                <p14:cNvContentPartPr/>
                <p14:nvPr/>
              </p14:nvContentPartPr>
              <p14:xfrm>
                <a:off x="11034587" y="3210200"/>
                <a:ext cx="158760" cy="346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026A74E-2C75-6D92-3CEB-3EF26D06A6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030267" y="3205880"/>
                  <a:ext cx="1674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0CBBC79-9AF0-AEC6-7B7E-86D79C11BF9A}"/>
                    </a:ext>
                  </a:extLst>
                </p14:cNvPr>
                <p14:cNvContentPartPr/>
                <p14:nvPr/>
              </p14:nvContentPartPr>
              <p14:xfrm>
                <a:off x="11312507" y="3357440"/>
                <a:ext cx="14040" cy="147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0CBBC79-9AF0-AEC6-7B7E-86D79C11BF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308187" y="3353120"/>
                  <a:ext cx="22680" cy="2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230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A3B41CB-794D-6D9A-F272-BDE1BB555925}"/>
              </a:ext>
            </a:extLst>
          </p:cNvPr>
          <p:cNvGrpSpPr/>
          <p:nvPr/>
        </p:nvGrpSpPr>
        <p:grpSpPr>
          <a:xfrm>
            <a:off x="791147" y="122307"/>
            <a:ext cx="5508720" cy="913320"/>
            <a:chOff x="791147" y="122307"/>
            <a:chExt cx="5508720" cy="91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CB47824-1C21-CD8B-3FD7-2D889778995B}"/>
                    </a:ext>
                  </a:extLst>
                </p14:cNvPr>
                <p14:cNvContentPartPr/>
                <p14:nvPr/>
              </p14:nvContentPartPr>
              <p14:xfrm>
                <a:off x="1114067" y="308787"/>
                <a:ext cx="132480" cy="331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CB47824-1C21-CD8B-3FD7-2D889778995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09747" y="304467"/>
                  <a:ext cx="1411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DB797F6-1697-E4C4-5AA3-424C14BBCFA6}"/>
                    </a:ext>
                  </a:extLst>
                </p14:cNvPr>
                <p14:cNvContentPartPr/>
                <p14:nvPr/>
              </p14:nvContentPartPr>
              <p14:xfrm>
                <a:off x="1338707" y="200427"/>
                <a:ext cx="119880" cy="338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DB797F6-1697-E4C4-5AA3-424C14BBCFA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4387" y="196107"/>
                  <a:ext cx="1285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DDA94AB-E5CF-22D0-0F3D-ECF37BBB9210}"/>
                    </a:ext>
                  </a:extLst>
                </p14:cNvPr>
                <p14:cNvContentPartPr/>
                <p14:nvPr/>
              </p14:nvContentPartPr>
              <p14:xfrm>
                <a:off x="1186067" y="345147"/>
                <a:ext cx="292320" cy="64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DDA94AB-E5CF-22D0-0F3D-ECF37BBB92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1747" y="340827"/>
                  <a:ext cx="300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3188A5-EBB5-87BF-B367-4CB637FDB066}"/>
                    </a:ext>
                  </a:extLst>
                </p14:cNvPr>
                <p14:cNvContentPartPr/>
                <p14:nvPr/>
              </p14:nvContentPartPr>
              <p14:xfrm>
                <a:off x="1482707" y="394827"/>
                <a:ext cx="104040" cy="117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3188A5-EBB5-87BF-B367-4CB637FDB0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78387" y="390507"/>
                  <a:ext cx="112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D01BED-1EF0-8750-A86B-3A09D46A5538}"/>
                    </a:ext>
                  </a:extLst>
                </p14:cNvPr>
                <p14:cNvContentPartPr/>
                <p14:nvPr/>
              </p14:nvContentPartPr>
              <p14:xfrm>
                <a:off x="1620227" y="425787"/>
                <a:ext cx="119880" cy="114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D01BED-1EF0-8750-A86B-3A09D46A55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15907" y="421467"/>
                  <a:ext cx="128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65188A-ADDB-6B9F-CF05-7322AA678D13}"/>
                    </a:ext>
                  </a:extLst>
                </p14:cNvPr>
                <p14:cNvContentPartPr/>
                <p14:nvPr/>
              </p14:nvContentPartPr>
              <p14:xfrm>
                <a:off x="1819667" y="452067"/>
                <a:ext cx="81000" cy="28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65188A-ADDB-6B9F-CF05-7322AA678D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15347" y="447747"/>
                  <a:ext cx="89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0680AE-9E02-1E34-EB17-B483C51A1D78}"/>
                    </a:ext>
                  </a:extLst>
                </p14:cNvPr>
                <p14:cNvContentPartPr/>
                <p14:nvPr/>
              </p14:nvContentPartPr>
              <p14:xfrm>
                <a:off x="1894907" y="336147"/>
                <a:ext cx="119520" cy="118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0680AE-9E02-1E34-EB17-B483C51A1D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90587" y="331827"/>
                  <a:ext cx="128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9FB55A-1E82-E105-608D-C967D92A84F9}"/>
                    </a:ext>
                  </a:extLst>
                </p14:cNvPr>
                <p14:cNvContentPartPr/>
                <p14:nvPr/>
              </p14:nvContentPartPr>
              <p14:xfrm>
                <a:off x="2765747" y="158667"/>
                <a:ext cx="200520" cy="37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9FB55A-1E82-E105-608D-C967D92A84F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61427" y="154347"/>
                  <a:ext cx="2091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F1D452-8AA1-3A91-33DB-7F3B125EC3F2}"/>
                    </a:ext>
                  </a:extLst>
                </p14:cNvPr>
                <p14:cNvContentPartPr/>
                <p14:nvPr/>
              </p14:nvContentPartPr>
              <p14:xfrm>
                <a:off x="2770067" y="153987"/>
                <a:ext cx="371160" cy="335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F1D452-8AA1-3A91-33DB-7F3B125EC3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65747" y="149667"/>
                  <a:ext cx="3798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5EE773-C41F-4A42-F688-51AF2930B186}"/>
                    </a:ext>
                  </a:extLst>
                </p14:cNvPr>
                <p14:cNvContentPartPr/>
                <p14:nvPr/>
              </p14:nvContentPartPr>
              <p14:xfrm>
                <a:off x="3151667" y="385467"/>
                <a:ext cx="98280" cy="11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5EE773-C41F-4A42-F688-51AF2930B1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47347" y="381147"/>
                  <a:ext cx="106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A92145-4152-2A18-3A96-5B52216248AA}"/>
                    </a:ext>
                  </a:extLst>
                </p14:cNvPr>
                <p14:cNvContentPartPr/>
                <p14:nvPr/>
              </p14:nvContentPartPr>
              <p14:xfrm>
                <a:off x="3260027" y="193227"/>
                <a:ext cx="151560" cy="312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A92145-4152-2A18-3A96-5B52216248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55707" y="188907"/>
                  <a:ext cx="1602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0739AE9-9A2A-5D5E-6DC5-49528A4C165A}"/>
                    </a:ext>
                  </a:extLst>
                </p14:cNvPr>
                <p14:cNvContentPartPr/>
                <p14:nvPr/>
              </p14:nvContentPartPr>
              <p14:xfrm>
                <a:off x="3333107" y="339027"/>
                <a:ext cx="172800" cy="148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0739AE9-9A2A-5D5E-6DC5-49528A4C165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28787" y="334707"/>
                  <a:ext cx="181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FD0DD22-7134-70DC-F9C7-70ED3954075F}"/>
                    </a:ext>
                  </a:extLst>
                </p14:cNvPr>
                <p14:cNvContentPartPr/>
                <p14:nvPr/>
              </p14:nvContentPartPr>
              <p14:xfrm>
                <a:off x="3479627" y="393387"/>
                <a:ext cx="113400" cy="59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FD0DD22-7134-70DC-F9C7-70ED395407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75307" y="389067"/>
                  <a:ext cx="122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192E8A9-4001-8B37-9DA6-A4633BF2A503}"/>
                    </a:ext>
                  </a:extLst>
                </p14:cNvPr>
                <p14:cNvContentPartPr/>
                <p14:nvPr/>
              </p14:nvContentPartPr>
              <p14:xfrm>
                <a:off x="3652787" y="399867"/>
                <a:ext cx="96840" cy="63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192E8A9-4001-8B37-9DA6-A4633BF2A5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48467" y="395547"/>
                  <a:ext cx="105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D15E26F-73FD-2702-1AD6-EBF3F487E23E}"/>
                    </a:ext>
                  </a:extLst>
                </p14:cNvPr>
                <p14:cNvContentPartPr/>
                <p14:nvPr/>
              </p14:nvContentPartPr>
              <p14:xfrm>
                <a:off x="3817667" y="122307"/>
                <a:ext cx="128520" cy="335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D15E26F-73FD-2702-1AD6-EBF3F487E2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13347" y="117987"/>
                  <a:ext cx="1371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2057FD7-C49A-CE4C-D97E-8603E146FB4A}"/>
                    </a:ext>
                  </a:extLst>
                </p14:cNvPr>
                <p14:cNvContentPartPr/>
                <p14:nvPr/>
              </p14:nvContentPartPr>
              <p14:xfrm>
                <a:off x="3758987" y="322467"/>
                <a:ext cx="145440" cy="10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2057FD7-C49A-CE4C-D97E-8603E146FB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54667" y="318147"/>
                  <a:ext cx="154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E146C2-56BA-8062-55EE-957888E9EBB6}"/>
                    </a:ext>
                  </a:extLst>
                </p14:cNvPr>
                <p14:cNvContentPartPr/>
                <p14:nvPr/>
              </p14:nvContentPartPr>
              <p14:xfrm>
                <a:off x="4512467" y="223107"/>
                <a:ext cx="33480" cy="121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E146C2-56BA-8062-55EE-957888E9EB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08147" y="218787"/>
                  <a:ext cx="42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9D53B6-6D65-DF90-31A8-034D6A266BF8}"/>
                    </a:ext>
                  </a:extLst>
                </p14:cNvPr>
                <p14:cNvContentPartPr/>
                <p14:nvPr/>
              </p14:nvContentPartPr>
              <p14:xfrm>
                <a:off x="4248227" y="149667"/>
                <a:ext cx="428040" cy="279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9D53B6-6D65-DF90-31A8-034D6A266BF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3907" y="145347"/>
                  <a:ext cx="436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C2097C2-6F21-29D3-34F0-32FA6F427FA3}"/>
                    </a:ext>
                  </a:extLst>
                </p14:cNvPr>
                <p14:cNvContentPartPr/>
                <p14:nvPr/>
              </p14:nvContentPartPr>
              <p14:xfrm>
                <a:off x="4737107" y="314187"/>
                <a:ext cx="116280" cy="97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C2097C2-6F21-29D3-34F0-32FA6F427F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32787" y="309867"/>
                  <a:ext cx="124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F36FBFF-06E2-28B5-69E5-E2EC2A655900}"/>
                    </a:ext>
                  </a:extLst>
                </p14:cNvPr>
                <p14:cNvContentPartPr/>
                <p14:nvPr/>
              </p14:nvContentPartPr>
              <p14:xfrm>
                <a:off x="4931507" y="141027"/>
                <a:ext cx="61200" cy="241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F36FBFF-06E2-28B5-69E5-E2EC2A6559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27187" y="136707"/>
                  <a:ext cx="698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49C38E-B383-2B33-B6EF-85A6811E5F34}"/>
                    </a:ext>
                  </a:extLst>
                </p14:cNvPr>
                <p14:cNvContentPartPr/>
                <p14:nvPr/>
              </p14:nvContentPartPr>
              <p14:xfrm>
                <a:off x="4907387" y="271347"/>
                <a:ext cx="206640" cy="136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49C38E-B383-2B33-B6EF-85A6811E5F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3067" y="267027"/>
                  <a:ext cx="215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B3ACF68-DEB8-979C-F5A4-ABCA36E7A9F2}"/>
                    </a:ext>
                  </a:extLst>
                </p14:cNvPr>
                <p14:cNvContentPartPr/>
                <p14:nvPr/>
              </p14:nvContentPartPr>
              <p14:xfrm>
                <a:off x="5283227" y="151107"/>
                <a:ext cx="96480" cy="249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B3ACF68-DEB8-979C-F5A4-ABCA36E7A9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78907" y="146787"/>
                  <a:ext cx="105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EABB37-8F53-DE6D-819B-68EB59743CEA}"/>
                    </a:ext>
                  </a:extLst>
                </p14:cNvPr>
                <p14:cNvContentPartPr/>
                <p14:nvPr/>
              </p14:nvContentPartPr>
              <p14:xfrm>
                <a:off x="5153627" y="278187"/>
                <a:ext cx="211680" cy="31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EABB37-8F53-DE6D-819B-68EB59743C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49307" y="273867"/>
                  <a:ext cx="220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9D958AA-82D6-643B-473B-414A7D60AE92}"/>
                    </a:ext>
                  </a:extLst>
                </p14:cNvPr>
                <p14:cNvContentPartPr/>
                <p14:nvPr/>
              </p14:nvContentPartPr>
              <p14:xfrm>
                <a:off x="5419307" y="314907"/>
                <a:ext cx="106560" cy="29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9D958AA-82D6-643B-473B-414A7D60AE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14987" y="310587"/>
                  <a:ext cx="115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3472332-6E69-A373-E871-AB160E3D9D79}"/>
                    </a:ext>
                  </a:extLst>
                </p14:cNvPr>
                <p14:cNvContentPartPr/>
                <p14:nvPr/>
              </p14:nvContentPartPr>
              <p14:xfrm>
                <a:off x="5278547" y="312747"/>
                <a:ext cx="293760" cy="43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3472332-6E69-A373-E871-AB160E3D9D7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74227" y="308427"/>
                  <a:ext cx="30240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2004DFA-75AE-6737-62F9-0C433CEE1AFE}"/>
                    </a:ext>
                  </a:extLst>
                </p14:cNvPr>
                <p14:cNvContentPartPr/>
                <p14:nvPr/>
              </p14:nvContentPartPr>
              <p14:xfrm>
                <a:off x="5527667" y="333627"/>
                <a:ext cx="114120" cy="250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2004DFA-75AE-6737-62F9-0C433CEE1A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23347" y="329307"/>
                  <a:ext cx="122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3346738-A485-AF28-C4A6-6CE0203BC235}"/>
                    </a:ext>
                  </a:extLst>
                </p14:cNvPr>
                <p14:cNvContentPartPr/>
                <p14:nvPr/>
              </p14:nvContentPartPr>
              <p14:xfrm>
                <a:off x="5639987" y="271707"/>
                <a:ext cx="77040" cy="75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3346738-A485-AF28-C4A6-6CE0203BC23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35667" y="267387"/>
                  <a:ext cx="85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AFCF0FD-C446-C766-1677-5E5BC489536A}"/>
                    </a:ext>
                  </a:extLst>
                </p14:cNvPr>
                <p14:cNvContentPartPr/>
                <p14:nvPr/>
              </p14:nvContentPartPr>
              <p14:xfrm>
                <a:off x="5798027" y="286827"/>
                <a:ext cx="89640" cy="113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AFCF0FD-C446-C766-1677-5E5BC48953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93707" y="282507"/>
                  <a:ext cx="98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49DB165-71CC-4FE4-79EE-636433D08B15}"/>
                    </a:ext>
                  </a:extLst>
                </p14:cNvPr>
                <p14:cNvContentPartPr/>
                <p14:nvPr/>
              </p14:nvContentPartPr>
              <p14:xfrm>
                <a:off x="791147" y="771747"/>
                <a:ext cx="5508720" cy="263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49DB165-71CC-4FE4-79EE-636433D08B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6827" y="767427"/>
                  <a:ext cx="551736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88128F8-7629-0F8A-D276-6ED9176DC872}"/>
              </a:ext>
            </a:extLst>
          </p:cNvPr>
          <p:cNvGrpSpPr/>
          <p:nvPr/>
        </p:nvGrpSpPr>
        <p:grpSpPr>
          <a:xfrm>
            <a:off x="1781147" y="1254867"/>
            <a:ext cx="1308600" cy="1068480"/>
            <a:chOff x="1781147" y="1254867"/>
            <a:chExt cx="1308600" cy="10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F7F8B8-4AC0-CC65-B535-AD4A619921C2}"/>
                    </a:ext>
                  </a:extLst>
                </p14:cNvPr>
                <p14:cNvContentPartPr/>
                <p14:nvPr/>
              </p14:nvContentPartPr>
              <p14:xfrm>
                <a:off x="1781147" y="1441347"/>
                <a:ext cx="67320" cy="129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F7F8B8-4AC0-CC65-B535-AD4A619921C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76827" y="1437027"/>
                  <a:ext cx="75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A33892-7DCB-556D-EF75-91C5BF85BA38}"/>
                    </a:ext>
                  </a:extLst>
                </p14:cNvPr>
                <p14:cNvContentPartPr/>
                <p14:nvPr/>
              </p14:nvContentPartPr>
              <p14:xfrm>
                <a:off x="1966907" y="1435587"/>
                <a:ext cx="68400" cy="89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A33892-7DCB-556D-EF75-91C5BF85BA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62587" y="1431267"/>
                  <a:ext cx="77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BD5DA29-BA4A-9625-929A-DF3F2A3C6A80}"/>
                    </a:ext>
                  </a:extLst>
                </p14:cNvPr>
                <p14:cNvContentPartPr/>
                <p14:nvPr/>
              </p14:nvContentPartPr>
              <p14:xfrm>
                <a:off x="2110907" y="1433067"/>
                <a:ext cx="73080" cy="61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BD5DA29-BA4A-9625-929A-DF3F2A3C6A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06587" y="1428747"/>
                  <a:ext cx="81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9B3D77-701B-59DA-94F3-41404A0DD987}"/>
                    </a:ext>
                  </a:extLst>
                </p14:cNvPr>
                <p14:cNvContentPartPr/>
                <p14:nvPr/>
              </p14:nvContentPartPr>
              <p14:xfrm>
                <a:off x="2326907" y="1254867"/>
                <a:ext cx="77040" cy="238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9B3D77-701B-59DA-94F3-41404A0DD98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22587" y="1250547"/>
                  <a:ext cx="85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C2BF4F-D87A-AAF0-FE73-ACC83FBE2E48}"/>
                    </a:ext>
                  </a:extLst>
                </p14:cNvPr>
                <p14:cNvContentPartPr/>
                <p14:nvPr/>
              </p14:nvContentPartPr>
              <p14:xfrm>
                <a:off x="2281187" y="1376907"/>
                <a:ext cx="165240" cy="2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C2BF4F-D87A-AAF0-FE73-ACC83FBE2E4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76867" y="1372587"/>
                  <a:ext cx="173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FD68D53-B670-2BB8-772F-2B5420BCD864}"/>
                    </a:ext>
                  </a:extLst>
                </p14:cNvPr>
                <p14:cNvContentPartPr/>
                <p14:nvPr/>
              </p14:nvContentPartPr>
              <p14:xfrm>
                <a:off x="2567747" y="1357107"/>
                <a:ext cx="290160" cy="33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FD68D53-B670-2BB8-772F-2B5420BCD8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63427" y="1352787"/>
                  <a:ext cx="2988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94F908-0E39-0F52-6B7A-B15BBE402BAF}"/>
                    </a:ext>
                  </a:extLst>
                </p14:cNvPr>
                <p14:cNvContentPartPr/>
                <p14:nvPr/>
              </p14:nvContentPartPr>
              <p14:xfrm>
                <a:off x="2730467" y="1625307"/>
                <a:ext cx="77040" cy="9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94F908-0E39-0F52-6B7A-B15BBE402BA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26147" y="1620987"/>
                  <a:ext cx="85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28051E4-9114-014A-2C4B-D4E73E68AE72}"/>
                    </a:ext>
                  </a:extLst>
                </p14:cNvPr>
                <p14:cNvContentPartPr/>
                <p14:nvPr/>
              </p14:nvContentPartPr>
              <p14:xfrm>
                <a:off x="2783747" y="1628187"/>
                <a:ext cx="144360" cy="87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28051E4-9114-014A-2C4B-D4E73E68AE7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79427" y="1623867"/>
                  <a:ext cx="1530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0AA01F7-32B3-E30E-5A5A-C45C83BE0DFC}"/>
                    </a:ext>
                  </a:extLst>
                </p14:cNvPr>
                <p14:cNvContentPartPr/>
                <p14:nvPr/>
              </p14:nvContentPartPr>
              <p14:xfrm>
                <a:off x="2482787" y="1705947"/>
                <a:ext cx="606960" cy="617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0AA01F7-32B3-E30E-5A5A-C45C83BE0DF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78467" y="1701627"/>
                  <a:ext cx="615600" cy="62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F876476-9B88-933E-4055-A04389186464}"/>
              </a:ext>
            </a:extLst>
          </p:cNvPr>
          <p:cNvGrpSpPr/>
          <p:nvPr/>
        </p:nvGrpSpPr>
        <p:grpSpPr>
          <a:xfrm>
            <a:off x="2655227" y="1908267"/>
            <a:ext cx="241920" cy="213840"/>
            <a:chOff x="2655227" y="1908267"/>
            <a:chExt cx="24192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ECCDCF-BEDD-F735-C596-FBFC0E225F15}"/>
                    </a:ext>
                  </a:extLst>
                </p14:cNvPr>
                <p14:cNvContentPartPr/>
                <p14:nvPr/>
              </p14:nvContentPartPr>
              <p14:xfrm>
                <a:off x="2655227" y="1949307"/>
                <a:ext cx="34920" cy="172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ECCDCF-BEDD-F735-C596-FBFC0E225F1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50907" y="1944987"/>
                  <a:ext cx="43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E6A0CF9-F612-B35E-30DD-B2DA5199ED19}"/>
                    </a:ext>
                  </a:extLst>
                </p14:cNvPr>
                <p14:cNvContentPartPr/>
                <p14:nvPr/>
              </p14:nvContentPartPr>
              <p14:xfrm>
                <a:off x="2801747" y="1908267"/>
                <a:ext cx="95400" cy="149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E6A0CF9-F612-B35E-30DD-B2DA5199ED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97427" y="1903947"/>
                  <a:ext cx="10404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3A52E89-17BA-3DD9-596F-8E84C22629A8}"/>
              </a:ext>
            </a:extLst>
          </p:cNvPr>
          <p:cNvGrpSpPr/>
          <p:nvPr/>
        </p:nvGrpSpPr>
        <p:grpSpPr>
          <a:xfrm>
            <a:off x="3945467" y="1089987"/>
            <a:ext cx="1213560" cy="1773000"/>
            <a:chOff x="3945467" y="1089987"/>
            <a:chExt cx="1213560" cy="177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86D5DA3-DBCE-63B6-AE8A-F9A5FB77FE0E}"/>
                    </a:ext>
                  </a:extLst>
                </p14:cNvPr>
                <p14:cNvContentPartPr/>
                <p14:nvPr/>
              </p14:nvContentPartPr>
              <p14:xfrm>
                <a:off x="4710827" y="1089987"/>
                <a:ext cx="204120" cy="363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86D5DA3-DBCE-63B6-AE8A-F9A5FB77FE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06507" y="1085667"/>
                  <a:ext cx="2127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2570332-7D56-5C82-0D0B-6F4213F412B4}"/>
                    </a:ext>
                  </a:extLst>
                </p14:cNvPr>
                <p14:cNvContentPartPr/>
                <p14:nvPr/>
              </p14:nvContentPartPr>
              <p14:xfrm>
                <a:off x="4762307" y="1370787"/>
                <a:ext cx="141120" cy="87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2570332-7D56-5C82-0D0B-6F4213F412B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57987" y="1366467"/>
                  <a:ext cx="149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AEBF7E5-7E9F-9C17-70A5-41A66C3D05E3}"/>
                    </a:ext>
                  </a:extLst>
                </p14:cNvPr>
                <p14:cNvContentPartPr/>
                <p14:nvPr/>
              </p14:nvContentPartPr>
              <p14:xfrm>
                <a:off x="4877507" y="1357827"/>
                <a:ext cx="139680" cy="141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AEBF7E5-7E9F-9C17-70A5-41A66C3D05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73187" y="1353507"/>
                  <a:ext cx="148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60A1DF7-77E8-1AB6-8D51-ADCAC6ABF576}"/>
                    </a:ext>
                  </a:extLst>
                </p14:cNvPr>
                <p14:cNvContentPartPr/>
                <p14:nvPr/>
              </p14:nvContentPartPr>
              <p14:xfrm>
                <a:off x="4577267" y="1462227"/>
                <a:ext cx="581760" cy="492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60A1DF7-77E8-1AB6-8D51-ADCAC6ABF5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72947" y="1457907"/>
                  <a:ext cx="5904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587631-F042-073A-3CD9-CA1D4D410E19}"/>
                    </a:ext>
                  </a:extLst>
                </p14:cNvPr>
                <p14:cNvContentPartPr/>
                <p14:nvPr/>
              </p14:nvContentPartPr>
              <p14:xfrm>
                <a:off x="4359467" y="1956147"/>
                <a:ext cx="321120" cy="380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587631-F042-073A-3CD9-CA1D4D410E1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55147" y="1951827"/>
                  <a:ext cx="3297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EDC5A3-5361-9E15-ABC3-3976DA752174}"/>
                    </a:ext>
                  </a:extLst>
                </p14:cNvPr>
                <p14:cNvContentPartPr/>
                <p14:nvPr/>
              </p14:nvContentPartPr>
              <p14:xfrm>
                <a:off x="3945467" y="2343867"/>
                <a:ext cx="497880" cy="519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EDC5A3-5361-9E15-ABC3-3976DA75217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41147" y="2339547"/>
                  <a:ext cx="50652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1721C99-31AA-0B52-720B-77C5F6CBDB10}"/>
                    </a:ext>
                  </a:extLst>
                </p14:cNvPr>
                <p14:cNvContentPartPr/>
                <p14:nvPr/>
              </p14:nvContentPartPr>
              <p14:xfrm>
                <a:off x="4762307" y="1637187"/>
                <a:ext cx="14040" cy="114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1721C99-31AA-0B52-720B-77C5F6CBDB1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57987" y="1632867"/>
                  <a:ext cx="22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B2DFD3-06E4-1AD1-8ECC-270E829C3ABE}"/>
                    </a:ext>
                  </a:extLst>
                </p14:cNvPr>
                <p14:cNvContentPartPr/>
                <p14:nvPr/>
              </p14:nvContentPartPr>
              <p14:xfrm>
                <a:off x="4844027" y="1600467"/>
                <a:ext cx="187200" cy="154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B2DFD3-06E4-1AD1-8ECC-270E829C3AB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39707" y="1596147"/>
                  <a:ext cx="195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A99F74-BF3E-89B9-5E43-A4015B617D36}"/>
                    </a:ext>
                  </a:extLst>
                </p14:cNvPr>
                <p14:cNvContentPartPr/>
                <p14:nvPr/>
              </p14:nvContentPartPr>
              <p14:xfrm>
                <a:off x="4137347" y="2435667"/>
                <a:ext cx="118080" cy="269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A99F74-BF3E-89B9-5E43-A4015B617D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33027" y="2431347"/>
                  <a:ext cx="12672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6DB7D39-C350-E829-9A6B-C175038FABF0}"/>
              </a:ext>
            </a:extLst>
          </p:cNvPr>
          <p:cNvGrpSpPr/>
          <p:nvPr/>
        </p:nvGrpSpPr>
        <p:grpSpPr>
          <a:xfrm>
            <a:off x="3883907" y="993147"/>
            <a:ext cx="678240" cy="252720"/>
            <a:chOff x="3883907" y="993147"/>
            <a:chExt cx="6782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B70C2BE-0DC7-C5F4-D714-7D2B9F42C79B}"/>
                    </a:ext>
                  </a:extLst>
                </p14:cNvPr>
                <p14:cNvContentPartPr/>
                <p14:nvPr/>
              </p14:nvContentPartPr>
              <p14:xfrm>
                <a:off x="3883907" y="1101147"/>
                <a:ext cx="155520" cy="144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B70C2BE-0DC7-C5F4-D714-7D2B9F42C7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79587" y="1096827"/>
                  <a:ext cx="164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B515B67-5C3A-5CFD-A15E-5367EFC7B0CD}"/>
                    </a:ext>
                  </a:extLst>
                </p14:cNvPr>
                <p14:cNvContentPartPr/>
                <p14:nvPr/>
              </p14:nvContentPartPr>
              <p14:xfrm>
                <a:off x="4095227" y="1093227"/>
                <a:ext cx="66960" cy="93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B515B67-5C3A-5CFD-A15E-5367EFC7B0C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90907" y="1088907"/>
                  <a:ext cx="75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B7B9CEB-38BC-3BFE-D89D-65888D378D46}"/>
                    </a:ext>
                  </a:extLst>
                </p14:cNvPr>
                <p14:cNvContentPartPr/>
                <p14:nvPr/>
              </p14:nvContentPartPr>
              <p14:xfrm>
                <a:off x="4233827" y="1090707"/>
                <a:ext cx="73800" cy="94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B7B9CEB-38BC-3BFE-D89D-65888D378D4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29507" y="1086387"/>
                  <a:ext cx="82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85448D7-A44C-629C-296C-063A8E70CF0A}"/>
                    </a:ext>
                  </a:extLst>
                </p14:cNvPr>
                <p14:cNvContentPartPr/>
                <p14:nvPr/>
              </p14:nvContentPartPr>
              <p14:xfrm>
                <a:off x="4449827" y="993147"/>
                <a:ext cx="59040" cy="130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85448D7-A44C-629C-296C-063A8E70CF0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45507" y="988827"/>
                  <a:ext cx="67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6D5FD7A-4158-FB83-F937-3C8AFE4C7B44}"/>
                    </a:ext>
                  </a:extLst>
                </p14:cNvPr>
                <p14:cNvContentPartPr/>
                <p14:nvPr/>
              </p14:nvContentPartPr>
              <p14:xfrm>
                <a:off x="4391867" y="1035267"/>
                <a:ext cx="170280" cy="25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6D5FD7A-4158-FB83-F937-3C8AFE4C7B4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87547" y="1030947"/>
                  <a:ext cx="17892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EAE6B64-5978-CE27-556F-027A8D250F0F}"/>
                  </a:ext>
                </a:extLst>
              </p14:cNvPr>
              <p14:cNvContentPartPr/>
              <p14:nvPr/>
            </p14:nvContentPartPr>
            <p14:xfrm>
              <a:off x="9293267" y="800547"/>
              <a:ext cx="218880" cy="4006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EAE6B64-5978-CE27-556F-027A8D250F0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288947" y="796227"/>
                <a:ext cx="22752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6CCFF00-7C46-C8D4-A346-AE55B6A1DB15}"/>
                  </a:ext>
                </a:extLst>
              </p14:cNvPr>
              <p14:cNvContentPartPr/>
              <p14:nvPr/>
            </p14:nvContentPartPr>
            <p14:xfrm>
              <a:off x="9342227" y="1121307"/>
              <a:ext cx="156240" cy="74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6CCFF00-7C46-C8D4-A346-AE55B6A1DB1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337907" y="1116987"/>
                <a:ext cx="16488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817CC44-94BD-2F78-2CF0-8A41766F81A6}"/>
                  </a:ext>
                </a:extLst>
              </p14:cNvPr>
              <p14:cNvContentPartPr/>
              <p14:nvPr/>
            </p14:nvContentPartPr>
            <p14:xfrm>
              <a:off x="9442307" y="1114827"/>
              <a:ext cx="148680" cy="1087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817CC44-94BD-2F78-2CF0-8A41766F81A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437987" y="1110507"/>
                <a:ext cx="1573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745AD52-8836-9D79-AFC2-A4E180BFB853}"/>
                  </a:ext>
                </a:extLst>
              </p14:cNvPr>
              <p14:cNvContentPartPr/>
              <p14:nvPr/>
            </p14:nvContentPartPr>
            <p14:xfrm>
              <a:off x="9162587" y="1225707"/>
              <a:ext cx="538920" cy="4478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745AD52-8836-9D79-AFC2-A4E180BFB85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158267" y="1221387"/>
                <a:ext cx="54756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082C2C0-B801-1B92-98CB-2FE8C50EEF2F}"/>
                  </a:ext>
                </a:extLst>
              </p14:cNvPr>
              <p14:cNvContentPartPr/>
              <p14:nvPr/>
            </p14:nvContentPartPr>
            <p14:xfrm>
              <a:off x="9158627" y="1615227"/>
              <a:ext cx="223920" cy="3805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082C2C0-B801-1B92-98CB-2FE8C50EEF2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154307" y="1610907"/>
                <a:ext cx="23256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3896E01-CBBF-CD36-8C6C-A7C5D9DCB1C3}"/>
                  </a:ext>
                </a:extLst>
              </p14:cNvPr>
              <p14:cNvContentPartPr/>
              <p14:nvPr/>
            </p14:nvContentPartPr>
            <p14:xfrm>
              <a:off x="9037667" y="1967667"/>
              <a:ext cx="111600" cy="1656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3896E01-CBBF-CD36-8C6C-A7C5D9DCB1C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033347" y="1963347"/>
                <a:ext cx="1202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9DE9FB7-8B62-A02A-F7E4-7591E255372F}"/>
                  </a:ext>
                </a:extLst>
              </p14:cNvPr>
              <p14:cNvContentPartPr/>
              <p14:nvPr/>
            </p14:nvContentPartPr>
            <p14:xfrm>
              <a:off x="9069707" y="2009067"/>
              <a:ext cx="247320" cy="1332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9DE9FB7-8B62-A02A-F7E4-7591E255372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065387" y="2004747"/>
                <a:ext cx="2559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C6301C5-7733-B810-A236-236FEEBCC877}"/>
                  </a:ext>
                </a:extLst>
              </p14:cNvPr>
              <p14:cNvContentPartPr/>
              <p14:nvPr/>
            </p14:nvContentPartPr>
            <p14:xfrm>
              <a:off x="8822747" y="2247747"/>
              <a:ext cx="371520" cy="403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C6301C5-7733-B810-A236-236FEEBCC87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818427" y="2243427"/>
                <a:ext cx="38016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F4840B24-87E7-A795-039C-3B3C404D6E41}"/>
                  </a:ext>
                </a:extLst>
              </p14:cNvPr>
              <p14:cNvContentPartPr/>
              <p14:nvPr/>
            </p14:nvContentPartPr>
            <p14:xfrm>
              <a:off x="9500267" y="1635027"/>
              <a:ext cx="243360" cy="5194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F4840B24-87E7-A795-039C-3B3C404D6E4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495947" y="1630707"/>
                <a:ext cx="252000" cy="5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38E1FA5-9510-F8C3-DDFA-66A11E83A5B9}"/>
                  </a:ext>
                </a:extLst>
              </p14:cNvPr>
              <p14:cNvContentPartPr/>
              <p14:nvPr/>
            </p14:nvContentPartPr>
            <p14:xfrm>
              <a:off x="9628427" y="2106987"/>
              <a:ext cx="225360" cy="79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38E1FA5-9510-F8C3-DDFA-66A11E83A5B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624107" y="2102667"/>
                <a:ext cx="23400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8D37610-3EF1-D54B-730F-CBD24FB74752}"/>
                  </a:ext>
                </a:extLst>
              </p14:cNvPr>
              <p14:cNvContentPartPr/>
              <p14:nvPr/>
            </p14:nvContentPartPr>
            <p14:xfrm>
              <a:off x="9645347" y="2123547"/>
              <a:ext cx="580680" cy="4744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8D37610-3EF1-D54B-730F-CBD24FB7475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641027" y="2119227"/>
                <a:ext cx="58932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2534E85-456D-47A9-E2F0-BF4A5D0B25E2}"/>
                  </a:ext>
                </a:extLst>
              </p14:cNvPr>
              <p14:cNvContentPartPr/>
              <p14:nvPr/>
            </p14:nvContentPartPr>
            <p14:xfrm>
              <a:off x="9288227" y="1403547"/>
              <a:ext cx="46800" cy="1620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2534E85-456D-47A9-E2F0-BF4A5D0B25E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283907" y="1399227"/>
                <a:ext cx="554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AC9089E-A7C6-AFE7-F051-53702E379117}"/>
                  </a:ext>
                </a:extLst>
              </p14:cNvPr>
              <p14:cNvContentPartPr/>
              <p14:nvPr/>
            </p14:nvContentPartPr>
            <p14:xfrm>
              <a:off x="9386507" y="1363947"/>
              <a:ext cx="121320" cy="1317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AC9089E-A7C6-AFE7-F051-53702E37911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382187" y="1359627"/>
                <a:ext cx="1299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9404E3D-C84B-BC8A-D6FE-65BA9CA3E505}"/>
                  </a:ext>
                </a:extLst>
              </p14:cNvPr>
              <p14:cNvContentPartPr/>
              <p14:nvPr/>
            </p14:nvContentPartPr>
            <p14:xfrm>
              <a:off x="8896907" y="2338467"/>
              <a:ext cx="46440" cy="1400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9404E3D-C84B-BC8A-D6FE-65BA9CA3E50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892587" y="2334147"/>
                <a:ext cx="550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45BBD89-03BF-C346-3AF8-BAE4C21995A7}"/>
                  </a:ext>
                </a:extLst>
              </p14:cNvPr>
              <p14:cNvContentPartPr/>
              <p14:nvPr/>
            </p14:nvContentPartPr>
            <p14:xfrm>
              <a:off x="8998067" y="2390307"/>
              <a:ext cx="74880" cy="1486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45BBD89-03BF-C346-3AF8-BAE4C21995A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993747" y="2385987"/>
                <a:ext cx="835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592B2C0F-45DA-CEF6-1379-A0BADD11D3E6}"/>
                  </a:ext>
                </a:extLst>
              </p14:cNvPr>
              <p14:cNvContentPartPr/>
              <p14:nvPr/>
            </p14:nvContentPartPr>
            <p14:xfrm>
              <a:off x="9887267" y="2327307"/>
              <a:ext cx="23040" cy="1548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592B2C0F-45DA-CEF6-1379-A0BADD11D3E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882947" y="2322987"/>
                <a:ext cx="316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75DCC6E-AD87-7A85-6EB9-9A1E844E9512}"/>
                  </a:ext>
                </a:extLst>
              </p14:cNvPr>
              <p14:cNvContentPartPr/>
              <p14:nvPr/>
            </p14:nvContentPartPr>
            <p14:xfrm>
              <a:off x="9995627" y="2308587"/>
              <a:ext cx="101160" cy="1346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75DCC6E-AD87-7A85-6EB9-9A1E844E951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991307" y="2304267"/>
                <a:ext cx="10980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DB1CBF6-8B16-E972-CD90-6622DFCB58EA}"/>
              </a:ext>
            </a:extLst>
          </p:cNvPr>
          <p:cNvGrpSpPr/>
          <p:nvPr/>
        </p:nvGrpSpPr>
        <p:grpSpPr>
          <a:xfrm>
            <a:off x="8322707" y="2691627"/>
            <a:ext cx="644400" cy="917640"/>
            <a:chOff x="8322707" y="2691627"/>
            <a:chExt cx="644400" cy="91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9F05F91-139A-F1C4-64A8-13437AAC10EC}"/>
                    </a:ext>
                  </a:extLst>
                </p14:cNvPr>
                <p14:cNvContentPartPr/>
                <p14:nvPr/>
              </p14:nvContentPartPr>
              <p14:xfrm>
                <a:off x="8646707" y="2691627"/>
                <a:ext cx="320400" cy="442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9F05F91-139A-F1C4-64A8-13437AAC10E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42387" y="2687307"/>
                  <a:ext cx="3290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5D17099-5DF2-F1C7-ACB4-58F67A2C45A2}"/>
                    </a:ext>
                  </a:extLst>
                </p14:cNvPr>
                <p14:cNvContentPartPr/>
                <p14:nvPr/>
              </p14:nvContentPartPr>
              <p14:xfrm>
                <a:off x="8322707" y="3126147"/>
                <a:ext cx="465840" cy="483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5D17099-5DF2-F1C7-ACB4-58F67A2C45A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18387" y="3121827"/>
                  <a:ext cx="4744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85DEBB6-5E6A-DCB6-022D-236FB59360C8}"/>
                    </a:ext>
                  </a:extLst>
                </p14:cNvPr>
                <p14:cNvContentPartPr/>
                <p14:nvPr/>
              </p14:nvContentPartPr>
              <p14:xfrm>
                <a:off x="8556707" y="3251427"/>
                <a:ext cx="104760" cy="246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85DEBB6-5E6A-DCB6-022D-236FB59360C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52387" y="3247107"/>
                  <a:ext cx="11340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93BBB15-0A8E-DD0A-4E03-A65A19C22E6C}"/>
              </a:ext>
            </a:extLst>
          </p:cNvPr>
          <p:cNvGrpSpPr/>
          <p:nvPr/>
        </p:nvGrpSpPr>
        <p:grpSpPr>
          <a:xfrm>
            <a:off x="341867" y="3608907"/>
            <a:ext cx="1594800" cy="2648160"/>
            <a:chOff x="341867" y="3608907"/>
            <a:chExt cx="1594800" cy="264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E6A803-E9ED-1535-808B-4840B4642007}"/>
                    </a:ext>
                  </a:extLst>
                </p14:cNvPr>
                <p14:cNvContentPartPr/>
                <p14:nvPr/>
              </p14:nvContentPartPr>
              <p14:xfrm>
                <a:off x="1399187" y="3836067"/>
                <a:ext cx="192960" cy="583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E6A803-E9ED-1535-808B-4840B464200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94867" y="3831747"/>
                  <a:ext cx="20160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B6B0650-767A-9B7F-178D-A50DAF12505E}"/>
                    </a:ext>
                  </a:extLst>
                </p14:cNvPr>
                <p14:cNvContentPartPr/>
                <p14:nvPr/>
              </p14:nvContentPartPr>
              <p14:xfrm>
                <a:off x="1340507" y="4313067"/>
                <a:ext cx="110520" cy="79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B6B0650-767A-9B7F-178D-A50DAF12505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36187" y="4308747"/>
                  <a:ext cx="1191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CA02859-9C81-B77E-8711-028629BFD260}"/>
                    </a:ext>
                  </a:extLst>
                </p14:cNvPr>
                <p14:cNvContentPartPr/>
                <p14:nvPr/>
              </p14:nvContentPartPr>
              <p14:xfrm>
                <a:off x="1424027" y="4324587"/>
                <a:ext cx="81000" cy="97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CA02859-9C81-B77E-8711-028629BFD26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419707" y="4320267"/>
                  <a:ext cx="89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68FA37D-19E5-A5D8-ACE3-A3A0C4E74EC4}"/>
                    </a:ext>
                  </a:extLst>
                </p14:cNvPr>
                <p14:cNvContentPartPr/>
                <p14:nvPr/>
              </p14:nvContentPartPr>
              <p14:xfrm>
                <a:off x="1224587" y="4330347"/>
                <a:ext cx="352080" cy="358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68FA37D-19E5-A5D8-ACE3-A3A0C4E74EC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20267" y="4326027"/>
                  <a:ext cx="360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E0F8993-9452-5E46-D7E4-0B089BD75795}"/>
                    </a:ext>
                  </a:extLst>
                </p14:cNvPr>
                <p14:cNvContentPartPr/>
                <p14:nvPr/>
              </p14:nvContentPartPr>
              <p14:xfrm>
                <a:off x="1058267" y="4692507"/>
                <a:ext cx="237240" cy="363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E0F8993-9452-5E46-D7E4-0B089BD7579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3947" y="4688187"/>
                  <a:ext cx="2458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745824D-A475-2E2A-3F91-AF062D3118E9}"/>
                    </a:ext>
                  </a:extLst>
                </p14:cNvPr>
                <p14:cNvContentPartPr/>
                <p14:nvPr/>
              </p14:nvContentPartPr>
              <p14:xfrm>
                <a:off x="829667" y="4965027"/>
                <a:ext cx="357120" cy="429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745824D-A475-2E2A-3F91-AF062D3118E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5347" y="4960707"/>
                  <a:ext cx="3657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728E6B-9FC8-5DBD-8B4C-51507757A3CE}"/>
                    </a:ext>
                  </a:extLst>
                </p14:cNvPr>
                <p14:cNvContentPartPr/>
                <p14:nvPr/>
              </p14:nvContentPartPr>
              <p14:xfrm>
                <a:off x="1449587" y="4655787"/>
                <a:ext cx="199440" cy="473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728E6B-9FC8-5DBD-8B4C-51507757A3C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45267" y="4651467"/>
                  <a:ext cx="20808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3296426-5900-2B1A-5B1E-611FB7E6EBC1}"/>
                    </a:ext>
                  </a:extLst>
                </p14:cNvPr>
                <p14:cNvContentPartPr/>
                <p14:nvPr/>
              </p14:nvContentPartPr>
              <p14:xfrm>
                <a:off x="1511867" y="5153667"/>
                <a:ext cx="424800" cy="301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3296426-5900-2B1A-5B1E-611FB7E6EB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507547" y="5149347"/>
                  <a:ext cx="4334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32C580A-A072-4DCD-EF49-C5F052235E8C}"/>
                    </a:ext>
                  </a:extLst>
                </p14:cNvPr>
                <p14:cNvContentPartPr/>
                <p14:nvPr/>
              </p14:nvContentPartPr>
              <p14:xfrm>
                <a:off x="593147" y="5430147"/>
                <a:ext cx="269640" cy="370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32C580A-A072-4DCD-EF49-C5F052235E8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88827" y="5425827"/>
                  <a:ext cx="2782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F896140-F3C5-2F6D-53E4-A184CEF08EEB}"/>
                    </a:ext>
                  </a:extLst>
                </p14:cNvPr>
                <p14:cNvContentPartPr/>
                <p14:nvPr/>
              </p14:nvContentPartPr>
              <p14:xfrm>
                <a:off x="341867" y="5804907"/>
                <a:ext cx="381600" cy="405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F896140-F3C5-2F6D-53E4-A184CEF08EE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37547" y="5800587"/>
                  <a:ext cx="3902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CDEA82E-49E3-B3D7-E03D-0C47F1C9ED5C}"/>
                    </a:ext>
                  </a:extLst>
                </p14:cNvPr>
                <p14:cNvContentPartPr/>
                <p14:nvPr/>
              </p14:nvContentPartPr>
              <p14:xfrm>
                <a:off x="976907" y="5408547"/>
                <a:ext cx="221760" cy="461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CDEA82E-49E3-B3D7-E03D-0C47F1C9ED5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2587" y="5404227"/>
                  <a:ext cx="23040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AACDBA6-2E7C-4342-D02A-98C30B9151D6}"/>
                    </a:ext>
                  </a:extLst>
                </p14:cNvPr>
                <p14:cNvContentPartPr/>
                <p14:nvPr/>
              </p14:nvContentPartPr>
              <p14:xfrm>
                <a:off x="1053587" y="5875467"/>
                <a:ext cx="416520" cy="381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AACDBA6-2E7C-4342-D02A-98C30B9151D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49267" y="5871147"/>
                  <a:ext cx="4251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BD346D6-B64B-49D9-0EFA-1FF4AE33CC78}"/>
                    </a:ext>
                  </a:extLst>
                </p14:cNvPr>
                <p14:cNvContentPartPr/>
                <p14:nvPr/>
              </p14:nvContentPartPr>
              <p14:xfrm>
                <a:off x="694667" y="3790707"/>
                <a:ext cx="127440" cy="155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BD346D6-B64B-49D9-0EFA-1FF4AE33CC7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0347" y="3786387"/>
                  <a:ext cx="136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31BB5CE-E83A-C7B5-7325-FBAC9EC045C1}"/>
                    </a:ext>
                  </a:extLst>
                </p14:cNvPr>
                <p14:cNvContentPartPr/>
                <p14:nvPr/>
              </p14:nvContentPartPr>
              <p14:xfrm>
                <a:off x="831827" y="3813387"/>
                <a:ext cx="88560" cy="113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31BB5CE-E83A-C7B5-7325-FBAC9EC045C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27507" y="3809067"/>
                  <a:ext cx="97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403A9B2-7AB7-8C56-93C9-FEADED11E726}"/>
                    </a:ext>
                  </a:extLst>
                </p14:cNvPr>
                <p14:cNvContentPartPr/>
                <p14:nvPr/>
              </p14:nvContentPartPr>
              <p14:xfrm>
                <a:off x="976547" y="3805467"/>
                <a:ext cx="102600" cy="120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403A9B2-7AB7-8C56-93C9-FEADED11E72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2227" y="3801147"/>
                  <a:ext cx="111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E37DEE4-FE7B-03E2-D5C4-BECB077549B4}"/>
                    </a:ext>
                  </a:extLst>
                </p14:cNvPr>
                <p14:cNvContentPartPr/>
                <p14:nvPr/>
              </p14:nvContentPartPr>
              <p14:xfrm>
                <a:off x="1131707" y="3608907"/>
                <a:ext cx="94680" cy="236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E37DEE4-FE7B-03E2-D5C4-BECB077549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27387" y="3604587"/>
                  <a:ext cx="103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BC0933D-8148-4493-3372-F21A7D9EDE34}"/>
                    </a:ext>
                  </a:extLst>
                </p14:cNvPr>
                <p14:cNvContentPartPr/>
                <p14:nvPr/>
              </p14:nvContentPartPr>
              <p14:xfrm>
                <a:off x="1054307" y="3752547"/>
                <a:ext cx="138960" cy="8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BC0933D-8148-4493-3372-F21A7D9EDE3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49987" y="3748227"/>
                  <a:ext cx="1476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E663B22-89C9-D978-AC51-9323ECBC2D58}"/>
                    </a:ext>
                  </a:extLst>
                </p14:cNvPr>
                <p14:cNvContentPartPr/>
                <p14:nvPr/>
              </p14:nvContentPartPr>
              <p14:xfrm>
                <a:off x="1341227" y="4477947"/>
                <a:ext cx="45360" cy="157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E663B22-89C9-D978-AC51-9323ECBC2D5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336907" y="4473627"/>
                  <a:ext cx="54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D31EF70-C8EB-11F0-3614-04940BF707DC}"/>
                    </a:ext>
                  </a:extLst>
                </p14:cNvPr>
                <p14:cNvContentPartPr/>
                <p14:nvPr/>
              </p14:nvContentPartPr>
              <p14:xfrm>
                <a:off x="1420787" y="4465707"/>
                <a:ext cx="104760" cy="118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D31EF70-C8EB-11F0-3614-04940BF707D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16467" y="4461387"/>
                  <a:ext cx="113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80BF87A-AF47-1803-E805-AE9C0AF96AE8}"/>
                    </a:ext>
                  </a:extLst>
                </p14:cNvPr>
                <p14:cNvContentPartPr/>
                <p14:nvPr/>
              </p14:nvContentPartPr>
              <p14:xfrm>
                <a:off x="863507" y="5192187"/>
                <a:ext cx="52560" cy="115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80BF87A-AF47-1803-E805-AE9C0AF96AE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9187" y="5187867"/>
                  <a:ext cx="61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FAC0571-DD31-A7E9-1AF9-3257678E318F}"/>
                    </a:ext>
                  </a:extLst>
                </p14:cNvPr>
                <p14:cNvContentPartPr/>
                <p14:nvPr/>
              </p14:nvContentPartPr>
              <p14:xfrm>
                <a:off x="976547" y="5150787"/>
                <a:ext cx="106560" cy="120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FAC0571-DD31-A7E9-1AF9-3257678E318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2227" y="5146467"/>
                  <a:ext cx="115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82DCDA4-E320-CE54-9C96-47F8FC42596E}"/>
                    </a:ext>
                  </a:extLst>
                </p14:cNvPr>
                <p14:cNvContentPartPr/>
                <p14:nvPr/>
              </p14:nvContentPartPr>
              <p14:xfrm>
                <a:off x="1629587" y="5238627"/>
                <a:ext cx="124920" cy="172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82DCDA4-E320-CE54-9C96-47F8FC4259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625267" y="5234307"/>
                  <a:ext cx="133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DCD2EC4-2DEB-AA86-20A4-F1A21EF4368B}"/>
                    </a:ext>
                  </a:extLst>
                </p14:cNvPr>
                <p14:cNvContentPartPr/>
                <p14:nvPr/>
              </p14:nvContentPartPr>
              <p14:xfrm>
                <a:off x="964667" y="4176267"/>
                <a:ext cx="360" cy="10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DCD2EC4-2DEB-AA86-20A4-F1A21EF4368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0347" y="4171947"/>
                  <a:ext cx="9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D93D86C-1150-ADE1-71B9-430F7DD801C2}"/>
                    </a:ext>
                  </a:extLst>
                </p14:cNvPr>
                <p14:cNvContentPartPr/>
                <p14:nvPr/>
              </p14:nvContentPartPr>
              <p14:xfrm>
                <a:off x="463547" y="5980227"/>
                <a:ext cx="360" cy="3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D93D86C-1150-ADE1-71B9-430F7DD801C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59227" y="5975907"/>
                  <a:ext cx="900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ADA8D3B-E817-DF7B-1D3E-E7C92E94AD8F}"/>
                    </a:ext>
                  </a:extLst>
                </p14:cNvPr>
                <p14:cNvContentPartPr/>
                <p14:nvPr/>
              </p14:nvContentPartPr>
              <p14:xfrm>
                <a:off x="485507" y="5893827"/>
                <a:ext cx="121320" cy="209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ADA8D3B-E817-DF7B-1D3E-E7C92E94AD8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1187" y="5889507"/>
                  <a:ext cx="129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A16F159-8AAE-B983-1558-614AE83937BD}"/>
                    </a:ext>
                  </a:extLst>
                </p14:cNvPr>
                <p14:cNvContentPartPr/>
                <p14:nvPr/>
              </p14:nvContentPartPr>
              <p14:xfrm>
                <a:off x="1235747" y="5952867"/>
                <a:ext cx="123840" cy="263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A16F159-8AAE-B983-1558-614AE83937B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31427" y="5948547"/>
                  <a:ext cx="132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7A4165A-3C24-C44C-BF97-DB30188F6EE7}"/>
                    </a:ext>
                  </a:extLst>
                </p14:cNvPr>
                <p14:cNvContentPartPr/>
                <p14:nvPr/>
              </p14:nvContentPartPr>
              <p14:xfrm>
                <a:off x="1224587" y="6046467"/>
                <a:ext cx="186120" cy="37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7A4165A-3C24-C44C-BF97-DB30188F6E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20267" y="6042147"/>
                  <a:ext cx="19476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A7FB3ACA-8AEA-E5B4-5D5F-32FEF1DAEFA6}"/>
              </a:ext>
            </a:extLst>
          </p:cNvPr>
          <p:cNvGrpSpPr/>
          <p:nvPr/>
        </p:nvGrpSpPr>
        <p:grpSpPr>
          <a:xfrm>
            <a:off x="5415347" y="3865587"/>
            <a:ext cx="1224360" cy="518760"/>
            <a:chOff x="5415347" y="3865587"/>
            <a:chExt cx="122436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BBF82F3-0529-2EC5-9A59-F3213B85F5E6}"/>
                    </a:ext>
                  </a:extLst>
                </p14:cNvPr>
                <p14:cNvContentPartPr/>
                <p14:nvPr/>
              </p14:nvContentPartPr>
              <p14:xfrm>
                <a:off x="5415347" y="3865587"/>
                <a:ext cx="558000" cy="5187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BBF82F3-0529-2EC5-9A59-F3213B85F5E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11027" y="3861267"/>
                  <a:ext cx="56664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E6D85CB-11EC-0627-E374-DA3F27545EE8}"/>
                    </a:ext>
                  </a:extLst>
                </p14:cNvPr>
                <p14:cNvContentPartPr/>
                <p14:nvPr/>
              </p14:nvContentPartPr>
              <p14:xfrm>
                <a:off x="5954987" y="4120467"/>
                <a:ext cx="176760" cy="156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E6D85CB-11EC-0627-E374-DA3F27545EE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50667" y="4116147"/>
                  <a:ext cx="185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1917BF5-F49F-E49E-BE8B-F27EB0D10232}"/>
                    </a:ext>
                  </a:extLst>
                </p14:cNvPr>
                <p14:cNvContentPartPr/>
                <p14:nvPr/>
              </p14:nvContentPartPr>
              <p14:xfrm>
                <a:off x="6192947" y="4083027"/>
                <a:ext cx="132840" cy="208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1917BF5-F49F-E49E-BE8B-F27EB0D1023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88627" y="4078707"/>
                  <a:ext cx="141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5EF1A56-BBDF-8B19-A592-149B58E6871F}"/>
                    </a:ext>
                  </a:extLst>
                </p14:cNvPr>
                <p14:cNvContentPartPr/>
                <p14:nvPr/>
              </p14:nvContentPartPr>
              <p14:xfrm>
                <a:off x="6195107" y="4111467"/>
                <a:ext cx="104040" cy="169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5EF1A56-BBDF-8B19-A592-149B58E6871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90787" y="4107147"/>
                  <a:ext cx="112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9F21EDC-58CE-F877-1DE7-4F8A21E707AB}"/>
                    </a:ext>
                  </a:extLst>
                </p14:cNvPr>
                <p14:cNvContentPartPr/>
                <p14:nvPr/>
              </p14:nvContentPartPr>
              <p14:xfrm>
                <a:off x="6475907" y="4198947"/>
                <a:ext cx="163800" cy="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9F21EDC-58CE-F877-1DE7-4F8A21E707A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71587" y="4194627"/>
                  <a:ext cx="17244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CDE4EF02-A168-A307-195B-044F7155DEF7}"/>
              </a:ext>
            </a:extLst>
          </p:cNvPr>
          <p:cNvGrpSpPr/>
          <p:nvPr/>
        </p:nvGrpSpPr>
        <p:grpSpPr>
          <a:xfrm>
            <a:off x="6866867" y="3878187"/>
            <a:ext cx="1162800" cy="573840"/>
            <a:chOff x="6866867" y="3878187"/>
            <a:chExt cx="1162800" cy="57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E0F8BC0-3CC8-29CB-9C0C-CC758BA4AF3A}"/>
                    </a:ext>
                  </a:extLst>
                </p14:cNvPr>
                <p14:cNvContentPartPr/>
                <p14:nvPr/>
              </p14:nvContentPartPr>
              <p14:xfrm>
                <a:off x="6866867" y="3941547"/>
                <a:ext cx="105120" cy="330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E0F8BC0-3CC8-29CB-9C0C-CC758BA4AF3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862547" y="3937227"/>
                  <a:ext cx="1137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59D5BCC-BF01-E9E7-947C-616579813C68}"/>
                    </a:ext>
                  </a:extLst>
                </p14:cNvPr>
                <p14:cNvContentPartPr/>
                <p14:nvPr/>
              </p14:nvContentPartPr>
              <p14:xfrm>
                <a:off x="7007987" y="3878187"/>
                <a:ext cx="117000" cy="391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59D5BCC-BF01-E9E7-947C-616579813C6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03667" y="3873867"/>
                  <a:ext cx="1256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9ABD69D-B0C0-C04C-310B-631CAD4D5347}"/>
                    </a:ext>
                  </a:extLst>
                </p14:cNvPr>
                <p14:cNvContentPartPr/>
                <p14:nvPr/>
              </p14:nvContentPartPr>
              <p14:xfrm>
                <a:off x="6899627" y="4095627"/>
                <a:ext cx="217800" cy="23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9ABD69D-B0C0-C04C-310B-631CAD4D534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95307" y="4091307"/>
                  <a:ext cx="226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FEE48E4-771A-692C-7FD3-44BF4FDD6AF6}"/>
                    </a:ext>
                  </a:extLst>
                </p14:cNvPr>
                <p14:cNvContentPartPr/>
                <p14:nvPr/>
              </p14:nvContentPartPr>
              <p14:xfrm>
                <a:off x="7161347" y="4140627"/>
                <a:ext cx="104400" cy="88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FEE48E4-771A-692C-7FD3-44BF4FDD6AF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57027" y="4136307"/>
                  <a:ext cx="113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607CDE3-5559-818A-7207-AD16AA1DB595}"/>
                    </a:ext>
                  </a:extLst>
                </p14:cNvPr>
                <p14:cNvContentPartPr/>
                <p14:nvPr/>
              </p14:nvContentPartPr>
              <p14:xfrm>
                <a:off x="7276547" y="4158267"/>
                <a:ext cx="132120" cy="84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607CDE3-5559-818A-7207-AD16AA1DB59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272227" y="4153947"/>
                  <a:ext cx="140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A851ABF-62A3-D42B-1637-80EF96B198D9}"/>
                    </a:ext>
                  </a:extLst>
                </p14:cNvPr>
                <p14:cNvContentPartPr/>
                <p14:nvPr/>
              </p14:nvContentPartPr>
              <p14:xfrm>
                <a:off x="7447187" y="4142427"/>
                <a:ext cx="84600" cy="309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A851ABF-62A3-D42B-1637-80EF96B198D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442867" y="4138107"/>
                  <a:ext cx="932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497432F-CFEF-8F8B-AF5C-FF9D17D14706}"/>
                    </a:ext>
                  </a:extLst>
                </p14:cNvPr>
                <p14:cNvContentPartPr/>
                <p14:nvPr/>
              </p14:nvContentPartPr>
              <p14:xfrm>
                <a:off x="7516307" y="4102107"/>
                <a:ext cx="84600" cy="100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497432F-CFEF-8F8B-AF5C-FF9D17D1470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511987" y="4097787"/>
                  <a:ext cx="93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5B0CEE5-822B-F5EC-A4AD-A9719EB81584}"/>
                    </a:ext>
                  </a:extLst>
                </p14:cNvPr>
                <p14:cNvContentPartPr/>
                <p14:nvPr/>
              </p14:nvContentPartPr>
              <p14:xfrm>
                <a:off x="7661027" y="4119747"/>
                <a:ext cx="108720" cy="87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5B0CEE5-822B-F5EC-A4AD-A9719EB8158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656707" y="4115427"/>
                  <a:ext cx="117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C842D6A-2976-4F0A-EC56-487F03EEF99D}"/>
                    </a:ext>
                  </a:extLst>
                </p14:cNvPr>
                <p14:cNvContentPartPr/>
                <p14:nvPr/>
              </p14:nvContentPartPr>
              <p14:xfrm>
                <a:off x="7955507" y="3904467"/>
                <a:ext cx="74160" cy="280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C842D6A-2976-4F0A-EC56-487F03EEF99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951187" y="3900147"/>
                  <a:ext cx="82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3181978-2754-79C7-9392-9B00744B8FE6}"/>
                    </a:ext>
                  </a:extLst>
                </p14:cNvPr>
                <p14:cNvContentPartPr/>
                <p14:nvPr/>
              </p14:nvContentPartPr>
              <p14:xfrm>
                <a:off x="7946147" y="4304787"/>
                <a:ext cx="14760" cy="17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3181978-2754-79C7-9392-9B00744B8FE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41827" y="4300467"/>
                  <a:ext cx="234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90EEF2C8-D08C-A5A9-6E05-CA218DEE9474}"/>
              </a:ext>
            </a:extLst>
          </p:cNvPr>
          <p:cNvGrpSpPr/>
          <p:nvPr/>
        </p:nvGrpSpPr>
        <p:grpSpPr>
          <a:xfrm>
            <a:off x="6311747" y="870387"/>
            <a:ext cx="1555200" cy="1921680"/>
            <a:chOff x="6311747" y="870387"/>
            <a:chExt cx="1555200" cy="192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7A7AF64-8670-4BA4-26CA-9D33786610FB}"/>
                    </a:ext>
                  </a:extLst>
                </p14:cNvPr>
                <p14:cNvContentPartPr/>
                <p14:nvPr/>
              </p14:nvContentPartPr>
              <p14:xfrm>
                <a:off x="6408947" y="995307"/>
                <a:ext cx="95040" cy="146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7A7AF64-8670-4BA4-26CA-9D33786610F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04627" y="990987"/>
                  <a:ext cx="1036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205F3BE-4F8C-E5B7-5295-934207AFA5BF}"/>
                    </a:ext>
                  </a:extLst>
                </p14:cNvPr>
                <p14:cNvContentPartPr/>
                <p14:nvPr/>
              </p14:nvContentPartPr>
              <p14:xfrm>
                <a:off x="6551507" y="1002147"/>
                <a:ext cx="9180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205F3BE-4F8C-E5B7-5295-934207AFA5B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547187" y="997827"/>
                  <a:ext cx="100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58CC60-C32C-6215-C6DA-2351D879ACD8}"/>
                    </a:ext>
                  </a:extLst>
                </p14:cNvPr>
                <p14:cNvContentPartPr/>
                <p14:nvPr/>
              </p14:nvContentPartPr>
              <p14:xfrm>
                <a:off x="6721787" y="999627"/>
                <a:ext cx="106200" cy="98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58CC60-C32C-6215-C6DA-2351D879ACD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717467" y="995307"/>
                  <a:ext cx="114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95A826C-5682-4715-CEE5-48DFFE89B58B}"/>
                    </a:ext>
                  </a:extLst>
                </p14:cNvPr>
                <p14:cNvContentPartPr/>
                <p14:nvPr/>
              </p14:nvContentPartPr>
              <p14:xfrm>
                <a:off x="6948947" y="870387"/>
                <a:ext cx="87840" cy="224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95A826C-5682-4715-CEE5-48DFFE89B58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944627" y="866067"/>
                  <a:ext cx="96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C8AA899-817E-D674-FBA0-6E7756FF923E}"/>
                    </a:ext>
                  </a:extLst>
                </p14:cNvPr>
                <p14:cNvContentPartPr/>
                <p14:nvPr/>
              </p14:nvContentPartPr>
              <p14:xfrm>
                <a:off x="6775427" y="993867"/>
                <a:ext cx="261360" cy="14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C8AA899-817E-D674-FBA0-6E7756FF923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71107" y="989547"/>
                  <a:ext cx="270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EA283E0-2BFA-0CF1-0818-EC0BFDF77CDF}"/>
                    </a:ext>
                  </a:extLst>
                </p14:cNvPr>
                <p14:cNvContentPartPr/>
                <p14:nvPr/>
              </p14:nvContentPartPr>
              <p14:xfrm>
                <a:off x="7090787" y="933747"/>
                <a:ext cx="219960" cy="334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EA283E0-2BFA-0CF1-0818-EC0BFDF77CD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086467" y="929427"/>
                  <a:ext cx="2286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7C5B6C1-B938-FB08-2C42-AA9B620F834B}"/>
                    </a:ext>
                  </a:extLst>
                </p14:cNvPr>
                <p14:cNvContentPartPr/>
                <p14:nvPr/>
              </p14:nvContentPartPr>
              <p14:xfrm>
                <a:off x="7133627" y="1182507"/>
                <a:ext cx="128160" cy="100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7C5B6C1-B938-FB08-2C42-AA9B620F834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129307" y="1178187"/>
                  <a:ext cx="136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A19EBCB-8555-4A26-551F-ABF2A7E4B34A}"/>
                    </a:ext>
                  </a:extLst>
                </p14:cNvPr>
                <p14:cNvContentPartPr/>
                <p14:nvPr/>
              </p14:nvContentPartPr>
              <p14:xfrm>
                <a:off x="7245587" y="1170627"/>
                <a:ext cx="132840" cy="119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A19EBCB-8555-4A26-551F-ABF2A7E4B34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241267" y="1166307"/>
                  <a:ext cx="141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11633FF-B060-CDC4-5BF5-C5F3D23ABC3C}"/>
                    </a:ext>
                  </a:extLst>
                </p14:cNvPr>
                <p14:cNvContentPartPr/>
                <p14:nvPr/>
              </p14:nvContentPartPr>
              <p14:xfrm>
                <a:off x="6955787" y="1296627"/>
                <a:ext cx="510120" cy="386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11633FF-B060-CDC4-5BF5-C5F3D23ABC3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951467" y="1292307"/>
                  <a:ext cx="5187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338F335-87D6-DE76-86A2-6BA8AB113F15}"/>
                    </a:ext>
                  </a:extLst>
                </p14:cNvPr>
                <p14:cNvContentPartPr/>
                <p14:nvPr/>
              </p14:nvContentPartPr>
              <p14:xfrm>
                <a:off x="6660227" y="1669587"/>
                <a:ext cx="354240" cy="540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338F335-87D6-DE76-86A2-6BA8AB113F1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655907" y="1665267"/>
                  <a:ext cx="3628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A9AC525-2AD2-F5A7-266E-BB58DF1BD0D7}"/>
                    </a:ext>
                  </a:extLst>
                </p14:cNvPr>
                <p14:cNvContentPartPr/>
                <p14:nvPr/>
              </p14:nvContentPartPr>
              <p14:xfrm>
                <a:off x="6311747" y="2211387"/>
                <a:ext cx="580320" cy="492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A9AC525-2AD2-F5A7-266E-BB58DF1BD0D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07427" y="2207067"/>
                  <a:ext cx="58896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DEA045E-6799-1B31-62DF-53FD2AEA5AA3}"/>
                    </a:ext>
                  </a:extLst>
                </p14:cNvPr>
                <p14:cNvContentPartPr/>
                <p14:nvPr/>
              </p14:nvContentPartPr>
              <p14:xfrm>
                <a:off x="6444587" y="2395707"/>
                <a:ext cx="63360" cy="249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DEA045E-6799-1B31-62DF-53FD2AEA5AA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440267" y="2391387"/>
                  <a:ext cx="72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485A4BB-B7CC-5EA1-C983-6D21990B5293}"/>
                    </a:ext>
                  </a:extLst>
                </p14:cNvPr>
                <p14:cNvContentPartPr/>
                <p14:nvPr/>
              </p14:nvContentPartPr>
              <p14:xfrm>
                <a:off x="6573467" y="2389227"/>
                <a:ext cx="121320" cy="169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485A4BB-B7CC-5EA1-C983-6D21990B529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69147" y="2384907"/>
                  <a:ext cx="129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51F63D8-E076-505F-0C1E-08222564C809}"/>
                    </a:ext>
                  </a:extLst>
                </p14:cNvPr>
                <p14:cNvContentPartPr/>
                <p14:nvPr/>
              </p14:nvContentPartPr>
              <p14:xfrm>
                <a:off x="7068827" y="1429640"/>
                <a:ext cx="25200" cy="124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51F63D8-E076-505F-0C1E-08222564C80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064507" y="1425320"/>
                  <a:ext cx="33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BF10610-D59B-4FB2-6F7B-B057B38E2834}"/>
                    </a:ext>
                  </a:extLst>
                </p14:cNvPr>
                <p14:cNvContentPartPr/>
                <p14:nvPr/>
              </p14:nvContentPartPr>
              <p14:xfrm>
                <a:off x="7168187" y="1413440"/>
                <a:ext cx="174960" cy="119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BF10610-D59B-4FB2-6F7B-B057B38E283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163867" y="1409120"/>
                  <a:ext cx="1836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2214A25-E107-5E38-502C-A073E2107CCB}"/>
                    </a:ext>
                  </a:extLst>
                </p14:cNvPr>
                <p14:cNvContentPartPr/>
                <p14:nvPr/>
              </p14:nvContentPartPr>
              <p14:xfrm>
                <a:off x="7301387" y="1809627"/>
                <a:ext cx="65160" cy="14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2214A25-E107-5E38-502C-A073E2107CC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297067" y="1805307"/>
                  <a:ext cx="73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C02F834-5451-409A-584C-E994FC426993}"/>
                    </a:ext>
                  </a:extLst>
                </p14:cNvPr>
                <p14:cNvContentPartPr/>
                <p14:nvPr/>
              </p14:nvContentPartPr>
              <p14:xfrm>
                <a:off x="7249547" y="1697667"/>
                <a:ext cx="242280" cy="665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C02F834-5451-409A-584C-E994FC42699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245227" y="1693347"/>
                  <a:ext cx="25092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E042C18-1BE8-8A9B-213E-BB46ED364E1B}"/>
                    </a:ext>
                  </a:extLst>
                </p14:cNvPr>
                <p14:cNvContentPartPr/>
                <p14:nvPr/>
              </p14:nvContentPartPr>
              <p14:xfrm>
                <a:off x="7278707" y="2325147"/>
                <a:ext cx="588240" cy="466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E042C18-1BE8-8A9B-213E-BB46ED364E1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74387" y="2320827"/>
                  <a:ext cx="59688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70E50F3-938A-5AB8-92BE-2D3D3599A885}"/>
                    </a:ext>
                  </a:extLst>
                </p14:cNvPr>
                <p14:cNvContentPartPr/>
                <p14:nvPr/>
              </p14:nvContentPartPr>
              <p14:xfrm>
                <a:off x="7458347" y="2409200"/>
                <a:ext cx="55800" cy="258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70E50F3-938A-5AB8-92BE-2D3D3599A88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54027" y="2404880"/>
                  <a:ext cx="64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3BF6BEC-DD3D-19B9-DE39-2EBFF58CC466}"/>
                    </a:ext>
                  </a:extLst>
                </p14:cNvPr>
                <p14:cNvContentPartPr/>
                <p14:nvPr/>
              </p14:nvContentPartPr>
              <p14:xfrm>
                <a:off x="7599827" y="2512160"/>
                <a:ext cx="42840" cy="212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3BF6BEC-DD3D-19B9-DE39-2EBFF58CC46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595507" y="2507840"/>
                  <a:ext cx="51480" cy="22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237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B7D5-34AD-BA1E-1FE6-3EFD6346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ACEB81A-FC9F-1F1B-54D0-62BC8402A72E}"/>
              </a:ext>
            </a:extLst>
          </p:cNvPr>
          <p:cNvGrpSpPr/>
          <p:nvPr/>
        </p:nvGrpSpPr>
        <p:grpSpPr>
          <a:xfrm>
            <a:off x="791147" y="122307"/>
            <a:ext cx="5508720" cy="913320"/>
            <a:chOff x="791147" y="122307"/>
            <a:chExt cx="5508720" cy="91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1F15949-5A63-B21B-A3C6-58FE8DF54863}"/>
                    </a:ext>
                  </a:extLst>
                </p14:cNvPr>
                <p14:cNvContentPartPr/>
                <p14:nvPr/>
              </p14:nvContentPartPr>
              <p14:xfrm>
                <a:off x="1114067" y="308787"/>
                <a:ext cx="132480" cy="331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1F15949-5A63-B21B-A3C6-58FE8DF5486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09747" y="304467"/>
                  <a:ext cx="1411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ADF824F-6369-8188-610E-B1104EA8EE34}"/>
                    </a:ext>
                  </a:extLst>
                </p14:cNvPr>
                <p14:cNvContentPartPr/>
                <p14:nvPr/>
              </p14:nvContentPartPr>
              <p14:xfrm>
                <a:off x="1338707" y="200427"/>
                <a:ext cx="119880" cy="338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ADF824F-6369-8188-610E-B1104EA8EE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4387" y="196107"/>
                  <a:ext cx="1285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33BB14-6C91-D2FC-ABB4-FA6EC2841806}"/>
                    </a:ext>
                  </a:extLst>
                </p14:cNvPr>
                <p14:cNvContentPartPr/>
                <p14:nvPr/>
              </p14:nvContentPartPr>
              <p14:xfrm>
                <a:off x="1186067" y="345147"/>
                <a:ext cx="292320" cy="64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33BB14-6C91-D2FC-ABB4-FA6EC28418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1747" y="340827"/>
                  <a:ext cx="300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43683A-3241-D1A2-34A2-91BB6298E49C}"/>
                    </a:ext>
                  </a:extLst>
                </p14:cNvPr>
                <p14:cNvContentPartPr/>
                <p14:nvPr/>
              </p14:nvContentPartPr>
              <p14:xfrm>
                <a:off x="1482707" y="394827"/>
                <a:ext cx="104040" cy="117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43683A-3241-D1A2-34A2-91BB6298E4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78387" y="390507"/>
                  <a:ext cx="112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577C1DC-4A28-2DB6-DA96-173D8D6CD227}"/>
                    </a:ext>
                  </a:extLst>
                </p14:cNvPr>
                <p14:cNvContentPartPr/>
                <p14:nvPr/>
              </p14:nvContentPartPr>
              <p14:xfrm>
                <a:off x="1620227" y="425787"/>
                <a:ext cx="119880" cy="114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577C1DC-4A28-2DB6-DA96-173D8D6CD2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15907" y="421467"/>
                  <a:ext cx="128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F2FFD5-1950-6DF5-1A8E-B5A826045FEC}"/>
                    </a:ext>
                  </a:extLst>
                </p14:cNvPr>
                <p14:cNvContentPartPr/>
                <p14:nvPr/>
              </p14:nvContentPartPr>
              <p14:xfrm>
                <a:off x="1819667" y="452067"/>
                <a:ext cx="81000" cy="28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F2FFD5-1950-6DF5-1A8E-B5A826045F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15347" y="447747"/>
                  <a:ext cx="89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7A5083-F495-837B-CB63-E91897ECFD0E}"/>
                    </a:ext>
                  </a:extLst>
                </p14:cNvPr>
                <p14:cNvContentPartPr/>
                <p14:nvPr/>
              </p14:nvContentPartPr>
              <p14:xfrm>
                <a:off x="1894907" y="336147"/>
                <a:ext cx="119520" cy="118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7A5083-F495-837B-CB63-E91897ECFD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90587" y="331827"/>
                  <a:ext cx="128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9CFA25-9A2C-5BCA-16A6-F806388D63A1}"/>
                    </a:ext>
                  </a:extLst>
                </p14:cNvPr>
                <p14:cNvContentPartPr/>
                <p14:nvPr/>
              </p14:nvContentPartPr>
              <p14:xfrm>
                <a:off x="2765747" y="158667"/>
                <a:ext cx="200520" cy="37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9CFA25-9A2C-5BCA-16A6-F806388D63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61427" y="154347"/>
                  <a:ext cx="2091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67B7DB-1855-997E-58A7-4BF78CF66D8B}"/>
                    </a:ext>
                  </a:extLst>
                </p14:cNvPr>
                <p14:cNvContentPartPr/>
                <p14:nvPr/>
              </p14:nvContentPartPr>
              <p14:xfrm>
                <a:off x="2770067" y="153987"/>
                <a:ext cx="371160" cy="335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67B7DB-1855-997E-58A7-4BF78CF66D8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65747" y="149667"/>
                  <a:ext cx="3798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E7999C-0287-0CDC-74CC-9CC864F190AC}"/>
                    </a:ext>
                  </a:extLst>
                </p14:cNvPr>
                <p14:cNvContentPartPr/>
                <p14:nvPr/>
              </p14:nvContentPartPr>
              <p14:xfrm>
                <a:off x="3151667" y="385467"/>
                <a:ext cx="98280" cy="11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E7999C-0287-0CDC-74CC-9CC864F190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47347" y="381147"/>
                  <a:ext cx="106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6884E8-F95D-1026-49C4-F0E563BF89BF}"/>
                    </a:ext>
                  </a:extLst>
                </p14:cNvPr>
                <p14:cNvContentPartPr/>
                <p14:nvPr/>
              </p14:nvContentPartPr>
              <p14:xfrm>
                <a:off x="3260027" y="193227"/>
                <a:ext cx="151560" cy="312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6884E8-F95D-1026-49C4-F0E563BF89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55707" y="188907"/>
                  <a:ext cx="1602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55AF66B-25EE-AB2B-CEB7-DB9CE115F70A}"/>
                    </a:ext>
                  </a:extLst>
                </p14:cNvPr>
                <p14:cNvContentPartPr/>
                <p14:nvPr/>
              </p14:nvContentPartPr>
              <p14:xfrm>
                <a:off x="3333107" y="339027"/>
                <a:ext cx="172800" cy="148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55AF66B-25EE-AB2B-CEB7-DB9CE115F70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28787" y="334707"/>
                  <a:ext cx="181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409E19C-D609-FEBE-723B-A7F4CC69700B}"/>
                    </a:ext>
                  </a:extLst>
                </p14:cNvPr>
                <p14:cNvContentPartPr/>
                <p14:nvPr/>
              </p14:nvContentPartPr>
              <p14:xfrm>
                <a:off x="3479627" y="393387"/>
                <a:ext cx="113400" cy="59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409E19C-D609-FEBE-723B-A7F4CC6970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75307" y="389067"/>
                  <a:ext cx="122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91E27F2-02CF-434D-8045-8A033F078D8B}"/>
                    </a:ext>
                  </a:extLst>
                </p14:cNvPr>
                <p14:cNvContentPartPr/>
                <p14:nvPr/>
              </p14:nvContentPartPr>
              <p14:xfrm>
                <a:off x="3652787" y="399867"/>
                <a:ext cx="96840" cy="63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91E27F2-02CF-434D-8045-8A033F078D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48467" y="395547"/>
                  <a:ext cx="105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0E9E1B-D7AE-61C7-D376-0F76C8722A51}"/>
                    </a:ext>
                  </a:extLst>
                </p14:cNvPr>
                <p14:cNvContentPartPr/>
                <p14:nvPr/>
              </p14:nvContentPartPr>
              <p14:xfrm>
                <a:off x="3817667" y="122307"/>
                <a:ext cx="128520" cy="335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0E9E1B-D7AE-61C7-D376-0F76C8722A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13347" y="117987"/>
                  <a:ext cx="1371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E463EF-904E-C53B-E35A-CE04E2719C31}"/>
                    </a:ext>
                  </a:extLst>
                </p14:cNvPr>
                <p14:cNvContentPartPr/>
                <p14:nvPr/>
              </p14:nvContentPartPr>
              <p14:xfrm>
                <a:off x="3758987" y="322467"/>
                <a:ext cx="145440" cy="10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E463EF-904E-C53B-E35A-CE04E2719C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54667" y="318147"/>
                  <a:ext cx="154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1D7C8CC-1062-1037-A3DF-8421203A09FD}"/>
                    </a:ext>
                  </a:extLst>
                </p14:cNvPr>
                <p14:cNvContentPartPr/>
                <p14:nvPr/>
              </p14:nvContentPartPr>
              <p14:xfrm>
                <a:off x="4512467" y="223107"/>
                <a:ext cx="33480" cy="121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1D7C8CC-1062-1037-A3DF-8421203A09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08147" y="218787"/>
                  <a:ext cx="42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39D975B-94B8-2C26-6226-E59D3FD9BAEE}"/>
                    </a:ext>
                  </a:extLst>
                </p14:cNvPr>
                <p14:cNvContentPartPr/>
                <p14:nvPr/>
              </p14:nvContentPartPr>
              <p14:xfrm>
                <a:off x="4248227" y="149667"/>
                <a:ext cx="428040" cy="279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39D975B-94B8-2C26-6226-E59D3FD9BAE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3907" y="145347"/>
                  <a:ext cx="436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4CE37F-BB4F-7B25-9D42-01361E7B6D7B}"/>
                    </a:ext>
                  </a:extLst>
                </p14:cNvPr>
                <p14:cNvContentPartPr/>
                <p14:nvPr/>
              </p14:nvContentPartPr>
              <p14:xfrm>
                <a:off x="4737107" y="314187"/>
                <a:ext cx="116280" cy="97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4CE37F-BB4F-7B25-9D42-01361E7B6D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32787" y="309867"/>
                  <a:ext cx="124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DFDBBDC-5E25-9E44-0E6F-AEC24F2F4C25}"/>
                    </a:ext>
                  </a:extLst>
                </p14:cNvPr>
                <p14:cNvContentPartPr/>
                <p14:nvPr/>
              </p14:nvContentPartPr>
              <p14:xfrm>
                <a:off x="4931507" y="141027"/>
                <a:ext cx="61200" cy="241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DFDBBDC-5E25-9E44-0E6F-AEC24F2F4C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27187" y="136707"/>
                  <a:ext cx="698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3F0F2B-3676-C916-2FD5-3BE4AD185407}"/>
                    </a:ext>
                  </a:extLst>
                </p14:cNvPr>
                <p14:cNvContentPartPr/>
                <p14:nvPr/>
              </p14:nvContentPartPr>
              <p14:xfrm>
                <a:off x="4907387" y="271347"/>
                <a:ext cx="206640" cy="136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3F0F2B-3676-C916-2FD5-3BE4AD18540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3067" y="267027"/>
                  <a:ext cx="215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45D612-BCE6-FE5B-DDF0-1AF09A0E4748}"/>
                    </a:ext>
                  </a:extLst>
                </p14:cNvPr>
                <p14:cNvContentPartPr/>
                <p14:nvPr/>
              </p14:nvContentPartPr>
              <p14:xfrm>
                <a:off x="5283227" y="151107"/>
                <a:ext cx="96480" cy="249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45D612-BCE6-FE5B-DDF0-1AF09A0E47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78907" y="146787"/>
                  <a:ext cx="105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E1AA218-BBA2-F744-7DAB-090D763FC2BF}"/>
                    </a:ext>
                  </a:extLst>
                </p14:cNvPr>
                <p14:cNvContentPartPr/>
                <p14:nvPr/>
              </p14:nvContentPartPr>
              <p14:xfrm>
                <a:off x="5153627" y="278187"/>
                <a:ext cx="211680" cy="31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E1AA218-BBA2-F744-7DAB-090D763FC2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49307" y="273867"/>
                  <a:ext cx="220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CE83CA5-BB14-B2D1-2819-62AA92533FF9}"/>
                    </a:ext>
                  </a:extLst>
                </p14:cNvPr>
                <p14:cNvContentPartPr/>
                <p14:nvPr/>
              </p14:nvContentPartPr>
              <p14:xfrm>
                <a:off x="5419307" y="314907"/>
                <a:ext cx="106560" cy="29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CE83CA5-BB14-B2D1-2819-62AA92533FF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14987" y="310587"/>
                  <a:ext cx="115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F28D00E-7A48-F003-6D78-7C789E729200}"/>
                    </a:ext>
                  </a:extLst>
                </p14:cNvPr>
                <p14:cNvContentPartPr/>
                <p14:nvPr/>
              </p14:nvContentPartPr>
              <p14:xfrm>
                <a:off x="5278547" y="312747"/>
                <a:ext cx="293760" cy="43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F28D00E-7A48-F003-6D78-7C789E72920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74227" y="308427"/>
                  <a:ext cx="30240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9D4814-6B34-C086-F4EA-9D2B897D5529}"/>
                    </a:ext>
                  </a:extLst>
                </p14:cNvPr>
                <p14:cNvContentPartPr/>
                <p14:nvPr/>
              </p14:nvContentPartPr>
              <p14:xfrm>
                <a:off x="5527667" y="333627"/>
                <a:ext cx="114120" cy="250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79D4814-6B34-C086-F4EA-9D2B897D55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23347" y="329307"/>
                  <a:ext cx="122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1B5D0B-F00B-5173-998A-74487BF21734}"/>
                    </a:ext>
                  </a:extLst>
                </p14:cNvPr>
                <p14:cNvContentPartPr/>
                <p14:nvPr/>
              </p14:nvContentPartPr>
              <p14:xfrm>
                <a:off x="5639987" y="271707"/>
                <a:ext cx="77040" cy="75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1B5D0B-F00B-5173-998A-74487BF217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35667" y="267387"/>
                  <a:ext cx="85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FE7BA9F-BFC7-DB20-5A08-A1FAD62242B0}"/>
                    </a:ext>
                  </a:extLst>
                </p14:cNvPr>
                <p14:cNvContentPartPr/>
                <p14:nvPr/>
              </p14:nvContentPartPr>
              <p14:xfrm>
                <a:off x="5798027" y="286827"/>
                <a:ext cx="89640" cy="113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FE7BA9F-BFC7-DB20-5A08-A1FAD62242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93707" y="282507"/>
                  <a:ext cx="98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F5C361E-98A9-169F-604C-5577B190C53A}"/>
                    </a:ext>
                  </a:extLst>
                </p14:cNvPr>
                <p14:cNvContentPartPr/>
                <p14:nvPr/>
              </p14:nvContentPartPr>
              <p14:xfrm>
                <a:off x="791147" y="771747"/>
                <a:ext cx="5508720" cy="263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F5C361E-98A9-169F-604C-5577B190C5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6827" y="767427"/>
                  <a:ext cx="551736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10291E-28D2-345D-2764-298507E163D4}"/>
              </a:ext>
            </a:extLst>
          </p:cNvPr>
          <p:cNvGrpSpPr/>
          <p:nvPr/>
        </p:nvGrpSpPr>
        <p:grpSpPr>
          <a:xfrm>
            <a:off x="1781147" y="1254867"/>
            <a:ext cx="1308600" cy="1068480"/>
            <a:chOff x="1781147" y="1254867"/>
            <a:chExt cx="1308600" cy="10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AF55897-D5E9-2DBB-28AC-3C403C67757F}"/>
                    </a:ext>
                  </a:extLst>
                </p14:cNvPr>
                <p14:cNvContentPartPr/>
                <p14:nvPr/>
              </p14:nvContentPartPr>
              <p14:xfrm>
                <a:off x="1781147" y="1441347"/>
                <a:ext cx="67320" cy="129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AF55897-D5E9-2DBB-28AC-3C403C67757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76827" y="1437027"/>
                  <a:ext cx="75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F057CB6-59C5-1BC2-27B8-1948DF434141}"/>
                    </a:ext>
                  </a:extLst>
                </p14:cNvPr>
                <p14:cNvContentPartPr/>
                <p14:nvPr/>
              </p14:nvContentPartPr>
              <p14:xfrm>
                <a:off x="1966907" y="1435587"/>
                <a:ext cx="68400" cy="89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F057CB6-59C5-1BC2-27B8-1948DF43414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62587" y="1431267"/>
                  <a:ext cx="77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34194D-74F1-8C64-ED53-0FDB14CB385B}"/>
                    </a:ext>
                  </a:extLst>
                </p14:cNvPr>
                <p14:cNvContentPartPr/>
                <p14:nvPr/>
              </p14:nvContentPartPr>
              <p14:xfrm>
                <a:off x="2110907" y="1433067"/>
                <a:ext cx="73080" cy="61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34194D-74F1-8C64-ED53-0FDB14CB385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06587" y="1428747"/>
                  <a:ext cx="81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0DCA69-D02D-724E-F292-02FCA7C01A75}"/>
                    </a:ext>
                  </a:extLst>
                </p14:cNvPr>
                <p14:cNvContentPartPr/>
                <p14:nvPr/>
              </p14:nvContentPartPr>
              <p14:xfrm>
                <a:off x="2326907" y="1254867"/>
                <a:ext cx="77040" cy="238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0DCA69-D02D-724E-F292-02FCA7C01A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22587" y="1250547"/>
                  <a:ext cx="85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44B432-22DE-1973-97A7-A6B80B948371}"/>
                    </a:ext>
                  </a:extLst>
                </p14:cNvPr>
                <p14:cNvContentPartPr/>
                <p14:nvPr/>
              </p14:nvContentPartPr>
              <p14:xfrm>
                <a:off x="2281187" y="1376907"/>
                <a:ext cx="165240" cy="2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44B432-22DE-1973-97A7-A6B80B9483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76867" y="1372587"/>
                  <a:ext cx="173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CE0098A-A4F8-FBAA-AF0E-C11ACC40A8FA}"/>
                    </a:ext>
                  </a:extLst>
                </p14:cNvPr>
                <p14:cNvContentPartPr/>
                <p14:nvPr/>
              </p14:nvContentPartPr>
              <p14:xfrm>
                <a:off x="2567747" y="1357107"/>
                <a:ext cx="290160" cy="33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CE0098A-A4F8-FBAA-AF0E-C11ACC40A8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63427" y="1352787"/>
                  <a:ext cx="2988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F0A6B6-6286-718E-C95A-CF46E4A22322}"/>
                    </a:ext>
                  </a:extLst>
                </p14:cNvPr>
                <p14:cNvContentPartPr/>
                <p14:nvPr/>
              </p14:nvContentPartPr>
              <p14:xfrm>
                <a:off x="2730467" y="1625307"/>
                <a:ext cx="77040" cy="9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F0A6B6-6286-718E-C95A-CF46E4A223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26147" y="1620987"/>
                  <a:ext cx="85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ED35DB0-E44E-8841-D59B-7F70353660B1}"/>
                    </a:ext>
                  </a:extLst>
                </p14:cNvPr>
                <p14:cNvContentPartPr/>
                <p14:nvPr/>
              </p14:nvContentPartPr>
              <p14:xfrm>
                <a:off x="2783747" y="1628187"/>
                <a:ext cx="144360" cy="87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ED35DB0-E44E-8841-D59B-7F70353660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79427" y="1623867"/>
                  <a:ext cx="1530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17A5DA5-AD46-65B1-5673-726D2D518FA7}"/>
                    </a:ext>
                  </a:extLst>
                </p14:cNvPr>
                <p14:cNvContentPartPr/>
                <p14:nvPr/>
              </p14:nvContentPartPr>
              <p14:xfrm>
                <a:off x="2482787" y="1705947"/>
                <a:ext cx="606960" cy="617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17A5DA5-AD46-65B1-5673-726D2D518F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78467" y="1701627"/>
                  <a:ext cx="615600" cy="62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54B32DC-19CE-9338-8B2B-4A2AB1576983}"/>
              </a:ext>
            </a:extLst>
          </p:cNvPr>
          <p:cNvGrpSpPr/>
          <p:nvPr/>
        </p:nvGrpSpPr>
        <p:grpSpPr>
          <a:xfrm>
            <a:off x="2655227" y="1908267"/>
            <a:ext cx="241920" cy="213840"/>
            <a:chOff x="2655227" y="1908267"/>
            <a:chExt cx="24192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05A3C93-899F-84F2-DE82-78AD0D3C23F7}"/>
                    </a:ext>
                  </a:extLst>
                </p14:cNvPr>
                <p14:cNvContentPartPr/>
                <p14:nvPr/>
              </p14:nvContentPartPr>
              <p14:xfrm>
                <a:off x="2655227" y="1949307"/>
                <a:ext cx="34920" cy="172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05A3C93-899F-84F2-DE82-78AD0D3C23F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50907" y="1944987"/>
                  <a:ext cx="43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65F077-AC08-7EF2-678C-E00F99155E9C}"/>
                    </a:ext>
                  </a:extLst>
                </p14:cNvPr>
                <p14:cNvContentPartPr/>
                <p14:nvPr/>
              </p14:nvContentPartPr>
              <p14:xfrm>
                <a:off x="2801747" y="1908267"/>
                <a:ext cx="95400" cy="149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65F077-AC08-7EF2-678C-E00F99155E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97427" y="1903947"/>
                  <a:ext cx="10404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4EC10DA-D8E1-6406-EC86-C2B902191584}"/>
              </a:ext>
            </a:extLst>
          </p:cNvPr>
          <p:cNvGrpSpPr/>
          <p:nvPr/>
        </p:nvGrpSpPr>
        <p:grpSpPr>
          <a:xfrm>
            <a:off x="3945467" y="1089987"/>
            <a:ext cx="1213560" cy="1773000"/>
            <a:chOff x="3945467" y="1089987"/>
            <a:chExt cx="1213560" cy="177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781F70-81DF-DD44-F823-4D02B1BDA243}"/>
                    </a:ext>
                  </a:extLst>
                </p14:cNvPr>
                <p14:cNvContentPartPr/>
                <p14:nvPr/>
              </p14:nvContentPartPr>
              <p14:xfrm>
                <a:off x="4710827" y="1089987"/>
                <a:ext cx="204120" cy="363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781F70-81DF-DD44-F823-4D02B1BDA24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06507" y="1085667"/>
                  <a:ext cx="2127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1884481-466A-58CF-6A68-57A699F3CD9B}"/>
                    </a:ext>
                  </a:extLst>
                </p14:cNvPr>
                <p14:cNvContentPartPr/>
                <p14:nvPr/>
              </p14:nvContentPartPr>
              <p14:xfrm>
                <a:off x="4762307" y="1370787"/>
                <a:ext cx="141120" cy="87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1884481-466A-58CF-6A68-57A699F3CD9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57987" y="1366467"/>
                  <a:ext cx="149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1875AC-2495-C9AE-32D0-6E2289566E8D}"/>
                    </a:ext>
                  </a:extLst>
                </p14:cNvPr>
                <p14:cNvContentPartPr/>
                <p14:nvPr/>
              </p14:nvContentPartPr>
              <p14:xfrm>
                <a:off x="4877507" y="1357827"/>
                <a:ext cx="139680" cy="141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1875AC-2495-C9AE-32D0-6E2289566E8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73187" y="1353507"/>
                  <a:ext cx="148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1EE4023-5D13-404F-CFF9-0AAF5EDB0C74}"/>
                    </a:ext>
                  </a:extLst>
                </p14:cNvPr>
                <p14:cNvContentPartPr/>
                <p14:nvPr/>
              </p14:nvContentPartPr>
              <p14:xfrm>
                <a:off x="4577267" y="1462227"/>
                <a:ext cx="581760" cy="492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1EE4023-5D13-404F-CFF9-0AAF5EDB0C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72947" y="1457907"/>
                  <a:ext cx="5904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DB1A588-EBEE-2E4E-D1D9-7976ADCC6B9F}"/>
                    </a:ext>
                  </a:extLst>
                </p14:cNvPr>
                <p14:cNvContentPartPr/>
                <p14:nvPr/>
              </p14:nvContentPartPr>
              <p14:xfrm>
                <a:off x="4359467" y="1956147"/>
                <a:ext cx="321120" cy="380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DB1A588-EBEE-2E4E-D1D9-7976ADCC6B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55147" y="1951827"/>
                  <a:ext cx="3297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D390F11-12CF-3B4A-9416-8773D4AA5A34}"/>
                    </a:ext>
                  </a:extLst>
                </p14:cNvPr>
                <p14:cNvContentPartPr/>
                <p14:nvPr/>
              </p14:nvContentPartPr>
              <p14:xfrm>
                <a:off x="3945467" y="2343867"/>
                <a:ext cx="497880" cy="519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D390F11-12CF-3B4A-9416-8773D4AA5A3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41147" y="2339547"/>
                  <a:ext cx="506520" cy="52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96159B3-2DDE-0A95-F28A-5761CD7BC2BC}"/>
              </a:ext>
            </a:extLst>
          </p:cNvPr>
          <p:cNvGrpSpPr/>
          <p:nvPr/>
        </p:nvGrpSpPr>
        <p:grpSpPr>
          <a:xfrm>
            <a:off x="3883907" y="993147"/>
            <a:ext cx="678240" cy="252720"/>
            <a:chOff x="3883907" y="993147"/>
            <a:chExt cx="6782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50101FE-EAA0-63F8-CEFD-4BEB201D9F6F}"/>
                    </a:ext>
                  </a:extLst>
                </p14:cNvPr>
                <p14:cNvContentPartPr/>
                <p14:nvPr/>
              </p14:nvContentPartPr>
              <p14:xfrm>
                <a:off x="3883907" y="1101147"/>
                <a:ext cx="155520" cy="144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50101FE-EAA0-63F8-CEFD-4BEB201D9F6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879587" y="1096827"/>
                  <a:ext cx="164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C16CD3B-84E0-F3C4-D2C0-A566277A0B4A}"/>
                    </a:ext>
                  </a:extLst>
                </p14:cNvPr>
                <p14:cNvContentPartPr/>
                <p14:nvPr/>
              </p14:nvContentPartPr>
              <p14:xfrm>
                <a:off x="4095227" y="1093227"/>
                <a:ext cx="66960" cy="93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C16CD3B-84E0-F3C4-D2C0-A566277A0B4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90907" y="1088907"/>
                  <a:ext cx="75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B0F89E3-0E06-1894-FDA6-890643546E28}"/>
                    </a:ext>
                  </a:extLst>
                </p14:cNvPr>
                <p14:cNvContentPartPr/>
                <p14:nvPr/>
              </p14:nvContentPartPr>
              <p14:xfrm>
                <a:off x="4233827" y="1090707"/>
                <a:ext cx="73800" cy="94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B0F89E3-0E06-1894-FDA6-890643546E2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29507" y="1086387"/>
                  <a:ext cx="82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C626565-43F7-184D-9458-159312A2C043}"/>
                    </a:ext>
                  </a:extLst>
                </p14:cNvPr>
                <p14:cNvContentPartPr/>
                <p14:nvPr/>
              </p14:nvContentPartPr>
              <p14:xfrm>
                <a:off x="4449827" y="993147"/>
                <a:ext cx="59040" cy="130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C626565-43F7-184D-9458-159312A2C04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45507" y="988827"/>
                  <a:ext cx="67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0DEACF4-E690-187D-616D-1CA58E8BB810}"/>
                    </a:ext>
                  </a:extLst>
                </p14:cNvPr>
                <p14:cNvContentPartPr/>
                <p14:nvPr/>
              </p14:nvContentPartPr>
              <p14:xfrm>
                <a:off x="4391867" y="1035267"/>
                <a:ext cx="170280" cy="25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0DEACF4-E690-187D-616D-1CA58E8BB81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87547" y="1030947"/>
                  <a:ext cx="1789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DA85ECF-3D75-F5D1-9824-921BC05B8F93}"/>
              </a:ext>
            </a:extLst>
          </p:cNvPr>
          <p:cNvGrpSpPr/>
          <p:nvPr/>
        </p:nvGrpSpPr>
        <p:grpSpPr>
          <a:xfrm>
            <a:off x="6408947" y="870387"/>
            <a:ext cx="1056960" cy="812880"/>
            <a:chOff x="6408947" y="870387"/>
            <a:chExt cx="1056960" cy="81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6C83149-997B-6945-81BC-8E173DB53322}"/>
                    </a:ext>
                  </a:extLst>
                </p14:cNvPr>
                <p14:cNvContentPartPr/>
                <p14:nvPr/>
              </p14:nvContentPartPr>
              <p14:xfrm>
                <a:off x="6408947" y="995307"/>
                <a:ext cx="95040" cy="146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6C83149-997B-6945-81BC-8E173DB5332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04627" y="990987"/>
                  <a:ext cx="1036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6489947-E22F-0CB2-7806-24D480049726}"/>
                    </a:ext>
                  </a:extLst>
                </p14:cNvPr>
                <p14:cNvContentPartPr/>
                <p14:nvPr/>
              </p14:nvContentPartPr>
              <p14:xfrm>
                <a:off x="6551507" y="1002147"/>
                <a:ext cx="9180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6489947-E22F-0CB2-7806-24D4800497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47187" y="997827"/>
                  <a:ext cx="100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D332A3-DBC7-CD1C-D29B-1F4F84385E07}"/>
                    </a:ext>
                  </a:extLst>
                </p14:cNvPr>
                <p14:cNvContentPartPr/>
                <p14:nvPr/>
              </p14:nvContentPartPr>
              <p14:xfrm>
                <a:off x="6721787" y="999627"/>
                <a:ext cx="106200" cy="98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D332A3-DBC7-CD1C-D29B-1F4F84385E0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17467" y="995307"/>
                  <a:ext cx="114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D7719B9-741F-8C95-00EB-CEDE324800B9}"/>
                    </a:ext>
                  </a:extLst>
                </p14:cNvPr>
                <p14:cNvContentPartPr/>
                <p14:nvPr/>
              </p14:nvContentPartPr>
              <p14:xfrm>
                <a:off x="6948947" y="870387"/>
                <a:ext cx="87840" cy="224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D7719B9-741F-8C95-00EB-CEDE324800B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44627" y="866067"/>
                  <a:ext cx="96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BCD541E-D7F2-35D3-0205-52E5984D8059}"/>
                    </a:ext>
                  </a:extLst>
                </p14:cNvPr>
                <p14:cNvContentPartPr/>
                <p14:nvPr/>
              </p14:nvContentPartPr>
              <p14:xfrm>
                <a:off x="6775427" y="993867"/>
                <a:ext cx="261360" cy="14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BCD541E-D7F2-35D3-0205-52E5984D805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771107" y="989547"/>
                  <a:ext cx="270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800989C-4804-54B4-0515-C236CBADC765}"/>
                    </a:ext>
                  </a:extLst>
                </p14:cNvPr>
                <p14:cNvContentPartPr/>
                <p14:nvPr/>
              </p14:nvContentPartPr>
              <p14:xfrm>
                <a:off x="7090787" y="933747"/>
                <a:ext cx="219960" cy="334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800989C-4804-54B4-0515-C236CBADC7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86467" y="929427"/>
                  <a:ext cx="2286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716C87F-BE71-C3AF-450B-A710607DF335}"/>
                    </a:ext>
                  </a:extLst>
                </p14:cNvPr>
                <p14:cNvContentPartPr/>
                <p14:nvPr/>
              </p14:nvContentPartPr>
              <p14:xfrm>
                <a:off x="7133627" y="1182507"/>
                <a:ext cx="128160" cy="100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716C87F-BE71-C3AF-450B-A710607DF33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29307" y="1178187"/>
                  <a:ext cx="136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FE999B9-B5FE-06E9-E359-FBA2B077090E}"/>
                    </a:ext>
                  </a:extLst>
                </p14:cNvPr>
                <p14:cNvContentPartPr/>
                <p14:nvPr/>
              </p14:nvContentPartPr>
              <p14:xfrm>
                <a:off x="7245587" y="1170627"/>
                <a:ext cx="132840" cy="119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FE999B9-B5FE-06E9-E359-FBA2B07709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41267" y="1166307"/>
                  <a:ext cx="141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530D50D-5069-111F-8ED3-0C2FFFFCCC25}"/>
                    </a:ext>
                  </a:extLst>
                </p14:cNvPr>
                <p14:cNvContentPartPr/>
                <p14:nvPr/>
              </p14:nvContentPartPr>
              <p14:xfrm>
                <a:off x="6955787" y="1296627"/>
                <a:ext cx="510120" cy="386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530D50D-5069-111F-8ED3-0C2FFFFCCC2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51467" y="1292307"/>
                  <a:ext cx="51876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4C65747-BBC3-D37A-284E-8DC2F01181FE}"/>
              </a:ext>
            </a:extLst>
          </p:cNvPr>
          <p:cNvGrpSpPr/>
          <p:nvPr/>
        </p:nvGrpSpPr>
        <p:grpSpPr>
          <a:xfrm>
            <a:off x="6311747" y="1669587"/>
            <a:ext cx="1555200" cy="1122480"/>
            <a:chOff x="6311747" y="1669587"/>
            <a:chExt cx="1555200" cy="11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58E62F8-DC46-07A7-FEB5-F1B1BF7532FE}"/>
                    </a:ext>
                  </a:extLst>
                </p14:cNvPr>
                <p14:cNvContentPartPr/>
                <p14:nvPr/>
              </p14:nvContentPartPr>
              <p14:xfrm>
                <a:off x="6660227" y="1669587"/>
                <a:ext cx="354240" cy="540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58E62F8-DC46-07A7-FEB5-F1B1BF7532F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55907" y="1665267"/>
                  <a:ext cx="3628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9DFA253-DEA2-5967-96B1-3189C3422090}"/>
                    </a:ext>
                  </a:extLst>
                </p14:cNvPr>
                <p14:cNvContentPartPr/>
                <p14:nvPr/>
              </p14:nvContentPartPr>
              <p14:xfrm>
                <a:off x="6311747" y="2211387"/>
                <a:ext cx="580320" cy="492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9DFA253-DEA2-5967-96B1-3189C34220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07427" y="2207067"/>
                  <a:ext cx="58896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3DF97E8-16CB-501E-F940-BB474219F090}"/>
                    </a:ext>
                  </a:extLst>
                </p14:cNvPr>
                <p14:cNvContentPartPr/>
                <p14:nvPr/>
              </p14:nvContentPartPr>
              <p14:xfrm>
                <a:off x="7301387" y="1809627"/>
                <a:ext cx="65160" cy="14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3DF97E8-16CB-501E-F940-BB474219F09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97067" y="1805307"/>
                  <a:ext cx="73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1EEED99-5642-4C29-860A-34CFEAE6264B}"/>
                    </a:ext>
                  </a:extLst>
                </p14:cNvPr>
                <p14:cNvContentPartPr/>
                <p14:nvPr/>
              </p14:nvContentPartPr>
              <p14:xfrm>
                <a:off x="7249547" y="1697667"/>
                <a:ext cx="242280" cy="665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1EEED99-5642-4C29-860A-34CFEAE6264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45227" y="1693347"/>
                  <a:ext cx="25092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D0C28A6-4E5A-8D77-7BA2-B87DA6451650}"/>
                    </a:ext>
                  </a:extLst>
                </p14:cNvPr>
                <p14:cNvContentPartPr/>
                <p14:nvPr/>
              </p14:nvContentPartPr>
              <p14:xfrm>
                <a:off x="7278707" y="2325147"/>
                <a:ext cx="588240" cy="466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D0C28A6-4E5A-8D77-7BA2-B87DA645165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74387" y="2320827"/>
                  <a:ext cx="59688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DD7F221-702A-4FE4-FFFD-3A880A69B45A}"/>
                    </a:ext>
                  </a:extLst>
                </p14:cNvPr>
                <p14:cNvContentPartPr/>
                <p14:nvPr/>
              </p14:nvContentPartPr>
              <p14:xfrm>
                <a:off x="7433867" y="2478507"/>
                <a:ext cx="15120" cy="178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DD7F221-702A-4FE4-FFFD-3A880A69B45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29547" y="2474187"/>
                  <a:ext cx="23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D6ED00-E5BC-CA70-0E9A-96B6EE47F454}"/>
                    </a:ext>
                  </a:extLst>
                </p14:cNvPr>
                <p14:cNvContentPartPr/>
                <p14:nvPr/>
              </p14:nvContentPartPr>
              <p14:xfrm>
                <a:off x="7553387" y="2467347"/>
                <a:ext cx="152640" cy="162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D6ED00-E5BC-CA70-0E9A-96B6EE47F45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49067" y="2463027"/>
                  <a:ext cx="16128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EF2D12E-CBAB-86C7-8D01-9B781C183C16}"/>
                  </a:ext>
                </a:extLst>
              </p14:cNvPr>
              <p14:cNvContentPartPr/>
              <p14:nvPr/>
            </p14:nvContentPartPr>
            <p14:xfrm>
              <a:off x="9293267" y="800547"/>
              <a:ext cx="218880" cy="4006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EF2D12E-CBAB-86C7-8D01-9B781C183C1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288947" y="796227"/>
                <a:ext cx="22752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2669C99-F306-CB39-8672-9E072816C0CC}"/>
                  </a:ext>
                </a:extLst>
              </p14:cNvPr>
              <p14:cNvContentPartPr/>
              <p14:nvPr/>
            </p14:nvContentPartPr>
            <p14:xfrm>
              <a:off x="9342227" y="1121307"/>
              <a:ext cx="156240" cy="74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2669C99-F306-CB39-8672-9E072816C0C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337907" y="1116987"/>
                <a:ext cx="16488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81F9333-9AD5-8CB6-056A-4F9494708EDE}"/>
                  </a:ext>
                </a:extLst>
              </p14:cNvPr>
              <p14:cNvContentPartPr/>
              <p14:nvPr/>
            </p14:nvContentPartPr>
            <p14:xfrm>
              <a:off x="9442307" y="1114827"/>
              <a:ext cx="148680" cy="1087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81F9333-9AD5-8CB6-056A-4F9494708ED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437987" y="1110507"/>
                <a:ext cx="1573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3044955-B970-45E8-B715-0B48F3202C94}"/>
                  </a:ext>
                </a:extLst>
              </p14:cNvPr>
              <p14:cNvContentPartPr/>
              <p14:nvPr/>
            </p14:nvContentPartPr>
            <p14:xfrm>
              <a:off x="9162587" y="1225707"/>
              <a:ext cx="538920" cy="4478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3044955-B970-45E8-B715-0B48F3202C9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158267" y="1221387"/>
                <a:ext cx="54756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EF0E286-1D17-6945-0ACC-CF5C35DC0969}"/>
                  </a:ext>
                </a:extLst>
              </p14:cNvPr>
              <p14:cNvContentPartPr/>
              <p14:nvPr/>
            </p14:nvContentPartPr>
            <p14:xfrm>
              <a:off x="9158627" y="1615227"/>
              <a:ext cx="223920" cy="3805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EF0E286-1D17-6945-0ACC-CF5C35DC096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154307" y="1610907"/>
                <a:ext cx="23256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79F3C95-8682-3AC2-F920-185F6282D10D}"/>
                  </a:ext>
                </a:extLst>
              </p14:cNvPr>
              <p14:cNvContentPartPr/>
              <p14:nvPr/>
            </p14:nvContentPartPr>
            <p14:xfrm>
              <a:off x="9037667" y="1967667"/>
              <a:ext cx="111600" cy="1656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79F3C95-8682-3AC2-F920-185F6282D10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033347" y="1963347"/>
                <a:ext cx="1202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6236574-E907-26C0-48B5-6D7357A2199F}"/>
                  </a:ext>
                </a:extLst>
              </p14:cNvPr>
              <p14:cNvContentPartPr/>
              <p14:nvPr/>
            </p14:nvContentPartPr>
            <p14:xfrm>
              <a:off x="9069707" y="2009067"/>
              <a:ext cx="247320" cy="1332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6236574-E907-26C0-48B5-6D7357A2199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065387" y="2004747"/>
                <a:ext cx="2559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661BB59-DD4F-7E34-F53D-E1F865323703}"/>
                  </a:ext>
                </a:extLst>
              </p14:cNvPr>
              <p14:cNvContentPartPr/>
              <p14:nvPr/>
            </p14:nvContentPartPr>
            <p14:xfrm>
              <a:off x="8822747" y="2247747"/>
              <a:ext cx="371520" cy="403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661BB59-DD4F-7E34-F53D-E1F86532370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818427" y="2243427"/>
                <a:ext cx="38016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A6FDED0-E50C-528E-682F-8C3D7DAA6EAB}"/>
                  </a:ext>
                </a:extLst>
              </p14:cNvPr>
              <p14:cNvContentPartPr/>
              <p14:nvPr/>
            </p14:nvContentPartPr>
            <p14:xfrm>
              <a:off x="9500267" y="1635027"/>
              <a:ext cx="243360" cy="5194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A6FDED0-E50C-528E-682F-8C3D7DAA6EA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495947" y="1630707"/>
                <a:ext cx="252000" cy="5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FD484D8-F1F6-3BFB-5B2A-7481CAA09B4A}"/>
                  </a:ext>
                </a:extLst>
              </p14:cNvPr>
              <p14:cNvContentPartPr/>
              <p14:nvPr/>
            </p14:nvContentPartPr>
            <p14:xfrm>
              <a:off x="9628427" y="2106987"/>
              <a:ext cx="225360" cy="79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FD484D8-F1F6-3BFB-5B2A-7481CAA09B4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624107" y="2102667"/>
                <a:ext cx="23400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7E95CD4-518A-2F9C-7334-AE5CB797DD41}"/>
                  </a:ext>
                </a:extLst>
              </p14:cNvPr>
              <p14:cNvContentPartPr/>
              <p14:nvPr/>
            </p14:nvContentPartPr>
            <p14:xfrm>
              <a:off x="9645347" y="2123547"/>
              <a:ext cx="580680" cy="4744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7E95CD4-518A-2F9C-7334-AE5CB797DD41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641027" y="2119227"/>
                <a:ext cx="58932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26C463A6-31A7-F631-E385-1122C6F04714}"/>
                  </a:ext>
                </a:extLst>
              </p14:cNvPr>
              <p14:cNvContentPartPr/>
              <p14:nvPr/>
            </p14:nvContentPartPr>
            <p14:xfrm>
              <a:off x="9887267" y="2327307"/>
              <a:ext cx="23040" cy="1548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26C463A6-31A7-F631-E385-1122C6F0471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882947" y="2322987"/>
                <a:ext cx="316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795980A6-8F88-DBA7-95AD-24366B7D339C}"/>
                  </a:ext>
                </a:extLst>
              </p14:cNvPr>
              <p14:cNvContentPartPr/>
              <p14:nvPr/>
            </p14:nvContentPartPr>
            <p14:xfrm>
              <a:off x="9995627" y="2308587"/>
              <a:ext cx="101160" cy="1346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795980A6-8F88-DBA7-95AD-24366B7D339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991307" y="2304267"/>
                <a:ext cx="10980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309A295-66C5-51EA-7421-33471C9C3E1C}"/>
              </a:ext>
            </a:extLst>
          </p:cNvPr>
          <p:cNvGrpSpPr/>
          <p:nvPr/>
        </p:nvGrpSpPr>
        <p:grpSpPr>
          <a:xfrm>
            <a:off x="8322707" y="2691627"/>
            <a:ext cx="644400" cy="917640"/>
            <a:chOff x="8322707" y="2691627"/>
            <a:chExt cx="644400" cy="91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D913FFF-CB0E-BFA9-1B57-6DF5C4414517}"/>
                    </a:ext>
                  </a:extLst>
                </p14:cNvPr>
                <p14:cNvContentPartPr/>
                <p14:nvPr/>
              </p14:nvContentPartPr>
              <p14:xfrm>
                <a:off x="8646707" y="2691627"/>
                <a:ext cx="320400" cy="442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913FFF-CB0E-BFA9-1B57-6DF5C441451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42387" y="2687307"/>
                  <a:ext cx="3290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68677D4-2CE1-8FDD-8826-2ED53AEC089D}"/>
                    </a:ext>
                  </a:extLst>
                </p14:cNvPr>
                <p14:cNvContentPartPr/>
                <p14:nvPr/>
              </p14:nvContentPartPr>
              <p14:xfrm>
                <a:off x="8322707" y="3126147"/>
                <a:ext cx="465840" cy="483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68677D4-2CE1-8FDD-8826-2ED53AEC089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318387" y="3121827"/>
                  <a:ext cx="474480" cy="49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79731D7-CEBD-FFA0-A464-F2772DCF910E}"/>
              </a:ext>
            </a:extLst>
          </p:cNvPr>
          <p:cNvGrpSpPr/>
          <p:nvPr/>
        </p:nvGrpSpPr>
        <p:grpSpPr>
          <a:xfrm>
            <a:off x="341867" y="3608907"/>
            <a:ext cx="1594800" cy="2601720"/>
            <a:chOff x="341867" y="3608907"/>
            <a:chExt cx="1594800" cy="260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56D645A-3B6E-3BF7-7471-F8D76F8D01A7}"/>
                    </a:ext>
                  </a:extLst>
                </p14:cNvPr>
                <p14:cNvContentPartPr/>
                <p14:nvPr/>
              </p14:nvContentPartPr>
              <p14:xfrm>
                <a:off x="1399187" y="3836067"/>
                <a:ext cx="192960" cy="583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56D645A-3B6E-3BF7-7471-F8D76F8D01A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94867" y="3831747"/>
                  <a:ext cx="20160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A6CAEE9-C780-7B79-407D-36A1FC25F9A0}"/>
                    </a:ext>
                  </a:extLst>
                </p14:cNvPr>
                <p14:cNvContentPartPr/>
                <p14:nvPr/>
              </p14:nvContentPartPr>
              <p14:xfrm>
                <a:off x="1340507" y="4313067"/>
                <a:ext cx="110520" cy="79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A6CAEE9-C780-7B79-407D-36A1FC25F9A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36187" y="4308747"/>
                  <a:ext cx="1191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652AD33-E51B-042C-74AE-123340B35B56}"/>
                    </a:ext>
                  </a:extLst>
                </p14:cNvPr>
                <p14:cNvContentPartPr/>
                <p14:nvPr/>
              </p14:nvContentPartPr>
              <p14:xfrm>
                <a:off x="1424027" y="4324587"/>
                <a:ext cx="81000" cy="97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652AD33-E51B-042C-74AE-123340B35B5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419707" y="4320267"/>
                  <a:ext cx="89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5EA295D-E8D9-E4F1-8537-774B3B15B0E9}"/>
                    </a:ext>
                  </a:extLst>
                </p14:cNvPr>
                <p14:cNvContentPartPr/>
                <p14:nvPr/>
              </p14:nvContentPartPr>
              <p14:xfrm>
                <a:off x="1224587" y="4330347"/>
                <a:ext cx="352080" cy="358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5EA295D-E8D9-E4F1-8537-774B3B15B0E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20267" y="4326027"/>
                  <a:ext cx="360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02C925E-60BF-A6F1-BDAD-324265E05E07}"/>
                    </a:ext>
                  </a:extLst>
                </p14:cNvPr>
                <p14:cNvContentPartPr/>
                <p14:nvPr/>
              </p14:nvContentPartPr>
              <p14:xfrm>
                <a:off x="1058267" y="4692507"/>
                <a:ext cx="237240" cy="363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02C925E-60BF-A6F1-BDAD-324265E05E0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3947" y="4688187"/>
                  <a:ext cx="2458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BCBF6D5-3AAD-804D-7052-70C9558A8703}"/>
                    </a:ext>
                  </a:extLst>
                </p14:cNvPr>
                <p14:cNvContentPartPr/>
                <p14:nvPr/>
              </p14:nvContentPartPr>
              <p14:xfrm>
                <a:off x="829667" y="4965027"/>
                <a:ext cx="357120" cy="429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BCBF6D5-3AAD-804D-7052-70C9558A870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25347" y="4960707"/>
                  <a:ext cx="3657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A8F8C90-2415-8983-3D46-7A4945B1613C}"/>
                    </a:ext>
                  </a:extLst>
                </p14:cNvPr>
                <p14:cNvContentPartPr/>
                <p14:nvPr/>
              </p14:nvContentPartPr>
              <p14:xfrm>
                <a:off x="1449587" y="4655787"/>
                <a:ext cx="199440" cy="473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A8F8C90-2415-8983-3D46-7A4945B1613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445267" y="4651467"/>
                  <a:ext cx="20808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7F16842-2305-0A41-1ED4-65AE327D7495}"/>
                    </a:ext>
                  </a:extLst>
                </p14:cNvPr>
                <p14:cNvContentPartPr/>
                <p14:nvPr/>
              </p14:nvContentPartPr>
              <p14:xfrm>
                <a:off x="1511867" y="5153667"/>
                <a:ext cx="424800" cy="301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7F16842-2305-0A41-1ED4-65AE327D749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07547" y="5149347"/>
                  <a:ext cx="4334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7780780-4F43-01F0-0046-8449E0CDC3A9}"/>
                    </a:ext>
                  </a:extLst>
                </p14:cNvPr>
                <p14:cNvContentPartPr/>
                <p14:nvPr/>
              </p14:nvContentPartPr>
              <p14:xfrm>
                <a:off x="593147" y="5430147"/>
                <a:ext cx="269640" cy="370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7780780-4F43-01F0-0046-8449E0CDC3A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8827" y="5425827"/>
                  <a:ext cx="2782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9D59184-A6B5-0EE5-5009-34E3C063CC57}"/>
                    </a:ext>
                  </a:extLst>
                </p14:cNvPr>
                <p14:cNvContentPartPr/>
                <p14:nvPr/>
              </p14:nvContentPartPr>
              <p14:xfrm>
                <a:off x="341867" y="5804907"/>
                <a:ext cx="381600" cy="405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9D59184-A6B5-0EE5-5009-34E3C063CC5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7547" y="5800587"/>
                  <a:ext cx="3902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F9703E4-279A-C829-F19C-7EF5E526525E}"/>
                    </a:ext>
                  </a:extLst>
                </p14:cNvPr>
                <p14:cNvContentPartPr/>
                <p14:nvPr/>
              </p14:nvContentPartPr>
              <p14:xfrm>
                <a:off x="976907" y="5408547"/>
                <a:ext cx="221760" cy="461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F9703E4-279A-C829-F19C-7EF5E526525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72587" y="5404227"/>
                  <a:ext cx="23040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A695B37-5CFD-4BC5-2EA7-F82A59C18B22}"/>
                    </a:ext>
                  </a:extLst>
                </p14:cNvPr>
                <p14:cNvContentPartPr/>
                <p14:nvPr/>
              </p14:nvContentPartPr>
              <p14:xfrm>
                <a:off x="694667" y="3790707"/>
                <a:ext cx="127440" cy="155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A695B37-5CFD-4BC5-2EA7-F82A59C18B2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90347" y="3786387"/>
                  <a:ext cx="136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931460D-A700-303A-A403-21948E69DF80}"/>
                    </a:ext>
                  </a:extLst>
                </p14:cNvPr>
                <p14:cNvContentPartPr/>
                <p14:nvPr/>
              </p14:nvContentPartPr>
              <p14:xfrm>
                <a:off x="831827" y="3813387"/>
                <a:ext cx="88560" cy="113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931460D-A700-303A-A403-21948E69DF8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7507" y="3809067"/>
                  <a:ext cx="97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D682A5A-78E7-FFF2-275B-85980FEBDE57}"/>
                    </a:ext>
                  </a:extLst>
                </p14:cNvPr>
                <p14:cNvContentPartPr/>
                <p14:nvPr/>
              </p14:nvContentPartPr>
              <p14:xfrm>
                <a:off x="976547" y="3805467"/>
                <a:ext cx="102600" cy="120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D682A5A-78E7-FFF2-275B-85980FEBDE5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72227" y="3801147"/>
                  <a:ext cx="111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AA83759-0BC1-8E12-55EE-5FC7AB166CEC}"/>
                    </a:ext>
                  </a:extLst>
                </p14:cNvPr>
                <p14:cNvContentPartPr/>
                <p14:nvPr/>
              </p14:nvContentPartPr>
              <p14:xfrm>
                <a:off x="1131707" y="3608907"/>
                <a:ext cx="94680" cy="236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AA83759-0BC1-8E12-55EE-5FC7AB166CE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7387" y="3604587"/>
                  <a:ext cx="103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878B501-628B-DBF8-C0B1-9C5626F3CD4E}"/>
                    </a:ext>
                  </a:extLst>
                </p14:cNvPr>
                <p14:cNvContentPartPr/>
                <p14:nvPr/>
              </p14:nvContentPartPr>
              <p14:xfrm>
                <a:off x="1054307" y="3752547"/>
                <a:ext cx="138960" cy="8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878B501-628B-DBF8-C0B1-9C5626F3CD4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49987" y="3748227"/>
                  <a:ext cx="1476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FADF9B5-83B7-0526-D37B-2A0C12C432DC}"/>
                    </a:ext>
                  </a:extLst>
                </p14:cNvPr>
                <p14:cNvContentPartPr/>
                <p14:nvPr/>
              </p14:nvContentPartPr>
              <p14:xfrm>
                <a:off x="863507" y="5192187"/>
                <a:ext cx="52560" cy="115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FADF9B5-83B7-0526-D37B-2A0C12C432D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59187" y="5187867"/>
                  <a:ext cx="61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D2099A2-1D67-58A2-377C-F519CCC3ADAF}"/>
                    </a:ext>
                  </a:extLst>
                </p14:cNvPr>
                <p14:cNvContentPartPr/>
                <p14:nvPr/>
              </p14:nvContentPartPr>
              <p14:xfrm>
                <a:off x="964667" y="4176267"/>
                <a:ext cx="360" cy="10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D2099A2-1D67-58A2-377C-F519CCC3ADA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0347" y="4171947"/>
                  <a:ext cx="9000" cy="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8B1EE18-417D-B83F-D70D-74C1D27C34E5}"/>
                  </a:ext>
                </a:extLst>
              </p14:cNvPr>
              <p14:cNvContentPartPr/>
              <p14:nvPr/>
            </p14:nvContentPartPr>
            <p14:xfrm>
              <a:off x="6475907" y="4198947"/>
              <a:ext cx="163800" cy="3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8B1EE18-417D-B83F-D70D-74C1D27C34E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71587" y="4194627"/>
                <a:ext cx="17244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D7415C26-604C-B50C-2C81-F13D8B7B3C57}"/>
              </a:ext>
            </a:extLst>
          </p:cNvPr>
          <p:cNvGrpSpPr/>
          <p:nvPr/>
        </p:nvGrpSpPr>
        <p:grpSpPr>
          <a:xfrm>
            <a:off x="6866867" y="3878187"/>
            <a:ext cx="1162800" cy="573840"/>
            <a:chOff x="6866867" y="3878187"/>
            <a:chExt cx="1162800" cy="57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42D89B4-6D5C-CAF0-3F4E-B9F3FDA1C925}"/>
                    </a:ext>
                  </a:extLst>
                </p14:cNvPr>
                <p14:cNvContentPartPr/>
                <p14:nvPr/>
              </p14:nvContentPartPr>
              <p14:xfrm>
                <a:off x="6866867" y="3941547"/>
                <a:ext cx="105120" cy="330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42D89B4-6D5C-CAF0-3F4E-B9F3FDA1C92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862547" y="3937227"/>
                  <a:ext cx="1137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8D4D5D6-A3DF-5CBC-1678-C04FAFCC2352}"/>
                    </a:ext>
                  </a:extLst>
                </p14:cNvPr>
                <p14:cNvContentPartPr/>
                <p14:nvPr/>
              </p14:nvContentPartPr>
              <p14:xfrm>
                <a:off x="7007987" y="3878187"/>
                <a:ext cx="117000" cy="391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8D4D5D6-A3DF-5CBC-1678-C04FAFCC235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003667" y="3873867"/>
                  <a:ext cx="1256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2AEEB72-38FC-EE85-7036-579F86674A5D}"/>
                    </a:ext>
                  </a:extLst>
                </p14:cNvPr>
                <p14:cNvContentPartPr/>
                <p14:nvPr/>
              </p14:nvContentPartPr>
              <p14:xfrm>
                <a:off x="6899627" y="4095627"/>
                <a:ext cx="217800" cy="23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2AEEB72-38FC-EE85-7036-579F86674A5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95307" y="4091307"/>
                  <a:ext cx="226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D9B8822-6FE2-00C6-051A-93D02176417A}"/>
                    </a:ext>
                  </a:extLst>
                </p14:cNvPr>
                <p14:cNvContentPartPr/>
                <p14:nvPr/>
              </p14:nvContentPartPr>
              <p14:xfrm>
                <a:off x="7161347" y="4140627"/>
                <a:ext cx="104400" cy="88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D9B8822-6FE2-00C6-051A-93D02176417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157027" y="4136307"/>
                  <a:ext cx="113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76BE263-92A3-C6B4-C3F1-F769A2006176}"/>
                    </a:ext>
                  </a:extLst>
                </p14:cNvPr>
                <p14:cNvContentPartPr/>
                <p14:nvPr/>
              </p14:nvContentPartPr>
              <p14:xfrm>
                <a:off x="7276547" y="4158267"/>
                <a:ext cx="132120" cy="84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76BE263-92A3-C6B4-C3F1-F769A200617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72227" y="4153947"/>
                  <a:ext cx="140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85E1A24-6948-B451-5322-0E338C3ADC4F}"/>
                    </a:ext>
                  </a:extLst>
                </p14:cNvPr>
                <p14:cNvContentPartPr/>
                <p14:nvPr/>
              </p14:nvContentPartPr>
              <p14:xfrm>
                <a:off x="7447187" y="4142427"/>
                <a:ext cx="84600" cy="309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85E1A24-6948-B451-5322-0E338C3ADC4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442867" y="4138107"/>
                  <a:ext cx="932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03BD246-ED5B-ED00-4D3C-D4F07F6A16B6}"/>
                    </a:ext>
                  </a:extLst>
                </p14:cNvPr>
                <p14:cNvContentPartPr/>
                <p14:nvPr/>
              </p14:nvContentPartPr>
              <p14:xfrm>
                <a:off x="7516307" y="4102107"/>
                <a:ext cx="84600" cy="100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03BD246-ED5B-ED00-4D3C-D4F07F6A16B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511987" y="4097787"/>
                  <a:ext cx="93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C268033-9B2F-4279-D2F2-14A4AAEAA31F}"/>
                    </a:ext>
                  </a:extLst>
                </p14:cNvPr>
                <p14:cNvContentPartPr/>
                <p14:nvPr/>
              </p14:nvContentPartPr>
              <p14:xfrm>
                <a:off x="7661027" y="4119747"/>
                <a:ext cx="108720" cy="87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C268033-9B2F-4279-D2F2-14A4AAEAA31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656707" y="4115427"/>
                  <a:ext cx="117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CA18D23-4D4E-2D42-C5FE-600B09F7514E}"/>
                    </a:ext>
                  </a:extLst>
                </p14:cNvPr>
                <p14:cNvContentPartPr/>
                <p14:nvPr/>
              </p14:nvContentPartPr>
              <p14:xfrm>
                <a:off x="7955507" y="3904467"/>
                <a:ext cx="74160" cy="280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CA18D23-4D4E-2D42-C5FE-600B09F7514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951187" y="3900147"/>
                  <a:ext cx="82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C681145-3927-20FA-D474-8A35919A4937}"/>
                    </a:ext>
                  </a:extLst>
                </p14:cNvPr>
                <p14:cNvContentPartPr/>
                <p14:nvPr/>
              </p14:nvContentPartPr>
              <p14:xfrm>
                <a:off x="7946147" y="4304787"/>
                <a:ext cx="14760" cy="17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C681145-3927-20FA-D474-8A35919A493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41827" y="4300467"/>
                  <a:ext cx="234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9A8431E-FE70-B3C6-8C69-75EB4718609A}"/>
              </a:ext>
            </a:extLst>
          </p:cNvPr>
          <p:cNvGrpSpPr/>
          <p:nvPr/>
        </p:nvGrpSpPr>
        <p:grpSpPr>
          <a:xfrm>
            <a:off x="5376467" y="3960440"/>
            <a:ext cx="879120" cy="337320"/>
            <a:chOff x="5376467" y="3960440"/>
            <a:chExt cx="87912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DBC0440-0AE7-3B9B-0BB0-678FF7F0B2B5}"/>
                    </a:ext>
                  </a:extLst>
                </p14:cNvPr>
                <p14:cNvContentPartPr/>
                <p14:nvPr/>
              </p14:nvContentPartPr>
              <p14:xfrm>
                <a:off x="5376467" y="3966560"/>
                <a:ext cx="494640" cy="331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DBC0440-0AE7-3B9B-0BB0-678FF7F0B2B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372147" y="3962240"/>
                  <a:ext cx="5032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D568BB-4CC4-5E79-2AB5-6EAB0D75978A}"/>
                    </a:ext>
                  </a:extLst>
                </p14:cNvPr>
                <p14:cNvContentPartPr/>
                <p14:nvPr/>
              </p14:nvContentPartPr>
              <p14:xfrm>
                <a:off x="5943827" y="4153040"/>
                <a:ext cx="30600" cy="86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D568BB-4CC4-5E79-2AB5-6EAB0D75978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39507" y="4148720"/>
                  <a:ext cx="39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0CA52F-8F9E-66C4-8A5E-6287D38AA46E}"/>
                    </a:ext>
                  </a:extLst>
                </p14:cNvPr>
                <p14:cNvContentPartPr/>
                <p14:nvPr/>
              </p14:nvContentPartPr>
              <p14:xfrm>
                <a:off x="6069467" y="3960440"/>
                <a:ext cx="16920" cy="152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0CA52F-8F9E-66C4-8A5E-6287D38AA46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065147" y="3956120"/>
                  <a:ext cx="2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23CAA71-91C3-ABDC-9A2D-53CD26BECC8C}"/>
                    </a:ext>
                  </a:extLst>
                </p14:cNvPr>
                <p14:cNvContentPartPr/>
                <p14:nvPr/>
              </p14:nvContentPartPr>
              <p14:xfrm>
                <a:off x="6111587" y="4177520"/>
                <a:ext cx="144000" cy="73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23CAA71-91C3-ABDC-9A2D-53CD26BECC8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107267" y="4173200"/>
                  <a:ext cx="15264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3F1703C-DA55-77AD-24B7-DBA395D366E3}"/>
              </a:ext>
            </a:extLst>
          </p:cNvPr>
          <p:cNvGrpSpPr/>
          <p:nvPr/>
        </p:nvGrpSpPr>
        <p:grpSpPr>
          <a:xfrm>
            <a:off x="4729907" y="1554920"/>
            <a:ext cx="125280" cy="262440"/>
            <a:chOff x="4729907" y="1554920"/>
            <a:chExt cx="12528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85AE36-8AC4-4C27-C3B7-16CC44DC2B64}"/>
                    </a:ext>
                  </a:extLst>
                </p14:cNvPr>
                <p14:cNvContentPartPr/>
                <p14:nvPr/>
              </p14:nvContentPartPr>
              <p14:xfrm>
                <a:off x="4756907" y="1555280"/>
                <a:ext cx="37080" cy="22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85AE36-8AC4-4C27-C3B7-16CC44DC2B6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52587" y="1550960"/>
                  <a:ext cx="45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034BF88-08EF-8AE5-115D-EC9666D155B4}"/>
                    </a:ext>
                  </a:extLst>
                </p14:cNvPr>
                <p14:cNvContentPartPr/>
                <p14:nvPr/>
              </p14:nvContentPartPr>
              <p14:xfrm>
                <a:off x="4729907" y="1554920"/>
                <a:ext cx="125280" cy="262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034BF88-08EF-8AE5-115D-EC9666D155B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25587" y="1550600"/>
                  <a:ext cx="13392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384A2BE-1470-027B-F216-1BA61520B91F}"/>
              </a:ext>
            </a:extLst>
          </p:cNvPr>
          <p:cNvGrpSpPr/>
          <p:nvPr/>
        </p:nvGrpSpPr>
        <p:grpSpPr>
          <a:xfrm>
            <a:off x="4067867" y="2427920"/>
            <a:ext cx="289440" cy="200520"/>
            <a:chOff x="4067867" y="2427920"/>
            <a:chExt cx="28944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7A724E6-718F-5722-D215-687E8ED8E0F0}"/>
                    </a:ext>
                  </a:extLst>
                </p14:cNvPr>
                <p14:cNvContentPartPr/>
                <p14:nvPr/>
              </p14:nvContentPartPr>
              <p14:xfrm>
                <a:off x="4067867" y="2501000"/>
                <a:ext cx="50760" cy="127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7A724E6-718F-5722-D215-687E8ED8E0F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63547" y="2496680"/>
                  <a:ext cx="59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5A5D325-6BDC-9982-D0BF-0C5740633D12}"/>
                    </a:ext>
                  </a:extLst>
                </p14:cNvPr>
                <p14:cNvContentPartPr/>
                <p14:nvPr/>
              </p14:nvContentPartPr>
              <p14:xfrm>
                <a:off x="4210427" y="2427920"/>
                <a:ext cx="146880" cy="194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5A5D325-6BDC-9982-D0BF-0C5740633D1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206107" y="2423600"/>
                  <a:ext cx="15552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BF357D3-F77A-634F-37DE-9143ADABACEA}"/>
              </a:ext>
            </a:extLst>
          </p:cNvPr>
          <p:cNvGrpSpPr/>
          <p:nvPr/>
        </p:nvGrpSpPr>
        <p:grpSpPr>
          <a:xfrm>
            <a:off x="7136147" y="1409120"/>
            <a:ext cx="221040" cy="141120"/>
            <a:chOff x="7136147" y="1409120"/>
            <a:chExt cx="22104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EFD7FB6-42DC-6D50-C421-D808CA8AC06C}"/>
                    </a:ext>
                  </a:extLst>
                </p14:cNvPr>
                <p14:cNvContentPartPr/>
                <p14:nvPr/>
              </p14:nvContentPartPr>
              <p14:xfrm>
                <a:off x="7136147" y="1428920"/>
                <a:ext cx="55800" cy="121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EFD7FB6-42DC-6D50-C421-D808CA8AC06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31827" y="1424600"/>
                  <a:ext cx="64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802A6A1-71F0-0D9B-3EED-7800CA3B7B50}"/>
                    </a:ext>
                  </a:extLst>
                </p14:cNvPr>
                <p14:cNvContentPartPr/>
                <p14:nvPr/>
              </p14:nvContentPartPr>
              <p14:xfrm>
                <a:off x="7254587" y="1409120"/>
                <a:ext cx="102600" cy="126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802A6A1-71F0-0D9B-3EED-7800CA3B7B5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250267" y="1404800"/>
                  <a:ext cx="11124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E9C7CF4-87AE-46D6-52DD-D7030C247F4A}"/>
              </a:ext>
            </a:extLst>
          </p:cNvPr>
          <p:cNvGrpSpPr/>
          <p:nvPr/>
        </p:nvGrpSpPr>
        <p:grpSpPr>
          <a:xfrm>
            <a:off x="6473027" y="2345480"/>
            <a:ext cx="225720" cy="166320"/>
            <a:chOff x="6473027" y="2345480"/>
            <a:chExt cx="22572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18D8565-8B7E-DDCF-576F-FBCC749C08CC}"/>
                    </a:ext>
                  </a:extLst>
                </p14:cNvPr>
                <p14:cNvContentPartPr/>
                <p14:nvPr/>
              </p14:nvContentPartPr>
              <p14:xfrm>
                <a:off x="6473027" y="2345480"/>
                <a:ext cx="73800" cy="166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18D8565-8B7E-DDCF-576F-FBCC749C08C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68707" y="2341160"/>
                  <a:ext cx="82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F216D6D-E2B5-3121-969D-C372ED310F68}"/>
                    </a:ext>
                  </a:extLst>
                </p14:cNvPr>
                <p14:cNvContentPartPr/>
                <p14:nvPr/>
              </p14:nvContentPartPr>
              <p14:xfrm>
                <a:off x="6645107" y="2345480"/>
                <a:ext cx="53640" cy="144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F216D6D-E2B5-3121-969D-C372ED310F6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640787" y="2341160"/>
                  <a:ext cx="62280" cy="15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9B8F9538-EC0A-59AD-1D71-86C23F901F78}"/>
                  </a:ext>
                </a:extLst>
              </p14:cNvPr>
              <p14:cNvContentPartPr/>
              <p14:nvPr/>
            </p14:nvContentPartPr>
            <p14:xfrm>
              <a:off x="9306227" y="1378880"/>
              <a:ext cx="100440" cy="1929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9B8F9538-EC0A-59AD-1D71-86C23F901F7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9301907" y="1374560"/>
                <a:ext cx="109080" cy="20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39BB4BE-BF28-BC0F-7F3F-F25C7A2721E5}"/>
              </a:ext>
            </a:extLst>
          </p:cNvPr>
          <p:cNvGrpSpPr/>
          <p:nvPr/>
        </p:nvGrpSpPr>
        <p:grpSpPr>
          <a:xfrm>
            <a:off x="8433227" y="3327200"/>
            <a:ext cx="281880" cy="142560"/>
            <a:chOff x="8433227" y="3327200"/>
            <a:chExt cx="281880" cy="14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E90582D-09F9-B7AD-C2D3-8AF2BC5A3BD4}"/>
                    </a:ext>
                  </a:extLst>
                </p14:cNvPr>
                <p14:cNvContentPartPr/>
                <p14:nvPr/>
              </p14:nvContentPartPr>
              <p14:xfrm>
                <a:off x="8433227" y="3359240"/>
                <a:ext cx="52200" cy="1105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E90582D-09F9-B7AD-C2D3-8AF2BC5A3BD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28907" y="3354920"/>
                  <a:ext cx="60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71527E5-E784-53A6-2A31-8C4DE5D8C208}"/>
                    </a:ext>
                  </a:extLst>
                </p14:cNvPr>
                <p14:cNvContentPartPr/>
                <p14:nvPr/>
              </p14:nvContentPartPr>
              <p14:xfrm>
                <a:off x="8592707" y="3327200"/>
                <a:ext cx="122400" cy="1141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71527E5-E784-53A6-2A31-8C4DE5D8C20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88387" y="3322880"/>
                  <a:ext cx="13104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BC27C25-4DD0-C77A-6B4F-6F780FB16EA3}"/>
              </a:ext>
            </a:extLst>
          </p:cNvPr>
          <p:cNvGrpSpPr/>
          <p:nvPr/>
        </p:nvGrpSpPr>
        <p:grpSpPr>
          <a:xfrm>
            <a:off x="8948747" y="2410280"/>
            <a:ext cx="187200" cy="203400"/>
            <a:chOff x="8948747" y="2410280"/>
            <a:chExt cx="18720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B390B6C-6042-48A0-534C-687EE163E7B6}"/>
                    </a:ext>
                  </a:extLst>
                </p14:cNvPr>
                <p14:cNvContentPartPr/>
                <p14:nvPr/>
              </p14:nvContentPartPr>
              <p14:xfrm>
                <a:off x="8948747" y="2410280"/>
                <a:ext cx="55440" cy="173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B390B6C-6042-48A0-534C-687EE163E7B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944427" y="2405960"/>
                  <a:ext cx="640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26CFBD5-CDCF-30DC-16FF-5026AC4BDACF}"/>
                    </a:ext>
                  </a:extLst>
                </p14:cNvPr>
                <p14:cNvContentPartPr/>
                <p14:nvPr/>
              </p14:nvContentPartPr>
              <p14:xfrm>
                <a:off x="9086267" y="2438360"/>
                <a:ext cx="49680" cy="175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26CFBD5-CDCF-30DC-16FF-5026AC4BDAC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081947" y="2434040"/>
                  <a:ext cx="5832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BAC66EC7-82A9-7D9B-7986-46816983B521}"/>
                  </a:ext>
                </a:extLst>
              </p14:cNvPr>
              <p14:cNvContentPartPr/>
              <p14:nvPr/>
            </p14:nvContentPartPr>
            <p14:xfrm>
              <a:off x="3859067" y="1197800"/>
              <a:ext cx="109440" cy="3315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BAC66EC7-82A9-7D9B-7986-46816983B52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854747" y="1193480"/>
                <a:ext cx="1180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0C70B95E-DD5F-9138-A721-472EA15EAA76}"/>
                  </a:ext>
                </a:extLst>
              </p14:cNvPr>
              <p14:cNvContentPartPr/>
              <p14:nvPr/>
            </p14:nvContentPartPr>
            <p14:xfrm>
              <a:off x="1040987" y="5908760"/>
              <a:ext cx="419040" cy="4006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0C70B95E-DD5F-9138-A721-472EA15EAA7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036667" y="5904440"/>
                <a:ext cx="427680" cy="40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0B42D83E-5225-AFCE-56BE-E6E057BE0002}"/>
              </a:ext>
            </a:extLst>
          </p:cNvPr>
          <p:cNvGrpSpPr/>
          <p:nvPr/>
        </p:nvGrpSpPr>
        <p:grpSpPr>
          <a:xfrm>
            <a:off x="1304147" y="4431320"/>
            <a:ext cx="194760" cy="163080"/>
            <a:chOff x="1304147" y="4431320"/>
            <a:chExt cx="19476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0D1D925-99FF-F226-557A-47C0D21E7F70}"/>
                    </a:ext>
                  </a:extLst>
                </p14:cNvPr>
                <p14:cNvContentPartPr/>
                <p14:nvPr/>
              </p14:nvContentPartPr>
              <p14:xfrm>
                <a:off x="1304147" y="4431320"/>
                <a:ext cx="79560" cy="163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0D1D925-99FF-F226-557A-47C0D21E7F7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299827" y="4427000"/>
                  <a:ext cx="882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089E532-28BF-3C87-5B7E-B17D413F9B72}"/>
                    </a:ext>
                  </a:extLst>
                </p14:cNvPr>
                <p14:cNvContentPartPr/>
                <p14:nvPr/>
              </p14:nvContentPartPr>
              <p14:xfrm>
                <a:off x="1333667" y="4491440"/>
                <a:ext cx="165240" cy="27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089E532-28BF-3C87-5B7E-B17D413F9B7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329347" y="4487120"/>
                  <a:ext cx="1738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47CA730-1028-2EA6-0E7C-05C4C34075A0}"/>
              </a:ext>
            </a:extLst>
          </p:cNvPr>
          <p:cNvGrpSpPr/>
          <p:nvPr/>
        </p:nvGrpSpPr>
        <p:grpSpPr>
          <a:xfrm>
            <a:off x="1605107" y="5222240"/>
            <a:ext cx="195480" cy="206640"/>
            <a:chOff x="1605107" y="5222240"/>
            <a:chExt cx="19548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13A7A02-0B59-FD2D-288A-B3B50093DFB8}"/>
                    </a:ext>
                  </a:extLst>
                </p14:cNvPr>
                <p14:cNvContentPartPr/>
                <p14:nvPr/>
              </p14:nvContentPartPr>
              <p14:xfrm>
                <a:off x="1628507" y="5222240"/>
                <a:ext cx="92160" cy="206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13A7A02-0B59-FD2D-288A-B3B50093DFB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624187" y="5217920"/>
                  <a:ext cx="100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046B3F0-3321-5996-D3C5-D4B35F7E8D16}"/>
                    </a:ext>
                  </a:extLst>
                </p14:cNvPr>
                <p14:cNvContentPartPr/>
                <p14:nvPr/>
              </p14:nvContentPartPr>
              <p14:xfrm>
                <a:off x="1605107" y="5300720"/>
                <a:ext cx="195480" cy="33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046B3F0-3321-5996-D3C5-D4B35F7E8D1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600787" y="5296400"/>
                  <a:ext cx="20412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9213C7D5-A334-9FA7-6D34-AD71D4E3737F}"/>
                  </a:ext>
                </a:extLst>
              </p14:cNvPr>
              <p14:cNvContentPartPr/>
              <p14:nvPr/>
            </p14:nvContentPartPr>
            <p14:xfrm>
              <a:off x="926507" y="5156000"/>
              <a:ext cx="107640" cy="1576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9213C7D5-A334-9FA7-6D34-AD71D4E3737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922187" y="5151680"/>
                <a:ext cx="1162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E6FADA70-5992-03EF-9013-23A47D26282F}"/>
                  </a:ext>
                </a:extLst>
              </p14:cNvPr>
              <p14:cNvContentPartPr/>
              <p14:nvPr/>
            </p14:nvContentPartPr>
            <p14:xfrm>
              <a:off x="1201187" y="5949440"/>
              <a:ext cx="119880" cy="1501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E6FADA70-5992-03EF-9013-23A47D26282F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96867" y="5945120"/>
                <a:ext cx="1285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CA200303-4B9F-81D4-9B6F-862F702A5EB7}"/>
                  </a:ext>
                </a:extLst>
              </p14:cNvPr>
              <p14:cNvContentPartPr/>
              <p14:nvPr/>
            </p14:nvContentPartPr>
            <p14:xfrm>
              <a:off x="428267" y="5977160"/>
              <a:ext cx="129960" cy="1731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CA200303-4B9F-81D4-9B6F-862F702A5EB7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23947" y="5972840"/>
                <a:ext cx="138600" cy="18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7585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EF2E-CA1D-CD4D-77CF-03DCD171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55922-3AE1-5A1B-0A23-F33CB0837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Get a random collection of items into an array</a:t>
            </a:r>
          </a:p>
          <a:p>
            <a:r>
              <a:rPr lang="en-ZA" dirty="0"/>
              <a:t>Arrange the array into a max-heap (</a:t>
            </a:r>
            <a:r>
              <a:rPr lang="en-ZA" dirty="0" err="1"/>
              <a:t>buildHeap</a:t>
            </a:r>
            <a:r>
              <a:rPr lang="en-ZA" dirty="0"/>
              <a:t> or </a:t>
            </a:r>
            <a:r>
              <a:rPr lang="en-ZA" dirty="0" err="1"/>
              <a:t>heapify</a:t>
            </a:r>
            <a:r>
              <a:rPr lang="en-ZA" dirty="0"/>
              <a:t>)</a:t>
            </a:r>
          </a:p>
          <a:p>
            <a:r>
              <a:rPr lang="en-ZA" dirty="0"/>
              <a:t>Heap-sort the array by successively removing the root from the array (which is arranged as a heap, which we keep on repairing)</a:t>
            </a:r>
          </a:p>
        </p:txBody>
      </p:sp>
    </p:spTree>
    <p:extLst>
      <p:ext uri="{BB962C8B-B14F-4D97-AF65-F5344CB8AC3E}">
        <p14:creationId xmlns:p14="http://schemas.microsoft.com/office/powerpoint/2010/main" val="3596322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3906986C-B348-74C5-E2F4-E9E9BD2D6E42}"/>
              </a:ext>
            </a:extLst>
          </p:cNvPr>
          <p:cNvGrpSpPr/>
          <p:nvPr/>
        </p:nvGrpSpPr>
        <p:grpSpPr>
          <a:xfrm>
            <a:off x="749747" y="383480"/>
            <a:ext cx="5584320" cy="1073880"/>
            <a:chOff x="749747" y="383480"/>
            <a:chExt cx="558432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A358FFD-A4DF-F5F0-5DC9-E79FFF288BF3}"/>
                    </a:ext>
                  </a:extLst>
                </p14:cNvPr>
                <p14:cNvContentPartPr/>
                <p14:nvPr/>
              </p14:nvContentPartPr>
              <p14:xfrm>
                <a:off x="749747" y="383480"/>
                <a:ext cx="274680" cy="319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A358FFD-A4DF-F5F0-5DC9-E79FFF288BF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5427" y="379160"/>
                  <a:ext cx="2833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BD0F07F-4EDB-EF74-0446-4287EFCB8EB8}"/>
                    </a:ext>
                  </a:extLst>
                </p14:cNvPr>
                <p14:cNvContentPartPr/>
                <p14:nvPr/>
              </p14:nvContentPartPr>
              <p14:xfrm>
                <a:off x="991307" y="600920"/>
                <a:ext cx="118800" cy="74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BD0F07F-4EDB-EF74-0446-4287EFCB8E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6987" y="596600"/>
                  <a:ext cx="127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9B4385-79BD-681F-A694-0E0E40AB8298}"/>
                    </a:ext>
                  </a:extLst>
                </p14:cNvPr>
                <p14:cNvContentPartPr/>
                <p14:nvPr/>
              </p14:nvContentPartPr>
              <p14:xfrm>
                <a:off x="1195787" y="450440"/>
                <a:ext cx="94320" cy="218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9B4385-79BD-681F-A694-0E0E40AB829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1467" y="446120"/>
                  <a:ext cx="102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D2B27E-DBCE-A0DF-FC1E-BC36F2585BFA}"/>
                    </a:ext>
                  </a:extLst>
                </p14:cNvPr>
                <p14:cNvContentPartPr/>
                <p14:nvPr/>
              </p14:nvContentPartPr>
              <p14:xfrm>
                <a:off x="1174907" y="538640"/>
                <a:ext cx="248040" cy="11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D2B27E-DBCE-A0DF-FC1E-BC36F2585B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0587" y="534320"/>
                  <a:ext cx="256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270AD1-DB4B-6CC0-1F68-CACF61F00AA9}"/>
                    </a:ext>
                  </a:extLst>
                </p14:cNvPr>
                <p14:cNvContentPartPr/>
                <p14:nvPr/>
              </p14:nvContentPartPr>
              <p14:xfrm>
                <a:off x="1106867" y="924560"/>
                <a:ext cx="15840" cy="187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270AD1-DB4B-6CC0-1F68-CACF61F00A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2547" y="920240"/>
                  <a:ext cx="24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A82E14B-B665-ACBA-0529-C029F6794F97}"/>
                    </a:ext>
                  </a:extLst>
                </p14:cNvPr>
                <p14:cNvContentPartPr/>
                <p14:nvPr/>
              </p14:nvContentPartPr>
              <p14:xfrm>
                <a:off x="1074467" y="785600"/>
                <a:ext cx="631800" cy="347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A82E14B-B665-ACBA-0529-C029F6794F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0147" y="781280"/>
                  <a:ext cx="6404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ADEF4C-AC6B-BCCD-6173-2D4558CB75AF}"/>
                    </a:ext>
                  </a:extLst>
                </p14:cNvPr>
                <p14:cNvContentPartPr/>
                <p14:nvPr/>
              </p14:nvContentPartPr>
              <p14:xfrm>
                <a:off x="1498547" y="886040"/>
                <a:ext cx="1235520" cy="88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ADEF4C-AC6B-BCCD-6173-2D4558CB75A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94227" y="881720"/>
                  <a:ext cx="1244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867DDE2-4A90-F906-656A-610EC356B3F7}"/>
                    </a:ext>
                  </a:extLst>
                </p14:cNvPr>
                <p14:cNvContentPartPr/>
                <p14:nvPr/>
              </p14:nvContentPartPr>
              <p14:xfrm>
                <a:off x="2665667" y="803960"/>
                <a:ext cx="189360" cy="195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867DDE2-4A90-F906-656A-610EC356B3F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61347" y="799640"/>
                  <a:ext cx="198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6FCB2D-0433-A6D5-1E79-784E09955FEC}"/>
                    </a:ext>
                  </a:extLst>
                </p14:cNvPr>
                <p14:cNvContentPartPr/>
                <p14:nvPr/>
              </p14:nvContentPartPr>
              <p14:xfrm>
                <a:off x="2903987" y="656720"/>
                <a:ext cx="6840" cy="495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6FCB2D-0433-A6D5-1E79-784E09955F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99667" y="652400"/>
                  <a:ext cx="1548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FCFDFF7-DED3-C5E8-A67F-F84F3801D970}"/>
                    </a:ext>
                  </a:extLst>
                </p14:cNvPr>
                <p14:cNvContentPartPr/>
                <p14:nvPr/>
              </p14:nvContentPartPr>
              <p14:xfrm>
                <a:off x="2927387" y="507680"/>
                <a:ext cx="3356640" cy="159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FCFDFF7-DED3-C5E8-A67F-F84F3801D9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3067" y="503360"/>
                  <a:ext cx="3365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EEDAA1-0CA8-D5A4-DA91-702AF77F5163}"/>
                    </a:ext>
                  </a:extLst>
                </p14:cNvPr>
                <p14:cNvContentPartPr/>
                <p14:nvPr/>
              </p14:nvContentPartPr>
              <p14:xfrm>
                <a:off x="2878427" y="909080"/>
                <a:ext cx="3455640" cy="316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0EEDAA1-0CA8-D5A4-DA91-702AF77F516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4107" y="904760"/>
                  <a:ext cx="34642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BEA9B0-DD44-16D4-0EFD-1B85DEAE26FF}"/>
                    </a:ext>
                  </a:extLst>
                </p14:cNvPr>
                <p14:cNvContentPartPr/>
                <p14:nvPr/>
              </p14:nvContentPartPr>
              <p14:xfrm>
                <a:off x="6249107" y="640160"/>
                <a:ext cx="31320" cy="307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BEA9B0-DD44-16D4-0EFD-1B85DEAE26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44787" y="635840"/>
                  <a:ext cx="399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49E0A93-2D99-8939-1CB5-9364A91D154E}"/>
                    </a:ext>
                  </a:extLst>
                </p14:cNvPr>
                <p14:cNvContentPartPr/>
                <p14:nvPr/>
              </p14:nvContentPartPr>
              <p14:xfrm>
                <a:off x="5723867" y="578240"/>
                <a:ext cx="61920" cy="333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49E0A93-2D99-8939-1CB5-9364A91D15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19547" y="573920"/>
                  <a:ext cx="705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F4E35F-7A5A-7982-634F-B9AE628BE14A}"/>
                    </a:ext>
                  </a:extLst>
                </p14:cNvPr>
                <p14:cNvContentPartPr/>
                <p14:nvPr/>
              </p14:nvContentPartPr>
              <p14:xfrm>
                <a:off x="5177747" y="518840"/>
                <a:ext cx="27000" cy="39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F4E35F-7A5A-7982-634F-B9AE628BE1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73427" y="514520"/>
                  <a:ext cx="356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1D2558A-9FF9-FAB3-857A-8A187B112AF5}"/>
                    </a:ext>
                  </a:extLst>
                </p14:cNvPr>
                <p14:cNvContentPartPr/>
                <p14:nvPr/>
              </p14:nvContentPartPr>
              <p14:xfrm>
                <a:off x="4527587" y="558440"/>
                <a:ext cx="41040" cy="420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1D2558A-9FF9-FAB3-857A-8A187B112AF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23267" y="554120"/>
                  <a:ext cx="496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C6A079-9B0D-38D3-0EA8-88FFE1AFFADC}"/>
                    </a:ext>
                  </a:extLst>
                </p14:cNvPr>
                <p14:cNvContentPartPr/>
                <p14:nvPr/>
              </p14:nvContentPartPr>
              <p14:xfrm>
                <a:off x="3975707" y="587240"/>
                <a:ext cx="55800" cy="434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C6A079-9B0D-38D3-0EA8-88FFE1AFFA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71387" y="582920"/>
                  <a:ext cx="6444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3561F2-E7C9-A6CA-98F0-D2E05045689B}"/>
                    </a:ext>
                  </a:extLst>
                </p14:cNvPr>
                <p14:cNvContentPartPr/>
                <p14:nvPr/>
              </p14:nvContentPartPr>
              <p14:xfrm>
                <a:off x="3324107" y="644480"/>
                <a:ext cx="31320" cy="478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3561F2-E7C9-A6CA-98F0-D2E0504568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19787" y="640160"/>
                  <a:ext cx="399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A4AF59-35A0-FCAC-6027-1CE9DDB08F28}"/>
                    </a:ext>
                  </a:extLst>
                </p14:cNvPr>
                <p14:cNvContentPartPr/>
                <p14:nvPr/>
              </p14:nvContentPartPr>
              <p14:xfrm>
                <a:off x="3035387" y="1327040"/>
                <a:ext cx="109080" cy="130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3A4AF59-35A0-FCAC-6027-1CE9DDB08F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31067" y="1322720"/>
                  <a:ext cx="117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421AA5D-98F3-0924-B580-E61CCD2D7621}"/>
                    </a:ext>
                  </a:extLst>
                </p14:cNvPr>
                <p14:cNvContentPartPr/>
                <p14:nvPr/>
              </p14:nvContentPartPr>
              <p14:xfrm>
                <a:off x="3481787" y="1262240"/>
                <a:ext cx="34560" cy="100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421AA5D-98F3-0924-B580-E61CCD2D76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77467" y="1257920"/>
                  <a:ext cx="43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908DFE8-758E-7D72-8936-1DCBD89F1757}"/>
                    </a:ext>
                  </a:extLst>
                </p14:cNvPr>
                <p14:cNvContentPartPr/>
                <p14:nvPr/>
              </p14:nvContentPartPr>
              <p14:xfrm>
                <a:off x="4061027" y="1196000"/>
                <a:ext cx="126000" cy="82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908DFE8-758E-7D72-8936-1DCBD89F175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56347" y="1191680"/>
                  <a:ext cx="1346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BA82818-603F-7463-0661-184314B71BC3}"/>
                    </a:ext>
                  </a:extLst>
                </p14:cNvPr>
                <p14:cNvContentPartPr/>
                <p14:nvPr/>
              </p14:nvContentPartPr>
              <p14:xfrm>
                <a:off x="4615427" y="1126880"/>
                <a:ext cx="135360" cy="133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BA82818-603F-7463-0661-184314B71BC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11107" y="1122560"/>
                  <a:ext cx="144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43A690-1ADE-6925-8CC0-DC734C2566F0}"/>
                    </a:ext>
                  </a:extLst>
                </p14:cNvPr>
                <p14:cNvContentPartPr/>
                <p14:nvPr/>
              </p14:nvContentPartPr>
              <p14:xfrm>
                <a:off x="5340827" y="1045520"/>
                <a:ext cx="161280" cy="146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43A690-1ADE-6925-8CC0-DC734C2566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36507" y="1041200"/>
                  <a:ext cx="169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F610F5-4F5E-3154-57C5-BDC1E0F744F0}"/>
                    </a:ext>
                  </a:extLst>
                </p14:cNvPr>
                <p14:cNvContentPartPr/>
                <p14:nvPr/>
              </p14:nvContentPartPr>
              <p14:xfrm>
                <a:off x="5422907" y="1124000"/>
                <a:ext cx="63000" cy="174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F610F5-4F5E-3154-57C5-BDC1E0F744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18587" y="1119680"/>
                  <a:ext cx="71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B5B331-DEC1-0136-F5EF-ECFC8BC36DEA}"/>
                    </a:ext>
                  </a:extLst>
                </p14:cNvPr>
                <p14:cNvContentPartPr/>
                <p14:nvPr/>
              </p14:nvContentPartPr>
              <p14:xfrm>
                <a:off x="5887307" y="1085480"/>
                <a:ext cx="107640" cy="163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B5B331-DEC1-0136-F5EF-ECFC8BC36D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82987" y="1081160"/>
                  <a:ext cx="116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C55D249-2881-0FE0-CF67-77ED303D6D73}"/>
                    </a:ext>
                  </a:extLst>
                </p14:cNvPr>
                <p14:cNvContentPartPr/>
                <p14:nvPr/>
              </p14:nvContentPartPr>
              <p14:xfrm>
                <a:off x="5997107" y="1072160"/>
                <a:ext cx="98280" cy="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C55D249-2881-0FE0-CF67-77ED303D6D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2787" y="1067840"/>
                  <a:ext cx="1069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0764C5-C206-F04D-2EB6-AFF1C4F1909B}"/>
                    </a:ext>
                  </a:extLst>
                </p14:cNvPr>
                <p14:cNvContentPartPr/>
                <p14:nvPr/>
              </p14:nvContentPartPr>
              <p14:xfrm>
                <a:off x="4264067" y="702440"/>
                <a:ext cx="127080" cy="185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0764C5-C206-F04D-2EB6-AFF1C4F190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59747" y="698120"/>
                  <a:ext cx="135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56F115-B385-5DB0-D044-460D04203E25}"/>
                    </a:ext>
                  </a:extLst>
                </p14:cNvPr>
                <p14:cNvContentPartPr/>
                <p14:nvPr/>
              </p14:nvContentPartPr>
              <p14:xfrm>
                <a:off x="4345427" y="673280"/>
                <a:ext cx="171360" cy="25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56F115-B385-5DB0-D044-460D04203E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41107" y="668960"/>
                  <a:ext cx="180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12C3D4-B7F2-EA19-12E4-62223FF1985D}"/>
                    </a:ext>
                  </a:extLst>
                </p14:cNvPr>
                <p14:cNvContentPartPr/>
                <p14:nvPr/>
              </p14:nvContentPartPr>
              <p14:xfrm>
                <a:off x="5366387" y="628640"/>
                <a:ext cx="161640" cy="122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2C3D4-B7F2-EA19-12E4-62223FF198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62067" y="624320"/>
                  <a:ext cx="170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D42A056-4719-300C-C720-00ADF030577D}"/>
                    </a:ext>
                  </a:extLst>
                </p14:cNvPr>
                <p14:cNvContentPartPr/>
                <p14:nvPr/>
              </p14:nvContentPartPr>
              <p14:xfrm>
                <a:off x="5446307" y="673280"/>
                <a:ext cx="57600" cy="168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D42A056-4719-300C-C720-00ADF030577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41987" y="668960"/>
                  <a:ext cx="66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1B34982-B1BF-8543-B232-005EC234C40E}"/>
                    </a:ext>
                  </a:extLst>
                </p14:cNvPr>
                <p14:cNvContentPartPr/>
                <p14:nvPr/>
              </p14:nvContentPartPr>
              <p14:xfrm>
                <a:off x="4835387" y="686600"/>
                <a:ext cx="28080" cy="157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1B34982-B1BF-8543-B232-005EC234C4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31067" y="682280"/>
                  <a:ext cx="36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D85E369-17D9-2AFF-B65F-DEDC9857AB36}"/>
                    </a:ext>
                  </a:extLst>
                </p14:cNvPr>
                <p14:cNvContentPartPr/>
                <p14:nvPr/>
              </p14:nvContentPartPr>
              <p14:xfrm>
                <a:off x="4984787" y="665720"/>
                <a:ext cx="98280" cy="138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D85E369-17D9-2AFF-B65F-DEDC9857AB3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80467" y="661400"/>
                  <a:ext cx="1069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8D5533-38FE-0A27-A936-D81AD0CE3B5C}"/>
                    </a:ext>
                  </a:extLst>
                </p14:cNvPr>
                <p14:cNvContentPartPr/>
                <p14:nvPr/>
              </p14:nvContentPartPr>
              <p14:xfrm>
                <a:off x="5893427" y="667160"/>
                <a:ext cx="178200" cy="102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8D5533-38FE-0A27-A936-D81AD0CE3B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89107" y="662840"/>
                  <a:ext cx="186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120FC9A-D990-3361-481E-CF710D1EFCED}"/>
                    </a:ext>
                  </a:extLst>
                </p14:cNvPr>
                <p14:cNvContentPartPr/>
                <p14:nvPr/>
              </p14:nvContentPartPr>
              <p14:xfrm>
                <a:off x="3586907" y="760400"/>
                <a:ext cx="19800" cy="170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120FC9A-D990-3361-481E-CF710D1EFC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82587" y="756080"/>
                  <a:ext cx="28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0798E4-DBB3-D9B7-94D3-CD851E6DCAD5}"/>
                    </a:ext>
                  </a:extLst>
                </p14:cNvPr>
                <p14:cNvContentPartPr/>
                <p14:nvPr/>
              </p14:nvContentPartPr>
              <p14:xfrm>
                <a:off x="3729107" y="724040"/>
                <a:ext cx="168120" cy="154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0798E4-DBB3-D9B7-94D3-CD851E6DCAD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24787" y="719720"/>
                  <a:ext cx="176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528F88-16D0-A1DA-A8F3-44DC4DF07BB7}"/>
                    </a:ext>
                  </a:extLst>
                </p14:cNvPr>
                <p14:cNvContentPartPr/>
                <p14:nvPr/>
              </p14:nvContentPartPr>
              <p14:xfrm>
                <a:off x="3104507" y="795680"/>
                <a:ext cx="12240" cy="230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5528F88-16D0-A1DA-A8F3-44DC4DF07BB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00187" y="791360"/>
                  <a:ext cx="2088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F554C83-09D8-B2A7-8B58-53A0795F7087}"/>
              </a:ext>
            </a:extLst>
          </p:cNvPr>
          <p:cNvGrpSpPr/>
          <p:nvPr/>
        </p:nvGrpSpPr>
        <p:grpSpPr>
          <a:xfrm>
            <a:off x="9030827" y="502280"/>
            <a:ext cx="1433880" cy="318240"/>
            <a:chOff x="9030827" y="502280"/>
            <a:chExt cx="143388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378FC61-71BB-0BA6-0BBD-D8CD7EEEE11F}"/>
                    </a:ext>
                  </a:extLst>
                </p14:cNvPr>
                <p14:cNvContentPartPr/>
                <p14:nvPr/>
              </p14:nvContentPartPr>
              <p14:xfrm>
                <a:off x="9030827" y="629720"/>
                <a:ext cx="110160" cy="19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378FC61-71BB-0BA6-0BBD-D8CD7EEEE11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26507" y="625400"/>
                  <a:ext cx="118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C797E63-8208-FF72-3569-F09C75977548}"/>
                    </a:ext>
                  </a:extLst>
                </p14:cNvPr>
                <p14:cNvContentPartPr/>
                <p14:nvPr/>
              </p14:nvContentPartPr>
              <p14:xfrm>
                <a:off x="9167627" y="573200"/>
                <a:ext cx="205200" cy="206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C797E63-8208-FF72-3569-F09C7597754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163307" y="568880"/>
                  <a:ext cx="2138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D2A411-C3D9-181E-BAD4-846B3D47AF4E}"/>
                    </a:ext>
                  </a:extLst>
                </p14:cNvPr>
                <p14:cNvContentPartPr/>
                <p14:nvPr/>
              </p14:nvContentPartPr>
              <p14:xfrm>
                <a:off x="9403067" y="600200"/>
                <a:ext cx="105840" cy="130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D2A411-C3D9-181E-BAD4-846B3D47AF4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98747" y="595880"/>
                  <a:ext cx="114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103131-7EF3-4801-16E9-CB10886E8DCB}"/>
                    </a:ext>
                  </a:extLst>
                </p14:cNvPr>
                <p14:cNvContentPartPr/>
                <p14:nvPr/>
              </p14:nvContentPartPr>
              <p14:xfrm>
                <a:off x="9542387" y="544400"/>
                <a:ext cx="159480" cy="194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103131-7EF3-4801-16E9-CB10886E8DC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38067" y="540080"/>
                  <a:ext cx="168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0AB5924-73F8-9709-755C-BFC73070A0D5}"/>
                    </a:ext>
                  </a:extLst>
                </p14:cNvPr>
                <p14:cNvContentPartPr/>
                <p14:nvPr/>
              </p14:nvContentPartPr>
              <p14:xfrm>
                <a:off x="9716267" y="573920"/>
                <a:ext cx="244440" cy="186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0AB5924-73F8-9709-755C-BFC73070A0D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11947" y="569600"/>
                  <a:ext cx="253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A10609A-919C-0891-DA2C-799AE28DE46F}"/>
                    </a:ext>
                  </a:extLst>
                </p14:cNvPr>
                <p14:cNvContentPartPr/>
                <p14:nvPr/>
              </p14:nvContentPartPr>
              <p14:xfrm>
                <a:off x="10040987" y="502280"/>
                <a:ext cx="122400" cy="245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A10609A-919C-0891-DA2C-799AE28DE46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36667" y="497960"/>
                  <a:ext cx="131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6A9E564-5E79-0B96-CC94-66067EE220B7}"/>
                    </a:ext>
                  </a:extLst>
                </p14:cNvPr>
                <p14:cNvContentPartPr/>
                <p14:nvPr/>
              </p14:nvContentPartPr>
              <p14:xfrm>
                <a:off x="10067627" y="641600"/>
                <a:ext cx="151560" cy="23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6A9E564-5E79-0B96-CC94-66067EE220B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3307" y="637280"/>
                  <a:ext cx="160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F5A707A-A74E-D65B-CDC9-724B8F828B8D}"/>
                    </a:ext>
                  </a:extLst>
                </p14:cNvPr>
                <p14:cNvContentPartPr/>
                <p14:nvPr/>
              </p14:nvContentPartPr>
              <p14:xfrm>
                <a:off x="10301987" y="537560"/>
                <a:ext cx="162720" cy="216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F5A707A-A74E-D65B-CDC9-724B8F828B8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97667" y="533240"/>
                  <a:ext cx="17136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1C4B88A-1C56-F257-72B2-60F3483757A9}"/>
              </a:ext>
            </a:extLst>
          </p:cNvPr>
          <p:cNvGrpSpPr/>
          <p:nvPr/>
        </p:nvGrpSpPr>
        <p:grpSpPr>
          <a:xfrm>
            <a:off x="9699707" y="909080"/>
            <a:ext cx="1002240" cy="245520"/>
            <a:chOff x="9699707" y="909080"/>
            <a:chExt cx="100224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2DBCF27-6CD8-4471-D289-5D5B3E387707}"/>
                    </a:ext>
                  </a:extLst>
                </p14:cNvPr>
                <p14:cNvContentPartPr/>
                <p14:nvPr/>
              </p14:nvContentPartPr>
              <p14:xfrm>
                <a:off x="9699707" y="924200"/>
                <a:ext cx="229680" cy="230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2DBCF27-6CD8-4471-D289-5D5B3E38770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95387" y="919880"/>
                  <a:ext cx="2383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F9B5502-CDC0-E926-6BBB-7DB37B5FFA26}"/>
                    </a:ext>
                  </a:extLst>
                </p14:cNvPr>
                <p14:cNvContentPartPr/>
                <p14:nvPr/>
              </p14:nvContentPartPr>
              <p14:xfrm>
                <a:off x="9999227" y="987920"/>
                <a:ext cx="44640" cy="136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F9B5502-CDC0-E926-6BBB-7DB37B5FFA2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94907" y="983600"/>
                  <a:ext cx="53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29C1D3-6AF8-051A-55F8-F7D80ABCE662}"/>
                    </a:ext>
                  </a:extLst>
                </p14:cNvPr>
                <p14:cNvContentPartPr/>
                <p14:nvPr/>
              </p14:nvContentPartPr>
              <p14:xfrm>
                <a:off x="10158707" y="992240"/>
                <a:ext cx="161640" cy="142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29C1D3-6AF8-051A-55F8-F7D80ABCE66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4387" y="987920"/>
                  <a:ext cx="170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A67047-C637-7D92-E224-CC7BBF10B2AB}"/>
                    </a:ext>
                  </a:extLst>
                </p14:cNvPr>
                <p14:cNvContentPartPr/>
                <p14:nvPr/>
              </p14:nvContentPartPr>
              <p14:xfrm>
                <a:off x="10265627" y="921680"/>
                <a:ext cx="160560" cy="12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A67047-C637-7D92-E224-CC7BBF10B2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61307" y="917360"/>
                  <a:ext cx="1692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C5F808B-593F-C1F1-089E-3F3A40796ABB}"/>
                    </a:ext>
                  </a:extLst>
                </p14:cNvPr>
                <p14:cNvContentPartPr/>
                <p14:nvPr/>
              </p14:nvContentPartPr>
              <p14:xfrm>
                <a:off x="10228907" y="1011680"/>
                <a:ext cx="152280" cy="2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C5F808B-593F-C1F1-089E-3F3A40796AB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24587" y="1007360"/>
                  <a:ext cx="16092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C17CFE5-292B-431E-5DD3-673348178630}"/>
                    </a:ext>
                  </a:extLst>
                </p14:cNvPr>
                <p14:cNvContentPartPr/>
                <p14:nvPr/>
              </p14:nvContentPartPr>
              <p14:xfrm>
                <a:off x="10471907" y="909080"/>
                <a:ext cx="230040" cy="169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C17CFE5-292B-431E-5DD3-6733481786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467587" y="904760"/>
                  <a:ext cx="23868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83FCEC0-7861-AE00-DA92-7FF7EDB12BB6}"/>
              </a:ext>
            </a:extLst>
          </p:cNvPr>
          <p:cNvGrpSpPr/>
          <p:nvPr/>
        </p:nvGrpSpPr>
        <p:grpSpPr>
          <a:xfrm>
            <a:off x="9260147" y="3941720"/>
            <a:ext cx="1913400" cy="714960"/>
            <a:chOff x="9260147" y="3941720"/>
            <a:chExt cx="1913400" cy="71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06891F-BF54-1E08-B83D-168996A48489}"/>
                    </a:ext>
                  </a:extLst>
                </p14:cNvPr>
                <p14:cNvContentPartPr/>
                <p14:nvPr/>
              </p14:nvContentPartPr>
              <p14:xfrm>
                <a:off x="9377507" y="4021280"/>
                <a:ext cx="39600" cy="255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06891F-BF54-1E08-B83D-168996A4848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73187" y="4016960"/>
                  <a:ext cx="48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7253EF1-38D2-271B-0267-B37854F12B4F}"/>
                    </a:ext>
                  </a:extLst>
                </p14:cNvPr>
                <p14:cNvContentPartPr/>
                <p14:nvPr/>
              </p14:nvContentPartPr>
              <p14:xfrm>
                <a:off x="9260147" y="3946040"/>
                <a:ext cx="434520" cy="19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7253EF1-38D2-271B-0267-B37854F12B4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55827" y="3941720"/>
                  <a:ext cx="443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3FF6B23-1107-4F66-FA2B-9823A876FF80}"/>
                    </a:ext>
                  </a:extLst>
                </p14:cNvPr>
                <p14:cNvContentPartPr/>
                <p14:nvPr/>
              </p14:nvContentPartPr>
              <p14:xfrm>
                <a:off x="9665147" y="3941720"/>
                <a:ext cx="279000" cy="271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3FF6B23-1107-4F66-FA2B-9823A876FF8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660827" y="3937400"/>
                  <a:ext cx="2876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2B54E52-66DC-E491-53ED-ACF4B8855D93}"/>
                    </a:ext>
                  </a:extLst>
                </p14:cNvPr>
                <p14:cNvContentPartPr/>
                <p14:nvPr/>
              </p14:nvContentPartPr>
              <p14:xfrm>
                <a:off x="10006787" y="4053680"/>
                <a:ext cx="143280" cy="123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2B54E52-66DC-E491-53ED-ACF4B8855D9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02467" y="4049360"/>
                  <a:ext cx="151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AAB69BA-D55A-EED4-5216-29B5E8EA0256}"/>
                    </a:ext>
                  </a:extLst>
                </p14:cNvPr>
                <p14:cNvContentPartPr/>
                <p14:nvPr/>
              </p14:nvContentPartPr>
              <p14:xfrm>
                <a:off x="10088147" y="3993560"/>
                <a:ext cx="138240" cy="25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AAB69BA-D55A-EED4-5216-29B5E8EA025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83827" y="3989240"/>
                  <a:ext cx="146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2D0354A-5DE8-7D28-E970-4A5680D1012C}"/>
                    </a:ext>
                  </a:extLst>
                </p14:cNvPr>
                <p14:cNvContentPartPr/>
                <p14:nvPr/>
              </p14:nvContentPartPr>
              <p14:xfrm>
                <a:off x="10052867" y="4075280"/>
                <a:ext cx="150840" cy="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2D0354A-5DE8-7D28-E970-4A5680D101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48547" y="4070960"/>
                  <a:ext cx="15948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E2C16CA-5545-6401-5EBD-716CAB0F8E05}"/>
                    </a:ext>
                  </a:extLst>
                </p14:cNvPr>
                <p14:cNvContentPartPr/>
                <p14:nvPr/>
              </p14:nvContentPartPr>
              <p14:xfrm>
                <a:off x="10302707" y="4012640"/>
                <a:ext cx="139320" cy="128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E2C16CA-5545-6401-5EBD-716CAB0F8E0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298387" y="4008320"/>
                  <a:ext cx="147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F8BBB9-E733-04AF-16D4-5E5CEC0081FC}"/>
                    </a:ext>
                  </a:extLst>
                </p14:cNvPr>
                <p14:cNvContentPartPr/>
                <p14:nvPr/>
              </p14:nvContentPartPr>
              <p14:xfrm>
                <a:off x="10377227" y="3949640"/>
                <a:ext cx="155520" cy="10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F8BBB9-E733-04AF-16D4-5E5CEC0081F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372907" y="3945320"/>
                  <a:ext cx="164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F619A8A-630D-CD56-6EF2-B884A4ED7CEC}"/>
                    </a:ext>
                  </a:extLst>
                </p14:cNvPr>
                <p14:cNvContentPartPr/>
                <p14:nvPr/>
              </p14:nvContentPartPr>
              <p14:xfrm>
                <a:off x="10286867" y="4027400"/>
                <a:ext cx="209520" cy="54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F619A8A-630D-CD56-6EF2-B884A4ED7CE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282547" y="4023080"/>
                  <a:ext cx="218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FE5B532-2AF5-2A7E-AE98-AC3475919151}"/>
                    </a:ext>
                  </a:extLst>
                </p14:cNvPr>
                <p14:cNvContentPartPr/>
                <p14:nvPr/>
              </p14:nvContentPartPr>
              <p14:xfrm>
                <a:off x="10159427" y="4349600"/>
                <a:ext cx="231120" cy="307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FE5B532-2AF5-2A7E-AE98-AC347591915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155107" y="4345280"/>
                  <a:ext cx="2397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3B543FD-C40B-2A13-4368-C333D362CEE3}"/>
                    </a:ext>
                  </a:extLst>
                </p14:cNvPr>
                <p14:cNvContentPartPr/>
                <p14:nvPr/>
              </p14:nvContentPartPr>
              <p14:xfrm>
                <a:off x="10463627" y="4441760"/>
                <a:ext cx="24480" cy="147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3B543FD-C40B-2A13-4368-C333D362CEE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459307" y="4437440"/>
                  <a:ext cx="33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9B7BCDA-07CD-E175-DE20-F96CB3499CAD}"/>
                    </a:ext>
                  </a:extLst>
                </p14:cNvPr>
                <p14:cNvContentPartPr/>
                <p14:nvPr/>
              </p14:nvContentPartPr>
              <p14:xfrm>
                <a:off x="10631387" y="4432040"/>
                <a:ext cx="163800" cy="160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9B7BCDA-07CD-E175-DE20-F96CB3499CA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627067" y="4427720"/>
                  <a:ext cx="172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1D0ADB9-9085-2D1A-CA0A-58E4FC1BA907}"/>
                    </a:ext>
                  </a:extLst>
                </p14:cNvPr>
                <p14:cNvContentPartPr/>
                <p14:nvPr/>
              </p14:nvContentPartPr>
              <p14:xfrm>
                <a:off x="10703747" y="4387760"/>
                <a:ext cx="111600" cy="1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1D0ADB9-9085-2D1A-CA0A-58E4FC1BA90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699427" y="4383440"/>
                  <a:ext cx="1202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DCBAE2D-9F50-2113-BE33-1954D1591C7D}"/>
                    </a:ext>
                  </a:extLst>
                </p14:cNvPr>
                <p14:cNvContentPartPr/>
                <p14:nvPr/>
              </p14:nvContentPartPr>
              <p14:xfrm>
                <a:off x="10646507" y="4477400"/>
                <a:ext cx="172080" cy="25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DCBAE2D-9F50-2113-BE33-1954D1591C7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642187" y="4473080"/>
                  <a:ext cx="180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B88D516-B376-F6CC-8018-735250F45AB3}"/>
                    </a:ext>
                  </a:extLst>
                </p14:cNvPr>
                <p14:cNvContentPartPr/>
                <p14:nvPr/>
              </p14:nvContentPartPr>
              <p14:xfrm>
                <a:off x="10898507" y="4414760"/>
                <a:ext cx="275040" cy="189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B88D516-B376-F6CC-8018-735250F45AB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894187" y="4410440"/>
                  <a:ext cx="28368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8046E6D-91CE-17CD-1895-57AE9CF363D5}"/>
              </a:ext>
            </a:extLst>
          </p:cNvPr>
          <p:cNvGrpSpPr/>
          <p:nvPr/>
        </p:nvGrpSpPr>
        <p:grpSpPr>
          <a:xfrm>
            <a:off x="1101467" y="3254480"/>
            <a:ext cx="2232000" cy="2612880"/>
            <a:chOff x="1101467" y="3254480"/>
            <a:chExt cx="2232000" cy="261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6204DED-DB43-AECB-20FD-59419AA86324}"/>
                    </a:ext>
                  </a:extLst>
                </p14:cNvPr>
                <p14:cNvContentPartPr/>
                <p14:nvPr/>
              </p14:nvContentPartPr>
              <p14:xfrm>
                <a:off x="1201187" y="3566600"/>
                <a:ext cx="196920" cy="185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6204DED-DB43-AECB-20FD-59419AA8632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96867" y="3562280"/>
                  <a:ext cx="2055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175EA8-22B9-4FDE-44AE-145B4B69123D}"/>
                    </a:ext>
                  </a:extLst>
                </p14:cNvPr>
                <p14:cNvContentPartPr/>
                <p14:nvPr/>
              </p14:nvContentPartPr>
              <p14:xfrm>
                <a:off x="1394507" y="3602240"/>
                <a:ext cx="100800" cy="105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175EA8-22B9-4FDE-44AE-145B4B69123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390187" y="3597920"/>
                  <a:ext cx="109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7679F7A-7189-7742-F8D0-A3C26A66DDCA}"/>
                    </a:ext>
                  </a:extLst>
                </p14:cNvPr>
                <p14:cNvContentPartPr/>
                <p14:nvPr/>
              </p14:nvContentPartPr>
              <p14:xfrm>
                <a:off x="1509707" y="3578840"/>
                <a:ext cx="101160" cy="98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7679F7A-7189-7742-F8D0-A3C26A66DDC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505387" y="3574520"/>
                  <a:ext cx="1098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6FCDAD8-FC2E-2864-0417-2E9A1133A5D5}"/>
                    </a:ext>
                  </a:extLst>
                </p14:cNvPr>
                <p14:cNvContentPartPr/>
                <p14:nvPr/>
              </p14:nvContentPartPr>
              <p14:xfrm>
                <a:off x="1745867" y="3394520"/>
                <a:ext cx="73440" cy="217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6FCDAD8-FC2E-2864-0417-2E9A1133A5D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741547" y="3390200"/>
                  <a:ext cx="82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799E96-809C-BBA7-E6F9-0661175201A2}"/>
                    </a:ext>
                  </a:extLst>
                </p14:cNvPr>
                <p14:cNvContentPartPr/>
                <p14:nvPr/>
              </p14:nvContentPartPr>
              <p14:xfrm>
                <a:off x="1715987" y="3502880"/>
                <a:ext cx="162000" cy="2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799E96-809C-BBA7-E6F9-0661175201A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711667" y="3498560"/>
                  <a:ext cx="17064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4ADC5D7-5BE8-357C-9CA4-227609CEE7E3}"/>
                    </a:ext>
                  </a:extLst>
                </p14:cNvPr>
                <p14:cNvContentPartPr/>
                <p14:nvPr/>
              </p14:nvContentPartPr>
              <p14:xfrm>
                <a:off x="2275787" y="3254480"/>
                <a:ext cx="531360" cy="290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4ADC5D7-5BE8-357C-9CA4-227609CEE7E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271467" y="3250160"/>
                  <a:ext cx="5400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4CD5131-6760-13B4-6D46-005AA3B7BAD6}"/>
                    </a:ext>
                  </a:extLst>
                </p14:cNvPr>
                <p14:cNvContentPartPr/>
                <p14:nvPr/>
              </p14:nvContentPartPr>
              <p14:xfrm>
                <a:off x="2549747" y="3471200"/>
                <a:ext cx="159840" cy="73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4CD5131-6760-13B4-6D46-005AA3B7BAD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545427" y="3466880"/>
                  <a:ext cx="168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F659BE0-DD85-E0CB-A555-564EB249719A}"/>
                    </a:ext>
                  </a:extLst>
                </p14:cNvPr>
                <p14:cNvContentPartPr/>
                <p14:nvPr/>
              </p14:nvContentPartPr>
              <p14:xfrm>
                <a:off x="2693387" y="3460760"/>
                <a:ext cx="130680" cy="115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F659BE0-DD85-E0CB-A555-564EB249719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689067" y="3456440"/>
                  <a:ext cx="139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C7B6F7E-0062-1414-11F9-6DCE9EDB5AA4}"/>
                    </a:ext>
                  </a:extLst>
                </p14:cNvPr>
                <p14:cNvContentPartPr/>
                <p14:nvPr/>
              </p14:nvContentPartPr>
              <p14:xfrm>
                <a:off x="2397827" y="3560480"/>
                <a:ext cx="749520" cy="497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C7B6F7E-0062-1414-11F9-6DCE9EDB5AA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393507" y="3556160"/>
                  <a:ext cx="75816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4F3022-7939-842E-7831-1847074154D1}"/>
                    </a:ext>
                  </a:extLst>
                </p14:cNvPr>
                <p14:cNvContentPartPr/>
                <p14:nvPr/>
              </p14:nvContentPartPr>
              <p14:xfrm>
                <a:off x="2213867" y="4047560"/>
                <a:ext cx="299160" cy="338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4F3022-7939-842E-7831-1847074154D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209547" y="4043240"/>
                  <a:ext cx="307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36CAA4A-C940-57D0-1423-3B41C0A99636}"/>
                    </a:ext>
                  </a:extLst>
                </p14:cNvPr>
                <p14:cNvContentPartPr/>
                <p14:nvPr/>
              </p14:nvContentPartPr>
              <p14:xfrm>
                <a:off x="1668107" y="4376240"/>
                <a:ext cx="649800" cy="536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36CAA4A-C940-57D0-1423-3B41C0A9963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663787" y="4371920"/>
                  <a:ext cx="65844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B56AB49-27DC-4398-62D9-6BA6928BBFF2}"/>
                    </a:ext>
                  </a:extLst>
                </p14:cNvPr>
                <p14:cNvContentPartPr/>
                <p14:nvPr/>
              </p14:nvContentPartPr>
              <p14:xfrm>
                <a:off x="2825147" y="4033160"/>
                <a:ext cx="138240" cy="518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B56AB49-27DC-4398-62D9-6BA6928BBFF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820827" y="4028840"/>
                  <a:ext cx="14688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E45E4B-9EC4-17F7-78A4-160107EFE072}"/>
                    </a:ext>
                  </a:extLst>
                </p14:cNvPr>
                <p14:cNvContentPartPr/>
                <p14:nvPr/>
              </p14:nvContentPartPr>
              <p14:xfrm>
                <a:off x="2791307" y="4446440"/>
                <a:ext cx="542160" cy="426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E45E4B-9EC4-17F7-78A4-160107EFE07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786987" y="4442120"/>
                  <a:ext cx="5508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F88D1BC-06A4-82E2-6D35-3C141A801937}"/>
                    </a:ext>
                  </a:extLst>
                </p14:cNvPr>
                <p14:cNvContentPartPr/>
                <p14:nvPr/>
              </p14:nvContentPartPr>
              <p14:xfrm>
                <a:off x="1514747" y="4854320"/>
                <a:ext cx="285840" cy="47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F88D1BC-06A4-82E2-6D35-3C141A80193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510427" y="4850000"/>
                  <a:ext cx="29448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60BF310-ABB2-49A8-9A13-AA0244E600CE}"/>
                    </a:ext>
                  </a:extLst>
                </p14:cNvPr>
                <p14:cNvContentPartPr/>
                <p14:nvPr/>
              </p14:nvContentPartPr>
              <p14:xfrm>
                <a:off x="1101467" y="5319440"/>
                <a:ext cx="532440" cy="508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60BF310-ABB2-49A8-9A13-AA0244E600C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97147" y="5315120"/>
                  <a:ext cx="5410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7B2CC6D-4B17-889B-E759-2358DA876432}"/>
                    </a:ext>
                  </a:extLst>
                </p14:cNvPr>
                <p14:cNvContentPartPr/>
                <p14:nvPr/>
              </p14:nvContentPartPr>
              <p14:xfrm>
                <a:off x="2067347" y="4868000"/>
                <a:ext cx="130680" cy="487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7B2CC6D-4B17-889B-E759-2358DA87643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063027" y="4863680"/>
                  <a:ext cx="1393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68F795E-EEBD-DDA4-DB50-5710CCD5837A}"/>
                    </a:ext>
                  </a:extLst>
                </p14:cNvPr>
                <p14:cNvContentPartPr/>
                <p14:nvPr/>
              </p14:nvContentPartPr>
              <p14:xfrm>
                <a:off x="1963667" y="5396840"/>
                <a:ext cx="441720" cy="470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68F795E-EEBD-DDA4-DB50-5710CCD5837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959347" y="5392520"/>
                  <a:ext cx="45036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26C5CB4-CAD3-697A-94C9-A33350FF2A1E}"/>
                    </a:ext>
                  </a:extLst>
                </p14:cNvPr>
                <p14:cNvContentPartPr/>
                <p14:nvPr/>
              </p14:nvContentPartPr>
              <p14:xfrm>
                <a:off x="2876627" y="4887440"/>
                <a:ext cx="176040" cy="488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26C5CB4-CAD3-697A-94C9-A33350FF2A1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872307" y="4883120"/>
                  <a:ext cx="1846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A496273-1746-27E6-A650-70BB2CDD10A6}"/>
                    </a:ext>
                  </a:extLst>
                </p14:cNvPr>
                <p14:cNvContentPartPr/>
                <p14:nvPr/>
              </p14:nvContentPartPr>
              <p14:xfrm>
                <a:off x="2627147" y="5415200"/>
                <a:ext cx="460440" cy="448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A496273-1746-27E6-A650-70BB2CDD10A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622827" y="5410880"/>
                  <a:ext cx="46908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EC80EB1-77BA-0B0E-5A71-96233E1B0E76}"/>
                    </a:ext>
                  </a:extLst>
                </p14:cNvPr>
                <p14:cNvContentPartPr/>
                <p14:nvPr/>
              </p14:nvContentPartPr>
              <p14:xfrm>
                <a:off x="2771867" y="3709520"/>
                <a:ext cx="27360" cy="220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EC80EB1-77BA-0B0E-5A71-96233E1B0E7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767547" y="3705200"/>
                  <a:ext cx="36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8D03CF7-40D4-AB8E-E0A7-BB47B8688414}"/>
                    </a:ext>
                  </a:extLst>
                </p14:cNvPr>
                <p14:cNvContentPartPr/>
                <p14:nvPr/>
              </p14:nvContentPartPr>
              <p14:xfrm>
                <a:off x="1833347" y="4597640"/>
                <a:ext cx="14760" cy="136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8D03CF7-40D4-AB8E-E0A7-BB47B86884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829027" y="4593320"/>
                  <a:ext cx="23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D1244F4-82AD-9DE3-F52B-041F3AB7D302}"/>
                    </a:ext>
                  </a:extLst>
                </p14:cNvPr>
                <p14:cNvContentPartPr/>
                <p14:nvPr/>
              </p14:nvContentPartPr>
              <p14:xfrm>
                <a:off x="1972667" y="4541840"/>
                <a:ext cx="147960" cy="144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D1244F4-82AD-9DE3-F52B-041F3AB7D30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968347" y="4537520"/>
                  <a:ext cx="156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F08F865-0776-C344-29AD-E48A41779D82}"/>
                    </a:ext>
                  </a:extLst>
                </p14:cNvPr>
                <p14:cNvContentPartPr/>
                <p14:nvPr/>
              </p14:nvContentPartPr>
              <p14:xfrm>
                <a:off x="3029267" y="4591520"/>
                <a:ext cx="116280" cy="200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F08F865-0776-C344-29AD-E48A41779D8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024947" y="4587200"/>
                  <a:ext cx="124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00DAC35-16B4-0007-A785-6CDE090FBF71}"/>
                    </a:ext>
                  </a:extLst>
                </p14:cNvPr>
                <p14:cNvContentPartPr/>
                <p14:nvPr/>
              </p14:nvContentPartPr>
              <p14:xfrm>
                <a:off x="3104507" y="4578560"/>
                <a:ext cx="109440" cy="11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00DAC35-16B4-0007-A785-6CDE090FBF7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100187" y="4574240"/>
                  <a:ext cx="11808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34C58FF-3D49-7BAA-01A1-0FC277DD05F6}"/>
              </a:ext>
            </a:extLst>
          </p:cNvPr>
          <p:cNvGrpSpPr/>
          <p:nvPr/>
        </p:nvGrpSpPr>
        <p:grpSpPr>
          <a:xfrm>
            <a:off x="1244747" y="5513480"/>
            <a:ext cx="243000" cy="157320"/>
            <a:chOff x="1244747" y="5513480"/>
            <a:chExt cx="24300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1B2FCDA-708E-F149-545A-237E634323CC}"/>
                    </a:ext>
                  </a:extLst>
                </p14:cNvPr>
                <p14:cNvContentPartPr/>
                <p14:nvPr/>
              </p14:nvContentPartPr>
              <p14:xfrm>
                <a:off x="1244747" y="5537960"/>
                <a:ext cx="16200" cy="13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1B2FCDA-708E-F149-545A-237E634323C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240427" y="5533640"/>
                  <a:ext cx="24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4DC63D6-C789-91B3-2C23-F4391126CED8}"/>
                    </a:ext>
                  </a:extLst>
                </p14:cNvPr>
                <p14:cNvContentPartPr/>
                <p14:nvPr/>
              </p14:nvContentPartPr>
              <p14:xfrm>
                <a:off x="1389107" y="5513480"/>
                <a:ext cx="98640" cy="138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4DC63D6-C789-91B3-2C23-F4391126CED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384787" y="5509160"/>
                  <a:ext cx="1072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58F023C-668A-C9B9-945F-52877BD64204}"/>
              </a:ext>
            </a:extLst>
          </p:cNvPr>
          <p:cNvGrpSpPr/>
          <p:nvPr/>
        </p:nvGrpSpPr>
        <p:grpSpPr>
          <a:xfrm>
            <a:off x="2152307" y="5566400"/>
            <a:ext cx="205560" cy="201600"/>
            <a:chOff x="2152307" y="5566400"/>
            <a:chExt cx="20556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2BF09D6-BCFD-5FF4-AAED-093952AD525C}"/>
                    </a:ext>
                  </a:extLst>
                </p14:cNvPr>
                <p14:cNvContentPartPr/>
                <p14:nvPr/>
              </p14:nvContentPartPr>
              <p14:xfrm>
                <a:off x="2152307" y="5566400"/>
                <a:ext cx="205560" cy="124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2BF09D6-BCFD-5FF4-AAED-093952AD525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147987" y="5562080"/>
                  <a:ext cx="214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A6EB02C-1B77-D651-77B9-C04FD489266F}"/>
                    </a:ext>
                  </a:extLst>
                </p14:cNvPr>
                <p14:cNvContentPartPr/>
                <p14:nvPr/>
              </p14:nvContentPartPr>
              <p14:xfrm>
                <a:off x="2224307" y="5590880"/>
                <a:ext cx="25560" cy="177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A6EB02C-1B77-D651-77B9-C04FD489266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219987" y="5586560"/>
                  <a:ext cx="34200" cy="18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8A9EE3E-85F4-9D12-E207-D8BA2FBECF52}"/>
                  </a:ext>
                </a:extLst>
              </p14:cNvPr>
              <p14:cNvContentPartPr/>
              <p14:nvPr/>
            </p14:nvContentPartPr>
            <p14:xfrm>
              <a:off x="2823347" y="5588360"/>
              <a:ext cx="158400" cy="1533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8A9EE3E-85F4-9D12-E207-D8BA2FBECF52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2819027" y="5584040"/>
                <a:ext cx="1670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21212BE-6C99-3742-D19C-CA0B12D6739B}"/>
                  </a:ext>
                </a:extLst>
              </p14:cNvPr>
              <p14:cNvContentPartPr/>
              <p14:nvPr/>
            </p14:nvContentPartPr>
            <p14:xfrm>
              <a:off x="2649107" y="4091120"/>
              <a:ext cx="73080" cy="1152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21212BE-6C99-3742-D19C-CA0B12D6739B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2644787" y="4086800"/>
                <a:ext cx="817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0A0F6FA-9041-A445-246D-21D99F55B24C}"/>
                  </a:ext>
                </a:extLst>
              </p14:cNvPr>
              <p14:cNvContentPartPr/>
              <p14:nvPr/>
            </p14:nvContentPartPr>
            <p14:xfrm>
              <a:off x="1841627" y="4969880"/>
              <a:ext cx="52920" cy="1429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0A0F6FA-9041-A445-246D-21D99F55B24C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837307" y="4965560"/>
                <a:ext cx="615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9C19F4B-51CF-2EA8-346A-9B96EA8B7412}"/>
                  </a:ext>
                </a:extLst>
              </p14:cNvPr>
              <p14:cNvContentPartPr/>
              <p14:nvPr/>
            </p14:nvContentPartPr>
            <p14:xfrm>
              <a:off x="3121787" y="4923440"/>
              <a:ext cx="148680" cy="1134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9C19F4B-51CF-2EA8-346A-9B96EA8B7412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117467" y="4919120"/>
                <a:ext cx="1573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8CF6877F-EAC4-3255-5A4B-A4C10D9E49A4}"/>
                  </a:ext>
                </a:extLst>
              </p14:cNvPr>
              <p14:cNvContentPartPr/>
              <p14:nvPr/>
            </p14:nvContentPartPr>
            <p14:xfrm>
              <a:off x="1189667" y="5930360"/>
              <a:ext cx="115920" cy="1508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8CF6877F-EAC4-3255-5A4B-A4C10D9E49A4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1185347" y="5926040"/>
                <a:ext cx="124560" cy="15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9373F59-4D1E-5465-BF60-E10B399F7A38}"/>
              </a:ext>
            </a:extLst>
          </p:cNvPr>
          <p:cNvGrpSpPr/>
          <p:nvPr/>
        </p:nvGrpSpPr>
        <p:grpSpPr>
          <a:xfrm>
            <a:off x="2056187" y="5936480"/>
            <a:ext cx="103320" cy="181080"/>
            <a:chOff x="2056187" y="5936480"/>
            <a:chExt cx="10332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B7F99FC-570E-D14A-D0A5-77E47A9AF8A7}"/>
                    </a:ext>
                  </a:extLst>
                </p14:cNvPr>
                <p14:cNvContentPartPr/>
                <p14:nvPr/>
              </p14:nvContentPartPr>
              <p14:xfrm>
                <a:off x="2056187" y="5936480"/>
                <a:ext cx="103320" cy="93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B7F99FC-570E-D14A-D0A5-77E47A9AF8A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051867" y="5932160"/>
                  <a:ext cx="111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426BCCA-9A6F-960C-25ED-82739F4ECDFB}"/>
                    </a:ext>
                  </a:extLst>
                </p14:cNvPr>
                <p14:cNvContentPartPr/>
                <p14:nvPr/>
              </p14:nvContentPartPr>
              <p14:xfrm>
                <a:off x="2113067" y="5975720"/>
                <a:ext cx="24480" cy="141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426BCCA-9A6F-960C-25ED-82739F4ECDF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108747" y="5971400"/>
                  <a:ext cx="331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9F329A1-630D-6D8E-C266-BC526A874AF6}"/>
              </a:ext>
            </a:extLst>
          </p:cNvPr>
          <p:cNvGrpSpPr/>
          <p:nvPr/>
        </p:nvGrpSpPr>
        <p:grpSpPr>
          <a:xfrm>
            <a:off x="2749187" y="5943320"/>
            <a:ext cx="122040" cy="169200"/>
            <a:chOff x="2749187" y="5943320"/>
            <a:chExt cx="12204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FFFB4A2-339D-D1D5-7CD7-A76C2E9C730D}"/>
                    </a:ext>
                  </a:extLst>
                </p14:cNvPr>
                <p14:cNvContentPartPr/>
                <p14:nvPr/>
              </p14:nvContentPartPr>
              <p14:xfrm>
                <a:off x="2749187" y="5982200"/>
                <a:ext cx="106920" cy="130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FFFB4A2-339D-D1D5-7CD7-A76C2E9C730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744867" y="5977880"/>
                  <a:ext cx="115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68665D1-5D88-B896-3BD3-298D2B8391E5}"/>
                    </a:ext>
                  </a:extLst>
                </p14:cNvPr>
                <p14:cNvContentPartPr/>
                <p14:nvPr/>
              </p14:nvContentPartPr>
              <p14:xfrm>
                <a:off x="2774747" y="5943320"/>
                <a:ext cx="96480" cy="19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68665D1-5D88-B896-3BD3-298D2B8391E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770427" y="5939000"/>
                  <a:ext cx="1051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73CBDBC-DB3D-1078-FA39-37B6101A97E0}"/>
              </a:ext>
            </a:extLst>
          </p:cNvPr>
          <p:cNvGrpSpPr/>
          <p:nvPr/>
        </p:nvGrpSpPr>
        <p:grpSpPr>
          <a:xfrm>
            <a:off x="4984067" y="2288960"/>
            <a:ext cx="1470240" cy="387720"/>
            <a:chOff x="4984067" y="2288960"/>
            <a:chExt cx="147024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8AC0379-28F3-6A90-3EF2-4421320A92EC}"/>
                    </a:ext>
                  </a:extLst>
                </p14:cNvPr>
                <p14:cNvContentPartPr/>
                <p14:nvPr/>
              </p14:nvContentPartPr>
              <p14:xfrm>
                <a:off x="4984067" y="2385080"/>
                <a:ext cx="30600" cy="227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8AC0379-28F3-6A90-3EF2-4421320A92E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979747" y="2380760"/>
                  <a:ext cx="392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2C50A44-DA5D-63B6-E591-BFCA6DC61138}"/>
                    </a:ext>
                  </a:extLst>
                </p14:cNvPr>
                <p14:cNvContentPartPr/>
                <p14:nvPr/>
              </p14:nvContentPartPr>
              <p14:xfrm>
                <a:off x="5133107" y="2483720"/>
                <a:ext cx="92880" cy="128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2C50A44-DA5D-63B6-E591-BFCA6DC6113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128787" y="2479400"/>
                  <a:ext cx="101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4FB76CD-DBA4-8EC9-3831-48D519696336}"/>
                    </a:ext>
                  </a:extLst>
                </p14:cNvPr>
                <p14:cNvContentPartPr/>
                <p14:nvPr/>
              </p14:nvContentPartPr>
              <p14:xfrm>
                <a:off x="5280707" y="2288960"/>
                <a:ext cx="219240" cy="387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4FB76CD-DBA4-8EC9-3831-48D51969633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276387" y="2284640"/>
                  <a:ext cx="2278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D4DFA49-AED5-0B54-508D-1E6DBE3F3052}"/>
                    </a:ext>
                  </a:extLst>
                </p14:cNvPr>
                <p14:cNvContentPartPr/>
                <p14:nvPr/>
              </p14:nvContentPartPr>
              <p14:xfrm>
                <a:off x="5283587" y="2489120"/>
                <a:ext cx="120600" cy="10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D4DFA49-AED5-0B54-508D-1E6DBE3F305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279267" y="2484800"/>
                  <a:ext cx="129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D61EAA9-D104-AA3A-523A-33B58FFB303C}"/>
                    </a:ext>
                  </a:extLst>
                </p14:cNvPr>
                <p14:cNvContentPartPr/>
                <p14:nvPr/>
              </p14:nvContentPartPr>
              <p14:xfrm>
                <a:off x="5496707" y="2366360"/>
                <a:ext cx="72720" cy="244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D61EAA9-D104-AA3A-523A-33B58FFB303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492387" y="2362040"/>
                  <a:ext cx="813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7CE7531-83A5-028C-77A9-878111C7AFD8}"/>
                    </a:ext>
                  </a:extLst>
                </p14:cNvPr>
                <p14:cNvContentPartPr/>
                <p14:nvPr/>
              </p14:nvContentPartPr>
              <p14:xfrm>
                <a:off x="5493107" y="2505680"/>
                <a:ext cx="144000" cy="6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7CE7531-83A5-028C-77A9-878111C7AFD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488787" y="2501360"/>
                  <a:ext cx="1526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72E13D6-999F-8345-F3A6-958A1FA117DD}"/>
                    </a:ext>
                  </a:extLst>
                </p14:cNvPr>
                <p14:cNvContentPartPr/>
                <p14:nvPr/>
              </p14:nvContentPartPr>
              <p14:xfrm>
                <a:off x="5696867" y="2336120"/>
                <a:ext cx="153720" cy="243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72E13D6-999F-8345-F3A6-958A1FA117D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692547" y="2331800"/>
                  <a:ext cx="162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1A0D029-E8BA-03B4-75CD-410583E87DB4}"/>
                    </a:ext>
                  </a:extLst>
                </p14:cNvPr>
                <p14:cNvContentPartPr/>
                <p14:nvPr/>
              </p14:nvContentPartPr>
              <p14:xfrm>
                <a:off x="5876147" y="2302280"/>
                <a:ext cx="150120" cy="252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1A0D029-E8BA-03B4-75CD-410583E87DB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71827" y="2297960"/>
                  <a:ext cx="158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3E2290E-56CE-5845-84C5-266CB5698C45}"/>
                    </a:ext>
                  </a:extLst>
                </p14:cNvPr>
                <p14:cNvContentPartPr/>
                <p14:nvPr/>
              </p14:nvContentPartPr>
              <p14:xfrm>
                <a:off x="6111227" y="2315240"/>
                <a:ext cx="51840" cy="253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3E2290E-56CE-5845-84C5-266CB5698C4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106907" y="2310920"/>
                  <a:ext cx="604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74ED41A-E43D-41FF-E35E-39379A33A0F9}"/>
                    </a:ext>
                  </a:extLst>
                </p14:cNvPr>
                <p14:cNvContentPartPr/>
                <p14:nvPr/>
              </p14:nvContentPartPr>
              <p14:xfrm>
                <a:off x="6338027" y="2438000"/>
                <a:ext cx="116280" cy="17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74ED41A-E43D-41FF-E35E-39379A33A0F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33707" y="2433680"/>
                  <a:ext cx="12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59AAB53-FC0F-7ECF-776F-F3FBC403AEA0}"/>
                    </a:ext>
                  </a:extLst>
                </p14:cNvPr>
                <p14:cNvContentPartPr/>
                <p14:nvPr/>
              </p14:nvContentPartPr>
              <p14:xfrm>
                <a:off x="6313907" y="2504960"/>
                <a:ext cx="117720" cy="8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59AAB53-FC0F-7ECF-776F-F3FBC403AEA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309587" y="2500640"/>
                  <a:ext cx="12636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F823939-C61D-1ED5-70EE-0987EF2BE5F9}"/>
              </a:ext>
            </a:extLst>
          </p:cNvPr>
          <p:cNvGrpSpPr/>
          <p:nvPr/>
        </p:nvGrpSpPr>
        <p:grpSpPr>
          <a:xfrm>
            <a:off x="6639347" y="2242880"/>
            <a:ext cx="434160" cy="325080"/>
            <a:chOff x="6639347" y="2242880"/>
            <a:chExt cx="43416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3A4ED21-81BF-B7CA-AEE4-0AF68508553B}"/>
                    </a:ext>
                  </a:extLst>
                </p14:cNvPr>
                <p14:cNvContentPartPr/>
                <p14:nvPr/>
              </p14:nvContentPartPr>
              <p14:xfrm>
                <a:off x="6639347" y="2328200"/>
                <a:ext cx="192600" cy="225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3A4ED21-81BF-B7CA-AEE4-0AF68508553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635027" y="2323880"/>
                  <a:ext cx="2012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C1737A7-8FEC-DB7E-D064-480BC72C3BF9}"/>
                    </a:ext>
                  </a:extLst>
                </p14:cNvPr>
                <p14:cNvContentPartPr/>
                <p14:nvPr/>
              </p14:nvContentPartPr>
              <p14:xfrm>
                <a:off x="6930587" y="2242880"/>
                <a:ext cx="142920" cy="325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C1737A7-8FEC-DB7E-D064-480BC72C3BF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926267" y="2238560"/>
                  <a:ext cx="15156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042B48D-6646-9D53-C771-40A198EB4AAB}"/>
              </a:ext>
            </a:extLst>
          </p:cNvPr>
          <p:cNvGrpSpPr/>
          <p:nvPr/>
        </p:nvGrpSpPr>
        <p:grpSpPr>
          <a:xfrm>
            <a:off x="7249547" y="2365640"/>
            <a:ext cx="101880" cy="158040"/>
            <a:chOff x="7249547" y="2365640"/>
            <a:chExt cx="1018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34D3F4E-D9D5-F5B7-680B-854FE12FA634}"/>
                    </a:ext>
                  </a:extLst>
                </p14:cNvPr>
                <p14:cNvContentPartPr/>
                <p14:nvPr/>
              </p14:nvContentPartPr>
              <p14:xfrm>
                <a:off x="7288067" y="2365640"/>
                <a:ext cx="31680" cy="1580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34D3F4E-D9D5-F5B7-680B-854FE12FA63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283747" y="2361320"/>
                  <a:ext cx="40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04787DC-8F14-5CB9-3278-EC992C7774FC}"/>
                    </a:ext>
                  </a:extLst>
                </p14:cNvPr>
                <p14:cNvContentPartPr/>
                <p14:nvPr/>
              </p14:nvContentPartPr>
              <p14:xfrm>
                <a:off x="7249547" y="2443760"/>
                <a:ext cx="101880" cy="12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04787DC-8F14-5CB9-3278-EC992C7774F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245227" y="2439440"/>
                  <a:ext cx="11052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80AC8FD-4B54-05CB-9755-AA765F910966}"/>
                  </a:ext>
                </a:extLst>
              </p14:cNvPr>
              <p14:cNvContentPartPr/>
              <p14:nvPr/>
            </p14:nvContentPartPr>
            <p14:xfrm>
              <a:off x="7588667" y="2278520"/>
              <a:ext cx="70200" cy="3344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80AC8FD-4B54-05CB-9755-AA765F910966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7584347" y="2274200"/>
                <a:ext cx="78840" cy="34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84DDF8B-16AE-0A68-90AA-2F2F8C5CAE69}"/>
              </a:ext>
            </a:extLst>
          </p:cNvPr>
          <p:cNvGrpSpPr/>
          <p:nvPr/>
        </p:nvGrpSpPr>
        <p:grpSpPr>
          <a:xfrm>
            <a:off x="4903787" y="2841920"/>
            <a:ext cx="1212120" cy="337680"/>
            <a:chOff x="4903787" y="2841920"/>
            <a:chExt cx="121212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2CDEA98-4103-DC85-425C-FF18A20B9FF6}"/>
                    </a:ext>
                  </a:extLst>
                </p14:cNvPr>
                <p14:cNvContentPartPr/>
                <p14:nvPr/>
              </p14:nvContentPartPr>
              <p14:xfrm>
                <a:off x="4903787" y="2956400"/>
                <a:ext cx="116640" cy="155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2CDEA98-4103-DC85-425C-FF18A20B9FF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899467" y="2952080"/>
                  <a:ext cx="125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8A530C3-A7F0-7B92-63B3-068B7D962973}"/>
                    </a:ext>
                  </a:extLst>
                </p14:cNvPr>
                <p14:cNvContentPartPr/>
                <p14:nvPr/>
              </p14:nvContentPartPr>
              <p14:xfrm>
                <a:off x="5081987" y="3017240"/>
                <a:ext cx="7200" cy="58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8A530C3-A7F0-7B92-63B3-068B7D96297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077667" y="3012920"/>
                  <a:ext cx="15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7D5DFEF-0114-532F-551F-53C93186E0C7}"/>
                    </a:ext>
                  </a:extLst>
                </p14:cNvPr>
                <p14:cNvContentPartPr/>
                <p14:nvPr/>
              </p14:nvContentPartPr>
              <p14:xfrm>
                <a:off x="5199347" y="2893760"/>
                <a:ext cx="2520" cy="19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7D5DFEF-0114-532F-551F-53C93186E0C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195027" y="2889440"/>
                  <a:ext cx="11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0A7B76E-9F60-9CF3-8FAF-C63F00BD061F}"/>
                    </a:ext>
                  </a:extLst>
                </p14:cNvPr>
                <p14:cNvContentPartPr/>
                <p14:nvPr/>
              </p14:nvContentPartPr>
              <p14:xfrm>
                <a:off x="5180987" y="2841920"/>
                <a:ext cx="313920" cy="337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0A7B76E-9F60-9CF3-8FAF-C63F00BD061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176667" y="2837600"/>
                  <a:ext cx="3225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4495793-87A3-0B9C-9668-BB729FA2F79E}"/>
                    </a:ext>
                  </a:extLst>
                </p14:cNvPr>
                <p14:cNvContentPartPr/>
                <p14:nvPr/>
              </p14:nvContentPartPr>
              <p14:xfrm>
                <a:off x="5576267" y="2902040"/>
                <a:ext cx="70560" cy="1760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4495793-87A3-0B9C-9668-BB729FA2F79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571947" y="2897720"/>
                  <a:ext cx="79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F6AB1D6-31C4-E550-DFCD-6F9A99306C9C}"/>
                    </a:ext>
                  </a:extLst>
                </p14:cNvPr>
                <p14:cNvContentPartPr/>
                <p14:nvPr/>
              </p14:nvContentPartPr>
              <p14:xfrm>
                <a:off x="5547107" y="2975840"/>
                <a:ext cx="138240" cy="7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F6AB1D6-31C4-E550-DFCD-6F9A99306C9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542787" y="2971520"/>
                  <a:ext cx="1468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1EB33AC-26C8-35B0-604A-3054D88A845C}"/>
                    </a:ext>
                  </a:extLst>
                </p14:cNvPr>
                <p14:cNvContentPartPr/>
                <p14:nvPr/>
              </p14:nvContentPartPr>
              <p14:xfrm>
                <a:off x="5725667" y="2854160"/>
                <a:ext cx="181080" cy="268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1EB33AC-26C8-35B0-604A-3054D88A845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721347" y="2849840"/>
                  <a:ext cx="189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8EAE38A-E2CA-B397-3AE8-E932A08CDFA8}"/>
                    </a:ext>
                  </a:extLst>
                </p14:cNvPr>
                <p14:cNvContentPartPr/>
                <p14:nvPr/>
              </p14:nvContentPartPr>
              <p14:xfrm>
                <a:off x="5892707" y="2860640"/>
                <a:ext cx="135720" cy="250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8EAE38A-E2CA-B397-3AE8-E932A08CDFA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888387" y="2856320"/>
                  <a:ext cx="144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533BE27-35CB-4536-E9D6-F6839A46DB2E}"/>
                    </a:ext>
                  </a:extLst>
                </p14:cNvPr>
                <p14:cNvContentPartPr/>
                <p14:nvPr/>
              </p14:nvContentPartPr>
              <p14:xfrm>
                <a:off x="6058307" y="2874320"/>
                <a:ext cx="57600" cy="235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533BE27-35CB-4536-E9D6-F6839A46DB2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053987" y="2870000"/>
                  <a:ext cx="6624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F85131EB-F8D5-C8F4-BFE3-2D0EA61BF9BA}"/>
              </a:ext>
            </a:extLst>
          </p:cNvPr>
          <p:cNvGrpSpPr/>
          <p:nvPr/>
        </p:nvGrpSpPr>
        <p:grpSpPr>
          <a:xfrm>
            <a:off x="6428387" y="2757680"/>
            <a:ext cx="1294560" cy="286560"/>
            <a:chOff x="6428387" y="2757680"/>
            <a:chExt cx="129456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078E73D-1C49-9CE5-8E55-BE27851964FA}"/>
                    </a:ext>
                  </a:extLst>
                </p14:cNvPr>
                <p14:cNvContentPartPr/>
                <p14:nvPr/>
              </p14:nvContentPartPr>
              <p14:xfrm>
                <a:off x="6428387" y="2926160"/>
                <a:ext cx="101880" cy="19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078E73D-1C49-9CE5-8E55-BE27851964F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424067" y="2921840"/>
                  <a:ext cx="110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D36BBA1-0EEE-40EA-6F00-CFB008EBA623}"/>
                    </a:ext>
                  </a:extLst>
                </p14:cNvPr>
                <p14:cNvContentPartPr/>
                <p14:nvPr/>
              </p14:nvContentPartPr>
              <p14:xfrm>
                <a:off x="6442067" y="2981240"/>
                <a:ext cx="122400" cy="10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D36BBA1-0EEE-40EA-6F00-CFB008EBA62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437747" y="2976920"/>
                  <a:ext cx="1310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9369FDF-442F-BD84-4FE5-29438441154B}"/>
                    </a:ext>
                  </a:extLst>
                </p14:cNvPr>
                <p14:cNvContentPartPr/>
                <p14:nvPr/>
              </p14:nvContentPartPr>
              <p14:xfrm>
                <a:off x="6730787" y="2857400"/>
                <a:ext cx="212760" cy="186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9369FDF-442F-BD84-4FE5-29438441154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726467" y="2853080"/>
                  <a:ext cx="2214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C54060C-3B5D-61DC-923A-D9A7EE023B0A}"/>
                    </a:ext>
                  </a:extLst>
                </p14:cNvPr>
                <p14:cNvContentPartPr/>
                <p14:nvPr/>
              </p14:nvContentPartPr>
              <p14:xfrm>
                <a:off x="6983507" y="2757680"/>
                <a:ext cx="176760" cy="273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C54060C-3B5D-61DC-923A-D9A7EE023B0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979187" y="2753360"/>
                  <a:ext cx="1854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98281B2-9C72-19E6-1F6D-01F2173D1D2E}"/>
                    </a:ext>
                  </a:extLst>
                </p14:cNvPr>
                <p14:cNvContentPartPr/>
                <p14:nvPr/>
              </p14:nvContentPartPr>
              <p14:xfrm>
                <a:off x="7326947" y="2852720"/>
                <a:ext cx="20520" cy="160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98281B2-9C72-19E6-1F6D-01F2173D1D2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322627" y="2848400"/>
                  <a:ext cx="29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7E9EDF0-F13B-6148-1122-6578862D7380}"/>
                    </a:ext>
                  </a:extLst>
                </p14:cNvPr>
                <p14:cNvContentPartPr/>
                <p14:nvPr/>
              </p14:nvContentPartPr>
              <p14:xfrm>
                <a:off x="7284107" y="2926880"/>
                <a:ext cx="128160" cy="17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7E9EDF0-F13B-6148-1122-6578862D738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279787" y="2922560"/>
                  <a:ext cx="136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E2B2AEF-5E29-715C-2567-87068FF5392D}"/>
                    </a:ext>
                  </a:extLst>
                </p14:cNvPr>
                <p14:cNvContentPartPr/>
                <p14:nvPr/>
              </p14:nvContentPartPr>
              <p14:xfrm>
                <a:off x="7561667" y="2833640"/>
                <a:ext cx="161280" cy="182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E2B2AEF-5E29-715C-2567-87068FF5392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557347" y="2829320"/>
                  <a:ext cx="1699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B602227-42FB-6568-CD53-46E5C33F1875}"/>
              </a:ext>
            </a:extLst>
          </p:cNvPr>
          <p:cNvGrpSpPr/>
          <p:nvPr/>
        </p:nvGrpSpPr>
        <p:grpSpPr>
          <a:xfrm>
            <a:off x="8123267" y="2847320"/>
            <a:ext cx="185400" cy="108720"/>
            <a:chOff x="8123267" y="2847320"/>
            <a:chExt cx="185400" cy="10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2426B81-88B7-A765-A0F3-B1AEE2DA787E}"/>
                    </a:ext>
                  </a:extLst>
                </p14:cNvPr>
                <p14:cNvContentPartPr/>
                <p14:nvPr/>
              </p14:nvContentPartPr>
              <p14:xfrm>
                <a:off x="8134427" y="2847320"/>
                <a:ext cx="153000" cy="21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2426B81-88B7-A765-A0F3-B1AEE2DA787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130107" y="2843000"/>
                  <a:ext cx="1616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6550A49-8338-4FF8-8B30-D6F2BA69773E}"/>
                    </a:ext>
                  </a:extLst>
                </p14:cNvPr>
                <p14:cNvContentPartPr/>
                <p14:nvPr/>
              </p14:nvContentPartPr>
              <p14:xfrm>
                <a:off x="8123267" y="2938040"/>
                <a:ext cx="185400" cy="18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6550A49-8338-4FF8-8B30-D6F2BA69773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118947" y="2933720"/>
                  <a:ext cx="1940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CA20600-1699-21A0-91E7-3F1DDBE9C751}"/>
              </a:ext>
            </a:extLst>
          </p:cNvPr>
          <p:cNvGrpSpPr/>
          <p:nvPr/>
        </p:nvGrpSpPr>
        <p:grpSpPr>
          <a:xfrm>
            <a:off x="8595947" y="2804480"/>
            <a:ext cx="1605240" cy="358200"/>
            <a:chOff x="8595947" y="2804480"/>
            <a:chExt cx="160524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815BD70-4235-C7B9-74FC-029F7AA2FCED}"/>
                    </a:ext>
                  </a:extLst>
                </p14:cNvPr>
                <p14:cNvContentPartPr/>
                <p14:nvPr/>
              </p14:nvContentPartPr>
              <p14:xfrm>
                <a:off x="8595947" y="2888360"/>
                <a:ext cx="69480" cy="238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815BD70-4235-C7B9-74FC-029F7AA2FCE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591627" y="2884040"/>
                  <a:ext cx="781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73DB0DB-129E-51BE-4079-46772CF2CFDC}"/>
                    </a:ext>
                  </a:extLst>
                </p14:cNvPr>
                <p14:cNvContentPartPr/>
                <p14:nvPr/>
              </p14:nvContentPartPr>
              <p14:xfrm>
                <a:off x="8710067" y="3013640"/>
                <a:ext cx="210960" cy="119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73DB0DB-129E-51BE-4079-46772CF2CFD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705747" y="3009320"/>
                  <a:ext cx="219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14E3EBC-B9A9-3371-4C53-D57A2B51F4C0}"/>
                    </a:ext>
                  </a:extLst>
                </p14:cNvPr>
                <p14:cNvContentPartPr/>
                <p14:nvPr/>
              </p14:nvContentPartPr>
              <p14:xfrm>
                <a:off x="8938307" y="2856680"/>
                <a:ext cx="190800" cy="306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14E3EBC-B9A9-3371-4C53-D57A2B51F4C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933987" y="2852360"/>
                  <a:ext cx="1994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29A8F4F-D2F6-6372-80F8-CE43C69CE2D6}"/>
                    </a:ext>
                  </a:extLst>
                </p14:cNvPr>
                <p14:cNvContentPartPr/>
                <p14:nvPr/>
              </p14:nvContentPartPr>
              <p14:xfrm>
                <a:off x="8926787" y="3030200"/>
                <a:ext cx="171360" cy="7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29A8F4F-D2F6-6372-80F8-CE43C69CE2D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922467" y="3025880"/>
                  <a:ext cx="1800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5C5B59C-536B-FB07-2CAE-66A00135F97D}"/>
                    </a:ext>
                  </a:extLst>
                </p14:cNvPr>
                <p14:cNvContentPartPr/>
                <p14:nvPr/>
              </p14:nvContentPartPr>
              <p14:xfrm>
                <a:off x="9169067" y="2881880"/>
                <a:ext cx="90000" cy="2368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5C5B59C-536B-FB07-2CAE-66A00135F97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164747" y="2877560"/>
                  <a:ext cx="98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0E823FC-6BFE-48CF-D6AA-FD77CB05BF8C}"/>
                    </a:ext>
                  </a:extLst>
                </p14:cNvPr>
                <p14:cNvContentPartPr/>
                <p14:nvPr/>
              </p14:nvContentPartPr>
              <p14:xfrm>
                <a:off x="9131627" y="3007520"/>
                <a:ext cx="172800" cy="5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0E823FC-6BFE-48CF-D6AA-FD77CB05BF8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127307" y="3003200"/>
                  <a:ext cx="1814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C5B0240-0FD0-378A-3F45-903FD4415EE3}"/>
                    </a:ext>
                  </a:extLst>
                </p14:cNvPr>
                <p14:cNvContentPartPr/>
                <p14:nvPr/>
              </p14:nvContentPartPr>
              <p14:xfrm>
                <a:off x="9380387" y="2881880"/>
                <a:ext cx="167760" cy="252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C5B0240-0FD0-378A-3F45-903FD4415EE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376067" y="2877560"/>
                  <a:ext cx="176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6A4579D-C4AA-EB17-B27C-64EF813AF43C}"/>
                    </a:ext>
                  </a:extLst>
                </p14:cNvPr>
                <p14:cNvContentPartPr/>
                <p14:nvPr/>
              </p14:nvContentPartPr>
              <p14:xfrm>
                <a:off x="9572627" y="2804480"/>
                <a:ext cx="177840" cy="301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6A4579D-C4AA-EB17-B27C-64EF813AF43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568307" y="2800160"/>
                  <a:ext cx="1864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94466D3-6C2C-4DA4-A105-6B2203E1AE8C}"/>
                    </a:ext>
                  </a:extLst>
                </p14:cNvPr>
                <p14:cNvContentPartPr/>
                <p14:nvPr/>
              </p14:nvContentPartPr>
              <p14:xfrm>
                <a:off x="9776747" y="2856320"/>
                <a:ext cx="94680" cy="275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94466D3-6C2C-4DA4-A105-6B2203E1AE8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772427" y="2852000"/>
                  <a:ext cx="1033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D278439-7CCB-9589-2BF7-C8E4118DD44F}"/>
                    </a:ext>
                  </a:extLst>
                </p14:cNvPr>
                <p14:cNvContentPartPr/>
                <p14:nvPr/>
              </p14:nvContentPartPr>
              <p14:xfrm>
                <a:off x="10123427" y="2896640"/>
                <a:ext cx="15120" cy="174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D278439-7CCB-9589-2BF7-C8E4118DD44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119107" y="2892320"/>
                  <a:ext cx="237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19D324D-7D70-4CE8-88A9-24509993E456}"/>
                    </a:ext>
                  </a:extLst>
                </p14:cNvPr>
                <p14:cNvContentPartPr/>
                <p14:nvPr/>
              </p14:nvContentPartPr>
              <p14:xfrm>
                <a:off x="10024787" y="2978720"/>
                <a:ext cx="176400" cy="23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19D324D-7D70-4CE8-88A9-24509993E45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20467" y="2974400"/>
                  <a:ext cx="18504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B0E3CA35-B7AE-DF47-80BC-DFD3372CE613}"/>
                  </a:ext>
                </a:extLst>
              </p14:cNvPr>
              <p14:cNvContentPartPr/>
              <p14:nvPr/>
            </p14:nvContentPartPr>
            <p14:xfrm>
              <a:off x="10396667" y="2861720"/>
              <a:ext cx="100440" cy="2530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B0E3CA35-B7AE-DF47-80BC-DFD3372CE613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10392347" y="2857400"/>
                <a:ext cx="109080" cy="26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206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F594F2C-881F-FB59-A00F-8A654F391E29}"/>
              </a:ext>
            </a:extLst>
          </p:cNvPr>
          <p:cNvGrpSpPr/>
          <p:nvPr/>
        </p:nvGrpSpPr>
        <p:grpSpPr>
          <a:xfrm>
            <a:off x="777107" y="215000"/>
            <a:ext cx="3929760" cy="634320"/>
            <a:chOff x="777107" y="215000"/>
            <a:chExt cx="3929760" cy="63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7A6C779-8588-DD54-8AB1-C5BEBF7CCD9F}"/>
                    </a:ext>
                  </a:extLst>
                </p14:cNvPr>
                <p14:cNvContentPartPr/>
                <p14:nvPr/>
              </p14:nvContentPartPr>
              <p14:xfrm>
                <a:off x="1056467" y="428480"/>
                <a:ext cx="101520" cy="153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7A6C779-8588-DD54-8AB1-C5BEBF7CCD9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2147" y="424160"/>
                  <a:ext cx="110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75477F7-0E17-C8BA-37B2-07A35F28847C}"/>
                    </a:ext>
                  </a:extLst>
                </p14:cNvPr>
                <p14:cNvContentPartPr/>
                <p14:nvPr/>
              </p14:nvContentPartPr>
              <p14:xfrm>
                <a:off x="1273547" y="454040"/>
                <a:ext cx="21960" cy="70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75477F7-0E17-C8BA-37B2-07A35F2884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9227" y="449720"/>
                  <a:ext cx="30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9165BAD-64E8-7715-B2BF-336DA133FCA7}"/>
                    </a:ext>
                  </a:extLst>
                </p14:cNvPr>
                <p14:cNvContentPartPr/>
                <p14:nvPr/>
              </p14:nvContentPartPr>
              <p14:xfrm>
                <a:off x="1306307" y="317960"/>
                <a:ext cx="1800" cy="32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165BAD-64E8-7715-B2BF-336DA133FCA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1987" y="313640"/>
                  <a:ext cx="10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738613-38E6-FC4F-0C31-B78BD0CE3389}"/>
                    </a:ext>
                  </a:extLst>
                </p14:cNvPr>
                <p14:cNvContentPartPr/>
                <p14:nvPr/>
              </p14:nvContentPartPr>
              <p14:xfrm>
                <a:off x="1457147" y="249200"/>
                <a:ext cx="174600" cy="40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738613-38E6-FC4F-0C31-B78BD0CE33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2827" y="244880"/>
                  <a:ext cx="1832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E05CC9-6E54-EA22-6F73-D1BE9406E23E}"/>
                    </a:ext>
                  </a:extLst>
                </p14:cNvPr>
                <p14:cNvContentPartPr/>
                <p14:nvPr/>
              </p14:nvContentPartPr>
              <p14:xfrm>
                <a:off x="1408187" y="494000"/>
                <a:ext cx="101880" cy="13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E05CC9-6E54-EA22-6F73-D1BE9406E2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03867" y="489680"/>
                  <a:ext cx="110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0D3874-8111-7175-CCE8-4699C549148A}"/>
                    </a:ext>
                  </a:extLst>
                </p14:cNvPr>
                <p14:cNvContentPartPr/>
                <p14:nvPr/>
              </p14:nvContentPartPr>
              <p14:xfrm>
                <a:off x="1736867" y="282680"/>
                <a:ext cx="109800" cy="262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0D3874-8111-7175-CCE8-4699C549148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32547" y="278360"/>
                  <a:ext cx="118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29EAA39-11A8-2F69-EBD6-E2376A4D1548}"/>
                    </a:ext>
                  </a:extLst>
                </p14:cNvPr>
                <p14:cNvContentPartPr/>
                <p14:nvPr/>
              </p14:nvContentPartPr>
              <p14:xfrm>
                <a:off x="1642187" y="413000"/>
                <a:ext cx="282600" cy="30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29EAA39-11A8-2F69-EBD6-E2376A4D154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37867" y="408680"/>
                  <a:ext cx="291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13090B-ED96-9D14-00B0-645CC6495612}"/>
                    </a:ext>
                  </a:extLst>
                </p14:cNvPr>
                <p14:cNvContentPartPr/>
                <p14:nvPr/>
              </p14:nvContentPartPr>
              <p14:xfrm>
                <a:off x="777107" y="792800"/>
                <a:ext cx="1424160" cy="56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13090B-ED96-9D14-00B0-645CC64956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2787" y="788480"/>
                  <a:ext cx="1432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023098-C494-D5FF-D0E7-C25573E3C404}"/>
                    </a:ext>
                  </a:extLst>
                </p14:cNvPr>
                <p14:cNvContentPartPr/>
                <p14:nvPr/>
              </p14:nvContentPartPr>
              <p14:xfrm>
                <a:off x="2701307" y="298880"/>
                <a:ext cx="255240" cy="232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023098-C494-D5FF-D0E7-C25573E3C40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96987" y="294560"/>
                  <a:ext cx="263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A6C0F6E-388A-56BE-2256-FDA2E2A02E96}"/>
                    </a:ext>
                  </a:extLst>
                </p14:cNvPr>
                <p14:cNvContentPartPr/>
                <p14:nvPr/>
              </p14:nvContentPartPr>
              <p14:xfrm>
                <a:off x="3039347" y="434600"/>
                <a:ext cx="18000" cy="277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A6C0F6E-388A-56BE-2256-FDA2E2A02E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35027" y="430280"/>
                  <a:ext cx="266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767088-4705-2002-8630-F810BD6D3EC3}"/>
                    </a:ext>
                  </a:extLst>
                </p14:cNvPr>
                <p14:cNvContentPartPr/>
                <p14:nvPr/>
              </p14:nvContentPartPr>
              <p14:xfrm>
                <a:off x="3070307" y="362960"/>
                <a:ext cx="110880" cy="129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767088-4705-2002-8630-F810BD6D3E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5987" y="358640"/>
                  <a:ext cx="119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5C08C6-C14B-C5B6-89C0-62B47DBFF14B}"/>
                    </a:ext>
                  </a:extLst>
                </p14:cNvPr>
                <p14:cNvContentPartPr/>
                <p14:nvPr/>
              </p14:nvContentPartPr>
              <p14:xfrm>
                <a:off x="3245987" y="353600"/>
                <a:ext cx="155160" cy="128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5C08C6-C14B-C5B6-89C0-62B47DBFF1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41667" y="349280"/>
                  <a:ext cx="16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7BDCEA0-CEEA-30FA-9ADD-F116472F947F}"/>
                    </a:ext>
                  </a:extLst>
                </p14:cNvPr>
                <p14:cNvContentPartPr/>
                <p14:nvPr/>
              </p14:nvContentPartPr>
              <p14:xfrm>
                <a:off x="3415907" y="353240"/>
                <a:ext cx="110880" cy="122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BDCEA0-CEEA-30FA-9ADD-F116472F94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11587" y="348920"/>
                  <a:ext cx="119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0CE6B08-7C83-E6F3-26E9-DCAF7CB8C964}"/>
                    </a:ext>
                  </a:extLst>
                </p14:cNvPr>
                <p14:cNvContentPartPr/>
                <p14:nvPr/>
              </p14:nvContentPartPr>
              <p14:xfrm>
                <a:off x="3566027" y="382760"/>
                <a:ext cx="234000" cy="83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0CE6B08-7C83-E6F3-26E9-DCAF7CB8C9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61707" y="378440"/>
                  <a:ext cx="242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413740-8EA2-6204-634F-9382106C8015}"/>
                    </a:ext>
                  </a:extLst>
                </p14:cNvPr>
                <p14:cNvContentPartPr/>
                <p14:nvPr/>
              </p14:nvContentPartPr>
              <p14:xfrm>
                <a:off x="3875987" y="215000"/>
                <a:ext cx="22680" cy="242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413740-8EA2-6204-634F-9382106C801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71667" y="210680"/>
                  <a:ext cx="31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BA8E5B-AE5C-AE73-444B-212D5A3829BB}"/>
                    </a:ext>
                  </a:extLst>
                </p14:cNvPr>
                <p14:cNvContentPartPr/>
                <p14:nvPr/>
              </p14:nvContentPartPr>
              <p14:xfrm>
                <a:off x="3755387" y="350720"/>
                <a:ext cx="248040" cy="76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BA8E5B-AE5C-AE73-444B-212D5A3829B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51067" y="346400"/>
                  <a:ext cx="256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965E1A6-2A9B-4262-76C1-20A96A3FC3F8}"/>
                    </a:ext>
                  </a:extLst>
                </p14:cNvPr>
                <p14:cNvContentPartPr/>
                <p14:nvPr/>
              </p14:nvContentPartPr>
              <p14:xfrm>
                <a:off x="4005947" y="231560"/>
                <a:ext cx="41760" cy="4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965E1A6-2A9B-4262-76C1-20A96A3FC3F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01627" y="227240"/>
                  <a:ext cx="50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2AFDAF5-E22F-8212-B369-9C34C26082C1}"/>
                    </a:ext>
                  </a:extLst>
                </p14:cNvPr>
                <p14:cNvContentPartPr/>
                <p14:nvPr/>
              </p14:nvContentPartPr>
              <p14:xfrm>
                <a:off x="4070747" y="278000"/>
                <a:ext cx="152280" cy="121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2AFDAF5-E22F-8212-B369-9C34C26082C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66427" y="273680"/>
                  <a:ext cx="160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0F50D4-435C-9909-9791-03C38A934A2E}"/>
                    </a:ext>
                  </a:extLst>
                </p14:cNvPr>
                <p14:cNvContentPartPr/>
                <p14:nvPr/>
              </p14:nvContentPartPr>
              <p14:xfrm>
                <a:off x="4301507" y="274400"/>
                <a:ext cx="155880" cy="11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0F50D4-435C-9909-9791-03C38A934A2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97187" y="270080"/>
                  <a:ext cx="164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12D08B0-382E-AB54-592F-E3D5F3FE2591}"/>
                    </a:ext>
                  </a:extLst>
                </p14:cNvPr>
                <p14:cNvContentPartPr/>
                <p14:nvPr/>
              </p14:nvContentPartPr>
              <p14:xfrm>
                <a:off x="2496107" y="672200"/>
                <a:ext cx="2210760" cy="157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12D08B0-382E-AB54-592F-E3D5F3FE25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91787" y="667880"/>
                  <a:ext cx="221940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845C662-4607-D18E-0C4A-4EFE62EF814F}"/>
                  </a:ext>
                </a:extLst>
              </p14:cNvPr>
              <p14:cNvContentPartPr/>
              <p14:nvPr/>
            </p14:nvContentPartPr>
            <p14:xfrm>
              <a:off x="1076267" y="2641040"/>
              <a:ext cx="2134800" cy="392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845C662-4607-D18E-0C4A-4EFE62EF814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71947" y="2636720"/>
                <a:ext cx="2143440" cy="40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568550D-F398-B9AC-AB47-4B7678ABC1C7}"/>
              </a:ext>
            </a:extLst>
          </p:cNvPr>
          <p:cNvGrpSpPr/>
          <p:nvPr/>
        </p:nvGrpSpPr>
        <p:grpSpPr>
          <a:xfrm>
            <a:off x="3710027" y="2601800"/>
            <a:ext cx="956160" cy="223200"/>
            <a:chOff x="3710027" y="2601800"/>
            <a:chExt cx="95616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5337DF1-F86D-0AAC-0BC4-35C7E360A370}"/>
                    </a:ext>
                  </a:extLst>
                </p14:cNvPr>
                <p14:cNvContentPartPr/>
                <p14:nvPr/>
              </p14:nvContentPartPr>
              <p14:xfrm>
                <a:off x="3710027" y="2697560"/>
                <a:ext cx="125640" cy="127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5337DF1-F86D-0AAC-0BC4-35C7E360A3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05707" y="2693240"/>
                  <a:ext cx="134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F2A84F2-2B98-A15D-774F-861085717971}"/>
                    </a:ext>
                  </a:extLst>
                </p14:cNvPr>
                <p14:cNvContentPartPr/>
                <p14:nvPr/>
              </p14:nvContentPartPr>
              <p14:xfrm>
                <a:off x="3951587" y="2726360"/>
                <a:ext cx="24120" cy="74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F2A84F2-2B98-A15D-774F-86108571797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47267" y="2722040"/>
                  <a:ext cx="32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ECF278-8F6A-4073-138F-08207E1AC76F}"/>
                    </a:ext>
                  </a:extLst>
                </p14:cNvPr>
                <p14:cNvContentPartPr/>
                <p14:nvPr/>
              </p14:nvContentPartPr>
              <p14:xfrm>
                <a:off x="3968147" y="2601800"/>
                <a:ext cx="23040" cy="27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ECF278-8F6A-4073-138F-08207E1AC76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63827" y="2597480"/>
                  <a:ext cx="31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8E828C-5831-00C1-C672-2F3DCE7DCF75}"/>
                    </a:ext>
                  </a:extLst>
                </p14:cNvPr>
                <p14:cNvContentPartPr/>
                <p14:nvPr/>
              </p14:nvContentPartPr>
              <p14:xfrm>
                <a:off x="4056347" y="2701880"/>
                <a:ext cx="119160" cy="90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8E828C-5831-00C1-C672-2F3DCE7DCF7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52027" y="2697560"/>
                  <a:ext cx="127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02EE455-E4E3-1843-D33F-37C60EBF74F5}"/>
                    </a:ext>
                  </a:extLst>
                </p14:cNvPr>
                <p14:cNvContentPartPr/>
                <p14:nvPr/>
              </p14:nvContentPartPr>
              <p14:xfrm>
                <a:off x="4281347" y="2671280"/>
                <a:ext cx="106560" cy="101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02EE455-E4E3-1843-D33F-37C60EBF74F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77027" y="2666960"/>
                  <a:ext cx="115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90CEBC-9541-D875-8E60-287DC8A5C855}"/>
                    </a:ext>
                  </a:extLst>
                </p14:cNvPr>
                <p14:cNvContentPartPr/>
                <p14:nvPr/>
              </p14:nvContentPartPr>
              <p14:xfrm>
                <a:off x="4457747" y="2665160"/>
                <a:ext cx="208440" cy="13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90CEBC-9541-D875-8E60-287DC8A5C8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53427" y="2660840"/>
                  <a:ext cx="2170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DFDE696-B32D-2AD2-7614-1FC54DC6FCE6}"/>
              </a:ext>
            </a:extLst>
          </p:cNvPr>
          <p:cNvGrpSpPr/>
          <p:nvPr/>
        </p:nvGrpSpPr>
        <p:grpSpPr>
          <a:xfrm>
            <a:off x="1239707" y="1491200"/>
            <a:ext cx="786600" cy="1186560"/>
            <a:chOff x="1239707" y="1491200"/>
            <a:chExt cx="786600" cy="11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511E93-1058-30EB-AD16-7A49F09E9FA4}"/>
                    </a:ext>
                  </a:extLst>
                </p14:cNvPr>
                <p14:cNvContentPartPr/>
                <p14:nvPr/>
              </p14:nvContentPartPr>
              <p14:xfrm>
                <a:off x="1610147" y="1491200"/>
                <a:ext cx="416160" cy="339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511E93-1058-30EB-AD16-7A49F09E9F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05827" y="1486880"/>
                  <a:ext cx="4248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F388FC5-703C-AD5D-3193-F383DCE236CE}"/>
                    </a:ext>
                  </a:extLst>
                </p14:cNvPr>
                <p14:cNvContentPartPr/>
                <p14:nvPr/>
              </p14:nvContentPartPr>
              <p14:xfrm>
                <a:off x="1544267" y="1823120"/>
                <a:ext cx="283320" cy="481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F388FC5-703C-AD5D-3193-F383DCE236C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39947" y="1818800"/>
                  <a:ext cx="2919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3EE53C-664B-C8B6-7EAF-39CB5E7F2280}"/>
                    </a:ext>
                  </a:extLst>
                </p14:cNvPr>
                <p14:cNvContentPartPr/>
                <p14:nvPr/>
              </p14:nvContentPartPr>
              <p14:xfrm>
                <a:off x="1239707" y="2190320"/>
                <a:ext cx="442440" cy="487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3EE53C-664B-C8B6-7EAF-39CB5E7F22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235387" y="2186000"/>
                  <a:ext cx="4510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937EF0C-3E85-8506-C347-C14ED9C2F013}"/>
                    </a:ext>
                  </a:extLst>
                </p14:cNvPr>
                <p14:cNvContentPartPr/>
                <p14:nvPr/>
              </p14:nvContentPartPr>
              <p14:xfrm>
                <a:off x="1724987" y="1535480"/>
                <a:ext cx="105120" cy="210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937EF0C-3E85-8506-C347-C14ED9C2F0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20667" y="1531160"/>
                  <a:ext cx="113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2BFD471-E057-0C6D-96F1-BFD4E0F3E393}"/>
                    </a:ext>
                  </a:extLst>
                </p14:cNvPr>
                <p14:cNvContentPartPr/>
                <p14:nvPr/>
              </p14:nvContentPartPr>
              <p14:xfrm>
                <a:off x="1752707" y="1579400"/>
                <a:ext cx="153000" cy="10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2BFD471-E057-0C6D-96F1-BFD4E0F3E39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48387" y="1575080"/>
                  <a:ext cx="161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A8AC914-6C8F-C69F-32D0-D8C11C686E8C}"/>
                    </a:ext>
                  </a:extLst>
                </p14:cNvPr>
                <p14:cNvContentPartPr/>
                <p14:nvPr/>
              </p14:nvContentPartPr>
              <p14:xfrm>
                <a:off x="1445627" y="2358080"/>
                <a:ext cx="132840" cy="171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A8AC914-6C8F-C69F-32D0-D8C11C686E8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41307" y="2353760"/>
                  <a:ext cx="141480" cy="17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4895902-9539-7F20-2A51-8437E989F149}"/>
                  </a:ext>
                </a:extLst>
              </p14:cNvPr>
              <p14:cNvContentPartPr/>
              <p14:nvPr/>
            </p14:nvContentPartPr>
            <p14:xfrm>
              <a:off x="1992827" y="2714120"/>
              <a:ext cx="43920" cy="32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4895902-9539-7F20-2A51-8437E989F14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988507" y="2709800"/>
                <a:ext cx="525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905E810-2121-CFBD-273E-1933591FD561}"/>
                  </a:ext>
                </a:extLst>
              </p14:cNvPr>
              <p14:cNvContentPartPr/>
              <p14:nvPr/>
            </p14:nvContentPartPr>
            <p14:xfrm>
              <a:off x="2095787" y="2887280"/>
              <a:ext cx="9360" cy="403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905E810-2121-CFBD-273E-1933591FD56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091467" y="2882960"/>
                <a:ext cx="18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BEFCAB4-806D-8582-5280-92CC16AEC64A}"/>
                  </a:ext>
                </a:extLst>
              </p14:cNvPr>
              <p14:cNvContentPartPr/>
              <p14:nvPr/>
            </p14:nvContentPartPr>
            <p14:xfrm>
              <a:off x="2086067" y="3096440"/>
              <a:ext cx="33480" cy="96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BEFCAB4-806D-8582-5280-92CC16AEC64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81747" y="3092120"/>
                <a:ext cx="4212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7CC0689C-29F1-D6CC-205A-2CA818841036}"/>
              </a:ext>
            </a:extLst>
          </p:cNvPr>
          <p:cNvGrpSpPr/>
          <p:nvPr/>
        </p:nvGrpSpPr>
        <p:grpSpPr>
          <a:xfrm>
            <a:off x="1901747" y="3314600"/>
            <a:ext cx="286920" cy="244080"/>
            <a:chOff x="1901747" y="3314600"/>
            <a:chExt cx="2869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3913EBE-4C6F-D19B-0917-413708BC7248}"/>
                    </a:ext>
                  </a:extLst>
                </p14:cNvPr>
                <p14:cNvContentPartPr/>
                <p14:nvPr/>
              </p14:nvContentPartPr>
              <p14:xfrm>
                <a:off x="2025227" y="3314600"/>
                <a:ext cx="34920" cy="72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3913EBE-4C6F-D19B-0917-413708BC724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20907" y="3310280"/>
                  <a:ext cx="43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E77E7F-7B6F-CEED-D4E7-3F8BE1CF3449}"/>
                    </a:ext>
                  </a:extLst>
                </p14:cNvPr>
                <p14:cNvContentPartPr/>
                <p14:nvPr/>
              </p14:nvContentPartPr>
              <p14:xfrm>
                <a:off x="1978427" y="3431240"/>
                <a:ext cx="16920" cy="2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E77E7F-7B6F-CEED-D4E7-3F8BE1CF344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74107" y="3426920"/>
                  <a:ext cx="2556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C31EEB7-29B1-1788-B495-787454717A8F}"/>
                    </a:ext>
                  </a:extLst>
                </p14:cNvPr>
                <p14:cNvContentPartPr/>
                <p14:nvPr/>
              </p14:nvContentPartPr>
              <p14:xfrm>
                <a:off x="1901747" y="3318200"/>
                <a:ext cx="286920" cy="240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31EEB7-29B1-1788-B495-787454717A8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97427" y="3313880"/>
                  <a:ext cx="29556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B68D361-C8E6-6E2F-7462-50B401DB84AE}"/>
              </a:ext>
            </a:extLst>
          </p:cNvPr>
          <p:cNvGrpSpPr/>
          <p:nvPr/>
        </p:nvGrpSpPr>
        <p:grpSpPr>
          <a:xfrm>
            <a:off x="1037387" y="4056920"/>
            <a:ext cx="822240" cy="1418400"/>
            <a:chOff x="1037387" y="4056920"/>
            <a:chExt cx="822240" cy="14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4FAB4C0-FCC4-F5F8-2EC9-544B87C8D798}"/>
                    </a:ext>
                  </a:extLst>
                </p14:cNvPr>
                <p14:cNvContentPartPr/>
                <p14:nvPr/>
              </p14:nvContentPartPr>
              <p14:xfrm>
                <a:off x="1407107" y="4056920"/>
                <a:ext cx="452520" cy="348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4FAB4C0-FCC4-F5F8-2EC9-544B87C8D7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02787" y="4052600"/>
                  <a:ext cx="4611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584B355-DBA2-182E-68D6-34C46D484E4A}"/>
                    </a:ext>
                  </a:extLst>
                </p14:cNvPr>
                <p14:cNvContentPartPr/>
                <p14:nvPr/>
              </p14:nvContentPartPr>
              <p14:xfrm>
                <a:off x="1351667" y="4431320"/>
                <a:ext cx="239400" cy="46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584B355-DBA2-182E-68D6-34C46D484E4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47347" y="4427000"/>
                  <a:ext cx="2480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84B622A-C6B8-4043-EEF5-B17F8153E76F}"/>
                    </a:ext>
                  </a:extLst>
                </p14:cNvPr>
                <p14:cNvContentPartPr/>
                <p14:nvPr/>
              </p14:nvContentPartPr>
              <p14:xfrm>
                <a:off x="1037387" y="4922720"/>
                <a:ext cx="498240" cy="55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84B622A-C6B8-4043-EEF5-B17F8153E76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3067" y="4918400"/>
                  <a:ext cx="506880" cy="56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9739332-78E3-EA21-D2C5-0504BBBD4572}"/>
              </a:ext>
            </a:extLst>
          </p:cNvPr>
          <p:cNvGrpSpPr/>
          <p:nvPr/>
        </p:nvGrpSpPr>
        <p:grpSpPr>
          <a:xfrm>
            <a:off x="1544267" y="4091120"/>
            <a:ext cx="272880" cy="203760"/>
            <a:chOff x="1544267" y="4091120"/>
            <a:chExt cx="27288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A7B98C-1629-D71B-5F37-FF540AF5F7CC}"/>
                    </a:ext>
                  </a:extLst>
                </p14:cNvPr>
                <p14:cNvContentPartPr/>
                <p14:nvPr/>
              </p14:nvContentPartPr>
              <p14:xfrm>
                <a:off x="1544267" y="4119560"/>
                <a:ext cx="116640" cy="175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A7B98C-1629-D71B-5F37-FF540AF5F7C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39947" y="4115240"/>
                  <a:ext cx="125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40A9CEC-ABA1-5917-F9AD-AB989A361506}"/>
                    </a:ext>
                  </a:extLst>
                </p14:cNvPr>
                <p14:cNvContentPartPr/>
                <p14:nvPr/>
              </p14:nvContentPartPr>
              <p14:xfrm>
                <a:off x="1677467" y="4091120"/>
                <a:ext cx="139680" cy="21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0A9CEC-ABA1-5917-F9AD-AB989A36150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73147" y="4086800"/>
                  <a:ext cx="14832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67076FB-247C-F784-195C-16D76EA90D0C}"/>
                  </a:ext>
                </a:extLst>
              </p14:cNvPr>
              <p14:cNvContentPartPr/>
              <p14:nvPr/>
            </p14:nvContentPartPr>
            <p14:xfrm>
              <a:off x="1150787" y="5058080"/>
              <a:ext cx="181080" cy="1472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67076FB-247C-F784-195C-16D76EA90D0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46467" y="5053760"/>
                <a:ext cx="1897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2A38734-A6A2-40B9-2C87-88D521ADBA0C}"/>
                  </a:ext>
                </a:extLst>
              </p14:cNvPr>
              <p14:cNvContentPartPr/>
              <p14:nvPr/>
            </p14:nvContentPartPr>
            <p14:xfrm>
              <a:off x="1891307" y="1892240"/>
              <a:ext cx="81360" cy="135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2A38734-A6A2-40B9-2C87-88D521ADBA0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886987" y="1887920"/>
                <a:ext cx="90000" cy="1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E5CDD0F0-ADA4-A72E-2657-8D70FD7CD2A2}"/>
              </a:ext>
            </a:extLst>
          </p:cNvPr>
          <p:cNvGrpSpPr/>
          <p:nvPr/>
        </p:nvGrpSpPr>
        <p:grpSpPr>
          <a:xfrm>
            <a:off x="1412507" y="2730320"/>
            <a:ext cx="232920" cy="162000"/>
            <a:chOff x="1412507" y="2730320"/>
            <a:chExt cx="23292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FF8704-84BF-82E2-E523-890DEFA0C328}"/>
                    </a:ext>
                  </a:extLst>
                </p14:cNvPr>
                <p14:cNvContentPartPr/>
                <p14:nvPr/>
              </p14:nvContentPartPr>
              <p14:xfrm>
                <a:off x="1412507" y="2738960"/>
                <a:ext cx="96120" cy="153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FF8704-84BF-82E2-E523-890DEFA0C32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408187" y="2734640"/>
                  <a:ext cx="104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1151922-AB6E-6196-3832-C6A36CE9AC4E}"/>
                    </a:ext>
                  </a:extLst>
                </p14:cNvPr>
                <p14:cNvContentPartPr/>
                <p14:nvPr/>
              </p14:nvContentPartPr>
              <p14:xfrm>
                <a:off x="1514027" y="2730320"/>
                <a:ext cx="131400" cy="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1151922-AB6E-6196-3832-C6A36CE9AC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509707" y="2726000"/>
                  <a:ext cx="140040" cy="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4094D82-1C4E-C048-59C5-C0361233B207}"/>
                  </a:ext>
                </a:extLst>
              </p14:cNvPr>
              <p14:cNvContentPartPr/>
              <p14:nvPr/>
            </p14:nvContentPartPr>
            <p14:xfrm>
              <a:off x="1627787" y="4499000"/>
              <a:ext cx="103680" cy="1098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4094D82-1C4E-C048-59C5-C0361233B20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623467" y="4494680"/>
                <a:ext cx="11232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940C05A4-5172-C506-4EBD-8BC65101D9DB}"/>
              </a:ext>
            </a:extLst>
          </p:cNvPr>
          <p:cNvGrpSpPr/>
          <p:nvPr/>
        </p:nvGrpSpPr>
        <p:grpSpPr>
          <a:xfrm>
            <a:off x="1066547" y="5591600"/>
            <a:ext cx="232920" cy="214200"/>
            <a:chOff x="1066547" y="5591600"/>
            <a:chExt cx="23292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3300733-E2D1-C60F-3FCD-43F18D02F2A5}"/>
                    </a:ext>
                  </a:extLst>
                </p14:cNvPr>
                <p14:cNvContentPartPr/>
                <p14:nvPr/>
              </p14:nvContentPartPr>
              <p14:xfrm>
                <a:off x="1066547" y="5661080"/>
                <a:ext cx="120960" cy="144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3300733-E2D1-C60F-3FCD-43F18D02F2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62227" y="5656760"/>
                  <a:ext cx="129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2756A01-CEB4-FC56-DB36-8ECADCBCB951}"/>
                    </a:ext>
                  </a:extLst>
                </p14:cNvPr>
                <p14:cNvContentPartPr/>
                <p14:nvPr/>
              </p14:nvContentPartPr>
              <p14:xfrm>
                <a:off x="1168787" y="5591600"/>
                <a:ext cx="130680" cy="29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2756A01-CEB4-FC56-DB36-8ECADCBCB95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64467" y="5587280"/>
                  <a:ext cx="1393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245E876-D655-7D0C-D662-6788F24F54CB}"/>
              </a:ext>
            </a:extLst>
          </p:cNvPr>
          <p:cNvGrpSpPr/>
          <p:nvPr/>
        </p:nvGrpSpPr>
        <p:grpSpPr>
          <a:xfrm>
            <a:off x="7027427" y="1360160"/>
            <a:ext cx="1889280" cy="515880"/>
            <a:chOff x="7027427" y="1360160"/>
            <a:chExt cx="1889280" cy="51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22DC50C-7190-24E6-22A6-8C8A7CE3AC02}"/>
                    </a:ext>
                  </a:extLst>
                </p14:cNvPr>
                <p14:cNvContentPartPr/>
                <p14:nvPr/>
              </p14:nvContentPartPr>
              <p14:xfrm>
                <a:off x="7027427" y="1608560"/>
                <a:ext cx="124200" cy="145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22DC50C-7190-24E6-22A6-8C8A7CE3AC0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23107" y="1604240"/>
                  <a:ext cx="132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48E00A-4638-26E7-F06C-00557FC0DF2D}"/>
                    </a:ext>
                  </a:extLst>
                </p14:cNvPr>
                <p14:cNvContentPartPr/>
                <p14:nvPr/>
              </p14:nvContentPartPr>
              <p14:xfrm>
                <a:off x="7269707" y="1640960"/>
                <a:ext cx="20520" cy="70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48E00A-4638-26E7-F06C-00557FC0DF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65387" y="1636640"/>
                  <a:ext cx="29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A2C1CB4-8BB5-F76B-92D5-ECF6BE7FBE61}"/>
                    </a:ext>
                  </a:extLst>
                </p14:cNvPr>
                <p14:cNvContentPartPr/>
                <p14:nvPr/>
              </p14:nvContentPartPr>
              <p14:xfrm>
                <a:off x="7382027" y="1494800"/>
                <a:ext cx="7200" cy="1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A2C1CB4-8BB5-F76B-92D5-ECF6BE7FBE6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77707" y="1490480"/>
                  <a:ext cx="15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334578C-A01B-C932-9FE2-128055C2203F}"/>
                    </a:ext>
                  </a:extLst>
                </p14:cNvPr>
                <p14:cNvContentPartPr/>
                <p14:nvPr/>
              </p14:nvContentPartPr>
              <p14:xfrm>
                <a:off x="7463027" y="1412720"/>
                <a:ext cx="229680" cy="463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334578C-A01B-C932-9FE2-128055C2203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458707" y="1408400"/>
                  <a:ext cx="2383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067D5A3-99D4-FAB7-47DD-7D0C71A55D37}"/>
                    </a:ext>
                  </a:extLst>
                </p14:cNvPr>
                <p14:cNvContentPartPr/>
                <p14:nvPr/>
              </p14:nvContentPartPr>
              <p14:xfrm>
                <a:off x="7427747" y="1703240"/>
                <a:ext cx="109440" cy="10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067D5A3-99D4-FAB7-47DD-7D0C71A55D3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23427" y="1698920"/>
                  <a:ext cx="118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1F899FC-259B-09C3-3328-D68A804612D6}"/>
                    </a:ext>
                  </a:extLst>
                </p14:cNvPr>
                <p14:cNvContentPartPr/>
                <p14:nvPr/>
              </p14:nvContentPartPr>
              <p14:xfrm>
                <a:off x="7670387" y="1533320"/>
                <a:ext cx="45720" cy="221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1F899FC-259B-09C3-3328-D68A804612D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66067" y="1529000"/>
                  <a:ext cx="543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30A2BBB-9625-76FA-3008-632DB38518B4}"/>
                    </a:ext>
                  </a:extLst>
                </p14:cNvPr>
                <p14:cNvContentPartPr/>
                <p14:nvPr/>
              </p14:nvContentPartPr>
              <p14:xfrm>
                <a:off x="7624307" y="1647800"/>
                <a:ext cx="196920" cy="6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30A2BBB-9625-76FA-3008-632DB38518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19987" y="1643480"/>
                  <a:ext cx="2055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F170DB-B7FF-99F5-6A38-4197ED026B23}"/>
                    </a:ext>
                  </a:extLst>
                </p14:cNvPr>
                <p14:cNvContentPartPr/>
                <p14:nvPr/>
              </p14:nvContentPartPr>
              <p14:xfrm>
                <a:off x="7969547" y="1406960"/>
                <a:ext cx="228960" cy="429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F170DB-B7FF-99F5-6A38-4197ED026B2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65227" y="1402640"/>
                  <a:ext cx="2376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CFB070-C061-259D-84B0-3930C59AF049}"/>
                    </a:ext>
                  </a:extLst>
                </p14:cNvPr>
                <p14:cNvContentPartPr/>
                <p14:nvPr/>
              </p14:nvContentPartPr>
              <p14:xfrm>
                <a:off x="8131547" y="1374200"/>
                <a:ext cx="265680" cy="30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7CFB070-C061-259D-84B0-3930C59AF04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127227" y="1369880"/>
                  <a:ext cx="2743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5A53BB4-984F-E256-7CC1-643073C0D88D}"/>
                    </a:ext>
                  </a:extLst>
                </p14:cNvPr>
                <p14:cNvContentPartPr/>
                <p14:nvPr/>
              </p14:nvContentPartPr>
              <p14:xfrm>
                <a:off x="8396507" y="1571120"/>
                <a:ext cx="168840" cy="106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5A53BB4-984F-E256-7CC1-643073C0D88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92187" y="1566800"/>
                  <a:ext cx="1774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61DF2FE-90B0-11BC-5455-0E24C41F9F86}"/>
                    </a:ext>
                  </a:extLst>
                </p14:cNvPr>
                <p14:cNvContentPartPr/>
                <p14:nvPr/>
              </p14:nvContentPartPr>
              <p14:xfrm>
                <a:off x="8631227" y="1360160"/>
                <a:ext cx="74880" cy="272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61DF2FE-90B0-11BC-5455-0E24C41F9F8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26907" y="1355840"/>
                  <a:ext cx="83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9F6249D-D1B3-5AE9-8804-5E062C294CAD}"/>
                    </a:ext>
                  </a:extLst>
                </p14:cNvPr>
                <p14:cNvContentPartPr/>
                <p14:nvPr/>
              </p14:nvContentPartPr>
              <p14:xfrm>
                <a:off x="8573267" y="1541600"/>
                <a:ext cx="223200" cy="138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9F6249D-D1B3-5AE9-8804-5E062C294CA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68947" y="1537280"/>
                  <a:ext cx="231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D1EF4C8-40F9-6C54-B71B-DC8F8C9E873E}"/>
                    </a:ext>
                  </a:extLst>
                </p14:cNvPr>
                <p14:cNvContentPartPr/>
                <p14:nvPr/>
              </p14:nvContentPartPr>
              <p14:xfrm>
                <a:off x="8814827" y="1679480"/>
                <a:ext cx="101880" cy="98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D1EF4C8-40F9-6C54-B71B-DC8F8C9E87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10507" y="1675160"/>
                  <a:ext cx="1105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2ABB817-9A03-94B8-B954-EEE29C8E9E39}"/>
              </a:ext>
            </a:extLst>
          </p:cNvPr>
          <p:cNvGrpSpPr/>
          <p:nvPr/>
        </p:nvGrpSpPr>
        <p:grpSpPr>
          <a:xfrm>
            <a:off x="9138827" y="1248920"/>
            <a:ext cx="503640" cy="541080"/>
            <a:chOff x="9138827" y="1248920"/>
            <a:chExt cx="503640" cy="5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455E6C7-6ED0-E443-E135-018C84AB621A}"/>
                    </a:ext>
                  </a:extLst>
                </p14:cNvPr>
                <p14:cNvContentPartPr/>
                <p14:nvPr/>
              </p14:nvContentPartPr>
              <p14:xfrm>
                <a:off x="9138827" y="1431800"/>
                <a:ext cx="220320" cy="193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455E6C7-6ED0-E443-E135-018C84AB621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34507" y="1427480"/>
                  <a:ext cx="228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E5A8572-C72F-CB92-6D39-E7DBF47816FE}"/>
                    </a:ext>
                  </a:extLst>
                </p14:cNvPr>
                <p14:cNvContentPartPr/>
                <p14:nvPr/>
              </p14:nvContentPartPr>
              <p14:xfrm>
                <a:off x="9458147" y="1248920"/>
                <a:ext cx="184320" cy="541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E5A8572-C72F-CB92-6D39-E7DBF47816F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53827" y="1244600"/>
                  <a:ext cx="192960" cy="54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3915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957E1-0E07-1083-011B-8448A886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68F97E8-F731-2E27-D576-54C451DE2280}"/>
              </a:ext>
            </a:extLst>
          </p:cNvPr>
          <p:cNvGrpSpPr/>
          <p:nvPr/>
        </p:nvGrpSpPr>
        <p:grpSpPr>
          <a:xfrm>
            <a:off x="777107" y="215000"/>
            <a:ext cx="3929760" cy="634320"/>
            <a:chOff x="777107" y="215000"/>
            <a:chExt cx="3929760" cy="63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5194B6F-2C89-BDAE-4F54-FC6A3A9FCE62}"/>
                    </a:ext>
                  </a:extLst>
                </p14:cNvPr>
                <p14:cNvContentPartPr/>
                <p14:nvPr/>
              </p14:nvContentPartPr>
              <p14:xfrm>
                <a:off x="1056467" y="428480"/>
                <a:ext cx="101520" cy="153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5194B6F-2C89-BDAE-4F54-FC6A3A9FCE6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2147" y="424160"/>
                  <a:ext cx="110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B3F2F7B-18FC-3F28-F340-7AA00D6F3995}"/>
                    </a:ext>
                  </a:extLst>
                </p14:cNvPr>
                <p14:cNvContentPartPr/>
                <p14:nvPr/>
              </p14:nvContentPartPr>
              <p14:xfrm>
                <a:off x="1273547" y="454040"/>
                <a:ext cx="21960" cy="70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B3F2F7B-18FC-3F28-F340-7AA00D6F39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9227" y="449720"/>
                  <a:ext cx="30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03255E0-527E-DEF5-B0CC-FAE4FC16026D}"/>
                    </a:ext>
                  </a:extLst>
                </p14:cNvPr>
                <p14:cNvContentPartPr/>
                <p14:nvPr/>
              </p14:nvContentPartPr>
              <p14:xfrm>
                <a:off x="1306307" y="317960"/>
                <a:ext cx="1800" cy="32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03255E0-527E-DEF5-B0CC-FAE4FC1602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1987" y="313640"/>
                  <a:ext cx="10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FD07D35-3A40-3822-7341-3B2AEA45EE1E}"/>
                    </a:ext>
                  </a:extLst>
                </p14:cNvPr>
                <p14:cNvContentPartPr/>
                <p14:nvPr/>
              </p14:nvContentPartPr>
              <p14:xfrm>
                <a:off x="1457147" y="249200"/>
                <a:ext cx="174600" cy="40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FD07D35-3A40-3822-7341-3B2AEA45EE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2827" y="244880"/>
                  <a:ext cx="1832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0F5C50-A833-947F-4331-8FD6E3D61FC3}"/>
                    </a:ext>
                  </a:extLst>
                </p14:cNvPr>
                <p14:cNvContentPartPr/>
                <p14:nvPr/>
              </p14:nvContentPartPr>
              <p14:xfrm>
                <a:off x="1408187" y="494000"/>
                <a:ext cx="101880" cy="13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0F5C50-A833-947F-4331-8FD6E3D61F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03867" y="489680"/>
                  <a:ext cx="110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26B3EA9-527D-1747-B7A9-F76222009F32}"/>
                    </a:ext>
                  </a:extLst>
                </p14:cNvPr>
                <p14:cNvContentPartPr/>
                <p14:nvPr/>
              </p14:nvContentPartPr>
              <p14:xfrm>
                <a:off x="1736867" y="282680"/>
                <a:ext cx="109800" cy="262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26B3EA9-527D-1747-B7A9-F76222009F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32547" y="278360"/>
                  <a:ext cx="118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E75691-CBCD-874D-9AE2-5EB53FFAF371}"/>
                    </a:ext>
                  </a:extLst>
                </p14:cNvPr>
                <p14:cNvContentPartPr/>
                <p14:nvPr/>
              </p14:nvContentPartPr>
              <p14:xfrm>
                <a:off x="1642187" y="413000"/>
                <a:ext cx="282600" cy="30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E75691-CBCD-874D-9AE2-5EB53FFAF3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37867" y="408680"/>
                  <a:ext cx="291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E69641-96FE-AD84-1732-78ED97C312B2}"/>
                    </a:ext>
                  </a:extLst>
                </p14:cNvPr>
                <p14:cNvContentPartPr/>
                <p14:nvPr/>
              </p14:nvContentPartPr>
              <p14:xfrm>
                <a:off x="777107" y="792800"/>
                <a:ext cx="1424160" cy="56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E69641-96FE-AD84-1732-78ED97C312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2787" y="788480"/>
                  <a:ext cx="1432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8F8017-BFA5-A19F-4984-B8A09609D1FD}"/>
                    </a:ext>
                  </a:extLst>
                </p14:cNvPr>
                <p14:cNvContentPartPr/>
                <p14:nvPr/>
              </p14:nvContentPartPr>
              <p14:xfrm>
                <a:off x="2701307" y="298880"/>
                <a:ext cx="255240" cy="232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8F8017-BFA5-A19F-4984-B8A09609D1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96987" y="294560"/>
                  <a:ext cx="263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D7DBE2-F375-A39F-05F9-5B0D413E5100}"/>
                    </a:ext>
                  </a:extLst>
                </p14:cNvPr>
                <p14:cNvContentPartPr/>
                <p14:nvPr/>
              </p14:nvContentPartPr>
              <p14:xfrm>
                <a:off x="3039347" y="434600"/>
                <a:ext cx="18000" cy="277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D7DBE2-F375-A39F-05F9-5B0D413E51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35027" y="430280"/>
                  <a:ext cx="266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BCD2040-4241-6C54-BFB9-4C2CD8AF4303}"/>
                    </a:ext>
                  </a:extLst>
                </p14:cNvPr>
                <p14:cNvContentPartPr/>
                <p14:nvPr/>
              </p14:nvContentPartPr>
              <p14:xfrm>
                <a:off x="3070307" y="362960"/>
                <a:ext cx="110880" cy="129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BCD2040-4241-6C54-BFB9-4C2CD8AF430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5987" y="358640"/>
                  <a:ext cx="119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2A7D427-2311-DAA0-6990-B3A429CA08A7}"/>
                    </a:ext>
                  </a:extLst>
                </p14:cNvPr>
                <p14:cNvContentPartPr/>
                <p14:nvPr/>
              </p14:nvContentPartPr>
              <p14:xfrm>
                <a:off x="3245987" y="353600"/>
                <a:ext cx="155160" cy="128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2A7D427-2311-DAA0-6990-B3A429CA08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41667" y="349280"/>
                  <a:ext cx="16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F7751A0-BAA4-5660-AF42-EF24466652DA}"/>
                    </a:ext>
                  </a:extLst>
                </p14:cNvPr>
                <p14:cNvContentPartPr/>
                <p14:nvPr/>
              </p14:nvContentPartPr>
              <p14:xfrm>
                <a:off x="3415907" y="353240"/>
                <a:ext cx="110880" cy="122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7751A0-BAA4-5660-AF42-EF24466652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11587" y="348920"/>
                  <a:ext cx="119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5B2B64-1D76-176C-41EB-CC3BA4E55AA2}"/>
                    </a:ext>
                  </a:extLst>
                </p14:cNvPr>
                <p14:cNvContentPartPr/>
                <p14:nvPr/>
              </p14:nvContentPartPr>
              <p14:xfrm>
                <a:off x="3566027" y="382760"/>
                <a:ext cx="234000" cy="83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5B2B64-1D76-176C-41EB-CC3BA4E55AA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61707" y="378440"/>
                  <a:ext cx="242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96B573-F24B-DB44-706F-1B429A84B968}"/>
                    </a:ext>
                  </a:extLst>
                </p14:cNvPr>
                <p14:cNvContentPartPr/>
                <p14:nvPr/>
              </p14:nvContentPartPr>
              <p14:xfrm>
                <a:off x="3875987" y="215000"/>
                <a:ext cx="22680" cy="242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896B573-F24B-DB44-706F-1B429A84B96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71667" y="210680"/>
                  <a:ext cx="31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880E86F-EC85-AEC1-5F0F-D87517572F9C}"/>
                    </a:ext>
                  </a:extLst>
                </p14:cNvPr>
                <p14:cNvContentPartPr/>
                <p14:nvPr/>
              </p14:nvContentPartPr>
              <p14:xfrm>
                <a:off x="3755387" y="350720"/>
                <a:ext cx="248040" cy="76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880E86F-EC85-AEC1-5F0F-D87517572F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51067" y="346400"/>
                  <a:ext cx="256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3EE47F-0FFB-E87A-FFA0-081A7D7D0955}"/>
                    </a:ext>
                  </a:extLst>
                </p14:cNvPr>
                <p14:cNvContentPartPr/>
                <p14:nvPr/>
              </p14:nvContentPartPr>
              <p14:xfrm>
                <a:off x="4005947" y="231560"/>
                <a:ext cx="41760" cy="4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3EE47F-0FFB-E87A-FFA0-081A7D7D095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01627" y="227240"/>
                  <a:ext cx="50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5FB3DE-6F7F-AD3B-F726-0D8B090DD318}"/>
                    </a:ext>
                  </a:extLst>
                </p14:cNvPr>
                <p14:cNvContentPartPr/>
                <p14:nvPr/>
              </p14:nvContentPartPr>
              <p14:xfrm>
                <a:off x="4070747" y="278000"/>
                <a:ext cx="152280" cy="121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5FB3DE-6F7F-AD3B-F726-0D8B090DD3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66427" y="273680"/>
                  <a:ext cx="160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8997CD-C73E-63F8-227E-AE3876BAB36E}"/>
                    </a:ext>
                  </a:extLst>
                </p14:cNvPr>
                <p14:cNvContentPartPr/>
                <p14:nvPr/>
              </p14:nvContentPartPr>
              <p14:xfrm>
                <a:off x="4301507" y="274400"/>
                <a:ext cx="155880" cy="11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8997CD-C73E-63F8-227E-AE3876BAB3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97187" y="270080"/>
                  <a:ext cx="164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022B6A-D308-7ACA-DE35-EB2E8046955E}"/>
                    </a:ext>
                  </a:extLst>
                </p14:cNvPr>
                <p14:cNvContentPartPr/>
                <p14:nvPr/>
              </p14:nvContentPartPr>
              <p14:xfrm>
                <a:off x="2496107" y="672200"/>
                <a:ext cx="2210760" cy="157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022B6A-D308-7ACA-DE35-EB2E8046955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91787" y="667880"/>
                  <a:ext cx="221940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B5D7788-7C4E-5F95-4715-C2C9EB1EA4DE}"/>
                  </a:ext>
                </a:extLst>
              </p14:cNvPr>
              <p14:cNvContentPartPr/>
              <p14:nvPr/>
            </p14:nvContentPartPr>
            <p14:xfrm>
              <a:off x="1076267" y="2641040"/>
              <a:ext cx="2134800" cy="392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B5D7788-7C4E-5F95-4715-C2C9EB1EA4D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71947" y="2636720"/>
                <a:ext cx="2143440" cy="40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20425CE5-9BE1-165E-C266-533AEB144F0F}"/>
              </a:ext>
            </a:extLst>
          </p:cNvPr>
          <p:cNvGrpSpPr/>
          <p:nvPr/>
        </p:nvGrpSpPr>
        <p:grpSpPr>
          <a:xfrm>
            <a:off x="3710027" y="2601800"/>
            <a:ext cx="956160" cy="223200"/>
            <a:chOff x="3710027" y="2601800"/>
            <a:chExt cx="95616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7F57AC-FCA3-7100-C06E-9831D37ED14D}"/>
                    </a:ext>
                  </a:extLst>
                </p14:cNvPr>
                <p14:cNvContentPartPr/>
                <p14:nvPr/>
              </p14:nvContentPartPr>
              <p14:xfrm>
                <a:off x="3710027" y="2697560"/>
                <a:ext cx="125640" cy="127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7F57AC-FCA3-7100-C06E-9831D37ED1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05707" y="2693240"/>
                  <a:ext cx="134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D43CED-91A8-3002-67E5-5E535AC16865}"/>
                    </a:ext>
                  </a:extLst>
                </p14:cNvPr>
                <p14:cNvContentPartPr/>
                <p14:nvPr/>
              </p14:nvContentPartPr>
              <p14:xfrm>
                <a:off x="3951587" y="2726360"/>
                <a:ext cx="24120" cy="74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D43CED-91A8-3002-67E5-5E535AC1686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47267" y="2722040"/>
                  <a:ext cx="32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325372C-707F-021B-A597-5D3FD7EB6AA1}"/>
                    </a:ext>
                  </a:extLst>
                </p14:cNvPr>
                <p14:cNvContentPartPr/>
                <p14:nvPr/>
              </p14:nvContentPartPr>
              <p14:xfrm>
                <a:off x="3968147" y="2601800"/>
                <a:ext cx="23040" cy="27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325372C-707F-021B-A597-5D3FD7EB6AA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63827" y="2597480"/>
                  <a:ext cx="31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8C798DB-9DAA-DB44-8748-5ADB0FC5B7A6}"/>
                    </a:ext>
                  </a:extLst>
                </p14:cNvPr>
                <p14:cNvContentPartPr/>
                <p14:nvPr/>
              </p14:nvContentPartPr>
              <p14:xfrm>
                <a:off x="4056347" y="2701880"/>
                <a:ext cx="119160" cy="90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8C798DB-9DAA-DB44-8748-5ADB0FC5B7A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52027" y="2697560"/>
                  <a:ext cx="127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B22E02-5BEC-9F6F-1956-75DC5DC3F465}"/>
                    </a:ext>
                  </a:extLst>
                </p14:cNvPr>
                <p14:cNvContentPartPr/>
                <p14:nvPr/>
              </p14:nvContentPartPr>
              <p14:xfrm>
                <a:off x="4281347" y="2671280"/>
                <a:ext cx="106560" cy="101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B22E02-5BEC-9F6F-1956-75DC5DC3F4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77027" y="2666960"/>
                  <a:ext cx="115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E48B04C-8E8E-7FFA-F097-CB3607502252}"/>
                    </a:ext>
                  </a:extLst>
                </p14:cNvPr>
                <p14:cNvContentPartPr/>
                <p14:nvPr/>
              </p14:nvContentPartPr>
              <p14:xfrm>
                <a:off x="4457747" y="2665160"/>
                <a:ext cx="208440" cy="13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E48B04C-8E8E-7FFA-F097-CB36075022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53427" y="2660840"/>
                  <a:ext cx="2170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F9ECECE-668D-1DBF-A479-322314C428F6}"/>
              </a:ext>
            </a:extLst>
          </p:cNvPr>
          <p:cNvGrpSpPr/>
          <p:nvPr/>
        </p:nvGrpSpPr>
        <p:grpSpPr>
          <a:xfrm>
            <a:off x="1239707" y="1491200"/>
            <a:ext cx="786600" cy="1186560"/>
            <a:chOff x="1239707" y="1491200"/>
            <a:chExt cx="786600" cy="11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E548E7C-9EB7-2CCC-2482-B88187302483}"/>
                    </a:ext>
                  </a:extLst>
                </p14:cNvPr>
                <p14:cNvContentPartPr/>
                <p14:nvPr/>
              </p14:nvContentPartPr>
              <p14:xfrm>
                <a:off x="1610147" y="1491200"/>
                <a:ext cx="416160" cy="339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548E7C-9EB7-2CCC-2482-B881873024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05827" y="1486880"/>
                  <a:ext cx="4248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154F075-C671-BAE8-A354-27EA89091528}"/>
                    </a:ext>
                  </a:extLst>
                </p14:cNvPr>
                <p14:cNvContentPartPr/>
                <p14:nvPr/>
              </p14:nvContentPartPr>
              <p14:xfrm>
                <a:off x="1544267" y="1823120"/>
                <a:ext cx="283320" cy="481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154F075-C671-BAE8-A354-27EA890915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39947" y="1818800"/>
                  <a:ext cx="2919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F9B71E9-BD58-DB93-B413-D7DFC47949AD}"/>
                    </a:ext>
                  </a:extLst>
                </p14:cNvPr>
                <p14:cNvContentPartPr/>
                <p14:nvPr/>
              </p14:nvContentPartPr>
              <p14:xfrm>
                <a:off x="1239707" y="2190320"/>
                <a:ext cx="442440" cy="487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F9B71E9-BD58-DB93-B413-D7DFC47949A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235387" y="2186000"/>
                  <a:ext cx="451080" cy="49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2A542C6-6DD0-B0D3-5045-7BB80BF2BCC1}"/>
                  </a:ext>
                </a:extLst>
              </p14:cNvPr>
              <p14:cNvContentPartPr/>
              <p14:nvPr/>
            </p14:nvContentPartPr>
            <p14:xfrm>
              <a:off x="1992827" y="2714120"/>
              <a:ext cx="43920" cy="32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2A542C6-6DD0-B0D3-5045-7BB80BF2BCC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88507" y="2709800"/>
                <a:ext cx="525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D585839-926E-4BA1-51BB-6B922548A92D}"/>
                  </a:ext>
                </a:extLst>
              </p14:cNvPr>
              <p14:cNvContentPartPr/>
              <p14:nvPr/>
            </p14:nvContentPartPr>
            <p14:xfrm>
              <a:off x="2095787" y="2887280"/>
              <a:ext cx="9360" cy="403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D585839-926E-4BA1-51BB-6B922548A92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91467" y="2882960"/>
                <a:ext cx="18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EACAC26-045F-E6F1-4060-1E90F36B319C}"/>
                  </a:ext>
                </a:extLst>
              </p14:cNvPr>
              <p14:cNvContentPartPr/>
              <p14:nvPr/>
            </p14:nvContentPartPr>
            <p14:xfrm>
              <a:off x="2086067" y="3096440"/>
              <a:ext cx="33480" cy="96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EACAC26-045F-E6F1-4060-1E90F36B319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81747" y="3092120"/>
                <a:ext cx="4212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EA34350B-4C58-3D56-6784-180514354988}"/>
              </a:ext>
            </a:extLst>
          </p:cNvPr>
          <p:cNvGrpSpPr/>
          <p:nvPr/>
        </p:nvGrpSpPr>
        <p:grpSpPr>
          <a:xfrm>
            <a:off x="1901747" y="3314600"/>
            <a:ext cx="286920" cy="244080"/>
            <a:chOff x="1901747" y="3314600"/>
            <a:chExt cx="2869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4F04267-87C8-6F37-07AA-B5505A250D83}"/>
                    </a:ext>
                  </a:extLst>
                </p14:cNvPr>
                <p14:cNvContentPartPr/>
                <p14:nvPr/>
              </p14:nvContentPartPr>
              <p14:xfrm>
                <a:off x="2025227" y="3314600"/>
                <a:ext cx="34920" cy="72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4F04267-87C8-6F37-07AA-B5505A250D8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20907" y="3310280"/>
                  <a:ext cx="43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58C9D66-2B20-09E8-38FF-AF16A28DB5EA}"/>
                    </a:ext>
                  </a:extLst>
                </p14:cNvPr>
                <p14:cNvContentPartPr/>
                <p14:nvPr/>
              </p14:nvContentPartPr>
              <p14:xfrm>
                <a:off x="1978427" y="3431240"/>
                <a:ext cx="16920" cy="2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58C9D66-2B20-09E8-38FF-AF16A28DB5E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74107" y="3426920"/>
                  <a:ext cx="2556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8913BA3-67AB-8A99-A3CF-E45A6834AF9F}"/>
                    </a:ext>
                  </a:extLst>
                </p14:cNvPr>
                <p14:cNvContentPartPr/>
                <p14:nvPr/>
              </p14:nvContentPartPr>
              <p14:xfrm>
                <a:off x="1901747" y="3318200"/>
                <a:ext cx="286920" cy="240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8913BA3-67AB-8A99-A3CF-E45A6834AF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97427" y="3313880"/>
                  <a:ext cx="29556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4345D83-A797-4647-86A7-F50426E5CE8D}"/>
              </a:ext>
            </a:extLst>
          </p:cNvPr>
          <p:cNvGrpSpPr/>
          <p:nvPr/>
        </p:nvGrpSpPr>
        <p:grpSpPr>
          <a:xfrm>
            <a:off x="1037387" y="4056920"/>
            <a:ext cx="822240" cy="1418400"/>
            <a:chOff x="1037387" y="4056920"/>
            <a:chExt cx="822240" cy="14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F55D1B-6CC8-EA41-BD41-51989F333F16}"/>
                    </a:ext>
                  </a:extLst>
                </p14:cNvPr>
                <p14:cNvContentPartPr/>
                <p14:nvPr/>
              </p14:nvContentPartPr>
              <p14:xfrm>
                <a:off x="1407107" y="4056920"/>
                <a:ext cx="452520" cy="348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F55D1B-6CC8-EA41-BD41-51989F333F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02787" y="4052600"/>
                  <a:ext cx="4611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9895EEE-55DA-9BC9-F7EF-564386B64B23}"/>
                    </a:ext>
                  </a:extLst>
                </p14:cNvPr>
                <p14:cNvContentPartPr/>
                <p14:nvPr/>
              </p14:nvContentPartPr>
              <p14:xfrm>
                <a:off x="1351667" y="4431320"/>
                <a:ext cx="239400" cy="46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9895EEE-55DA-9BC9-F7EF-564386B64B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47347" y="4427000"/>
                  <a:ext cx="2480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313DA5-47EA-C31B-8755-D383D2EB79E4}"/>
                    </a:ext>
                  </a:extLst>
                </p14:cNvPr>
                <p14:cNvContentPartPr/>
                <p14:nvPr/>
              </p14:nvContentPartPr>
              <p14:xfrm>
                <a:off x="1037387" y="4922720"/>
                <a:ext cx="498240" cy="55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313DA5-47EA-C31B-8755-D383D2EB79E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3067" y="4918400"/>
                  <a:ext cx="506880" cy="56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093A455-976A-9627-C0BC-A68101F7A6B9}"/>
                  </a:ext>
                </a:extLst>
              </p14:cNvPr>
              <p14:cNvContentPartPr/>
              <p14:nvPr/>
            </p14:nvContentPartPr>
            <p14:xfrm>
              <a:off x="1677467" y="4091120"/>
              <a:ext cx="139680" cy="21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093A455-976A-9627-C0BC-A68101F7A6B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673147" y="4086800"/>
                <a:ext cx="1483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36FB1B2-9E5D-59C2-CD38-8697DBB394D2}"/>
                  </a:ext>
                </a:extLst>
              </p14:cNvPr>
              <p14:cNvContentPartPr/>
              <p14:nvPr/>
            </p14:nvContentPartPr>
            <p14:xfrm>
              <a:off x="1514027" y="2730320"/>
              <a:ext cx="131400" cy="7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36FB1B2-9E5D-59C2-CD38-8697DBB394D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509707" y="2726000"/>
                <a:ext cx="140040" cy="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BD47A715-7A0F-89C2-8957-DE4B9A47C292}"/>
              </a:ext>
            </a:extLst>
          </p:cNvPr>
          <p:cNvGrpSpPr/>
          <p:nvPr/>
        </p:nvGrpSpPr>
        <p:grpSpPr>
          <a:xfrm>
            <a:off x="7027427" y="1360160"/>
            <a:ext cx="1889280" cy="515880"/>
            <a:chOff x="7027427" y="1360160"/>
            <a:chExt cx="1889280" cy="51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A79ABC0-AC32-DBF1-DBF3-C91B0F9A6F95}"/>
                    </a:ext>
                  </a:extLst>
                </p14:cNvPr>
                <p14:cNvContentPartPr/>
                <p14:nvPr/>
              </p14:nvContentPartPr>
              <p14:xfrm>
                <a:off x="7027427" y="1608560"/>
                <a:ext cx="124200" cy="145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A79ABC0-AC32-DBF1-DBF3-C91B0F9A6F9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23107" y="1604240"/>
                  <a:ext cx="132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1A4C31A-A78A-F87D-CE35-85A5A8081F10}"/>
                    </a:ext>
                  </a:extLst>
                </p14:cNvPr>
                <p14:cNvContentPartPr/>
                <p14:nvPr/>
              </p14:nvContentPartPr>
              <p14:xfrm>
                <a:off x="7269707" y="1640960"/>
                <a:ext cx="20520" cy="70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1A4C31A-A78A-F87D-CE35-85A5A8081F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65387" y="1636640"/>
                  <a:ext cx="29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36C3C14-569B-3281-2690-D5B95DFDACBD}"/>
                    </a:ext>
                  </a:extLst>
                </p14:cNvPr>
                <p14:cNvContentPartPr/>
                <p14:nvPr/>
              </p14:nvContentPartPr>
              <p14:xfrm>
                <a:off x="7382027" y="1494800"/>
                <a:ext cx="7200" cy="1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36C3C14-569B-3281-2690-D5B95DFDAC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77707" y="1490480"/>
                  <a:ext cx="15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945C98-B196-459C-2EAD-D87B10FF30F1}"/>
                    </a:ext>
                  </a:extLst>
                </p14:cNvPr>
                <p14:cNvContentPartPr/>
                <p14:nvPr/>
              </p14:nvContentPartPr>
              <p14:xfrm>
                <a:off x="7463027" y="1412720"/>
                <a:ext cx="229680" cy="463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945C98-B196-459C-2EAD-D87B10FF30F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458707" y="1408400"/>
                  <a:ext cx="2383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CD0EEE7-A1E0-7BCC-2CED-89182F1701B9}"/>
                    </a:ext>
                  </a:extLst>
                </p14:cNvPr>
                <p14:cNvContentPartPr/>
                <p14:nvPr/>
              </p14:nvContentPartPr>
              <p14:xfrm>
                <a:off x="7427747" y="1703240"/>
                <a:ext cx="109440" cy="10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CD0EEE7-A1E0-7BCC-2CED-89182F1701B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23427" y="1698920"/>
                  <a:ext cx="118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76CCF1F-43E4-7014-25E8-BFDE24C95528}"/>
                    </a:ext>
                  </a:extLst>
                </p14:cNvPr>
                <p14:cNvContentPartPr/>
                <p14:nvPr/>
              </p14:nvContentPartPr>
              <p14:xfrm>
                <a:off x="7670387" y="1533320"/>
                <a:ext cx="45720" cy="221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76CCF1F-43E4-7014-25E8-BFDE24C9552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66067" y="1529000"/>
                  <a:ext cx="543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D1475C0-9CED-2558-3965-E1ABEF59ECDD}"/>
                    </a:ext>
                  </a:extLst>
                </p14:cNvPr>
                <p14:cNvContentPartPr/>
                <p14:nvPr/>
              </p14:nvContentPartPr>
              <p14:xfrm>
                <a:off x="7624307" y="1647800"/>
                <a:ext cx="196920" cy="6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D1475C0-9CED-2558-3965-E1ABEF59ECD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19987" y="1643480"/>
                  <a:ext cx="2055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EADDB35-383C-42D2-BC7E-7912BD3FB9B1}"/>
                    </a:ext>
                  </a:extLst>
                </p14:cNvPr>
                <p14:cNvContentPartPr/>
                <p14:nvPr/>
              </p14:nvContentPartPr>
              <p14:xfrm>
                <a:off x="7969547" y="1406960"/>
                <a:ext cx="228960" cy="429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EADDB35-383C-42D2-BC7E-7912BD3FB9B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65227" y="1402640"/>
                  <a:ext cx="2376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0F34CC8-BB66-E130-70A3-D403C9329BF1}"/>
                    </a:ext>
                  </a:extLst>
                </p14:cNvPr>
                <p14:cNvContentPartPr/>
                <p14:nvPr/>
              </p14:nvContentPartPr>
              <p14:xfrm>
                <a:off x="8131547" y="1374200"/>
                <a:ext cx="265680" cy="30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0F34CC8-BB66-E130-70A3-D403C9329BF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27227" y="1369880"/>
                  <a:ext cx="2743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CD2EE50-5AE1-A804-BD22-057B513FB2A3}"/>
                    </a:ext>
                  </a:extLst>
                </p14:cNvPr>
                <p14:cNvContentPartPr/>
                <p14:nvPr/>
              </p14:nvContentPartPr>
              <p14:xfrm>
                <a:off x="8396507" y="1571120"/>
                <a:ext cx="168840" cy="106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CD2EE50-5AE1-A804-BD22-057B513FB2A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92187" y="1566800"/>
                  <a:ext cx="1774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531BFDE-9AB6-8A76-395C-8831BAFC567C}"/>
                    </a:ext>
                  </a:extLst>
                </p14:cNvPr>
                <p14:cNvContentPartPr/>
                <p14:nvPr/>
              </p14:nvContentPartPr>
              <p14:xfrm>
                <a:off x="8631227" y="1360160"/>
                <a:ext cx="74880" cy="272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531BFDE-9AB6-8A76-395C-8831BAFC567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26907" y="1355840"/>
                  <a:ext cx="83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14183A9-E989-2398-15AC-C8F7BC1E84D8}"/>
                    </a:ext>
                  </a:extLst>
                </p14:cNvPr>
                <p14:cNvContentPartPr/>
                <p14:nvPr/>
              </p14:nvContentPartPr>
              <p14:xfrm>
                <a:off x="8573267" y="1541600"/>
                <a:ext cx="223200" cy="138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14183A9-E989-2398-15AC-C8F7BC1E84D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568947" y="1537280"/>
                  <a:ext cx="231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B14A381-9C3E-29C2-AFC4-0392C2E4F52E}"/>
                    </a:ext>
                  </a:extLst>
                </p14:cNvPr>
                <p14:cNvContentPartPr/>
                <p14:nvPr/>
              </p14:nvContentPartPr>
              <p14:xfrm>
                <a:off x="8814827" y="1679480"/>
                <a:ext cx="101880" cy="98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B14A381-9C3E-29C2-AFC4-0392C2E4F5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10507" y="1675160"/>
                  <a:ext cx="11052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8ACA8E8-A64F-21DE-9C9C-D488F975C013}"/>
                  </a:ext>
                </a:extLst>
              </p14:cNvPr>
              <p14:cNvContentPartPr/>
              <p14:nvPr/>
            </p14:nvContentPartPr>
            <p14:xfrm>
              <a:off x="9458147" y="1248920"/>
              <a:ext cx="184320" cy="541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8ACA8E8-A64F-21DE-9C9C-D488F975C01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453827" y="1244600"/>
                <a:ext cx="192960" cy="54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74401263-84B4-036C-4D66-C5C277AA1908}"/>
              </a:ext>
            </a:extLst>
          </p:cNvPr>
          <p:cNvGrpSpPr/>
          <p:nvPr/>
        </p:nvGrpSpPr>
        <p:grpSpPr>
          <a:xfrm>
            <a:off x="1752707" y="4425200"/>
            <a:ext cx="639000" cy="929880"/>
            <a:chOff x="1752707" y="4425200"/>
            <a:chExt cx="639000" cy="9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165AB95-F0F1-7FE3-41F6-DD4F1381F60D}"/>
                    </a:ext>
                  </a:extLst>
                </p14:cNvPr>
                <p14:cNvContentPartPr/>
                <p14:nvPr/>
              </p14:nvContentPartPr>
              <p14:xfrm>
                <a:off x="1752707" y="4425200"/>
                <a:ext cx="330120" cy="503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165AB95-F0F1-7FE3-41F6-DD4F1381F60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48387" y="4420880"/>
                  <a:ext cx="3387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A4B74A-8F29-FE60-2D3C-25BF0151BF9C}"/>
                    </a:ext>
                  </a:extLst>
                </p14:cNvPr>
                <p14:cNvContentPartPr/>
                <p14:nvPr/>
              </p14:nvContentPartPr>
              <p14:xfrm>
                <a:off x="1879067" y="4914800"/>
                <a:ext cx="512640" cy="440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A4B74A-8F29-FE60-2D3C-25BF0151BF9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74747" y="4910480"/>
                  <a:ext cx="521280" cy="44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7BBAECF-2356-5E6E-7ACF-48A7F8AF7EAF}"/>
              </a:ext>
            </a:extLst>
          </p:cNvPr>
          <p:cNvGrpSpPr/>
          <p:nvPr/>
        </p:nvGrpSpPr>
        <p:grpSpPr>
          <a:xfrm>
            <a:off x="1375067" y="1579400"/>
            <a:ext cx="1091160" cy="992880"/>
            <a:chOff x="1375067" y="1579400"/>
            <a:chExt cx="1091160" cy="9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9E950E-8364-8F1D-8B0C-634E6D0ABD7A}"/>
                    </a:ext>
                  </a:extLst>
                </p14:cNvPr>
                <p14:cNvContentPartPr/>
                <p14:nvPr/>
              </p14:nvContentPartPr>
              <p14:xfrm>
                <a:off x="1946747" y="1753280"/>
                <a:ext cx="258480" cy="556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29E950E-8364-8F1D-8B0C-634E6D0ABD7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42427" y="1748960"/>
                  <a:ext cx="26712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0E5A2AE-6116-4DE1-6217-3080A26B9E72}"/>
                    </a:ext>
                  </a:extLst>
                </p14:cNvPr>
                <p14:cNvContentPartPr/>
                <p14:nvPr/>
              </p14:nvContentPartPr>
              <p14:xfrm>
                <a:off x="2070587" y="2265200"/>
                <a:ext cx="395640" cy="300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0E5A2AE-6116-4DE1-6217-3080A26B9E7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66267" y="2260880"/>
                  <a:ext cx="404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90A5CAB-B3B5-0DF4-BB2B-00ABABAABE9B}"/>
                    </a:ext>
                  </a:extLst>
                </p14:cNvPr>
                <p14:cNvContentPartPr/>
                <p14:nvPr/>
              </p14:nvContentPartPr>
              <p14:xfrm>
                <a:off x="1733987" y="1603160"/>
                <a:ext cx="12240" cy="119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90A5CAB-B3B5-0DF4-BB2B-00ABABAABE9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29667" y="1598840"/>
                  <a:ext cx="208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1846D7D-84AD-B42D-5EAF-F25DC58A9EE9}"/>
                    </a:ext>
                  </a:extLst>
                </p14:cNvPr>
                <p14:cNvContentPartPr/>
                <p14:nvPr/>
              </p14:nvContentPartPr>
              <p14:xfrm>
                <a:off x="1810307" y="1579400"/>
                <a:ext cx="125280" cy="126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1846D7D-84AD-B42D-5EAF-F25DC58A9E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05987" y="1575080"/>
                  <a:ext cx="133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97387CD-4E36-548F-B904-951D0BCA9640}"/>
                    </a:ext>
                  </a:extLst>
                </p14:cNvPr>
                <p14:cNvContentPartPr/>
                <p14:nvPr/>
              </p14:nvContentPartPr>
              <p14:xfrm>
                <a:off x="1375067" y="2389760"/>
                <a:ext cx="12240" cy="159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97387CD-4E36-548F-B904-951D0BCA964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70747" y="2385440"/>
                  <a:ext cx="20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66F38EA-3867-47D3-0A91-BFAF3ECE5D04}"/>
                    </a:ext>
                  </a:extLst>
                </p14:cNvPr>
                <p14:cNvContentPartPr/>
                <p14:nvPr/>
              </p14:nvContentPartPr>
              <p14:xfrm>
                <a:off x="1466507" y="2347640"/>
                <a:ext cx="84960" cy="185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66F38EA-3867-47D3-0A91-BFAF3ECE5D0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62187" y="2343320"/>
                  <a:ext cx="936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3FA179D-4611-7D1B-F7C7-92E255AAB3E9}"/>
                    </a:ext>
                  </a:extLst>
                </p14:cNvPr>
                <p14:cNvContentPartPr/>
                <p14:nvPr/>
              </p14:nvContentPartPr>
              <p14:xfrm>
                <a:off x="2186147" y="2323520"/>
                <a:ext cx="127440" cy="168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3FA179D-4611-7D1B-F7C7-92E255AAB3E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81827" y="2319200"/>
                  <a:ext cx="136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1EAB0E5-7DDB-1753-83ED-9A1BD8F63767}"/>
                    </a:ext>
                  </a:extLst>
                </p14:cNvPr>
                <p14:cNvContentPartPr/>
                <p14:nvPr/>
              </p14:nvContentPartPr>
              <p14:xfrm>
                <a:off x="2262107" y="2407760"/>
                <a:ext cx="27000" cy="164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1EAB0E5-7DDB-1753-83ED-9A1BD8F637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57787" y="2403440"/>
                  <a:ext cx="3564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DB078B6-D05D-E99F-6FF8-311F5017B1E0}"/>
                  </a:ext>
                </a:extLst>
              </p14:cNvPr>
              <p14:cNvContentPartPr/>
              <p14:nvPr/>
            </p14:nvContentPartPr>
            <p14:xfrm>
              <a:off x="1858187" y="1887200"/>
              <a:ext cx="8640" cy="1494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DB078B6-D05D-E99F-6FF8-311F5017B1E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853867" y="1882880"/>
                <a:ext cx="172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53E8235-D4CF-06A9-ABDE-0A2420948190}"/>
                  </a:ext>
                </a:extLst>
              </p14:cNvPr>
              <p14:cNvContentPartPr/>
              <p14:nvPr/>
            </p14:nvContentPartPr>
            <p14:xfrm>
              <a:off x="9169787" y="1427480"/>
              <a:ext cx="61200" cy="3096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53E8235-D4CF-06A9-ABDE-0A242094819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165467" y="1423160"/>
                <a:ext cx="6984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B0B909B-4CF2-5AC9-96FB-785D7706727F}"/>
              </a:ext>
            </a:extLst>
          </p:cNvPr>
          <p:cNvGrpSpPr/>
          <p:nvPr/>
        </p:nvGrpSpPr>
        <p:grpSpPr>
          <a:xfrm>
            <a:off x="1566227" y="4153760"/>
            <a:ext cx="182520" cy="177480"/>
            <a:chOff x="1566227" y="4153760"/>
            <a:chExt cx="182520" cy="1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B4056DE-A460-1613-4037-3AE6BC4FC0F6}"/>
                    </a:ext>
                  </a:extLst>
                </p14:cNvPr>
                <p14:cNvContentPartPr/>
                <p14:nvPr/>
              </p14:nvContentPartPr>
              <p14:xfrm>
                <a:off x="1566227" y="4157720"/>
                <a:ext cx="18360" cy="139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B4056DE-A460-1613-4037-3AE6BC4FC0F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561907" y="4153400"/>
                  <a:ext cx="27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5E01100-53AC-ABCB-1277-F63F118229AD}"/>
                    </a:ext>
                  </a:extLst>
                </p14:cNvPr>
                <p14:cNvContentPartPr/>
                <p14:nvPr/>
              </p14:nvContentPartPr>
              <p14:xfrm>
                <a:off x="1646507" y="4153760"/>
                <a:ext cx="102240" cy="177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5E01100-53AC-ABCB-1277-F63F118229A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42187" y="4149080"/>
                  <a:ext cx="1108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4E91E8E-D83A-D935-1466-F4450016E12E}"/>
              </a:ext>
            </a:extLst>
          </p:cNvPr>
          <p:cNvGrpSpPr/>
          <p:nvPr/>
        </p:nvGrpSpPr>
        <p:grpSpPr>
          <a:xfrm>
            <a:off x="1161947" y="5085440"/>
            <a:ext cx="205200" cy="179640"/>
            <a:chOff x="1161947" y="5085440"/>
            <a:chExt cx="205200" cy="17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76D8AF5-0C4B-C46C-CBCE-A177E65C6D16}"/>
                    </a:ext>
                  </a:extLst>
                </p14:cNvPr>
                <p14:cNvContentPartPr/>
                <p14:nvPr/>
              </p14:nvContentPartPr>
              <p14:xfrm>
                <a:off x="1161947" y="5126120"/>
                <a:ext cx="26640" cy="138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76D8AF5-0C4B-C46C-CBCE-A177E65C6D1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57627" y="5121800"/>
                  <a:ext cx="35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7DE1D0B-4017-88D4-5F4A-A77E74D656B2}"/>
                    </a:ext>
                  </a:extLst>
                </p14:cNvPr>
                <p14:cNvContentPartPr/>
                <p14:nvPr/>
              </p14:nvContentPartPr>
              <p14:xfrm>
                <a:off x="1287947" y="5085440"/>
                <a:ext cx="79200" cy="143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7DE1D0B-4017-88D4-5F4A-A77E74D656B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83627" y="5081120"/>
                  <a:ext cx="8784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5BB1865-9E62-A372-1880-6E6FF6880028}"/>
              </a:ext>
            </a:extLst>
          </p:cNvPr>
          <p:cNvGrpSpPr/>
          <p:nvPr/>
        </p:nvGrpSpPr>
        <p:grpSpPr>
          <a:xfrm>
            <a:off x="2052587" y="5135840"/>
            <a:ext cx="141480" cy="240840"/>
            <a:chOff x="2052587" y="5135840"/>
            <a:chExt cx="14148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68F1B29-DAAF-3264-4768-2E5A77201B3F}"/>
                    </a:ext>
                  </a:extLst>
                </p14:cNvPr>
                <p14:cNvContentPartPr/>
                <p14:nvPr/>
              </p14:nvContentPartPr>
              <p14:xfrm>
                <a:off x="2052587" y="5135840"/>
                <a:ext cx="141480" cy="112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68F1B29-DAAF-3264-4768-2E5A77201B3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048267" y="5131520"/>
                  <a:ext cx="150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1991CDE-FEFE-4A35-472F-344296A63B67}"/>
                    </a:ext>
                  </a:extLst>
                </p14:cNvPr>
                <p14:cNvContentPartPr/>
                <p14:nvPr/>
              </p14:nvContentPartPr>
              <p14:xfrm>
                <a:off x="2067347" y="5166440"/>
                <a:ext cx="77040" cy="210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1991CDE-FEFE-4A35-472F-344296A63B6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63027" y="5162120"/>
                  <a:ext cx="85680" cy="218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3352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74843-7726-1C19-537C-A8C2931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059D163-DA86-F7BE-CE53-1D4F12016AAE}"/>
              </a:ext>
            </a:extLst>
          </p:cNvPr>
          <p:cNvGrpSpPr/>
          <p:nvPr/>
        </p:nvGrpSpPr>
        <p:grpSpPr>
          <a:xfrm>
            <a:off x="777107" y="215000"/>
            <a:ext cx="3929760" cy="634320"/>
            <a:chOff x="777107" y="215000"/>
            <a:chExt cx="3929760" cy="63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C2D81D4-ACC5-925A-BDC8-6A5A483E5F52}"/>
                    </a:ext>
                  </a:extLst>
                </p14:cNvPr>
                <p14:cNvContentPartPr/>
                <p14:nvPr/>
              </p14:nvContentPartPr>
              <p14:xfrm>
                <a:off x="1056467" y="428480"/>
                <a:ext cx="101520" cy="153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C2D81D4-ACC5-925A-BDC8-6A5A483E5F5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2147" y="424160"/>
                  <a:ext cx="110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F71CD77-21C7-40E8-EDA0-4967EFD25939}"/>
                    </a:ext>
                  </a:extLst>
                </p14:cNvPr>
                <p14:cNvContentPartPr/>
                <p14:nvPr/>
              </p14:nvContentPartPr>
              <p14:xfrm>
                <a:off x="1273547" y="454040"/>
                <a:ext cx="21960" cy="70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F71CD77-21C7-40E8-EDA0-4967EFD259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9227" y="449720"/>
                  <a:ext cx="30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69839A7-8986-2ECE-8FA2-B8D5C6EA7B46}"/>
                    </a:ext>
                  </a:extLst>
                </p14:cNvPr>
                <p14:cNvContentPartPr/>
                <p14:nvPr/>
              </p14:nvContentPartPr>
              <p14:xfrm>
                <a:off x="1306307" y="317960"/>
                <a:ext cx="1800" cy="32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69839A7-8986-2ECE-8FA2-B8D5C6EA7B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1987" y="313640"/>
                  <a:ext cx="10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31F68F-EEB0-9B2D-692F-A21791D49D9B}"/>
                    </a:ext>
                  </a:extLst>
                </p14:cNvPr>
                <p14:cNvContentPartPr/>
                <p14:nvPr/>
              </p14:nvContentPartPr>
              <p14:xfrm>
                <a:off x="1457147" y="249200"/>
                <a:ext cx="174600" cy="40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31F68F-EEB0-9B2D-692F-A21791D49D9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2827" y="244880"/>
                  <a:ext cx="1832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16A9BB-7AC8-3EA5-4D96-3C5163B5CDBB}"/>
                    </a:ext>
                  </a:extLst>
                </p14:cNvPr>
                <p14:cNvContentPartPr/>
                <p14:nvPr/>
              </p14:nvContentPartPr>
              <p14:xfrm>
                <a:off x="1408187" y="494000"/>
                <a:ext cx="101880" cy="13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16A9BB-7AC8-3EA5-4D96-3C5163B5CD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03867" y="489680"/>
                  <a:ext cx="110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7BA655-CA41-433D-A435-DF7BF37BA1B7}"/>
                    </a:ext>
                  </a:extLst>
                </p14:cNvPr>
                <p14:cNvContentPartPr/>
                <p14:nvPr/>
              </p14:nvContentPartPr>
              <p14:xfrm>
                <a:off x="1736867" y="282680"/>
                <a:ext cx="109800" cy="262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7BA655-CA41-433D-A435-DF7BF37BA1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32547" y="278360"/>
                  <a:ext cx="118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6DED90C-1539-4E54-308C-C9D4E7017347}"/>
                    </a:ext>
                  </a:extLst>
                </p14:cNvPr>
                <p14:cNvContentPartPr/>
                <p14:nvPr/>
              </p14:nvContentPartPr>
              <p14:xfrm>
                <a:off x="1642187" y="413000"/>
                <a:ext cx="282600" cy="30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6DED90C-1539-4E54-308C-C9D4E701734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37867" y="408680"/>
                  <a:ext cx="291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BAA3AC2-533F-F675-E61F-95B4FCC9F402}"/>
                    </a:ext>
                  </a:extLst>
                </p14:cNvPr>
                <p14:cNvContentPartPr/>
                <p14:nvPr/>
              </p14:nvContentPartPr>
              <p14:xfrm>
                <a:off x="777107" y="792800"/>
                <a:ext cx="1424160" cy="56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BAA3AC2-533F-F675-E61F-95B4FCC9F4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2787" y="788480"/>
                  <a:ext cx="1432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6FA2DE-7246-EDD5-4F15-0CC2F4DCF48B}"/>
                    </a:ext>
                  </a:extLst>
                </p14:cNvPr>
                <p14:cNvContentPartPr/>
                <p14:nvPr/>
              </p14:nvContentPartPr>
              <p14:xfrm>
                <a:off x="2701307" y="298880"/>
                <a:ext cx="255240" cy="232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6FA2DE-7246-EDD5-4F15-0CC2F4DCF48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96987" y="294560"/>
                  <a:ext cx="263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7BA1139-8F0C-9E8B-28EE-FF8D6944D337}"/>
                    </a:ext>
                  </a:extLst>
                </p14:cNvPr>
                <p14:cNvContentPartPr/>
                <p14:nvPr/>
              </p14:nvContentPartPr>
              <p14:xfrm>
                <a:off x="3039347" y="434600"/>
                <a:ext cx="18000" cy="277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7BA1139-8F0C-9E8B-28EE-FF8D6944D33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35027" y="430280"/>
                  <a:ext cx="266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184983F-CAC7-0527-6B6E-86C8B6AC0E55}"/>
                    </a:ext>
                  </a:extLst>
                </p14:cNvPr>
                <p14:cNvContentPartPr/>
                <p14:nvPr/>
              </p14:nvContentPartPr>
              <p14:xfrm>
                <a:off x="3070307" y="362960"/>
                <a:ext cx="110880" cy="129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184983F-CAC7-0527-6B6E-86C8B6AC0E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5987" y="358640"/>
                  <a:ext cx="119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454A36-2A97-4062-6C88-16EDD3B574AB}"/>
                    </a:ext>
                  </a:extLst>
                </p14:cNvPr>
                <p14:cNvContentPartPr/>
                <p14:nvPr/>
              </p14:nvContentPartPr>
              <p14:xfrm>
                <a:off x="3245987" y="353600"/>
                <a:ext cx="155160" cy="128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454A36-2A97-4062-6C88-16EDD3B574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41667" y="349280"/>
                  <a:ext cx="16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565D44-AD1B-1B2C-01F2-3B1126A17AFE}"/>
                    </a:ext>
                  </a:extLst>
                </p14:cNvPr>
                <p14:cNvContentPartPr/>
                <p14:nvPr/>
              </p14:nvContentPartPr>
              <p14:xfrm>
                <a:off x="3415907" y="353240"/>
                <a:ext cx="110880" cy="122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565D44-AD1B-1B2C-01F2-3B1126A17A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11587" y="348920"/>
                  <a:ext cx="119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12BE9F-D359-BA39-44C2-693C29BC39E0}"/>
                    </a:ext>
                  </a:extLst>
                </p14:cNvPr>
                <p14:cNvContentPartPr/>
                <p14:nvPr/>
              </p14:nvContentPartPr>
              <p14:xfrm>
                <a:off x="3566027" y="382760"/>
                <a:ext cx="234000" cy="83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12BE9F-D359-BA39-44C2-693C29BC39E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61707" y="378440"/>
                  <a:ext cx="242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03A075-08D1-4433-54C5-37DF2227A5F3}"/>
                    </a:ext>
                  </a:extLst>
                </p14:cNvPr>
                <p14:cNvContentPartPr/>
                <p14:nvPr/>
              </p14:nvContentPartPr>
              <p14:xfrm>
                <a:off x="3875987" y="215000"/>
                <a:ext cx="22680" cy="242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03A075-08D1-4433-54C5-37DF2227A5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71667" y="210680"/>
                  <a:ext cx="31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7BB8549-5FDD-B549-43CE-ADD731EA61C0}"/>
                    </a:ext>
                  </a:extLst>
                </p14:cNvPr>
                <p14:cNvContentPartPr/>
                <p14:nvPr/>
              </p14:nvContentPartPr>
              <p14:xfrm>
                <a:off x="3755387" y="350720"/>
                <a:ext cx="248040" cy="76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7BB8549-5FDD-B549-43CE-ADD731EA61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51067" y="346400"/>
                  <a:ext cx="256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AA2E42-4EDA-B0A2-944D-5F783444AF99}"/>
                    </a:ext>
                  </a:extLst>
                </p14:cNvPr>
                <p14:cNvContentPartPr/>
                <p14:nvPr/>
              </p14:nvContentPartPr>
              <p14:xfrm>
                <a:off x="4005947" y="231560"/>
                <a:ext cx="41760" cy="4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AA2E42-4EDA-B0A2-944D-5F783444AF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01627" y="227240"/>
                  <a:ext cx="50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A359139-CCF4-1392-A824-EF1939D49FAF}"/>
                    </a:ext>
                  </a:extLst>
                </p14:cNvPr>
                <p14:cNvContentPartPr/>
                <p14:nvPr/>
              </p14:nvContentPartPr>
              <p14:xfrm>
                <a:off x="4070747" y="278000"/>
                <a:ext cx="152280" cy="121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A359139-CCF4-1392-A824-EF1939D49FA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66427" y="273680"/>
                  <a:ext cx="160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72AE20B-D139-AC11-07B2-1DDC24AE54D9}"/>
                    </a:ext>
                  </a:extLst>
                </p14:cNvPr>
                <p14:cNvContentPartPr/>
                <p14:nvPr/>
              </p14:nvContentPartPr>
              <p14:xfrm>
                <a:off x="4301507" y="274400"/>
                <a:ext cx="155880" cy="11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72AE20B-D139-AC11-07B2-1DDC24AE54D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97187" y="270080"/>
                  <a:ext cx="164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40663A-B6F0-C194-48F1-4F9375C5C83E}"/>
                    </a:ext>
                  </a:extLst>
                </p14:cNvPr>
                <p14:cNvContentPartPr/>
                <p14:nvPr/>
              </p14:nvContentPartPr>
              <p14:xfrm>
                <a:off x="2496107" y="672200"/>
                <a:ext cx="2210760" cy="157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40663A-B6F0-C194-48F1-4F9375C5C83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91787" y="667880"/>
                  <a:ext cx="221940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99D426E-7BDE-24E7-85D0-E169E6066867}"/>
                  </a:ext>
                </a:extLst>
              </p14:cNvPr>
              <p14:cNvContentPartPr/>
              <p14:nvPr/>
            </p14:nvContentPartPr>
            <p14:xfrm>
              <a:off x="1076267" y="2641040"/>
              <a:ext cx="2134800" cy="392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99D426E-7BDE-24E7-85D0-E169E606686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71947" y="2636720"/>
                <a:ext cx="2143440" cy="40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4DD1D86A-0EDC-E9AD-C6CF-3A7F180F906E}"/>
              </a:ext>
            </a:extLst>
          </p:cNvPr>
          <p:cNvGrpSpPr/>
          <p:nvPr/>
        </p:nvGrpSpPr>
        <p:grpSpPr>
          <a:xfrm>
            <a:off x="3710027" y="2601800"/>
            <a:ext cx="956160" cy="223200"/>
            <a:chOff x="3710027" y="2601800"/>
            <a:chExt cx="95616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83F60A9-876B-34AF-1A41-D1449E5C0067}"/>
                    </a:ext>
                  </a:extLst>
                </p14:cNvPr>
                <p14:cNvContentPartPr/>
                <p14:nvPr/>
              </p14:nvContentPartPr>
              <p14:xfrm>
                <a:off x="3710027" y="2697560"/>
                <a:ext cx="125640" cy="127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83F60A9-876B-34AF-1A41-D1449E5C00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05707" y="2693240"/>
                  <a:ext cx="134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D58758-67A1-BFD7-F877-E9BBF7AA693F}"/>
                    </a:ext>
                  </a:extLst>
                </p14:cNvPr>
                <p14:cNvContentPartPr/>
                <p14:nvPr/>
              </p14:nvContentPartPr>
              <p14:xfrm>
                <a:off x="3951587" y="2726360"/>
                <a:ext cx="24120" cy="74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D58758-67A1-BFD7-F877-E9BBF7AA693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47267" y="2722040"/>
                  <a:ext cx="32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A688AA-1C94-3149-F51A-51AC5376D8C9}"/>
                    </a:ext>
                  </a:extLst>
                </p14:cNvPr>
                <p14:cNvContentPartPr/>
                <p14:nvPr/>
              </p14:nvContentPartPr>
              <p14:xfrm>
                <a:off x="3968147" y="2601800"/>
                <a:ext cx="23040" cy="27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A688AA-1C94-3149-F51A-51AC5376D8C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63827" y="2597480"/>
                  <a:ext cx="31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619755E-D439-AFE1-91DD-5A03D85541F8}"/>
                    </a:ext>
                  </a:extLst>
                </p14:cNvPr>
                <p14:cNvContentPartPr/>
                <p14:nvPr/>
              </p14:nvContentPartPr>
              <p14:xfrm>
                <a:off x="4056347" y="2701880"/>
                <a:ext cx="119160" cy="90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619755E-D439-AFE1-91DD-5A03D85541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52027" y="2697560"/>
                  <a:ext cx="127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8D7186A-15B0-BBFB-5FEE-0C35E27AFC1B}"/>
                    </a:ext>
                  </a:extLst>
                </p14:cNvPr>
                <p14:cNvContentPartPr/>
                <p14:nvPr/>
              </p14:nvContentPartPr>
              <p14:xfrm>
                <a:off x="4281347" y="2671280"/>
                <a:ext cx="106560" cy="101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8D7186A-15B0-BBFB-5FEE-0C35E27AFC1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77027" y="2666960"/>
                  <a:ext cx="115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82C5D50-36EC-5613-DAED-231702A7249B}"/>
                    </a:ext>
                  </a:extLst>
                </p14:cNvPr>
                <p14:cNvContentPartPr/>
                <p14:nvPr/>
              </p14:nvContentPartPr>
              <p14:xfrm>
                <a:off x="4457747" y="2665160"/>
                <a:ext cx="208440" cy="13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82C5D50-36EC-5613-DAED-231702A724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53427" y="2660840"/>
                  <a:ext cx="2170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1B77D78-670F-55E8-02FF-0BA0DED9EDD9}"/>
              </a:ext>
            </a:extLst>
          </p:cNvPr>
          <p:cNvGrpSpPr/>
          <p:nvPr/>
        </p:nvGrpSpPr>
        <p:grpSpPr>
          <a:xfrm>
            <a:off x="1239707" y="1491200"/>
            <a:ext cx="786600" cy="1186560"/>
            <a:chOff x="1239707" y="1491200"/>
            <a:chExt cx="786600" cy="11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EF38410-4762-2E14-E35B-0A2C6B2DBE5F}"/>
                    </a:ext>
                  </a:extLst>
                </p14:cNvPr>
                <p14:cNvContentPartPr/>
                <p14:nvPr/>
              </p14:nvContentPartPr>
              <p14:xfrm>
                <a:off x="1610147" y="1491200"/>
                <a:ext cx="416160" cy="339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EF38410-4762-2E14-E35B-0A2C6B2DBE5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05827" y="1486880"/>
                  <a:ext cx="4248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A96D5CC-99F1-1481-24B0-854F120C2A39}"/>
                    </a:ext>
                  </a:extLst>
                </p14:cNvPr>
                <p14:cNvContentPartPr/>
                <p14:nvPr/>
              </p14:nvContentPartPr>
              <p14:xfrm>
                <a:off x="1544267" y="1823120"/>
                <a:ext cx="283320" cy="481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A96D5CC-99F1-1481-24B0-854F120C2A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39947" y="1818800"/>
                  <a:ext cx="2919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0C9ADD-DE5A-CE19-393D-DCB2FB82B9FD}"/>
                    </a:ext>
                  </a:extLst>
                </p14:cNvPr>
                <p14:cNvContentPartPr/>
                <p14:nvPr/>
              </p14:nvContentPartPr>
              <p14:xfrm>
                <a:off x="1239707" y="2190320"/>
                <a:ext cx="442440" cy="487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0C9ADD-DE5A-CE19-393D-DCB2FB82B9F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235387" y="2186000"/>
                  <a:ext cx="451080" cy="49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2D16B28-E79B-C426-D2B9-C3C3916770BE}"/>
                  </a:ext>
                </a:extLst>
              </p14:cNvPr>
              <p14:cNvContentPartPr/>
              <p14:nvPr/>
            </p14:nvContentPartPr>
            <p14:xfrm>
              <a:off x="1992827" y="2714120"/>
              <a:ext cx="43920" cy="32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2D16B28-E79B-C426-D2B9-C3C3916770B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88507" y="2709800"/>
                <a:ext cx="525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7C79431-734F-F9A9-E2EF-663D27A2766D}"/>
                  </a:ext>
                </a:extLst>
              </p14:cNvPr>
              <p14:cNvContentPartPr/>
              <p14:nvPr/>
            </p14:nvContentPartPr>
            <p14:xfrm>
              <a:off x="2095787" y="2887280"/>
              <a:ext cx="9360" cy="403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7C79431-734F-F9A9-E2EF-663D27A2766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91467" y="2882960"/>
                <a:ext cx="18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473AE1A-BC5F-785C-0B2F-73744EFA1C28}"/>
                  </a:ext>
                </a:extLst>
              </p14:cNvPr>
              <p14:cNvContentPartPr/>
              <p14:nvPr/>
            </p14:nvContentPartPr>
            <p14:xfrm>
              <a:off x="2086067" y="3096440"/>
              <a:ext cx="33480" cy="96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473AE1A-BC5F-785C-0B2F-73744EFA1C2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81747" y="3092120"/>
                <a:ext cx="4212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5143AE8-AEED-6B00-413A-007ABAE03B6A}"/>
              </a:ext>
            </a:extLst>
          </p:cNvPr>
          <p:cNvGrpSpPr/>
          <p:nvPr/>
        </p:nvGrpSpPr>
        <p:grpSpPr>
          <a:xfrm>
            <a:off x="1901747" y="3314600"/>
            <a:ext cx="286920" cy="244080"/>
            <a:chOff x="1901747" y="3314600"/>
            <a:chExt cx="2869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494478-50AD-4871-F1EC-3CBBC2DCC263}"/>
                    </a:ext>
                  </a:extLst>
                </p14:cNvPr>
                <p14:cNvContentPartPr/>
                <p14:nvPr/>
              </p14:nvContentPartPr>
              <p14:xfrm>
                <a:off x="2025227" y="3314600"/>
                <a:ext cx="34920" cy="72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4494478-50AD-4871-F1EC-3CBBC2DCC2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20907" y="3310280"/>
                  <a:ext cx="43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6402AD-EBFD-261D-C886-DFAE7FF0DA55}"/>
                    </a:ext>
                  </a:extLst>
                </p14:cNvPr>
                <p14:cNvContentPartPr/>
                <p14:nvPr/>
              </p14:nvContentPartPr>
              <p14:xfrm>
                <a:off x="1978427" y="3431240"/>
                <a:ext cx="16920" cy="2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06402AD-EBFD-261D-C886-DFAE7FF0DA5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74107" y="3426920"/>
                  <a:ext cx="2556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9FC07D8-0671-DBC9-4FBD-E3394E2BAD4D}"/>
                    </a:ext>
                  </a:extLst>
                </p14:cNvPr>
                <p14:cNvContentPartPr/>
                <p14:nvPr/>
              </p14:nvContentPartPr>
              <p14:xfrm>
                <a:off x="1901747" y="3318200"/>
                <a:ext cx="286920" cy="240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9FC07D8-0671-DBC9-4FBD-E3394E2BAD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97427" y="3313880"/>
                  <a:ext cx="29556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2C6EA3A-FC6C-F94E-927C-EB51291691C1}"/>
              </a:ext>
            </a:extLst>
          </p:cNvPr>
          <p:cNvGrpSpPr/>
          <p:nvPr/>
        </p:nvGrpSpPr>
        <p:grpSpPr>
          <a:xfrm>
            <a:off x="1037387" y="4056920"/>
            <a:ext cx="822240" cy="1418400"/>
            <a:chOff x="1037387" y="4056920"/>
            <a:chExt cx="822240" cy="14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752E11C-B7CA-F12E-1128-99EF32B1D7A1}"/>
                    </a:ext>
                  </a:extLst>
                </p14:cNvPr>
                <p14:cNvContentPartPr/>
                <p14:nvPr/>
              </p14:nvContentPartPr>
              <p14:xfrm>
                <a:off x="1407107" y="4056920"/>
                <a:ext cx="452520" cy="348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752E11C-B7CA-F12E-1128-99EF32B1D7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02787" y="4052600"/>
                  <a:ext cx="4611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D01365-715E-3B68-BB90-4978E4B6696E}"/>
                    </a:ext>
                  </a:extLst>
                </p14:cNvPr>
                <p14:cNvContentPartPr/>
                <p14:nvPr/>
              </p14:nvContentPartPr>
              <p14:xfrm>
                <a:off x="1351667" y="4431320"/>
                <a:ext cx="239400" cy="46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D01365-715E-3B68-BB90-4978E4B6696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47347" y="4427000"/>
                  <a:ext cx="2480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1AE8F76-F109-F0C4-291C-9ED42959BC64}"/>
                    </a:ext>
                  </a:extLst>
                </p14:cNvPr>
                <p14:cNvContentPartPr/>
                <p14:nvPr/>
              </p14:nvContentPartPr>
              <p14:xfrm>
                <a:off x="1037387" y="4922720"/>
                <a:ext cx="498240" cy="55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1AE8F76-F109-F0C4-291C-9ED42959BC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3067" y="4918400"/>
                  <a:ext cx="506880" cy="56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97F610A-53E2-03CF-B1F1-29C41BEC0B5B}"/>
                  </a:ext>
                </a:extLst>
              </p14:cNvPr>
              <p14:cNvContentPartPr/>
              <p14:nvPr/>
            </p14:nvContentPartPr>
            <p14:xfrm>
              <a:off x="1677467" y="4091120"/>
              <a:ext cx="139680" cy="21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97F610A-53E2-03CF-B1F1-29C41BEC0B5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673147" y="4086800"/>
                <a:ext cx="1483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E36C8EE-3CD4-BB5A-3B13-560DF6DFE7B2}"/>
                  </a:ext>
                </a:extLst>
              </p14:cNvPr>
              <p14:cNvContentPartPr/>
              <p14:nvPr/>
            </p14:nvContentPartPr>
            <p14:xfrm>
              <a:off x="1514027" y="2730320"/>
              <a:ext cx="131400" cy="7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E36C8EE-3CD4-BB5A-3B13-560DF6DFE7B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509707" y="2726000"/>
                <a:ext cx="140040" cy="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D46382A6-1C09-F1B5-EA84-B16DE9F4058D}"/>
              </a:ext>
            </a:extLst>
          </p:cNvPr>
          <p:cNvGrpSpPr/>
          <p:nvPr/>
        </p:nvGrpSpPr>
        <p:grpSpPr>
          <a:xfrm>
            <a:off x="7027427" y="1360160"/>
            <a:ext cx="1889280" cy="515880"/>
            <a:chOff x="7027427" y="1360160"/>
            <a:chExt cx="1889280" cy="51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FB5F9F7-FB21-2BB8-0822-6CD3E8A2BB72}"/>
                    </a:ext>
                  </a:extLst>
                </p14:cNvPr>
                <p14:cNvContentPartPr/>
                <p14:nvPr/>
              </p14:nvContentPartPr>
              <p14:xfrm>
                <a:off x="7027427" y="1608560"/>
                <a:ext cx="124200" cy="145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FB5F9F7-FB21-2BB8-0822-6CD3E8A2BB7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23107" y="1604240"/>
                  <a:ext cx="132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E436E9-CE8B-9BC4-E71D-C0761ED3F627}"/>
                    </a:ext>
                  </a:extLst>
                </p14:cNvPr>
                <p14:cNvContentPartPr/>
                <p14:nvPr/>
              </p14:nvContentPartPr>
              <p14:xfrm>
                <a:off x="7269707" y="1640960"/>
                <a:ext cx="20520" cy="70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E436E9-CE8B-9BC4-E71D-C0761ED3F62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65387" y="1636640"/>
                  <a:ext cx="29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9BC26E9-3854-3D07-CFDC-3688EE1B305F}"/>
                    </a:ext>
                  </a:extLst>
                </p14:cNvPr>
                <p14:cNvContentPartPr/>
                <p14:nvPr/>
              </p14:nvContentPartPr>
              <p14:xfrm>
                <a:off x="7382027" y="1494800"/>
                <a:ext cx="7200" cy="1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9BC26E9-3854-3D07-CFDC-3688EE1B30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77707" y="1490480"/>
                  <a:ext cx="15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765048-3CE5-7C6E-7FA9-93A0C0E31C59}"/>
                    </a:ext>
                  </a:extLst>
                </p14:cNvPr>
                <p14:cNvContentPartPr/>
                <p14:nvPr/>
              </p14:nvContentPartPr>
              <p14:xfrm>
                <a:off x="7463027" y="1412720"/>
                <a:ext cx="229680" cy="463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765048-3CE5-7C6E-7FA9-93A0C0E31C5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458707" y="1408400"/>
                  <a:ext cx="2383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4B5BA89-459D-814D-E369-9F5AF6B36891}"/>
                    </a:ext>
                  </a:extLst>
                </p14:cNvPr>
                <p14:cNvContentPartPr/>
                <p14:nvPr/>
              </p14:nvContentPartPr>
              <p14:xfrm>
                <a:off x="7427747" y="1703240"/>
                <a:ext cx="109440" cy="10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4B5BA89-459D-814D-E369-9F5AF6B3689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23427" y="1698920"/>
                  <a:ext cx="118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0422EDB-E623-6751-3E4C-FCB89974E9DC}"/>
                    </a:ext>
                  </a:extLst>
                </p14:cNvPr>
                <p14:cNvContentPartPr/>
                <p14:nvPr/>
              </p14:nvContentPartPr>
              <p14:xfrm>
                <a:off x="7670387" y="1533320"/>
                <a:ext cx="45720" cy="221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0422EDB-E623-6751-3E4C-FCB89974E9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66067" y="1529000"/>
                  <a:ext cx="543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42BCC10-790C-924B-5A6F-0495C4C96574}"/>
                    </a:ext>
                  </a:extLst>
                </p14:cNvPr>
                <p14:cNvContentPartPr/>
                <p14:nvPr/>
              </p14:nvContentPartPr>
              <p14:xfrm>
                <a:off x="7624307" y="1647800"/>
                <a:ext cx="196920" cy="6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42BCC10-790C-924B-5A6F-0495C4C965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19987" y="1643480"/>
                  <a:ext cx="2055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A0C4037-7D94-3047-54DB-5B0AF7782D1D}"/>
                    </a:ext>
                  </a:extLst>
                </p14:cNvPr>
                <p14:cNvContentPartPr/>
                <p14:nvPr/>
              </p14:nvContentPartPr>
              <p14:xfrm>
                <a:off x="7969547" y="1406960"/>
                <a:ext cx="228960" cy="429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A0C4037-7D94-3047-54DB-5B0AF7782D1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65227" y="1402640"/>
                  <a:ext cx="2376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7638AC7-C4F7-4751-B5B4-3E85686375F6}"/>
                    </a:ext>
                  </a:extLst>
                </p14:cNvPr>
                <p14:cNvContentPartPr/>
                <p14:nvPr/>
              </p14:nvContentPartPr>
              <p14:xfrm>
                <a:off x="8131547" y="1374200"/>
                <a:ext cx="265680" cy="30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7638AC7-C4F7-4751-B5B4-3E85686375F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27227" y="1369880"/>
                  <a:ext cx="2743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DB2B0B6-7202-3506-34DA-FCBCA09C5931}"/>
                    </a:ext>
                  </a:extLst>
                </p14:cNvPr>
                <p14:cNvContentPartPr/>
                <p14:nvPr/>
              </p14:nvContentPartPr>
              <p14:xfrm>
                <a:off x="8396507" y="1571120"/>
                <a:ext cx="168840" cy="106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DB2B0B6-7202-3506-34DA-FCBCA09C593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92187" y="1566800"/>
                  <a:ext cx="1774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9B581CB-4941-14CF-3681-5392AEBF5E6C}"/>
                    </a:ext>
                  </a:extLst>
                </p14:cNvPr>
                <p14:cNvContentPartPr/>
                <p14:nvPr/>
              </p14:nvContentPartPr>
              <p14:xfrm>
                <a:off x="8631227" y="1360160"/>
                <a:ext cx="74880" cy="272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9B581CB-4941-14CF-3681-5392AEBF5E6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26907" y="1355840"/>
                  <a:ext cx="83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A89EC1-7A40-D761-AC3C-774ECFDB2332}"/>
                    </a:ext>
                  </a:extLst>
                </p14:cNvPr>
                <p14:cNvContentPartPr/>
                <p14:nvPr/>
              </p14:nvContentPartPr>
              <p14:xfrm>
                <a:off x="8573267" y="1541600"/>
                <a:ext cx="223200" cy="138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A89EC1-7A40-D761-AC3C-774ECFDB233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568947" y="1537280"/>
                  <a:ext cx="231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DF2C2DD-449B-C1BF-D249-94686BC0507D}"/>
                    </a:ext>
                  </a:extLst>
                </p14:cNvPr>
                <p14:cNvContentPartPr/>
                <p14:nvPr/>
              </p14:nvContentPartPr>
              <p14:xfrm>
                <a:off x="8814827" y="1679480"/>
                <a:ext cx="101880" cy="98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DF2C2DD-449B-C1BF-D249-94686BC050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10507" y="1675160"/>
                  <a:ext cx="11052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BF40B1C-3A5D-AEAE-C5F2-C0AC575EBE10}"/>
                  </a:ext>
                </a:extLst>
              </p14:cNvPr>
              <p14:cNvContentPartPr/>
              <p14:nvPr/>
            </p14:nvContentPartPr>
            <p14:xfrm>
              <a:off x="9458147" y="1248920"/>
              <a:ext cx="184320" cy="541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BF40B1C-3A5D-AEAE-C5F2-C0AC575EBE1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453827" y="1244600"/>
                <a:ext cx="192960" cy="54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CD39BA24-4C18-9D9C-BBC0-A0FF2965AC86}"/>
              </a:ext>
            </a:extLst>
          </p:cNvPr>
          <p:cNvGrpSpPr/>
          <p:nvPr/>
        </p:nvGrpSpPr>
        <p:grpSpPr>
          <a:xfrm>
            <a:off x="1752707" y="4425200"/>
            <a:ext cx="639000" cy="929880"/>
            <a:chOff x="1752707" y="4425200"/>
            <a:chExt cx="639000" cy="9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5D4137-70AC-5312-62EE-86B99BDAA229}"/>
                    </a:ext>
                  </a:extLst>
                </p14:cNvPr>
                <p14:cNvContentPartPr/>
                <p14:nvPr/>
              </p14:nvContentPartPr>
              <p14:xfrm>
                <a:off x="1752707" y="4425200"/>
                <a:ext cx="330120" cy="503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5D4137-70AC-5312-62EE-86B99BDAA22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48387" y="4420880"/>
                  <a:ext cx="3387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4848C6-EF8A-3E6E-86CE-B88AC616C4DF}"/>
                    </a:ext>
                  </a:extLst>
                </p14:cNvPr>
                <p14:cNvContentPartPr/>
                <p14:nvPr/>
              </p14:nvContentPartPr>
              <p14:xfrm>
                <a:off x="1879067" y="4914800"/>
                <a:ext cx="512640" cy="440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4848C6-EF8A-3E6E-86CE-B88AC616C4D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74747" y="4910480"/>
                  <a:ext cx="521280" cy="44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CEA9B1F-2629-21C0-030F-88D171A31A37}"/>
              </a:ext>
            </a:extLst>
          </p:cNvPr>
          <p:cNvGrpSpPr/>
          <p:nvPr/>
        </p:nvGrpSpPr>
        <p:grpSpPr>
          <a:xfrm>
            <a:off x="1946747" y="1753280"/>
            <a:ext cx="519480" cy="812160"/>
            <a:chOff x="1946747" y="1753280"/>
            <a:chExt cx="519480" cy="81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230560-6B6F-EE16-82C9-A5EE4E3EF073}"/>
                    </a:ext>
                  </a:extLst>
                </p14:cNvPr>
                <p14:cNvContentPartPr/>
                <p14:nvPr/>
              </p14:nvContentPartPr>
              <p14:xfrm>
                <a:off x="1946747" y="1753280"/>
                <a:ext cx="258480" cy="556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230560-6B6F-EE16-82C9-A5EE4E3EF07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42427" y="1748960"/>
                  <a:ext cx="26712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825A30-B0A5-7CFA-1D48-7F0CBEA96AC1}"/>
                    </a:ext>
                  </a:extLst>
                </p14:cNvPr>
                <p14:cNvContentPartPr/>
                <p14:nvPr/>
              </p14:nvContentPartPr>
              <p14:xfrm>
                <a:off x="2070587" y="2265200"/>
                <a:ext cx="395640" cy="300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825A30-B0A5-7CFA-1D48-7F0CBEA96AC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66267" y="2260880"/>
                  <a:ext cx="404280" cy="30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AFCF1B1-F18C-CD56-051C-B13EAB7FBF0D}"/>
                  </a:ext>
                </a:extLst>
              </p14:cNvPr>
              <p14:cNvContentPartPr/>
              <p14:nvPr/>
            </p14:nvContentPartPr>
            <p14:xfrm>
              <a:off x="9147467" y="1427120"/>
              <a:ext cx="147240" cy="199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AFCF1B1-F18C-CD56-051C-B13EAB7FBF0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143147" y="1422800"/>
                <a:ext cx="1558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E047CD3-74A8-7650-06E2-97EAEF4CD1D6}"/>
                  </a:ext>
                </a:extLst>
              </p14:cNvPr>
              <p14:cNvContentPartPr/>
              <p14:nvPr/>
            </p14:nvContentPartPr>
            <p14:xfrm>
              <a:off x="1783667" y="1555280"/>
              <a:ext cx="60480" cy="171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E047CD3-74A8-7650-06E2-97EAEF4CD1D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779347" y="1550960"/>
                <a:ext cx="6912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3237916E-0A4B-5B9D-9DB3-18F2BA9E48FA}"/>
              </a:ext>
            </a:extLst>
          </p:cNvPr>
          <p:cNvGrpSpPr/>
          <p:nvPr/>
        </p:nvGrpSpPr>
        <p:grpSpPr>
          <a:xfrm>
            <a:off x="1355267" y="2399120"/>
            <a:ext cx="212040" cy="164520"/>
            <a:chOff x="1355267" y="2399120"/>
            <a:chExt cx="212040" cy="1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3FDF6E5-0DF2-0D2B-6CA0-8DEF639453BE}"/>
                    </a:ext>
                  </a:extLst>
                </p14:cNvPr>
                <p14:cNvContentPartPr/>
                <p14:nvPr/>
              </p14:nvContentPartPr>
              <p14:xfrm>
                <a:off x="1355267" y="2446280"/>
                <a:ext cx="5760" cy="11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3FDF6E5-0DF2-0D2B-6CA0-8DEF639453B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50947" y="2441960"/>
                  <a:ext cx="14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D136AED-D253-F021-329B-9A869004B2C0}"/>
                    </a:ext>
                  </a:extLst>
                </p14:cNvPr>
                <p14:cNvContentPartPr/>
                <p14:nvPr/>
              </p14:nvContentPartPr>
              <p14:xfrm>
                <a:off x="1453907" y="2399120"/>
                <a:ext cx="113400" cy="126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D136AED-D253-F021-329B-9A869004B2C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49587" y="2394800"/>
                  <a:ext cx="1220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BCCD678-C707-6FBA-4E45-1A9DF957D38B}"/>
              </a:ext>
            </a:extLst>
          </p:cNvPr>
          <p:cNvGrpSpPr/>
          <p:nvPr/>
        </p:nvGrpSpPr>
        <p:grpSpPr>
          <a:xfrm>
            <a:off x="2176427" y="2314520"/>
            <a:ext cx="178200" cy="191880"/>
            <a:chOff x="2176427" y="2314520"/>
            <a:chExt cx="17820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ACFCEB6-CA1A-2FF5-C423-809CB7AB9121}"/>
                    </a:ext>
                  </a:extLst>
                </p14:cNvPr>
                <p14:cNvContentPartPr/>
                <p14:nvPr/>
              </p14:nvContentPartPr>
              <p14:xfrm>
                <a:off x="2176427" y="2341160"/>
                <a:ext cx="97560" cy="165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ACFCEB6-CA1A-2FF5-C423-809CB7AB912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72107" y="2336840"/>
                  <a:ext cx="106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831D50-1F22-1D11-CC9B-8B7D171D2750}"/>
                    </a:ext>
                  </a:extLst>
                </p14:cNvPr>
                <p14:cNvContentPartPr/>
                <p14:nvPr/>
              </p14:nvContentPartPr>
              <p14:xfrm>
                <a:off x="2237987" y="2314520"/>
                <a:ext cx="116640" cy="21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831D50-1F22-1D11-CC9B-8B7D171D275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33667" y="2310200"/>
                  <a:ext cx="1252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BCE9EF8-8684-0680-D83F-27D59FCBBCCA}"/>
                  </a:ext>
                </a:extLst>
              </p14:cNvPr>
              <p14:cNvContentPartPr/>
              <p14:nvPr/>
            </p14:nvContentPartPr>
            <p14:xfrm>
              <a:off x="1858907" y="1969640"/>
              <a:ext cx="67320" cy="123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BCE9EF8-8684-0680-D83F-27D59FCBBCC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854587" y="1965320"/>
                <a:ext cx="759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248B3F0-765B-2E13-94F8-9EA79EDE1974}"/>
                  </a:ext>
                </a:extLst>
              </p14:cNvPr>
              <p14:cNvContentPartPr/>
              <p14:nvPr/>
            </p14:nvContentPartPr>
            <p14:xfrm>
              <a:off x="1587107" y="4523840"/>
              <a:ext cx="78120" cy="106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248B3F0-765B-2E13-94F8-9EA79EDE197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582787" y="4519520"/>
                <a:ext cx="8676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455FD39F-6E7E-97FD-856E-F7541421CC1A}"/>
              </a:ext>
            </a:extLst>
          </p:cNvPr>
          <p:cNvGrpSpPr/>
          <p:nvPr/>
        </p:nvGrpSpPr>
        <p:grpSpPr>
          <a:xfrm>
            <a:off x="1556507" y="4144400"/>
            <a:ext cx="156240" cy="150120"/>
            <a:chOff x="1556507" y="4144400"/>
            <a:chExt cx="15624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EDB2D1A-A332-ACDB-0031-5160D894293D}"/>
                    </a:ext>
                  </a:extLst>
                </p14:cNvPr>
                <p14:cNvContentPartPr/>
                <p14:nvPr/>
              </p14:nvContentPartPr>
              <p14:xfrm>
                <a:off x="1556507" y="4144400"/>
                <a:ext cx="11160" cy="150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EDB2D1A-A332-ACDB-0031-5160D894293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552187" y="4140080"/>
                  <a:ext cx="19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2E61D21-4270-436E-09D7-EAF693FA6BA5}"/>
                    </a:ext>
                  </a:extLst>
                </p14:cNvPr>
                <p14:cNvContentPartPr/>
                <p14:nvPr/>
              </p14:nvContentPartPr>
              <p14:xfrm>
                <a:off x="1608347" y="4161320"/>
                <a:ext cx="104400" cy="122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2E61D21-4270-436E-09D7-EAF693FA6BA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04027" y="4157000"/>
                  <a:ext cx="11304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3854B76-0DC1-FE10-5892-AD3ACA704BE1}"/>
                  </a:ext>
                </a:extLst>
              </p14:cNvPr>
              <p14:cNvContentPartPr/>
              <p14:nvPr/>
            </p14:nvContentPartPr>
            <p14:xfrm>
              <a:off x="1262747" y="5117120"/>
              <a:ext cx="24840" cy="175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3854B76-0DC1-FE10-5892-AD3ACA704BE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258427" y="5112800"/>
                <a:ext cx="33480" cy="18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AA927A04-17D2-152B-4576-68AA26314A7F}"/>
              </a:ext>
            </a:extLst>
          </p:cNvPr>
          <p:cNvGrpSpPr/>
          <p:nvPr/>
        </p:nvGrpSpPr>
        <p:grpSpPr>
          <a:xfrm>
            <a:off x="2088587" y="5089040"/>
            <a:ext cx="198720" cy="161640"/>
            <a:chOff x="2088587" y="5089040"/>
            <a:chExt cx="19872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5C1B4F7-477E-2DBE-28C7-F21644AF2A0A}"/>
                    </a:ext>
                  </a:extLst>
                </p14:cNvPr>
                <p14:cNvContentPartPr/>
                <p14:nvPr/>
              </p14:nvContentPartPr>
              <p14:xfrm>
                <a:off x="2088587" y="5101280"/>
                <a:ext cx="123840" cy="149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5C1B4F7-477E-2DBE-28C7-F21644AF2A0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84267" y="5096960"/>
                  <a:ext cx="132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2D5E7F8-27E0-BC47-37CA-74FFBCB60139}"/>
                    </a:ext>
                  </a:extLst>
                </p14:cNvPr>
                <p14:cNvContentPartPr/>
                <p14:nvPr/>
              </p14:nvContentPartPr>
              <p14:xfrm>
                <a:off x="2190107" y="5089040"/>
                <a:ext cx="97200" cy="16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2D5E7F8-27E0-BC47-37CA-74FFBCB6013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85787" y="5084720"/>
                  <a:ext cx="10584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06A9EE7-72FD-405D-2A24-DA5509F35FD1}"/>
                  </a:ext>
                </a:extLst>
              </p14:cNvPr>
              <p14:cNvContentPartPr/>
              <p14:nvPr/>
            </p14:nvContentPartPr>
            <p14:xfrm>
              <a:off x="1201187" y="5615720"/>
              <a:ext cx="12600" cy="1483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06A9EE7-72FD-405D-2A24-DA5509F35FD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96867" y="5611400"/>
                <a:ext cx="212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3FB0742-8460-5F86-5B03-319382E8B7B7}"/>
                  </a:ext>
                </a:extLst>
              </p14:cNvPr>
              <p14:cNvContentPartPr/>
              <p14:nvPr/>
            </p14:nvContentPartPr>
            <p14:xfrm>
              <a:off x="7220027" y="3221360"/>
              <a:ext cx="33480" cy="273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3FB0742-8460-5F86-5B03-319382E8B7B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215707" y="3217040"/>
                <a:ext cx="42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53A1DAA-E29B-C5DC-A0EB-17C8175BA100}"/>
                  </a:ext>
                </a:extLst>
              </p14:cNvPr>
              <p14:cNvContentPartPr/>
              <p14:nvPr/>
            </p14:nvContentPartPr>
            <p14:xfrm>
              <a:off x="7303907" y="3960440"/>
              <a:ext cx="23400" cy="1105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53A1DAA-E29B-C5DC-A0EB-17C8175BA10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299587" y="3956120"/>
                <a:ext cx="3204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DAC1C77-5EF7-E9F9-FA12-7AD667ED0D33}"/>
              </a:ext>
            </a:extLst>
          </p:cNvPr>
          <p:cNvGrpSpPr/>
          <p:nvPr/>
        </p:nvGrpSpPr>
        <p:grpSpPr>
          <a:xfrm>
            <a:off x="6196187" y="3393440"/>
            <a:ext cx="2045520" cy="1543680"/>
            <a:chOff x="6196187" y="3393440"/>
            <a:chExt cx="2045520" cy="154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51924AD-BDA9-8D31-0415-AEB88A785002}"/>
                    </a:ext>
                  </a:extLst>
                </p14:cNvPr>
                <p14:cNvContentPartPr/>
                <p14:nvPr/>
              </p14:nvContentPartPr>
              <p14:xfrm>
                <a:off x="6614147" y="3722840"/>
                <a:ext cx="482760" cy="675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51924AD-BDA9-8D31-0415-AEB88A7850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09827" y="3718520"/>
                  <a:ext cx="49140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5A9F794-6D8A-FBC0-C65C-ABBBBCF7119B}"/>
                    </a:ext>
                  </a:extLst>
                </p14:cNvPr>
                <p14:cNvContentPartPr/>
                <p14:nvPr/>
              </p14:nvContentPartPr>
              <p14:xfrm>
                <a:off x="6196187" y="4335560"/>
                <a:ext cx="615960" cy="516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5A9F794-6D8A-FBC0-C65C-ABBBBCF711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91867" y="4331240"/>
                  <a:ext cx="6246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99A9FD9-D6E5-5AB9-C090-0ED84C4F8147}"/>
                    </a:ext>
                  </a:extLst>
                </p14:cNvPr>
                <p14:cNvContentPartPr/>
                <p14:nvPr/>
              </p14:nvContentPartPr>
              <p14:xfrm>
                <a:off x="6438827" y="4545080"/>
                <a:ext cx="44640" cy="169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99A9FD9-D6E5-5AB9-C090-0ED84C4F814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34507" y="4540760"/>
                  <a:ext cx="53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7A1018E-037F-A9B3-37A6-C536C1B55D06}"/>
                    </a:ext>
                  </a:extLst>
                </p14:cNvPr>
                <p14:cNvContentPartPr/>
                <p14:nvPr/>
              </p14:nvContentPartPr>
              <p14:xfrm>
                <a:off x="6527027" y="4524200"/>
                <a:ext cx="131400" cy="149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7A1018E-037F-A9B3-37A6-C536C1B55D0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22707" y="4519880"/>
                  <a:ext cx="140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0DAB057-3448-23B9-BE82-078EDBF085A0}"/>
                    </a:ext>
                  </a:extLst>
                </p14:cNvPr>
                <p14:cNvContentPartPr/>
                <p14:nvPr/>
              </p14:nvContentPartPr>
              <p14:xfrm>
                <a:off x="7080707" y="3393440"/>
                <a:ext cx="544320" cy="410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0DAB057-3448-23B9-BE82-078EDBF085A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76387" y="3389120"/>
                  <a:ext cx="5529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1B65E1C-4112-C629-852C-F8B2BD155486}"/>
                    </a:ext>
                  </a:extLst>
                </p14:cNvPr>
                <p14:cNvContentPartPr/>
                <p14:nvPr/>
              </p14:nvContentPartPr>
              <p14:xfrm>
                <a:off x="7322987" y="3510080"/>
                <a:ext cx="24120" cy="201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1B65E1C-4112-C629-852C-F8B2BD15548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18667" y="3505760"/>
                  <a:ext cx="327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0F8592C-7C8C-BBBF-0641-F506E5780240}"/>
                    </a:ext>
                  </a:extLst>
                </p14:cNvPr>
                <p14:cNvContentPartPr/>
                <p14:nvPr/>
              </p14:nvContentPartPr>
              <p14:xfrm>
                <a:off x="7495067" y="3761720"/>
                <a:ext cx="295200" cy="614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0F8592C-7C8C-BBBF-0641-F506E578024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490747" y="3757400"/>
                  <a:ext cx="30384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68256A-DDB1-902A-3216-04BC8B7BF3DC}"/>
                    </a:ext>
                  </a:extLst>
                </p14:cNvPr>
                <p14:cNvContentPartPr/>
                <p14:nvPr/>
              </p14:nvContentPartPr>
              <p14:xfrm>
                <a:off x="7680107" y="4558400"/>
                <a:ext cx="236160" cy="145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68256A-DDB1-902A-3216-04BC8B7BF3D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675787" y="4554080"/>
                  <a:ext cx="2448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203FE85-8590-3CB1-6C2C-C5C3E20B3164}"/>
                    </a:ext>
                  </a:extLst>
                </p14:cNvPr>
                <p14:cNvContentPartPr/>
                <p14:nvPr/>
              </p14:nvContentPartPr>
              <p14:xfrm>
                <a:off x="7770107" y="4603760"/>
                <a:ext cx="73440" cy="186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203FE85-8590-3CB1-6C2C-C5C3E20B316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765787" y="4599440"/>
                  <a:ext cx="82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F16375A-F3F6-75F6-1AAE-6576DAF2F08C}"/>
                    </a:ext>
                  </a:extLst>
                </p14:cNvPr>
                <p14:cNvContentPartPr/>
                <p14:nvPr/>
              </p14:nvContentPartPr>
              <p14:xfrm>
                <a:off x="7511987" y="4362920"/>
                <a:ext cx="729720" cy="574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F16375A-F3F6-75F6-1AAE-6576DAF2F08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07667" y="4358600"/>
                  <a:ext cx="738360" cy="58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1F4269A-6090-570A-8CE5-D35691FE7C2A}"/>
                  </a:ext>
                </a:extLst>
              </p14:cNvPr>
              <p14:cNvContentPartPr/>
              <p14:nvPr/>
            </p14:nvContentPartPr>
            <p14:xfrm>
              <a:off x="6258467" y="4963760"/>
              <a:ext cx="125640" cy="1400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1F4269A-6090-570A-8CE5-D35691FE7C2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254147" y="4959440"/>
                <a:ext cx="134280" cy="14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AC8FBA2-870C-2916-EC4E-EFAC799C38A3}"/>
              </a:ext>
            </a:extLst>
          </p:cNvPr>
          <p:cNvGrpSpPr/>
          <p:nvPr/>
        </p:nvGrpSpPr>
        <p:grpSpPr>
          <a:xfrm>
            <a:off x="7653467" y="5062040"/>
            <a:ext cx="190800" cy="205560"/>
            <a:chOff x="7653467" y="5062040"/>
            <a:chExt cx="19080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3B687FA-C877-3C9B-4F56-03C4AED5E74C}"/>
                    </a:ext>
                  </a:extLst>
                </p14:cNvPr>
                <p14:cNvContentPartPr/>
                <p14:nvPr/>
              </p14:nvContentPartPr>
              <p14:xfrm>
                <a:off x="7653467" y="5062040"/>
                <a:ext cx="190800" cy="104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3B687FA-C877-3C9B-4F56-03C4AED5E74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49147" y="5057720"/>
                  <a:ext cx="199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8D5959D-45BE-92F0-72E9-31028E707DA1}"/>
                    </a:ext>
                  </a:extLst>
                </p14:cNvPr>
                <p14:cNvContentPartPr/>
                <p14:nvPr/>
              </p14:nvContentPartPr>
              <p14:xfrm>
                <a:off x="7722947" y="5122880"/>
                <a:ext cx="77760" cy="144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8D5959D-45BE-92F0-72E9-31028E707DA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718627" y="5118560"/>
                  <a:ext cx="8640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4AD4D33-108B-F835-F09F-A34057401127}"/>
              </a:ext>
            </a:extLst>
          </p:cNvPr>
          <p:cNvGrpSpPr/>
          <p:nvPr/>
        </p:nvGrpSpPr>
        <p:grpSpPr>
          <a:xfrm>
            <a:off x="8222627" y="3322880"/>
            <a:ext cx="739080" cy="1338480"/>
            <a:chOff x="8222627" y="3322880"/>
            <a:chExt cx="739080" cy="13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15578A8-7876-221D-C070-68925769E1AD}"/>
                    </a:ext>
                  </a:extLst>
                </p14:cNvPr>
                <p14:cNvContentPartPr/>
                <p14:nvPr/>
              </p14:nvContentPartPr>
              <p14:xfrm>
                <a:off x="8222627" y="3990320"/>
                <a:ext cx="75600" cy="34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15578A8-7876-221D-C070-68925769E1A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18307" y="3986000"/>
                  <a:ext cx="84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6AF69EB-7370-E388-E8F4-8EAC0CEFC54C}"/>
                    </a:ext>
                  </a:extLst>
                </p14:cNvPr>
                <p14:cNvContentPartPr/>
                <p14:nvPr/>
              </p14:nvContentPartPr>
              <p14:xfrm>
                <a:off x="8438627" y="3953600"/>
                <a:ext cx="73440" cy="2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6AF69EB-7370-E388-E8F4-8EAC0CEFC54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34307" y="3949280"/>
                  <a:ext cx="8208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DFD6BF7-AE9D-A884-4BF5-08046116D649}"/>
                    </a:ext>
                  </a:extLst>
                </p14:cNvPr>
                <p14:cNvContentPartPr/>
                <p14:nvPr/>
              </p14:nvContentPartPr>
              <p14:xfrm>
                <a:off x="8625827" y="3953600"/>
                <a:ext cx="7920" cy="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DFD6BF7-AE9D-A884-4BF5-08046116D64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621507" y="3949280"/>
                  <a:ext cx="16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7327E43-913D-3DC3-8D94-D51BE810F4DD}"/>
                    </a:ext>
                  </a:extLst>
                </p14:cNvPr>
                <p14:cNvContentPartPr/>
                <p14:nvPr/>
              </p14:nvContentPartPr>
              <p14:xfrm>
                <a:off x="8665787" y="3855680"/>
                <a:ext cx="137880" cy="189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7327E43-913D-3DC3-8D94-D51BE810F4D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61467" y="3851360"/>
                  <a:ext cx="1465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659FA89-A1E3-2000-FD4E-29F3EB502AEE}"/>
                    </a:ext>
                  </a:extLst>
                </p14:cNvPr>
                <p14:cNvContentPartPr/>
                <p14:nvPr/>
              </p14:nvContentPartPr>
              <p14:xfrm>
                <a:off x="8578307" y="3322880"/>
                <a:ext cx="383400" cy="1338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659FA89-A1E3-2000-FD4E-29F3EB502AE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73987" y="3318560"/>
                  <a:ext cx="392040" cy="134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EDAC17-849A-DF18-0F23-FD44632F5887}"/>
              </a:ext>
            </a:extLst>
          </p:cNvPr>
          <p:cNvGrpSpPr/>
          <p:nvPr/>
        </p:nvGrpSpPr>
        <p:grpSpPr>
          <a:xfrm>
            <a:off x="9476507" y="3190760"/>
            <a:ext cx="1893240" cy="1731600"/>
            <a:chOff x="9476507" y="3190760"/>
            <a:chExt cx="1893240" cy="17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D3CB9A2-5954-0CCE-2A5B-196266AA2284}"/>
                    </a:ext>
                  </a:extLst>
                </p14:cNvPr>
                <p14:cNvContentPartPr/>
                <p14:nvPr/>
              </p14:nvContentPartPr>
              <p14:xfrm>
                <a:off x="10131707" y="3409280"/>
                <a:ext cx="29880" cy="244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D3CB9A2-5954-0CCE-2A5B-196266AA228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27387" y="3404960"/>
                  <a:ext cx="385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9FA418B-B96E-83BA-AFC4-94EA38F5E833}"/>
                    </a:ext>
                  </a:extLst>
                </p14:cNvPr>
                <p14:cNvContentPartPr/>
                <p14:nvPr/>
              </p14:nvContentPartPr>
              <p14:xfrm>
                <a:off x="10368947" y="3392000"/>
                <a:ext cx="226440" cy="199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9FA418B-B96E-83BA-AFC4-94EA38F5E83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64627" y="3387680"/>
                  <a:ext cx="235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91CA82D-947F-B8B7-B416-90E9C4EF876E}"/>
                    </a:ext>
                  </a:extLst>
                </p14:cNvPr>
                <p14:cNvContentPartPr/>
                <p14:nvPr/>
              </p14:nvContentPartPr>
              <p14:xfrm>
                <a:off x="9671267" y="4563800"/>
                <a:ext cx="50760" cy="153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91CA82D-947F-B8B7-B416-90E9C4EF87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666947" y="4559480"/>
                  <a:ext cx="59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C2A749B-6A85-F77E-AED7-C8C05AFA4177}"/>
                    </a:ext>
                  </a:extLst>
                </p14:cNvPr>
                <p14:cNvContentPartPr/>
                <p14:nvPr/>
              </p14:nvContentPartPr>
              <p14:xfrm>
                <a:off x="9476507" y="4442480"/>
                <a:ext cx="497520" cy="442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C2A749B-6A85-F77E-AED7-C8C05AFA417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72187" y="4438160"/>
                  <a:ext cx="5061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2E2A50B-E1B4-D70E-661D-5EF595541CFF}"/>
                    </a:ext>
                  </a:extLst>
                </p14:cNvPr>
                <p14:cNvContentPartPr/>
                <p14:nvPr/>
              </p14:nvContentPartPr>
              <p14:xfrm>
                <a:off x="11043947" y="4521680"/>
                <a:ext cx="192600" cy="174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2E2A50B-E1B4-D70E-661D-5EF595541CF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039627" y="4517360"/>
                  <a:ext cx="201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295380F-5C2D-40B3-DE03-58EBAF9B60CA}"/>
                    </a:ext>
                  </a:extLst>
                </p14:cNvPr>
                <p14:cNvContentPartPr/>
                <p14:nvPr/>
              </p14:nvContentPartPr>
              <p14:xfrm>
                <a:off x="11128187" y="4627160"/>
                <a:ext cx="120600" cy="163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295380F-5C2D-40B3-DE03-58EBAF9B60C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123867" y="4622840"/>
                  <a:ext cx="129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A9B20CF-5CFA-D2E1-6A3D-F78F1D212D4A}"/>
                    </a:ext>
                  </a:extLst>
                </p14:cNvPr>
                <p14:cNvContentPartPr/>
                <p14:nvPr/>
              </p14:nvContentPartPr>
              <p14:xfrm>
                <a:off x="10717067" y="4383080"/>
                <a:ext cx="652680" cy="539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A9B20CF-5CFA-D2E1-6A3D-F78F1D212D4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712747" y="4378760"/>
                  <a:ext cx="66132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DFC42C1-D18C-7740-E8C7-0666F603E2F9}"/>
                    </a:ext>
                  </a:extLst>
                </p14:cNvPr>
                <p14:cNvContentPartPr/>
                <p14:nvPr/>
              </p14:nvContentPartPr>
              <p14:xfrm>
                <a:off x="9832907" y="3190760"/>
                <a:ext cx="878760" cy="720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DFC42C1-D18C-7740-E8C7-0666F603E2F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28587" y="3186440"/>
                  <a:ext cx="88740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49946D0-CD78-9AFD-510A-00DE2F808FAB}"/>
                    </a:ext>
                  </a:extLst>
                </p14:cNvPr>
                <p14:cNvContentPartPr/>
                <p14:nvPr/>
              </p14:nvContentPartPr>
              <p14:xfrm>
                <a:off x="9817427" y="3935600"/>
                <a:ext cx="250560" cy="561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49946D0-CD78-9AFD-510A-00DE2F808FA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13107" y="3931280"/>
                  <a:ext cx="25920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ECCAAA2-C8AB-3297-6BA4-5B162A371B47}"/>
                    </a:ext>
                  </a:extLst>
                </p14:cNvPr>
                <p14:cNvContentPartPr/>
                <p14:nvPr/>
              </p14:nvContentPartPr>
              <p14:xfrm>
                <a:off x="10505387" y="3801320"/>
                <a:ext cx="489960" cy="6634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ECCAAA2-C8AB-3297-6BA4-5B162A371B4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501067" y="3797000"/>
                  <a:ext cx="498600" cy="67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AF38BBA-1207-CA77-FF61-EF029BB47020}"/>
              </a:ext>
            </a:extLst>
          </p:cNvPr>
          <p:cNvGrpSpPr/>
          <p:nvPr/>
        </p:nvGrpSpPr>
        <p:grpSpPr>
          <a:xfrm>
            <a:off x="10158707" y="4084280"/>
            <a:ext cx="109440" cy="140760"/>
            <a:chOff x="10158707" y="4084280"/>
            <a:chExt cx="109440" cy="14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5C66F13-04A0-A9EB-DD6D-2B0D08C37A0F}"/>
                    </a:ext>
                  </a:extLst>
                </p14:cNvPr>
                <p14:cNvContentPartPr/>
                <p14:nvPr/>
              </p14:nvContentPartPr>
              <p14:xfrm>
                <a:off x="10223507" y="4084280"/>
                <a:ext cx="44640" cy="23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5C66F13-04A0-A9EB-DD6D-2B0D08C37A0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219187" y="4079960"/>
                  <a:ext cx="53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788D11F-29D3-9E27-4427-F98C66B45FCE}"/>
                    </a:ext>
                  </a:extLst>
                </p14:cNvPr>
                <p14:cNvContentPartPr/>
                <p14:nvPr/>
              </p14:nvContentPartPr>
              <p14:xfrm>
                <a:off x="10158707" y="4086800"/>
                <a:ext cx="109440" cy="138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788D11F-29D3-9E27-4427-F98C66B45FC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154387" y="4082480"/>
                  <a:ext cx="118080" cy="14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4083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3B5A7DA-3368-CD66-C5BA-2409E7E7DEC0}"/>
                  </a:ext>
                </a:extLst>
              </p14:cNvPr>
              <p14:cNvContentPartPr/>
              <p14:nvPr/>
            </p14:nvContentPartPr>
            <p14:xfrm>
              <a:off x="2659761" y="1964986"/>
              <a:ext cx="125280" cy="1418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3B5A7DA-3368-CD66-C5BA-2409E7E7DE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5441" y="1960666"/>
                <a:ext cx="133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40B3BE5C-2AF5-E8BE-08CE-1DD604B57450}"/>
                  </a:ext>
                </a:extLst>
              </p14:cNvPr>
              <p14:cNvContentPartPr/>
              <p14:nvPr/>
            </p14:nvContentPartPr>
            <p14:xfrm>
              <a:off x="2736801" y="1914586"/>
              <a:ext cx="135720" cy="32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40B3BE5C-2AF5-E8BE-08CE-1DD604B574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2481" y="1910266"/>
                <a:ext cx="14436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5690DC55-7081-E1CB-B2A9-AA455A443DAC}"/>
                  </a:ext>
                </a:extLst>
              </p14:cNvPr>
              <p14:cNvContentPartPr/>
              <p14:nvPr/>
            </p14:nvContentPartPr>
            <p14:xfrm>
              <a:off x="1985481" y="1066786"/>
              <a:ext cx="22680" cy="18144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5690DC55-7081-E1CB-B2A9-AA455A443D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7841" y="1049146"/>
                <a:ext cx="583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08146DB7-97BE-3D45-AF76-899E235FF8D2}"/>
                  </a:ext>
                </a:extLst>
              </p14:cNvPr>
              <p14:cNvContentPartPr/>
              <p14:nvPr/>
            </p14:nvContentPartPr>
            <p14:xfrm>
              <a:off x="2111841" y="1060666"/>
              <a:ext cx="135360" cy="1540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08146DB7-97BE-3D45-AF76-899E235FF8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94201" y="1043026"/>
                <a:ext cx="1710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A04BADA-869D-969A-18BC-D15319324BCA}"/>
                  </a:ext>
                </a:extLst>
              </p14:cNvPr>
              <p14:cNvContentPartPr/>
              <p14:nvPr/>
            </p14:nvContentPartPr>
            <p14:xfrm>
              <a:off x="1769481" y="962746"/>
              <a:ext cx="734760" cy="4928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A04BADA-869D-969A-18BC-D15319324B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51481" y="944746"/>
                <a:ext cx="770400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DF96A2B3-71FD-AE55-6774-F50597DDCE9E}"/>
                  </a:ext>
                </a:extLst>
              </p14:cNvPr>
              <p14:cNvContentPartPr/>
              <p14:nvPr/>
            </p14:nvContentPartPr>
            <p14:xfrm>
              <a:off x="1855521" y="1464586"/>
              <a:ext cx="255240" cy="2930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DF96A2B3-71FD-AE55-6774-F50597DDCE9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37881" y="1446946"/>
                <a:ext cx="2908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3638AB8F-FC35-35C8-3717-8015F11B8E05}"/>
                  </a:ext>
                </a:extLst>
              </p14:cNvPr>
              <p14:cNvContentPartPr/>
              <p14:nvPr/>
            </p14:nvContentPartPr>
            <p14:xfrm>
              <a:off x="1714761" y="1911706"/>
              <a:ext cx="30600" cy="1353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3638AB8F-FC35-35C8-3717-8015F11B8E0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96761" y="1893706"/>
                <a:ext cx="662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2E8ABA82-5D88-A13A-EE75-0809982C24EB}"/>
                  </a:ext>
                </a:extLst>
              </p14:cNvPr>
              <p14:cNvContentPartPr/>
              <p14:nvPr/>
            </p14:nvContentPartPr>
            <p14:xfrm>
              <a:off x="1607481" y="1823506"/>
              <a:ext cx="26280" cy="284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2E8ABA82-5D88-A13A-EE75-0809982C24E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89481" y="1805866"/>
                <a:ext cx="619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C0E68EA5-E950-8476-B245-B8B4D966423E}"/>
                  </a:ext>
                </a:extLst>
              </p14:cNvPr>
              <p14:cNvContentPartPr/>
              <p14:nvPr/>
            </p14:nvContentPartPr>
            <p14:xfrm>
              <a:off x="1828161" y="1885786"/>
              <a:ext cx="128160" cy="1382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C0E68EA5-E950-8476-B245-B8B4D966423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10521" y="1867786"/>
                <a:ext cx="1638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9501B48-A590-1005-E668-1CA976684495}"/>
                  </a:ext>
                </a:extLst>
              </p14:cNvPr>
              <p14:cNvContentPartPr/>
              <p14:nvPr/>
            </p14:nvContentPartPr>
            <p14:xfrm>
              <a:off x="1437201" y="1698586"/>
              <a:ext cx="726840" cy="4982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9501B48-A590-1005-E668-1CA97668449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19201" y="1680946"/>
                <a:ext cx="762480" cy="5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1057AAC9-A2B1-9A23-309E-F6963A34E327}"/>
                  </a:ext>
                </a:extLst>
              </p14:cNvPr>
              <p14:cNvContentPartPr/>
              <p14:nvPr/>
            </p14:nvContentPartPr>
            <p14:xfrm>
              <a:off x="2340081" y="1377106"/>
              <a:ext cx="309600" cy="4057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1057AAC9-A2B1-9A23-309E-F6963A34E32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22441" y="1359106"/>
                <a:ext cx="34524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81F00B6-3EA9-770F-AC33-6078AE6D214F}"/>
                  </a:ext>
                </a:extLst>
              </p14:cNvPr>
              <p14:cNvContentPartPr/>
              <p14:nvPr/>
            </p14:nvContentPartPr>
            <p14:xfrm>
              <a:off x="2659401" y="1898746"/>
              <a:ext cx="234720" cy="2246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81F00B6-3EA9-770F-AC33-6078AE6D214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41761" y="1881106"/>
                <a:ext cx="2703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0796B33-A3D3-1F35-3A90-02504E831EBC}"/>
                  </a:ext>
                </a:extLst>
              </p14:cNvPr>
              <p14:cNvContentPartPr/>
              <p14:nvPr/>
            </p14:nvContentPartPr>
            <p14:xfrm>
              <a:off x="2392281" y="1655746"/>
              <a:ext cx="854640" cy="7581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0796B33-A3D3-1F35-3A90-02504E831EB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74641" y="1638106"/>
                <a:ext cx="890280" cy="79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ABB9FB2-AA63-1DC3-8F89-9AA79B3F777E}"/>
                  </a:ext>
                </a:extLst>
              </p14:cNvPr>
              <p14:cNvContentPartPr/>
              <p14:nvPr/>
            </p14:nvContentPartPr>
            <p14:xfrm>
              <a:off x="1424961" y="2185306"/>
              <a:ext cx="253800" cy="4482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ABB9FB2-AA63-1DC3-8F89-9AA79B3F777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06961" y="2167666"/>
                <a:ext cx="28944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228FCD8-B6C7-B719-EFFC-4E833556D7E4}"/>
                  </a:ext>
                </a:extLst>
              </p14:cNvPr>
              <p14:cNvContentPartPr/>
              <p14:nvPr/>
            </p14:nvContentPartPr>
            <p14:xfrm>
              <a:off x="1104561" y="2811706"/>
              <a:ext cx="23040" cy="1317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228FCD8-B6C7-B719-EFFC-4E833556D7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86921" y="2793706"/>
                <a:ext cx="586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A32D7A9-B84E-2759-DED3-66F8B93C0AEA}"/>
                  </a:ext>
                </a:extLst>
              </p14:cNvPr>
              <p14:cNvContentPartPr/>
              <p14:nvPr/>
            </p14:nvContentPartPr>
            <p14:xfrm>
              <a:off x="944001" y="2602546"/>
              <a:ext cx="554040" cy="5616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A32D7A9-B84E-2759-DED3-66F8B93C0AE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6001" y="2584546"/>
                <a:ext cx="589680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7C66F57-DEAE-C17F-5771-A1C248E92951}"/>
                  </a:ext>
                </a:extLst>
              </p14:cNvPr>
              <p14:cNvContentPartPr/>
              <p14:nvPr/>
            </p14:nvContentPartPr>
            <p14:xfrm>
              <a:off x="1922121" y="2169466"/>
              <a:ext cx="259200" cy="5198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7C66F57-DEAE-C17F-5771-A1C248E9295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04121" y="2151826"/>
                <a:ext cx="294840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4AD4D706-D37B-79FC-C8F6-52CCD965490C}"/>
                  </a:ext>
                </a:extLst>
              </p14:cNvPr>
              <p14:cNvContentPartPr/>
              <p14:nvPr/>
            </p14:nvContentPartPr>
            <p14:xfrm>
              <a:off x="2043081" y="2825386"/>
              <a:ext cx="209520" cy="1638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4AD4D706-D37B-79FC-C8F6-52CCD965490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25441" y="2807386"/>
                <a:ext cx="2451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EEE0C30-1FD2-0ABB-049B-CEE52B290A01}"/>
                  </a:ext>
                </a:extLst>
              </p14:cNvPr>
              <p14:cNvContentPartPr/>
              <p14:nvPr/>
            </p14:nvContentPartPr>
            <p14:xfrm>
              <a:off x="2049201" y="2908906"/>
              <a:ext cx="97920" cy="235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EEE0C30-1FD2-0ABB-049B-CEE52B290A0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31201" y="2890906"/>
                <a:ext cx="13356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BEB5837-E80E-ED5A-53CE-13EF8398875F}"/>
                  </a:ext>
                </a:extLst>
              </p14:cNvPr>
              <p14:cNvContentPartPr/>
              <p14:nvPr/>
            </p14:nvContentPartPr>
            <p14:xfrm>
              <a:off x="1866681" y="2741506"/>
              <a:ext cx="638640" cy="4795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BEB5837-E80E-ED5A-53CE-13EF8398875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48681" y="2723866"/>
                <a:ext cx="674280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E1A7BE90-6FA2-C25A-E2D9-5DCF03418258}"/>
                  </a:ext>
                </a:extLst>
              </p14:cNvPr>
              <p14:cNvContentPartPr/>
              <p14:nvPr/>
            </p14:nvContentPartPr>
            <p14:xfrm>
              <a:off x="1089441" y="637306"/>
              <a:ext cx="165240" cy="1404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E1A7BE90-6FA2-C25A-E2D9-5DCF0341825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71441" y="619666"/>
                <a:ext cx="2008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561B6DB4-DF77-61C9-69F7-E0EBE8CC253A}"/>
                  </a:ext>
                </a:extLst>
              </p14:cNvPr>
              <p14:cNvContentPartPr/>
              <p14:nvPr/>
            </p14:nvContentPartPr>
            <p14:xfrm>
              <a:off x="1263321" y="632266"/>
              <a:ext cx="71640" cy="1108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561B6DB4-DF77-61C9-69F7-E0EBE8CC253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45321" y="614626"/>
                <a:ext cx="1072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70AAD4B3-8C4B-273C-CB24-0FA6615C38BF}"/>
                  </a:ext>
                </a:extLst>
              </p14:cNvPr>
              <p14:cNvContentPartPr/>
              <p14:nvPr/>
            </p14:nvContentPartPr>
            <p14:xfrm>
              <a:off x="1402641" y="638026"/>
              <a:ext cx="98280" cy="896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70AAD4B3-8C4B-273C-CB24-0FA6615C38B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384641" y="620026"/>
                <a:ext cx="13392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9162A13A-DE63-7B88-F909-87B42533ED21}"/>
                  </a:ext>
                </a:extLst>
              </p14:cNvPr>
              <p14:cNvContentPartPr/>
              <p14:nvPr/>
            </p14:nvContentPartPr>
            <p14:xfrm>
              <a:off x="1547361" y="508066"/>
              <a:ext cx="111240" cy="2030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9162A13A-DE63-7B88-F909-87B42533ED2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29721" y="490426"/>
                <a:ext cx="1468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D627DF33-DD50-A38E-8D37-9FDF01EE60D4}"/>
                  </a:ext>
                </a:extLst>
              </p14:cNvPr>
              <p14:cNvContentPartPr/>
              <p14:nvPr/>
            </p14:nvContentPartPr>
            <p14:xfrm>
              <a:off x="1525041" y="603106"/>
              <a:ext cx="134280" cy="50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D627DF33-DD50-A38E-8D37-9FDF01EE60D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07041" y="585106"/>
                <a:ext cx="169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4E4EA41E-CF65-BD7E-E3D5-00F2DF8F1756}"/>
                  </a:ext>
                </a:extLst>
              </p14:cNvPr>
              <p14:cNvContentPartPr/>
              <p14:nvPr/>
            </p14:nvContentPartPr>
            <p14:xfrm>
              <a:off x="1892241" y="480346"/>
              <a:ext cx="238680" cy="37332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4E4EA41E-CF65-BD7E-E3D5-00F2DF8F175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74601" y="462346"/>
                <a:ext cx="27432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E1A953AF-787F-814F-0B27-55624B50905E}"/>
                  </a:ext>
                </a:extLst>
              </p14:cNvPr>
              <p14:cNvContentPartPr/>
              <p14:nvPr/>
            </p14:nvContentPartPr>
            <p14:xfrm>
              <a:off x="1946961" y="784906"/>
              <a:ext cx="102960" cy="954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E1A953AF-787F-814F-0B27-55624B50905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29321" y="766906"/>
                <a:ext cx="1386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4B029B4E-A5CE-71F1-2E2F-F127FDBD6A45}"/>
                  </a:ext>
                </a:extLst>
              </p14:cNvPr>
              <p14:cNvContentPartPr/>
              <p14:nvPr/>
            </p14:nvContentPartPr>
            <p14:xfrm>
              <a:off x="2025441" y="788146"/>
              <a:ext cx="136440" cy="1612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4B029B4E-A5CE-71F1-2E2F-F127FDBD6A4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007441" y="770146"/>
                <a:ext cx="1720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EE61D893-3BC4-DE58-51E7-C8FA3E307C7E}"/>
                  </a:ext>
                </a:extLst>
              </p14:cNvPr>
              <p14:cNvContentPartPr/>
              <p14:nvPr/>
            </p14:nvContentPartPr>
            <p14:xfrm>
              <a:off x="2193561" y="1512466"/>
              <a:ext cx="97200" cy="1249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EE61D893-3BC4-DE58-51E7-C8FA3E307C7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89241" y="1508146"/>
                <a:ext cx="1058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AFF437BB-8130-EBB6-DACE-23819AFE3BC8}"/>
                  </a:ext>
                </a:extLst>
              </p14:cNvPr>
              <p14:cNvContentPartPr/>
              <p14:nvPr/>
            </p14:nvContentPartPr>
            <p14:xfrm>
              <a:off x="1718001" y="2293306"/>
              <a:ext cx="5040" cy="1040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AFF437BB-8130-EBB6-DACE-23819AFE3BC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713681" y="2288986"/>
                <a:ext cx="1368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32C2C6E-2F76-4A67-6C21-2870AA1DB291}"/>
                  </a:ext>
                </a:extLst>
              </p14:cNvPr>
              <p14:cNvContentPartPr/>
              <p14:nvPr/>
            </p14:nvContentPartPr>
            <p14:xfrm>
              <a:off x="2726361" y="2474026"/>
              <a:ext cx="129600" cy="1094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32C2C6E-2F76-4A67-6C21-2870AA1DB29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22041" y="2469706"/>
                <a:ext cx="1382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394573C6-5B0A-A86D-A11C-C95C96936634}"/>
                  </a:ext>
                </a:extLst>
              </p14:cNvPr>
              <p14:cNvContentPartPr/>
              <p14:nvPr/>
            </p14:nvContentPartPr>
            <p14:xfrm>
              <a:off x="1102041" y="3285106"/>
              <a:ext cx="114840" cy="1605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394573C6-5B0A-A86D-A11C-C95C9693663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97721" y="3280786"/>
                <a:ext cx="1234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A641F8C2-787C-147A-8D18-36B5F90203EA}"/>
                  </a:ext>
                </a:extLst>
              </p14:cNvPr>
              <p14:cNvContentPartPr/>
              <p14:nvPr/>
            </p14:nvContentPartPr>
            <p14:xfrm>
              <a:off x="1918521" y="3305986"/>
              <a:ext cx="187200" cy="13140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A641F8C2-787C-147A-8D18-36B5F90203E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914201" y="3301666"/>
                <a:ext cx="1958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C2843C50-A6E8-1B46-C6E2-10CA9A41958E}"/>
                  </a:ext>
                </a:extLst>
              </p14:cNvPr>
              <p14:cNvContentPartPr/>
              <p14:nvPr/>
            </p14:nvContentPartPr>
            <p14:xfrm>
              <a:off x="2024721" y="3366466"/>
              <a:ext cx="49320" cy="1083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C2843C50-A6E8-1B46-C6E2-10CA9A41958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20401" y="3362146"/>
                <a:ext cx="579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0D7058DF-817B-A68C-6FC3-6256C6096A62}"/>
                  </a:ext>
                </a:extLst>
              </p14:cNvPr>
              <p14:cNvContentPartPr/>
              <p14:nvPr/>
            </p14:nvContentPartPr>
            <p14:xfrm>
              <a:off x="2699001" y="2414266"/>
              <a:ext cx="44280" cy="4233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0D7058DF-817B-A68C-6FC3-6256C6096A6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94681" y="2409946"/>
                <a:ext cx="529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05343FA-3D8A-1559-8F79-0B5803928AB4}"/>
                  </a:ext>
                </a:extLst>
              </p14:cNvPr>
              <p14:cNvContentPartPr/>
              <p14:nvPr/>
            </p14:nvContentPartPr>
            <p14:xfrm>
              <a:off x="2729961" y="2467186"/>
              <a:ext cx="123480" cy="3978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05343FA-3D8A-1559-8F79-0B5803928AB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725641" y="2462866"/>
                <a:ext cx="13212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10E4D99-E8ED-E41E-40EE-7AC5A638C054}"/>
                  </a:ext>
                </a:extLst>
              </p14:cNvPr>
              <p14:cNvContentPartPr/>
              <p14:nvPr/>
            </p14:nvContentPartPr>
            <p14:xfrm>
              <a:off x="2659401" y="3069826"/>
              <a:ext cx="253080" cy="1731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10E4D99-E8ED-E41E-40EE-7AC5A638C05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655081" y="3065506"/>
                <a:ext cx="2617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9EAF5B32-46D5-F2A7-2555-91E8DE35A78E}"/>
                  </a:ext>
                </a:extLst>
              </p14:cNvPr>
              <p14:cNvContentPartPr/>
              <p14:nvPr/>
            </p14:nvContentPartPr>
            <p14:xfrm>
              <a:off x="2593161" y="2780746"/>
              <a:ext cx="529560" cy="5205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9EAF5B32-46D5-F2A7-2555-91E8DE35A78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588841" y="2776426"/>
                <a:ext cx="53820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A7B2CFCB-77C0-89A9-CFCC-B65E226C1538}"/>
                  </a:ext>
                </a:extLst>
              </p14:cNvPr>
              <p14:cNvContentPartPr/>
              <p14:nvPr/>
            </p14:nvContentPartPr>
            <p14:xfrm>
              <a:off x="2788641" y="3467986"/>
              <a:ext cx="105120" cy="1396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A7B2CFCB-77C0-89A9-CFCC-B65E226C153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784321" y="3463666"/>
                <a:ext cx="1137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1CEAA288-98E4-B1D4-D9CC-DE604A5ACDC8}"/>
                  </a:ext>
                </a:extLst>
              </p14:cNvPr>
              <p14:cNvContentPartPr/>
              <p14:nvPr/>
            </p14:nvContentPartPr>
            <p14:xfrm>
              <a:off x="2868921" y="3405346"/>
              <a:ext cx="137160" cy="223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1CEAA288-98E4-B1D4-D9CC-DE604A5ACDC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864601" y="3401026"/>
                <a:ext cx="14580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1B0557F-D9FB-7B7B-ADC5-43C147DD1B00}"/>
              </a:ext>
            </a:extLst>
          </p:cNvPr>
          <p:cNvGrpSpPr/>
          <p:nvPr/>
        </p:nvGrpSpPr>
        <p:grpSpPr>
          <a:xfrm>
            <a:off x="4394747" y="829880"/>
            <a:ext cx="1481760" cy="538200"/>
            <a:chOff x="4394747" y="829880"/>
            <a:chExt cx="1481760" cy="53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66A3B33-E65A-AB15-1755-9EE0395A99FD}"/>
                    </a:ext>
                  </a:extLst>
                </p14:cNvPr>
                <p14:cNvContentPartPr/>
                <p14:nvPr/>
              </p14:nvContentPartPr>
              <p14:xfrm>
                <a:off x="4394747" y="1064960"/>
                <a:ext cx="168480" cy="201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66A3B33-E65A-AB15-1755-9EE0395A99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90427" y="1060640"/>
                  <a:ext cx="177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D7C000E-45CC-FA16-82F6-2DC6A334129F}"/>
                    </a:ext>
                  </a:extLst>
                </p14:cNvPr>
                <p14:cNvContentPartPr/>
                <p14:nvPr/>
              </p14:nvContentPartPr>
              <p14:xfrm>
                <a:off x="4587707" y="1072160"/>
                <a:ext cx="266760" cy="108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D7C000E-45CC-FA16-82F6-2DC6A334129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83387" y="1067840"/>
                  <a:ext cx="275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D8A3D39-8E6B-2579-9F43-85DA9FED388E}"/>
                    </a:ext>
                  </a:extLst>
                </p14:cNvPr>
                <p14:cNvContentPartPr/>
                <p14:nvPr/>
              </p14:nvContentPartPr>
              <p14:xfrm>
                <a:off x="4889387" y="1059920"/>
                <a:ext cx="132840" cy="122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D8A3D39-8E6B-2579-9F43-85DA9FED388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85067" y="1055600"/>
                  <a:ext cx="141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1317A23-400E-6B71-E77E-4399A481D699}"/>
                    </a:ext>
                  </a:extLst>
                </p14:cNvPr>
                <p14:cNvContentPartPr/>
                <p14:nvPr/>
              </p14:nvContentPartPr>
              <p14:xfrm>
                <a:off x="5084147" y="1072520"/>
                <a:ext cx="139680" cy="28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1317A23-400E-6B71-E77E-4399A481D69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79827" y="1068200"/>
                  <a:ext cx="1483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267E62C-6DDE-147B-7D2F-082D9DC266A0}"/>
                    </a:ext>
                  </a:extLst>
                </p14:cNvPr>
                <p14:cNvContentPartPr/>
                <p14:nvPr/>
              </p14:nvContentPartPr>
              <p14:xfrm>
                <a:off x="5329307" y="829880"/>
                <a:ext cx="249840" cy="489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267E62C-6DDE-147B-7D2F-082D9DC266A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24987" y="825560"/>
                  <a:ext cx="2584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B68002D-30CC-C874-DCE0-1551BCF03854}"/>
                    </a:ext>
                  </a:extLst>
                </p14:cNvPr>
                <p14:cNvContentPartPr/>
                <p14:nvPr/>
              </p14:nvContentPartPr>
              <p14:xfrm>
                <a:off x="5600027" y="1011680"/>
                <a:ext cx="140400" cy="158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B68002D-30CC-C874-DCE0-1551BCF038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95707" y="1007360"/>
                  <a:ext cx="149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DD63F2-D2DE-3ADD-9F49-8A76C1ADCD0F}"/>
                    </a:ext>
                  </a:extLst>
                </p14:cNvPr>
                <p14:cNvContentPartPr/>
                <p14:nvPr/>
              </p14:nvContentPartPr>
              <p14:xfrm>
                <a:off x="5718827" y="1228400"/>
                <a:ext cx="157680" cy="139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DD63F2-D2DE-3ADD-9F49-8A76C1ADCD0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14507" y="1224080"/>
                  <a:ext cx="16632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1FC26F-D2C1-9F09-6E5A-405195B73365}"/>
              </a:ext>
            </a:extLst>
          </p:cNvPr>
          <p:cNvGrpSpPr/>
          <p:nvPr/>
        </p:nvGrpSpPr>
        <p:grpSpPr>
          <a:xfrm>
            <a:off x="6195107" y="1038320"/>
            <a:ext cx="458640" cy="125640"/>
            <a:chOff x="6195107" y="1038320"/>
            <a:chExt cx="45864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EF1A70A-8804-88FA-912F-F1F15CFBFDFE}"/>
                    </a:ext>
                  </a:extLst>
                </p14:cNvPr>
                <p14:cNvContentPartPr/>
                <p14:nvPr/>
              </p14:nvContentPartPr>
              <p14:xfrm>
                <a:off x="6195107" y="1038320"/>
                <a:ext cx="155520" cy="125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EF1A70A-8804-88FA-912F-F1F15CFBFDF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90787" y="1034000"/>
                  <a:ext cx="164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E27F1E-5308-FF11-D971-B7E55086E446}"/>
                    </a:ext>
                  </a:extLst>
                </p14:cNvPr>
                <p14:cNvContentPartPr/>
                <p14:nvPr/>
              </p14:nvContentPartPr>
              <p14:xfrm>
                <a:off x="6480947" y="1053800"/>
                <a:ext cx="172800" cy="13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E27F1E-5308-FF11-D971-B7E55086E4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76627" y="1049480"/>
                  <a:ext cx="18144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7DEFDC-171C-693F-0D82-13CC9A40D14C}"/>
              </a:ext>
            </a:extLst>
          </p:cNvPr>
          <p:cNvGrpSpPr/>
          <p:nvPr/>
        </p:nvGrpSpPr>
        <p:grpSpPr>
          <a:xfrm>
            <a:off x="6838067" y="801080"/>
            <a:ext cx="254160" cy="476280"/>
            <a:chOff x="6838067" y="801080"/>
            <a:chExt cx="25416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D4BF65-58F6-2A06-838C-03B34CF76FF0}"/>
                    </a:ext>
                  </a:extLst>
                </p14:cNvPr>
                <p14:cNvContentPartPr/>
                <p14:nvPr/>
              </p14:nvContentPartPr>
              <p14:xfrm>
                <a:off x="6838067" y="967040"/>
                <a:ext cx="43200" cy="153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D4BF65-58F6-2A06-838C-03B34CF76FF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33747" y="962720"/>
                  <a:ext cx="51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D015CE-A0F4-9E17-7326-9E17BF9DDE82}"/>
                    </a:ext>
                  </a:extLst>
                </p14:cNvPr>
                <p14:cNvContentPartPr/>
                <p14:nvPr/>
              </p14:nvContentPartPr>
              <p14:xfrm>
                <a:off x="6923027" y="801080"/>
                <a:ext cx="169200" cy="476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D015CE-A0F4-9E17-7326-9E17BF9DDE8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18707" y="796760"/>
                  <a:ext cx="177840" cy="48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602CDB-C190-EB70-1DBD-9D2DE515FF55}"/>
              </a:ext>
            </a:extLst>
          </p:cNvPr>
          <p:cNvGrpSpPr/>
          <p:nvPr/>
        </p:nvGrpSpPr>
        <p:grpSpPr>
          <a:xfrm>
            <a:off x="3511867" y="431360"/>
            <a:ext cx="6283240" cy="4636520"/>
            <a:chOff x="3511867" y="431360"/>
            <a:chExt cx="6283240" cy="46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C970B03-D35B-91F1-92CE-59D79929E128}"/>
                    </a:ext>
                  </a:extLst>
                </p14:cNvPr>
                <p14:cNvContentPartPr/>
                <p14:nvPr/>
              </p14:nvContentPartPr>
              <p14:xfrm>
                <a:off x="8287067" y="561680"/>
                <a:ext cx="105120" cy="166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C970B03-D35B-91F1-92CE-59D79929E12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282747" y="557360"/>
                  <a:ext cx="113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EC299D8-AF7E-5EAA-0F6D-7F38CC7D4709}"/>
                    </a:ext>
                  </a:extLst>
                </p14:cNvPr>
                <p14:cNvContentPartPr/>
                <p14:nvPr/>
              </p14:nvContentPartPr>
              <p14:xfrm>
                <a:off x="8433227" y="585800"/>
                <a:ext cx="66240" cy="121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EC299D8-AF7E-5EAA-0F6D-7F38CC7D470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8907" y="581480"/>
                  <a:ext cx="74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EAEE993-DD35-0F9C-7A77-D2C931C7C4C4}"/>
                    </a:ext>
                  </a:extLst>
                </p14:cNvPr>
                <p14:cNvContentPartPr/>
                <p14:nvPr/>
              </p14:nvContentPartPr>
              <p14:xfrm>
                <a:off x="8606747" y="606320"/>
                <a:ext cx="84240" cy="8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EAEE993-DD35-0F9C-7A77-D2C931C7C4C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02427" y="602000"/>
                  <a:ext cx="928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26B42D-55AB-AA27-BE2D-07EB09882FAF}"/>
                    </a:ext>
                  </a:extLst>
                </p14:cNvPr>
                <p14:cNvContentPartPr/>
                <p14:nvPr/>
              </p14:nvContentPartPr>
              <p14:xfrm>
                <a:off x="8765507" y="441440"/>
                <a:ext cx="113400" cy="229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26B42D-55AB-AA27-BE2D-07EB09882FA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61187" y="437120"/>
                  <a:ext cx="12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8B8A470-60B3-4D9B-AF86-EA7944C10BD5}"/>
                    </a:ext>
                  </a:extLst>
                </p14:cNvPr>
                <p14:cNvContentPartPr/>
                <p14:nvPr/>
              </p14:nvContentPartPr>
              <p14:xfrm>
                <a:off x="8743187" y="564920"/>
                <a:ext cx="153000" cy="9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B8A470-60B3-4D9B-AF86-EA7944C10B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38867" y="560600"/>
                  <a:ext cx="161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862C5BB-7ADA-1E27-82C9-C0F2C03F65E2}"/>
                    </a:ext>
                  </a:extLst>
                </p14:cNvPr>
                <p14:cNvContentPartPr/>
                <p14:nvPr/>
              </p14:nvContentPartPr>
              <p14:xfrm>
                <a:off x="9256547" y="431360"/>
                <a:ext cx="273960" cy="372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862C5BB-7ADA-1E27-82C9-C0F2C03F65E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52227" y="427040"/>
                  <a:ext cx="2826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D379B6-E6EB-AE03-A905-19B75DDE78F8}"/>
                    </a:ext>
                  </a:extLst>
                </p14:cNvPr>
                <p14:cNvContentPartPr/>
                <p14:nvPr/>
              </p14:nvContentPartPr>
              <p14:xfrm>
                <a:off x="9304067" y="743120"/>
                <a:ext cx="148680" cy="80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D379B6-E6EB-AE03-A905-19B75DDE78F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99747" y="738800"/>
                  <a:ext cx="157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1A00CD1-C2E1-AEFF-6414-A8496E1396B7}"/>
                    </a:ext>
                  </a:extLst>
                </p14:cNvPr>
                <p14:cNvContentPartPr/>
                <p14:nvPr/>
              </p14:nvContentPartPr>
              <p14:xfrm>
                <a:off x="9457427" y="743120"/>
                <a:ext cx="111600" cy="123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1A00CD1-C2E1-AEFF-6414-A8496E1396B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53107" y="738800"/>
                  <a:ext cx="120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DFC15DC-329B-49FF-E263-5CF8EE659418}"/>
                    </a:ext>
                  </a:extLst>
                </p14:cNvPr>
                <p14:cNvContentPartPr/>
                <p14:nvPr/>
              </p14:nvContentPartPr>
              <p14:xfrm>
                <a:off x="9052067" y="916640"/>
                <a:ext cx="743040" cy="464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DFC15DC-329B-49FF-E263-5CF8EE65941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47747" y="912320"/>
                  <a:ext cx="7516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CB09403-E12C-66CA-42FB-0D94844D6628}"/>
                    </a:ext>
                  </a:extLst>
                </p14:cNvPr>
                <p14:cNvContentPartPr/>
                <p14:nvPr/>
              </p14:nvContentPartPr>
              <p14:xfrm>
                <a:off x="8893307" y="1340720"/>
                <a:ext cx="245160" cy="388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CB09403-E12C-66CA-42FB-0D94844D662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88987" y="1336400"/>
                  <a:ext cx="2538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35590C-5FD2-7CF9-8731-389819CCB70E}"/>
                    </a:ext>
                  </a:extLst>
                </p14:cNvPr>
                <p14:cNvContentPartPr/>
                <p14:nvPr/>
              </p14:nvContentPartPr>
              <p14:xfrm>
                <a:off x="8583707" y="1928960"/>
                <a:ext cx="38160" cy="15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35590C-5FD2-7CF9-8731-389819CCB70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79387" y="1924640"/>
                  <a:ext cx="46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A6D6D56-9621-CEA0-9FBD-86DEE4E6C733}"/>
                    </a:ext>
                  </a:extLst>
                </p14:cNvPr>
                <p14:cNvContentPartPr/>
                <p14:nvPr/>
              </p14:nvContentPartPr>
              <p14:xfrm>
                <a:off x="8774147" y="1891160"/>
                <a:ext cx="82440" cy="128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A6D6D56-9621-CEA0-9FBD-86DEE4E6C73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69827" y="1886840"/>
                  <a:ext cx="91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7E2D37-554D-BB04-52FE-3D6F343B55D9}"/>
                    </a:ext>
                  </a:extLst>
                </p14:cNvPr>
                <p14:cNvContentPartPr/>
                <p14:nvPr/>
              </p14:nvContentPartPr>
              <p14:xfrm>
                <a:off x="8397227" y="1709720"/>
                <a:ext cx="741600" cy="513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7E2D37-554D-BB04-52FE-3D6F343B55D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392907" y="1705400"/>
                  <a:ext cx="75024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7302F7F-3C6D-92F5-3314-3A6CC5FBEF88}"/>
                    </a:ext>
                  </a:extLst>
                </p14:cNvPr>
                <p14:cNvContentPartPr/>
                <p14:nvPr/>
              </p14:nvContentPartPr>
              <p14:xfrm>
                <a:off x="3511867" y="3406480"/>
                <a:ext cx="105120" cy="166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7302F7F-3C6D-92F5-3314-3A6CC5FBEF8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07547" y="3402160"/>
                  <a:ext cx="113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9C704C0-069B-444B-95B6-ACC4792AF903}"/>
                    </a:ext>
                  </a:extLst>
                </p14:cNvPr>
                <p14:cNvContentPartPr/>
                <p14:nvPr/>
              </p14:nvContentPartPr>
              <p14:xfrm>
                <a:off x="3658027" y="3430600"/>
                <a:ext cx="66240" cy="121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9C704C0-069B-444B-95B6-ACC4792AF9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53707" y="3426280"/>
                  <a:ext cx="74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AEE568E-3E28-61AD-A6C1-FAD86C94A15E}"/>
                    </a:ext>
                  </a:extLst>
                </p14:cNvPr>
                <p14:cNvContentPartPr/>
                <p14:nvPr/>
              </p14:nvContentPartPr>
              <p14:xfrm>
                <a:off x="3831547" y="3451120"/>
                <a:ext cx="84240" cy="878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AEE568E-3E28-61AD-A6C1-FAD86C94A15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27227" y="3446800"/>
                  <a:ext cx="928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3A80D66-FA63-83E5-7F4C-3F76D424FFC8}"/>
                    </a:ext>
                  </a:extLst>
                </p14:cNvPr>
                <p14:cNvContentPartPr/>
                <p14:nvPr/>
              </p14:nvContentPartPr>
              <p14:xfrm>
                <a:off x="3990307" y="3286240"/>
                <a:ext cx="113400" cy="2293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3A80D66-FA63-83E5-7F4C-3F76D424FFC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85987" y="3281920"/>
                  <a:ext cx="12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0D4FFE5-7ADC-4475-66E5-9176158838B8}"/>
                    </a:ext>
                  </a:extLst>
                </p14:cNvPr>
                <p14:cNvContentPartPr/>
                <p14:nvPr/>
              </p14:nvContentPartPr>
              <p14:xfrm>
                <a:off x="3967987" y="3409720"/>
                <a:ext cx="153000" cy="9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0D4FFE5-7ADC-4475-66E5-9176158838B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63667" y="3405400"/>
                  <a:ext cx="161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ED18E93-B8AB-D329-2EA1-75D3047232AD}"/>
                    </a:ext>
                  </a:extLst>
                </p14:cNvPr>
                <p14:cNvContentPartPr/>
                <p14:nvPr/>
              </p14:nvContentPartPr>
              <p14:xfrm>
                <a:off x="4481347" y="3276160"/>
                <a:ext cx="273960" cy="3729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ED18E93-B8AB-D329-2EA1-75D3047232A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77027" y="3271840"/>
                  <a:ext cx="2826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92DA1F7-26B1-E11D-CA94-C658204E42A3}"/>
                    </a:ext>
                  </a:extLst>
                </p14:cNvPr>
                <p14:cNvContentPartPr/>
                <p14:nvPr/>
              </p14:nvContentPartPr>
              <p14:xfrm>
                <a:off x="4528867" y="3587920"/>
                <a:ext cx="148680" cy="80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92DA1F7-26B1-E11D-CA94-C658204E42A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24547" y="3583600"/>
                  <a:ext cx="157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8247E11-E42F-1A57-F705-4583219BA6DD}"/>
                    </a:ext>
                  </a:extLst>
                </p14:cNvPr>
                <p14:cNvContentPartPr/>
                <p14:nvPr/>
              </p14:nvContentPartPr>
              <p14:xfrm>
                <a:off x="4682227" y="3587920"/>
                <a:ext cx="111600" cy="1231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8247E11-E42F-1A57-F705-4583219BA6D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77907" y="3583600"/>
                  <a:ext cx="120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4B22B8C-4440-88C4-3DFE-6984545AAAFD}"/>
                    </a:ext>
                  </a:extLst>
                </p14:cNvPr>
                <p14:cNvContentPartPr/>
                <p14:nvPr/>
              </p14:nvContentPartPr>
              <p14:xfrm>
                <a:off x="4276867" y="3761440"/>
                <a:ext cx="743040" cy="4647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4B22B8C-4440-88C4-3DFE-6984545AAAF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72547" y="3757120"/>
                  <a:ext cx="7516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BD1C1F9-44FD-D3EF-2B0C-A0BE6C9EC818}"/>
                    </a:ext>
                  </a:extLst>
                </p14:cNvPr>
                <p14:cNvContentPartPr/>
                <p14:nvPr/>
              </p14:nvContentPartPr>
              <p14:xfrm>
                <a:off x="4118107" y="4185520"/>
                <a:ext cx="245160" cy="3880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BD1C1F9-44FD-D3EF-2B0C-A0BE6C9EC81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13787" y="4181200"/>
                  <a:ext cx="2538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EE317CB-C160-6BB5-8455-F563781ACDCF}"/>
                    </a:ext>
                  </a:extLst>
                </p14:cNvPr>
                <p14:cNvContentPartPr/>
                <p14:nvPr/>
              </p14:nvContentPartPr>
              <p14:xfrm>
                <a:off x="3622027" y="4554520"/>
                <a:ext cx="741600" cy="513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EE317CB-C160-6BB5-8455-F563781ACD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617707" y="4550200"/>
                  <a:ext cx="750240" cy="52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69EAF15-296F-BDFE-10B7-9464AE4EB779}"/>
              </a:ext>
            </a:extLst>
          </p:cNvPr>
          <p:cNvGrpSpPr/>
          <p:nvPr/>
        </p:nvGrpSpPr>
        <p:grpSpPr>
          <a:xfrm>
            <a:off x="3096067" y="2219480"/>
            <a:ext cx="6151120" cy="3863240"/>
            <a:chOff x="3096067" y="2219480"/>
            <a:chExt cx="6151120" cy="38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6AA6FE6-1FC9-8CD4-EE92-5C32E7CC33C5}"/>
                    </a:ext>
                  </a:extLst>
                </p14:cNvPr>
                <p14:cNvContentPartPr/>
                <p14:nvPr/>
              </p14:nvContentPartPr>
              <p14:xfrm>
                <a:off x="8236307" y="2219480"/>
                <a:ext cx="325440" cy="528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6AA6FE6-1FC9-8CD4-EE92-5C32E7CC33C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231987" y="2215160"/>
                  <a:ext cx="3340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9F6949-EDA9-8F00-5921-BABBA0565C22}"/>
                    </a:ext>
                  </a:extLst>
                </p14:cNvPr>
                <p14:cNvContentPartPr/>
                <p14:nvPr/>
              </p14:nvContentPartPr>
              <p14:xfrm>
                <a:off x="8070347" y="2911400"/>
                <a:ext cx="20880" cy="161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9F6949-EDA9-8F00-5921-BABBA0565C2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066027" y="2907080"/>
                  <a:ext cx="29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F395FD-89C8-788C-2CB5-AD69F09BD0C3}"/>
                    </a:ext>
                  </a:extLst>
                </p14:cNvPr>
                <p14:cNvContentPartPr/>
                <p14:nvPr/>
              </p14:nvContentPartPr>
              <p14:xfrm>
                <a:off x="7871267" y="2750120"/>
                <a:ext cx="448560" cy="487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F395FD-89C8-788C-2CB5-AD69F09BD0C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866947" y="2745800"/>
                  <a:ext cx="45720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43554F-25C5-6D66-BAAA-571256174D3B}"/>
                    </a:ext>
                  </a:extLst>
                </p14:cNvPr>
                <p14:cNvContentPartPr/>
                <p14:nvPr/>
              </p14:nvContentPartPr>
              <p14:xfrm>
                <a:off x="8777027" y="2225600"/>
                <a:ext cx="243360" cy="513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43554F-25C5-6D66-BAAA-571256174D3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72707" y="2221280"/>
                  <a:ext cx="25200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05DE23-1B20-0BD1-B4AD-847386585A44}"/>
                    </a:ext>
                  </a:extLst>
                </p14:cNvPr>
                <p14:cNvContentPartPr/>
                <p14:nvPr/>
              </p14:nvContentPartPr>
              <p14:xfrm>
                <a:off x="8861267" y="2905280"/>
                <a:ext cx="261720" cy="147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05DE23-1B20-0BD1-B4AD-847386585A4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856947" y="2900960"/>
                  <a:ext cx="270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8C61422-6E04-A38C-35CA-EF5BDA3091CF}"/>
                    </a:ext>
                  </a:extLst>
                </p14:cNvPr>
                <p14:cNvContentPartPr/>
                <p14:nvPr/>
              </p14:nvContentPartPr>
              <p14:xfrm>
                <a:off x="8932187" y="2960000"/>
                <a:ext cx="86760" cy="168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8C61422-6E04-A38C-35CA-EF5BDA3091C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927867" y="2955680"/>
                  <a:ext cx="95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A84317C-3B1F-56E7-3AEC-3E8526EBD0D6}"/>
                    </a:ext>
                  </a:extLst>
                </p14:cNvPr>
                <p14:cNvContentPartPr/>
                <p14:nvPr/>
              </p14:nvContentPartPr>
              <p14:xfrm>
                <a:off x="8730947" y="2716280"/>
                <a:ext cx="516240" cy="498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A84317C-3B1F-56E7-3AEC-3E8526EBD0D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726627" y="2711960"/>
                  <a:ext cx="52488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0149659-5B2C-87EF-0C1C-22ACC493B7FA}"/>
                    </a:ext>
                  </a:extLst>
                </p14:cNvPr>
                <p14:cNvContentPartPr/>
                <p14:nvPr/>
              </p14:nvContentPartPr>
              <p14:xfrm>
                <a:off x="3461107" y="5064280"/>
                <a:ext cx="325440" cy="528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0149659-5B2C-87EF-0C1C-22ACC493B7F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456787" y="5059960"/>
                  <a:ext cx="3340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E73C8AE-B200-1ECB-8607-819C7641B83C}"/>
                    </a:ext>
                  </a:extLst>
                </p14:cNvPr>
                <p14:cNvContentPartPr/>
                <p14:nvPr/>
              </p14:nvContentPartPr>
              <p14:xfrm>
                <a:off x="3295147" y="5756200"/>
                <a:ext cx="20880" cy="161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E73C8AE-B200-1ECB-8607-819C7641B83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290827" y="5751880"/>
                  <a:ext cx="29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B242BFD-58B1-8CE3-C11F-C1AA0EE6BC3A}"/>
                    </a:ext>
                  </a:extLst>
                </p14:cNvPr>
                <p14:cNvContentPartPr/>
                <p14:nvPr/>
              </p14:nvContentPartPr>
              <p14:xfrm>
                <a:off x="3096067" y="5594920"/>
                <a:ext cx="448560" cy="4878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B242BFD-58B1-8CE3-C11F-C1AA0EE6BC3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091747" y="5590600"/>
                  <a:ext cx="45720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9261A56-2045-58AD-640F-633C91DB1A93}"/>
                    </a:ext>
                  </a:extLst>
                </p14:cNvPr>
                <p14:cNvContentPartPr/>
                <p14:nvPr/>
              </p14:nvContentPartPr>
              <p14:xfrm>
                <a:off x="4001827" y="5070400"/>
                <a:ext cx="243360" cy="513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9261A56-2045-58AD-640F-633C91DB1A9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997507" y="5066080"/>
                  <a:ext cx="25200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499AB8E-2929-EBA8-7E3F-1625A17913A8}"/>
                    </a:ext>
                  </a:extLst>
                </p14:cNvPr>
                <p14:cNvContentPartPr/>
                <p14:nvPr/>
              </p14:nvContentPartPr>
              <p14:xfrm>
                <a:off x="3955747" y="5561080"/>
                <a:ext cx="516240" cy="498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499AB8E-2929-EBA8-7E3F-1625A17913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951427" y="5556760"/>
                  <a:ext cx="524880" cy="50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EDA0633-ADA2-2ACE-9852-AA75170F7EED}"/>
              </a:ext>
            </a:extLst>
          </p:cNvPr>
          <p:cNvGrpSpPr/>
          <p:nvPr/>
        </p:nvGrpSpPr>
        <p:grpSpPr>
          <a:xfrm>
            <a:off x="9926867" y="3867560"/>
            <a:ext cx="1015200" cy="310680"/>
            <a:chOff x="9926867" y="3867560"/>
            <a:chExt cx="101520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4DF860-43EA-0009-EB17-A415212A116B}"/>
                    </a:ext>
                  </a:extLst>
                </p14:cNvPr>
                <p14:cNvContentPartPr/>
                <p14:nvPr/>
              </p14:nvContentPartPr>
              <p14:xfrm>
                <a:off x="9926867" y="4024880"/>
                <a:ext cx="176400" cy="153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64DF860-43EA-0009-EB17-A415212A116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22547" y="4020560"/>
                  <a:ext cx="185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C520FBD-00D1-6101-21A8-F81ACC8F5855}"/>
                    </a:ext>
                  </a:extLst>
                </p14:cNvPr>
                <p14:cNvContentPartPr/>
                <p14:nvPr/>
              </p14:nvContentPartPr>
              <p14:xfrm>
                <a:off x="10301987" y="4029560"/>
                <a:ext cx="145800" cy="30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C520FBD-00D1-6101-21A8-F81ACC8F585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297667" y="4025240"/>
                  <a:ext cx="154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602777C-0B4E-7976-447E-2F898F0F3AA9}"/>
                    </a:ext>
                  </a:extLst>
                </p14:cNvPr>
                <p14:cNvContentPartPr/>
                <p14:nvPr/>
              </p14:nvContentPartPr>
              <p14:xfrm>
                <a:off x="10246907" y="4126760"/>
                <a:ext cx="183960" cy="12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602777C-0B4E-7976-447E-2F898F0F3AA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242587" y="4122440"/>
                  <a:ext cx="1926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72936E8-3D9A-4FE4-00FC-EEC6780F47AB}"/>
                    </a:ext>
                  </a:extLst>
                </p14:cNvPr>
                <p14:cNvContentPartPr/>
                <p14:nvPr/>
              </p14:nvContentPartPr>
              <p14:xfrm>
                <a:off x="10634627" y="3867560"/>
                <a:ext cx="307440" cy="282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72936E8-3D9A-4FE4-00FC-EEC6780F47A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630307" y="3863240"/>
                  <a:ext cx="31608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510425A-BBB6-791F-7338-6BDEC7D91AA3}"/>
                  </a:ext>
                </a:extLst>
              </p14:cNvPr>
              <p14:cNvContentPartPr/>
              <p14:nvPr/>
            </p14:nvContentPartPr>
            <p14:xfrm>
              <a:off x="9328907" y="1460960"/>
              <a:ext cx="84240" cy="1080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510425A-BBB6-791F-7338-6BDEC7D91AA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324587" y="1456640"/>
                <a:ext cx="928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41353F2-D65D-5534-E772-296DCA08CB31}"/>
                  </a:ext>
                </a:extLst>
              </p14:cNvPr>
              <p14:cNvContentPartPr/>
              <p14:nvPr/>
            </p14:nvContentPartPr>
            <p14:xfrm>
              <a:off x="8621507" y="2304440"/>
              <a:ext cx="19800" cy="774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41353F2-D65D-5534-E772-296DCA08CB3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617187" y="2300120"/>
                <a:ext cx="28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3AE4393-18C9-B256-EF1F-877D4027F4C5}"/>
                  </a:ext>
                </a:extLst>
              </p14:cNvPr>
              <p14:cNvContentPartPr/>
              <p14:nvPr/>
            </p14:nvContentPartPr>
            <p14:xfrm>
              <a:off x="10048187" y="2306240"/>
              <a:ext cx="86760" cy="885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3AE4393-18C9-B256-EF1F-877D4027F4C5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0043867" y="2301920"/>
                <a:ext cx="954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6E91C7D-28C7-01E7-F0FE-D72612802BBE}"/>
                  </a:ext>
                </a:extLst>
              </p14:cNvPr>
              <p14:cNvContentPartPr/>
              <p14:nvPr/>
            </p14:nvContentPartPr>
            <p14:xfrm>
              <a:off x="7930667" y="3304520"/>
              <a:ext cx="126360" cy="127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6E91C7D-28C7-01E7-F0FE-D72612802BB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926347" y="3300200"/>
                <a:ext cx="13500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20759D7-760E-284D-33E8-C296DC2E24DE}"/>
              </a:ext>
            </a:extLst>
          </p:cNvPr>
          <p:cNvGrpSpPr/>
          <p:nvPr/>
        </p:nvGrpSpPr>
        <p:grpSpPr>
          <a:xfrm>
            <a:off x="4080667" y="3324680"/>
            <a:ext cx="4946200" cy="2979440"/>
            <a:chOff x="4080667" y="3324680"/>
            <a:chExt cx="4946200" cy="29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94DE856-C13E-8E89-0353-59905992D5B5}"/>
                    </a:ext>
                  </a:extLst>
                </p14:cNvPr>
                <p14:cNvContentPartPr/>
                <p14:nvPr/>
              </p14:nvContentPartPr>
              <p14:xfrm>
                <a:off x="8855867" y="3324680"/>
                <a:ext cx="171000" cy="92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94DE856-C13E-8E89-0353-59905992D5B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851547" y="3320360"/>
                  <a:ext cx="179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C1007EC-8DE6-D6CC-B90A-4DF25CC129D1}"/>
                    </a:ext>
                  </a:extLst>
                </p14:cNvPr>
                <p14:cNvContentPartPr/>
                <p14:nvPr/>
              </p14:nvContentPartPr>
              <p14:xfrm>
                <a:off x="8969267" y="3356720"/>
                <a:ext cx="25200" cy="102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C1007EC-8DE6-D6CC-B90A-4DF25CC129D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964947" y="3352400"/>
                  <a:ext cx="33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39A0E19-B3D8-5516-5134-2179D88487F7}"/>
                    </a:ext>
                  </a:extLst>
                </p14:cNvPr>
                <p14:cNvContentPartPr/>
                <p14:nvPr/>
              </p14:nvContentPartPr>
              <p14:xfrm>
                <a:off x="4080667" y="6169480"/>
                <a:ext cx="171000" cy="921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39A0E19-B3D8-5516-5134-2179D88487F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76347" y="6165160"/>
                  <a:ext cx="179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B53F4A8-3B89-B00F-9A62-547B2969086D}"/>
                    </a:ext>
                  </a:extLst>
                </p14:cNvPr>
                <p14:cNvContentPartPr/>
                <p14:nvPr/>
              </p14:nvContentPartPr>
              <p14:xfrm>
                <a:off x="4194067" y="6201520"/>
                <a:ext cx="25200" cy="102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B53F4A8-3B89-B00F-9A62-547B2969086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189747" y="6197200"/>
                  <a:ext cx="3384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3E404B3-CFBB-DDD5-373A-108B03BD39CC}"/>
              </a:ext>
            </a:extLst>
          </p:cNvPr>
          <p:cNvGrpSpPr/>
          <p:nvPr/>
        </p:nvGrpSpPr>
        <p:grpSpPr>
          <a:xfrm>
            <a:off x="9703667" y="3271760"/>
            <a:ext cx="170280" cy="151560"/>
            <a:chOff x="9703667" y="3271760"/>
            <a:chExt cx="170280" cy="15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8E5A2A9-CD11-33AB-6F47-EF40EF939F20}"/>
                    </a:ext>
                  </a:extLst>
                </p14:cNvPr>
                <p14:cNvContentPartPr/>
                <p14:nvPr/>
              </p14:nvContentPartPr>
              <p14:xfrm>
                <a:off x="9703667" y="3276080"/>
                <a:ext cx="120600" cy="147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8E5A2A9-CD11-33AB-6F47-EF40EF939F2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699347" y="3271760"/>
                  <a:ext cx="129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13526DB-B9C9-08C8-B13C-9830A385E1BE}"/>
                    </a:ext>
                  </a:extLst>
                </p14:cNvPr>
                <p14:cNvContentPartPr/>
                <p14:nvPr/>
              </p14:nvContentPartPr>
              <p14:xfrm>
                <a:off x="9778907" y="3271760"/>
                <a:ext cx="95040" cy="34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13526DB-B9C9-08C8-B13C-9830A385E1B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74587" y="3267440"/>
                  <a:ext cx="1036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759EA73-397E-0CA8-EDB0-F8ECD7A72F5D}"/>
              </a:ext>
            </a:extLst>
          </p:cNvPr>
          <p:cNvGrpSpPr/>
          <p:nvPr/>
        </p:nvGrpSpPr>
        <p:grpSpPr>
          <a:xfrm>
            <a:off x="4822267" y="1346840"/>
            <a:ext cx="5457400" cy="3700880"/>
            <a:chOff x="4822267" y="1346840"/>
            <a:chExt cx="5457400" cy="37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86A8BE-83FF-01BD-B6D4-7D777E1C6D8D}"/>
                    </a:ext>
                  </a:extLst>
                </p14:cNvPr>
                <p14:cNvContentPartPr/>
                <p14:nvPr/>
              </p14:nvContentPartPr>
              <p14:xfrm>
                <a:off x="9597467" y="1346840"/>
                <a:ext cx="381240" cy="524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86A8BE-83FF-01BD-B6D4-7D777E1C6D8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593147" y="1342520"/>
                  <a:ext cx="3898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88DA048-4330-18C9-C048-AFAAB7E36E05}"/>
                    </a:ext>
                  </a:extLst>
                </p14:cNvPr>
                <p14:cNvContentPartPr/>
                <p14:nvPr/>
              </p14:nvContentPartPr>
              <p14:xfrm>
                <a:off x="9882587" y="1912040"/>
                <a:ext cx="132840" cy="149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88DA048-4330-18C9-C048-AFAAB7E36E0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78267" y="1907720"/>
                  <a:ext cx="1414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5E51303-E69F-33E5-636C-73E6D6EA0C71}"/>
                    </a:ext>
                  </a:extLst>
                </p14:cNvPr>
                <p14:cNvContentPartPr/>
                <p14:nvPr/>
              </p14:nvContentPartPr>
              <p14:xfrm>
                <a:off x="9985907" y="1823120"/>
                <a:ext cx="135000" cy="25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5E51303-E69F-33E5-636C-73E6D6EA0C7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981587" y="1818800"/>
                  <a:ext cx="143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42C012-1433-0701-0174-26FBDA0E3567}"/>
                    </a:ext>
                  </a:extLst>
                </p14:cNvPr>
                <p14:cNvContentPartPr/>
                <p14:nvPr/>
              </p14:nvContentPartPr>
              <p14:xfrm>
                <a:off x="9617987" y="1796840"/>
                <a:ext cx="661680" cy="406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42C012-1433-0701-0174-26FBDA0E356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613667" y="1792520"/>
                  <a:ext cx="6703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5CA45E-6F36-0769-9790-5B1F68A8CF39}"/>
                    </a:ext>
                  </a:extLst>
                </p14:cNvPr>
                <p14:cNvContentPartPr/>
                <p14:nvPr/>
              </p14:nvContentPartPr>
              <p14:xfrm>
                <a:off x="9742547" y="2140640"/>
                <a:ext cx="307440" cy="607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5CA45E-6F36-0769-9790-5B1F68A8CF3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38227" y="2136320"/>
                  <a:ext cx="31608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78C02C-8FA4-2EBC-A037-69009C895E94}"/>
                    </a:ext>
                  </a:extLst>
                </p14:cNvPr>
                <p14:cNvContentPartPr/>
                <p14:nvPr/>
              </p14:nvContentPartPr>
              <p14:xfrm>
                <a:off x="9522227" y="2692880"/>
                <a:ext cx="614880" cy="475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78C02C-8FA4-2EBC-A037-69009C895E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17907" y="2688560"/>
                  <a:ext cx="62352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29F4600-E432-ABD7-4682-9BE3B8A111FD}"/>
                    </a:ext>
                  </a:extLst>
                </p14:cNvPr>
                <p14:cNvContentPartPr/>
                <p14:nvPr/>
              </p14:nvContentPartPr>
              <p14:xfrm>
                <a:off x="9697547" y="2881880"/>
                <a:ext cx="20520" cy="118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29F4600-E432-ABD7-4682-9BE3B8A111F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693227" y="2877560"/>
                  <a:ext cx="29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03C18BB-5AAB-2BD6-D0B2-91143CE4BF63}"/>
                    </a:ext>
                  </a:extLst>
                </p14:cNvPr>
                <p14:cNvContentPartPr/>
                <p14:nvPr/>
              </p14:nvContentPartPr>
              <p14:xfrm>
                <a:off x="9812027" y="2854520"/>
                <a:ext cx="137160" cy="156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03C18BB-5AAB-2BD6-D0B2-91143CE4BF6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07707" y="2850200"/>
                  <a:ext cx="145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D6CC82C-C3E3-268D-EEA5-600E7777EE4A}"/>
                    </a:ext>
                  </a:extLst>
                </p14:cNvPr>
                <p14:cNvContentPartPr/>
                <p14:nvPr/>
              </p14:nvContentPartPr>
              <p14:xfrm>
                <a:off x="4822267" y="4191640"/>
                <a:ext cx="381240" cy="5248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D6CC82C-C3E3-268D-EEA5-600E7777EE4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817947" y="4187320"/>
                  <a:ext cx="3898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6F1EF1F-1220-D503-7D09-B142C28BD34F}"/>
                    </a:ext>
                  </a:extLst>
                </p14:cNvPr>
                <p14:cNvContentPartPr/>
                <p14:nvPr/>
              </p14:nvContentPartPr>
              <p14:xfrm>
                <a:off x="5107387" y="4756840"/>
                <a:ext cx="132840" cy="149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6F1EF1F-1220-D503-7D09-B142C28BD34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03067" y="4752520"/>
                  <a:ext cx="1414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97BF554-1B34-70F9-343B-CE1D2F32D471}"/>
                    </a:ext>
                  </a:extLst>
                </p14:cNvPr>
                <p14:cNvContentPartPr/>
                <p14:nvPr/>
              </p14:nvContentPartPr>
              <p14:xfrm>
                <a:off x="5210707" y="4667920"/>
                <a:ext cx="135000" cy="25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97BF554-1B34-70F9-343B-CE1D2F32D47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06387" y="4663600"/>
                  <a:ext cx="143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0949059-064A-57A7-77E1-121A1F6F3507}"/>
                    </a:ext>
                  </a:extLst>
                </p14:cNvPr>
                <p14:cNvContentPartPr/>
                <p14:nvPr/>
              </p14:nvContentPartPr>
              <p14:xfrm>
                <a:off x="4842787" y="4641640"/>
                <a:ext cx="661680" cy="4060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0949059-064A-57A7-77E1-121A1F6F350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38467" y="4637320"/>
                  <a:ext cx="670320" cy="41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6290456A-0EDA-FC85-7659-665FB3F1E2B4}"/>
                  </a:ext>
                </a:extLst>
              </p14:cNvPr>
              <p14:cNvContentPartPr/>
              <p14:nvPr/>
            </p14:nvContentPartPr>
            <p14:xfrm>
              <a:off x="9324947" y="1066760"/>
              <a:ext cx="203760" cy="1339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6290456A-0EDA-FC85-7659-665FB3F1E2B4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320627" y="1062440"/>
                <a:ext cx="2124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AF626F9-7857-9119-B880-1387828714E5}"/>
                  </a:ext>
                </a:extLst>
              </p14:cNvPr>
              <p14:cNvContentPartPr/>
              <p14:nvPr/>
            </p14:nvContentPartPr>
            <p14:xfrm>
              <a:off x="9641027" y="2445560"/>
              <a:ext cx="871200" cy="9424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AF626F9-7857-9119-B880-1387828714E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551387" y="2265560"/>
                <a:ext cx="1050840" cy="130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93B288A-3DC0-D129-8F95-4F77A4EE9366}"/>
              </a:ext>
            </a:extLst>
          </p:cNvPr>
          <p:cNvGrpSpPr/>
          <p:nvPr/>
        </p:nvGrpSpPr>
        <p:grpSpPr>
          <a:xfrm>
            <a:off x="10677827" y="1838960"/>
            <a:ext cx="1276920" cy="814320"/>
            <a:chOff x="10677827" y="1838960"/>
            <a:chExt cx="127692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16BF7CA-31E2-004F-09F6-B67D44AB6B17}"/>
                    </a:ext>
                  </a:extLst>
                </p14:cNvPr>
                <p14:cNvContentPartPr/>
                <p14:nvPr/>
              </p14:nvContentPartPr>
              <p14:xfrm>
                <a:off x="10722827" y="2092400"/>
                <a:ext cx="286200" cy="489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16BF7CA-31E2-004F-09F6-B67D44AB6B1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13827" y="2083760"/>
                  <a:ext cx="30384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CF77DF6-CB2D-1E04-AF28-BF1D7B986041}"/>
                    </a:ext>
                  </a:extLst>
                </p14:cNvPr>
                <p14:cNvContentPartPr/>
                <p14:nvPr/>
              </p14:nvContentPartPr>
              <p14:xfrm>
                <a:off x="10677827" y="2480120"/>
                <a:ext cx="141480" cy="173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CF77DF6-CB2D-1E04-AF28-BF1D7B98604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668827" y="2471480"/>
                  <a:ext cx="159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BF85994-F312-82B6-B18F-441822310DA1}"/>
                    </a:ext>
                  </a:extLst>
                </p14:cNvPr>
                <p14:cNvContentPartPr/>
                <p14:nvPr/>
              </p14:nvContentPartPr>
              <p14:xfrm>
                <a:off x="11090387" y="1976480"/>
                <a:ext cx="95040" cy="196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BF85994-F312-82B6-B18F-441822310DA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081747" y="1967840"/>
                  <a:ext cx="112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7EE4D4E-20F0-18C5-43A2-8AAA7B0BB62B}"/>
                    </a:ext>
                  </a:extLst>
                </p14:cNvPr>
                <p14:cNvContentPartPr/>
                <p14:nvPr/>
              </p14:nvContentPartPr>
              <p14:xfrm>
                <a:off x="11214947" y="2035160"/>
                <a:ext cx="76680" cy="78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7EE4D4E-20F0-18C5-43A2-8AAA7B0BB62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05947" y="2026520"/>
                  <a:ext cx="94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ED2EDA1-4A53-1C1D-2A98-23DB13F32E49}"/>
                    </a:ext>
                  </a:extLst>
                </p14:cNvPr>
                <p14:cNvContentPartPr/>
                <p14:nvPr/>
              </p14:nvContentPartPr>
              <p14:xfrm>
                <a:off x="11309627" y="2032640"/>
                <a:ext cx="55800" cy="71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ED2EDA1-4A53-1C1D-2A98-23DB13F32E4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00627" y="2024000"/>
                  <a:ext cx="73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F23D551-F76C-76FA-E290-BA3485B16AD4}"/>
                    </a:ext>
                  </a:extLst>
                </p14:cNvPr>
                <p14:cNvContentPartPr/>
                <p14:nvPr/>
              </p14:nvContentPartPr>
              <p14:xfrm>
                <a:off x="11485667" y="1838960"/>
                <a:ext cx="67320" cy="293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F23D551-F76C-76FA-E290-BA3485B16AD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476667" y="1829960"/>
                  <a:ext cx="84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8F22138-6893-35AA-3A64-E48B359D58F6}"/>
                    </a:ext>
                  </a:extLst>
                </p14:cNvPr>
                <p14:cNvContentPartPr/>
                <p14:nvPr/>
              </p14:nvContentPartPr>
              <p14:xfrm>
                <a:off x="11429867" y="2008160"/>
                <a:ext cx="158400" cy="19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8F22138-6893-35AA-3A64-E48B359D58F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421227" y="1999520"/>
                  <a:ext cx="176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DB00702-2463-CE96-F3E5-2ADCFAB416C1}"/>
                    </a:ext>
                  </a:extLst>
                </p14:cNvPr>
                <p14:cNvContentPartPr/>
                <p14:nvPr/>
              </p14:nvContentPartPr>
              <p14:xfrm>
                <a:off x="11596907" y="2039840"/>
                <a:ext cx="82800" cy="68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DB00702-2463-CE96-F3E5-2ADCFAB416C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588267" y="2030840"/>
                  <a:ext cx="100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A701CE1-4D11-7CFC-07E4-3A2BEBDF7D6B}"/>
                    </a:ext>
                  </a:extLst>
                </p14:cNvPr>
                <p14:cNvContentPartPr/>
                <p14:nvPr/>
              </p14:nvContentPartPr>
              <p14:xfrm>
                <a:off x="11700227" y="1874960"/>
                <a:ext cx="144360" cy="239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A701CE1-4D11-7CFC-07E4-3A2BEBDF7D6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691227" y="1865960"/>
                  <a:ext cx="1620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D243667-6BBB-9D35-4D09-024E42E6FF07}"/>
                    </a:ext>
                  </a:extLst>
                </p14:cNvPr>
                <p14:cNvContentPartPr/>
                <p14:nvPr/>
              </p14:nvContentPartPr>
              <p14:xfrm>
                <a:off x="11923427" y="1883240"/>
                <a:ext cx="20520" cy="234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D243667-6BBB-9D35-4D09-024E42E6FF0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914787" y="1874600"/>
                  <a:ext cx="3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E739CA5-C21B-AA11-3B66-D341913E707F}"/>
                    </a:ext>
                  </a:extLst>
                </p14:cNvPr>
                <p14:cNvContentPartPr/>
                <p14:nvPr/>
              </p14:nvContentPartPr>
              <p14:xfrm>
                <a:off x="11940707" y="2217320"/>
                <a:ext cx="14040" cy="2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E739CA5-C21B-AA11-3B66-D341913E707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932067" y="2208680"/>
                  <a:ext cx="3168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3F9BC492-2077-674F-3C42-843651007F93}"/>
                  </a:ext>
                </a:extLst>
              </p14:cNvPr>
              <p14:cNvContentPartPr/>
              <p14:nvPr/>
            </p14:nvContentPartPr>
            <p14:xfrm>
              <a:off x="8510987" y="5042960"/>
              <a:ext cx="121320" cy="1411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3F9BC492-2077-674F-3C42-843651007F9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506667" y="5038640"/>
                <a:ext cx="12996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E0F332A-C68A-26FB-1718-A8B64B981561}"/>
              </a:ext>
            </a:extLst>
          </p:cNvPr>
          <p:cNvGrpSpPr/>
          <p:nvPr/>
        </p:nvGrpSpPr>
        <p:grpSpPr>
          <a:xfrm>
            <a:off x="8843267" y="4598360"/>
            <a:ext cx="1769040" cy="933480"/>
            <a:chOff x="8843267" y="4598360"/>
            <a:chExt cx="1769040" cy="93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F70456D-8282-DAB3-7694-68B1F07F1397}"/>
                    </a:ext>
                  </a:extLst>
                </p14:cNvPr>
                <p14:cNvContentPartPr/>
                <p14:nvPr/>
              </p14:nvContentPartPr>
              <p14:xfrm>
                <a:off x="8865227" y="5085440"/>
                <a:ext cx="95040" cy="64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F70456D-8282-DAB3-7694-68B1F07F139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860907" y="5081120"/>
                  <a:ext cx="1036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7E86E98-E082-2AE3-3436-680985354B7D}"/>
                    </a:ext>
                  </a:extLst>
                </p14:cNvPr>
                <p14:cNvContentPartPr/>
                <p14:nvPr/>
              </p14:nvContentPartPr>
              <p14:xfrm>
                <a:off x="8843267" y="5144840"/>
                <a:ext cx="126000" cy="50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7E86E98-E082-2AE3-3436-680985354B7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38947" y="5140520"/>
                  <a:ext cx="1346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C99E6F1-69BB-F28A-FCA3-522E16EAB371}"/>
                    </a:ext>
                  </a:extLst>
                </p14:cNvPr>
                <p14:cNvContentPartPr/>
                <p14:nvPr/>
              </p14:nvContentPartPr>
              <p14:xfrm>
                <a:off x="9158627" y="5055200"/>
                <a:ext cx="167040" cy="99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C99E6F1-69BB-F28A-FCA3-522E16EAB37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154307" y="5050880"/>
                  <a:ext cx="175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3E57854-E90B-AF15-4EDC-59646C66573A}"/>
                    </a:ext>
                  </a:extLst>
                </p14:cNvPr>
                <p14:cNvContentPartPr/>
                <p14:nvPr/>
              </p14:nvContentPartPr>
              <p14:xfrm>
                <a:off x="9523667" y="5051600"/>
                <a:ext cx="181080" cy="14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3E57854-E90B-AF15-4EDC-59646C66573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519347" y="5047280"/>
                  <a:ext cx="189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F2C0805-C68B-05AA-31BF-FB64B58AAAF9}"/>
                    </a:ext>
                  </a:extLst>
                </p14:cNvPr>
                <p14:cNvContentPartPr/>
                <p14:nvPr/>
              </p14:nvContentPartPr>
              <p14:xfrm>
                <a:off x="9854867" y="4946120"/>
                <a:ext cx="41760" cy="181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F2C0805-C68B-05AA-31BF-FB64B58AAAF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850547" y="4941800"/>
                  <a:ext cx="504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8AC48EE-1AAF-CC84-7BD0-A33460B90470}"/>
                    </a:ext>
                  </a:extLst>
                </p14:cNvPr>
                <p14:cNvContentPartPr/>
                <p14:nvPr/>
              </p14:nvContentPartPr>
              <p14:xfrm>
                <a:off x="10160147" y="4598360"/>
                <a:ext cx="452160" cy="933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8AC48EE-1AAF-CC84-7BD0-A33460B9047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155827" y="4594040"/>
                  <a:ext cx="460800" cy="9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5C609E1-D008-C00D-A688-31D216011158}"/>
                    </a:ext>
                  </a:extLst>
                </p14:cNvPr>
                <p14:cNvContentPartPr/>
                <p14:nvPr/>
              </p14:nvContentPartPr>
              <p14:xfrm>
                <a:off x="10017227" y="5045480"/>
                <a:ext cx="16920" cy="43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5C609E1-D008-C00D-A688-31D21601115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012907" y="5041160"/>
                  <a:ext cx="25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AB063C7-999F-6A17-E0C4-CC9D894C7F82}"/>
                    </a:ext>
                  </a:extLst>
                </p14:cNvPr>
                <p14:cNvContentPartPr/>
                <p14:nvPr/>
              </p14:nvContentPartPr>
              <p14:xfrm>
                <a:off x="9824627" y="5230520"/>
                <a:ext cx="128880" cy="166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AB063C7-999F-6A17-E0C4-CC9D894C7F8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820307" y="5226200"/>
                  <a:ext cx="13752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F25A7B4-BE23-BB97-C6EB-FE90EE0EF3CD}"/>
              </a:ext>
            </a:extLst>
          </p:cNvPr>
          <p:cNvGrpSpPr/>
          <p:nvPr/>
        </p:nvGrpSpPr>
        <p:grpSpPr>
          <a:xfrm>
            <a:off x="10850267" y="4999760"/>
            <a:ext cx="832320" cy="425880"/>
            <a:chOff x="10850267" y="4999760"/>
            <a:chExt cx="83232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16E2D76-0E67-9ED4-88E6-24A4A9171D78}"/>
                    </a:ext>
                  </a:extLst>
                </p14:cNvPr>
                <p14:cNvContentPartPr/>
                <p14:nvPr/>
              </p14:nvContentPartPr>
              <p14:xfrm>
                <a:off x="10850267" y="4999760"/>
                <a:ext cx="178200" cy="120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16E2D76-0E67-9ED4-88E6-24A4A9171D7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845947" y="4995440"/>
                  <a:ext cx="186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2205C13-761C-CBD4-9599-2D94C99D8E2F}"/>
                    </a:ext>
                  </a:extLst>
                </p14:cNvPr>
                <p14:cNvContentPartPr/>
                <p14:nvPr/>
              </p14:nvContentPartPr>
              <p14:xfrm>
                <a:off x="11177147" y="5051960"/>
                <a:ext cx="119160" cy="11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2205C13-761C-CBD4-9599-2D94C99D8E2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172827" y="5047640"/>
                  <a:ext cx="127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8A88162-BA39-5C1F-47FF-FCEA828D17A8}"/>
                    </a:ext>
                  </a:extLst>
                </p14:cNvPr>
                <p14:cNvContentPartPr/>
                <p14:nvPr/>
              </p14:nvContentPartPr>
              <p14:xfrm>
                <a:off x="11357867" y="5038640"/>
                <a:ext cx="123480" cy="10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8A88162-BA39-5C1F-47FF-FCEA828D17A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353547" y="5034320"/>
                  <a:ext cx="1321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306D2A0-5234-B0A3-2B67-E934FE3079D0}"/>
                    </a:ext>
                  </a:extLst>
                </p14:cNvPr>
                <p14:cNvContentPartPr/>
                <p14:nvPr/>
              </p14:nvContentPartPr>
              <p14:xfrm>
                <a:off x="11668547" y="5021360"/>
                <a:ext cx="14040" cy="464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306D2A0-5234-B0A3-2B67-E934FE3079D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664227" y="5017040"/>
                  <a:ext cx="22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D4B65EB-7E7A-F0E3-9D19-6953A6305B36}"/>
                    </a:ext>
                  </a:extLst>
                </p14:cNvPr>
                <p14:cNvContentPartPr/>
                <p14:nvPr/>
              </p14:nvContentPartPr>
              <p14:xfrm>
                <a:off x="11327627" y="5216120"/>
                <a:ext cx="288720" cy="209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D4B65EB-7E7A-F0E3-9D19-6953A6305B3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323307" y="5211800"/>
                  <a:ext cx="297360" cy="21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399780E3-E90B-271F-ED82-0F3DCBA28CC0}"/>
                  </a:ext>
                </a:extLst>
              </p14:cNvPr>
              <p14:cNvContentPartPr/>
              <p14:nvPr/>
            </p14:nvContentPartPr>
            <p14:xfrm>
              <a:off x="7240547" y="1066760"/>
              <a:ext cx="47160" cy="424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399780E3-E90B-271F-ED82-0F3DCBA28CC0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236227" y="1062440"/>
                <a:ext cx="558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834669EE-C7F5-8AFA-6130-9C3CDEE25776}"/>
                  </a:ext>
                </a:extLst>
              </p14:cNvPr>
              <p14:cNvContentPartPr/>
              <p14:nvPr/>
            </p14:nvContentPartPr>
            <p14:xfrm>
              <a:off x="7090067" y="1230920"/>
              <a:ext cx="99720" cy="12672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834669EE-C7F5-8AFA-6130-9C3CDEE2577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085747" y="1226600"/>
                <a:ext cx="108360" cy="13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3EC1CBAD-16DD-7658-5B12-29A3A439E4E5}"/>
              </a:ext>
            </a:extLst>
          </p:cNvPr>
          <p:cNvGrpSpPr/>
          <p:nvPr/>
        </p:nvGrpSpPr>
        <p:grpSpPr>
          <a:xfrm>
            <a:off x="4372427" y="1551680"/>
            <a:ext cx="1683000" cy="945360"/>
            <a:chOff x="4372427" y="1551680"/>
            <a:chExt cx="1683000" cy="9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F412EC8-93C5-5A84-4099-F40F0425681F}"/>
                    </a:ext>
                  </a:extLst>
                </p14:cNvPr>
                <p14:cNvContentPartPr/>
                <p14:nvPr/>
              </p14:nvContentPartPr>
              <p14:xfrm>
                <a:off x="4375307" y="1996280"/>
                <a:ext cx="109440" cy="132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F412EC8-93C5-5A84-4099-F40F0425681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370987" y="1991960"/>
                  <a:ext cx="1180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90ED359-8E26-DD38-DC6D-A7864726A0AD}"/>
                    </a:ext>
                  </a:extLst>
                </p14:cNvPr>
                <p14:cNvContentPartPr/>
                <p14:nvPr/>
              </p14:nvContentPartPr>
              <p14:xfrm>
                <a:off x="4608587" y="2036960"/>
                <a:ext cx="16200" cy="59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90ED359-8E26-DD38-DC6D-A7864726A0A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04267" y="2032640"/>
                  <a:ext cx="24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353F2D4-64CC-FC64-DFC5-6AA31B2C1056}"/>
                    </a:ext>
                  </a:extLst>
                </p14:cNvPr>
                <p14:cNvContentPartPr/>
                <p14:nvPr/>
              </p14:nvContentPartPr>
              <p14:xfrm>
                <a:off x="4713347" y="1844720"/>
                <a:ext cx="9360" cy="32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353F2D4-64CC-FC64-DFC5-6AA31B2C105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09027" y="1840400"/>
                  <a:ext cx="18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1A23585-3BB1-05A7-A351-B1A89D54FAE4}"/>
                    </a:ext>
                  </a:extLst>
                </p14:cNvPr>
                <p14:cNvContentPartPr/>
                <p14:nvPr/>
              </p14:nvContentPartPr>
              <p14:xfrm>
                <a:off x="4372427" y="1618280"/>
                <a:ext cx="101880" cy="104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1A23585-3BB1-05A7-A351-B1A89D54FAE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368107" y="1613960"/>
                  <a:ext cx="110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605DD45-40D2-AE13-4BAC-495749644AA2}"/>
                    </a:ext>
                  </a:extLst>
                </p14:cNvPr>
                <p14:cNvContentPartPr/>
                <p14:nvPr/>
              </p14:nvContentPartPr>
              <p14:xfrm>
                <a:off x="4594547" y="1634840"/>
                <a:ext cx="116280" cy="5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605DD45-40D2-AE13-4BAC-495749644AA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90227" y="1630520"/>
                  <a:ext cx="1249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F48A231-A97A-A036-DA5A-F1E04E20752A}"/>
                    </a:ext>
                  </a:extLst>
                </p14:cNvPr>
                <p14:cNvContentPartPr/>
                <p14:nvPr/>
              </p14:nvContentPartPr>
              <p14:xfrm>
                <a:off x="4820267" y="1608560"/>
                <a:ext cx="132480" cy="154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F48A231-A97A-A036-DA5A-F1E04E20752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815947" y="1604240"/>
                  <a:ext cx="141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80E3FB8-1CCE-9DE0-458D-70FDA2BC5401}"/>
                    </a:ext>
                  </a:extLst>
                </p14:cNvPr>
                <p14:cNvContentPartPr/>
                <p14:nvPr/>
              </p14:nvContentPartPr>
              <p14:xfrm>
                <a:off x="5089547" y="1551680"/>
                <a:ext cx="14760" cy="288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80E3FB8-1CCE-9DE0-458D-70FDA2BC540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085227" y="1547360"/>
                  <a:ext cx="23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3AC904D-BB6B-2F75-3D4B-F45093F623EB}"/>
                    </a:ext>
                  </a:extLst>
                </p14:cNvPr>
                <p14:cNvContentPartPr/>
                <p14:nvPr/>
              </p14:nvContentPartPr>
              <p14:xfrm>
                <a:off x="5082707" y="1663640"/>
                <a:ext cx="100440" cy="1155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3AC904D-BB6B-2F75-3D4B-F45093F623E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078387" y="1659320"/>
                  <a:ext cx="1090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1E1DA16-42BC-F813-6102-BFF477A8103F}"/>
                    </a:ext>
                  </a:extLst>
                </p14:cNvPr>
                <p14:cNvContentPartPr/>
                <p14:nvPr/>
              </p14:nvContentPartPr>
              <p14:xfrm>
                <a:off x="4784987" y="1854800"/>
                <a:ext cx="150120" cy="3733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1E1DA16-42BC-F813-6102-BFF477A8103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780667" y="1850480"/>
                  <a:ext cx="1587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0856C96-7306-00E5-F81D-4E3C74D3A7D9}"/>
                    </a:ext>
                  </a:extLst>
                </p14:cNvPr>
                <p14:cNvContentPartPr/>
                <p14:nvPr/>
              </p14:nvContentPartPr>
              <p14:xfrm>
                <a:off x="4747907" y="2090960"/>
                <a:ext cx="113400" cy="5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0856C96-7306-00E5-F81D-4E3C74D3A7D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43587" y="2086640"/>
                  <a:ext cx="1220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3B206EF-0617-1B26-DCE2-043C87048C9E}"/>
                    </a:ext>
                  </a:extLst>
                </p14:cNvPr>
                <p14:cNvContentPartPr/>
                <p14:nvPr/>
              </p14:nvContentPartPr>
              <p14:xfrm>
                <a:off x="5030147" y="1951640"/>
                <a:ext cx="93600" cy="187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3B206EF-0617-1B26-DCE2-043C87048C9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025827" y="1947320"/>
                  <a:ext cx="102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F3A5B14-65F6-0899-D21D-927E5154902D}"/>
                    </a:ext>
                  </a:extLst>
                </p14:cNvPr>
                <p14:cNvContentPartPr/>
                <p14:nvPr/>
              </p14:nvContentPartPr>
              <p14:xfrm>
                <a:off x="4961027" y="2067560"/>
                <a:ext cx="185400" cy="176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F3A5B14-65F6-0899-D21D-927E5154902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956707" y="2063240"/>
                  <a:ext cx="194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40CE0D8-4F28-4069-6427-C14AE128D570}"/>
                    </a:ext>
                  </a:extLst>
                </p14:cNvPr>
                <p14:cNvContentPartPr/>
                <p14:nvPr/>
              </p14:nvContentPartPr>
              <p14:xfrm>
                <a:off x="5305187" y="1835000"/>
                <a:ext cx="155160" cy="3578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40CE0D8-4F28-4069-6427-C14AE128D57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300867" y="1830680"/>
                  <a:ext cx="1638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673B941-3165-6061-4B81-7196BEB32B50}"/>
                    </a:ext>
                  </a:extLst>
                </p14:cNvPr>
                <p14:cNvContentPartPr/>
                <p14:nvPr/>
              </p14:nvContentPartPr>
              <p14:xfrm>
                <a:off x="5521187" y="1933280"/>
                <a:ext cx="169560" cy="143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673B941-3165-6061-4B81-7196BEB32B5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516867" y="1928960"/>
                  <a:ext cx="178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41C6E51-7D23-EFB5-8CF5-B5038C1E52DB}"/>
                    </a:ext>
                  </a:extLst>
                </p14:cNvPr>
                <p14:cNvContentPartPr/>
                <p14:nvPr/>
              </p14:nvContentPartPr>
              <p14:xfrm>
                <a:off x="5723507" y="1805120"/>
                <a:ext cx="138240" cy="366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41C6E51-7D23-EFB5-8CF5-B5038C1E52D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719187" y="1800800"/>
                  <a:ext cx="1468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1C7CC21-1C9C-A0B3-04CE-169791D07453}"/>
                    </a:ext>
                  </a:extLst>
                </p14:cNvPr>
                <p14:cNvContentPartPr/>
                <p14:nvPr/>
              </p14:nvContentPartPr>
              <p14:xfrm>
                <a:off x="6047507" y="1992320"/>
                <a:ext cx="7920" cy="748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1C7CC21-1C9C-A0B3-04CE-169791D0745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043187" y="1988000"/>
                  <a:ext cx="16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CC764E9-D488-C049-E305-91856C641A32}"/>
                    </a:ext>
                  </a:extLst>
                </p14:cNvPr>
                <p14:cNvContentPartPr/>
                <p14:nvPr/>
              </p14:nvContentPartPr>
              <p14:xfrm>
                <a:off x="5764547" y="2191040"/>
                <a:ext cx="226080" cy="306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CC764E9-D488-C049-E305-91856C641A3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760227" y="2186720"/>
                  <a:ext cx="234720" cy="31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9F94B226-F9E2-CC89-99A3-BCC53FF6F9C3}"/>
                  </a:ext>
                </a:extLst>
              </p14:cNvPr>
              <p14:cNvContentPartPr/>
              <p14:nvPr/>
            </p14:nvContentPartPr>
            <p14:xfrm>
              <a:off x="4553707" y="4305760"/>
              <a:ext cx="84240" cy="10800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9F94B226-F9E2-CC89-99A3-BCC53FF6F9C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549387" y="4301440"/>
                <a:ext cx="928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E57BA263-4116-60C9-3571-9E28D6790E4C}"/>
                  </a:ext>
                </a:extLst>
              </p14:cNvPr>
              <p14:cNvContentPartPr/>
              <p14:nvPr/>
            </p14:nvContentPartPr>
            <p14:xfrm>
              <a:off x="3846307" y="5149240"/>
              <a:ext cx="19800" cy="774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E57BA263-4116-60C9-3571-9E28D6790E4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841987" y="5144920"/>
                <a:ext cx="28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98F72C2D-BF8D-7FFB-3BA0-7DD1B7023F05}"/>
                  </a:ext>
                </a:extLst>
              </p14:cNvPr>
              <p14:cNvContentPartPr/>
              <p14:nvPr/>
            </p14:nvContentPartPr>
            <p14:xfrm>
              <a:off x="3155467" y="6149320"/>
              <a:ext cx="126360" cy="12708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98F72C2D-BF8D-7FFB-3BA0-7DD1B7023F0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151147" y="6145000"/>
                <a:ext cx="13500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B65A9D1C-F059-0A68-FFFE-49050FA1AB3C}"/>
              </a:ext>
            </a:extLst>
          </p:cNvPr>
          <p:cNvGrpSpPr/>
          <p:nvPr/>
        </p:nvGrpSpPr>
        <p:grpSpPr>
          <a:xfrm>
            <a:off x="4489067" y="3898520"/>
            <a:ext cx="238680" cy="195120"/>
            <a:chOff x="4489067" y="3898520"/>
            <a:chExt cx="23868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59501A-A747-4F13-E270-21AB802E7326}"/>
                    </a:ext>
                  </a:extLst>
                </p14:cNvPr>
                <p14:cNvContentPartPr/>
                <p14:nvPr/>
              </p14:nvContentPartPr>
              <p14:xfrm>
                <a:off x="4489067" y="3913640"/>
                <a:ext cx="41760" cy="1800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59501A-A747-4F13-E270-21AB802E732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484747" y="3909320"/>
                  <a:ext cx="50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6EE6126-F3C4-FC57-E5B2-F1756501FE70}"/>
                    </a:ext>
                  </a:extLst>
                </p14:cNvPr>
                <p14:cNvContentPartPr/>
                <p14:nvPr/>
              </p14:nvContentPartPr>
              <p14:xfrm>
                <a:off x="4604267" y="3898520"/>
                <a:ext cx="123480" cy="150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6EE6126-F3C4-FC57-E5B2-F1756501FE7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599947" y="3894200"/>
                  <a:ext cx="13212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273CB56-E568-D67E-641E-9971B792BE11}"/>
              </a:ext>
            </a:extLst>
          </p:cNvPr>
          <p:cNvGrpSpPr/>
          <p:nvPr/>
        </p:nvGrpSpPr>
        <p:grpSpPr>
          <a:xfrm>
            <a:off x="3861587" y="4737680"/>
            <a:ext cx="198720" cy="307800"/>
            <a:chOff x="3861587" y="4737680"/>
            <a:chExt cx="19872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A531489-123A-9010-3D0E-97DA2F032CF6}"/>
                    </a:ext>
                  </a:extLst>
                </p14:cNvPr>
                <p14:cNvContentPartPr/>
                <p14:nvPr/>
              </p14:nvContentPartPr>
              <p14:xfrm>
                <a:off x="3861587" y="4737680"/>
                <a:ext cx="198720" cy="1969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A531489-123A-9010-3D0E-97DA2F032CF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857267" y="4733360"/>
                  <a:ext cx="2073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54CDC0A-3D22-9018-87DC-4987BCE2BC97}"/>
                    </a:ext>
                  </a:extLst>
                </p14:cNvPr>
                <p14:cNvContentPartPr/>
                <p14:nvPr/>
              </p14:nvContentPartPr>
              <p14:xfrm>
                <a:off x="3999107" y="4808240"/>
                <a:ext cx="30600" cy="2372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54CDC0A-3D22-9018-87DC-4987BCE2BC9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994787" y="4803920"/>
                  <a:ext cx="3924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42769D93-1183-2EED-B617-E72E63CD4099}"/>
                  </a:ext>
                </a:extLst>
              </p14:cNvPr>
              <p14:cNvContentPartPr/>
              <p14:nvPr/>
            </p14:nvContentPartPr>
            <p14:xfrm>
              <a:off x="4093067" y="5748920"/>
              <a:ext cx="162360" cy="1522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42769D93-1183-2EED-B617-E72E63CD4099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4088747" y="5744600"/>
                <a:ext cx="171000" cy="1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3728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8441D1-9A0F-3862-A05B-FA3707C165FA}"/>
                  </a:ext>
                </a:extLst>
              </p14:cNvPr>
              <p14:cNvContentPartPr/>
              <p14:nvPr/>
            </p14:nvContentPartPr>
            <p14:xfrm>
              <a:off x="1429067" y="620946"/>
              <a:ext cx="105120" cy="166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8441D1-9A0F-3862-A05B-FA3707C165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4747" y="616626"/>
                <a:ext cx="113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E690CB-EEB6-E1E3-D96D-84A6CFBE5459}"/>
                  </a:ext>
                </a:extLst>
              </p14:cNvPr>
              <p14:cNvContentPartPr/>
              <p14:nvPr/>
            </p14:nvContentPartPr>
            <p14:xfrm>
              <a:off x="1575227" y="645066"/>
              <a:ext cx="66240" cy="121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E690CB-EEB6-E1E3-D96D-84A6CFBE54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0907" y="640746"/>
                <a:ext cx="748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F3792D-DB36-26E5-5D23-083466A6A49A}"/>
                  </a:ext>
                </a:extLst>
              </p14:cNvPr>
              <p14:cNvContentPartPr/>
              <p14:nvPr/>
            </p14:nvContentPartPr>
            <p14:xfrm>
              <a:off x="1748747" y="665586"/>
              <a:ext cx="84240" cy="87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F3792D-DB36-26E5-5D23-083466A6A4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44427" y="661266"/>
                <a:ext cx="928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DCC27C-A340-C99B-E33F-63392B55C63F}"/>
                  </a:ext>
                </a:extLst>
              </p14:cNvPr>
              <p14:cNvContentPartPr/>
              <p14:nvPr/>
            </p14:nvContentPartPr>
            <p14:xfrm>
              <a:off x="1907507" y="500706"/>
              <a:ext cx="113400" cy="22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DCC27C-A340-C99B-E33F-63392B55C6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03187" y="496386"/>
                <a:ext cx="1220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36CD04B-2325-BFB8-B427-6B620FA9C73A}"/>
                  </a:ext>
                </a:extLst>
              </p14:cNvPr>
              <p14:cNvContentPartPr/>
              <p14:nvPr/>
            </p14:nvContentPartPr>
            <p14:xfrm>
              <a:off x="1885187" y="624186"/>
              <a:ext cx="153000" cy="9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36CD04B-2325-BFB8-B427-6B620FA9C7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80867" y="619866"/>
                <a:ext cx="161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C1DAA50-ACB7-BA37-AFA8-31AF91A82C2C}"/>
                  </a:ext>
                </a:extLst>
              </p14:cNvPr>
              <p14:cNvContentPartPr/>
              <p14:nvPr/>
            </p14:nvContentPartPr>
            <p14:xfrm>
              <a:off x="2398547" y="490626"/>
              <a:ext cx="273960" cy="372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C1DAA50-ACB7-BA37-AFA8-31AF91A82C2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94227" y="486306"/>
                <a:ext cx="2826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B09E00F-2F75-AB5C-BF31-88280D71DA67}"/>
                  </a:ext>
                </a:extLst>
              </p14:cNvPr>
              <p14:cNvContentPartPr/>
              <p14:nvPr/>
            </p14:nvContentPartPr>
            <p14:xfrm>
              <a:off x="2446067" y="802386"/>
              <a:ext cx="148680" cy="80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B09E00F-2F75-AB5C-BF31-88280D71DA6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41747" y="798066"/>
                <a:ext cx="1573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CBD76C-C59D-295F-8E3C-390D2D4DB6B5}"/>
                  </a:ext>
                </a:extLst>
              </p14:cNvPr>
              <p14:cNvContentPartPr/>
              <p14:nvPr/>
            </p14:nvContentPartPr>
            <p14:xfrm>
              <a:off x="2599427" y="802386"/>
              <a:ext cx="111600" cy="123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CBD76C-C59D-295F-8E3C-390D2D4DB6B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95107" y="798066"/>
                <a:ext cx="1202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D2FDC7C-7ED9-731A-AD0F-C46EB447B59A}"/>
                  </a:ext>
                </a:extLst>
              </p14:cNvPr>
              <p14:cNvContentPartPr/>
              <p14:nvPr/>
            </p14:nvContentPartPr>
            <p14:xfrm>
              <a:off x="2194067" y="975906"/>
              <a:ext cx="743040" cy="464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D2FDC7C-7ED9-731A-AD0F-C46EB447B59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89747" y="971586"/>
                <a:ext cx="75168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EB07DEC-B5A4-7E60-D012-B9290AC5541D}"/>
                  </a:ext>
                </a:extLst>
              </p14:cNvPr>
              <p14:cNvContentPartPr/>
              <p14:nvPr/>
            </p14:nvContentPartPr>
            <p14:xfrm>
              <a:off x="2035307" y="1399986"/>
              <a:ext cx="245160" cy="388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EB07DEC-B5A4-7E60-D012-B9290AC5541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30987" y="1395666"/>
                <a:ext cx="25380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E813989-A3D2-A5AB-B026-0F90008C3038}"/>
                  </a:ext>
                </a:extLst>
              </p14:cNvPr>
              <p14:cNvContentPartPr/>
              <p14:nvPr/>
            </p14:nvContentPartPr>
            <p14:xfrm>
              <a:off x="1539227" y="1768986"/>
              <a:ext cx="741600" cy="513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E813989-A3D2-A5AB-B026-0F90008C30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34907" y="1764666"/>
                <a:ext cx="750240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2285449-FD79-34A8-50CD-FD931BE80FD8}"/>
                  </a:ext>
                </a:extLst>
              </p14:cNvPr>
              <p14:cNvContentPartPr/>
              <p14:nvPr/>
            </p14:nvContentPartPr>
            <p14:xfrm>
              <a:off x="1378307" y="2278746"/>
              <a:ext cx="325440" cy="528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2285449-FD79-34A8-50CD-FD931BE80FD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73987" y="2274426"/>
                <a:ext cx="33408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25C2D92-B710-3A29-2950-BBDE0A06E24A}"/>
                  </a:ext>
                </a:extLst>
              </p14:cNvPr>
              <p14:cNvContentPartPr/>
              <p14:nvPr/>
            </p14:nvContentPartPr>
            <p14:xfrm>
              <a:off x="1212347" y="2970666"/>
              <a:ext cx="20880" cy="161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25C2D92-B710-3A29-2950-BBDE0A06E24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08027" y="2966346"/>
                <a:ext cx="295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BE9D411-2625-591E-D0B6-8E6E26438B61}"/>
                  </a:ext>
                </a:extLst>
              </p14:cNvPr>
              <p14:cNvContentPartPr/>
              <p14:nvPr/>
            </p14:nvContentPartPr>
            <p14:xfrm>
              <a:off x="1013267" y="2809386"/>
              <a:ext cx="448560" cy="487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BE9D411-2625-591E-D0B6-8E6E26438B6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8947" y="2805066"/>
                <a:ext cx="45720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437EA06-2A83-1103-F1DC-D9CD578124E2}"/>
                  </a:ext>
                </a:extLst>
              </p14:cNvPr>
              <p14:cNvContentPartPr/>
              <p14:nvPr/>
            </p14:nvContentPartPr>
            <p14:xfrm>
              <a:off x="1919027" y="2284866"/>
              <a:ext cx="243360" cy="513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437EA06-2A83-1103-F1DC-D9CD578124E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914707" y="2280546"/>
                <a:ext cx="25200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51E70C5-1CD8-0219-1DE5-4350E317ABA9}"/>
                  </a:ext>
                </a:extLst>
              </p14:cNvPr>
              <p14:cNvContentPartPr/>
              <p14:nvPr/>
            </p14:nvContentPartPr>
            <p14:xfrm>
              <a:off x="1872947" y="2775546"/>
              <a:ext cx="516240" cy="498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51E70C5-1CD8-0219-1DE5-4350E317ABA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68627" y="2771226"/>
                <a:ext cx="52488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C32CE57-97DB-46B7-3DA4-90BE68CF6104}"/>
                  </a:ext>
                </a:extLst>
              </p14:cNvPr>
              <p14:cNvContentPartPr/>
              <p14:nvPr/>
            </p14:nvContentPartPr>
            <p14:xfrm>
              <a:off x="1997867" y="3383946"/>
              <a:ext cx="171000" cy="92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C32CE57-97DB-46B7-3DA4-90BE68CF61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93547" y="3379626"/>
                <a:ext cx="1796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D558F2E-D2EC-5ED2-85D8-AC0276F95B7F}"/>
                  </a:ext>
                </a:extLst>
              </p14:cNvPr>
              <p14:cNvContentPartPr/>
              <p14:nvPr/>
            </p14:nvContentPartPr>
            <p14:xfrm>
              <a:off x="2111267" y="3415986"/>
              <a:ext cx="25200" cy="102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558F2E-D2EC-5ED2-85D8-AC0276F95B7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106947" y="3411666"/>
                <a:ext cx="338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016D65A-78A5-D014-260E-9DDCE8015C46}"/>
                  </a:ext>
                </a:extLst>
              </p14:cNvPr>
              <p14:cNvContentPartPr/>
              <p14:nvPr/>
            </p14:nvContentPartPr>
            <p14:xfrm>
              <a:off x="2739467" y="1406106"/>
              <a:ext cx="381240" cy="524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016D65A-78A5-D014-260E-9DDCE8015C4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35147" y="1401786"/>
                <a:ext cx="38988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D45A74C-FA82-8A21-61C1-574F8BDB3FF8}"/>
                  </a:ext>
                </a:extLst>
              </p14:cNvPr>
              <p14:cNvContentPartPr/>
              <p14:nvPr/>
            </p14:nvContentPartPr>
            <p14:xfrm>
              <a:off x="3024587" y="1971306"/>
              <a:ext cx="132840" cy="149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D45A74C-FA82-8A21-61C1-574F8BDB3FF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020267" y="1966986"/>
                <a:ext cx="1414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B5AC92C-E7D1-D73A-101B-8B1418C31421}"/>
                  </a:ext>
                </a:extLst>
              </p14:cNvPr>
              <p14:cNvContentPartPr/>
              <p14:nvPr/>
            </p14:nvContentPartPr>
            <p14:xfrm>
              <a:off x="3127907" y="1882386"/>
              <a:ext cx="135000" cy="25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B5AC92C-E7D1-D73A-101B-8B1418C3142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123587" y="1878066"/>
                <a:ext cx="1436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AF902E7-5559-268D-971D-6ABBA4A40CEA}"/>
                  </a:ext>
                </a:extLst>
              </p14:cNvPr>
              <p14:cNvContentPartPr/>
              <p14:nvPr/>
            </p14:nvContentPartPr>
            <p14:xfrm>
              <a:off x="2759987" y="1856106"/>
              <a:ext cx="661680" cy="406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AF902E7-5559-268D-971D-6ABBA4A40CE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55667" y="1851786"/>
                <a:ext cx="67032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44FA0FE-4F0F-CA86-EAC9-EFAF2A77FDB0}"/>
                  </a:ext>
                </a:extLst>
              </p14:cNvPr>
              <p14:cNvContentPartPr/>
              <p14:nvPr/>
            </p14:nvContentPartPr>
            <p14:xfrm>
              <a:off x="2470907" y="1520226"/>
              <a:ext cx="84240" cy="108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44FA0FE-4F0F-CA86-EAC9-EFAF2A77FDB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66587" y="1515906"/>
                <a:ext cx="928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A214D95-8E07-CDBA-5AF3-612C52A136E9}"/>
                  </a:ext>
                </a:extLst>
              </p14:cNvPr>
              <p14:cNvContentPartPr/>
              <p14:nvPr/>
            </p14:nvContentPartPr>
            <p14:xfrm>
              <a:off x="1763507" y="2363706"/>
              <a:ext cx="19800" cy="77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A214D95-8E07-CDBA-5AF3-612C52A136E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59187" y="2359386"/>
                <a:ext cx="28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40D1C41-AC47-5D7F-F1C8-B22CACCAF7A1}"/>
                  </a:ext>
                </a:extLst>
              </p14:cNvPr>
              <p14:cNvContentPartPr/>
              <p14:nvPr/>
            </p14:nvContentPartPr>
            <p14:xfrm>
              <a:off x="1072667" y="3363786"/>
              <a:ext cx="126360" cy="127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40D1C41-AC47-5D7F-F1C8-B22CACCAF7A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68347" y="3359466"/>
                <a:ext cx="1350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EAF5C2A-C8D3-50E6-E8E3-250672AE5D8A}"/>
                  </a:ext>
                </a:extLst>
              </p14:cNvPr>
              <p14:cNvContentPartPr/>
              <p14:nvPr/>
            </p14:nvContentPartPr>
            <p14:xfrm>
              <a:off x="2406267" y="1128106"/>
              <a:ext cx="41760" cy="180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EAF5C2A-C8D3-50E6-E8E3-250672AE5D8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401947" y="1123786"/>
                <a:ext cx="504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8023795-0650-74F7-1882-F97475CFA5C0}"/>
                  </a:ext>
                </a:extLst>
              </p14:cNvPr>
              <p14:cNvContentPartPr/>
              <p14:nvPr/>
            </p14:nvContentPartPr>
            <p14:xfrm>
              <a:off x="2521467" y="1112986"/>
              <a:ext cx="123480" cy="150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8023795-0650-74F7-1882-F97475CFA5C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517147" y="1108666"/>
                <a:ext cx="1321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9121817-CDD2-CD3C-6CF7-BED27966E0A4}"/>
                  </a:ext>
                </a:extLst>
              </p14:cNvPr>
              <p14:cNvContentPartPr/>
              <p14:nvPr/>
            </p14:nvContentPartPr>
            <p14:xfrm>
              <a:off x="1778787" y="1952146"/>
              <a:ext cx="198720" cy="196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9121817-CDD2-CD3C-6CF7-BED27966E0A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74467" y="1947826"/>
                <a:ext cx="2073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536386F-875B-BB0B-0B7D-58415BC1823A}"/>
                  </a:ext>
                </a:extLst>
              </p14:cNvPr>
              <p14:cNvContentPartPr/>
              <p14:nvPr/>
            </p14:nvContentPartPr>
            <p14:xfrm>
              <a:off x="1916307" y="2022706"/>
              <a:ext cx="30600" cy="237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536386F-875B-BB0B-0B7D-58415BC1823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911987" y="2018386"/>
                <a:ext cx="392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7351895-0C51-644C-1005-7FD10A45847C}"/>
                  </a:ext>
                </a:extLst>
              </p14:cNvPr>
              <p14:cNvContentPartPr/>
              <p14:nvPr/>
            </p14:nvContentPartPr>
            <p14:xfrm>
              <a:off x="2010267" y="2963386"/>
              <a:ext cx="162360" cy="152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7351895-0C51-644C-1005-7FD10A45847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05947" y="2959066"/>
                <a:ext cx="1710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958C52C-3B94-50F5-37D2-6E9E57DF5EA6}"/>
                  </a:ext>
                </a:extLst>
              </p14:cNvPr>
              <p14:cNvContentPartPr/>
              <p14:nvPr/>
            </p14:nvContentPartPr>
            <p14:xfrm>
              <a:off x="4394747" y="1064960"/>
              <a:ext cx="168480" cy="201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958C52C-3B94-50F5-37D2-6E9E57DF5EA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390427" y="1060640"/>
                <a:ext cx="1771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8A120C8-15E0-A3E8-6AF2-1FA437FD6840}"/>
                  </a:ext>
                </a:extLst>
              </p14:cNvPr>
              <p14:cNvContentPartPr/>
              <p14:nvPr/>
            </p14:nvContentPartPr>
            <p14:xfrm>
              <a:off x="4587707" y="1072160"/>
              <a:ext cx="266760" cy="108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8A120C8-15E0-A3E8-6AF2-1FA437FD684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583387" y="1067840"/>
                <a:ext cx="2754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8B17B16-669A-BF69-04DA-D65692EAE2A3}"/>
                  </a:ext>
                </a:extLst>
              </p14:cNvPr>
              <p14:cNvContentPartPr/>
              <p14:nvPr/>
            </p14:nvContentPartPr>
            <p14:xfrm>
              <a:off x="4889387" y="1059920"/>
              <a:ext cx="132840" cy="122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8B17B16-669A-BF69-04DA-D65692EAE2A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885067" y="1055600"/>
                <a:ext cx="14148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E78B778-79F2-E29C-D003-4CD5442FA476}"/>
                  </a:ext>
                </a:extLst>
              </p14:cNvPr>
              <p14:cNvContentPartPr/>
              <p14:nvPr/>
            </p14:nvContentPartPr>
            <p14:xfrm>
              <a:off x="5084147" y="1072520"/>
              <a:ext cx="139680" cy="287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E78B778-79F2-E29C-D003-4CD5442FA47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079827" y="1068200"/>
                <a:ext cx="1483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7D890A9-6F8A-ABE2-1F33-5912D5DE1587}"/>
                  </a:ext>
                </a:extLst>
              </p14:cNvPr>
              <p14:cNvContentPartPr/>
              <p14:nvPr/>
            </p14:nvContentPartPr>
            <p14:xfrm>
              <a:off x="5329307" y="829880"/>
              <a:ext cx="249840" cy="489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7D890A9-6F8A-ABE2-1F33-5912D5DE158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24987" y="825560"/>
                <a:ext cx="25848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53DAC96-AFF1-AFE9-F21D-EA5FB68CC25F}"/>
                  </a:ext>
                </a:extLst>
              </p14:cNvPr>
              <p14:cNvContentPartPr/>
              <p14:nvPr/>
            </p14:nvContentPartPr>
            <p14:xfrm>
              <a:off x="5600027" y="1011680"/>
              <a:ext cx="140400" cy="158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53DAC96-AFF1-AFE9-F21D-EA5FB68CC25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595707" y="1007360"/>
                <a:ext cx="1490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C6DEADE-8F8A-1FC7-7985-CD2E8B445D27}"/>
                  </a:ext>
                </a:extLst>
              </p14:cNvPr>
              <p14:cNvContentPartPr/>
              <p14:nvPr/>
            </p14:nvContentPartPr>
            <p14:xfrm>
              <a:off x="5718827" y="1228400"/>
              <a:ext cx="157680" cy="139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C6DEADE-8F8A-1FC7-7985-CD2E8B445D2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14507" y="1224080"/>
                <a:ext cx="1663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F27EB43-C1AE-CDAF-736A-774E8C3FF809}"/>
                  </a:ext>
                </a:extLst>
              </p14:cNvPr>
              <p14:cNvContentPartPr/>
              <p14:nvPr/>
            </p14:nvContentPartPr>
            <p14:xfrm>
              <a:off x="6195107" y="1038320"/>
              <a:ext cx="155520" cy="125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F27EB43-C1AE-CDAF-736A-774E8C3FF80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90787" y="1034000"/>
                <a:ext cx="1641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4C78E2A-A616-CE5C-F54D-26FEA9AA3893}"/>
                  </a:ext>
                </a:extLst>
              </p14:cNvPr>
              <p14:cNvContentPartPr/>
              <p14:nvPr/>
            </p14:nvContentPartPr>
            <p14:xfrm>
              <a:off x="6480947" y="1053800"/>
              <a:ext cx="172800" cy="133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4C78E2A-A616-CE5C-F54D-26FEA9AA389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476627" y="1049480"/>
                <a:ext cx="1814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BF9765E-C054-70A8-38BC-BDB80C02E62F}"/>
                  </a:ext>
                </a:extLst>
              </p14:cNvPr>
              <p14:cNvContentPartPr/>
              <p14:nvPr/>
            </p14:nvContentPartPr>
            <p14:xfrm>
              <a:off x="6838067" y="967040"/>
              <a:ext cx="43200" cy="153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BF9765E-C054-70A8-38BC-BDB80C02E62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833747" y="962720"/>
                <a:ext cx="518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0E11251-CCBD-9C50-5BB2-69E9660C1C47}"/>
                  </a:ext>
                </a:extLst>
              </p14:cNvPr>
              <p14:cNvContentPartPr/>
              <p14:nvPr/>
            </p14:nvContentPartPr>
            <p14:xfrm>
              <a:off x="6923027" y="801080"/>
              <a:ext cx="169200" cy="4762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0E11251-CCBD-9C50-5BB2-69E9660C1C4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918707" y="796760"/>
                <a:ext cx="17784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F7EFE29-E596-63DD-5846-70272C6B42A0}"/>
                  </a:ext>
                </a:extLst>
              </p14:cNvPr>
              <p14:cNvContentPartPr/>
              <p14:nvPr/>
            </p14:nvContentPartPr>
            <p14:xfrm>
              <a:off x="7240547" y="1066760"/>
              <a:ext cx="47160" cy="42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F7EFE29-E596-63DD-5846-70272C6B42A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236227" y="1062440"/>
                <a:ext cx="558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BA6467A-3BF0-F9E0-112A-FB89628F504F}"/>
                  </a:ext>
                </a:extLst>
              </p14:cNvPr>
              <p14:cNvContentPartPr/>
              <p14:nvPr/>
            </p14:nvContentPartPr>
            <p14:xfrm>
              <a:off x="7090067" y="1230920"/>
              <a:ext cx="99720" cy="126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BA6467A-3BF0-F9E0-112A-FB89628F504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085747" y="1226600"/>
                <a:ext cx="1083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5A40DA0-911B-AD10-B274-EECE6FF99322}"/>
                  </a:ext>
                </a:extLst>
              </p14:cNvPr>
              <p14:cNvContentPartPr/>
              <p14:nvPr/>
            </p14:nvContentPartPr>
            <p14:xfrm>
              <a:off x="4375307" y="1996280"/>
              <a:ext cx="109440" cy="132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5A40DA0-911B-AD10-B274-EECE6FF9932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370987" y="1991960"/>
                <a:ext cx="1180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C42E68C-FBE5-9CF9-A8E6-721FAA00F354}"/>
                  </a:ext>
                </a:extLst>
              </p14:cNvPr>
              <p14:cNvContentPartPr/>
              <p14:nvPr/>
            </p14:nvContentPartPr>
            <p14:xfrm>
              <a:off x="4608587" y="2036960"/>
              <a:ext cx="16200" cy="59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C42E68C-FBE5-9CF9-A8E6-721FAA00F35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604267" y="2032640"/>
                <a:ext cx="248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F27248C-2D19-52F1-CCFA-74969F8B4BB9}"/>
                  </a:ext>
                </a:extLst>
              </p14:cNvPr>
              <p14:cNvContentPartPr/>
              <p14:nvPr/>
            </p14:nvContentPartPr>
            <p14:xfrm>
              <a:off x="4713347" y="1844720"/>
              <a:ext cx="9360" cy="32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F27248C-2D19-52F1-CCFA-74969F8B4BB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709027" y="1840400"/>
                <a:ext cx="180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A7EEA1B-CA30-417F-66AF-BD13540B28AF}"/>
                  </a:ext>
                </a:extLst>
              </p14:cNvPr>
              <p14:cNvContentPartPr/>
              <p14:nvPr/>
            </p14:nvContentPartPr>
            <p14:xfrm>
              <a:off x="4372427" y="1618280"/>
              <a:ext cx="101880" cy="1044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A7EEA1B-CA30-417F-66AF-BD13540B28A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368107" y="1613960"/>
                <a:ext cx="1105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ED416C7-7FA3-7C3F-B1A6-890D98CC5EF8}"/>
                  </a:ext>
                </a:extLst>
              </p14:cNvPr>
              <p14:cNvContentPartPr/>
              <p14:nvPr/>
            </p14:nvContentPartPr>
            <p14:xfrm>
              <a:off x="4594547" y="1634840"/>
              <a:ext cx="116280" cy="57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ED416C7-7FA3-7C3F-B1A6-890D98CC5EF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590227" y="1630520"/>
                <a:ext cx="12492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4F6BC46-F573-7B42-3021-A8D9E027543C}"/>
                  </a:ext>
                </a:extLst>
              </p14:cNvPr>
              <p14:cNvContentPartPr/>
              <p14:nvPr/>
            </p14:nvContentPartPr>
            <p14:xfrm>
              <a:off x="4820267" y="1608560"/>
              <a:ext cx="132480" cy="154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4F6BC46-F573-7B42-3021-A8D9E027543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815947" y="1604240"/>
                <a:ext cx="141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6A62A3C-EB08-E09C-B590-DE9684018B93}"/>
                  </a:ext>
                </a:extLst>
              </p14:cNvPr>
              <p14:cNvContentPartPr/>
              <p14:nvPr/>
            </p14:nvContentPartPr>
            <p14:xfrm>
              <a:off x="5089547" y="1551680"/>
              <a:ext cx="14760" cy="28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6A62A3C-EB08-E09C-B590-DE9684018B9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85227" y="1547360"/>
                <a:ext cx="234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F697165-D23E-1708-6BEA-ADEADAF46B17}"/>
                  </a:ext>
                </a:extLst>
              </p14:cNvPr>
              <p14:cNvContentPartPr/>
              <p14:nvPr/>
            </p14:nvContentPartPr>
            <p14:xfrm>
              <a:off x="5082707" y="1663640"/>
              <a:ext cx="100440" cy="1155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F697165-D23E-1708-6BEA-ADEADAF46B1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78387" y="1659320"/>
                <a:ext cx="1090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6DCFBEA-CD2F-7DA6-112E-C1E37BC738AE}"/>
                  </a:ext>
                </a:extLst>
              </p14:cNvPr>
              <p14:cNvContentPartPr/>
              <p14:nvPr/>
            </p14:nvContentPartPr>
            <p14:xfrm>
              <a:off x="4784987" y="1854800"/>
              <a:ext cx="150120" cy="3733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6DCFBEA-CD2F-7DA6-112E-C1E37BC738A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80667" y="1850480"/>
                <a:ext cx="15876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3111B19-E2CD-F4D0-FEA5-31AB13A0F116}"/>
                  </a:ext>
                </a:extLst>
              </p14:cNvPr>
              <p14:cNvContentPartPr/>
              <p14:nvPr/>
            </p14:nvContentPartPr>
            <p14:xfrm>
              <a:off x="4747907" y="2090960"/>
              <a:ext cx="113400" cy="5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3111B19-E2CD-F4D0-FEA5-31AB13A0F11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743587" y="2086640"/>
                <a:ext cx="12204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AFD1867-A4E1-F301-A2B4-0A283088BE20}"/>
                  </a:ext>
                </a:extLst>
              </p14:cNvPr>
              <p14:cNvContentPartPr/>
              <p14:nvPr/>
            </p14:nvContentPartPr>
            <p14:xfrm>
              <a:off x="5030147" y="1951640"/>
              <a:ext cx="93600" cy="1872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AFD1867-A4E1-F301-A2B4-0A283088BE2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025827" y="1947320"/>
                <a:ext cx="1022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FEF62DA-DD0D-3607-996E-A8745D2D97E3}"/>
                  </a:ext>
                </a:extLst>
              </p14:cNvPr>
              <p14:cNvContentPartPr/>
              <p14:nvPr/>
            </p14:nvContentPartPr>
            <p14:xfrm>
              <a:off x="4961027" y="2067560"/>
              <a:ext cx="185400" cy="176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FEF62DA-DD0D-3607-996E-A8745D2D97E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956707" y="2063240"/>
                <a:ext cx="1940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BCC0FE6-317B-41AA-2880-C8065D4EBDB4}"/>
                  </a:ext>
                </a:extLst>
              </p14:cNvPr>
              <p14:cNvContentPartPr/>
              <p14:nvPr/>
            </p14:nvContentPartPr>
            <p14:xfrm>
              <a:off x="5305187" y="1835000"/>
              <a:ext cx="155160" cy="3578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BCC0FE6-317B-41AA-2880-C8065D4EBDB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300867" y="1830680"/>
                <a:ext cx="16380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236008A-59AF-AE87-3F0C-AC3C02B5660C}"/>
                  </a:ext>
                </a:extLst>
              </p14:cNvPr>
              <p14:cNvContentPartPr/>
              <p14:nvPr/>
            </p14:nvContentPartPr>
            <p14:xfrm>
              <a:off x="5521187" y="1933280"/>
              <a:ext cx="169560" cy="143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236008A-59AF-AE87-3F0C-AC3C02B5660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516867" y="1928960"/>
                <a:ext cx="17820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02976A7-29D1-5030-928E-5CACBFB6C2F9}"/>
                  </a:ext>
                </a:extLst>
              </p14:cNvPr>
              <p14:cNvContentPartPr/>
              <p14:nvPr/>
            </p14:nvContentPartPr>
            <p14:xfrm>
              <a:off x="5723507" y="1805120"/>
              <a:ext cx="138240" cy="366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02976A7-29D1-5030-928E-5CACBFB6C2F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719187" y="1800800"/>
                <a:ext cx="1468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176DB6C-9AE2-FFC3-2283-A485137E243D}"/>
                  </a:ext>
                </a:extLst>
              </p14:cNvPr>
              <p14:cNvContentPartPr/>
              <p14:nvPr/>
            </p14:nvContentPartPr>
            <p14:xfrm>
              <a:off x="6047507" y="1992320"/>
              <a:ext cx="7920" cy="748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176DB6C-9AE2-FFC3-2283-A485137E243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043187" y="1988000"/>
                <a:ext cx="165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A8BABCC-10D6-3FE5-1C37-6613CD63D958}"/>
                  </a:ext>
                </a:extLst>
              </p14:cNvPr>
              <p14:cNvContentPartPr/>
              <p14:nvPr/>
            </p14:nvContentPartPr>
            <p14:xfrm>
              <a:off x="5764547" y="2191040"/>
              <a:ext cx="226080" cy="3060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A8BABCC-10D6-3FE5-1C37-6613CD63D95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760227" y="2186720"/>
                <a:ext cx="23472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D991BDE-E1DF-82ED-546E-BDA2ECA3E1B5}"/>
                  </a:ext>
                </a:extLst>
              </p14:cNvPr>
              <p14:cNvContentPartPr/>
              <p14:nvPr/>
            </p14:nvContentPartPr>
            <p14:xfrm>
              <a:off x="4687787" y="4941440"/>
              <a:ext cx="1080" cy="147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D991BDE-E1DF-82ED-546E-BDA2ECA3E1B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683467" y="4937120"/>
                <a:ext cx="972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28A1A70-2E69-FACC-2027-07F4E607C901}"/>
              </a:ext>
            </a:extLst>
          </p:cNvPr>
          <p:cNvGrpSpPr/>
          <p:nvPr/>
        </p:nvGrpSpPr>
        <p:grpSpPr>
          <a:xfrm>
            <a:off x="1290107" y="3970880"/>
            <a:ext cx="387000" cy="116640"/>
            <a:chOff x="1290107" y="3970880"/>
            <a:chExt cx="387000" cy="1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0ED149-A8C1-04B0-849F-E776EACB8F65}"/>
                    </a:ext>
                  </a:extLst>
                </p14:cNvPr>
                <p14:cNvContentPartPr/>
                <p14:nvPr/>
              </p14:nvContentPartPr>
              <p14:xfrm>
                <a:off x="1290107" y="3984200"/>
                <a:ext cx="128880" cy="103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0ED149-A8C1-04B0-849F-E776EACB8F6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85787" y="3979880"/>
                  <a:ext cx="137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9FC1C19-0B69-0D0D-9EA4-FE7731EAABF4}"/>
                    </a:ext>
                  </a:extLst>
                </p14:cNvPr>
                <p14:cNvContentPartPr/>
                <p14:nvPr/>
              </p14:nvContentPartPr>
              <p14:xfrm>
                <a:off x="1566227" y="3970880"/>
                <a:ext cx="106560" cy="7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9FC1C19-0B69-0D0D-9EA4-FE7731EAABF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61907" y="3966560"/>
                  <a:ext cx="1152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72F922B-5D86-0EC5-651E-BC0D665AC7B3}"/>
                    </a:ext>
                  </a:extLst>
                </p14:cNvPr>
                <p14:cNvContentPartPr/>
                <p14:nvPr/>
              </p14:nvContentPartPr>
              <p14:xfrm>
                <a:off x="1550387" y="4024160"/>
                <a:ext cx="126720" cy="31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72F922B-5D86-0EC5-651E-BC0D665AC7B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46067" y="4019840"/>
                  <a:ext cx="13536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C69C6D8-3A7E-8927-813B-132638FF4B65}"/>
              </a:ext>
            </a:extLst>
          </p:cNvPr>
          <p:cNvGrpSpPr/>
          <p:nvPr/>
        </p:nvGrpSpPr>
        <p:grpSpPr>
          <a:xfrm>
            <a:off x="1870787" y="3860360"/>
            <a:ext cx="254160" cy="213120"/>
            <a:chOff x="1870787" y="3860360"/>
            <a:chExt cx="25416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CE038F1-3969-5DFB-0A93-92657DC039F8}"/>
                    </a:ext>
                  </a:extLst>
                </p14:cNvPr>
                <p14:cNvContentPartPr/>
                <p14:nvPr/>
              </p14:nvContentPartPr>
              <p14:xfrm>
                <a:off x="1870787" y="3890240"/>
                <a:ext cx="145800" cy="183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CE038F1-3969-5DFB-0A93-92657DC039F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66467" y="3885920"/>
                  <a:ext cx="154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1B09F1A-69E0-CE0A-D3E7-94D20979D173}"/>
                    </a:ext>
                  </a:extLst>
                </p14:cNvPr>
                <p14:cNvContentPartPr/>
                <p14:nvPr/>
              </p14:nvContentPartPr>
              <p14:xfrm>
                <a:off x="1990667" y="3860360"/>
                <a:ext cx="134280" cy="23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1B09F1A-69E0-CE0A-D3E7-94D20979D17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86347" y="3856040"/>
                  <a:ext cx="1429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212F095-C99B-2C72-7991-3927A5F350CA}"/>
                  </a:ext>
                </a:extLst>
              </p14:cNvPr>
              <p14:cNvContentPartPr/>
              <p14:nvPr/>
            </p14:nvContentPartPr>
            <p14:xfrm>
              <a:off x="8337867" y="443146"/>
              <a:ext cx="105120" cy="1666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212F095-C99B-2C72-7991-3927A5F350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33547" y="438826"/>
                <a:ext cx="113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4B222B2-A78E-58DB-CE54-61581FEE3944}"/>
                  </a:ext>
                </a:extLst>
              </p14:cNvPr>
              <p14:cNvContentPartPr/>
              <p14:nvPr/>
            </p14:nvContentPartPr>
            <p14:xfrm>
              <a:off x="8484027" y="467266"/>
              <a:ext cx="66240" cy="1216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4B222B2-A78E-58DB-CE54-61581FEE39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79707" y="462946"/>
                <a:ext cx="748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1F12ED5-3645-5013-756C-43B7DBA60E51}"/>
                  </a:ext>
                </a:extLst>
              </p14:cNvPr>
              <p14:cNvContentPartPr/>
              <p14:nvPr/>
            </p14:nvContentPartPr>
            <p14:xfrm>
              <a:off x="8657547" y="487786"/>
              <a:ext cx="84240" cy="878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1F12ED5-3645-5013-756C-43B7DBA60E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53227" y="483466"/>
                <a:ext cx="928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BA55429-46D8-FC70-0DEE-8305C29D4CD5}"/>
                  </a:ext>
                </a:extLst>
              </p14:cNvPr>
              <p14:cNvContentPartPr/>
              <p14:nvPr/>
            </p14:nvContentPartPr>
            <p14:xfrm>
              <a:off x="8816307" y="322906"/>
              <a:ext cx="113400" cy="2293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BA55429-46D8-FC70-0DEE-8305C29D4C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11987" y="318586"/>
                <a:ext cx="1220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BEAD270-155C-F5F7-B747-F845F476359D}"/>
                  </a:ext>
                </a:extLst>
              </p14:cNvPr>
              <p14:cNvContentPartPr/>
              <p14:nvPr/>
            </p14:nvContentPartPr>
            <p14:xfrm>
              <a:off x="8793987" y="446386"/>
              <a:ext cx="153000" cy="9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BEAD270-155C-F5F7-B747-F845F47635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89667" y="442066"/>
                <a:ext cx="161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E8B621B-62DE-E1F4-CB22-9809D9720821}"/>
                  </a:ext>
                </a:extLst>
              </p14:cNvPr>
              <p14:cNvContentPartPr/>
              <p14:nvPr/>
            </p14:nvContentPartPr>
            <p14:xfrm>
              <a:off x="9307347" y="312826"/>
              <a:ext cx="273960" cy="372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E8B621B-62DE-E1F4-CB22-9809D972082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03027" y="308506"/>
                <a:ext cx="2826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8B7918C-6CCB-6064-D523-47EFC680DFBE}"/>
                  </a:ext>
                </a:extLst>
              </p14:cNvPr>
              <p14:cNvContentPartPr/>
              <p14:nvPr/>
            </p14:nvContentPartPr>
            <p14:xfrm>
              <a:off x="9354867" y="624586"/>
              <a:ext cx="148680" cy="802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8B7918C-6CCB-6064-D523-47EFC680DFB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50547" y="620266"/>
                <a:ext cx="1573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F6AC83F-49F4-F44C-57CA-F2A0A21CEF89}"/>
                  </a:ext>
                </a:extLst>
              </p14:cNvPr>
              <p14:cNvContentPartPr/>
              <p14:nvPr/>
            </p14:nvContentPartPr>
            <p14:xfrm>
              <a:off x="9508227" y="624586"/>
              <a:ext cx="111600" cy="123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F6AC83F-49F4-F44C-57CA-F2A0A21CEF8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03907" y="620266"/>
                <a:ext cx="1202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81F7D69-BEC5-8136-48E9-58E16B1AB8A2}"/>
                  </a:ext>
                </a:extLst>
              </p14:cNvPr>
              <p14:cNvContentPartPr/>
              <p14:nvPr/>
            </p14:nvContentPartPr>
            <p14:xfrm>
              <a:off x="9102867" y="798106"/>
              <a:ext cx="743040" cy="4647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81F7D69-BEC5-8136-48E9-58E16B1AB8A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98547" y="793786"/>
                <a:ext cx="75168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CEE2AFF-2B1B-6A86-9CBE-BDF510C23758}"/>
                  </a:ext>
                </a:extLst>
              </p14:cNvPr>
              <p14:cNvContentPartPr/>
              <p14:nvPr/>
            </p14:nvContentPartPr>
            <p14:xfrm>
              <a:off x="8944107" y="1222186"/>
              <a:ext cx="245160" cy="388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CEE2AFF-2B1B-6A86-9CBE-BDF510C237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39787" y="1217866"/>
                <a:ext cx="25380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F370DE9-8326-7B0E-23FA-B9A3C07E7609}"/>
                  </a:ext>
                </a:extLst>
              </p14:cNvPr>
              <p14:cNvContentPartPr/>
              <p14:nvPr/>
            </p14:nvContentPartPr>
            <p14:xfrm>
              <a:off x="8448027" y="1591186"/>
              <a:ext cx="741600" cy="513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F370DE9-8326-7B0E-23FA-B9A3C07E760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43707" y="1586866"/>
                <a:ext cx="750240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0E4EB22-2D9C-BA14-FB47-52187339773B}"/>
                  </a:ext>
                </a:extLst>
              </p14:cNvPr>
              <p14:cNvContentPartPr/>
              <p14:nvPr/>
            </p14:nvContentPartPr>
            <p14:xfrm>
              <a:off x="8287107" y="2100946"/>
              <a:ext cx="325440" cy="528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0E4EB22-2D9C-BA14-FB47-52187339773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82787" y="2096626"/>
                <a:ext cx="33408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D873B8E-3639-C421-5C81-213536C81E87}"/>
                  </a:ext>
                </a:extLst>
              </p14:cNvPr>
              <p14:cNvContentPartPr/>
              <p14:nvPr/>
            </p14:nvContentPartPr>
            <p14:xfrm>
              <a:off x="8121147" y="2792866"/>
              <a:ext cx="20880" cy="161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D873B8E-3639-C421-5C81-213536C81E8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16827" y="2788546"/>
                <a:ext cx="295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CAEC38D-11C7-8FEF-F59E-6390D5CDF616}"/>
                  </a:ext>
                </a:extLst>
              </p14:cNvPr>
              <p14:cNvContentPartPr/>
              <p14:nvPr/>
            </p14:nvContentPartPr>
            <p14:xfrm>
              <a:off x="7922067" y="2631586"/>
              <a:ext cx="448560" cy="4878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CAEC38D-11C7-8FEF-F59E-6390D5CDF61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17747" y="2627266"/>
                <a:ext cx="45720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1AC8F8C-F904-78AB-E088-B408197C677F}"/>
                  </a:ext>
                </a:extLst>
              </p14:cNvPr>
              <p14:cNvContentPartPr/>
              <p14:nvPr/>
            </p14:nvContentPartPr>
            <p14:xfrm>
              <a:off x="8827827" y="2107066"/>
              <a:ext cx="243360" cy="5137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1AC8F8C-F904-78AB-E088-B408197C677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823507" y="2102746"/>
                <a:ext cx="25200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79F092D-162F-C67E-8D85-79CEBD95E080}"/>
                  </a:ext>
                </a:extLst>
              </p14:cNvPr>
              <p14:cNvContentPartPr/>
              <p14:nvPr/>
            </p14:nvContentPartPr>
            <p14:xfrm>
              <a:off x="8781747" y="2597746"/>
              <a:ext cx="516240" cy="4986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79F092D-162F-C67E-8D85-79CEBD95E08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77427" y="2593426"/>
                <a:ext cx="52488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E6F3675-ADCB-7415-2A8D-85121AFE57D2}"/>
                  </a:ext>
                </a:extLst>
              </p14:cNvPr>
              <p14:cNvContentPartPr/>
              <p14:nvPr/>
            </p14:nvContentPartPr>
            <p14:xfrm>
              <a:off x="8906667" y="3206146"/>
              <a:ext cx="171000" cy="921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E6F3675-ADCB-7415-2A8D-85121AFE57D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02347" y="3201826"/>
                <a:ext cx="1796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B9A4D45-59F8-F619-EA5D-64695BFC1D8B}"/>
                  </a:ext>
                </a:extLst>
              </p14:cNvPr>
              <p14:cNvContentPartPr/>
              <p14:nvPr/>
            </p14:nvContentPartPr>
            <p14:xfrm>
              <a:off x="9020067" y="3238186"/>
              <a:ext cx="25200" cy="1026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B9A4D45-59F8-F619-EA5D-64695BFC1D8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5747" y="3233866"/>
                <a:ext cx="338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87F6E01-C739-A4E3-6CD7-EBF6F2A1C1F3}"/>
                  </a:ext>
                </a:extLst>
              </p14:cNvPr>
              <p14:cNvContentPartPr/>
              <p14:nvPr/>
            </p14:nvContentPartPr>
            <p14:xfrm>
              <a:off x="9648267" y="1228306"/>
              <a:ext cx="381240" cy="5248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87F6E01-C739-A4E3-6CD7-EBF6F2A1C1F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643947" y="1223986"/>
                <a:ext cx="38988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E02F5756-6308-9E6B-A7E2-0FD2CD0F75D0}"/>
                  </a:ext>
                </a:extLst>
              </p14:cNvPr>
              <p14:cNvContentPartPr/>
              <p14:nvPr/>
            </p14:nvContentPartPr>
            <p14:xfrm>
              <a:off x="9933387" y="1793506"/>
              <a:ext cx="132840" cy="1497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E02F5756-6308-9E6B-A7E2-0FD2CD0F75D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929067" y="1789186"/>
                <a:ext cx="1414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3F12CD5-018E-3E7F-A38B-F687C46979F6}"/>
                  </a:ext>
                </a:extLst>
              </p14:cNvPr>
              <p14:cNvContentPartPr/>
              <p14:nvPr/>
            </p14:nvContentPartPr>
            <p14:xfrm>
              <a:off x="10036707" y="1704586"/>
              <a:ext cx="135000" cy="25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3F12CD5-018E-3E7F-A38B-F687C46979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032387" y="1700266"/>
                <a:ext cx="1436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656BFCF-885C-C305-59F6-E454073BFE84}"/>
                  </a:ext>
                </a:extLst>
              </p14:cNvPr>
              <p14:cNvContentPartPr/>
              <p14:nvPr/>
            </p14:nvContentPartPr>
            <p14:xfrm>
              <a:off x="9668787" y="1678306"/>
              <a:ext cx="661680" cy="4060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656BFCF-885C-C305-59F6-E454073BFE8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664467" y="1673986"/>
                <a:ext cx="67032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81F8F96-95A3-F9E6-D1D5-C2DFC034AFC4}"/>
                  </a:ext>
                </a:extLst>
              </p14:cNvPr>
              <p14:cNvContentPartPr/>
              <p14:nvPr/>
            </p14:nvContentPartPr>
            <p14:xfrm>
              <a:off x="9379707" y="1342426"/>
              <a:ext cx="84240" cy="1080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81F8F96-95A3-F9E6-D1D5-C2DFC034AFC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375387" y="1338106"/>
                <a:ext cx="928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3AB8CFE-52C9-F2F8-855C-F87580C5969B}"/>
                  </a:ext>
                </a:extLst>
              </p14:cNvPr>
              <p14:cNvContentPartPr/>
              <p14:nvPr/>
            </p14:nvContentPartPr>
            <p14:xfrm>
              <a:off x="8672307" y="2185906"/>
              <a:ext cx="19800" cy="774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3AB8CFE-52C9-F2F8-855C-F87580C5969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667987" y="2181586"/>
                <a:ext cx="28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797B49D-1CF9-EF34-9483-36B6CF4A1E27}"/>
                  </a:ext>
                </a:extLst>
              </p14:cNvPr>
              <p14:cNvContentPartPr/>
              <p14:nvPr/>
            </p14:nvContentPartPr>
            <p14:xfrm>
              <a:off x="7981467" y="3185986"/>
              <a:ext cx="126360" cy="127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797B49D-1CF9-EF34-9483-36B6CF4A1E2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977147" y="3181666"/>
                <a:ext cx="1350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F5CB957-0149-C9F1-699F-31BCDCBC770B}"/>
                  </a:ext>
                </a:extLst>
              </p14:cNvPr>
              <p14:cNvContentPartPr/>
              <p14:nvPr/>
            </p14:nvContentPartPr>
            <p14:xfrm>
              <a:off x="8687587" y="1774346"/>
              <a:ext cx="198720" cy="1969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F5CB957-0149-C9F1-699F-31BCDCBC770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83267" y="1770026"/>
                <a:ext cx="2073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9B42DF2-0293-8FAB-8255-10CB9A7B8AB5}"/>
                  </a:ext>
                </a:extLst>
              </p14:cNvPr>
              <p14:cNvContentPartPr/>
              <p14:nvPr/>
            </p14:nvContentPartPr>
            <p14:xfrm>
              <a:off x="8825107" y="1844906"/>
              <a:ext cx="30600" cy="2372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9B42DF2-0293-8FAB-8255-10CB9A7B8AB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820787" y="1840586"/>
                <a:ext cx="392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D41610F-C70F-D627-4B55-9E7A55F2CAAA}"/>
                  </a:ext>
                </a:extLst>
              </p14:cNvPr>
              <p14:cNvContentPartPr/>
              <p14:nvPr/>
            </p14:nvContentPartPr>
            <p14:xfrm>
              <a:off x="8907347" y="2814200"/>
              <a:ext cx="26640" cy="1414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D41610F-C70F-D627-4B55-9E7A55F2CAAA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8903027" y="2809880"/>
                <a:ext cx="352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F9FFC537-4A8C-2601-1C18-3E3632A80819}"/>
                  </a:ext>
                </a:extLst>
              </p14:cNvPr>
              <p14:cNvContentPartPr/>
              <p14:nvPr/>
            </p14:nvContentPartPr>
            <p14:xfrm>
              <a:off x="9053867" y="2781800"/>
              <a:ext cx="106560" cy="1443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F9FFC537-4A8C-2601-1C18-3E3632A8081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9049547" y="2777480"/>
                <a:ext cx="11520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F4C26BD-FC16-F4DC-AEFE-5DD8915E8AD7}"/>
                  </a:ext>
                </a:extLst>
              </p14:cNvPr>
              <p14:cNvContentPartPr/>
              <p14:nvPr/>
            </p14:nvContentPartPr>
            <p14:xfrm>
              <a:off x="9358067" y="950120"/>
              <a:ext cx="208080" cy="1425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F4C26BD-FC16-F4DC-AEFE-5DD8915E8AD7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9353747" y="945800"/>
                <a:ext cx="2167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BD25858-313E-F514-080B-7752DCD1EDCE}"/>
                  </a:ext>
                </a:extLst>
              </p14:cNvPr>
              <p14:cNvContentPartPr/>
              <p14:nvPr/>
            </p14:nvContentPartPr>
            <p14:xfrm>
              <a:off x="8735267" y="2395160"/>
              <a:ext cx="548280" cy="9475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BD25858-313E-F514-080B-7752DCD1EDC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645267" y="2215160"/>
                <a:ext cx="727920" cy="130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0E12DED-43B2-CCE7-0048-163CA5CCEE9E}"/>
              </a:ext>
            </a:extLst>
          </p:cNvPr>
          <p:cNvGrpSpPr/>
          <p:nvPr/>
        </p:nvGrpSpPr>
        <p:grpSpPr>
          <a:xfrm>
            <a:off x="9414947" y="2369960"/>
            <a:ext cx="1782720" cy="528840"/>
            <a:chOff x="9414947" y="2369960"/>
            <a:chExt cx="1782720" cy="52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736A6E8-6CD1-1D2D-4C31-9AB1C2BE6645}"/>
                    </a:ext>
                  </a:extLst>
                </p14:cNvPr>
                <p14:cNvContentPartPr/>
                <p14:nvPr/>
              </p14:nvContentPartPr>
              <p14:xfrm>
                <a:off x="9995627" y="2519000"/>
                <a:ext cx="51480" cy="30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736A6E8-6CD1-1D2D-4C31-9AB1C2BE664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986627" y="2510360"/>
                  <a:ext cx="69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91AE624-82A1-F0D3-C472-DA0779CEA6D2}"/>
                    </a:ext>
                  </a:extLst>
                </p14:cNvPr>
                <p14:cNvContentPartPr/>
                <p14:nvPr/>
              </p14:nvContentPartPr>
              <p14:xfrm>
                <a:off x="9765947" y="2699000"/>
                <a:ext cx="75600" cy="48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91AE624-82A1-F0D3-C472-DA0779CEA6D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757307" y="2690360"/>
                  <a:ext cx="93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03F8F5E-62E4-1709-23F8-DD6DCFDA5D93}"/>
                    </a:ext>
                  </a:extLst>
                </p14:cNvPr>
                <p14:cNvContentPartPr/>
                <p14:nvPr/>
              </p14:nvContentPartPr>
              <p14:xfrm>
                <a:off x="9522947" y="2804480"/>
                <a:ext cx="102600" cy="32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03F8F5E-62E4-1709-23F8-DD6DCFDA5D9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513947" y="2795480"/>
                  <a:ext cx="120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50707D1-4188-9623-3574-0263857C5D1D}"/>
                    </a:ext>
                  </a:extLst>
                </p14:cNvPr>
                <p14:cNvContentPartPr/>
                <p14:nvPr/>
              </p14:nvContentPartPr>
              <p14:xfrm>
                <a:off x="9498827" y="2832200"/>
                <a:ext cx="7200" cy="6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50707D1-4188-9623-3574-0263857C5D1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490187" y="2823560"/>
                  <a:ext cx="24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8077A5F-2E2D-8649-295A-80DD08863898}"/>
                    </a:ext>
                  </a:extLst>
                </p14:cNvPr>
                <p14:cNvContentPartPr/>
                <p14:nvPr/>
              </p14:nvContentPartPr>
              <p14:xfrm>
                <a:off x="9414947" y="2718440"/>
                <a:ext cx="149760" cy="180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8077A5F-2E2D-8649-295A-80DD0886389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405947" y="2709800"/>
                  <a:ext cx="1674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56DF0AB-2587-38F6-D21A-696AC6EF4813}"/>
                    </a:ext>
                  </a:extLst>
                </p14:cNvPr>
                <p14:cNvContentPartPr/>
                <p14:nvPr/>
              </p14:nvContentPartPr>
              <p14:xfrm>
                <a:off x="10162307" y="2529800"/>
                <a:ext cx="128520" cy="157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56DF0AB-2587-38F6-D21A-696AC6EF481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153667" y="2520800"/>
                  <a:ext cx="146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86744B1-31C7-66D4-1805-56CB2368DB0D}"/>
                    </a:ext>
                  </a:extLst>
                </p14:cNvPr>
                <p14:cNvContentPartPr/>
                <p14:nvPr/>
              </p14:nvContentPartPr>
              <p14:xfrm>
                <a:off x="10336187" y="2542400"/>
                <a:ext cx="196920" cy="108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86744B1-31C7-66D4-1805-56CB2368DB0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327547" y="2533760"/>
                  <a:ext cx="214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613BB64-5910-0A3E-7D63-E0CA10BB03AB}"/>
                    </a:ext>
                  </a:extLst>
                </p14:cNvPr>
                <p14:cNvContentPartPr/>
                <p14:nvPr/>
              </p14:nvContentPartPr>
              <p14:xfrm>
                <a:off x="10614107" y="2382200"/>
                <a:ext cx="132120" cy="293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613BB64-5910-0A3E-7D63-E0CA10BB03A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605467" y="2373560"/>
                  <a:ext cx="149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6AE2771-EBBB-F92F-EE3C-7FD70FB51517}"/>
                    </a:ext>
                  </a:extLst>
                </p14:cNvPr>
                <p14:cNvContentPartPr/>
                <p14:nvPr/>
              </p14:nvContentPartPr>
              <p14:xfrm>
                <a:off x="10620947" y="2559320"/>
                <a:ext cx="230040" cy="106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6AE2771-EBBB-F92F-EE3C-7FD70FB5151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611947" y="2550320"/>
                  <a:ext cx="247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8C0EEB7-69DE-EF42-AD94-ECD554CD04F5}"/>
                    </a:ext>
                  </a:extLst>
                </p14:cNvPr>
                <p14:cNvContentPartPr/>
                <p14:nvPr/>
              </p14:nvContentPartPr>
              <p14:xfrm>
                <a:off x="10902827" y="2369960"/>
                <a:ext cx="294840" cy="361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8C0EEB7-69DE-EF42-AD94-ECD554CD04F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894187" y="2360960"/>
                  <a:ext cx="312480" cy="37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1993F12-B7D8-A68F-217F-64FE87D556AE}"/>
                  </a:ext>
                </a:extLst>
              </p14:cNvPr>
              <p14:cNvContentPartPr/>
              <p14:nvPr/>
            </p14:nvContentPartPr>
            <p14:xfrm>
              <a:off x="4358534" y="3516546"/>
              <a:ext cx="105120" cy="1666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1993F12-B7D8-A68F-217F-64FE87D556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4214" y="3512226"/>
                <a:ext cx="113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0C0975B-541E-6C3E-C33A-E440FC01077E}"/>
                  </a:ext>
                </a:extLst>
              </p14:cNvPr>
              <p14:cNvContentPartPr/>
              <p14:nvPr/>
            </p14:nvContentPartPr>
            <p14:xfrm>
              <a:off x="4504694" y="3540666"/>
              <a:ext cx="66240" cy="1216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0C0975B-541E-6C3E-C33A-E440FC0107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0374" y="3536346"/>
                <a:ext cx="748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12D7B1D-C31F-A571-D53F-5E8B64D46DF4}"/>
                  </a:ext>
                </a:extLst>
              </p14:cNvPr>
              <p14:cNvContentPartPr/>
              <p14:nvPr/>
            </p14:nvContentPartPr>
            <p14:xfrm>
              <a:off x="4678214" y="3561186"/>
              <a:ext cx="84240" cy="878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12D7B1D-C31F-A571-D53F-5E8B64D46D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73894" y="3556866"/>
                <a:ext cx="928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7372DDA-0CA0-C8E7-5F0E-9FEB8E8198B0}"/>
                  </a:ext>
                </a:extLst>
              </p14:cNvPr>
              <p14:cNvContentPartPr/>
              <p14:nvPr/>
            </p14:nvContentPartPr>
            <p14:xfrm>
              <a:off x="4836974" y="3396306"/>
              <a:ext cx="113400" cy="2293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7372DDA-0CA0-C8E7-5F0E-9FEB8E8198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32654" y="3391986"/>
                <a:ext cx="1220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6677FB8-7D71-12E6-685B-C427AA76BBAD}"/>
                  </a:ext>
                </a:extLst>
              </p14:cNvPr>
              <p14:cNvContentPartPr/>
              <p14:nvPr/>
            </p14:nvContentPartPr>
            <p14:xfrm>
              <a:off x="4814654" y="3519786"/>
              <a:ext cx="153000" cy="9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6677FB8-7D71-12E6-685B-C427AA76BBA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10334" y="3515466"/>
                <a:ext cx="161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C6AEC38-D1B5-3306-59F7-2A8504F86650}"/>
                  </a:ext>
                </a:extLst>
              </p14:cNvPr>
              <p14:cNvContentPartPr/>
              <p14:nvPr/>
            </p14:nvContentPartPr>
            <p14:xfrm>
              <a:off x="5328014" y="3386226"/>
              <a:ext cx="273960" cy="3729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C6AEC38-D1B5-3306-59F7-2A8504F8665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23694" y="3381906"/>
                <a:ext cx="2826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84D6C3B-96B6-3E0E-6B4A-30E97DB8B366}"/>
                  </a:ext>
                </a:extLst>
              </p14:cNvPr>
              <p14:cNvContentPartPr/>
              <p14:nvPr/>
            </p14:nvContentPartPr>
            <p14:xfrm>
              <a:off x="5375534" y="3697986"/>
              <a:ext cx="148680" cy="802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84D6C3B-96B6-3E0E-6B4A-30E97DB8B36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71214" y="3693666"/>
                <a:ext cx="1573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C16FE48-87B7-E518-14C1-0F48DC55383B}"/>
                  </a:ext>
                </a:extLst>
              </p14:cNvPr>
              <p14:cNvContentPartPr/>
              <p14:nvPr/>
            </p14:nvContentPartPr>
            <p14:xfrm>
              <a:off x="5528894" y="3697986"/>
              <a:ext cx="111600" cy="1231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C16FE48-87B7-E518-14C1-0F48DC5538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24574" y="3693666"/>
                <a:ext cx="1202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98C041F-2702-4CB9-0BE2-4B869F73609E}"/>
                  </a:ext>
                </a:extLst>
              </p14:cNvPr>
              <p14:cNvContentPartPr/>
              <p14:nvPr/>
            </p14:nvContentPartPr>
            <p14:xfrm>
              <a:off x="5123534" y="3871506"/>
              <a:ext cx="743040" cy="4647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98C041F-2702-4CB9-0BE2-4B869F73609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19214" y="3867186"/>
                <a:ext cx="75168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01F2013-ECF4-FBF0-674A-B0D2DD23485E}"/>
                  </a:ext>
                </a:extLst>
              </p14:cNvPr>
              <p14:cNvContentPartPr/>
              <p14:nvPr/>
            </p14:nvContentPartPr>
            <p14:xfrm>
              <a:off x="4964774" y="4295586"/>
              <a:ext cx="245160" cy="3880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01F2013-ECF4-FBF0-674A-B0D2DD23485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60454" y="4291266"/>
                <a:ext cx="25380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B5A6D55-42AE-9390-3974-9BC8BE68B22F}"/>
                  </a:ext>
                </a:extLst>
              </p14:cNvPr>
              <p14:cNvContentPartPr/>
              <p14:nvPr/>
            </p14:nvContentPartPr>
            <p14:xfrm>
              <a:off x="4468694" y="4664586"/>
              <a:ext cx="741600" cy="5133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B5A6D55-42AE-9390-3974-9BC8BE68B22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64374" y="4660266"/>
                <a:ext cx="750240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9A3AB521-FE70-0141-FFD8-741258AAB434}"/>
                  </a:ext>
                </a:extLst>
              </p14:cNvPr>
              <p14:cNvContentPartPr/>
              <p14:nvPr/>
            </p14:nvContentPartPr>
            <p14:xfrm>
              <a:off x="4307774" y="5174346"/>
              <a:ext cx="325440" cy="5284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9A3AB521-FE70-0141-FFD8-741258AAB43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03454" y="5170026"/>
                <a:ext cx="33408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A0595BB-64FC-7035-89EC-66126F105934}"/>
                  </a:ext>
                </a:extLst>
              </p14:cNvPr>
              <p14:cNvContentPartPr/>
              <p14:nvPr/>
            </p14:nvContentPartPr>
            <p14:xfrm>
              <a:off x="4141814" y="5866266"/>
              <a:ext cx="20880" cy="1616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A0595BB-64FC-7035-89EC-66126F10593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137494" y="5861946"/>
                <a:ext cx="295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52F1FB5-E792-5236-4116-86DBAD3D0E91}"/>
                  </a:ext>
                </a:extLst>
              </p14:cNvPr>
              <p14:cNvContentPartPr/>
              <p14:nvPr/>
            </p14:nvContentPartPr>
            <p14:xfrm>
              <a:off x="3942734" y="5704986"/>
              <a:ext cx="448560" cy="4878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52F1FB5-E792-5236-4116-86DBAD3D0E9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938414" y="5700666"/>
                <a:ext cx="45720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1240A2A0-C5BF-2C91-A7B6-6EA8361A2EC6}"/>
                  </a:ext>
                </a:extLst>
              </p14:cNvPr>
              <p14:cNvContentPartPr/>
              <p14:nvPr/>
            </p14:nvContentPartPr>
            <p14:xfrm>
              <a:off x="5668934" y="4301706"/>
              <a:ext cx="381240" cy="5248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1240A2A0-C5BF-2C91-A7B6-6EA8361A2EC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664614" y="4297386"/>
                <a:ext cx="38988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15728F3-CB66-85FA-2F8D-E0F29AC03C14}"/>
                  </a:ext>
                </a:extLst>
              </p14:cNvPr>
              <p14:cNvContentPartPr/>
              <p14:nvPr/>
            </p14:nvContentPartPr>
            <p14:xfrm>
              <a:off x="6057374" y="4777986"/>
              <a:ext cx="135000" cy="259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15728F3-CB66-85FA-2F8D-E0F29AC03C1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053054" y="4773666"/>
                <a:ext cx="1436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9CCDCE2-3316-31E7-6D6C-7A2174EB7B7C}"/>
                  </a:ext>
                </a:extLst>
              </p14:cNvPr>
              <p14:cNvContentPartPr/>
              <p14:nvPr/>
            </p14:nvContentPartPr>
            <p14:xfrm>
              <a:off x="5689454" y="4751706"/>
              <a:ext cx="661680" cy="4060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9CCDCE2-3316-31E7-6D6C-7A2174EB7B7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685134" y="4747386"/>
                <a:ext cx="67032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304E50A-3551-0F94-25C9-D636EC3A06C9}"/>
                  </a:ext>
                </a:extLst>
              </p14:cNvPr>
              <p14:cNvContentPartPr/>
              <p14:nvPr/>
            </p14:nvContentPartPr>
            <p14:xfrm>
              <a:off x="5400374" y="4415826"/>
              <a:ext cx="84240" cy="1080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304E50A-3551-0F94-25C9-D636EC3A06C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96054" y="4411506"/>
                <a:ext cx="928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511698D5-9144-CF89-6B67-E760069E00AB}"/>
                  </a:ext>
                </a:extLst>
              </p14:cNvPr>
              <p14:cNvContentPartPr/>
              <p14:nvPr/>
            </p14:nvContentPartPr>
            <p14:xfrm>
              <a:off x="4692974" y="5259306"/>
              <a:ext cx="19800" cy="774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511698D5-9144-CF89-6B67-E760069E00A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88654" y="5254986"/>
                <a:ext cx="28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2D2F4ED-21FA-B3D0-C304-568CDE7D2372}"/>
                  </a:ext>
                </a:extLst>
              </p14:cNvPr>
              <p14:cNvContentPartPr/>
              <p14:nvPr/>
            </p14:nvContentPartPr>
            <p14:xfrm>
              <a:off x="4002134" y="6259386"/>
              <a:ext cx="126360" cy="1270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2D2F4ED-21FA-B3D0-C304-568CDE7D237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97814" y="6255066"/>
                <a:ext cx="1350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8245387-E632-3953-4E87-8EC19149F4A2}"/>
                  </a:ext>
                </a:extLst>
              </p14:cNvPr>
              <p14:cNvContentPartPr/>
              <p14:nvPr/>
            </p14:nvContentPartPr>
            <p14:xfrm>
              <a:off x="4708254" y="4847746"/>
              <a:ext cx="198720" cy="1969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8245387-E632-3953-4E87-8EC19149F4A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703934" y="4843426"/>
                <a:ext cx="2073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B759338-BC4E-CD41-05AB-3FFF21198D48}"/>
                  </a:ext>
                </a:extLst>
              </p14:cNvPr>
              <p14:cNvContentPartPr/>
              <p14:nvPr/>
            </p14:nvContentPartPr>
            <p14:xfrm>
              <a:off x="4845774" y="4918306"/>
              <a:ext cx="30600" cy="2372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B759338-BC4E-CD41-05AB-3FFF21198D4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841454" y="4913986"/>
                <a:ext cx="392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BE2DB82-FFB0-2F50-9D1A-D2541310ECE2}"/>
                  </a:ext>
                </a:extLst>
              </p14:cNvPr>
              <p14:cNvContentPartPr/>
              <p14:nvPr/>
            </p14:nvContentPartPr>
            <p14:xfrm>
              <a:off x="3083627" y="2291120"/>
              <a:ext cx="134640" cy="108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BE2DB82-FFB0-2F50-9D1A-D2541310ECE2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3079307" y="2286800"/>
                <a:ext cx="1432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14ABF6D-561B-DFFF-B7CA-A40F365F054D}"/>
                  </a:ext>
                </a:extLst>
              </p14:cNvPr>
              <p14:cNvContentPartPr/>
              <p14:nvPr/>
            </p14:nvContentPartPr>
            <p14:xfrm>
              <a:off x="6032027" y="5260040"/>
              <a:ext cx="115560" cy="1231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14ABF6D-561B-DFFF-B7CA-A40F365F054D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6027707" y="5255720"/>
                <a:ext cx="12420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1B4529F-5858-02B6-48A1-7FDD17A2C1E3}"/>
                  </a:ext>
                </a:extLst>
              </p14:cNvPr>
              <p14:cNvContentPartPr/>
              <p14:nvPr/>
            </p14:nvContentPartPr>
            <p14:xfrm>
              <a:off x="9973667" y="2171600"/>
              <a:ext cx="145080" cy="1018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1B4529F-5858-02B6-48A1-7FDD17A2C1E3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9969347" y="2167280"/>
                <a:ext cx="15372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7E580D1-3625-C7FD-AB46-B0C3F8EF5585}"/>
              </a:ext>
            </a:extLst>
          </p:cNvPr>
          <p:cNvGrpSpPr/>
          <p:nvPr/>
        </p:nvGrpSpPr>
        <p:grpSpPr>
          <a:xfrm>
            <a:off x="5354867" y="3991760"/>
            <a:ext cx="253080" cy="251280"/>
            <a:chOff x="5354867" y="3991760"/>
            <a:chExt cx="25308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8AC7DE7-0A0D-EB28-50FB-CAE53C883A5B}"/>
                    </a:ext>
                  </a:extLst>
                </p14:cNvPr>
                <p14:cNvContentPartPr/>
                <p14:nvPr/>
              </p14:nvContentPartPr>
              <p14:xfrm>
                <a:off x="5354867" y="4010120"/>
                <a:ext cx="147960" cy="232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8AC7DE7-0A0D-EB28-50FB-CAE53C883A5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350547" y="4005800"/>
                  <a:ext cx="156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5C7F6A4-FB9A-5BE5-4A41-9A20515AD3DD}"/>
                    </a:ext>
                  </a:extLst>
                </p14:cNvPr>
                <p14:cNvContentPartPr/>
                <p14:nvPr/>
              </p14:nvContentPartPr>
              <p14:xfrm>
                <a:off x="5451707" y="3991760"/>
                <a:ext cx="156240" cy="35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5C7F6A4-FB9A-5BE5-4A41-9A20515AD3D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447387" y="3987440"/>
                  <a:ext cx="16488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D607A620-4D63-3BFA-6C29-E8C7045AC598}"/>
                  </a:ext>
                </a:extLst>
              </p14:cNvPr>
              <p14:cNvContentPartPr/>
              <p14:nvPr/>
            </p14:nvContentPartPr>
            <p14:xfrm>
              <a:off x="5874347" y="4857920"/>
              <a:ext cx="212400" cy="1440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D607A620-4D63-3BFA-6C29-E8C7045AC598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5870027" y="4853600"/>
                <a:ext cx="221040" cy="1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5456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C4B955A-4A27-F8C5-DB18-5EC3191093B7}"/>
              </a:ext>
            </a:extLst>
          </p:cNvPr>
          <p:cNvGrpSpPr/>
          <p:nvPr/>
        </p:nvGrpSpPr>
        <p:grpSpPr>
          <a:xfrm>
            <a:off x="2104067" y="850760"/>
            <a:ext cx="556560" cy="729000"/>
            <a:chOff x="2104067" y="850760"/>
            <a:chExt cx="556560" cy="72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C6CC494-5940-5643-E3AE-BE10B3220C39}"/>
                    </a:ext>
                  </a:extLst>
                </p14:cNvPr>
                <p14:cNvContentPartPr/>
                <p14:nvPr/>
              </p14:nvContentPartPr>
              <p14:xfrm>
                <a:off x="2186867" y="850760"/>
                <a:ext cx="266400" cy="729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C6CC494-5940-5643-E3AE-BE10B3220C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82547" y="846440"/>
                  <a:ext cx="27504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BF6419D-E817-E0DD-7331-40FB79B8D183}"/>
                    </a:ext>
                  </a:extLst>
                </p14:cNvPr>
                <p14:cNvContentPartPr/>
                <p14:nvPr/>
              </p14:nvContentPartPr>
              <p14:xfrm>
                <a:off x="2104067" y="1218680"/>
                <a:ext cx="295200" cy="66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BF6419D-E817-E0DD-7331-40FB79B8D1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99747" y="1214360"/>
                  <a:ext cx="3038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A12792B-6BBA-9CC3-C5A6-FCFA614EBDC9}"/>
                    </a:ext>
                  </a:extLst>
                </p14:cNvPr>
                <p14:cNvContentPartPr/>
                <p14:nvPr/>
              </p14:nvContentPartPr>
              <p14:xfrm>
                <a:off x="2412227" y="1191680"/>
                <a:ext cx="97200" cy="148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A12792B-6BBA-9CC3-C5A6-FCFA614EBD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07907" y="1187360"/>
                  <a:ext cx="105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313585-2F03-AC1E-5B46-4E44E32F4593}"/>
                    </a:ext>
                  </a:extLst>
                </p14:cNvPr>
                <p14:cNvContentPartPr/>
                <p14:nvPr/>
              </p14:nvContentPartPr>
              <p14:xfrm>
                <a:off x="2565587" y="1142000"/>
                <a:ext cx="95040" cy="14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313585-2F03-AC1E-5B46-4E44E32F459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61267" y="1137680"/>
                  <a:ext cx="10368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621B86A-A357-20FE-9173-5840B8E424B3}"/>
              </a:ext>
            </a:extLst>
          </p:cNvPr>
          <p:cNvGrpSpPr/>
          <p:nvPr/>
        </p:nvGrpSpPr>
        <p:grpSpPr>
          <a:xfrm>
            <a:off x="2969147" y="901880"/>
            <a:ext cx="667440" cy="446040"/>
            <a:chOff x="2969147" y="901880"/>
            <a:chExt cx="66744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3412661-EFF2-FCF0-5F47-348428C6F38D}"/>
                    </a:ext>
                  </a:extLst>
                </p14:cNvPr>
                <p14:cNvContentPartPr/>
                <p14:nvPr/>
              </p14:nvContentPartPr>
              <p14:xfrm>
                <a:off x="2969147" y="901880"/>
                <a:ext cx="284400" cy="446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3412661-EFF2-FCF0-5F47-348428C6F38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64827" y="897560"/>
                  <a:ext cx="29304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8BFDBB1-6150-9BA3-8F2D-BA4DB046A839}"/>
                    </a:ext>
                  </a:extLst>
                </p14:cNvPr>
                <p14:cNvContentPartPr/>
                <p14:nvPr/>
              </p14:nvContentPartPr>
              <p14:xfrm>
                <a:off x="3218627" y="1172960"/>
                <a:ext cx="25200" cy="110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8BFDBB1-6150-9BA3-8F2D-BA4DB046A8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14307" y="1168640"/>
                  <a:ext cx="33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E39BAD-12ED-D505-C8E7-97CB879AAD93}"/>
                    </a:ext>
                  </a:extLst>
                </p14:cNvPr>
                <p14:cNvContentPartPr/>
                <p14:nvPr/>
              </p14:nvContentPartPr>
              <p14:xfrm>
                <a:off x="3290987" y="960560"/>
                <a:ext cx="15480" cy="158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E39BAD-12ED-D505-C8E7-97CB879AAD9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86667" y="956240"/>
                  <a:ext cx="241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DA2185-5ADA-C7E9-C170-A0E62600C652}"/>
                    </a:ext>
                  </a:extLst>
                </p14:cNvPr>
                <p14:cNvContentPartPr/>
                <p14:nvPr/>
              </p14:nvContentPartPr>
              <p14:xfrm>
                <a:off x="3353267" y="1157120"/>
                <a:ext cx="10332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DA2185-5ADA-C7E9-C170-A0E62600C6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48947" y="1152800"/>
                  <a:ext cx="111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0CEEE42-9F23-477D-D811-20C176C01E52}"/>
                    </a:ext>
                  </a:extLst>
                </p14:cNvPr>
                <p14:cNvContentPartPr/>
                <p14:nvPr/>
              </p14:nvContentPartPr>
              <p14:xfrm>
                <a:off x="3534707" y="976400"/>
                <a:ext cx="101880" cy="225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0CEEE42-9F23-477D-D811-20C176C01E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30387" y="972080"/>
                  <a:ext cx="110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8B5328-3F82-998D-C114-3C9C22EFFE72}"/>
                    </a:ext>
                  </a:extLst>
                </p14:cNvPr>
                <p14:cNvContentPartPr/>
                <p14:nvPr/>
              </p14:nvContentPartPr>
              <p14:xfrm>
                <a:off x="3473147" y="1114280"/>
                <a:ext cx="153720" cy="3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8B5328-3F82-998D-C114-3C9C22EFFE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68827" y="1109960"/>
                  <a:ext cx="16236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AE1BAC7-3418-8845-0A87-2BED8BD00ABF}"/>
                  </a:ext>
                </a:extLst>
              </p14:cNvPr>
              <p14:cNvContentPartPr/>
              <p14:nvPr/>
            </p14:nvContentPartPr>
            <p14:xfrm>
              <a:off x="4045187" y="928880"/>
              <a:ext cx="135720" cy="259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AE1BAC7-3418-8845-0A87-2BED8BD00AB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40867" y="924560"/>
                <a:ext cx="14436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06DD4791-67D2-73D6-5E38-99AD0BE342ED}"/>
              </a:ext>
            </a:extLst>
          </p:cNvPr>
          <p:cNvGrpSpPr/>
          <p:nvPr/>
        </p:nvGrpSpPr>
        <p:grpSpPr>
          <a:xfrm>
            <a:off x="6160547" y="589040"/>
            <a:ext cx="1332360" cy="557280"/>
            <a:chOff x="6160547" y="589040"/>
            <a:chExt cx="1332360" cy="5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FB874A7-FF12-101E-08AB-C58783F5E937}"/>
                    </a:ext>
                  </a:extLst>
                </p14:cNvPr>
                <p14:cNvContentPartPr/>
                <p14:nvPr/>
              </p14:nvContentPartPr>
              <p14:xfrm>
                <a:off x="6160547" y="898640"/>
                <a:ext cx="144720" cy="66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FB874A7-FF12-101E-08AB-C58783F5E93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56227" y="894320"/>
                  <a:ext cx="153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454BBF3-CFC6-7168-4A41-B46B9C0D5F41}"/>
                    </a:ext>
                  </a:extLst>
                </p14:cNvPr>
                <p14:cNvContentPartPr/>
                <p14:nvPr/>
              </p14:nvContentPartPr>
              <p14:xfrm>
                <a:off x="6284027" y="589040"/>
                <a:ext cx="132120" cy="384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454BBF3-CFC6-7168-4A41-B46B9C0D5F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79707" y="584720"/>
                  <a:ext cx="1407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AA48A4-FBF2-EEFF-BA33-3C9A64BC5FB9}"/>
                    </a:ext>
                  </a:extLst>
                </p14:cNvPr>
                <p14:cNvContentPartPr/>
                <p14:nvPr/>
              </p14:nvContentPartPr>
              <p14:xfrm>
                <a:off x="6559067" y="812240"/>
                <a:ext cx="183960" cy="126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AA48A4-FBF2-EEFF-BA33-3C9A64BC5F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54747" y="807920"/>
                  <a:ext cx="192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2488334-FB00-231A-ABB2-203B241DA38F}"/>
                    </a:ext>
                  </a:extLst>
                </p14:cNvPr>
                <p14:cNvContentPartPr/>
                <p14:nvPr/>
              </p14:nvContentPartPr>
              <p14:xfrm>
                <a:off x="6824387" y="833480"/>
                <a:ext cx="149040" cy="14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2488334-FB00-231A-ABB2-203B241DA3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20067" y="829160"/>
                  <a:ext cx="157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3CF4F0-FE3B-247A-5303-36FE832119C9}"/>
                    </a:ext>
                  </a:extLst>
                </p14:cNvPr>
                <p14:cNvContentPartPr/>
                <p14:nvPr/>
              </p14:nvContentPartPr>
              <p14:xfrm>
                <a:off x="6854267" y="872000"/>
                <a:ext cx="194400" cy="8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3CF4F0-FE3B-247A-5303-36FE832119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49947" y="867680"/>
                  <a:ext cx="2030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FF6D0DF-EF1F-6347-E782-D8A445DA8DB6}"/>
                    </a:ext>
                  </a:extLst>
                </p14:cNvPr>
                <p14:cNvContentPartPr/>
                <p14:nvPr/>
              </p14:nvContentPartPr>
              <p14:xfrm>
                <a:off x="7135787" y="736280"/>
                <a:ext cx="183960" cy="154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FF6D0DF-EF1F-6347-E782-D8A445DA8D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31467" y="731960"/>
                  <a:ext cx="1926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C310BA4-7282-54E9-9B3D-1627E90E8012}"/>
                    </a:ext>
                  </a:extLst>
                </p14:cNvPr>
                <p14:cNvContentPartPr/>
                <p14:nvPr/>
              </p14:nvContentPartPr>
              <p14:xfrm>
                <a:off x="7485707" y="814040"/>
                <a:ext cx="7200" cy="3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C310BA4-7282-54E9-9B3D-1627E90E80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81387" y="809720"/>
                  <a:ext cx="15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E857A7-D7AF-0561-CC12-B012CA730B22}"/>
                    </a:ext>
                  </a:extLst>
                </p14:cNvPr>
                <p14:cNvContentPartPr/>
                <p14:nvPr/>
              </p14:nvContentPartPr>
              <p14:xfrm>
                <a:off x="7247027" y="947240"/>
                <a:ext cx="244800" cy="199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E857A7-D7AF-0561-CC12-B012CA730B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42707" y="942920"/>
                  <a:ext cx="25344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4A08CF6-8FC9-6C2B-A632-8A3661112B0D}"/>
                  </a:ext>
                </a:extLst>
              </p14:cNvPr>
              <p14:cNvContentPartPr/>
              <p14:nvPr/>
            </p14:nvContentPartPr>
            <p14:xfrm>
              <a:off x="7903307" y="548360"/>
              <a:ext cx="157680" cy="337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4A08CF6-8FC9-6C2B-A632-8A3661112B0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98987" y="544040"/>
                <a:ext cx="16632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694FF2E-F4EE-B1F7-0855-F6852327E81D}"/>
                  </a:ext>
                </a:extLst>
              </p14:cNvPr>
              <p14:cNvContentPartPr/>
              <p14:nvPr/>
            </p14:nvContentPartPr>
            <p14:xfrm>
              <a:off x="8306867" y="783800"/>
              <a:ext cx="12672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694FF2E-F4EE-B1F7-0855-F6852327E81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02547" y="779480"/>
                <a:ext cx="13536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8095EDF8-6E08-C38F-DA04-D74427EEC212}"/>
              </a:ext>
            </a:extLst>
          </p:cNvPr>
          <p:cNvGrpSpPr/>
          <p:nvPr/>
        </p:nvGrpSpPr>
        <p:grpSpPr>
          <a:xfrm>
            <a:off x="8593787" y="496880"/>
            <a:ext cx="434520" cy="551520"/>
            <a:chOff x="8593787" y="496880"/>
            <a:chExt cx="4345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CC2D680-A65F-E99D-A3F0-3356108FA74E}"/>
                    </a:ext>
                  </a:extLst>
                </p14:cNvPr>
                <p14:cNvContentPartPr/>
                <p14:nvPr/>
              </p14:nvContentPartPr>
              <p14:xfrm>
                <a:off x="8593787" y="760400"/>
                <a:ext cx="171000" cy="1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CC2D680-A65F-E99D-A3F0-3356108FA74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89467" y="756080"/>
                  <a:ext cx="179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B31210-D14B-F2B3-5F4E-CAC21ACBA063}"/>
                    </a:ext>
                  </a:extLst>
                </p14:cNvPr>
                <p14:cNvContentPartPr/>
                <p14:nvPr/>
              </p14:nvContentPartPr>
              <p14:xfrm>
                <a:off x="8885387" y="496880"/>
                <a:ext cx="142920" cy="551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B31210-D14B-F2B3-5F4E-CAC21ACBA0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81067" y="492560"/>
                  <a:ext cx="151560" cy="56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05E0DEC-622C-4EEB-68B8-606D7E3AE2A7}"/>
              </a:ext>
            </a:extLst>
          </p:cNvPr>
          <p:cNvGrpSpPr/>
          <p:nvPr/>
        </p:nvGrpSpPr>
        <p:grpSpPr>
          <a:xfrm>
            <a:off x="3592667" y="1475360"/>
            <a:ext cx="912600" cy="378000"/>
            <a:chOff x="3592667" y="1475360"/>
            <a:chExt cx="91260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3F4412-10A9-A1A5-4688-DE6DDE1A1209}"/>
                    </a:ext>
                  </a:extLst>
                </p14:cNvPr>
                <p14:cNvContentPartPr/>
                <p14:nvPr/>
              </p14:nvContentPartPr>
              <p14:xfrm>
                <a:off x="3592667" y="1704680"/>
                <a:ext cx="155520" cy="130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3F4412-10A9-A1A5-4688-DE6DDE1A120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88347" y="1700360"/>
                  <a:ext cx="164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31F2CF7-C8AF-DE73-F533-70C3F7A33DAD}"/>
                    </a:ext>
                  </a:extLst>
                </p14:cNvPr>
                <p14:cNvContentPartPr/>
                <p14:nvPr/>
              </p14:nvContentPartPr>
              <p14:xfrm>
                <a:off x="3857627" y="1715480"/>
                <a:ext cx="26640" cy="78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31F2CF7-C8AF-DE73-F533-70C3F7A33DA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53307" y="1711160"/>
                  <a:ext cx="35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E0DD807-8D1C-852C-ECA8-82A20EADD602}"/>
                    </a:ext>
                  </a:extLst>
                </p14:cNvPr>
                <p14:cNvContentPartPr/>
                <p14:nvPr/>
              </p14:nvContentPartPr>
              <p14:xfrm>
                <a:off x="3948707" y="1565720"/>
                <a:ext cx="60480" cy="38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E0DD807-8D1C-852C-ECA8-82A20EADD6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44387" y="1561400"/>
                  <a:ext cx="691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A0BCA43-0FD6-E1D8-F078-577D200EF8D7}"/>
                    </a:ext>
                  </a:extLst>
                </p14:cNvPr>
                <p14:cNvContentPartPr/>
                <p14:nvPr/>
              </p14:nvContentPartPr>
              <p14:xfrm>
                <a:off x="4061747" y="1475360"/>
                <a:ext cx="197280" cy="378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A0BCA43-0FD6-E1D8-F078-577D200EF8D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57427" y="1471040"/>
                  <a:ext cx="2059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34C6B6-707F-2A3B-92E0-94B8E9781D2D}"/>
                    </a:ext>
                  </a:extLst>
                </p14:cNvPr>
                <p14:cNvContentPartPr/>
                <p14:nvPr/>
              </p14:nvContentPartPr>
              <p14:xfrm>
                <a:off x="4070747" y="1692080"/>
                <a:ext cx="117720" cy="14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34C6B6-707F-2A3B-92E0-94B8E9781D2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66427" y="1687760"/>
                  <a:ext cx="126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7B3FE5E-E6FD-F178-0F99-1FE8DF0A4A51}"/>
                    </a:ext>
                  </a:extLst>
                </p14:cNvPr>
                <p14:cNvContentPartPr/>
                <p14:nvPr/>
              </p14:nvContentPartPr>
              <p14:xfrm>
                <a:off x="4318067" y="1518200"/>
                <a:ext cx="77760" cy="256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7B3FE5E-E6FD-F178-0F99-1FE8DF0A4A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13747" y="1513880"/>
                  <a:ext cx="864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2BEFBC-F1B2-65FB-BCA9-9C309C13A122}"/>
                    </a:ext>
                  </a:extLst>
                </p14:cNvPr>
                <p14:cNvContentPartPr/>
                <p14:nvPr/>
              </p14:nvContentPartPr>
              <p14:xfrm>
                <a:off x="4264787" y="1652120"/>
                <a:ext cx="240480" cy="19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2BEFBC-F1B2-65FB-BCA9-9C309C13A12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60467" y="1647800"/>
                  <a:ext cx="2491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879D7B2-5506-F4AF-6225-63A500F646B8}"/>
              </a:ext>
            </a:extLst>
          </p:cNvPr>
          <p:cNvGrpSpPr/>
          <p:nvPr/>
        </p:nvGrpSpPr>
        <p:grpSpPr>
          <a:xfrm>
            <a:off x="4678067" y="1395800"/>
            <a:ext cx="1205640" cy="456840"/>
            <a:chOff x="4678067" y="1395800"/>
            <a:chExt cx="120564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EB8F9C-9717-1C6C-9637-53B11E23D778}"/>
                    </a:ext>
                  </a:extLst>
                </p14:cNvPr>
                <p14:cNvContentPartPr/>
                <p14:nvPr/>
              </p14:nvContentPartPr>
              <p14:xfrm>
                <a:off x="4678067" y="1431800"/>
                <a:ext cx="168840" cy="420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EB8F9C-9717-1C6C-9637-53B11E23D77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73747" y="1427480"/>
                  <a:ext cx="1774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E6A4B4D-8C13-B77F-E5F6-55B8B1DADDE3}"/>
                    </a:ext>
                  </a:extLst>
                </p14:cNvPr>
                <p14:cNvContentPartPr/>
                <p14:nvPr/>
              </p14:nvContentPartPr>
              <p14:xfrm>
                <a:off x="4949507" y="1442960"/>
                <a:ext cx="275040" cy="270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E6A4B4D-8C13-B77F-E5F6-55B8B1DADD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45187" y="1438640"/>
                  <a:ext cx="2836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E8B55D-8CFF-3D9F-C550-307A0D033EC2}"/>
                    </a:ext>
                  </a:extLst>
                </p14:cNvPr>
                <p14:cNvContentPartPr/>
                <p14:nvPr/>
              </p14:nvContentPartPr>
              <p14:xfrm>
                <a:off x="5259467" y="1597400"/>
                <a:ext cx="141120" cy="75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E8B55D-8CFF-3D9F-C550-307A0D033EC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55147" y="1593080"/>
                  <a:ext cx="149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90F091F-00F7-AF52-AC7A-028BAD717B5B}"/>
                    </a:ext>
                  </a:extLst>
                </p14:cNvPr>
                <p14:cNvContentPartPr/>
                <p14:nvPr/>
              </p14:nvContentPartPr>
              <p14:xfrm>
                <a:off x="5515427" y="1395800"/>
                <a:ext cx="105120" cy="232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90F091F-00F7-AF52-AC7A-028BAD717B5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11107" y="1391480"/>
                  <a:ext cx="113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201120-BCB4-C97A-7C99-59F9042AA87A}"/>
                    </a:ext>
                  </a:extLst>
                </p14:cNvPr>
                <p14:cNvContentPartPr/>
                <p14:nvPr/>
              </p14:nvContentPartPr>
              <p14:xfrm>
                <a:off x="5502107" y="1513520"/>
                <a:ext cx="273600" cy="77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3201120-BCB4-C97A-7C99-59F9042AA87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97787" y="1509200"/>
                  <a:ext cx="282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053F314-2A9C-D972-1C87-D70B0BE126FB}"/>
                    </a:ext>
                  </a:extLst>
                </p14:cNvPr>
                <p14:cNvContentPartPr/>
                <p14:nvPr/>
              </p14:nvContentPartPr>
              <p14:xfrm>
                <a:off x="5796947" y="1609280"/>
                <a:ext cx="86760" cy="124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053F314-2A9C-D972-1C87-D70B0BE126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92627" y="1604960"/>
                  <a:ext cx="954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F098125-9E75-EC1C-A283-BAD9C1EEB0F1}"/>
              </a:ext>
            </a:extLst>
          </p:cNvPr>
          <p:cNvGrpSpPr/>
          <p:nvPr/>
        </p:nvGrpSpPr>
        <p:grpSpPr>
          <a:xfrm>
            <a:off x="6064067" y="1273040"/>
            <a:ext cx="406440" cy="373320"/>
            <a:chOff x="6064067" y="1273040"/>
            <a:chExt cx="40644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8E084A9-C2D1-F982-466A-8B67972CD597}"/>
                    </a:ext>
                  </a:extLst>
                </p14:cNvPr>
                <p14:cNvContentPartPr/>
                <p14:nvPr/>
              </p14:nvContentPartPr>
              <p14:xfrm>
                <a:off x="6064067" y="1273040"/>
                <a:ext cx="199800" cy="350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8E084A9-C2D1-F982-466A-8B67972CD59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59747" y="1268720"/>
                  <a:ext cx="2084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71F0003-96EC-9390-32A0-16DEFBE871A4}"/>
                    </a:ext>
                  </a:extLst>
                </p14:cNvPr>
                <p14:cNvContentPartPr/>
                <p14:nvPr/>
              </p14:nvContentPartPr>
              <p14:xfrm>
                <a:off x="6341267" y="1309760"/>
                <a:ext cx="129240" cy="336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71F0003-96EC-9390-32A0-16DEFBE871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36947" y="1305440"/>
                  <a:ext cx="137880" cy="34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98FE763-2D9D-0D48-45A3-4630ECAD8D12}"/>
                  </a:ext>
                </a:extLst>
              </p14:cNvPr>
              <p14:cNvContentPartPr/>
              <p14:nvPr/>
            </p14:nvContentPartPr>
            <p14:xfrm>
              <a:off x="6678947" y="1522880"/>
              <a:ext cx="14760" cy="536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98FE763-2D9D-0D48-45A3-4630ECAD8D1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674627" y="1518560"/>
                <a:ext cx="234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CBA70BA-D5FC-BA83-6828-D197B997E03F}"/>
                  </a:ext>
                </a:extLst>
              </p14:cNvPr>
              <p14:cNvContentPartPr/>
              <p14:nvPr/>
            </p14:nvContentPartPr>
            <p14:xfrm>
              <a:off x="6386987" y="1749320"/>
              <a:ext cx="321120" cy="3276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CBA70BA-D5FC-BA83-6828-D197B997E03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82667" y="1745000"/>
                <a:ext cx="329760" cy="3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DB9D067E-6AF5-8E3A-CB29-A36AD5F40996}"/>
              </a:ext>
            </a:extLst>
          </p:cNvPr>
          <p:cNvGrpSpPr/>
          <p:nvPr/>
        </p:nvGrpSpPr>
        <p:grpSpPr>
          <a:xfrm>
            <a:off x="4421387" y="1019960"/>
            <a:ext cx="144000" cy="74160"/>
            <a:chOff x="4421387" y="1019960"/>
            <a:chExt cx="144000" cy="7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2EF1FF-C5D9-61B2-AF34-034DA41E4AB3}"/>
                    </a:ext>
                  </a:extLst>
                </p14:cNvPr>
                <p14:cNvContentPartPr/>
                <p14:nvPr/>
              </p14:nvContentPartPr>
              <p14:xfrm>
                <a:off x="4433987" y="1019960"/>
                <a:ext cx="131400" cy="20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2EF1FF-C5D9-61B2-AF34-034DA41E4A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29667" y="1015640"/>
                  <a:ext cx="140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E5A15E6-5004-EBBE-37FA-3A123ADCBC04}"/>
                    </a:ext>
                  </a:extLst>
                </p14:cNvPr>
                <p14:cNvContentPartPr/>
                <p14:nvPr/>
              </p14:nvContentPartPr>
              <p14:xfrm>
                <a:off x="4421387" y="1077200"/>
                <a:ext cx="119160" cy="16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E5A15E6-5004-EBBE-37FA-3A123ADCBC0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17067" y="1072880"/>
                  <a:ext cx="12780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0E11EB5-58F8-0EB0-C162-358F7C3BE1F3}"/>
              </a:ext>
            </a:extLst>
          </p:cNvPr>
          <p:cNvGrpSpPr/>
          <p:nvPr/>
        </p:nvGrpSpPr>
        <p:grpSpPr>
          <a:xfrm>
            <a:off x="4803707" y="741680"/>
            <a:ext cx="1220400" cy="470880"/>
            <a:chOff x="4803707" y="741680"/>
            <a:chExt cx="122040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F203544-2977-89B7-27AF-84807A93B757}"/>
                    </a:ext>
                  </a:extLst>
                </p14:cNvPr>
                <p14:cNvContentPartPr/>
                <p14:nvPr/>
              </p14:nvContentPartPr>
              <p14:xfrm>
                <a:off x="4803707" y="939680"/>
                <a:ext cx="137160" cy="106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F203544-2977-89B7-27AF-84807A93B7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99387" y="935360"/>
                  <a:ext cx="145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A7EFBD9-83E9-5BAE-6E82-93CBB7542851}"/>
                    </a:ext>
                  </a:extLst>
                </p14:cNvPr>
                <p14:cNvContentPartPr/>
                <p14:nvPr/>
              </p14:nvContentPartPr>
              <p14:xfrm>
                <a:off x="5070107" y="741680"/>
                <a:ext cx="149040" cy="357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A7EFBD9-83E9-5BAE-6E82-93CBB754285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65787" y="737360"/>
                  <a:ext cx="1576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F57079-751E-259B-3058-98139ACDF49F}"/>
                    </a:ext>
                  </a:extLst>
                </p14:cNvPr>
                <p14:cNvContentPartPr/>
                <p14:nvPr/>
              </p14:nvContentPartPr>
              <p14:xfrm>
                <a:off x="5199347" y="941120"/>
                <a:ext cx="142560" cy="101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F57079-751E-259B-3058-98139ACDF4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95027" y="936800"/>
                  <a:ext cx="151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CE6A245-EC6B-4A88-5311-75EF2F15B0DE}"/>
                    </a:ext>
                  </a:extLst>
                </p14:cNvPr>
                <p14:cNvContentPartPr/>
                <p14:nvPr/>
              </p14:nvContentPartPr>
              <p14:xfrm>
                <a:off x="5452427" y="906560"/>
                <a:ext cx="227520" cy="30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CE6A245-EC6B-4A88-5311-75EF2F15B0D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48107" y="902240"/>
                  <a:ext cx="236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96A0563-8DED-69C5-AD65-0C7DAD0AC9CA}"/>
                    </a:ext>
                  </a:extLst>
                </p14:cNvPr>
                <p14:cNvContentPartPr/>
                <p14:nvPr/>
              </p14:nvContentPartPr>
              <p14:xfrm>
                <a:off x="5777507" y="798920"/>
                <a:ext cx="30960" cy="172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96A0563-8DED-69C5-AD65-0C7DAD0AC9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73187" y="794600"/>
                  <a:ext cx="396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9144F4F-F88A-8CFE-9952-DDBCD4B223FA}"/>
                    </a:ext>
                  </a:extLst>
                </p14:cNvPr>
                <p14:cNvContentPartPr/>
                <p14:nvPr/>
              </p14:nvContentPartPr>
              <p14:xfrm>
                <a:off x="5979827" y="874160"/>
                <a:ext cx="2520" cy="28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9144F4F-F88A-8CFE-9952-DDBCD4B223F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75507" y="869840"/>
                  <a:ext cx="11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DE22509-539C-2214-6BD4-D817EE65694E}"/>
                    </a:ext>
                  </a:extLst>
                </p14:cNvPr>
                <p14:cNvContentPartPr/>
                <p14:nvPr/>
              </p14:nvContentPartPr>
              <p14:xfrm>
                <a:off x="5777507" y="982520"/>
                <a:ext cx="246600" cy="230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DE22509-539C-2214-6BD4-D817EE65694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73187" y="978200"/>
                  <a:ext cx="2552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E58A18A-A665-2A82-16E1-B0E04E91958E}"/>
              </a:ext>
            </a:extLst>
          </p:cNvPr>
          <p:cNvGrpSpPr/>
          <p:nvPr/>
        </p:nvGrpSpPr>
        <p:grpSpPr>
          <a:xfrm>
            <a:off x="821027" y="319400"/>
            <a:ext cx="1948320" cy="442800"/>
            <a:chOff x="821027" y="319400"/>
            <a:chExt cx="194832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2ACCC33-D64A-0D3A-524A-E7E75690AC48}"/>
                    </a:ext>
                  </a:extLst>
                </p14:cNvPr>
                <p14:cNvContentPartPr/>
                <p14:nvPr/>
              </p14:nvContentPartPr>
              <p14:xfrm>
                <a:off x="821027" y="411920"/>
                <a:ext cx="167760" cy="350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2ACCC33-D64A-0D3A-524A-E7E75690AC4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6707" y="407600"/>
                  <a:ext cx="1764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D0C4289-FDDB-87EC-6D45-4F57BD4DB9DD}"/>
                    </a:ext>
                  </a:extLst>
                </p14:cNvPr>
                <p14:cNvContentPartPr/>
                <p14:nvPr/>
              </p14:nvContentPartPr>
              <p14:xfrm>
                <a:off x="1030187" y="665720"/>
                <a:ext cx="225360" cy="61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D0C4289-FDDB-87EC-6D45-4F57BD4DB9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5867" y="661400"/>
                  <a:ext cx="234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123E145-AFCD-1C97-ADDF-94F41179C7DA}"/>
                    </a:ext>
                  </a:extLst>
                </p14:cNvPr>
                <p14:cNvContentPartPr/>
                <p14:nvPr/>
              </p14:nvContentPartPr>
              <p14:xfrm>
                <a:off x="1375067" y="644480"/>
                <a:ext cx="25920" cy="66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123E145-AFCD-1C97-ADDF-94F41179C7D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70747" y="640160"/>
                  <a:ext cx="34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D9F8462-4955-5A31-FD20-689732A1D612}"/>
                    </a:ext>
                  </a:extLst>
                </p14:cNvPr>
                <p14:cNvContentPartPr/>
                <p14:nvPr/>
              </p14:nvContentPartPr>
              <p14:xfrm>
                <a:off x="1455347" y="480680"/>
                <a:ext cx="23760" cy="14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D9F8462-4955-5A31-FD20-689732A1D61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51027" y="476360"/>
                  <a:ext cx="324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68D3F78-EA9F-22EA-DBCC-E09D4EAB9AD3}"/>
                    </a:ext>
                  </a:extLst>
                </p14:cNvPr>
                <p14:cNvContentPartPr/>
                <p14:nvPr/>
              </p14:nvContentPartPr>
              <p14:xfrm>
                <a:off x="1534547" y="403640"/>
                <a:ext cx="93600" cy="281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68D3F78-EA9F-22EA-DBCC-E09D4EAB9AD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30227" y="399320"/>
                  <a:ext cx="102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D92D444-1BFE-3010-6F16-318115B1567E}"/>
                    </a:ext>
                  </a:extLst>
                </p14:cNvPr>
                <p14:cNvContentPartPr/>
                <p14:nvPr/>
              </p14:nvContentPartPr>
              <p14:xfrm>
                <a:off x="1643627" y="416960"/>
                <a:ext cx="281160" cy="278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D92D444-1BFE-3010-6F16-318115B1567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39307" y="412640"/>
                  <a:ext cx="2898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5AD9E2-64A8-274E-D6CB-C9FB77428AA7}"/>
                    </a:ext>
                  </a:extLst>
                </p14:cNvPr>
                <p14:cNvContentPartPr/>
                <p14:nvPr/>
              </p14:nvContentPartPr>
              <p14:xfrm>
                <a:off x="2023427" y="353240"/>
                <a:ext cx="120960" cy="263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5AD9E2-64A8-274E-D6CB-C9FB77428AA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19107" y="348920"/>
                  <a:ext cx="129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10A30CE-F784-E46E-FE78-21A0809220EB}"/>
                    </a:ext>
                  </a:extLst>
                </p14:cNvPr>
                <p14:cNvContentPartPr/>
                <p14:nvPr/>
              </p14:nvContentPartPr>
              <p14:xfrm>
                <a:off x="2127827" y="319400"/>
                <a:ext cx="148320" cy="31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10A30CE-F784-E46E-FE78-21A0809220E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23507" y="315080"/>
                  <a:ext cx="1569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6B13C8E-C6C1-98B6-C072-A762BAB77DB9}"/>
                    </a:ext>
                  </a:extLst>
                </p14:cNvPr>
                <p14:cNvContentPartPr/>
                <p14:nvPr/>
              </p14:nvContentPartPr>
              <p14:xfrm>
                <a:off x="2036387" y="483920"/>
                <a:ext cx="326160" cy="84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6B13C8E-C6C1-98B6-C072-A762BAB77DB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32067" y="479600"/>
                  <a:ext cx="334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BFB6BE7-BD24-E571-4AB6-32886EC8D119}"/>
                    </a:ext>
                  </a:extLst>
                </p14:cNvPr>
                <p14:cNvContentPartPr/>
                <p14:nvPr/>
              </p14:nvContentPartPr>
              <p14:xfrm>
                <a:off x="2432027" y="509840"/>
                <a:ext cx="132120" cy="70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BFB6BE7-BD24-E571-4AB6-32886EC8D11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27707" y="505520"/>
                  <a:ext cx="140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4E136BC-692D-62D3-E391-C1698DB6A1DC}"/>
                    </a:ext>
                  </a:extLst>
                </p14:cNvPr>
                <p14:cNvContentPartPr/>
                <p14:nvPr/>
              </p14:nvContentPartPr>
              <p14:xfrm>
                <a:off x="2615987" y="513080"/>
                <a:ext cx="72000" cy="212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4E136BC-692D-62D3-E391-C1698DB6A1D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11667" y="508760"/>
                  <a:ext cx="80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DA243B3-B49A-2E1C-36E7-FEC7AD7D3136}"/>
                    </a:ext>
                  </a:extLst>
                </p14:cNvPr>
                <p14:cNvContentPartPr/>
                <p14:nvPr/>
              </p14:nvContentPartPr>
              <p14:xfrm>
                <a:off x="2665667" y="440000"/>
                <a:ext cx="103680" cy="107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DA243B3-B49A-2E1C-36E7-FEC7AD7D313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61347" y="435680"/>
                  <a:ext cx="112320" cy="11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E9863D4-AA78-67EC-1143-C23B33E5B166}"/>
                  </a:ext>
                </a:extLst>
              </p14:cNvPr>
              <p14:cNvContentPartPr/>
              <p14:nvPr/>
            </p14:nvContentPartPr>
            <p14:xfrm>
              <a:off x="2946107" y="218600"/>
              <a:ext cx="298800" cy="4406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E9863D4-AA78-67EC-1143-C23B33E5B16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941787" y="214280"/>
                <a:ext cx="30744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4940142-DBB3-442E-9CE3-21E3D6D370ED}"/>
                  </a:ext>
                </a:extLst>
              </p14:cNvPr>
              <p14:cNvContentPartPr/>
              <p14:nvPr/>
            </p14:nvContentPartPr>
            <p14:xfrm>
              <a:off x="3424187" y="258560"/>
              <a:ext cx="136080" cy="4338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4940142-DBB3-442E-9CE3-21E3D6D370E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419867" y="254240"/>
                <a:ext cx="14472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D6B5919-7A7B-3872-D24E-DDBE4CB33197}"/>
                  </a:ext>
                </a:extLst>
              </p14:cNvPr>
              <p14:cNvContentPartPr/>
              <p14:nvPr/>
            </p14:nvContentPartPr>
            <p14:xfrm>
              <a:off x="3909827" y="187640"/>
              <a:ext cx="287640" cy="4773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D6B5919-7A7B-3872-D24E-DDBE4CB3319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905507" y="183320"/>
                <a:ext cx="29628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E0880BA-0B57-861D-9DE4-805CC6303FE7}"/>
                  </a:ext>
                </a:extLst>
              </p14:cNvPr>
              <p14:cNvContentPartPr/>
              <p14:nvPr/>
            </p14:nvContentPartPr>
            <p14:xfrm>
              <a:off x="818147" y="2660840"/>
              <a:ext cx="261360" cy="5655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E0880BA-0B57-861D-9DE4-805CC6303FE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13827" y="2656520"/>
                <a:ext cx="270000" cy="57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1DFD522-3B09-B518-D4C1-7962F667D968}"/>
              </a:ext>
            </a:extLst>
          </p:cNvPr>
          <p:cNvGrpSpPr/>
          <p:nvPr/>
        </p:nvGrpSpPr>
        <p:grpSpPr>
          <a:xfrm>
            <a:off x="110027" y="868760"/>
            <a:ext cx="335880" cy="34920"/>
            <a:chOff x="110027" y="868760"/>
            <a:chExt cx="335880" cy="3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01BEB3B-173F-D260-0ED9-F2195C07FF0E}"/>
                    </a:ext>
                  </a:extLst>
                </p14:cNvPr>
                <p14:cNvContentPartPr/>
                <p14:nvPr/>
              </p14:nvContentPartPr>
              <p14:xfrm>
                <a:off x="110027" y="899720"/>
                <a:ext cx="7200" cy="3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01BEB3B-173F-D260-0ED9-F2195C07FF0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5707" y="895400"/>
                  <a:ext cx="15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F544FA-BD6A-D02B-191F-BE183AE3D8F5}"/>
                    </a:ext>
                  </a:extLst>
                </p14:cNvPr>
                <p14:cNvContentPartPr/>
                <p14:nvPr/>
              </p14:nvContentPartPr>
              <p14:xfrm>
                <a:off x="261227" y="886040"/>
                <a:ext cx="24480" cy="1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F544FA-BD6A-D02B-191F-BE183AE3D8F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6907" y="881720"/>
                  <a:ext cx="331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77A1771-79FF-B9C1-5125-364F23FD384C}"/>
                    </a:ext>
                  </a:extLst>
                </p14:cNvPr>
                <p14:cNvContentPartPr/>
                <p14:nvPr/>
              </p14:nvContentPartPr>
              <p14:xfrm>
                <a:off x="426827" y="868760"/>
                <a:ext cx="19080" cy="3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77A1771-79FF-B9C1-5125-364F23FD384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2507" y="864440"/>
                  <a:ext cx="27720" cy="1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5367D0C-8067-633B-2086-866D3068DAD6}"/>
              </a:ext>
            </a:extLst>
          </p:cNvPr>
          <p:cNvGrpSpPr/>
          <p:nvPr/>
        </p:nvGrpSpPr>
        <p:grpSpPr>
          <a:xfrm>
            <a:off x="488387" y="3806000"/>
            <a:ext cx="895320" cy="529200"/>
            <a:chOff x="488387" y="3806000"/>
            <a:chExt cx="89532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121D354-0170-FB7C-F4C5-F4D79E3084B9}"/>
                    </a:ext>
                  </a:extLst>
                </p14:cNvPr>
                <p14:cNvContentPartPr/>
                <p14:nvPr/>
              </p14:nvContentPartPr>
              <p14:xfrm>
                <a:off x="488387" y="3806000"/>
                <a:ext cx="199080" cy="392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121D354-0170-FB7C-F4C5-F4D79E3084B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4067" y="3801680"/>
                  <a:ext cx="2077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C6E6758-D71E-9868-E6E4-112527715E77}"/>
                    </a:ext>
                  </a:extLst>
                </p14:cNvPr>
                <p14:cNvContentPartPr/>
                <p14:nvPr/>
              </p14:nvContentPartPr>
              <p14:xfrm>
                <a:off x="763787" y="4037840"/>
                <a:ext cx="145440" cy="83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C6E6758-D71E-9868-E6E4-112527715E7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59467" y="4033520"/>
                  <a:ext cx="154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8BCD24D-646E-4CD6-7567-6E8009CBCDF2}"/>
                    </a:ext>
                  </a:extLst>
                </p14:cNvPr>
                <p14:cNvContentPartPr/>
                <p14:nvPr/>
              </p14:nvContentPartPr>
              <p14:xfrm>
                <a:off x="978347" y="4047560"/>
                <a:ext cx="177120" cy="95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8BCD24D-646E-4CD6-7567-6E8009CBCDF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4027" y="4043240"/>
                  <a:ext cx="185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9DF8F40-79D2-AB3C-27E2-949ECCC6DCEF}"/>
                    </a:ext>
                  </a:extLst>
                </p14:cNvPr>
                <p14:cNvContentPartPr/>
                <p14:nvPr/>
              </p14:nvContentPartPr>
              <p14:xfrm>
                <a:off x="1197227" y="4106240"/>
                <a:ext cx="71280" cy="228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9DF8F40-79D2-AB3C-27E2-949ECCC6DCE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92907" y="4101920"/>
                  <a:ext cx="79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C170258-133B-85DE-A050-5D3B759AB23B}"/>
                    </a:ext>
                  </a:extLst>
                </p14:cNvPr>
                <p14:cNvContentPartPr/>
                <p14:nvPr/>
              </p14:nvContentPartPr>
              <p14:xfrm>
                <a:off x="1307747" y="3957920"/>
                <a:ext cx="75960" cy="145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C170258-133B-85DE-A050-5D3B759AB23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303427" y="3953600"/>
                  <a:ext cx="8460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2C56B6C-9DEF-FA1D-AE78-0C040D2FFD1D}"/>
              </a:ext>
            </a:extLst>
          </p:cNvPr>
          <p:cNvGrpSpPr/>
          <p:nvPr/>
        </p:nvGrpSpPr>
        <p:grpSpPr>
          <a:xfrm>
            <a:off x="1582067" y="3752720"/>
            <a:ext cx="785880" cy="369720"/>
            <a:chOff x="1582067" y="3752720"/>
            <a:chExt cx="785880" cy="36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42D14C-6857-7ED5-82B0-69955886EA61}"/>
                    </a:ext>
                  </a:extLst>
                </p14:cNvPr>
                <p14:cNvContentPartPr/>
                <p14:nvPr/>
              </p14:nvContentPartPr>
              <p14:xfrm>
                <a:off x="1582067" y="3807440"/>
                <a:ext cx="223920" cy="315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42D14C-6857-7ED5-82B0-69955886EA6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77747" y="3803120"/>
                  <a:ext cx="2325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33CE2FD-0D9D-EA80-CF59-A6FFD5712556}"/>
                    </a:ext>
                  </a:extLst>
                </p14:cNvPr>
                <p14:cNvContentPartPr/>
                <p14:nvPr/>
              </p14:nvContentPartPr>
              <p14:xfrm>
                <a:off x="1838747" y="3948920"/>
                <a:ext cx="177840" cy="113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33CE2FD-0D9D-EA80-CF59-A6FFD571255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834427" y="3944600"/>
                  <a:ext cx="1864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BFE4398-0C59-95C6-A510-2A8D5E4E1F33}"/>
                    </a:ext>
                  </a:extLst>
                </p14:cNvPr>
                <p14:cNvContentPartPr/>
                <p14:nvPr/>
              </p14:nvContentPartPr>
              <p14:xfrm>
                <a:off x="2195867" y="3752720"/>
                <a:ext cx="111240" cy="266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BFE4398-0C59-95C6-A510-2A8D5E4E1F3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91547" y="3748400"/>
                  <a:ext cx="1198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11DDD2A-7AFF-623D-9C65-E8423A3B282E}"/>
                    </a:ext>
                  </a:extLst>
                </p14:cNvPr>
                <p14:cNvContentPartPr/>
                <p14:nvPr/>
              </p14:nvContentPartPr>
              <p14:xfrm>
                <a:off x="2166707" y="3858560"/>
                <a:ext cx="201240" cy="47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11DDD2A-7AFF-623D-9C65-E8423A3B282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62387" y="3854240"/>
                  <a:ext cx="20988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C4BC3C2-C23A-1F6F-166D-7FECA341AEA3}"/>
                  </a:ext>
                </a:extLst>
              </p14:cNvPr>
              <p14:cNvContentPartPr/>
              <p14:nvPr/>
            </p14:nvContentPartPr>
            <p14:xfrm>
              <a:off x="2836307" y="3578840"/>
              <a:ext cx="251640" cy="4082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C4BC3C2-C23A-1F6F-166D-7FECA341AEA3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831987" y="3574520"/>
                <a:ext cx="26028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7EE61AA-6F5E-035E-1A0D-65C08E3390CE}"/>
                  </a:ext>
                </a:extLst>
              </p14:cNvPr>
              <p14:cNvContentPartPr/>
              <p14:nvPr/>
            </p14:nvContentPartPr>
            <p14:xfrm>
              <a:off x="3444347" y="3505040"/>
              <a:ext cx="150840" cy="4842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7EE61AA-6F5E-035E-1A0D-65C08E3390C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440027" y="3500720"/>
                <a:ext cx="15948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0C10EF8-B51B-EF23-EFCC-A7368EE0A8BB}"/>
                  </a:ext>
                </a:extLst>
              </p14:cNvPr>
              <p14:cNvContentPartPr/>
              <p14:nvPr/>
            </p14:nvContentPartPr>
            <p14:xfrm>
              <a:off x="4394027" y="3394520"/>
              <a:ext cx="347040" cy="5047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0C10EF8-B51B-EF23-EFCC-A7368EE0A8B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389707" y="3390200"/>
                <a:ext cx="35568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A2E3EDC-D9F7-7F87-6CCF-0EA61B957B05}"/>
                  </a:ext>
                </a:extLst>
              </p14:cNvPr>
              <p14:cNvContentPartPr/>
              <p14:nvPr/>
            </p14:nvContentPartPr>
            <p14:xfrm>
              <a:off x="1930947" y="4722560"/>
              <a:ext cx="168480" cy="20160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A2E3EDC-D9F7-7F87-6CCF-0EA61B957B0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926627" y="4718240"/>
                <a:ext cx="1771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47BD122-6810-1C4C-1EF3-B4DEC264BE6D}"/>
                  </a:ext>
                </a:extLst>
              </p14:cNvPr>
              <p14:cNvContentPartPr/>
              <p14:nvPr/>
            </p14:nvContentPartPr>
            <p14:xfrm>
              <a:off x="2123907" y="4729760"/>
              <a:ext cx="266760" cy="1087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47BD122-6810-1C4C-1EF3-B4DEC264BE6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119587" y="4725440"/>
                <a:ext cx="2754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3B0E4EE1-96B6-D0A8-4AEA-33189F657281}"/>
                  </a:ext>
                </a:extLst>
              </p14:cNvPr>
              <p14:cNvContentPartPr/>
              <p14:nvPr/>
            </p14:nvContentPartPr>
            <p14:xfrm>
              <a:off x="2425587" y="4717520"/>
              <a:ext cx="132840" cy="1224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3B0E4EE1-96B6-D0A8-4AEA-33189F65728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421267" y="4713200"/>
                <a:ext cx="14148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26DEB58D-D1BE-2B2E-D3A3-8FA3807D54BE}"/>
                  </a:ext>
                </a:extLst>
              </p14:cNvPr>
              <p14:cNvContentPartPr/>
              <p14:nvPr/>
            </p14:nvContentPartPr>
            <p14:xfrm>
              <a:off x="2620347" y="4730120"/>
              <a:ext cx="139680" cy="2876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26DEB58D-D1BE-2B2E-D3A3-8FA3807D54B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616027" y="4725800"/>
                <a:ext cx="1483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A8B5F5C5-1DC4-5F05-6D27-9D1D5006CEC8}"/>
                  </a:ext>
                </a:extLst>
              </p14:cNvPr>
              <p14:cNvContentPartPr/>
              <p14:nvPr/>
            </p14:nvContentPartPr>
            <p14:xfrm>
              <a:off x="2865507" y="4487480"/>
              <a:ext cx="249840" cy="4896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A8B5F5C5-1DC4-5F05-6D27-9D1D5006CEC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861187" y="4483160"/>
                <a:ext cx="25848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7FA03BF7-2035-1B1E-2D78-28F3DB3705E3}"/>
                  </a:ext>
                </a:extLst>
              </p14:cNvPr>
              <p14:cNvContentPartPr/>
              <p14:nvPr/>
            </p14:nvContentPartPr>
            <p14:xfrm>
              <a:off x="3136227" y="4669280"/>
              <a:ext cx="140400" cy="1587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7FA03BF7-2035-1B1E-2D78-28F3DB3705E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131907" y="4664960"/>
                <a:ext cx="1490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B27F89F0-E684-6828-2C49-7487776A28CB}"/>
                  </a:ext>
                </a:extLst>
              </p14:cNvPr>
              <p14:cNvContentPartPr/>
              <p14:nvPr/>
            </p14:nvContentPartPr>
            <p14:xfrm>
              <a:off x="3255027" y="4886000"/>
              <a:ext cx="157680" cy="1396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B27F89F0-E684-6828-2C49-7487776A28C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250707" y="4881680"/>
                <a:ext cx="1663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30632C6-2C6D-9EA3-DD00-C1FB8ED076DD}"/>
                  </a:ext>
                </a:extLst>
              </p14:cNvPr>
              <p14:cNvContentPartPr/>
              <p14:nvPr/>
            </p14:nvContentPartPr>
            <p14:xfrm>
              <a:off x="3731307" y="4695920"/>
              <a:ext cx="155520" cy="1256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30632C6-2C6D-9EA3-DD00-C1FB8ED076D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726987" y="4691600"/>
                <a:ext cx="1641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3E33D1A-F0B6-B9E2-C13C-5C0D26ADE683}"/>
                  </a:ext>
                </a:extLst>
              </p14:cNvPr>
              <p14:cNvContentPartPr/>
              <p14:nvPr/>
            </p14:nvContentPartPr>
            <p14:xfrm>
              <a:off x="4017147" y="4711400"/>
              <a:ext cx="172800" cy="133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3E33D1A-F0B6-B9E2-C13C-5C0D26ADE68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012827" y="4707080"/>
                <a:ext cx="1814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7271C57-488E-F956-A78A-64951D4DC291}"/>
                  </a:ext>
                </a:extLst>
              </p14:cNvPr>
              <p14:cNvContentPartPr/>
              <p14:nvPr/>
            </p14:nvContentPartPr>
            <p14:xfrm>
              <a:off x="4374267" y="4624640"/>
              <a:ext cx="43200" cy="1533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7271C57-488E-F956-A78A-64951D4DC29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369947" y="4620320"/>
                <a:ext cx="518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2D33180-4881-DCCB-852C-2403B491094D}"/>
                  </a:ext>
                </a:extLst>
              </p14:cNvPr>
              <p14:cNvContentPartPr/>
              <p14:nvPr/>
            </p14:nvContentPartPr>
            <p14:xfrm>
              <a:off x="4459227" y="4458680"/>
              <a:ext cx="169200" cy="4762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2D33180-4881-DCCB-852C-2403B491094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454907" y="4454360"/>
                <a:ext cx="17784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540C745B-184D-CDB9-12EA-0CD6EB614CEC}"/>
                  </a:ext>
                </a:extLst>
              </p14:cNvPr>
              <p14:cNvContentPartPr/>
              <p14:nvPr/>
            </p14:nvContentPartPr>
            <p14:xfrm>
              <a:off x="4776747" y="4724360"/>
              <a:ext cx="47160" cy="424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540C745B-184D-CDB9-12EA-0CD6EB614CE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772427" y="4720040"/>
                <a:ext cx="558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28B3C475-4804-3688-AFC3-CB8C89C9D583}"/>
                  </a:ext>
                </a:extLst>
              </p14:cNvPr>
              <p14:cNvContentPartPr/>
              <p14:nvPr/>
            </p14:nvContentPartPr>
            <p14:xfrm>
              <a:off x="4626267" y="4888520"/>
              <a:ext cx="99720" cy="1267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28B3C475-4804-3688-AFC3-CB8C89C9D58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621947" y="4884200"/>
                <a:ext cx="1083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2602BCD-646C-F563-F2D0-B315EBC6A5BF}"/>
                  </a:ext>
                </a:extLst>
              </p14:cNvPr>
              <p14:cNvContentPartPr/>
              <p14:nvPr/>
            </p14:nvContentPartPr>
            <p14:xfrm>
              <a:off x="1911507" y="5653880"/>
              <a:ext cx="109440" cy="1324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2602BCD-646C-F563-F2D0-B315EBC6A5B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907187" y="5649560"/>
                <a:ext cx="1180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0DDD6C0F-3F7F-F0C8-71F7-B7CA7FB59C85}"/>
                  </a:ext>
                </a:extLst>
              </p14:cNvPr>
              <p14:cNvContentPartPr/>
              <p14:nvPr/>
            </p14:nvContentPartPr>
            <p14:xfrm>
              <a:off x="2144787" y="5694560"/>
              <a:ext cx="16200" cy="597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0DDD6C0F-3F7F-F0C8-71F7-B7CA7FB59C8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2140467" y="5690240"/>
                <a:ext cx="248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EBEDE3A-3BF4-61A2-48B0-C59BBECF33A1}"/>
                  </a:ext>
                </a:extLst>
              </p14:cNvPr>
              <p14:cNvContentPartPr/>
              <p14:nvPr/>
            </p14:nvContentPartPr>
            <p14:xfrm>
              <a:off x="2249547" y="5502320"/>
              <a:ext cx="9360" cy="327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EBEDE3A-3BF4-61A2-48B0-C59BBECF33A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245227" y="5498000"/>
                <a:ext cx="180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ADFCE0E-DF6A-D442-1C59-897B92719CF4}"/>
                  </a:ext>
                </a:extLst>
              </p14:cNvPr>
              <p14:cNvContentPartPr/>
              <p14:nvPr/>
            </p14:nvContentPartPr>
            <p14:xfrm>
              <a:off x="1908627" y="5275880"/>
              <a:ext cx="101880" cy="1044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ADFCE0E-DF6A-D442-1C59-897B92719CF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904307" y="5271560"/>
                <a:ext cx="1105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8C6DE94-3F8E-E95C-457E-28A7BE3C1F0B}"/>
                  </a:ext>
                </a:extLst>
              </p14:cNvPr>
              <p14:cNvContentPartPr/>
              <p14:nvPr/>
            </p14:nvContentPartPr>
            <p14:xfrm>
              <a:off x="2130747" y="5292440"/>
              <a:ext cx="116280" cy="5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8C6DE94-3F8E-E95C-457E-28A7BE3C1F0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126427" y="5288120"/>
                <a:ext cx="12492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07B9136-2123-45C3-A93B-06AEEE71FDAB}"/>
                  </a:ext>
                </a:extLst>
              </p14:cNvPr>
              <p14:cNvContentPartPr/>
              <p14:nvPr/>
            </p14:nvContentPartPr>
            <p14:xfrm>
              <a:off x="2356467" y="5266160"/>
              <a:ext cx="132480" cy="154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07B9136-2123-45C3-A93B-06AEEE71FDA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352147" y="5261840"/>
                <a:ext cx="141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17173972-BC20-C14F-6FE5-9139DD2102B7}"/>
                  </a:ext>
                </a:extLst>
              </p14:cNvPr>
              <p14:cNvContentPartPr/>
              <p14:nvPr/>
            </p14:nvContentPartPr>
            <p14:xfrm>
              <a:off x="2625747" y="5209280"/>
              <a:ext cx="14760" cy="288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17173972-BC20-C14F-6FE5-9139DD2102B7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621427" y="5204960"/>
                <a:ext cx="234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8D0D6A91-5184-174D-6A02-659ADCC451DE}"/>
                  </a:ext>
                </a:extLst>
              </p14:cNvPr>
              <p14:cNvContentPartPr/>
              <p14:nvPr/>
            </p14:nvContentPartPr>
            <p14:xfrm>
              <a:off x="2618907" y="5321240"/>
              <a:ext cx="100440" cy="1155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8D0D6A91-5184-174D-6A02-659ADCC451D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614587" y="5316920"/>
                <a:ext cx="1090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8793910D-8585-4F9B-F0EB-8598DEEF411B}"/>
                  </a:ext>
                </a:extLst>
              </p14:cNvPr>
              <p14:cNvContentPartPr/>
              <p14:nvPr/>
            </p14:nvContentPartPr>
            <p14:xfrm>
              <a:off x="2321187" y="5512400"/>
              <a:ext cx="150120" cy="3733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8793910D-8585-4F9B-F0EB-8598DEEF411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316867" y="5508080"/>
                <a:ext cx="15876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DE14D8C5-CC23-B4FD-470A-137DBF429633}"/>
                  </a:ext>
                </a:extLst>
              </p14:cNvPr>
              <p14:cNvContentPartPr/>
              <p14:nvPr/>
            </p14:nvContentPartPr>
            <p14:xfrm>
              <a:off x="2284107" y="5748560"/>
              <a:ext cx="113400" cy="57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DE14D8C5-CC23-B4FD-470A-137DBF42963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279787" y="5744240"/>
                <a:ext cx="12204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BF34C37-4D09-67FC-FC10-07AAB08F3889}"/>
                  </a:ext>
                </a:extLst>
              </p14:cNvPr>
              <p14:cNvContentPartPr/>
              <p14:nvPr/>
            </p14:nvContentPartPr>
            <p14:xfrm>
              <a:off x="2566347" y="5609240"/>
              <a:ext cx="93600" cy="1872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BF34C37-4D09-67FC-FC10-07AAB08F3889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562027" y="5604920"/>
                <a:ext cx="1022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A691FD65-D82C-98B9-ACC3-2995ED2EB747}"/>
                  </a:ext>
                </a:extLst>
              </p14:cNvPr>
              <p14:cNvContentPartPr/>
              <p14:nvPr/>
            </p14:nvContentPartPr>
            <p14:xfrm>
              <a:off x="2497227" y="5725160"/>
              <a:ext cx="185400" cy="176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A691FD65-D82C-98B9-ACC3-2995ED2EB74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492907" y="5720840"/>
                <a:ext cx="1940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2E4CC865-0C73-9BB3-7449-D18A03A5EC1B}"/>
                  </a:ext>
                </a:extLst>
              </p14:cNvPr>
              <p14:cNvContentPartPr/>
              <p14:nvPr/>
            </p14:nvContentPartPr>
            <p14:xfrm>
              <a:off x="2841387" y="5492600"/>
              <a:ext cx="155160" cy="3578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2E4CC865-0C73-9BB3-7449-D18A03A5EC1B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837067" y="5488280"/>
                <a:ext cx="16380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AAE9CDC-AAF6-0F6A-2D2D-60E9DF5F202C}"/>
                  </a:ext>
                </a:extLst>
              </p14:cNvPr>
              <p14:cNvContentPartPr/>
              <p14:nvPr/>
            </p14:nvContentPartPr>
            <p14:xfrm>
              <a:off x="3057387" y="5590880"/>
              <a:ext cx="169560" cy="1432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AAE9CDC-AAF6-0F6A-2D2D-60E9DF5F202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053067" y="5586560"/>
                <a:ext cx="17820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BF427B7-017A-98E5-0C74-A1985AE0A3E0}"/>
                  </a:ext>
                </a:extLst>
              </p14:cNvPr>
              <p14:cNvContentPartPr/>
              <p14:nvPr/>
            </p14:nvContentPartPr>
            <p14:xfrm>
              <a:off x="3259707" y="5462720"/>
              <a:ext cx="138240" cy="3664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BF427B7-017A-98E5-0C74-A1985AE0A3E0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255387" y="5458400"/>
                <a:ext cx="1468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DB50478B-D0CF-E7B2-BE20-93A97AD4BFEF}"/>
                  </a:ext>
                </a:extLst>
              </p14:cNvPr>
              <p14:cNvContentPartPr/>
              <p14:nvPr/>
            </p14:nvContentPartPr>
            <p14:xfrm>
              <a:off x="3583707" y="5649920"/>
              <a:ext cx="7920" cy="748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DB50478B-D0CF-E7B2-BE20-93A97AD4BFEF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579387" y="5645600"/>
                <a:ext cx="165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E353D3C-047E-9764-5B66-2420DDBE4E37}"/>
                  </a:ext>
                </a:extLst>
              </p14:cNvPr>
              <p14:cNvContentPartPr/>
              <p14:nvPr/>
            </p14:nvContentPartPr>
            <p14:xfrm>
              <a:off x="3300747" y="5848640"/>
              <a:ext cx="226080" cy="3060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E353D3C-047E-9764-5B66-2420DDBE4E3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296427" y="5844320"/>
                <a:ext cx="23472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59DF206F-7D52-7444-815F-3072937A1DAE}"/>
                  </a:ext>
                </a:extLst>
              </p14:cNvPr>
              <p14:cNvContentPartPr/>
              <p14:nvPr/>
            </p14:nvContentPartPr>
            <p14:xfrm>
              <a:off x="4766627" y="6151040"/>
              <a:ext cx="40320" cy="223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59DF206F-7D52-7444-815F-3072937A1DA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762307" y="6146720"/>
                <a:ext cx="4896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3E08B32A-242E-7DD5-0529-0688365A44CD}"/>
              </a:ext>
            </a:extLst>
          </p:cNvPr>
          <p:cNvGrpSpPr/>
          <p:nvPr/>
        </p:nvGrpSpPr>
        <p:grpSpPr>
          <a:xfrm>
            <a:off x="1141067" y="4263560"/>
            <a:ext cx="1140480" cy="388080"/>
            <a:chOff x="1141067" y="4263560"/>
            <a:chExt cx="114048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D9613AA-E431-ECF7-CC3B-7801019AC0E4}"/>
                    </a:ext>
                  </a:extLst>
                </p14:cNvPr>
                <p14:cNvContentPartPr/>
                <p14:nvPr/>
              </p14:nvContentPartPr>
              <p14:xfrm>
                <a:off x="1141067" y="4263560"/>
                <a:ext cx="703800" cy="388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D9613AA-E431-ECF7-CC3B-7801019AC0E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36747" y="4259240"/>
                  <a:ext cx="7124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2F8355A-0151-AE95-2651-48AC14B1D9DD}"/>
                    </a:ext>
                  </a:extLst>
                </p14:cNvPr>
                <p14:cNvContentPartPr/>
                <p14:nvPr/>
              </p14:nvContentPartPr>
              <p14:xfrm>
                <a:off x="1871507" y="4493960"/>
                <a:ext cx="33480" cy="658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2F8355A-0151-AE95-2651-48AC14B1D9D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867187" y="4489640"/>
                  <a:ext cx="42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BAF1553-6893-9A5D-F0C3-4725F364E6E3}"/>
                    </a:ext>
                  </a:extLst>
                </p14:cNvPr>
                <p14:cNvContentPartPr/>
                <p14:nvPr/>
              </p14:nvContentPartPr>
              <p14:xfrm>
                <a:off x="1972667" y="4297400"/>
                <a:ext cx="28080" cy="24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BAF1553-6893-9A5D-F0C3-4725F364E6E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968347" y="4293080"/>
                  <a:ext cx="36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241EAD2-B2E8-6A62-849E-F8742A1F6BBB}"/>
                    </a:ext>
                  </a:extLst>
                </p14:cNvPr>
                <p14:cNvContentPartPr/>
                <p14:nvPr/>
              </p14:nvContentPartPr>
              <p14:xfrm>
                <a:off x="2016227" y="4263560"/>
                <a:ext cx="123120" cy="297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241EAD2-B2E8-6A62-849E-F8742A1F6BB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011907" y="4259240"/>
                  <a:ext cx="1317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692F602-3ED6-CD0B-51FF-30AB8537FB31}"/>
                    </a:ext>
                  </a:extLst>
                </p14:cNvPr>
                <p14:cNvContentPartPr/>
                <p14:nvPr/>
              </p14:nvContentPartPr>
              <p14:xfrm>
                <a:off x="2112707" y="4425200"/>
                <a:ext cx="168840" cy="94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692F602-3ED6-CD0B-51FF-30AB8537FB3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108387" y="4420880"/>
                  <a:ext cx="17748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1745C806-2143-B40E-E332-3D509217AB9C}"/>
              </a:ext>
            </a:extLst>
          </p:cNvPr>
          <p:cNvGrpSpPr/>
          <p:nvPr/>
        </p:nvGrpSpPr>
        <p:grpSpPr>
          <a:xfrm>
            <a:off x="2469467" y="4158080"/>
            <a:ext cx="316440" cy="290880"/>
            <a:chOff x="2469467" y="4158080"/>
            <a:chExt cx="31644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1053058-40F0-177A-95F2-FF68201048A8}"/>
                    </a:ext>
                  </a:extLst>
                </p14:cNvPr>
                <p14:cNvContentPartPr/>
                <p14:nvPr/>
              </p14:nvContentPartPr>
              <p14:xfrm>
                <a:off x="2469467" y="4158080"/>
                <a:ext cx="144000" cy="290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1053058-40F0-177A-95F2-FF68201048A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465147" y="4153760"/>
                  <a:ext cx="152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ECE35B4-F449-A043-5777-0150C581167F}"/>
                    </a:ext>
                  </a:extLst>
                </p14:cNvPr>
                <p14:cNvContentPartPr/>
                <p14:nvPr/>
              </p14:nvContentPartPr>
              <p14:xfrm>
                <a:off x="2671787" y="4312880"/>
                <a:ext cx="114120" cy="107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ECE35B4-F449-A043-5777-0150C581167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667467" y="4308560"/>
                  <a:ext cx="122760" cy="11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A6CC62B0-517B-193E-3F59-BAE3CA18C5CD}"/>
                  </a:ext>
                </a:extLst>
              </p14:cNvPr>
              <p14:cNvContentPartPr/>
              <p14:nvPr/>
            </p14:nvContentPartPr>
            <p14:xfrm>
              <a:off x="3022427" y="4262120"/>
              <a:ext cx="256680" cy="936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A6CC62B0-517B-193E-3F59-BAE3CA18C5CD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018107" y="4257800"/>
                <a:ext cx="26532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4A152CD2-DB52-DF6C-2593-A6E6CE81CB5F}"/>
              </a:ext>
            </a:extLst>
          </p:cNvPr>
          <p:cNvGrpSpPr/>
          <p:nvPr/>
        </p:nvGrpSpPr>
        <p:grpSpPr>
          <a:xfrm>
            <a:off x="3462347" y="4054040"/>
            <a:ext cx="829080" cy="403560"/>
            <a:chOff x="3462347" y="4054040"/>
            <a:chExt cx="82908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668FC03-46C0-9B28-1177-114370B02A1B}"/>
                    </a:ext>
                  </a:extLst>
                </p14:cNvPr>
                <p14:cNvContentPartPr/>
                <p14:nvPr/>
              </p14:nvContentPartPr>
              <p14:xfrm>
                <a:off x="3462347" y="4247360"/>
                <a:ext cx="195840" cy="142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668FC03-46C0-9B28-1177-114370B02A1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458027" y="4243040"/>
                  <a:ext cx="204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F2A175C-541A-DB0F-9916-3C8AE73AFA72}"/>
                    </a:ext>
                  </a:extLst>
                </p14:cNvPr>
                <p14:cNvContentPartPr/>
                <p14:nvPr/>
              </p14:nvContentPartPr>
              <p14:xfrm>
                <a:off x="3792467" y="4112360"/>
                <a:ext cx="85680" cy="264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F2A175C-541A-DB0F-9916-3C8AE73AFA7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788147" y="4108040"/>
                  <a:ext cx="943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44C06B1-C410-49DA-32F7-1D5D99B54588}"/>
                    </a:ext>
                  </a:extLst>
                </p14:cNvPr>
                <p14:cNvContentPartPr/>
                <p14:nvPr/>
              </p14:nvContentPartPr>
              <p14:xfrm>
                <a:off x="4048427" y="4054040"/>
                <a:ext cx="243000" cy="4035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44C06B1-C410-49DA-32F7-1D5D99B5458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044107" y="4049720"/>
                  <a:ext cx="251640" cy="41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06EFF90-7E66-9FA3-6CD8-4BCC5BBBD90A}"/>
                  </a:ext>
                </a:extLst>
              </p14:cNvPr>
              <p14:cNvContentPartPr/>
              <p14:nvPr/>
            </p14:nvContentPartPr>
            <p14:xfrm>
              <a:off x="970787" y="6169040"/>
              <a:ext cx="322920" cy="4024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06EFF90-7E66-9FA3-6CD8-4BCC5BBBD90A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66467" y="6164720"/>
                <a:ext cx="33156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DDE5862C-AADD-351E-F3F8-FA7A04A8137C}"/>
                  </a:ext>
                </a:extLst>
              </p14:cNvPr>
              <p14:cNvContentPartPr/>
              <p14:nvPr/>
            </p14:nvContentPartPr>
            <p14:xfrm>
              <a:off x="322787" y="6589880"/>
              <a:ext cx="211680" cy="32328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DDE5862C-AADD-351E-F3F8-FA7A04A8137C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18467" y="6585560"/>
                <a:ext cx="22032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B7F41EBB-2DAC-7AA0-54E6-C66275ED640D}"/>
                  </a:ext>
                </a:extLst>
              </p14:cNvPr>
              <p14:cNvContentPartPr/>
              <p14:nvPr/>
            </p14:nvContentPartPr>
            <p14:xfrm>
              <a:off x="10355267" y="645587"/>
              <a:ext cx="146520" cy="1314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B7F41EBB-2DAC-7AA0-54E6-C66275ED640D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350947" y="641267"/>
                <a:ext cx="155160" cy="14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C8100EC-EFC9-E8B4-5A9E-8F7B1499DA82}"/>
              </a:ext>
            </a:extLst>
          </p:cNvPr>
          <p:cNvGrpSpPr/>
          <p:nvPr/>
        </p:nvGrpSpPr>
        <p:grpSpPr>
          <a:xfrm>
            <a:off x="9824267" y="509867"/>
            <a:ext cx="338760" cy="357480"/>
            <a:chOff x="9824267" y="509867"/>
            <a:chExt cx="3387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8EDD37E-1B0E-D42F-6A1A-F03EEABD0F2E}"/>
                    </a:ext>
                  </a:extLst>
                </p14:cNvPr>
                <p14:cNvContentPartPr/>
                <p14:nvPr/>
              </p14:nvContentPartPr>
              <p14:xfrm>
                <a:off x="9824267" y="509867"/>
                <a:ext cx="211680" cy="342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8EDD37E-1B0E-D42F-6A1A-F03EEABD0F2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819947" y="505547"/>
                  <a:ext cx="2203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943BF8E-CD69-1282-DE6B-3D53052374C7}"/>
                    </a:ext>
                  </a:extLst>
                </p14:cNvPr>
                <p14:cNvContentPartPr/>
                <p14:nvPr/>
              </p14:nvContentPartPr>
              <p14:xfrm>
                <a:off x="9961787" y="510587"/>
                <a:ext cx="201240" cy="3567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943BF8E-CD69-1282-DE6B-3D53052374C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957467" y="506267"/>
                  <a:ext cx="20988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6636B734-FE0C-BE96-8D52-4BC20759B6A7}"/>
              </a:ext>
            </a:extLst>
          </p:cNvPr>
          <p:cNvGrpSpPr/>
          <p:nvPr/>
        </p:nvGrpSpPr>
        <p:grpSpPr>
          <a:xfrm>
            <a:off x="9552827" y="1178027"/>
            <a:ext cx="387360" cy="368280"/>
            <a:chOff x="9552827" y="1178027"/>
            <a:chExt cx="38736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F4C05C2-DEE9-863F-4CD1-E7B4480C1192}"/>
                    </a:ext>
                  </a:extLst>
                </p14:cNvPr>
                <p14:cNvContentPartPr/>
                <p14:nvPr/>
              </p14:nvContentPartPr>
              <p14:xfrm>
                <a:off x="9841187" y="1427147"/>
                <a:ext cx="360" cy="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F4C05C2-DEE9-863F-4CD1-E7B4480C119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836867" y="142282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33D65C2-69D6-E09B-2D3E-AD592947194E}"/>
                    </a:ext>
                  </a:extLst>
                </p14:cNvPr>
                <p14:cNvContentPartPr/>
                <p14:nvPr/>
              </p14:nvContentPartPr>
              <p14:xfrm>
                <a:off x="9552827" y="1178027"/>
                <a:ext cx="222480" cy="368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33D65C2-69D6-E09B-2D3E-AD592947194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548507" y="1173707"/>
                  <a:ext cx="2311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43868D2-FB1A-30FD-CF75-819F38DE6FF0}"/>
                    </a:ext>
                  </a:extLst>
                </p14:cNvPr>
                <p14:cNvContentPartPr/>
                <p14:nvPr/>
              </p14:nvContentPartPr>
              <p14:xfrm>
                <a:off x="9758387" y="1194587"/>
                <a:ext cx="181800" cy="3351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43868D2-FB1A-30FD-CF75-819F38DE6FF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54067" y="1190267"/>
                  <a:ext cx="19044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3D2DE165-942D-429B-CAAD-2A837143100C}"/>
              </a:ext>
            </a:extLst>
          </p:cNvPr>
          <p:cNvGrpSpPr/>
          <p:nvPr/>
        </p:nvGrpSpPr>
        <p:grpSpPr>
          <a:xfrm>
            <a:off x="10109027" y="1165427"/>
            <a:ext cx="432360" cy="559440"/>
            <a:chOff x="10109027" y="1165427"/>
            <a:chExt cx="43236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AA94B03-AD02-3A38-D4E8-B1E46800EBB6}"/>
                    </a:ext>
                  </a:extLst>
                </p14:cNvPr>
                <p14:cNvContentPartPr/>
                <p14:nvPr/>
              </p14:nvContentPartPr>
              <p14:xfrm>
                <a:off x="10109027" y="1165427"/>
                <a:ext cx="119880" cy="256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AA94B03-AD02-3A38-D4E8-B1E46800EBB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104707" y="1161107"/>
                  <a:ext cx="1285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DE4B851-898B-92A9-9151-A2BFB6B9D62C}"/>
                    </a:ext>
                  </a:extLst>
                </p14:cNvPr>
                <p14:cNvContentPartPr/>
                <p14:nvPr/>
              </p14:nvContentPartPr>
              <p14:xfrm>
                <a:off x="10303787" y="1339667"/>
                <a:ext cx="47880" cy="694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DE4B851-898B-92A9-9151-A2BFB6B9D62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99467" y="1335347"/>
                  <a:ext cx="56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B75E528-6FDA-B358-DA61-D2B629A77AAA}"/>
                    </a:ext>
                  </a:extLst>
                </p14:cNvPr>
                <p14:cNvContentPartPr/>
                <p14:nvPr/>
              </p14:nvContentPartPr>
              <p14:xfrm>
                <a:off x="10243667" y="1314107"/>
                <a:ext cx="297720" cy="410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B75E528-6FDA-B358-DA61-D2B629A77AA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239347" y="1309787"/>
                  <a:ext cx="306360" cy="41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ED221635-468E-3267-919F-B9182E02B4FD}"/>
                  </a:ext>
                </a:extLst>
              </p14:cNvPr>
              <p14:cNvContentPartPr/>
              <p14:nvPr/>
            </p14:nvContentPartPr>
            <p14:xfrm>
              <a:off x="10803827" y="1246427"/>
              <a:ext cx="150480" cy="1278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ED221635-468E-3267-919F-B9182E02B4F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799507" y="1242107"/>
                <a:ext cx="15912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EEEF382-1301-423C-0C96-3CD3111FAA89}"/>
              </a:ext>
            </a:extLst>
          </p:cNvPr>
          <p:cNvGrpSpPr/>
          <p:nvPr/>
        </p:nvGrpSpPr>
        <p:grpSpPr>
          <a:xfrm>
            <a:off x="8255747" y="1879667"/>
            <a:ext cx="684360" cy="403200"/>
            <a:chOff x="8255747" y="1879667"/>
            <a:chExt cx="684360" cy="4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82BA16A-5E76-EACC-A737-0900ADD0B46D}"/>
                    </a:ext>
                  </a:extLst>
                </p14:cNvPr>
                <p14:cNvContentPartPr/>
                <p14:nvPr/>
              </p14:nvContentPartPr>
              <p14:xfrm>
                <a:off x="8255747" y="2007467"/>
                <a:ext cx="220320" cy="2570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82BA16A-5E76-EACC-A737-0900ADD0B46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251427" y="2003147"/>
                  <a:ext cx="2289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DF99572-12ED-FDEE-0185-98FF836D1296}"/>
                    </a:ext>
                  </a:extLst>
                </p14:cNvPr>
                <p14:cNvContentPartPr/>
                <p14:nvPr/>
              </p14:nvContentPartPr>
              <p14:xfrm>
                <a:off x="8553467" y="1879667"/>
                <a:ext cx="259560" cy="403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DF99572-12ED-FDEE-0185-98FF836D129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549147" y="1875347"/>
                  <a:ext cx="2682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52FF569-7DB9-78E5-239E-4C91F491B29D}"/>
                    </a:ext>
                  </a:extLst>
                </p14:cNvPr>
                <p14:cNvContentPartPr/>
                <p14:nvPr/>
              </p14:nvContentPartPr>
              <p14:xfrm>
                <a:off x="8823827" y="2083427"/>
                <a:ext cx="116280" cy="123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52FF569-7DB9-78E5-239E-4C91F491B29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819507" y="2079107"/>
                  <a:ext cx="12492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33C3A0B-369C-1944-4DDE-9315761516FC}"/>
              </a:ext>
            </a:extLst>
          </p:cNvPr>
          <p:cNvGrpSpPr/>
          <p:nvPr/>
        </p:nvGrpSpPr>
        <p:grpSpPr>
          <a:xfrm>
            <a:off x="9210467" y="1897667"/>
            <a:ext cx="313560" cy="589680"/>
            <a:chOff x="9210467" y="1897667"/>
            <a:chExt cx="31356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36EE4FE-C710-B4D6-59F0-0AA78A0062D8}"/>
                    </a:ext>
                  </a:extLst>
                </p14:cNvPr>
                <p14:cNvContentPartPr/>
                <p14:nvPr/>
              </p14:nvContentPartPr>
              <p14:xfrm>
                <a:off x="9210467" y="1897667"/>
                <a:ext cx="126720" cy="292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36EE4FE-C710-B4D6-59F0-0AA78A0062D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06147" y="1893347"/>
                  <a:ext cx="1353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61E8CFD-A8D4-7D91-D9AC-26BBFB7CE1B3}"/>
                    </a:ext>
                  </a:extLst>
                </p14:cNvPr>
                <p14:cNvContentPartPr/>
                <p14:nvPr/>
              </p14:nvContentPartPr>
              <p14:xfrm>
                <a:off x="9276707" y="2063267"/>
                <a:ext cx="69120" cy="946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61E8CFD-A8D4-7D91-D9AC-26BBFB7CE1B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72387" y="2058947"/>
                  <a:ext cx="777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96A0FB7-B858-1B84-4FF0-9944337A0F29}"/>
                    </a:ext>
                  </a:extLst>
                </p14:cNvPr>
                <p14:cNvContentPartPr/>
                <p14:nvPr/>
              </p14:nvContentPartPr>
              <p14:xfrm>
                <a:off x="9255467" y="2096027"/>
                <a:ext cx="268560" cy="391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96A0FB7-B858-1B84-4FF0-9944337A0F2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251147" y="2091707"/>
                  <a:ext cx="277200" cy="39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803D0A1F-E8D6-089F-D5F3-2CCCC4DC489B}"/>
              </a:ext>
            </a:extLst>
          </p:cNvPr>
          <p:cNvGrpSpPr/>
          <p:nvPr/>
        </p:nvGrpSpPr>
        <p:grpSpPr>
          <a:xfrm>
            <a:off x="9765227" y="1856267"/>
            <a:ext cx="323280" cy="408960"/>
            <a:chOff x="9765227" y="1856267"/>
            <a:chExt cx="32328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14BF5A3-059A-9D5B-0EEF-9EE56DBCD52E}"/>
                    </a:ext>
                  </a:extLst>
                </p14:cNvPr>
                <p14:cNvContentPartPr/>
                <p14:nvPr/>
              </p14:nvContentPartPr>
              <p14:xfrm>
                <a:off x="9765227" y="2054627"/>
                <a:ext cx="135720" cy="106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14BF5A3-059A-9D5B-0EEF-9EE56DBCD52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760907" y="2050307"/>
                  <a:ext cx="144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F41183E-83D9-110D-944F-4FFCB1151EED}"/>
                    </a:ext>
                  </a:extLst>
                </p14:cNvPr>
                <p14:cNvContentPartPr/>
                <p14:nvPr/>
              </p14:nvContentPartPr>
              <p14:xfrm>
                <a:off x="9991667" y="1856267"/>
                <a:ext cx="96840" cy="4089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F41183E-83D9-110D-944F-4FFCB1151EE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987347" y="1851947"/>
                  <a:ext cx="105480" cy="41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46B2D34-5735-99D6-FAB0-449ADBEC9D66}"/>
              </a:ext>
            </a:extLst>
          </p:cNvPr>
          <p:cNvGrpSpPr/>
          <p:nvPr/>
        </p:nvGrpSpPr>
        <p:grpSpPr>
          <a:xfrm>
            <a:off x="4241387" y="5427827"/>
            <a:ext cx="343080" cy="407160"/>
            <a:chOff x="4241387" y="5427827"/>
            <a:chExt cx="34308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42F6623-81B3-F45D-2CFB-974D9F8E7174}"/>
                    </a:ext>
                  </a:extLst>
                </p14:cNvPr>
                <p14:cNvContentPartPr/>
                <p14:nvPr/>
              </p14:nvContentPartPr>
              <p14:xfrm>
                <a:off x="4241387" y="5474627"/>
                <a:ext cx="151560" cy="360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42F6623-81B3-F45D-2CFB-974D9F8E717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237067" y="5470307"/>
                  <a:ext cx="1602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259CBFF-1FA6-FE0C-9823-8B4B8F4B1866}"/>
                    </a:ext>
                  </a:extLst>
                </p14:cNvPr>
                <p14:cNvContentPartPr/>
                <p14:nvPr/>
              </p14:nvContentPartPr>
              <p14:xfrm>
                <a:off x="4427867" y="5427827"/>
                <a:ext cx="156600" cy="365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259CBFF-1FA6-FE0C-9823-8B4B8F4B186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423547" y="5423507"/>
                  <a:ext cx="165240" cy="37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3B86A361-87A2-415A-011A-A7F4A19B8C1B}"/>
              </a:ext>
            </a:extLst>
          </p:cNvPr>
          <p:cNvGrpSpPr/>
          <p:nvPr/>
        </p:nvGrpSpPr>
        <p:grpSpPr>
          <a:xfrm>
            <a:off x="5092427" y="5409827"/>
            <a:ext cx="388080" cy="656640"/>
            <a:chOff x="5092427" y="5409827"/>
            <a:chExt cx="388080" cy="65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5C493A7-6870-8A49-2222-8F7E6F882B58}"/>
                    </a:ext>
                  </a:extLst>
                </p14:cNvPr>
                <p14:cNvContentPartPr/>
                <p14:nvPr/>
              </p14:nvContentPartPr>
              <p14:xfrm>
                <a:off x="5092427" y="5409827"/>
                <a:ext cx="120240" cy="3182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5C493A7-6870-8A49-2222-8F7E6F882B5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088107" y="5405507"/>
                  <a:ext cx="1288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258DB38-5B3A-CB21-BD4D-105AD611F8E9}"/>
                    </a:ext>
                  </a:extLst>
                </p14:cNvPr>
                <p14:cNvContentPartPr/>
                <p14:nvPr/>
              </p14:nvContentPartPr>
              <p14:xfrm>
                <a:off x="5225267" y="5600987"/>
                <a:ext cx="64080" cy="997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258DB38-5B3A-CB21-BD4D-105AD611F8E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220947" y="5596667"/>
                  <a:ext cx="72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3D33E9A-16D1-43C4-A397-4172C390278B}"/>
                    </a:ext>
                  </a:extLst>
                </p14:cNvPr>
                <p14:cNvContentPartPr/>
                <p14:nvPr/>
              </p14:nvContentPartPr>
              <p14:xfrm>
                <a:off x="5207627" y="5588387"/>
                <a:ext cx="272880" cy="4780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3D33E9A-16D1-43C4-A397-4172C390278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203307" y="5584067"/>
                  <a:ext cx="281520" cy="48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126D6377-ACD0-AAAF-0B85-ED58E442ACAE}"/>
                  </a:ext>
                </a:extLst>
              </p14:cNvPr>
              <p14:cNvContentPartPr/>
              <p14:nvPr/>
            </p14:nvContentPartPr>
            <p14:xfrm>
              <a:off x="5820347" y="5546267"/>
              <a:ext cx="208800" cy="1177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126D6377-ACD0-AAAF-0B85-ED58E442ACAE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5816027" y="5541947"/>
                <a:ext cx="21744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06BC25E8-D90A-5D21-D30F-2CA695A5C72B}"/>
              </a:ext>
            </a:extLst>
          </p:cNvPr>
          <p:cNvGrpSpPr/>
          <p:nvPr/>
        </p:nvGrpSpPr>
        <p:grpSpPr>
          <a:xfrm>
            <a:off x="4882547" y="4049747"/>
            <a:ext cx="239040" cy="288360"/>
            <a:chOff x="4882547" y="4049747"/>
            <a:chExt cx="23904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90D4C86-B4A7-A7E0-B3F2-F3A0DAFDAB5C}"/>
                    </a:ext>
                  </a:extLst>
                </p14:cNvPr>
                <p14:cNvContentPartPr/>
                <p14:nvPr/>
              </p14:nvContentPartPr>
              <p14:xfrm>
                <a:off x="4882547" y="4057307"/>
                <a:ext cx="109080" cy="2620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90D4C86-B4A7-A7E0-B3F2-F3A0DAFDAB5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878227" y="4052987"/>
                  <a:ext cx="117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D57EBB8-23BB-EF43-ACD0-BCBE346D2B71}"/>
                    </a:ext>
                  </a:extLst>
                </p14:cNvPr>
                <p14:cNvContentPartPr/>
                <p14:nvPr/>
              </p14:nvContentPartPr>
              <p14:xfrm>
                <a:off x="5017187" y="4049747"/>
                <a:ext cx="104400" cy="2883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D57EBB8-23BB-EF43-ACD0-BCBE346D2B7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012867" y="4045427"/>
                  <a:ext cx="113040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9AA61CD-B8D0-54CC-0C6E-DCC7DAB19D88}"/>
                  </a:ext>
                </a:extLst>
              </p14:cNvPr>
              <p14:cNvContentPartPr/>
              <p14:nvPr/>
            </p14:nvContentPartPr>
            <p14:xfrm>
              <a:off x="5627027" y="4093307"/>
              <a:ext cx="258120" cy="1256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9AA61CD-B8D0-54CC-0C6E-DCC7DAB19D88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5622707" y="4088987"/>
                <a:ext cx="266760" cy="13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D5AAB76-85AC-E0E4-465E-8F87C4FCA5FE}"/>
              </a:ext>
            </a:extLst>
          </p:cNvPr>
          <p:cNvGrpSpPr/>
          <p:nvPr/>
        </p:nvGrpSpPr>
        <p:grpSpPr>
          <a:xfrm>
            <a:off x="8696027" y="4723307"/>
            <a:ext cx="855720" cy="453600"/>
            <a:chOff x="8696027" y="4723307"/>
            <a:chExt cx="85572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ABE3F9C-9566-9EF4-1D3C-4779493B33E1}"/>
                    </a:ext>
                  </a:extLst>
                </p14:cNvPr>
                <p14:cNvContentPartPr/>
                <p14:nvPr/>
              </p14:nvContentPartPr>
              <p14:xfrm>
                <a:off x="8696027" y="4864427"/>
                <a:ext cx="263880" cy="312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ABE3F9C-9566-9EF4-1D3C-4779493B33E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691707" y="4860107"/>
                  <a:ext cx="2725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DA3B178-85B7-B83F-70A8-9FC006B6779D}"/>
                    </a:ext>
                  </a:extLst>
                </p14:cNvPr>
                <p14:cNvContentPartPr/>
                <p14:nvPr/>
              </p14:nvContentPartPr>
              <p14:xfrm>
                <a:off x="9117947" y="4723307"/>
                <a:ext cx="270360" cy="4269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DA3B178-85B7-B83F-70A8-9FC006B6779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113627" y="4718987"/>
                  <a:ext cx="2790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192F6F8-C940-21C8-9C86-BF36AFB1D77C}"/>
                    </a:ext>
                  </a:extLst>
                </p14:cNvPr>
                <p14:cNvContentPartPr/>
                <p14:nvPr/>
              </p14:nvContentPartPr>
              <p14:xfrm>
                <a:off x="9407027" y="4973867"/>
                <a:ext cx="144720" cy="1087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192F6F8-C940-21C8-9C86-BF36AFB1D77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402707" y="4969547"/>
                  <a:ext cx="15336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094F4B7-0A05-26CB-1DB1-92E625AD6E6A}"/>
              </a:ext>
            </a:extLst>
          </p:cNvPr>
          <p:cNvGrpSpPr/>
          <p:nvPr/>
        </p:nvGrpSpPr>
        <p:grpSpPr>
          <a:xfrm>
            <a:off x="9876467" y="4698467"/>
            <a:ext cx="385920" cy="567000"/>
            <a:chOff x="9876467" y="4698467"/>
            <a:chExt cx="385920" cy="56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E4C46AA-AB17-B523-DD25-0C147C50F7CC}"/>
                    </a:ext>
                  </a:extLst>
                </p14:cNvPr>
                <p14:cNvContentPartPr/>
                <p14:nvPr/>
              </p14:nvContentPartPr>
              <p14:xfrm>
                <a:off x="9876467" y="4698467"/>
                <a:ext cx="110880" cy="319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E4C46AA-AB17-B523-DD25-0C147C50F7C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872147" y="4694147"/>
                  <a:ext cx="1195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8E599EE-CE51-84C0-7B3F-2868E08A9B76}"/>
                    </a:ext>
                  </a:extLst>
                </p14:cNvPr>
                <p14:cNvContentPartPr/>
                <p14:nvPr/>
              </p14:nvContentPartPr>
              <p14:xfrm>
                <a:off x="9963587" y="4885307"/>
                <a:ext cx="129240" cy="94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8E599EE-CE51-84C0-7B3F-2868E08A9B7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959267" y="4880987"/>
                  <a:ext cx="1378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13C09F0-D978-FDC5-5CCF-A288363EE00D}"/>
                    </a:ext>
                  </a:extLst>
                </p14:cNvPr>
                <p14:cNvContentPartPr/>
                <p14:nvPr/>
              </p14:nvContentPartPr>
              <p14:xfrm>
                <a:off x="9975467" y="4871267"/>
                <a:ext cx="286920" cy="394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13C09F0-D978-FDC5-5CCF-A288363EE00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971147" y="4866947"/>
                  <a:ext cx="295560" cy="40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5CC455B-4864-7825-360D-46C95B5184D3}"/>
              </a:ext>
            </a:extLst>
          </p:cNvPr>
          <p:cNvGrpSpPr/>
          <p:nvPr/>
        </p:nvGrpSpPr>
        <p:grpSpPr>
          <a:xfrm>
            <a:off x="10464707" y="4654187"/>
            <a:ext cx="366840" cy="518400"/>
            <a:chOff x="10464707" y="4654187"/>
            <a:chExt cx="36684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AF45C91-8534-E4C3-915E-A6FFBC795E94}"/>
                    </a:ext>
                  </a:extLst>
                </p14:cNvPr>
                <p14:cNvContentPartPr/>
                <p14:nvPr/>
              </p14:nvContentPartPr>
              <p14:xfrm>
                <a:off x="10464707" y="4850747"/>
                <a:ext cx="122760" cy="1656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AF45C91-8534-E4C3-915E-A6FFBC795E9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460387" y="4846427"/>
                  <a:ext cx="1314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F81C9C6-B6E5-ED13-85C7-3C1740EFC3B3}"/>
                    </a:ext>
                  </a:extLst>
                </p14:cNvPr>
                <p14:cNvContentPartPr/>
                <p14:nvPr/>
              </p14:nvContentPartPr>
              <p14:xfrm>
                <a:off x="10704827" y="4654187"/>
                <a:ext cx="126720" cy="5184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F81C9C6-B6E5-ED13-85C7-3C1740EFC3B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700507" y="4649867"/>
                  <a:ext cx="135360" cy="52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89937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A8E67F6-7685-232C-715B-4223F463F7BC}"/>
              </a:ext>
            </a:extLst>
          </p:cNvPr>
          <p:cNvGrpSpPr/>
          <p:nvPr/>
        </p:nvGrpSpPr>
        <p:grpSpPr>
          <a:xfrm>
            <a:off x="1249067" y="335787"/>
            <a:ext cx="815400" cy="354960"/>
            <a:chOff x="1249067" y="335787"/>
            <a:chExt cx="81540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5C7A938-05BA-D9D9-D046-13C0C53B7397}"/>
                    </a:ext>
                  </a:extLst>
                </p14:cNvPr>
                <p14:cNvContentPartPr/>
                <p14:nvPr/>
              </p14:nvContentPartPr>
              <p14:xfrm>
                <a:off x="1249067" y="512187"/>
                <a:ext cx="93240" cy="170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5C7A938-05BA-D9D9-D046-13C0C53B73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44747" y="507867"/>
                  <a:ext cx="101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4465A12-5908-4BF4-4BF3-1DEC9BF0636B}"/>
                    </a:ext>
                  </a:extLst>
                </p14:cNvPr>
                <p14:cNvContentPartPr/>
                <p14:nvPr/>
              </p14:nvContentPartPr>
              <p14:xfrm>
                <a:off x="1475147" y="561147"/>
                <a:ext cx="7920" cy="68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4465A12-5908-4BF4-4BF3-1DEC9BF063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70827" y="556827"/>
                  <a:ext cx="16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A122235-8B4A-2227-F74C-B80C145E7DF0}"/>
                    </a:ext>
                  </a:extLst>
                </p14:cNvPr>
                <p14:cNvContentPartPr/>
                <p14:nvPr/>
              </p14:nvContentPartPr>
              <p14:xfrm>
                <a:off x="1566227" y="385107"/>
                <a:ext cx="8640" cy="28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A122235-8B4A-2227-F74C-B80C145E7D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61907" y="380787"/>
                  <a:ext cx="17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B22DE15-C0BA-9EEA-2ABE-AD0D3427EA05}"/>
                    </a:ext>
                  </a:extLst>
                </p14:cNvPr>
                <p14:cNvContentPartPr/>
                <p14:nvPr/>
              </p14:nvContentPartPr>
              <p14:xfrm>
                <a:off x="1675307" y="335787"/>
                <a:ext cx="192600" cy="354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B22DE15-C0BA-9EEA-2ABE-AD0D3427EA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70987" y="331467"/>
                  <a:ext cx="2012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006433-C542-515C-1669-3C9BC0E029B3}"/>
                    </a:ext>
                  </a:extLst>
                </p14:cNvPr>
                <p14:cNvContentPartPr/>
                <p14:nvPr/>
              </p14:nvContentPartPr>
              <p14:xfrm>
                <a:off x="1652627" y="567987"/>
                <a:ext cx="110880" cy="19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006433-C542-515C-1669-3C9BC0E029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48307" y="563667"/>
                  <a:ext cx="119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6DE1B4-C2BA-D1B4-931A-80B73C4F5CCF}"/>
                    </a:ext>
                  </a:extLst>
                </p14:cNvPr>
                <p14:cNvContentPartPr/>
                <p14:nvPr/>
              </p14:nvContentPartPr>
              <p14:xfrm>
                <a:off x="1923707" y="368547"/>
                <a:ext cx="50760" cy="258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6DE1B4-C2BA-D1B4-931A-80B73C4F5C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19387" y="364227"/>
                  <a:ext cx="594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4AB77AE-9AA8-A50D-CA90-5D7D4B514310}"/>
                    </a:ext>
                  </a:extLst>
                </p14:cNvPr>
                <p14:cNvContentPartPr/>
                <p14:nvPr/>
              </p14:nvContentPartPr>
              <p14:xfrm>
                <a:off x="1828667" y="507507"/>
                <a:ext cx="235800" cy="40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4AB77AE-9AA8-A50D-CA90-5D7D4B5143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4347" y="503187"/>
                  <a:ext cx="2444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3000C9-8DA6-2F84-CB8A-E4A9E7137791}"/>
              </a:ext>
            </a:extLst>
          </p:cNvPr>
          <p:cNvGrpSpPr/>
          <p:nvPr/>
        </p:nvGrpSpPr>
        <p:grpSpPr>
          <a:xfrm>
            <a:off x="2216387" y="258387"/>
            <a:ext cx="1438200" cy="468000"/>
            <a:chOff x="2216387" y="258387"/>
            <a:chExt cx="143820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91AFCE-EC25-B592-3E41-43FF9986F12C}"/>
                    </a:ext>
                  </a:extLst>
                </p14:cNvPr>
                <p14:cNvContentPartPr/>
                <p14:nvPr/>
              </p14:nvContentPartPr>
              <p14:xfrm>
                <a:off x="2216387" y="284307"/>
                <a:ext cx="272160" cy="442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91AFCE-EC25-B592-3E41-43FF9986F12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12067" y="279987"/>
                  <a:ext cx="28080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7C57019-3A69-1A3A-4B69-B0FF55701BCB}"/>
                    </a:ext>
                  </a:extLst>
                </p14:cNvPr>
                <p14:cNvContentPartPr/>
                <p14:nvPr/>
              </p14:nvContentPartPr>
              <p14:xfrm>
                <a:off x="2575307" y="472227"/>
                <a:ext cx="14040" cy="96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7C57019-3A69-1A3A-4B69-B0FF55701B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70987" y="467907"/>
                  <a:ext cx="22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B3F16B3-5B77-6CF5-52D8-C392A2C61A00}"/>
                    </a:ext>
                  </a:extLst>
                </p14:cNvPr>
                <p14:cNvContentPartPr/>
                <p14:nvPr/>
              </p14:nvContentPartPr>
              <p14:xfrm>
                <a:off x="2639387" y="290067"/>
                <a:ext cx="19080" cy="117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B3F16B3-5B77-6CF5-52D8-C392A2C61A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35067" y="285747"/>
                  <a:ext cx="27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FB1D378-051C-8008-3D28-DCC5ACBFF75A}"/>
                    </a:ext>
                  </a:extLst>
                </p14:cNvPr>
                <p14:cNvContentPartPr/>
                <p14:nvPr/>
              </p14:nvContentPartPr>
              <p14:xfrm>
                <a:off x="2693387" y="441267"/>
                <a:ext cx="126720" cy="61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FB1D378-051C-8008-3D28-DCC5ACBFF7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89067" y="436947"/>
                  <a:ext cx="135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691914-507C-BD63-9EE4-F82A02A55C58}"/>
                    </a:ext>
                  </a:extLst>
                </p14:cNvPr>
                <p14:cNvContentPartPr/>
                <p14:nvPr/>
              </p14:nvContentPartPr>
              <p14:xfrm>
                <a:off x="2903267" y="312747"/>
                <a:ext cx="56160" cy="181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691914-507C-BD63-9EE4-F82A02A55C5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98947" y="308427"/>
                  <a:ext cx="64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7B6922-0C2D-E2E2-D36C-FE10A46768EE}"/>
                    </a:ext>
                  </a:extLst>
                </p14:cNvPr>
                <p14:cNvContentPartPr/>
                <p14:nvPr/>
              </p14:nvContentPartPr>
              <p14:xfrm>
                <a:off x="2848547" y="387267"/>
                <a:ext cx="150840" cy="35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7B6922-0C2D-E2E2-D36C-FE10A46768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44227" y="382947"/>
                  <a:ext cx="159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7E7974B-43D1-31A5-22B3-474132D6CAE1}"/>
                    </a:ext>
                  </a:extLst>
                </p14:cNvPr>
                <p14:cNvContentPartPr/>
                <p14:nvPr/>
              </p14:nvContentPartPr>
              <p14:xfrm>
                <a:off x="3108107" y="274947"/>
                <a:ext cx="181800" cy="25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7E7974B-43D1-31A5-22B3-474132D6CAE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03787" y="270627"/>
                  <a:ext cx="190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4B49FF-7008-13C8-2D92-E2C2F9B9891F}"/>
                    </a:ext>
                  </a:extLst>
                </p14:cNvPr>
                <p14:cNvContentPartPr/>
                <p14:nvPr/>
              </p14:nvContentPartPr>
              <p14:xfrm>
                <a:off x="3431027" y="258387"/>
                <a:ext cx="223560" cy="248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4B49FF-7008-13C8-2D92-E2C2F9B989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26707" y="254067"/>
                  <a:ext cx="23220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9E753A-E48D-E690-5F78-AEA713BEE944}"/>
              </a:ext>
            </a:extLst>
          </p:cNvPr>
          <p:cNvGrpSpPr/>
          <p:nvPr/>
        </p:nvGrpSpPr>
        <p:grpSpPr>
          <a:xfrm>
            <a:off x="4021067" y="219867"/>
            <a:ext cx="964080" cy="378360"/>
            <a:chOff x="4021067" y="219867"/>
            <a:chExt cx="96408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F6A580-F843-C1CA-FEA2-90264FF11462}"/>
                    </a:ext>
                  </a:extLst>
                </p14:cNvPr>
                <p14:cNvContentPartPr/>
                <p14:nvPr/>
              </p14:nvContentPartPr>
              <p14:xfrm>
                <a:off x="4021067" y="219867"/>
                <a:ext cx="187560" cy="277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F6A580-F843-C1CA-FEA2-90264FF114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16747" y="215547"/>
                  <a:ext cx="196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3D999A5-8A30-A95B-E18B-F18EFB8B4017}"/>
                    </a:ext>
                  </a:extLst>
                </p14:cNvPr>
                <p14:cNvContentPartPr/>
                <p14:nvPr/>
              </p14:nvContentPartPr>
              <p14:xfrm>
                <a:off x="4284947" y="399507"/>
                <a:ext cx="186120" cy="68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3D999A5-8A30-A95B-E18B-F18EFB8B40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80627" y="395187"/>
                  <a:ext cx="194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D78564-E624-AB03-D2D7-B5D9BFF6B275}"/>
                    </a:ext>
                  </a:extLst>
                </p14:cNvPr>
                <p14:cNvContentPartPr/>
                <p14:nvPr/>
              </p14:nvContentPartPr>
              <p14:xfrm>
                <a:off x="4537307" y="224547"/>
                <a:ext cx="109440" cy="255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D78564-E624-AB03-D2D7-B5D9BFF6B27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32987" y="220227"/>
                  <a:ext cx="118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F8A7E4C-E058-E565-9110-809617D8695B}"/>
                    </a:ext>
                  </a:extLst>
                </p14:cNvPr>
                <p14:cNvContentPartPr/>
                <p14:nvPr/>
              </p14:nvContentPartPr>
              <p14:xfrm>
                <a:off x="4509947" y="347307"/>
                <a:ext cx="290880" cy="106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F8A7E4C-E058-E565-9110-809617D8695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05627" y="342987"/>
                  <a:ext cx="299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1DFD50-CED5-8F85-795D-1A019D01151D}"/>
                    </a:ext>
                  </a:extLst>
                </p14:cNvPr>
                <p14:cNvContentPartPr/>
                <p14:nvPr/>
              </p14:nvContentPartPr>
              <p14:xfrm>
                <a:off x="4931507" y="512907"/>
                <a:ext cx="53640" cy="85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1DFD50-CED5-8F85-795D-1A019D01151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27187" y="508587"/>
                  <a:ext cx="622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BE71A2-6620-40E3-99C2-7FC9CD1C4F90}"/>
              </a:ext>
            </a:extLst>
          </p:cNvPr>
          <p:cNvGrpSpPr/>
          <p:nvPr/>
        </p:nvGrpSpPr>
        <p:grpSpPr>
          <a:xfrm>
            <a:off x="5641067" y="187827"/>
            <a:ext cx="577800" cy="257040"/>
            <a:chOff x="5641067" y="187827"/>
            <a:chExt cx="57780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B131882-8D00-FB39-B44A-E163172B7369}"/>
                    </a:ext>
                  </a:extLst>
                </p14:cNvPr>
                <p14:cNvContentPartPr/>
                <p14:nvPr/>
              </p14:nvContentPartPr>
              <p14:xfrm>
                <a:off x="5641067" y="339747"/>
                <a:ext cx="23760" cy="105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B131882-8D00-FB39-B44A-E163172B736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36747" y="335427"/>
                  <a:ext cx="32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D6A567-D7EA-BDF8-E45C-2D6157CB0103}"/>
                    </a:ext>
                  </a:extLst>
                </p14:cNvPr>
                <p14:cNvContentPartPr/>
                <p14:nvPr/>
              </p14:nvContentPartPr>
              <p14:xfrm>
                <a:off x="5695427" y="187827"/>
                <a:ext cx="7200" cy="47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D6A567-D7EA-BDF8-E45C-2D6157CB010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91107" y="183507"/>
                  <a:ext cx="15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9FF3C4-1E72-D64A-F8A9-7774452A1468}"/>
                    </a:ext>
                  </a:extLst>
                </p14:cNvPr>
                <p14:cNvContentPartPr/>
                <p14:nvPr/>
              </p14:nvContentPartPr>
              <p14:xfrm>
                <a:off x="5745827" y="331467"/>
                <a:ext cx="132120" cy="50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9FF3C4-1E72-D64A-F8A9-7774452A14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1507" y="327147"/>
                  <a:ext cx="140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D4FB94-F122-5103-EA52-67C64440E3D2}"/>
                    </a:ext>
                  </a:extLst>
                </p14:cNvPr>
                <p14:cNvContentPartPr/>
                <p14:nvPr/>
              </p14:nvContentPartPr>
              <p14:xfrm>
                <a:off x="6059387" y="195387"/>
                <a:ext cx="60120" cy="196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D4FB94-F122-5103-EA52-67C64440E3D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55067" y="191067"/>
                  <a:ext cx="68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CC8CA82-546F-DFD7-97BC-FE1B92205E5C}"/>
                    </a:ext>
                  </a:extLst>
                </p14:cNvPr>
                <p14:cNvContentPartPr/>
                <p14:nvPr/>
              </p14:nvContentPartPr>
              <p14:xfrm>
                <a:off x="5985227" y="285747"/>
                <a:ext cx="233640" cy="7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CC8CA82-546F-DFD7-97BC-FE1B92205E5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80907" y="281427"/>
                  <a:ext cx="242280" cy="1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BB3A393-1B31-4EF2-7E9B-2148CCC8539B}"/>
              </a:ext>
            </a:extLst>
          </p:cNvPr>
          <p:cNvGrpSpPr/>
          <p:nvPr/>
        </p:nvGrpSpPr>
        <p:grpSpPr>
          <a:xfrm>
            <a:off x="6654107" y="108267"/>
            <a:ext cx="710280" cy="280800"/>
            <a:chOff x="6654107" y="108267"/>
            <a:chExt cx="71028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F89687-4232-A5DF-00CA-54C5D95C20B1}"/>
                    </a:ext>
                  </a:extLst>
                </p14:cNvPr>
                <p14:cNvContentPartPr/>
                <p14:nvPr/>
              </p14:nvContentPartPr>
              <p14:xfrm>
                <a:off x="6654107" y="308427"/>
                <a:ext cx="11160" cy="72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F89687-4232-A5DF-00CA-54C5D95C20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49787" y="304107"/>
                  <a:ext cx="198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41C36E1-E3BB-C027-072E-C1B5B0EAB9BE}"/>
                    </a:ext>
                  </a:extLst>
                </p14:cNvPr>
                <p14:cNvContentPartPr/>
                <p14:nvPr/>
              </p14:nvContentPartPr>
              <p14:xfrm>
                <a:off x="6688667" y="129147"/>
                <a:ext cx="9360" cy="92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41C36E1-E3BB-C027-072E-C1B5B0EAB9B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84347" y="124827"/>
                  <a:ext cx="180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605E71-24A0-DEC4-3C59-6DA139542C93}"/>
                    </a:ext>
                  </a:extLst>
                </p14:cNvPr>
                <p14:cNvContentPartPr/>
                <p14:nvPr/>
              </p14:nvContentPartPr>
              <p14:xfrm>
                <a:off x="6705227" y="308067"/>
                <a:ext cx="138960" cy="50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605E71-24A0-DEC4-3C59-6DA139542C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00907" y="303747"/>
                  <a:ext cx="147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F18109A-A48B-BFA2-D035-5E939F987D4C}"/>
                    </a:ext>
                  </a:extLst>
                </p14:cNvPr>
                <p14:cNvContentPartPr/>
                <p14:nvPr/>
              </p14:nvContentPartPr>
              <p14:xfrm>
                <a:off x="6871907" y="108267"/>
                <a:ext cx="257400" cy="252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F18109A-A48B-BFA2-D035-5E939F987D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67587" y="103947"/>
                  <a:ext cx="2660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2BD354-16A9-7D3B-C137-805F2F334510}"/>
                    </a:ext>
                  </a:extLst>
                </p14:cNvPr>
                <p14:cNvContentPartPr/>
                <p14:nvPr/>
              </p14:nvContentPartPr>
              <p14:xfrm>
                <a:off x="7206707" y="271347"/>
                <a:ext cx="140400" cy="117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A2BD354-16A9-7D3B-C137-805F2F3345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02387" y="267027"/>
                  <a:ext cx="149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4F922E-3A55-0CA2-BF0F-DFBBA6C4F2C5}"/>
                    </a:ext>
                  </a:extLst>
                </p14:cNvPr>
                <p14:cNvContentPartPr/>
                <p14:nvPr/>
              </p14:nvContentPartPr>
              <p14:xfrm>
                <a:off x="7234427" y="296907"/>
                <a:ext cx="129960" cy="47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4F922E-3A55-0CA2-BF0F-DFBBA6C4F2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30107" y="292587"/>
                  <a:ext cx="13860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9D7AC73-F391-7361-6EC3-9242BAE41ABB}"/>
                  </a:ext>
                </a:extLst>
              </p14:cNvPr>
              <p14:cNvContentPartPr/>
              <p14:nvPr/>
            </p14:nvContentPartPr>
            <p14:xfrm>
              <a:off x="7532507" y="93147"/>
              <a:ext cx="184680" cy="364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9D7AC73-F391-7361-6EC3-9242BAE41AB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28187" y="88827"/>
                <a:ext cx="19332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B57C622-E907-12AD-E20A-FB24EDAD8733}"/>
                  </a:ext>
                </a:extLst>
              </p14:cNvPr>
              <p14:cNvContentPartPr/>
              <p14:nvPr/>
            </p14:nvContentPartPr>
            <p14:xfrm>
              <a:off x="8058467" y="52107"/>
              <a:ext cx="193320" cy="467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B57C622-E907-12AD-E20A-FB24EDAD873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54147" y="47787"/>
                <a:ext cx="201960" cy="47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C29B2EE8-0D8E-1034-A16A-986772587F9F}"/>
              </a:ext>
            </a:extLst>
          </p:cNvPr>
          <p:cNvGrpSpPr/>
          <p:nvPr/>
        </p:nvGrpSpPr>
        <p:grpSpPr>
          <a:xfrm>
            <a:off x="155747" y="382227"/>
            <a:ext cx="671760" cy="329040"/>
            <a:chOff x="155747" y="382227"/>
            <a:chExt cx="67176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BAFCC29-EB37-4914-7854-1189F7B98A4E}"/>
                    </a:ext>
                  </a:extLst>
                </p14:cNvPr>
                <p14:cNvContentPartPr/>
                <p14:nvPr/>
              </p14:nvContentPartPr>
              <p14:xfrm>
                <a:off x="155747" y="531987"/>
                <a:ext cx="153000" cy="179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BAFCC29-EB37-4914-7854-1189F7B98A4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1427" y="527667"/>
                  <a:ext cx="161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72AF28-63FA-42B6-2BE1-5685A0F61991}"/>
                    </a:ext>
                  </a:extLst>
                </p14:cNvPr>
                <p14:cNvContentPartPr/>
                <p14:nvPr/>
              </p14:nvContentPartPr>
              <p14:xfrm>
                <a:off x="341867" y="558987"/>
                <a:ext cx="57960" cy="102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72AF28-63FA-42B6-2BE1-5685A0F6199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7547" y="554667"/>
                  <a:ext cx="66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6D8310E-A7BF-7800-A6FE-6816A374C064}"/>
                    </a:ext>
                  </a:extLst>
                </p14:cNvPr>
                <p14:cNvContentPartPr/>
                <p14:nvPr/>
              </p14:nvContentPartPr>
              <p14:xfrm>
                <a:off x="480107" y="602547"/>
                <a:ext cx="18360" cy="68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6D8310E-A7BF-7800-A6FE-6816A374C06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5787" y="598227"/>
                  <a:ext cx="270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A6518D4-FC28-3BA1-C06A-886F45F2928B}"/>
                    </a:ext>
                  </a:extLst>
                </p14:cNvPr>
                <p14:cNvContentPartPr/>
                <p14:nvPr/>
              </p14:nvContentPartPr>
              <p14:xfrm>
                <a:off x="499907" y="454227"/>
                <a:ext cx="7200" cy="4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A6518D4-FC28-3BA1-C06A-886F45F2928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5587" y="449907"/>
                  <a:ext cx="15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8C5ED17-D8D9-C2EA-8F89-870EC2B27C39}"/>
                    </a:ext>
                  </a:extLst>
                </p14:cNvPr>
                <p14:cNvContentPartPr/>
                <p14:nvPr/>
              </p14:nvContentPartPr>
              <p14:xfrm>
                <a:off x="570107" y="382227"/>
                <a:ext cx="257400" cy="291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8C5ED17-D8D9-C2EA-8F89-870EC2B27C3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5787" y="377907"/>
                  <a:ext cx="266040" cy="29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D3E9C36-D743-BF8F-5029-209AECE71CB0}"/>
                  </a:ext>
                </a:extLst>
              </p14:cNvPr>
              <p14:cNvContentPartPr/>
              <p14:nvPr/>
            </p14:nvContentPartPr>
            <p14:xfrm>
              <a:off x="9726400" y="1239013"/>
              <a:ext cx="105120" cy="166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D3E9C36-D743-BF8F-5029-209AECE71CB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722080" y="1234693"/>
                <a:ext cx="113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A1536E7-9A88-F8FF-ABC1-AE4C234330A9}"/>
                  </a:ext>
                </a:extLst>
              </p14:cNvPr>
              <p14:cNvContentPartPr/>
              <p14:nvPr/>
            </p14:nvContentPartPr>
            <p14:xfrm>
              <a:off x="9872560" y="1263133"/>
              <a:ext cx="66240" cy="1216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A1536E7-9A88-F8FF-ABC1-AE4C234330A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868240" y="1258813"/>
                <a:ext cx="748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25D0775-C1DE-AF58-C90F-44AF0EE30387}"/>
                  </a:ext>
                </a:extLst>
              </p14:cNvPr>
              <p14:cNvContentPartPr/>
              <p14:nvPr/>
            </p14:nvContentPartPr>
            <p14:xfrm>
              <a:off x="10046080" y="1283653"/>
              <a:ext cx="84240" cy="87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25D0775-C1DE-AF58-C90F-44AF0EE3038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041760" y="1279333"/>
                <a:ext cx="928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5F3AA12-52F1-255D-99D2-FCD260456E28}"/>
                  </a:ext>
                </a:extLst>
              </p14:cNvPr>
              <p14:cNvContentPartPr/>
              <p14:nvPr/>
            </p14:nvContentPartPr>
            <p14:xfrm>
              <a:off x="10204840" y="1118773"/>
              <a:ext cx="113400" cy="229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5F3AA12-52F1-255D-99D2-FCD260456E2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00520" y="1114453"/>
                <a:ext cx="1220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59C742A-F39B-BCD9-9F6B-03AC0D27DFCB}"/>
                  </a:ext>
                </a:extLst>
              </p14:cNvPr>
              <p14:cNvContentPartPr/>
              <p14:nvPr/>
            </p14:nvContentPartPr>
            <p14:xfrm>
              <a:off x="10182520" y="1242253"/>
              <a:ext cx="153000" cy="9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59C742A-F39B-BCD9-9F6B-03AC0D27DFC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178200" y="1237933"/>
                <a:ext cx="161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0290C8C-4FF6-0ED3-33FF-F456CBAEBAEC}"/>
                  </a:ext>
                </a:extLst>
              </p14:cNvPr>
              <p14:cNvContentPartPr/>
              <p14:nvPr/>
            </p14:nvContentPartPr>
            <p14:xfrm>
              <a:off x="10695880" y="1108693"/>
              <a:ext cx="273960" cy="3729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0290C8C-4FF6-0ED3-33FF-F456CBAEBAE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691560" y="1104373"/>
                <a:ext cx="2826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D24F9EF-0EBA-4085-B9FD-344B7711DCDC}"/>
                  </a:ext>
                </a:extLst>
              </p14:cNvPr>
              <p14:cNvContentPartPr/>
              <p14:nvPr/>
            </p14:nvContentPartPr>
            <p14:xfrm>
              <a:off x="10743400" y="1420453"/>
              <a:ext cx="148680" cy="802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D24F9EF-0EBA-4085-B9FD-344B7711DCD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739080" y="1416133"/>
                <a:ext cx="1573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3BC5103-E93F-ECDC-778A-0D4E4EE1C3B0}"/>
                  </a:ext>
                </a:extLst>
              </p14:cNvPr>
              <p14:cNvContentPartPr/>
              <p14:nvPr/>
            </p14:nvContentPartPr>
            <p14:xfrm>
              <a:off x="10896760" y="1420453"/>
              <a:ext cx="111600" cy="123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3BC5103-E93F-ECDC-778A-0D4E4EE1C3B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892440" y="1416133"/>
                <a:ext cx="1202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7A011FE-7D29-BFC7-D4B1-FFB6204C96E9}"/>
                  </a:ext>
                </a:extLst>
              </p14:cNvPr>
              <p14:cNvContentPartPr/>
              <p14:nvPr/>
            </p14:nvContentPartPr>
            <p14:xfrm>
              <a:off x="10491400" y="1593973"/>
              <a:ext cx="743040" cy="464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7A011FE-7D29-BFC7-D4B1-FFB6204C96E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487080" y="1589653"/>
                <a:ext cx="75168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40591A9-3E9B-6C58-067E-2DDBD0AD537A}"/>
                  </a:ext>
                </a:extLst>
              </p14:cNvPr>
              <p14:cNvContentPartPr/>
              <p14:nvPr/>
            </p14:nvContentPartPr>
            <p14:xfrm>
              <a:off x="10332640" y="2018053"/>
              <a:ext cx="245160" cy="3880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40591A9-3E9B-6C58-067E-2DDBD0AD537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328320" y="2013733"/>
                <a:ext cx="25380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B696FE2-05F5-4BA9-8EFC-39C92BC076BC}"/>
                  </a:ext>
                </a:extLst>
              </p14:cNvPr>
              <p14:cNvContentPartPr/>
              <p14:nvPr/>
            </p14:nvContentPartPr>
            <p14:xfrm>
              <a:off x="10023040" y="2606293"/>
              <a:ext cx="38160" cy="153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B696FE2-05F5-4BA9-8EFC-39C92BC076B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018720" y="2601973"/>
                <a:ext cx="468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477F63A-C637-F509-4A56-72B4E6B0A283}"/>
                  </a:ext>
                </a:extLst>
              </p14:cNvPr>
              <p14:cNvContentPartPr/>
              <p14:nvPr/>
            </p14:nvContentPartPr>
            <p14:xfrm>
              <a:off x="10213480" y="2568493"/>
              <a:ext cx="82440" cy="1288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477F63A-C637-F509-4A56-72B4E6B0A28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209160" y="2564173"/>
                <a:ext cx="910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705407C-6D88-1202-9640-432F5DE2DB32}"/>
                  </a:ext>
                </a:extLst>
              </p14:cNvPr>
              <p14:cNvContentPartPr/>
              <p14:nvPr/>
            </p14:nvContentPartPr>
            <p14:xfrm>
              <a:off x="9836560" y="2387053"/>
              <a:ext cx="741600" cy="513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705407C-6D88-1202-9640-432F5DE2DB3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832240" y="2382733"/>
                <a:ext cx="750240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7379D4E-E211-3331-A16D-AD1BB54045D9}"/>
                  </a:ext>
                </a:extLst>
              </p14:cNvPr>
              <p14:cNvContentPartPr/>
              <p14:nvPr/>
            </p14:nvContentPartPr>
            <p14:xfrm>
              <a:off x="9675640" y="2896813"/>
              <a:ext cx="325440" cy="528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7379D4E-E211-3331-A16D-AD1BB54045D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671320" y="2892493"/>
                <a:ext cx="33408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F811DAB-8841-D0FB-D86E-72A78F36C9DF}"/>
                  </a:ext>
                </a:extLst>
              </p14:cNvPr>
              <p14:cNvContentPartPr/>
              <p14:nvPr/>
            </p14:nvContentPartPr>
            <p14:xfrm>
              <a:off x="9509680" y="3588733"/>
              <a:ext cx="20880" cy="161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F811DAB-8841-D0FB-D86E-72A78F36C9D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505360" y="3584413"/>
                <a:ext cx="295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45B9505-20EC-AFA2-9CBC-93ADA5E931F2}"/>
                  </a:ext>
                </a:extLst>
              </p14:cNvPr>
              <p14:cNvContentPartPr/>
              <p14:nvPr/>
            </p14:nvContentPartPr>
            <p14:xfrm>
              <a:off x="9310600" y="3427453"/>
              <a:ext cx="448560" cy="487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45B9505-20EC-AFA2-9CBC-93ADA5E931F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306280" y="3423133"/>
                <a:ext cx="45720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1A1CC12-40C4-72BD-3B20-610D7897BBCF}"/>
                  </a:ext>
                </a:extLst>
              </p14:cNvPr>
              <p14:cNvContentPartPr/>
              <p14:nvPr/>
            </p14:nvContentPartPr>
            <p14:xfrm>
              <a:off x="10216360" y="2902933"/>
              <a:ext cx="243360" cy="513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1A1CC12-40C4-72BD-3B20-610D7897BBC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212040" y="2898613"/>
                <a:ext cx="25200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20C0CB9-371E-0C9E-5CF3-33C2392FB289}"/>
                  </a:ext>
                </a:extLst>
              </p14:cNvPr>
              <p14:cNvContentPartPr/>
              <p14:nvPr/>
            </p14:nvContentPartPr>
            <p14:xfrm>
              <a:off x="10300600" y="3582613"/>
              <a:ext cx="261720" cy="1472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20C0CB9-371E-0C9E-5CF3-33C2392FB28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96280" y="3578293"/>
                <a:ext cx="2703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9CCFCF4-EC6E-A75B-1A86-AC4DA29D232E}"/>
                  </a:ext>
                </a:extLst>
              </p14:cNvPr>
              <p14:cNvContentPartPr/>
              <p14:nvPr/>
            </p14:nvContentPartPr>
            <p14:xfrm>
              <a:off x="10371520" y="3637333"/>
              <a:ext cx="86760" cy="1681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9CCFCF4-EC6E-A75B-1A86-AC4DA29D232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367200" y="3633013"/>
                <a:ext cx="954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D92F8F1-A677-CA55-3C92-DEF410C17A1A}"/>
                  </a:ext>
                </a:extLst>
              </p14:cNvPr>
              <p14:cNvContentPartPr/>
              <p14:nvPr/>
            </p14:nvContentPartPr>
            <p14:xfrm>
              <a:off x="10170280" y="3393613"/>
              <a:ext cx="516240" cy="4986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D92F8F1-A677-CA55-3C92-DEF410C17A1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165960" y="3389293"/>
                <a:ext cx="52488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9A638BE-6AB3-C8AA-5C03-97BB99F751F4}"/>
                  </a:ext>
                </a:extLst>
              </p14:cNvPr>
              <p14:cNvContentPartPr/>
              <p14:nvPr/>
            </p14:nvContentPartPr>
            <p14:xfrm>
              <a:off x="10768240" y="2138293"/>
              <a:ext cx="84240" cy="1080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9A638BE-6AB3-C8AA-5C03-97BB99F751F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763920" y="2133973"/>
                <a:ext cx="928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A18AF1E-7322-B89F-9C19-E67F6F21692B}"/>
                  </a:ext>
                </a:extLst>
              </p14:cNvPr>
              <p14:cNvContentPartPr/>
              <p14:nvPr/>
            </p14:nvContentPartPr>
            <p14:xfrm>
              <a:off x="10060840" y="2981773"/>
              <a:ext cx="19800" cy="774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A18AF1E-7322-B89F-9C19-E67F6F21692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056520" y="2977453"/>
                <a:ext cx="28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DF079A7-728B-E9C9-395D-9F69E1161DE6}"/>
                  </a:ext>
                </a:extLst>
              </p14:cNvPr>
              <p14:cNvContentPartPr/>
              <p14:nvPr/>
            </p14:nvContentPartPr>
            <p14:xfrm>
              <a:off x="9370000" y="3981853"/>
              <a:ext cx="126360" cy="127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DF079A7-728B-E9C9-395D-9F69E1161DE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365680" y="3977533"/>
                <a:ext cx="1350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97DB323-6142-1905-09B8-D520E86966DF}"/>
                  </a:ext>
                </a:extLst>
              </p14:cNvPr>
              <p14:cNvContentPartPr/>
              <p14:nvPr/>
            </p14:nvContentPartPr>
            <p14:xfrm>
              <a:off x="10295200" y="4002013"/>
              <a:ext cx="171000" cy="921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97DB323-6142-1905-09B8-D520E86966D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290880" y="3997693"/>
                <a:ext cx="1796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781F3D3-D42E-AC16-70CC-9CB6B1906364}"/>
                  </a:ext>
                </a:extLst>
              </p14:cNvPr>
              <p14:cNvContentPartPr/>
              <p14:nvPr/>
            </p14:nvContentPartPr>
            <p14:xfrm>
              <a:off x="10408600" y="4034053"/>
              <a:ext cx="25200" cy="1026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781F3D3-D42E-AC16-70CC-9CB6B190636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404280" y="4029733"/>
                <a:ext cx="338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5B7A565-05B3-9128-F416-357D36B57A5B}"/>
                  </a:ext>
                </a:extLst>
              </p14:cNvPr>
              <p14:cNvContentPartPr/>
              <p14:nvPr/>
            </p14:nvContentPartPr>
            <p14:xfrm>
              <a:off x="11036800" y="2024173"/>
              <a:ext cx="381240" cy="5248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5B7A565-05B3-9128-F416-357D36B57A5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032480" y="2019853"/>
                <a:ext cx="38988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B72012A-03AB-58AE-7AD6-47FC0AFEBABC}"/>
                  </a:ext>
                </a:extLst>
              </p14:cNvPr>
              <p14:cNvContentPartPr/>
              <p14:nvPr/>
            </p14:nvContentPartPr>
            <p14:xfrm>
              <a:off x="11321920" y="2589373"/>
              <a:ext cx="132840" cy="149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B72012A-03AB-58AE-7AD6-47FC0AFEBAB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317600" y="2585053"/>
                <a:ext cx="1414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E492AD7-421E-4E8D-F496-77C5B06D1569}"/>
                  </a:ext>
                </a:extLst>
              </p14:cNvPr>
              <p14:cNvContentPartPr/>
              <p14:nvPr/>
            </p14:nvContentPartPr>
            <p14:xfrm>
              <a:off x="11425240" y="2500453"/>
              <a:ext cx="135000" cy="259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E492AD7-421E-4E8D-F496-77C5B06D156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420920" y="2496133"/>
                <a:ext cx="1436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1ABC623-0A9F-273E-7E27-9964B64C8AF5}"/>
                  </a:ext>
                </a:extLst>
              </p14:cNvPr>
              <p14:cNvContentPartPr/>
              <p14:nvPr/>
            </p14:nvContentPartPr>
            <p14:xfrm>
              <a:off x="11057320" y="2474173"/>
              <a:ext cx="661680" cy="4060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1ABC623-0A9F-273E-7E27-9964B64C8AF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053000" y="2469853"/>
                <a:ext cx="67032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9E3DC6B-F37C-BB9B-3383-145E46145A54}"/>
                  </a:ext>
                </a:extLst>
              </p14:cNvPr>
              <p14:cNvContentPartPr/>
              <p14:nvPr/>
            </p14:nvContentPartPr>
            <p14:xfrm>
              <a:off x="10764280" y="1744093"/>
              <a:ext cx="203760" cy="1339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9E3DC6B-F37C-BB9B-3383-145E46145A5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759960" y="1739773"/>
                <a:ext cx="21240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5B3DB6C7-9E33-A2E4-E706-0EF1493A8A56}"/>
              </a:ext>
            </a:extLst>
          </p:cNvPr>
          <p:cNvGrpSpPr/>
          <p:nvPr/>
        </p:nvGrpSpPr>
        <p:grpSpPr>
          <a:xfrm>
            <a:off x="9467147" y="1613240"/>
            <a:ext cx="902520" cy="181800"/>
            <a:chOff x="9467147" y="1613240"/>
            <a:chExt cx="902520" cy="1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18B0ED1-806E-1FEC-DBC1-BBD51FD62C2A}"/>
                    </a:ext>
                  </a:extLst>
                </p14:cNvPr>
                <p14:cNvContentPartPr/>
                <p14:nvPr/>
              </p14:nvContentPartPr>
              <p14:xfrm>
                <a:off x="9467147" y="1626560"/>
                <a:ext cx="854640" cy="95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18B0ED1-806E-1FEC-DBC1-BBD51FD62C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62827" y="1622240"/>
                  <a:ext cx="863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5AE02E-7F38-E2B0-A0C1-A1A824038A9D}"/>
                    </a:ext>
                  </a:extLst>
                </p14:cNvPr>
                <p14:cNvContentPartPr/>
                <p14:nvPr/>
              </p14:nvContentPartPr>
              <p14:xfrm>
                <a:off x="10264187" y="1613240"/>
                <a:ext cx="105480" cy="181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5AE02E-7F38-E2B0-A0C1-A1A824038A9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59867" y="1608920"/>
                  <a:ext cx="11412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5200E65-0515-A04E-60B9-C0E6E39EC296}"/>
              </a:ext>
            </a:extLst>
          </p:cNvPr>
          <p:cNvGrpSpPr/>
          <p:nvPr/>
        </p:nvGrpSpPr>
        <p:grpSpPr>
          <a:xfrm>
            <a:off x="8910947" y="2279240"/>
            <a:ext cx="734760" cy="353880"/>
            <a:chOff x="8910947" y="2279240"/>
            <a:chExt cx="73476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A1CF945-AF4D-7E1C-E5C7-E3B8BBE8FC0D}"/>
                    </a:ext>
                  </a:extLst>
                </p14:cNvPr>
                <p14:cNvContentPartPr/>
                <p14:nvPr/>
              </p14:nvContentPartPr>
              <p14:xfrm>
                <a:off x="8910947" y="2279240"/>
                <a:ext cx="682200" cy="298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A1CF945-AF4D-7E1C-E5C7-E3B8BBE8FC0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06627" y="2274920"/>
                  <a:ext cx="6908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4A8111D-A72A-4C70-ABE1-54FDB8085EF6}"/>
                    </a:ext>
                  </a:extLst>
                </p14:cNvPr>
                <p14:cNvContentPartPr/>
                <p14:nvPr/>
              </p14:nvContentPartPr>
              <p14:xfrm>
                <a:off x="9486947" y="2480840"/>
                <a:ext cx="158760" cy="152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4A8111D-A72A-4C70-ABE1-54FDB8085EF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482627" y="2476520"/>
                  <a:ext cx="16740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AE10785-6AD8-BAA8-B5B0-9E6D756F1A36}"/>
                  </a:ext>
                </a:extLst>
              </p14:cNvPr>
              <p14:cNvContentPartPr/>
              <p14:nvPr/>
            </p14:nvContentPartPr>
            <p14:xfrm>
              <a:off x="9176627" y="1573280"/>
              <a:ext cx="128160" cy="817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AE10785-6AD8-BAA8-B5B0-9E6D756F1A3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172307" y="1568960"/>
                <a:ext cx="1368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F0261C1-8E6A-6889-7A4F-DD76F6DCBBF2}"/>
                  </a:ext>
                </a:extLst>
              </p14:cNvPr>
              <p14:cNvContentPartPr/>
              <p14:nvPr/>
            </p14:nvContentPartPr>
            <p14:xfrm>
              <a:off x="9236027" y="1392200"/>
              <a:ext cx="43920" cy="39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F0261C1-8E6A-6889-7A4F-DD76F6DCBBF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231707" y="1387880"/>
                <a:ext cx="525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BF85C66-DC43-1208-CFA2-999A3C0C634B}"/>
                  </a:ext>
                </a:extLst>
              </p14:cNvPr>
              <p14:cNvContentPartPr/>
              <p14:nvPr/>
            </p14:nvContentPartPr>
            <p14:xfrm>
              <a:off x="8643107" y="2253680"/>
              <a:ext cx="117000" cy="2246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BF85C66-DC43-1208-CFA2-999A3C0C634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638787" y="2249360"/>
                <a:ext cx="1256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98A4B70-DB89-B71A-EAB4-6FE511EBD56A}"/>
                  </a:ext>
                </a:extLst>
              </p14:cNvPr>
              <p14:cNvContentPartPr/>
              <p14:nvPr/>
            </p14:nvContentPartPr>
            <p14:xfrm>
              <a:off x="8687027" y="2050280"/>
              <a:ext cx="57240" cy="439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98A4B70-DB89-B71A-EAB4-6FE511EBD56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682707" y="2045960"/>
                <a:ext cx="6588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022C35E-D5CF-BD92-0469-C1E45C99A2F8}"/>
              </a:ext>
            </a:extLst>
          </p:cNvPr>
          <p:cNvGrpSpPr/>
          <p:nvPr/>
        </p:nvGrpSpPr>
        <p:grpSpPr>
          <a:xfrm>
            <a:off x="981227" y="976400"/>
            <a:ext cx="482040" cy="263880"/>
            <a:chOff x="981227" y="976400"/>
            <a:chExt cx="48204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17BDC8-6B31-54D3-383A-AAC1FBF05D7C}"/>
                    </a:ext>
                  </a:extLst>
                </p14:cNvPr>
                <p14:cNvContentPartPr/>
                <p14:nvPr/>
              </p14:nvContentPartPr>
              <p14:xfrm>
                <a:off x="981227" y="1126880"/>
                <a:ext cx="11880" cy="113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117BDC8-6B31-54D3-383A-AAC1FBF05D7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76907" y="1122560"/>
                  <a:ext cx="20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CE4D4C-1545-E540-FB03-905FDEF9F6A8}"/>
                    </a:ext>
                  </a:extLst>
                </p14:cNvPr>
                <p14:cNvContentPartPr/>
                <p14:nvPr/>
              </p14:nvContentPartPr>
              <p14:xfrm>
                <a:off x="1048187" y="976400"/>
                <a:ext cx="25920" cy="61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CE4D4C-1545-E540-FB03-905FDEF9F6A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43867" y="972080"/>
                  <a:ext cx="34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6AC666-BBA9-0E09-B173-B7CDF0F9E5B4}"/>
                    </a:ext>
                  </a:extLst>
                </p14:cNvPr>
                <p14:cNvContentPartPr/>
                <p14:nvPr/>
              </p14:nvContentPartPr>
              <p14:xfrm>
                <a:off x="1100387" y="1126160"/>
                <a:ext cx="104040" cy="60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B6AC666-BBA9-0E09-B173-B7CDF0F9E5B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6067" y="1121840"/>
                  <a:ext cx="112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3C3FE1F-0E38-F472-AD8A-3FB15DE6DDDF}"/>
                    </a:ext>
                  </a:extLst>
                </p14:cNvPr>
                <p14:cNvContentPartPr/>
                <p14:nvPr/>
              </p14:nvContentPartPr>
              <p14:xfrm>
                <a:off x="1354547" y="985400"/>
                <a:ext cx="34200" cy="168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3C3FE1F-0E38-F472-AD8A-3FB15DE6DDD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350227" y="981080"/>
                  <a:ext cx="42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608751-BAB5-1C46-222E-8A0F7DED1238}"/>
                    </a:ext>
                  </a:extLst>
                </p14:cNvPr>
                <p14:cNvContentPartPr/>
                <p14:nvPr/>
              </p14:nvContentPartPr>
              <p14:xfrm>
                <a:off x="1345547" y="1081880"/>
                <a:ext cx="117720" cy="1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608751-BAB5-1C46-222E-8A0F7DED123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41227" y="1077560"/>
                  <a:ext cx="126360" cy="1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A0E9FA3-E27C-0391-0A01-1B87E43625C9}"/>
              </a:ext>
            </a:extLst>
          </p:cNvPr>
          <p:cNvGrpSpPr/>
          <p:nvPr/>
        </p:nvGrpSpPr>
        <p:grpSpPr>
          <a:xfrm>
            <a:off x="1749827" y="1027520"/>
            <a:ext cx="207360" cy="189360"/>
            <a:chOff x="1749827" y="1027520"/>
            <a:chExt cx="20736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9356276-2F57-7671-CF02-7E713A0F2182}"/>
                    </a:ext>
                  </a:extLst>
                </p14:cNvPr>
                <p14:cNvContentPartPr/>
                <p14:nvPr/>
              </p14:nvContentPartPr>
              <p14:xfrm>
                <a:off x="1749827" y="1124000"/>
                <a:ext cx="156960" cy="92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9356276-2F57-7671-CF02-7E713A0F218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45507" y="1119680"/>
                  <a:ext cx="165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9D1F8ED-8323-6EC9-A617-A82489717A50}"/>
                    </a:ext>
                  </a:extLst>
                </p14:cNvPr>
                <p14:cNvContentPartPr/>
                <p14:nvPr/>
              </p14:nvContentPartPr>
              <p14:xfrm>
                <a:off x="1916867" y="1027520"/>
                <a:ext cx="40320" cy="25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9D1F8ED-8323-6EC9-A617-A82489717A5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12547" y="1023200"/>
                  <a:ext cx="4896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F7110F5-0309-4908-0EC9-22D24DCA126D}"/>
              </a:ext>
            </a:extLst>
          </p:cNvPr>
          <p:cNvGrpSpPr/>
          <p:nvPr/>
        </p:nvGrpSpPr>
        <p:grpSpPr>
          <a:xfrm>
            <a:off x="2199827" y="1110320"/>
            <a:ext cx="181800" cy="67320"/>
            <a:chOff x="2199827" y="1110320"/>
            <a:chExt cx="181800" cy="6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04E8F04-B090-C52B-96FD-219699AC0F4A}"/>
                    </a:ext>
                  </a:extLst>
                </p14:cNvPr>
                <p14:cNvContentPartPr/>
                <p14:nvPr/>
              </p14:nvContentPartPr>
              <p14:xfrm>
                <a:off x="2199827" y="1110320"/>
                <a:ext cx="157680" cy="1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04E8F04-B090-C52B-96FD-219699AC0F4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95507" y="1106000"/>
                  <a:ext cx="1663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B5C8D55-2256-3628-D1F6-D20816598DAB}"/>
                    </a:ext>
                  </a:extLst>
                </p14:cNvPr>
                <p14:cNvContentPartPr/>
                <p14:nvPr/>
              </p14:nvContentPartPr>
              <p14:xfrm>
                <a:off x="2215667" y="1168280"/>
                <a:ext cx="165960" cy="9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B5C8D55-2256-3628-D1F6-D20816598DA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11347" y="1163960"/>
                  <a:ext cx="1746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5842EDA-C6C1-CB71-2FA9-0A1115B95C3D}"/>
              </a:ext>
            </a:extLst>
          </p:cNvPr>
          <p:cNvGrpSpPr/>
          <p:nvPr/>
        </p:nvGrpSpPr>
        <p:grpSpPr>
          <a:xfrm>
            <a:off x="2735507" y="825200"/>
            <a:ext cx="1009440" cy="509040"/>
            <a:chOff x="2735507" y="825200"/>
            <a:chExt cx="1009440" cy="50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16203D1-944A-9968-9318-482AB93E9AD9}"/>
                    </a:ext>
                  </a:extLst>
                </p14:cNvPr>
                <p14:cNvContentPartPr/>
                <p14:nvPr/>
              </p14:nvContentPartPr>
              <p14:xfrm>
                <a:off x="2735507" y="1099880"/>
                <a:ext cx="74160" cy="80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16203D1-944A-9968-9318-482AB93E9AD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731187" y="1095560"/>
                  <a:ext cx="82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35AAC66-F871-B46B-51BA-F97C3D463FE6}"/>
                    </a:ext>
                  </a:extLst>
                </p14:cNvPr>
                <p14:cNvContentPartPr/>
                <p14:nvPr/>
              </p14:nvContentPartPr>
              <p14:xfrm>
                <a:off x="2850707" y="963800"/>
                <a:ext cx="8640" cy="43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35AAC66-F871-B46B-51BA-F97C3D463FE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46387" y="959480"/>
                  <a:ext cx="17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9F0DA36-B841-FBB5-2D91-11448BC67C84}"/>
                    </a:ext>
                  </a:extLst>
                </p14:cNvPr>
                <p14:cNvContentPartPr/>
                <p14:nvPr/>
              </p14:nvContentPartPr>
              <p14:xfrm>
                <a:off x="2883107" y="1122560"/>
                <a:ext cx="110160" cy="33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9F0DA36-B841-FBB5-2D91-11448BC67C8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878787" y="1118240"/>
                  <a:ext cx="118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7624BA8-9468-4247-B8D7-230921CD31C5}"/>
                    </a:ext>
                  </a:extLst>
                </p14:cNvPr>
                <p14:cNvContentPartPr/>
                <p14:nvPr/>
              </p14:nvContentPartPr>
              <p14:xfrm>
                <a:off x="3008747" y="825200"/>
                <a:ext cx="339120" cy="322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7624BA8-9468-4247-B8D7-230921CD31C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004427" y="820880"/>
                  <a:ext cx="3477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70BFD76-3833-582E-5376-9C0774F9B12B}"/>
                    </a:ext>
                  </a:extLst>
                </p14:cNvPr>
                <p14:cNvContentPartPr/>
                <p14:nvPr/>
              </p14:nvContentPartPr>
              <p14:xfrm>
                <a:off x="3393227" y="999080"/>
                <a:ext cx="138240" cy="139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70BFD76-3833-582E-5376-9C0774F9B12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88907" y="994760"/>
                  <a:ext cx="146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A9CECDE-A6CB-C56D-1C5C-56F12F4EF5EC}"/>
                    </a:ext>
                  </a:extLst>
                </p14:cNvPr>
                <p14:cNvContentPartPr/>
                <p14:nvPr/>
              </p14:nvContentPartPr>
              <p14:xfrm>
                <a:off x="3407627" y="1052360"/>
                <a:ext cx="109440" cy="47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A9CECDE-A6CB-C56D-1C5C-56F12F4EF5E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403307" y="1048040"/>
                  <a:ext cx="118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ADD8992-0DA6-7158-164D-6B2326C0A157}"/>
                    </a:ext>
                  </a:extLst>
                </p14:cNvPr>
                <p14:cNvContentPartPr/>
                <p14:nvPr/>
              </p14:nvContentPartPr>
              <p14:xfrm>
                <a:off x="3716147" y="1005200"/>
                <a:ext cx="28800" cy="60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ADD8992-0DA6-7158-164D-6B2326C0A15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11827" y="1000880"/>
                  <a:ext cx="37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D81DC6E-56CA-2BB0-2CDC-10B4DDCA44E4}"/>
                    </a:ext>
                  </a:extLst>
                </p14:cNvPr>
                <p14:cNvContentPartPr/>
                <p14:nvPr/>
              </p14:nvContentPartPr>
              <p14:xfrm>
                <a:off x="3536147" y="1130840"/>
                <a:ext cx="184680" cy="203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D81DC6E-56CA-2BB0-2CDC-10B4DDCA44E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31827" y="1126520"/>
                  <a:ext cx="19332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808BBDE-58FE-CD34-280E-2BC540959588}"/>
              </a:ext>
            </a:extLst>
          </p:cNvPr>
          <p:cNvGrpSpPr/>
          <p:nvPr/>
        </p:nvGrpSpPr>
        <p:grpSpPr>
          <a:xfrm>
            <a:off x="952787" y="1589840"/>
            <a:ext cx="514440" cy="288720"/>
            <a:chOff x="952787" y="1589840"/>
            <a:chExt cx="51444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FBEEF7F-2494-E403-8B6C-7699EB4B04FB}"/>
                    </a:ext>
                  </a:extLst>
                </p14:cNvPr>
                <p14:cNvContentPartPr/>
                <p14:nvPr/>
              </p14:nvContentPartPr>
              <p14:xfrm>
                <a:off x="952787" y="1774880"/>
                <a:ext cx="13320" cy="103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FBEEF7F-2494-E403-8B6C-7699EB4B04F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48467" y="1770560"/>
                  <a:ext cx="21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63EA070-A12C-E2BE-7308-72C4C8658CE9}"/>
                    </a:ext>
                  </a:extLst>
                </p14:cNvPr>
                <p14:cNvContentPartPr/>
                <p14:nvPr/>
              </p14:nvContentPartPr>
              <p14:xfrm>
                <a:off x="996347" y="1589840"/>
                <a:ext cx="13320" cy="74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63EA070-A12C-E2BE-7308-72C4C8658CE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92027" y="1585520"/>
                  <a:ext cx="21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9A4D3B7-F6C0-7C29-A2B0-2872D10EE144}"/>
                    </a:ext>
                  </a:extLst>
                </p14:cNvPr>
                <p14:cNvContentPartPr/>
                <p14:nvPr/>
              </p14:nvContentPartPr>
              <p14:xfrm>
                <a:off x="1072307" y="1759040"/>
                <a:ext cx="92160" cy="63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9A4D3B7-F6C0-7C29-A2B0-2872D10EE14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7987" y="1754720"/>
                  <a:ext cx="1008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23D1CA0-CEE2-0D30-D930-A4FC8D85883E}"/>
                    </a:ext>
                  </a:extLst>
                </p14:cNvPr>
                <p14:cNvContentPartPr/>
                <p14:nvPr/>
              </p14:nvContentPartPr>
              <p14:xfrm>
                <a:off x="1309547" y="1607120"/>
                <a:ext cx="23760" cy="17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23D1CA0-CEE2-0D30-D930-A4FC8D85883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05227" y="1602800"/>
                  <a:ext cx="32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C2E6473-8854-71C4-A7B7-E44B67C3D28A}"/>
                    </a:ext>
                  </a:extLst>
                </p14:cNvPr>
                <p14:cNvContentPartPr/>
                <p14:nvPr/>
              </p14:nvContentPartPr>
              <p14:xfrm>
                <a:off x="1319267" y="1718360"/>
                <a:ext cx="147960" cy="1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C2E6473-8854-71C4-A7B7-E44B67C3D28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14947" y="1714040"/>
                  <a:ext cx="156600" cy="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F9D09E0-9265-F423-9472-4D49FD972950}"/>
                  </a:ext>
                </a:extLst>
              </p14:cNvPr>
              <p14:cNvContentPartPr/>
              <p14:nvPr/>
            </p14:nvContentPartPr>
            <p14:xfrm>
              <a:off x="1623467" y="1779560"/>
              <a:ext cx="200880" cy="2581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F9D09E0-9265-F423-9472-4D49FD97295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619147" y="1775240"/>
                <a:ext cx="2095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370EB79-6AE3-2190-0C82-154C5CD336FB}"/>
                  </a:ext>
                </a:extLst>
              </p14:cNvPr>
              <p14:cNvContentPartPr/>
              <p14:nvPr/>
            </p14:nvContentPartPr>
            <p14:xfrm>
              <a:off x="1820387" y="1636280"/>
              <a:ext cx="21600" cy="176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370EB79-6AE3-2190-0C82-154C5CD336F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816067" y="1631960"/>
                <a:ext cx="3024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EF3E936-88E2-A297-3257-4A2CDF5EF451}"/>
              </a:ext>
            </a:extLst>
          </p:cNvPr>
          <p:cNvGrpSpPr/>
          <p:nvPr/>
        </p:nvGrpSpPr>
        <p:grpSpPr>
          <a:xfrm>
            <a:off x="2257067" y="1738160"/>
            <a:ext cx="182520" cy="64080"/>
            <a:chOff x="2257067" y="1738160"/>
            <a:chExt cx="18252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D0EE9F8-AADA-9980-D8EE-4BBA1023995C}"/>
                    </a:ext>
                  </a:extLst>
                </p14:cNvPr>
                <p14:cNvContentPartPr/>
                <p14:nvPr/>
              </p14:nvContentPartPr>
              <p14:xfrm>
                <a:off x="2257067" y="1738160"/>
                <a:ext cx="158400" cy="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D0EE9F8-AADA-9980-D8EE-4BBA1023995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52747" y="1733840"/>
                  <a:ext cx="1670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DBE536F-004E-5A1A-FED2-9CCA4C1773D4}"/>
                    </a:ext>
                  </a:extLst>
                </p14:cNvPr>
                <p14:cNvContentPartPr/>
                <p14:nvPr/>
              </p14:nvContentPartPr>
              <p14:xfrm>
                <a:off x="2290907" y="1790000"/>
                <a:ext cx="148680" cy="12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DBE536F-004E-5A1A-FED2-9CCA4C1773D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86587" y="1785680"/>
                  <a:ext cx="15732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78591DE-7C1C-7640-8193-493A1A898447}"/>
              </a:ext>
            </a:extLst>
          </p:cNvPr>
          <p:cNvGrpSpPr/>
          <p:nvPr/>
        </p:nvGrpSpPr>
        <p:grpSpPr>
          <a:xfrm>
            <a:off x="2735867" y="1567160"/>
            <a:ext cx="733320" cy="270000"/>
            <a:chOff x="2735867" y="1567160"/>
            <a:chExt cx="73332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8E9368D-A99D-4E13-C5DB-B178CE4B3EDA}"/>
                    </a:ext>
                  </a:extLst>
                </p14:cNvPr>
                <p14:cNvContentPartPr/>
                <p14:nvPr/>
              </p14:nvContentPartPr>
              <p14:xfrm>
                <a:off x="2735867" y="1588400"/>
                <a:ext cx="200160" cy="248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8E9368D-A99D-4E13-C5DB-B178CE4B3E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31547" y="1584080"/>
                  <a:ext cx="208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7D7FB8A-A038-ED86-F183-221A0E4AAEC8}"/>
                    </a:ext>
                  </a:extLst>
                </p14:cNvPr>
                <p14:cNvContentPartPr/>
                <p14:nvPr/>
              </p14:nvContentPartPr>
              <p14:xfrm>
                <a:off x="3122507" y="1622240"/>
                <a:ext cx="60480" cy="126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7D7FB8A-A038-ED86-F183-221A0E4AAEC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118187" y="1617920"/>
                  <a:ext cx="69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D1BE2E6-7957-359D-DBB1-24B3DB853BAA}"/>
                    </a:ext>
                  </a:extLst>
                </p14:cNvPr>
                <p14:cNvContentPartPr/>
                <p14:nvPr/>
              </p14:nvContentPartPr>
              <p14:xfrm>
                <a:off x="3147347" y="1619720"/>
                <a:ext cx="34200" cy="141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D1BE2E6-7957-359D-DBB1-24B3DB853BA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143027" y="1615400"/>
                  <a:ext cx="428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6B5AA80-44BB-F73C-CD5B-AE0C552ED18E}"/>
                    </a:ext>
                  </a:extLst>
                </p14:cNvPr>
                <p14:cNvContentPartPr/>
                <p14:nvPr/>
              </p14:nvContentPartPr>
              <p14:xfrm>
                <a:off x="3077147" y="1696040"/>
                <a:ext cx="161280" cy="26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6B5AA80-44BB-F73C-CD5B-AE0C552ED18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72827" y="1691720"/>
                  <a:ext cx="169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364C21C-2B7B-2C08-5ADB-ACC7FCC7BCF4}"/>
                    </a:ext>
                  </a:extLst>
                </p14:cNvPr>
                <p14:cNvContentPartPr/>
                <p14:nvPr/>
              </p14:nvContentPartPr>
              <p14:xfrm>
                <a:off x="3344267" y="1669400"/>
                <a:ext cx="108720" cy="83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364C21C-2B7B-2C08-5ADB-ACC7FCC7BC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39947" y="1665080"/>
                  <a:ext cx="1173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8912E17-260E-5388-716E-4125BD01338E}"/>
                    </a:ext>
                  </a:extLst>
                </p14:cNvPr>
                <p14:cNvContentPartPr/>
                <p14:nvPr/>
              </p14:nvContentPartPr>
              <p14:xfrm>
                <a:off x="3453707" y="1567160"/>
                <a:ext cx="15480" cy="32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8912E17-260E-5388-716E-4125BD01338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449387" y="1562840"/>
                  <a:ext cx="241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3C282B7-2132-013D-E98F-E5021E8E8A1A}"/>
              </a:ext>
            </a:extLst>
          </p:cNvPr>
          <p:cNvGrpSpPr/>
          <p:nvPr/>
        </p:nvGrpSpPr>
        <p:grpSpPr>
          <a:xfrm>
            <a:off x="3706427" y="1556720"/>
            <a:ext cx="136440" cy="178560"/>
            <a:chOff x="3706427" y="1556720"/>
            <a:chExt cx="13644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5E1AF81-24AA-80C2-8D87-D4B6885765D8}"/>
                    </a:ext>
                  </a:extLst>
                </p14:cNvPr>
                <p14:cNvContentPartPr/>
                <p14:nvPr/>
              </p14:nvContentPartPr>
              <p14:xfrm>
                <a:off x="3769787" y="1556720"/>
                <a:ext cx="16920" cy="178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5E1AF81-24AA-80C2-8D87-D4B6885765D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765467" y="1552400"/>
                  <a:ext cx="25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AA6276C-4851-811C-856F-7A5DBA2091B5}"/>
                    </a:ext>
                  </a:extLst>
                </p14:cNvPr>
                <p14:cNvContentPartPr/>
                <p14:nvPr/>
              </p14:nvContentPartPr>
              <p14:xfrm>
                <a:off x="3706427" y="1658240"/>
                <a:ext cx="136440" cy="14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AA6276C-4851-811C-856F-7A5DBA2091B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02107" y="1653920"/>
                  <a:ext cx="14508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0305395-9EC3-AB8C-274E-C2A8AF8ECC63}"/>
              </a:ext>
            </a:extLst>
          </p:cNvPr>
          <p:cNvGrpSpPr/>
          <p:nvPr/>
        </p:nvGrpSpPr>
        <p:grpSpPr>
          <a:xfrm>
            <a:off x="4149587" y="1484360"/>
            <a:ext cx="290160" cy="469080"/>
            <a:chOff x="4149587" y="1484360"/>
            <a:chExt cx="29016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EE55BD7-819B-A966-3EE1-702635DF3346}"/>
                    </a:ext>
                  </a:extLst>
                </p14:cNvPr>
                <p14:cNvContentPartPr/>
                <p14:nvPr/>
              </p14:nvContentPartPr>
              <p14:xfrm>
                <a:off x="4149587" y="1484360"/>
                <a:ext cx="34200" cy="216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EE55BD7-819B-A966-3EE1-702635DF334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145267" y="1480040"/>
                  <a:ext cx="42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6CA611E-33D7-3C7D-0337-8722724E79EC}"/>
                    </a:ext>
                  </a:extLst>
                </p14:cNvPr>
                <p14:cNvContentPartPr/>
                <p14:nvPr/>
              </p14:nvContentPartPr>
              <p14:xfrm>
                <a:off x="4420667" y="1623680"/>
                <a:ext cx="5760" cy="29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6CA611E-33D7-3C7D-0337-8722724E79E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416347" y="1619360"/>
                  <a:ext cx="14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2B09C04-E399-0E1D-B00B-33E77458D39B}"/>
                    </a:ext>
                  </a:extLst>
                </p14:cNvPr>
                <p14:cNvContentPartPr/>
                <p14:nvPr/>
              </p14:nvContentPartPr>
              <p14:xfrm>
                <a:off x="4274507" y="1777040"/>
                <a:ext cx="165240" cy="176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2B09C04-E399-0E1D-B00B-33E77458D39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270187" y="1772720"/>
                  <a:ext cx="17388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656C9DE-96B9-8F45-1CF2-20F11D246B2D}"/>
              </a:ext>
            </a:extLst>
          </p:cNvPr>
          <p:cNvGrpSpPr/>
          <p:nvPr/>
        </p:nvGrpSpPr>
        <p:grpSpPr>
          <a:xfrm>
            <a:off x="5105387" y="1391120"/>
            <a:ext cx="341280" cy="424080"/>
            <a:chOff x="5105387" y="1391120"/>
            <a:chExt cx="34128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FE3D9C6-E102-4FEF-3DB8-DF79CD6A2910}"/>
                    </a:ext>
                  </a:extLst>
                </p14:cNvPr>
                <p14:cNvContentPartPr/>
                <p14:nvPr/>
              </p14:nvContentPartPr>
              <p14:xfrm>
                <a:off x="5105387" y="1459520"/>
                <a:ext cx="155160" cy="355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FE3D9C6-E102-4FEF-3DB8-DF79CD6A291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101067" y="1455200"/>
                  <a:ext cx="1638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189AED8-6790-89F6-0B6C-0A72BF4FFF1C}"/>
                    </a:ext>
                  </a:extLst>
                </p14:cNvPr>
                <p14:cNvContentPartPr/>
                <p14:nvPr/>
              </p14:nvContentPartPr>
              <p14:xfrm>
                <a:off x="5288987" y="1391120"/>
                <a:ext cx="157680" cy="371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189AED8-6790-89F6-0B6C-0A72BF4FFF1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84667" y="1386800"/>
                  <a:ext cx="16632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872CE8C-A309-E533-9D6C-95E5268B0321}"/>
              </a:ext>
            </a:extLst>
          </p:cNvPr>
          <p:cNvGrpSpPr/>
          <p:nvPr/>
        </p:nvGrpSpPr>
        <p:grpSpPr>
          <a:xfrm>
            <a:off x="5684987" y="1405520"/>
            <a:ext cx="629640" cy="309960"/>
            <a:chOff x="5684987" y="1405520"/>
            <a:chExt cx="62964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5DA5514-DBC4-3486-A765-CA1DBEC514F5}"/>
                    </a:ext>
                  </a:extLst>
                </p14:cNvPr>
                <p14:cNvContentPartPr/>
                <p14:nvPr/>
              </p14:nvContentPartPr>
              <p14:xfrm>
                <a:off x="5684987" y="1405520"/>
                <a:ext cx="77040" cy="284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5DA5514-DBC4-3486-A765-CA1DBEC514F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80667" y="1401200"/>
                  <a:ext cx="856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6CDA809-8A5C-1048-B91C-D974BD97DBDD}"/>
                    </a:ext>
                  </a:extLst>
                </p14:cNvPr>
                <p14:cNvContentPartPr/>
                <p14:nvPr/>
              </p14:nvContentPartPr>
              <p14:xfrm>
                <a:off x="5779667" y="1576880"/>
                <a:ext cx="128160" cy="110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6CDA809-8A5C-1048-B91C-D974BD97DBD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775347" y="1572560"/>
                  <a:ext cx="136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DF94F6B-6980-EFDE-E4C9-0B0FB0E60137}"/>
                    </a:ext>
                  </a:extLst>
                </p14:cNvPr>
                <p14:cNvContentPartPr/>
                <p14:nvPr/>
              </p14:nvContentPartPr>
              <p14:xfrm>
                <a:off x="5988107" y="1433960"/>
                <a:ext cx="179640" cy="281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DF94F6B-6980-EFDE-E4C9-0B0FB0E6013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83787" y="1429640"/>
                  <a:ext cx="1882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C6ECA65-5D40-32FC-C08E-56F4661FA83B}"/>
                    </a:ext>
                  </a:extLst>
                </p14:cNvPr>
                <p14:cNvContentPartPr/>
                <p14:nvPr/>
              </p14:nvContentPartPr>
              <p14:xfrm>
                <a:off x="5968667" y="1557440"/>
                <a:ext cx="183960" cy="29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C6ECA65-5D40-32FC-C08E-56F4661FA8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964347" y="1553120"/>
                  <a:ext cx="192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23B86F0-26F6-68F1-6A03-4DB12FE374D2}"/>
                    </a:ext>
                  </a:extLst>
                </p14:cNvPr>
                <p14:cNvContentPartPr/>
                <p14:nvPr/>
              </p14:nvContentPartPr>
              <p14:xfrm>
                <a:off x="6226787" y="1411280"/>
                <a:ext cx="77040" cy="237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23B86F0-26F6-68F1-6A03-4DB12FE374D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222467" y="1406960"/>
                  <a:ext cx="85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BCD630D-9E7D-F537-80F4-C7BC54BC92FC}"/>
                    </a:ext>
                  </a:extLst>
                </p14:cNvPr>
                <p14:cNvContentPartPr/>
                <p14:nvPr/>
              </p14:nvContentPartPr>
              <p14:xfrm>
                <a:off x="6168107" y="1553840"/>
                <a:ext cx="146520" cy="3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BCD630D-9E7D-F537-80F4-C7BC54BC92F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163787" y="1549520"/>
                  <a:ext cx="155160" cy="1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4A1BF8D-18CE-596E-C149-309E35E5AF6E}"/>
              </a:ext>
            </a:extLst>
          </p:cNvPr>
          <p:cNvGrpSpPr/>
          <p:nvPr/>
        </p:nvGrpSpPr>
        <p:grpSpPr>
          <a:xfrm>
            <a:off x="6533507" y="1292120"/>
            <a:ext cx="924840" cy="408600"/>
            <a:chOff x="6533507" y="1292120"/>
            <a:chExt cx="92484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9620FCF-363E-B102-F580-E2A7AEF5A11B}"/>
                    </a:ext>
                  </a:extLst>
                </p14:cNvPr>
                <p14:cNvContentPartPr/>
                <p14:nvPr/>
              </p14:nvContentPartPr>
              <p14:xfrm>
                <a:off x="6533507" y="1555280"/>
                <a:ext cx="151200" cy="110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9620FCF-363E-B102-F580-E2A7AEF5A11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529187" y="1550960"/>
                  <a:ext cx="159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4787D02-222B-8A93-B223-07A3F054072F}"/>
                    </a:ext>
                  </a:extLst>
                </p14:cNvPr>
                <p14:cNvContentPartPr/>
                <p14:nvPr/>
              </p14:nvContentPartPr>
              <p14:xfrm>
                <a:off x="6771467" y="1332440"/>
                <a:ext cx="141840" cy="291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4787D02-222B-8A93-B223-07A3F054072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767147" y="1328120"/>
                  <a:ext cx="1504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2A1A9F5-62A7-A026-E7E1-16B8610CF7C7}"/>
                    </a:ext>
                  </a:extLst>
                </p14:cNvPr>
                <p14:cNvContentPartPr/>
                <p14:nvPr/>
              </p14:nvContentPartPr>
              <p14:xfrm>
                <a:off x="6959747" y="1582280"/>
                <a:ext cx="13320" cy="43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2A1A9F5-62A7-A026-E7E1-16B8610CF7C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55427" y="1577960"/>
                  <a:ext cx="21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7309252-2628-2B03-0D7F-D4AD40390638}"/>
                    </a:ext>
                  </a:extLst>
                </p14:cNvPr>
                <p14:cNvContentPartPr/>
                <p14:nvPr/>
              </p14:nvContentPartPr>
              <p14:xfrm>
                <a:off x="7036427" y="1406240"/>
                <a:ext cx="21600" cy="22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7309252-2628-2B03-0D7F-D4AD4039063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32107" y="1401920"/>
                  <a:ext cx="30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B451E3F-9FC0-F825-0A5F-EDABE95056C2}"/>
                    </a:ext>
                  </a:extLst>
                </p14:cNvPr>
                <p14:cNvContentPartPr/>
                <p14:nvPr/>
              </p14:nvContentPartPr>
              <p14:xfrm>
                <a:off x="7083227" y="1325600"/>
                <a:ext cx="126000" cy="334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B451E3F-9FC0-F825-0A5F-EDABE95056C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078907" y="1321280"/>
                  <a:ext cx="1346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17756DB-1E30-1C13-4066-24DEC634BD30}"/>
                    </a:ext>
                  </a:extLst>
                </p14:cNvPr>
                <p14:cNvContentPartPr/>
                <p14:nvPr/>
              </p14:nvContentPartPr>
              <p14:xfrm>
                <a:off x="7160267" y="1292120"/>
                <a:ext cx="298080" cy="408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17756DB-1E30-1C13-4066-24DEC634BD3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155947" y="1287800"/>
                  <a:ext cx="306720" cy="41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55C5FAA1-CA12-E859-1EF6-AE01F38BB13C}"/>
                  </a:ext>
                </a:extLst>
              </p14:cNvPr>
              <p14:cNvContentPartPr/>
              <p14:nvPr/>
            </p14:nvContentPartPr>
            <p14:xfrm>
              <a:off x="4858734" y="2721692"/>
              <a:ext cx="309600" cy="1990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55C5FAA1-CA12-E859-1EF6-AE01F38BB13C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854414" y="2717372"/>
                <a:ext cx="31824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C416BB79-452A-3EA9-9F20-C8EA9DB8E1F7}"/>
              </a:ext>
            </a:extLst>
          </p:cNvPr>
          <p:cNvGrpSpPr/>
          <p:nvPr/>
        </p:nvGrpSpPr>
        <p:grpSpPr>
          <a:xfrm>
            <a:off x="8467014" y="3057572"/>
            <a:ext cx="987120" cy="465120"/>
            <a:chOff x="8467014" y="3057572"/>
            <a:chExt cx="987120" cy="4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FF0FC1B-65BC-1705-D47C-FDFA21C2A930}"/>
                    </a:ext>
                  </a:extLst>
                </p14:cNvPr>
                <p14:cNvContentPartPr/>
                <p14:nvPr/>
              </p14:nvContentPartPr>
              <p14:xfrm>
                <a:off x="8467014" y="3057572"/>
                <a:ext cx="415800" cy="465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FF0FC1B-65BC-1705-D47C-FDFA21C2A93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462694" y="3053252"/>
                  <a:ext cx="42444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37CA108-AFD9-6634-223E-59984E7A1CAA}"/>
                    </a:ext>
                  </a:extLst>
                </p14:cNvPr>
                <p14:cNvContentPartPr/>
                <p14:nvPr/>
              </p14:nvContentPartPr>
              <p14:xfrm>
                <a:off x="8894694" y="3429812"/>
                <a:ext cx="10080" cy="53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37CA108-AFD9-6634-223E-59984E7A1CA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890374" y="3425492"/>
                  <a:ext cx="18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95ACD17-3381-36DA-6ED5-D95F7A1215EF}"/>
                    </a:ext>
                  </a:extLst>
                </p14:cNvPr>
                <p14:cNvContentPartPr/>
                <p14:nvPr/>
              </p14:nvContentPartPr>
              <p14:xfrm>
                <a:off x="8980374" y="3230372"/>
                <a:ext cx="46440" cy="8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95ACD17-3381-36DA-6ED5-D95F7A1215E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76054" y="3226052"/>
                  <a:ext cx="550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C9768F0-6D92-A21B-2F62-7CEC3714B3FB}"/>
                    </a:ext>
                  </a:extLst>
                </p14:cNvPr>
                <p14:cNvContentPartPr/>
                <p14:nvPr/>
              </p14:nvContentPartPr>
              <p14:xfrm>
                <a:off x="9041934" y="3165572"/>
                <a:ext cx="129960" cy="3067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C9768F0-6D92-A21B-2F62-7CEC3714B3F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37614" y="3161252"/>
                  <a:ext cx="1386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18F5102-6A2A-30E2-CAF1-E25E8CCACD4C}"/>
                    </a:ext>
                  </a:extLst>
                </p14:cNvPr>
                <p14:cNvContentPartPr/>
                <p14:nvPr/>
              </p14:nvContentPartPr>
              <p14:xfrm>
                <a:off x="9153534" y="3128132"/>
                <a:ext cx="300600" cy="363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18F5102-6A2A-30E2-CAF1-E25E8CCACD4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49214" y="3123812"/>
                  <a:ext cx="30924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2BC1739-427F-6FF1-5599-90710FF25DB7}"/>
              </a:ext>
            </a:extLst>
          </p:cNvPr>
          <p:cNvGrpSpPr/>
          <p:nvPr/>
        </p:nvGrpSpPr>
        <p:grpSpPr>
          <a:xfrm>
            <a:off x="1961440" y="2562212"/>
            <a:ext cx="6326294" cy="2407147"/>
            <a:chOff x="1961440" y="2562212"/>
            <a:chExt cx="6326294" cy="24071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46FE454-24ED-F3A2-62B6-004671CB9CED}"/>
                    </a:ext>
                  </a:extLst>
                </p14:cNvPr>
                <p14:cNvContentPartPr/>
                <p14:nvPr/>
              </p14:nvContentPartPr>
              <p14:xfrm>
                <a:off x="3229734" y="2773892"/>
                <a:ext cx="200880" cy="2782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46FE454-24ED-F3A2-62B6-004671CB9CE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225414" y="2769572"/>
                  <a:ext cx="2095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065D3BB-532A-9371-86CF-774FF572A6D6}"/>
                    </a:ext>
                  </a:extLst>
                </p14:cNvPr>
                <p14:cNvContentPartPr/>
                <p14:nvPr/>
              </p14:nvContentPartPr>
              <p14:xfrm>
                <a:off x="3522774" y="2927972"/>
                <a:ext cx="111600" cy="756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065D3BB-532A-9371-86CF-774FF572A6D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518454" y="2923652"/>
                  <a:ext cx="120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2601905-1AC7-3B6E-C89D-9EFA159E9AE5}"/>
                    </a:ext>
                  </a:extLst>
                </p14:cNvPr>
                <p14:cNvContentPartPr/>
                <p14:nvPr/>
              </p14:nvContentPartPr>
              <p14:xfrm>
                <a:off x="3747774" y="2745812"/>
                <a:ext cx="57600" cy="2322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2601905-1AC7-3B6E-C89D-9EFA159E9AE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743454" y="2741492"/>
                  <a:ext cx="66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BD9C19F-2CC0-A99E-3078-E473BFBF48F7}"/>
                    </a:ext>
                  </a:extLst>
                </p14:cNvPr>
                <p14:cNvContentPartPr/>
                <p14:nvPr/>
              </p14:nvContentPartPr>
              <p14:xfrm>
                <a:off x="3721494" y="2874332"/>
                <a:ext cx="235080" cy="139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BD9C19F-2CC0-A99E-3078-E473BFBF48F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17174" y="2870012"/>
                  <a:ext cx="243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467B403-8DFA-6EE0-9FA9-5A7B1086A88A}"/>
                    </a:ext>
                  </a:extLst>
                </p14:cNvPr>
                <p14:cNvContentPartPr/>
                <p14:nvPr/>
              </p14:nvContentPartPr>
              <p14:xfrm>
                <a:off x="3996174" y="2716292"/>
                <a:ext cx="271080" cy="334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467B403-8DFA-6EE0-9FA9-5A7B1086A88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991854" y="2711972"/>
                  <a:ext cx="2797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13DCA52-BC8A-5898-B830-7444BF5608C3}"/>
                    </a:ext>
                  </a:extLst>
                </p14:cNvPr>
                <p14:cNvContentPartPr/>
                <p14:nvPr/>
              </p14:nvContentPartPr>
              <p14:xfrm>
                <a:off x="4110654" y="2941292"/>
                <a:ext cx="210600" cy="318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13DCA52-BC8A-5898-B830-7444BF5608C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106334" y="2936972"/>
                  <a:ext cx="2192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6618BC1-0C44-E16A-5546-84FD9D251DF7}"/>
                    </a:ext>
                  </a:extLst>
                </p14:cNvPr>
                <p14:cNvContentPartPr/>
                <p14:nvPr/>
              </p14:nvContentPartPr>
              <p14:xfrm>
                <a:off x="4321254" y="2812052"/>
                <a:ext cx="9360" cy="19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6618BC1-0C44-E16A-5546-84FD9D251DF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316934" y="2807732"/>
                  <a:ext cx="18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DDE4E49-5E03-3991-745A-FB31B0FB198F}"/>
                    </a:ext>
                  </a:extLst>
                </p14:cNvPr>
                <p14:cNvContentPartPr/>
                <p14:nvPr/>
              </p14:nvContentPartPr>
              <p14:xfrm>
                <a:off x="4449774" y="2726732"/>
                <a:ext cx="201600" cy="290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DDE4E49-5E03-3991-745A-FB31B0FB198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445454" y="2722412"/>
                  <a:ext cx="2102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A18676E-6134-EA3D-7023-420AC1AF9E93}"/>
                    </a:ext>
                  </a:extLst>
                </p14:cNvPr>
                <p14:cNvContentPartPr/>
                <p14:nvPr/>
              </p14:nvContentPartPr>
              <p14:xfrm>
                <a:off x="5499894" y="2607572"/>
                <a:ext cx="212040" cy="264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A18676E-6134-EA3D-7023-420AC1AF9E9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495574" y="2603252"/>
                  <a:ext cx="2206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0C5202F-2BB4-D569-7C07-C6804CBCA77F}"/>
                    </a:ext>
                  </a:extLst>
                </p14:cNvPr>
                <p14:cNvContentPartPr/>
                <p14:nvPr/>
              </p14:nvContentPartPr>
              <p14:xfrm>
                <a:off x="5770614" y="2774972"/>
                <a:ext cx="112680" cy="1108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0C5202F-2BB4-D569-7C07-C6804CBCA77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766294" y="2770652"/>
                  <a:ext cx="1213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CF7C4B4-B95A-9BCA-A4A2-AE0EAA35568B}"/>
                    </a:ext>
                  </a:extLst>
                </p14:cNvPr>
                <p14:cNvContentPartPr/>
                <p14:nvPr/>
              </p14:nvContentPartPr>
              <p14:xfrm>
                <a:off x="5983014" y="2602892"/>
                <a:ext cx="72000" cy="270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CF7C4B4-B95A-9BCA-A4A2-AE0EAA35568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78694" y="2598572"/>
                  <a:ext cx="806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24BF5D1-F959-5C98-7C2F-13A57364C9C6}"/>
                    </a:ext>
                  </a:extLst>
                </p14:cNvPr>
                <p14:cNvContentPartPr/>
                <p14:nvPr/>
              </p14:nvContentPartPr>
              <p14:xfrm>
                <a:off x="5957454" y="2759852"/>
                <a:ext cx="275040" cy="132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24BF5D1-F959-5C98-7C2F-13A57364C9C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953134" y="2755532"/>
                  <a:ext cx="283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56AB676-99D5-DF07-14E7-6BCD20127D03}"/>
                    </a:ext>
                  </a:extLst>
                </p14:cNvPr>
                <p14:cNvContentPartPr/>
                <p14:nvPr/>
              </p14:nvContentPartPr>
              <p14:xfrm>
                <a:off x="6370374" y="2647892"/>
                <a:ext cx="219240" cy="378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56AB676-99D5-DF07-14E7-6BCD20127D0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66054" y="2643572"/>
                  <a:ext cx="2278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336F950-7A34-2993-7D57-7C89BEFBD63E}"/>
                    </a:ext>
                  </a:extLst>
                </p14:cNvPr>
                <p14:cNvContentPartPr/>
                <p14:nvPr/>
              </p14:nvContentPartPr>
              <p14:xfrm>
                <a:off x="6508254" y="2878292"/>
                <a:ext cx="169920" cy="253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336F950-7A34-2993-7D57-7C89BEFBD63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503934" y="2873972"/>
                  <a:ext cx="178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DAECE25-611C-6196-6300-279CC239CB0A}"/>
                    </a:ext>
                  </a:extLst>
                </p14:cNvPr>
                <p14:cNvContentPartPr/>
                <p14:nvPr/>
              </p14:nvContentPartPr>
              <p14:xfrm>
                <a:off x="6671694" y="2787212"/>
                <a:ext cx="14760" cy="31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DAECE25-611C-6196-6300-279CC239CB0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667374" y="2782892"/>
                  <a:ext cx="23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92C67EA-B801-CEA8-9431-45BD71E2B651}"/>
                    </a:ext>
                  </a:extLst>
                </p14:cNvPr>
                <p14:cNvContentPartPr/>
                <p14:nvPr/>
              </p14:nvContentPartPr>
              <p14:xfrm>
                <a:off x="6913254" y="2717012"/>
                <a:ext cx="14040" cy="1548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92C67EA-B801-CEA8-9431-45BD71E2B65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908934" y="2712692"/>
                  <a:ext cx="22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0B097EB-93A4-233C-8018-CF37A87D5C6C}"/>
                    </a:ext>
                  </a:extLst>
                </p14:cNvPr>
                <p14:cNvContentPartPr/>
                <p14:nvPr/>
              </p14:nvContentPartPr>
              <p14:xfrm>
                <a:off x="6871134" y="2796932"/>
                <a:ext cx="134280" cy="17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0B097EB-93A4-233C-8018-CF37A87D5C6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66814" y="2792612"/>
                  <a:ext cx="142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C238CCC-B496-A859-AD35-F9FF4A48254C}"/>
                    </a:ext>
                  </a:extLst>
                </p14:cNvPr>
                <p14:cNvContentPartPr/>
                <p14:nvPr/>
              </p14:nvContentPartPr>
              <p14:xfrm>
                <a:off x="7159134" y="2659772"/>
                <a:ext cx="16200" cy="148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C238CCC-B496-A859-AD35-F9FF4A48254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154814" y="2655452"/>
                  <a:ext cx="24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04FF2F0-3EAB-F6CA-8EA7-FC14B944AD5A}"/>
                    </a:ext>
                  </a:extLst>
                </p14:cNvPr>
                <p14:cNvContentPartPr/>
                <p14:nvPr/>
              </p14:nvContentPartPr>
              <p14:xfrm>
                <a:off x="7271454" y="2562212"/>
                <a:ext cx="235080" cy="354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04FF2F0-3EAB-F6CA-8EA7-FC14B944AD5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267134" y="2557892"/>
                  <a:ext cx="2437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8ABF9F3-AB90-B0CA-D966-32006AE356C5}"/>
                    </a:ext>
                  </a:extLst>
                </p14:cNvPr>
                <p14:cNvContentPartPr/>
                <p14:nvPr/>
              </p14:nvContentPartPr>
              <p14:xfrm>
                <a:off x="2631774" y="3009692"/>
                <a:ext cx="23040" cy="108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8ABF9F3-AB90-B0CA-D966-32006AE356C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627454" y="3005372"/>
                  <a:ext cx="31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876F44A-F86B-4B7E-B7A1-D5CCDCF6784F}"/>
                    </a:ext>
                  </a:extLst>
                </p14:cNvPr>
                <p14:cNvContentPartPr/>
                <p14:nvPr/>
              </p14:nvContentPartPr>
              <p14:xfrm>
                <a:off x="2678574" y="2873612"/>
                <a:ext cx="2520" cy="24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876F44A-F86B-4B7E-B7A1-D5CCDCF6784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674254" y="2869292"/>
                  <a:ext cx="11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413EA7D-E510-2FD7-8CCC-4049973AEE8F}"/>
                    </a:ext>
                  </a:extLst>
                </p14:cNvPr>
                <p14:cNvContentPartPr/>
                <p14:nvPr/>
              </p14:nvContentPartPr>
              <p14:xfrm>
                <a:off x="2768934" y="2788652"/>
                <a:ext cx="137160" cy="444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413EA7D-E510-2FD7-8CCC-4049973AEE8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764614" y="2784332"/>
                  <a:ext cx="1458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CE4F795-3A47-BD7E-2751-08EB7B29DAC9}"/>
                    </a:ext>
                  </a:extLst>
                </p14:cNvPr>
                <p14:cNvContentPartPr/>
                <p14:nvPr/>
              </p14:nvContentPartPr>
              <p14:xfrm>
                <a:off x="2787654" y="3048932"/>
                <a:ext cx="86040" cy="10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CE4F795-3A47-BD7E-2751-08EB7B29DAC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783334" y="3044612"/>
                  <a:ext cx="946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57BB70D-174A-AF7A-EC44-9D2415B17AA6}"/>
                    </a:ext>
                  </a:extLst>
                </p14:cNvPr>
                <p14:cNvContentPartPr/>
                <p14:nvPr/>
              </p14:nvContentPartPr>
              <p14:xfrm>
                <a:off x="3008694" y="2814932"/>
                <a:ext cx="171360" cy="371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57BB70D-174A-AF7A-EC44-9D2415B17A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004374" y="2810612"/>
                  <a:ext cx="1800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8695B25-BFC0-9B4C-6EF3-4DBADF039008}"/>
                    </a:ext>
                  </a:extLst>
                </p14:cNvPr>
                <p14:cNvContentPartPr/>
                <p14:nvPr/>
              </p14:nvContentPartPr>
              <p14:xfrm>
                <a:off x="7611654" y="2574092"/>
                <a:ext cx="113400" cy="4359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8695B25-BFC0-9B4C-6EF3-4DBADF03900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607334" y="2569772"/>
                  <a:ext cx="1220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2B84B2C-ECED-3A3B-65DD-2D7F85F3DB2B}"/>
                    </a:ext>
                  </a:extLst>
                </p14:cNvPr>
                <p14:cNvContentPartPr/>
                <p14:nvPr/>
              </p14:nvContentPartPr>
              <p14:xfrm>
                <a:off x="6964734" y="3306332"/>
                <a:ext cx="175320" cy="338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2B84B2C-ECED-3A3B-65DD-2D7F85F3DB2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960414" y="3302012"/>
                  <a:ext cx="1839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442445D-58DF-F665-5844-B183DDBBD5CA}"/>
                    </a:ext>
                  </a:extLst>
                </p14:cNvPr>
                <p14:cNvContentPartPr/>
                <p14:nvPr/>
              </p14:nvContentPartPr>
              <p14:xfrm>
                <a:off x="7146534" y="3255932"/>
                <a:ext cx="156960" cy="362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442445D-58DF-F665-5844-B183DDBBD5C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142214" y="3251612"/>
                  <a:ext cx="1656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3AF29CF-9129-7EA7-38BE-ACF92AAC0F94}"/>
                    </a:ext>
                  </a:extLst>
                </p14:cNvPr>
                <p14:cNvContentPartPr/>
                <p14:nvPr/>
              </p14:nvContentPartPr>
              <p14:xfrm>
                <a:off x="7465494" y="3298772"/>
                <a:ext cx="162720" cy="279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3AF29CF-9129-7EA7-38BE-ACF92AAC0F9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461174" y="3294452"/>
                  <a:ext cx="1713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12542AE-9638-8A53-BF6C-C8E28A4418D2}"/>
                    </a:ext>
                  </a:extLst>
                </p14:cNvPr>
                <p14:cNvContentPartPr/>
                <p14:nvPr/>
              </p14:nvContentPartPr>
              <p14:xfrm>
                <a:off x="7667094" y="3517652"/>
                <a:ext cx="42480" cy="56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12542AE-9638-8A53-BF6C-C8E28A4418D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662774" y="3513332"/>
                  <a:ext cx="51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0523BBE-0BEE-9C4F-F98D-3F83AF0F4432}"/>
                    </a:ext>
                  </a:extLst>
                </p14:cNvPr>
                <p14:cNvContentPartPr/>
                <p14:nvPr/>
              </p14:nvContentPartPr>
              <p14:xfrm>
                <a:off x="7774734" y="3370412"/>
                <a:ext cx="24480" cy="75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0523BBE-0BEE-9C4F-F98D-3F83AF0F443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770414" y="3366092"/>
                  <a:ext cx="33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3228710-A96D-3196-0B4E-BD79260CC325}"/>
                    </a:ext>
                  </a:extLst>
                </p14:cNvPr>
                <p14:cNvContentPartPr/>
                <p14:nvPr/>
              </p14:nvContentPartPr>
              <p14:xfrm>
                <a:off x="7696974" y="3507212"/>
                <a:ext cx="190440" cy="197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3228710-A96D-3196-0B4E-BD79260CC32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692654" y="3502892"/>
                  <a:ext cx="199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F86C938-0C9C-4527-9A71-1DF81EDA4E69}"/>
                    </a:ext>
                  </a:extLst>
                </p14:cNvPr>
                <p14:cNvContentPartPr/>
                <p14:nvPr/>
              </p14:nvContentPartPr>
              <p14:xfrm>
                <a:off x="7908654" y="3429092"/>
                <a:ext cx="251280" cy="2505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F86C938-0C9C-4527-9A71-1DF81EDA4E6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904334" y="3424772"/>
                  <a:ext cx="2599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D303AB9-5478-CA77-70BA-0FDC46ACE73F}"/>
                    </a:ext>
                  </a:extLst>
                </p14:cNvPr>
                <p14:cNvContentPartPr/>
                <p14:nvPr/>
              </p14:nvContentPartPr>
              <p14:xfrm>
                <a:off x="8213934" y="3427652"/>
                <a:ext cx="73800" cy="106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D303AB9-5478-CA77-70BA-0FDC46ACE73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209614" y="3423332"/>
                  <a:ext cx="82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BEECA9F-325A-B511-49FD-593372302D9B}"/>
                    </a:ext>
                  </a:extLst>
                </p14:cNvPr>
                <p14:cNvContentPartPr/>
                <p14:nvPr/>
              </p14:nvContentPartPr>
              <p14:xfrm>
                <a:off x="1961440" y="4306599"/>
                <a:ext cx="31320" cy="120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BEECA9F-325A-B511-49FD-593372302D9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957120" y="4302279"/>
                  <a:ext cx="39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F07236F-A623-1020-F0B4-1B4E433B9BA7}"/>
                    </a:ext>
                  </a:extLst>
                </p14:cNvPr>
                <p14:cNvContentPartPr/>
                <p14:nvPr/>
              </p14:nvContentPartPr>
              <p14:xfrm>
                <a:off x="2038120" y="4091319"/>
                <a:ext cx="1800" cy="417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F07236F-A623-1020-F0B4-1B4E433B9BA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033800" y="4086999"/>
                  <a:ext cx="10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7E1E922-54A8-84F7-EF84-F77B00A405E9}"/>
                    </a:ext>
                  </a:extLst>
                </p14:cNvPr>
                <p14:cNvContentPartPr/>
                <p14:nvPr/>
              </p14:nvContentPartPr>
              <p14:xfrm>
                <a:off x="2163760" y="4102119"/>
                <a:ext cx="194040" cy="3610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7E1E922-54A8-84F7-EF84-F77B00A405E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159440" y="4097799"/>
                  <a:ext cx="2026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62870D7-ECDF-854C-1148-7AF4AD61FB3D}"/>
                    </a:ext>
                  </a:extLst>
                </p14:cNvPr>
                <p14:cNvContentPartPr/>
                <p14:nvPr/>
              </p14:nvContentPartPr>
              <p14:xfrm>
                <a:off x="2161600" y="4294719"/>
                <a:ext cx="135720" cy="24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62870D7-ECDF-854C-1148-7AF4AD61FB3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157280" y="4290399"/>
                  <a:ext cx="144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03B0C6C-4BD8-D6E2-42A4-B21ED3309E37}"/>
                    </a:ext>
                  </a:extLst>
                </p14:cNvPr>
                <p14:cNvContentPartPr/>
                <p14:nvPr/>
              </p14:nvContentPartPr>
              <p14:xfrm>
                <a:off x="2617360" y="4063599"/>
                <a:ext cx="242280" cy="263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03B0C6C-4BD8-D6E2-42A4-B21ED3309E3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613040" y="4059279"/>
                  <a:ext cx="2509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CA81F57-B1DD-5854-5C0C-DFDA59547AE0}"/>
                    </a:ext>
                  </a:extLst>
                </p14:cNvPr>
                <p14:cNvContentPartPr/>
                <p14:nvPr/>
              </p14:nvContentPartPr>
              <p14:xfrm>
                <a:off x="2898520" y="4229199"/>
                <a:ext cx="118080" cy="74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CA81F57-B1DD-5854-5C0C-DFDA59547A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894200" y="4224879"/>
                  <a:ext cx="1267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8F0E150-83E4-09EA-CA79-9B29404FD2C9}"/>
                    </a:ext>
                  </a:extLst>
                </p14:cNvPr>
                <p14:cNvContentPartPr/>
                <p14:nvPr/>
              </p14:nvContentPartPr>
              <p14:xfrm>
                <a:off x="3106960" y="4021479"/>
                <a:ext cx="52200" cy="281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8F0E150-83E4-09EA-CA79-9B29404FD2C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102640" y="4017159"/>
                  <a:ext cx="608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45EE344-172D-B348-4369-32856022FF69}"/>
                    </a:ext>
                  </a:extLst>
                </p14:cNvPr>
                <p14:cNvContentPartPr/>
                <p14:nvPr/>
              </p14:nvContentPartPr>
              <p14:xfrm>
                <a:off x="3088600" y="4189599"/>
                <a:ext cx="235080" cy="102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45EE344-172D-B348-4369-32856022FF6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084280" y="4185279"/>
                  <a:ext cx="243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E69C5E2-E861-5C5C-63BE-39C02BCC82CF}"/>
                    </a:ext>
                  </a:extLst>
                </p14:cNvPr>
                <p14:cNvContentPartPr/>
                <p14:nvPr/>
              </p14:nvContentPartPr>
              <p14:xfrm>
                <a:off x="3403240" y="4066479"/>
                <a:ext cx="226080" cy="3142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E69C5E2-E861-5C5C-63BE-39C02BCC82C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398920" y="4062159"/>
                  <a:ext cx="2347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309FE52-2CF2-F8B2-86ED-24E7B1D44BC2}"/>
                    </a:ext>
                  </a:extLst>
                </p14:cNvPr>
                <p14:cNvContentPartPr/>
                <p14:nvPr/>
              </p14:nvContentPartPr>
              <p14:xfrm>
                <a:off x="3633640" y="4245039"/>
                <a:ext cx="81720" cy="637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309FE52-2CF2-F8B2-86ED-24E7B1D44BC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629320" y="4240719"/>
                  <a:ext cx="90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993AD32-FE7D-4344-CDFD-30D6122DCAFF}"/>
                    </a:ext>
                  </a:extLst>
                </p14:cNvPr>
                <p14:cNvContentPartPr/>
                <p14:nvPr/>
              </p14:nvContentPartPr>
              <p14:xfrm>
                <a:off x="3734440" y="4134159"/>
                <a:ext cx="33480" cy="50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993AD32-FE7D-4344-CDFD-30D6122DCAF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730120" y="4129839"/>
                  <a:ext cx="421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428A398-2EF4-CC17-06DA-B549D28883DA}"/>
                    </a:ext>
                  </a:extLst>
                </p14:cNvPr>
                <p14:cNvContentPartPr/>
                <p14:nvPr/>
              </p14:nvContentPartPr>
              <p14:xfrm>
                <a:off x="3811480" y="4049199"/>
                <a:ext cx="168840" cy="253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428A398-2EF4-CC17-06DA-B549D28883D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807160" y="4044879"/>
                  <a:ext cx="1774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F71DD33-2AE0-46E5-54CD-8080D8B98641}"/>
                    </a:ext>
                  </a:extLst>
                </p14:cNvPr>
                <p14:cNvContentPartPr/>
                <p14:nvPr/>
              </p14:nvContentPartPr>
              <p14:xfrm>
                <a:off x="4214680" y="4114719"/>
                <a:ext cx="290880" cy="142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F71DD33-2AE0-46E5-54CD-8080D8B9864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210360" y="4110399"/>
                  <a:ext cx="299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1FEE883-3E10-FF50-DF44-A27D573E66C5}"/>
                    </a:ext>
                  </a:extLst>
                </p14:cNvPr>
                <p14:cNvContentPartPr/>
                <p14:nvPr/>
              </p14:nvContentPartPr>
              <p14:xfrm>
                <a:off x="4594120" y="3937599"/>
                <a:ext cx="320760" cy="309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1FEE883-3E10-FF50-DF44-A27D573E66C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589800" y="3933279"/>
                  <a:ext cx="329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C78EAC9-BD06-DAFA-60C9-F4EEE25AEAE2}"/>
                    </a:ext>
                  </a:extLst>
                </p14:cNvPr>
                <p14:cNvContentPartPr/>
                <p14:nvPr/>
              </p14:nvContentPartPr>
              <p14:xfrm>
                <a:off x="4963120" y="4122999"/>
                <a:ext cx="128520" cy="84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C78EAC9-BD06-DAFA-60C9-F4EEE25AEAE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958800" y="4118679"/>
                  <a:ext cx="137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DFE318D-21D3-4F2C-3561-D0AA1F7A9346}"/>
                    </a:ext>
                  </a:extLst>
                </p14:cNvPr>
                <p14:cNvContentPartPr/>
                <p14:nvPr/>
              </p14:nvContentPartPr>
              <p14:xfrm>
                <a:off x="5198200" y="3955959"/>
                <a:ext cx="72000" cy="237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DFE318D-21D3-4F2C-3561-D0AA1F7A934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193880" y="3951639"/>
                  <a:ext cx="80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EC2147D-84DA-EE3E-7F2B-29889C0C8D10}"/>
                    </a:ext>
                  </a:extLst>
                </p14:cNvPr>
                <p14:cNvContentPartPr/>
                <p14:nvPr/>
              </p14:nvContentPartPr>
              <p14:xfrm>
                <a:off x="5159680" y="4069719"/>
                <a:ext cx="292320" cy="799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EC2147D-84DA-EE3E-7F2B-29889C0C8D1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155360" y="4065399"/>
                  <a:ext cx="3009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D6A4C84-58B1-B5AB-ECCB-E84AFFAFE392}"/>
                    </a:ext>
                  </a:extLst>
                </p14:cNvPr>
                <p14:cNvContentPartPr/>
                <p14:nvPr/>
              </p14:nvContentPartPr>
              <p14:xfrm>
                <a:off x="5591680" y="3886119"/>
                <a:ext cx="174240" cy="3679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D6A4C84-58B1-B5AB-ECCB-E84AFFAFE39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587360" y="3881799"/>
                  <a:ext cx="1828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6864B39-D37C-CF29-119F-D43EF4A83D82}"/>
                    </a:ext>
                  </a:extLst>
                </p14:cNvPr>
                <p14:cNvContentPartPr/>
                <p14:nvPr/>
              </p14:nvContentPartPr>
              <p14:xfrm>
                <a:off x="5723440" y="4138839"/>
                <a:ext cx="184680" cy="2916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6864B39-D37C-CF29-119F-D43EF4A83D8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719120" y="4134519"/>
                  <a:ext cx="1933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BEA9374-6040-3370-3F3E-DA695E4EA673}"/>
                    </a:ext>
                  </a:extLst>
                </p14:cNvPr>
                <p14:cNvContentPartPr/>
                <p14:nvPr/>
              </p14:nvContentPartPr>
              <p14:xfrm>
                <a:off x="5862040" y="4030479"/>
                <a:ext cx="23760" cy="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BEA9374-6040-3370-3F3E-DA695E4EA67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857720" y="4026159"/>
                  <a:ext cx="32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8C5F764-4FA2-7348-01B0-4DF57FCDC428}"/>
                    </a:ext>
                  </a:extLst>
                </p14:cNvPr>
                <p14:cNvContentPartPr/>
                <p14:nvPr/>
              </p14:nvContentPartPr>
              <p14:xfrm>
                <a:off x="6011080" y="3963159"/>
                <a:ext cx="207000" cy="299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8C5F764-4FA2-7348-01B0-4DF57FCDC42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006760" y="3958839"/>
                  <a:ext cx="215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33955A8-39CA-B746-F077-4AF7ABFC04F4}"/>
                    </a:ext>
                  </a:extLst>
                </p14:cNvPr>
                <p14:cNvContentPartPr/>
                <p14:nvPr/>
              </p14:nvContentPartPr>
              <p14:xfrm>
                <a:off x="6257680" y="3946959"/>
                <a:ext cx="284760" cy="520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33955A8-39CA-B746-F077-4AF7ABFC04F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253360" y="3942639"/>
                  <a:ext cx="29340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99638A7-4E4F-C66E-CF7C-B835AEB90FCE}"/>
                    </a:ext>
                  </a:extLst>
                </p14:cNvPr>
                <p14:cNvContentPartPr/>
                <p14:nvPr/>
              </p14:nvContentPartPr>
              <p14:xfrm>
                <a:off x="2480200" y="4061439"/>
                <a:ext cx="175320" cy="5212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99638A7-4E4F-C66E-CF7C-B835AEB90FC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475880" y="4057119"/>
                  <a:ext cx="18396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CDE8FC6-E7AB-30BA-1EF3-DC37C3EE1557}"/>
                    </a:ext>
                  </a:extLst>
                </p14:cNvPr>
                <p14:cNvContentPartPr/>
                <p14:nvPr/>
              </p14:nvContentPartPr>
              <p14:xfrm>
                <a:off x="3000400" y="4707999"/>
                <a:ext cx="314640" cy="1890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CDE8FC6-E7AB-30BA-1EF3-DC37C3EE155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996080" y="4703679"/>
                  <a:ext cx="323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BDC22D6-6321-C906-143D-AED0F366F026}"/>
                    </a:ext>
                  </a:extLst>
                </p14:cNvPr>
                <p14:cNvContentPartPr/>
                <p14:nvPr/>
              </p14:nvContentPartPr>
              <p14:xfrm>
                <a:off x="3374080" y="4555719"/>
                <a:ext cx="109440" cy="273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BDC22D6-6321-C906-143D-AED0F366F02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369760" y="4551399"/>
                  <a:ext cx="1180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ADC20A5-1B5A-5DCD-4317-6AB76A027061}"/>
                    </a:ext>
                  </a:extLst>
                </p14:cNvPr>
                <p14:cNvContentPartPr/>
                <p14:nvPr/>
              </p14:nvContentPartPr>
              <p14:xfrm>
                <a:off x="3297400" y="4706919"/>
                <a:ext cx="390960" cy="90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ADC20A5-1B5A-5DCD-4317-6AB76A02706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293080" y="4702599"/>
                  <a:ext cx="399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FE01FC5-D1B2-2951-3234-447132FB53CB}"/>
                    </a:ext>
                  </a:extLst>
                </p14:cNvPr>
                <p14:cNvContentPartPr/>
                <p14:nvPr/>
              </p14:nvContentPartPr>
              <p14:xfrm>
                <a:off x="3747760" y="4665519"/>
                <a:ext cx="63720" cy="123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FE01FC5-D1B2-2951-3234-447132FB53C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743440" y="4661199"/>
                  <a:ext cx="72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BC75BD3-5EA3-4DEA-BC7B-287A8C000FD0}"/>
                    </a:ext>
                  </a:extLst>
                </p14:cNvPr>
                <p14:cNvContentPartPr/>
                <p14:nvPr/>
              </p14:nvContentPartPr>
              <p14:xfrm>
                <a:off x="3915160" y="4715919"/>
                <a:ext cx="147960" cy="741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BC75BD3-5EA3-4DEA-BC7B-287A8C000FD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910840" y="4711599"/>
                  <a:ext cx="1566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B8CD134-8854-CD60-EE69-386D747AF539}"/>
                    </a:ext>
                  </a:extLst>
                </p14:cNvPr>
                <p14:cNvContentPartPr/>
                <p14:nvPr/>
              </p14:nvContentPartPr>
              <p14:xfrm>
                <a:off x="4272640" y="4654359"/>
                <a:ext cx="16200" cy="478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B8CD134-8854-CD60-EE69-386D747AF53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268320" y="4650039"/>
                  <a:ext cx="24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CA2A6B2-0E76-0843-B738-1C3F8710B613}"/>
                    </a:ext>
                  </a:extLst>
                </p14:cNvPr>
                <p14:cNvContentPartPr/>
                <p14:nvPr/>
              </p14:nvContentPartPr>
              <p14:xfrm>
                <a:off x="4210000" y="4801239"/>
                <a:ext cx="76320" cy="154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CA2A6B2-0E76-0843-B738-1C3F8710B61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205680" y="4796919"/>
                  <a:ext cx="849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4F5B137-8529-C0B7-AD36-EC04EF9A55EB}"/>
                    </a:ext>
                  </a:extLst>
                </p14:cNvPr>
                <p14:cNvContentPartPr/>
                <p14:nvPr/>
              </p14:nvContentPartPr>
              <p14:xfrm>
                <a:off x="5832520" y="4505319"/>
                <a:ext cx="130680" cy="4014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4F5B137-8529-C0B7-AD36-EC04EF9A55EB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828200" y="4500999"/>
                  <a:ext cx="1393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119894B-3487-B553-1612-F2B310DB34FD}"/>
                    </a:ext>
                  </a:extLst>
                </p14:cNvPr>
                <p14:cNvContentPartPr/>
                <p14:nvPr/>
              </p14:nvContentPartPr>
              <p14:xfrm>
                <a:off x="6004240" y="4527279"/>
                <a:ext cx="76320" cy="3661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119894B-3487-B553-1612-F2B310DB34F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999920" y="4522959"/>
                  <a:ext cx="84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7C8AB07-1A04-F190-67B3-06D774819987}"/>
                    </a:ext>
                  </a:extLst>
                </p14:cNvPr>
                <p14:cNvContentPartPr/>
                <p14:nvPr/>
              </p14:nvContentPartPr>
              <p14:xfrm>
                <a:off x="6160480" y="4738599"/>
                <a:ext cx="152640" cy="889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7C8AB07-1A04-F190-67B3-06D77481998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156160" y="4734279"/>
                  <a:ext cx="161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23E7A4D-C4D9-C4AC-6F27-7F1A33E6EECE}"/>
                    </a:ext>
                  </a:extLst>
                </p14:cNvPr>
                <p14:cNvContentPartPr/>
                <p14:nvPr/>
              </p14:nvContentPartPr>
              <p14:xfrm>
                <a:off x="6412840" y="4509999"/>
                <a:ext cx="74160" cy="325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23E7A4D-C4D9-C4AC-6F27-7F1A33E6EEC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408520" y="4505679"/>
                  <a:ext cx="828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1D7B32F-0F5B-247F-19FE-DC94B0D9C01B}"/>
                    </a:ext>
                  </a:extLst>
                </p14:cNvPr>
                <p14:cNvContentPartPr/>
                <p14:nvPr/>
              </p14:nvContentPartPr>
              <p14:xfrm>
                <a:off x="6547120" y="4666239"/>
                <a:ext cx="280080" cy="1270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1D7B32F-0F5B-247F-19FE-DC94B0D9C01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542800" y="4661919"/>
                  <a:ext cx="2887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365124C-D4E7-8178-156A-13890873E74A}"/>
                    </a:ext>
                  </a:extLst>
                </p14:cNvPr>
                <p14:cNvContentPartPr/>
                <p14:nvPr/>
              </p14:nvContentPartPr>
              <p14:xfrm>
                <a:off x="6968320" y="4660479"/>
                <a:ext cx="120960" cy="838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365124C-D4E7-8178-156A-13890873E74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964000" y="4656159"/>
                  <a:ext cx="129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E4A56BF-D5D6-A7DF-2E25-024ED19F0E07}"/>
                    </a:ext>
                  </a:extLst>
                </p14:cNvPr>
                <p14:cNvContentPartPr/>
                <p14:nvPr/>
              </p14:nvContentPartPr>
              <p14:xfrm>
                <a:off x="7162720" y="4381119"/>
                <a:ext cx="210600" cy="396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E4A56BF-D5D6-A7DF-2E25-024ED19F0E0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158400" y="4376799"/>
                  <a:ext cx="2192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BC4A515-9D4A-601B-42B2-D6E09090C91E}"/>
                    </a:ext>
                  </a:extLst>
                </p14:cNvPr>
                <p14:cNvContentPartPr/>
                <p14:nvPr/>
              </p14:nvContentPartPr>
              <p14:xfrm>
                <a:off x="7424440" y="4668759"/>
                <a:ext cx="115560" cy="471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BC4A515-9D4A-601B-42B2-D6E09090C91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420120" y="4664439"/>
                  <a:ext cx="1242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618CD93-8231-8077-EE58-AD593723031D}"/>
                    </a:ext>
                  </a:extLst>
                </p14:cNvPr>
                <p14:cNvContentPartPr/>
                <p14:nvPr/>
              </p14:nvContentPartPr>
              <p14:xfrm>
                <a:off x="7330840" y="4644639"/>
                <a:ext cx="226080" cy="3247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618CD93-8231-8077-EE58-AD593723031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326520" y="4640319"/>
                  <a:ext cx="234720" cy="33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B3570F40-B348-E4FC-41F2-9E79F4704292}"/>
                  </a:ext>
                </a:extLst>
              </p14:cNvPr>
              <p14:cNvContentPartPr/>
              <p14:nvPr/>
            </p14:nvContentPartPr>
            <p14:xfrm>
              <a:off x="7961560" y="4539159"/>
              <a:ext cx="160560" cy="1231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B3570F40-B348-E4FC-41F2-9E79F4704292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7957240" y="4534839"/>
                <a:ext cx="169200" cy="13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DFEEC903-1F75-F0F3-E962-418101F81BC8}"/>
              </a:ext>
            </a:extLst>
          </p:cNvPr>
          <p:cNvGrpSpPr/>
          <p:nvPr/>
        </p:nvGrpSpPr>
        <p:grpSpPr>
          <a:xfrm>
            <a:off x="8528560" y="4336839"/>
            <a:ext cx="1438200" cy="473400"/>
            <a:chOff x="8528560" y="4336839"/>
            <a:chExt cx="143820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0884FD9-B8C9-25CC-E7B2-DD2301F197B9}"/>
                    </a:ext>
                  </a:extLst>
                </p14:cNvPr>
                <p14:cNvContentPartPr/>
                <p14:nvPr/>
              </p14:nvContentPartPr>
              <p14:xfrm>
                <a:off x="8528560" y="4564359"/>
                <a:ext cx="303480" cy="964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0884FD9-B8C9-25CC-E7B2-DD2301F197B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524240" y="4560039"/>
                  <a:ext cx="312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599A5C-BCEC-6021-B9D7-DDF500B076A1}"/>
                    </a:ext>
                  </a:extLst>
                </p14:cNvPr>
                <p14:cNvContentPartPr/>
                <p14:nvPr/>
              </p14:nvContentPartPr>
              <p14:xfrm>
                <a:off x="8833120" y="4527279"/>
                <a:ext cx="126000" cy="92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599A5C-BCEC-6021-B9D7-DDF500B076A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28800" y="4522959"/>
                  <a:ext cx="134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A206C8F-E689-1E7B-FA84-3291139362CD}"/>
                    </a:ext>
                  </a:extLst>
                </p14:cNvPr>
                <p14:cNvContentPartPr/>
                <p14:nvPr/>
              </p14:nvContentPartPr>
              <p14:xfrm>
                <a:off x="9009160" y="4497039"/>
                <a:ext cx="83880" cy="1101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A206C8F-E689-1E7B-FA84-3291139362C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004840" y="4492719"/>
                  <a:ext cx="92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003EF6C-B720-F4D9-E726-8248A84B78EA}"/>
                    </a:ext>
                  </a:extLst>
                </p14:cNvPr>
                <p14:cNvContentPartPr/>
                <p14:nvPr/>
              </p14:nvContentPartPr>
              <p14:xfrm>
                <a:off x="9021040" y="4505319"/>
                <a:ext cx="78480" cy="957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003EF6C-B720-F4D9-E726-8248A84B78E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016720" y="4500999"/>
                  <a:ext cx="87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4892BB2-E39F-CC03-E4A2-24D018159854}"/>
                    </a:ext>
                  </a:extLst>
                </p14:cNvPr>
                <p14:cNvContentPartPr/>
                <p14:nvPr/>
              </p14:nvContentPartPr>
              <p14:xfrm>
                <a:off x="9198880" y="4561839"/>
                <a:ext cx="104040" cy="64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4892BB2-E39F-CC03-E4A2-24D01815985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194560" y="4557519"/>
                  <a:ext cx="1126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ECD76C4-0AC5-1A67-DA4B-EE11B3DF0CA8}"/>
                    </a:ext>
                  </a:extLst>
                </p14:cNvPr>
                <p14:cNvContentPartPr/>
                <p14:nvPr/>
              </p14:nvContentPartPr>
              <p14:xfrm>
                <a:off x="9396880" y="4336839"/>
                <a:ext cx="101880" cy="2977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ECD76C4-0AC5-1A67-DA4B-EE11B3DF0CA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392560" y="4332519"/>
                  <a:ext cx="1105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A3D5AF4-B3D2-E226-1016-C196A1C7EFB3}"/>
                    </a:ext>
                  </a:extLst>
                </p14:cNvPr>
                <p14:cNvContentPartPr/>
                <p14:nvPr/>
              </p14:nvContentPartPr>
              <p14:xfrm>
                <a:off x="9552040" y="4531599"/>
                <a:ext cx="134640" cy="83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A3D5AF4-B3D2-E226-1016-C196A1C7EFB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547720" y="4527279"/>
                  <a:ext cx="1432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3F1914B-F681-A913-5D83-0A5EF88B4A7D}"/>
                    </a:ext>
                  </a:extLst>
                </p14:cNvPr>
                <p14:cNvContentPartPr/>
                <p14:nvPr/>
              </p14:nvContentPartPr>
              <p14:xfrm>
                <a:off x="9708280" y="4530879"/>
                <a:ext cx="101880" cy="802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3F1914B-F681-A913-5D83-0A5EF88B4A7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703960" y="4526559"/>
                  <a:ext cx="110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6B7E25F-F8C7-7DAA-9460-8DC6494669AD}"/>
                    </a:ext>
                  </a:extLst>
                </p14:cNvPr>
                <p14:cNvContentPartPr/>
                <p14:nvPr/>
              </p14:nvContentPartPr>
              <p14:xfrm>
                <a:off x="9836800" y="4549599"/>
                <a:ext cx="65880" cy="2606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6B7E25F-F8C7-7DAA-9460-8DC6494669A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832480" y="4545279"/>
                  <a:ext cx="74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03958D6-4575-5E7A-0C3E-49126B9971D6}"/>
                    </a:ext>
                  </a:extLst>
                </p14:cNvPr>
                <p14:cNvContentPartPr/>
                <p14:nvPr/>
              </p14:nvContentPartPr>
              <p14:xfrm>
                <a:off x="9861640" y="4497399"/>
                <a:ext cx="105120" cy="1083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03958D6-4575-5E7A-0C3E-49126B9971D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857320" y="4493079"/>
                  <a:ext cx="11376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7B6656A2-F2E7-3712-0421-390B543D24A0}"/>
              </a:ext>
            </a:extLst>
          </p:cNvPr>
          <p:cNvGrpSpPr/>
          <p:nvPr/>
        </p:nvGrpSpPr>
        <p:grpSpPr>
          <a:xfrm>
            <a:off x="1901320" y="4965039"/>
            <a:ext cx="590400" cy="372600"/>
            <a:chOff x="1901320" y="4965039"/>
            <a:chExt cx="59040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B795C78-A0B6-194A-B8E1-B88878861B52}"/>
                    </a:ext>
                  </a:extLst>
                </p14:cNvPr>
                <p14:cNvContentPartPr/>
                <p14:nvPr/>
              </p14:nvContentPartPr>
              <p14:xfrm>
                <a:off x="1901320" y="4965039"/>
                <a:ext cx="279720" cy="3726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B795C78-A0B6-194A-B8E1-B88878861B5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897000" y="4960719"/>
                  <a:ext cx="2883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E7F0175-F1E8-5258-D447-252B271604F9}"/>
                    </a:ext>
                  </a:extLst>
                </p14:cNvPr>
                <p14:cNvContentPartPr/>
                <p14:nvPr/>
              </p14:nvContentPartPr>
              <p14:xfrm>
                <a:off x="2168440" y="5174199"/>
                <a:ext cx="66240" cy="1562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E7F0175-F1E8-5258-D447-252B271604F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164120" y="5169879"/>
                  <a:ext cx="74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CBECD99-EE7E-2566-E9DF-9201D74CF6DD}"/>
                    </a:ext>
                  </a:extLst>
                </p14:cNvPr>
                <p14:cNvContentPartPr/>
                <p14:nvPr/>
              </p14:nvContentPartPr>
              <p14:xfrm>
                <a:off x="2334040" y="5165919"/>
                <a:ext cx="157680" cy="1072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CBECD99-EE7E-2566-E9DF-9201D74CF6D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329720" y="5161599"/>
                  <a:ext cx="16632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AE7E9FBD-7E5E-7191-A981-F5E1DC2B99B3}"/>
              </a:ext>
            </a:extLst>
          </p:cNvPr>
          <p:cNvGrpSpPr/>
          <p:nvPr/>
        </p:nvGrpSpPr>
        <p:grpSpPr>
          <a:xfrm>
            <a:off x="2669920" y="5456079"/>
            <a:ext cx="931320" cy="384120"/>
            <a:chOff x="2669920" y="5456079"/>
            <a:chExt cx="93132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294F1D3-E515-E30F-AC9D-2B8CF2C3003F}"/>
                    </a:ext>
                  </a:extLst>
                </p14:cNvPr>
                <p14:cNvContentPartPr/>
                <p14:nvPr/>
              </p14:nvContentPartPr>
              <p14:xfrm>
                <a:off x="2669920" y="5548239"/>
                <a:ext cx="140040" cy="1501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294F1D3-E515-E30F-AC9D-2B8CF2C3003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665600" y="5543919"/>
                  <a:ext cx="148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962FCAA-4C54-3215-33FD-7F2F33BCCDB3}"/>
                    </a:ext>
                  </a:extLst>
                </p14:cNvPr>
                <p14:cNvContentPartPr/>
                <p14:nvPr/>
              </p14:nvContentPartPr>
              <p14:xfrm>
                <a:off x="2911120" y="5483799"/>
                <a:ext cx="448920" cy="1558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962FCAA-4C54-3215-33FD-7F2F33BCCDB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906800" y="5479479"/>
                  <a:ext cx="457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4035CBD-4547-200E-F7C9-8CA9124BE742}"/>
                    </a:ext>
                  </a:extLst>
                </p14:cNvPr>
                <p14:cNvContentPartPr/>
                <p14:nvPr/>
              </p14:nvContentPartPr>
              <p14:xfrm>
                <a:off x="3376240" y="5534919"/>
                <a:ext cx="69480" cy="3052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4035CBD-4547-200E-F7C9-8CA9124BE74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371920" y="5530599"/>
                  <a:ext cx="78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83D6691-D500-60D8-4B1E-1A3B62587721}"/>
                    </a:ext>
                  </a:extLst>
                </p14:cNvPr>
                <p14:cNvContentPartPr/>
                <p14:nvPr/>
              </p14:nvContentPartPr>
              <p14:xfrm>
                <a:off x="3478480" y="5456079"/>
                <a:ext cx="122760" cy="118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83D6691-D500-60D8-4B1E-1A3B6258772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474160" y="5451759"/>
                  <a:ext cx="131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94BA222-56DF-E339-0FA1-21AF8D80C604}"/>
                    </a:ext>
                  </a:extLst>
                </p14:cNvPr>
                <p14:cNvContentPartPr/>
                <p14:nvPr/>
              </p14:nvContentPartPr>
              <p14:xfrm>
                <a:off x="2827960" y="5555799"/>
                <a:ext cx="85320" cy="878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94BA222-56DF-E339-0FA1-21AF8D80C60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823640" y="5551479"/>
                  <a:ext cx="9396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34653F3B-1B08-973D-6247-A4B3EB01F537}"/>
              </a:ext>
            </a:extLst>
          </p:cNvPr>
          <p:cNvGrpSpPr/>
          <p:nvPr/>
        </p:nvGrpSpPr>
        <p:grpSpPr>
          <a:xfrm>
            <a:off x="3789520" y="5192559"/>
            <a:ext cx="2167560" cy="498600"/>
            <a:chOff x="3789520" y="5192559"/>
            <a:chExt cx="2167560" cy="4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717C57F-2DF5-BCC0-D102-658E9186D828}"/>
                    </a:ext>
                  </a:extLst>
                </p14:cNvPr>
                <p14:cNvContentPartPr/>
                <p14:nvPr/>
              </p14:nvContentPartPr>
              <p14:xfrm>
                <a:off x="3789520" y="5269959"/>
                <a:ext cx="210960" cy="4212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717C57F-2DF5-BCC0-D102-658E9186D82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785200" y="5265639"/>
                  <a:ext cx="2196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BE3BCC9-AF27-C73B-CFE9-5A27291B22C3}"/>
                    </a:ext>
                  </a:extLst>
                </p14:cNvPr>
                <p14:cNvContentPartPr/>
                <p14:nvPr/>
              </p14:nvContentPartPr>
              <p14:xfrm>
                <a:off x="4137640" y="5245839"/>
                <a:ext cx="330840" cy="3481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BE3BCC9-AF27-C73B-CFE9-5A27291B22C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133320" y="5241519"/>
                  <a:ext cx="3394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724267C-C2F0-2C6B-2543-50E9AC591614}"/>
                    </a:ext>
                  </a:extLst>
                </p14:cNvPr>
                <p14:cNvContentPartPr/>
                <p14:nvPr/>
              </p14:nvContentPartPr>
              <p14:xfrm>
                <a:off x="4445800" y="5455719"/>
                <a:ext cx="158400" cy="1126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724267C-C2F0-2C6B-2543-50E9AC59161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441480" y="5451399"/>
                  <a:ext cx="167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7D80BB0-EE1E-84EB-23BA-A14402CA9FAA}"/>
                    </a:ext>
                  </a:extLst>
                </p14:cNvPr>
                <p14:cNvContentPartPr/>
                <p14:nvPr/>
              </p14:nvContentPartPr>
              <p14:xfrm>
                <a:off x="4667560" y="5248719"/>
                <a:ext cx="155520" cy="3283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7D80BB0-EE1E-84EB-23BA-A14402CA9FA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663240" y="5244399"/>
                  <a:ext cx="1641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7E114D9-3376-7B82-2BC9-E8C04F449C51}"/>
                    </a:ext>
                  </a:extLst>
                </p14:cNvPr>
                <p14:cNvContentPartPr/>
                <p14:nvPr/>
              </p14:nvContentPartPr>
              <p14:xfrm>
                <a:off x="4688800" y="5421879"/>
                <a:ext cx="316440" cy="96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7E114D9-3376-7B82-2BC9-E8C04F449C51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684480" y="5417559"/>
                  <a:ext cx="325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05414732-F744-A4E8-CA42-66D8F7387551}"/>
                    </a:ext>
                  </a:extLst>
                </p14:cNvPr>
                <p14:cNvContentPartPr/>
                <p14:nvPr/>
              </p14:nvContentPartPr>
              <p14:xfrm>
                <a:off x="5073280" y="5208399"/>
                <a:ext cx="260640" cy="3384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05414732-F744-A4E8-CA42-66D8F738755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068960" y="5204079"/>
                  <a:ext cx="2692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653DCB99-B204-4D59-3566-3664008098BF}"/>
                    </a:ext>
                  </a:extLst>
                </p14:cNvPr>
                <p14:cNvContentPartPr/>
                <p14:nvPr/>
              </p14:nvContentPartPr>
              <p14:xfrm>
                <a:off x="5342560" y="5355639"/>
                <a:ext cx="143280" cy="871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653DCB99-B204-4D59-3566-3664008098B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338240" y="5351319"/>
                  <a:ext cx="151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C02451C-7920-0501-0FB5-36A0E56544AE}"/>
                    </a:ext>
                  </a:extLst>
                </p14:cNvPr>
                <p14:cNvContentPartPr/>
                <p14:nvPr/>
              </p14:nvContentPartPr>
              <p14:xfrm>
                <a:off x="5474320" y="5247279"/>
                <a:ext cx="41760" cy="162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C02451C-7920-0501-0FB5-36A0E56544AE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470000" y="5242959"/>
                  <a:ext cx="50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F6FC500-1F63-1B01-8924-9607504CD109}"/>
                    </a:ext>
                  </a:extLst>
                </p14:cNvPr>
                <p14:cNvContentPartPr/>
                <p14:nvPr/>
              </p14:nvContentPartPr>
              <p14:xfrm>
                <a:off x="5560000" y="5192559"/>
                <a:ext cx="222120" cy="2480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F6FC500-1F63-1B01-8924-9607504CD10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555680" y="5188239"/>
                  <a:ext cx="230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6244DB8-BF3D-067D-B518-CBACE99639DD}"/>
                    </a:ext>
                  </a:extLst>
                </p14:cNvPr>
                <p14:cNvContentPartPr/>
                <p14:nvPr/>
              </p14:nvContentPartPr>
              <p14:xfrm>
                <a:off x="5833960" y="5427999"/>
                <a:ext cx="123120" cy="1155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6244DB8-BF3D-067D-B518-CBACE99639D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829640" y="5423679"/>
                  <a:ext cx="13176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C85C1855-1D87-FEB4-732C-6E08EF90A491}"/>
              </a:ext>
            </a:extLst>
          </p:cNvPr>
          <p:cNvGrpSpPr/>
          <p:nvPr/>
        </p:nvGrpSpPr>
        <p:grpSpPr>
          <a:xfrm>
            <a:off x="6277480" y="5062959"/>
            <a:ext cx="2198160" cy="759600"/>
            <a:chOff x="6277480" y="5062959"/>
            <a:chExt cx="2198160" cy="75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B38F676-1D36-00D3-C662-4A3B53531AF1}"/>
                    </a:ext>
                  </a:extLst>
                </p14:cNvPr>
                <p14:cNvContentPartPr/>
                <p14:nvPr/>
              </p14:nvContentPartPr>
              <p14:xfrm>
                <a:off x="6277480" y="5118039"/>
                <a:ext cx="308880" cy="3038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B38F676-1D36-00D3-C662-4A3B53531AF1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273160" y="5113719"/>
                  <a:ext cx="317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E2ED40D-1C7F-929E-C840-6ABBA1D39AFF}"/>
                    </a:ext>
                  </a:extLst>
                </p14:cNvPr>
                <p14:cNvContentPartPr/>
                <p14:nvPr/>
              </p14:nvContentPartPr>
              <p14:xfrm>
                <a:off x="6564040" y="5320359"/>
                <a:ext cx="226800" cy="1080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E2ED40D-1C7F-929E-C840-6ABBA1D39AF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559720" y="5316039"/>
                  <a:ext cx="235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710FCC0-5700-62C5-8C3D-FBDAAF8D4DFA}"/>
                    </a:ext>
                  </a:extLst>
                </p14:cNvPr>
                <p14:cNvContentPartPr/>
                <p14:nvPr/>
              </p14:nvContentPartPr>
              <p14:xfrm>
                <a:off x="6892360" y="5136759"/>
                <a:ext cx="66600" cy="241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710FCC0-5700-62C5-8C3D-FBDAAF8D4DFA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888040" y="5132439"/>
                  <a:ext cx="75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BA2E5E7C-EC7B-BAF8-4F67-10D5061FDCD0}"/>
                    </a:ext>
                  </a:extLst>
                </p14:cNvPr>
                <p14:cNvContentPartPr/>
                <p14:nvPr/>
              </p14:nvContentPartPr>
              <p14:xfrm>
                <a:off x="6832600" y="5249439"/>
                <a:ext cx="342720" cy="1278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BA2E5E7C-EC7B-BAF8-4F67-10D5061FDCD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828280" y="5245119"/>
                  <a:ext cx="351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35B4997-DFCC-676E-BE25-F5A6E97B6602}"/>
                    </a:ext>
                  </a:extLst>
                </p14:cNvPr>
                <p14:cNvContentPartPr/>
                <p14:nvPr/>
              </p14:nvContentPartPr>
              <p14:xfrm>
                <a:off x="7304560" y="5096439"/>
                <a:ext cx="282600" cy="289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35B4997-DFCC-676E-BE25-F5A6E97B660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300240" y="5092119"/>
                  <a:ext cx="291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6AC460E-33CA-DA33-D4E9-52A69D0E23CC}"/>
                    </a:ext>
                  </a:extLst>
                </p14:cNvPr>
                <p14:cNvContentPartPr/>
                <p14:nvPr/>
              </p14:nvContentPartPr>
              <p14:xfrm>
                <a:off x="7477720" y="5247279"/>
                <a:ext cx="209520" cy="3074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6AC460E-33CA-DA33-D4E9-52A69D0E23C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473400" y="5242959"/>
                  <a:ext cx="2181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8B3E9BE-366A-341D-A559-0A128BFF9749}"/>
                    </a:ext>
                  </a:extLst>
                </p14:cNvPr>
                <p14:cNvContentPartPr/>
                <p14:nvPr/>
              </p14:nvContentPartPr>
              <p14:xfrm>
                <a:off x="7701280" y="5172039"/>
                <a:ext cx="25920" cy="39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8B3E9BE-366A-341D-A559-0A128BFF9749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696960" y="5167719"/>
                  <a:ext cx="34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2627168-FAF9-7750-2D98-A31DFFA613CB}"/>
                    </a:ext>
                  </a:extLst>
                </p14:cNvPr>
                <p14:cNvContentPartPr/>
                <p14:nvPr/>
              </p14:nvContentPartPr>
              <p14:xfrm>
                <a:off x="7831600" y="5062959"/>
                <a:ext cx="224640" cy="3358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2627168-FAF9-7750-2D98-A31DFFA613C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827280" y="5058639"/>
                  <a:ext cx="2332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5345E7D-8CAD-5C9C-1648-981DF3A03712}"/>
                    </a:ext>
                  </a:extLst>
                </p14:cNvPr>
                <p14:cNvContentPartPr/>
                <p14:nvPr/>
              </p14:nvContentPartPr>
              <p14:xfrm>
                <a:off x="8171080" y="5121639"/>
                <a:ext cx="159840" cy="4154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5345E7D-8CAD-5C9C-1648-981DF3A03712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166760" y="5117319"/>
                  <a:ext cx="16848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67CA255-7DB6-0A93-26E0-74DB68337723}"/>
                    </a:ext>
                  </a:extLst>
                </p14:cNvPr>
                <p14:cNvContentPartPr/>
                <p14:nvPr/>
              </p14:nvContentPartPr>
              <p14:xfrm>
                <a:off x="8471680" y="5361039"/>
                <a:ext cx="3960" cy="115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67CA255-7DB6-0A93-26E0-74DB68337723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467360" y="5356719"/>
                  <a:ext cx="12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2E6E48F-C067-0EE7-30AE-A3E2223562F2}"/>
                    </a:ext>
                  </a:extLst>
                </p14:cNvPr>
                <p14:cNvContentPartPr/>
                <p14:nvPr/>
              </p14:nvContentPartPr>
              <p14:xfrm>
                <a:off x="8143720" y="5543919"/>
                <a:ext cx="269640" cy="2786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2E6E48F-C067-0EE7-30AE-A3E2223562F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139400" y="5539599"/>
                  <a:ext cx="278280" cy="28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57D2AF29-E84B-24FF-34DA-B5E899DB931E}"/>
                  </a:ext>
                </a:extLst>
              </p14:cNvPr>
              <p14:cNvContentPartPr/>
              <p14:nvPr/>
            </p14:nvContentPartPr>
            <p14:xfrm>
              <a:off x="3159947" y="2195720"/>
              <a:ext cx="210240" cy="12960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57D2AF29-E84B-24FF-34DA-B5E899DB931E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3155627" y="2191400"/>
                <a:ext cx="2188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FEAA2D5B-1A38-F697-B6A1-8D5932C5055F}"/>
                  </a:ext>
                </a:extLst>
              </p14:cNvPr>
              <p14:cNvContentPartPr/>
              <p14:nvPr/>
            </p14:nvContentPartPr>
            <p14:xfrm>
              <a:off x="3479987" y="2056760"/>
              <a:ext cx="226800" cy="25344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FEAA2D5B-1A38-F697-B6A1-8D5932C5055F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475667" y="2052440"/>
                <a:ext cx="2354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CC8D514B-FAB7-1E7D-45DE-B78C6A01332D}"/>
                  </a:ext>
                </a:extLst>
              </p14:cNvPr>
              <p14:cNvContentPartPr/>
              <p14:nvPr/>
            </p14:nvContentPartPr>
            <p14:xfrm>
              <a:off x="4152467" y="1902680"/>
              <a:ext cx="217080" cy="40464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CC8D514B-FAB7-1E7D-45DE-B78C6A01332D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4148147" y="1898360"/>
                <a:ext cx="22572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D0D69823-C993-53B5-AB31-4FAD2C7ACF44}"/>
                  </a:ext>
                </a:extLst>
              </p14:cNvPr>
              <p14:cNvContentPartPr/>
              <p14:nvPr/>
            </p14:nvContentPartPr>
            <p14:xfrm>
              <a:off x="521507" y="6470000"/>
              <a:ext cx="217080" cy="36756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D0D69823-C993-53B5-AB31-4FAD2C7ACF44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517187" y="6465680"/>
                <a:ext cx="225720" cy="37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0" name="Group 339">
            <a:extLst>
              <a:ext uri="{FF2B5EF4-FFF2-40B4-BE49-F238E27FC236}">
                <a16:creationId xmlns:a16="http://schemas.microsoft.com/office/drawing/2014/main" id="{8CA8EF47-4B0C-E47B-37F8-08ADEEB6FE35}"/>
              </a:ext>
            </a:extLst>
          </p:cNvPr>
          <p:cNvGrpSpPr/>
          <p:nvPr/>
        </p:nvGrpSpPr>
        <p:grpSpPr>
          <a:xfrm>
            <a:off x="855587" y="2155760"/>
            <a:ext cx="2241720" cy="803880"/>
            <a:chOff x="855587" y="2155760"/>
            <a:chExt cx="224172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BA95CD3-9491-ECC2-1C61-845A6A9878B2}"/>
                    </a:ext>
                  </a:extLst>
                </p14:cNvPr>
                <p14:cNvContentPartPr/>
                <p14:nvPr/>
              </p14:nvContentPartPr>
              <p14:xfrm>
                <a:off x="855587" y="2161520"/>
                <a:ext cx="766440" cy="361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BA95CD3-9491-ECC2-1C61-845A6A9878B2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51267" y="2157200"/>
                  <a:ext cx="7750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17D3586-5935-3A0F-0ED4-6F866AF6893C}"/>
                    </a:ext>
                  </a:extLst>
                </p14:cNvPr>
                <p14:cNvContentPartPr/>
                <p14:nvPr/>
              </p14:nvContentPartPr>
              <p14:xfrm>
                <a:off x="1696187" y="2378600"/>
                <a:ext cx="19800" cy="561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17D3586-5935-3A0F-0ED4-6F866AF6893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691867" y="2374280"/>
                  <a:ext cx="28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3BD1E9D-0C5F-8746-A1C3-DB7C74E20DA0}"/>
                    </a:ext>
                  </a:extLst>
                </p14:cNvPr>
                <p14:cNvContentPartPr/>
                <p14:nvPr/>
              </p14:nvContentPartPr>
              <p14:xfrm>
                <a:off x="1715987" y="2255840"/>
                <a:ext cx="43920" cy="9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3BD1E9D-0C5F-8746-A1C3-DB7C74E20DA0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711667" y="2251520"/>
                  <a:ext cx="52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8158D8F-8D4D-7DCF-63D7-DB3E93C83C08}"/>
                    </a:ext>
                  </a:extLst>
                </p14:cNvPr>
                <p14:cNvContentPartPr/>
                <p14:nvPr/>
              </p14:nvContentPartPr>
              <p14:xfrm>
                <a:off x="1854947" y="2168360"/>
                <a:ext cx="103320" cy="2473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8158D8F-8D4D-7DCF-63D7-DB3E93C83C0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850627" y="2164040"/>
                  <a:ext cx="1119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7B2609FD-6681-69B8-FDF3-588C8D92B5F7}"/>
                    </a:ext>
                  </a:extLst>
                </p14:cNvPr>
                <p14:cNvContentPartPr/>
                <p14:nvPr/>
              </p14:nvContentPartPr>
              <p14:xfrm>
                <a:off x="1960427" y="2297960"/>
                <a:ext cx="150840" cy="1026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B2609FD-6681-69B8-FDF3-588C8D92B5F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956107" y="2293640"/>
                  <a:ext cx="1594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5A4D747-4D2F-45A6-CEB4-360CD66848DF}"/>
                    </a:ext>
                  </a:extLst>
                </p14:cNvPr>
                <p14:cNvContentPartPr/>
                <p14:nvPr/>
              </p14:nvContentPartPr>
              <p14:xfrm>
                <a:off x="2207387" y="2155760"/>
                <a:ext cx="190080" cy="3384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5A4D747-4D2F-45A6-CEB4-360CD66848DF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203067" y="2151440"/>
                  <a:ext cx="1987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98B99CE-B2BA-A53D-3935-6CFB54E8AC56}"/>
                    </a:ext>
                  </a:extLst>
                </p14:cNvPr>
                <p14:cNvContentPartPr/>
                <p14:nvPr/>
              </p14:nvContentPartPr>
              <p14:xfrm>
                <a:off x="2424827" y="2300840"/>
                <a:ext cx="166320" cy="2667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98B99CE-B2BA-A53D-3935-6CFB54E8AC56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420507" y="2296520"/>
                  <a:ext cx="174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1CDEF553-9B80-AD20-4E1E-A5DCB7392481}"/>
                    </a:ext>
                  </a:extLst>
                </p14:cNvPr>
                <p14:cNvContentPartPr/>
                <p14:nvPr/>
              </p14:nvContentPartPr>
              <p14:xfrm>
                <a:off x="2503667" y="2178440"/>
                <a:ext cx="29880" cy="230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1CDEF553-9B80-AD20-4E1E-A5DCB739248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499347" y="2174120"/>
                  <a:ext cx="38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8AC059E-C1D3-750C-786D-4B27A9594A20}"/>
                    </a:ext>
                  </a:extLst>
                </p14:cNvPr>
                <p14:cNvContentPartPr/>
                <p14:nvPr/>
              </p14:nvContentPartPr>
              <p14:xfrm>
                <a:off x="2695907" y="2207600"/>
                <a:ext cx="317160" cy="1400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8AC059E-C1D3-750C-786D-4B27A9594A20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2691587" y="2203280"/>
                  <a:ext cx="325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708E26E-2DEF-D7A5-10CD-D40C4CD5788D}"/>
                    </a:ext>
                  </a:extLst>
                </p14:cNvPr>
                <p14:cNvContentPartPr/>
                <p14:nvPr/>
              </p14:nvContentPartPr>
              <p14:xfrm>
                <a:off x="1907147" y="2818880"/>
                <a:ext cx="7920" cy="612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708E26E-2DEF-D7A5-10CD-D40C4CD5788D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902827" y="2814560"/>
                  <a:ext cx="16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AD24CBB-39AD-A0B1-1243-AB943ADCC4B3}"/>
                    </a:ext>
                  </a:extLst>
                </p14:cNvPr>
                <p14:cNvContentPartPr/>
                <p14:nvPr/>
              </p14:nvContentPartPr>
              <p14:xfrm>
                <a:off x="2019827" y="2694680"/>
                <a:ext cx="10800" cy="147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AD24CBB-39AD-A0B1-1243-AB943ADCC4B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015507" y="2690360"/>
                  <a:ext cx="19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A96CA2F-4AD3-333B-7F16-FF1D3690DCC1}"/>
                    </a:ext>
                  </a:extLst>
                </p14:cNvPr>
                <p14:cNvContentPartPr/>
                <p14:nvPr/>
              </p14:nvContentPartPr>
              <p14:xfrm>
                <a:off x="2070587" y="2618000"/>
                <a:ext cx="168120" cy="3416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A96CA2F-4AD3-333B-7F16-FF1D3690DCC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066267" y="2613680"/>
                  <a:ext cx="1767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A539288-60FC-C559-3CEC-7A2F15EFDAC4}"/>
                    </a:ext>
                  </a:extLst>
                </p14:cNvPr>
                <p14:cNvContentPartPr/>
                <p14:nvPr/>
              </p14:nvContentPartPr>
              <p14:xfrm>
                <a:off x="2023787" y="2800520"/>
                <a:ext cx="164520" cy="320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A539288-60FC-C559-3CEC-7A2F15EFDAC4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019467" y="2796200"/>
                  <a:ext cx="173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7C0B55A9-F6CB-B37C-2985-F82342CF4122}"/>
                    </a:ext>
                  </a:extLst>
                </p14:cNvPr>
                <p14:cNvContentPartPr/>
                <p14:nvPr/>
              </p14:nvContentPartPr>
              <p14:xfrm>
                <a:off x="2420147" y="2565800"/>
                <a:ext cx="184680" cy="2530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7C0B55A9-F6CB-B37C-2985-F82342CF4122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415827" y="2561480"/>
                  <a:ext cx="193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12E7290-D471-C7DD-C1DA-C8AEB0C2E16F}"/>
                    </a:ext>
                  </a:extLst>
                </p14:cNvPr>
                <p14:cNvContentPartPr/>
                <p14:nvPr/>
              </p14:nvContentPartPr>
              <p14:xfrm>
                <a:off x="2548307" y="2676320"/>
                <a:ext cx="146160" cy="1879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12E7290-D471-C7DD-C1DA-C8AEB0C2E16F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543987" y="2672000"/>
                  <a:ext cx="154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EA13F0C-BC57-197E-428F-5534A94CC126}"/>
                    </a:ext>
                  </a:extLst>
                </p14:cNvPr>
                <p14:cNvContentPartPr/>
                <p14:nvPr/>
              </p14:nvContentPartPr>
              <p14:xfrm>
                <a:off x="2697347" y="2572640"/>
                <a:ext cx="8640" cy="205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EA13F0C-BC57-197E-428F-5534A94CC126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693027" y="2568320"/>
                  <a:ext cx="17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19BAEA9-60CE-2463-4387-3DC2B0B5B976}"/>
                    </a:ext>
                  </a:extLst>
                </p14:cNvPr>
                <p14:cNvContentPartPr/>
                <p14:nvPr/>
              </p14:nvContentPartPr>
              <p14:xfrm>
                <a:off x="2876267" y="2598920"/>
                <a:ext cx="19080" cy="1360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19BAEA9-60CE-2463-4387-3DC2B0B5B976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871947" y="2594600"/>
                  <a:ext cx="277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3EA6B0E0-2D03-0FE7-E66C-45AA055802B2}"/>
                    </a:ext>
                  </a:extLst>
                </p14:cNvPr>
                <p14:cNvContentPartPr/>
                <p14:nvPr/>
              </p14:nvContentPartPr>
              <p14:xfrm>
                <a:off x="2823707" y="2656160"/>
                <a:ext cx="110160" cy="133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3EA6B0E0-2D03-0FE7-E66C-45AA055802B2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819387" y="2651840"/>
                  <a:ext cx="118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8EC88A45-EBB5-B9C2-5861-794C38E85717}"/>
                    </a:ext>
                  </a:extLst>
                </p14:cNvPr>
                <p14:cNvContentPartPr/>
                <p14:nvPr/>
              </p14:nvContentPartPr>
              <p14:xfrm>
                <a:off x="3072107" y="2550680"/>
                <a:ext cx="25200" cy="1357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8EC88A45-EBB5-B9C2-5861-794C38E8571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067787" y="2546360"/>
                  <a:ext cx="3384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8AA14B35-EF03-462A-87B9-7F18890DD65F}"/>
                  </a:ext>
                </a:extLst>
              </p14:cNvPr>
              <p14:cNvContentPartPr/>
              <p14:nvPr/>
            </p14:nvContentPartPr>
            <p14:xfrm>
              <a:off x="3303227" y="2532680"/>
              <a:ext cx="268200" cy="11844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8AA14B35-EF03-462A-87B9-7F18890DD65F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3298907" y="2528360"/>
                <a:ext cx="2768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0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B04F7EFE-68DC-892C-8AEE-2752E523714F}"/>
                  </a:ext>
                </a:extLst>
              </p14:cNvPr>
              <p14:cNvContentPartPr/>
              <p14:nvPr/>
            </p14:nvContentPartPr>
            <p14:xfrm>
              <a:off x="3768707" y="2505680"/>
              <a:ext cx="142560" cy="11376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B04F7EFE-68DC-892C-8AEE-2752E523714F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3764387" y="2501360"/>
                <a:ext cx="1512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2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439DE2D4-C4E8-934F-EDC4-0541D3634DEE}"/>
                  </a:ext>
                </a:extLst>
              </p14:cNvPr>
              <p14:cNvContentPartPr/>
              <p14:nvPr/>
            </p14:nvContentPartPr>
            <p14:xfrm>
              <a:off x="3954827" y="2377520"/>
              <a:ext cx="104760" cy="23184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439DE2D4-C4E8-934F-EDC4-0541D3634DEE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3950507" y="2373200"/>
                <a:ext cx="11340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4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6EDF2B3F-3CF5-FDE4-7EE3-60AE180CCF6C}"/>
                  </a:ext>
                </a:extLst>
              </p14:cNvPr>
              <p14:cNvContentPartPr/>
              <p14:nvPr/>
            </p14:nvContentPartPr>
            <p14:xfrm>
              <a:off x="4446947" y="2314160"/>
              <a:ext cx="103680" cy="29952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6EDF2B3F-3CF5-FDE4-7EE3-60AE180CCF6C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4442627" y="2309840"/>
                <a:ext cx="1123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6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97CBE41C-92F0-E337-FB64-0B32AD6BE6F5}"/>
                  </a:ext>
                </a:extLst>
              </p14:cNvPr>
              <p14:cNvContentPartPr/>
              <p14:nvPr/>
            </p14:nvContentPartPr>
            <p14:xfrm>
              <a:off x="1939187" y="3808880"/>
              <a:ext cx="132480" cy="26820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97CBE41C-92F0-E337-FB64-0B32AD6BE6F5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1934867" y="3804560"/>
                <a:ext cx="141120" cy="27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0" name="Group 359">
            <a:extLst>
              <a:ext uri="{FF2B5EF4-FFF2-40B4-BE49-F238E27FC236}">
                <a16:creationId xmlns:a16="http://schemas.microsoft.com/office/drawing/2014/main" id="{0D2FA2B1-AF66-AD92-B92E-55AF042C5D72}"/>
              </a:ext>
            </a:extLst>
          </p:cNvPr>
          <p:cNvGrpSpPr/>
          <p:nvPr/>
        </p:nvGrpSpPr>
        <p:grpSpPr>
          <a:xfrm>
            <a:off x="3239147" y="3304880"/>
            <a:ext cx="199800" cy="303480"/>
            <a:chOff x="3239147" y="3304880"/>
            <a:chExt cx="19980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6E2CC9A-B33F-EB53-C567-10645A7EA7E3}"/>
                    </a:ext>
                  </a:extLst>
                </p14:cNvPr>
                <p14:cNvContentPartPr/>
                <p14:nvPr/>
              </p14:nvContentPartPr>
              <p14:xfrm>
                <a:off x="3239147" y="3411800"/>
                <a:ext cx="148680" cy="1965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6E2CC9A-B33F-EB53-C567-10645A7EA7E3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234827" y="3407480"/>
                  <a:ext cx="157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646E016-0C28-5E74-A561-F89E7EF957AA}"/>
                    </a:ext>
                  </a:extLst>
                </p14:cNvPr>
                <p14:cNvContentPartPr/>
                <p14:nvPr/>
              </p14:nvContentPartPr>
              <p14:xfrm>
                <a:off x="3409067" y="3304880"/>
                <a:ext cx="29880" cy="244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646E016-0C28-5E74-A561-F89E7EF957A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404747" y="3300560"/>
                  <a:ext cx="385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DF7E9621-A0D6-256B-24D7-F2D6BD9C0A5B}"/>
              </a:ext>
            </a:extLst>
          </p:cNvPr>
          <p:cNvGrpSpPr/>
          <p:nvPr/>
        </p:nvGrpSpPr>
        <p:grpSpPr>
          <a:xfrm>
            <a:off x="3629747" y="3333320"/>
            <a:ext cx="483840" cy="319680"/>
            <a:chOff x="3629747" y="3333320"/>
            <a:chExt cx="48384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28CA95B-B97D-7955-3DDA-75DA2D80B8E9}"/>
                    </a:ext>
                  </a:extLst>
                </p14:cNvPr>
                <p14:cNvContentPartPr/>
                <p14:nvPr/>
              </p14:nvContentPartPr>
              <p14:xfrm>
                <a:off x="3629747" y="3395240"/>
                <a:ext cx="148680" cy="3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D28CA95B-B97D-7955-3DDA-75DA2D80B8E9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625427" y="3390920"/>
                  <a:ext cx="1573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F1B58C3-FC07-BBC8-2601-43AD20E72572}"/>
                    </a:ext>
                  </a:extLst>
                </p14:cNvPr>
                <p14:cNvContentPartPr/>
                <p14:nvPr/>
              </p14:nvContentPartPr>
              <p14:xfrm>
                <a:off x="3668627" y="3434840"/>
                <a:ext cx="145440" cy="50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F1B58C3-FC07-BBC8-2601-43AD20E7257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664307" y="3430520"/>
                  <a:ext cx="1540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E2F6CE89-6A9A-49CF-611E-C97F3CFB2299}"/>
                    </a:ext>
                  </a:extLst>
                </p14:cNvPr>
                <p14:cNvContentPartPr/>
                <p14:nvPr/>
              </p14:nvContentPartPr>
              <p14:xfrm>
                <a:off x="3932867" y="3405680"/>
                <a:ext cx="180720" cy="2473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E2F6CE89-6A9A-49CF-611E-C97F3CFB229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928547" y="3401360"/>
                  <a:ext cx="189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93B1D77-34AE-D008-95DA-97C9B986F26D}"/>
                    </a:ext>
                  </a:extLst>
                </p14:cNvPr>
                <p14:cNvContentPartPr/>
                <p14:nvPr/>
              </p14:nvContentPartPr>
              <p14:xfrm>
                <a:off x="4036187" y="3333320"/>
                <a:ext cx="23040" cy="169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93B1D77-34AE-D008-95DA-97C9B986F26D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031867" y="3329000"/>
                  <a:ext cx="316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CEE0CC00-439D-B784-6633-2E98D80CAD36}"/>
              </a:ext>
            </a:extLst>
          </p:cNvPr>
          <p:cNvGrpSpPr/>
          <p:nvPr/>
        </p:nvGrpSpPr>
        <p:grpSpPr>
          <a:xfrm>
            <a:off x="4290347" y="3357440"/>
            <a:ext cx="226080" cy="92880"/>
            <a:chOff x="4290347" y="3357440"/>
            <a:chExt cx="226080" cy="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DA0F6C2B-638A-F481-0550-1F0B6CEFBD73}"/>
                    </a:ext>
                  </a:extLst>
                </p14:cNvPr>
                <p14:cNvContentPartPr/>
                <p14:nvPr/>
              </p14:nvContentPartPr>
              <p14:xfrm>
                <a:off x="4379267" y="3357440"/>
                <a:ext cx="6480" cy="92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DA0F6C2B-638A-F481-0550-1F0B6CEFBD73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374947" y="3353120"/>
                  <a:ext cx="151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5DA3C6BC-446A-97A5-AC13-5D1E7B1524A6}"/>
                    </a:ext>
                  </a:extLst>
                </p14:cNvPr>
                <p14:cNvContentPartPr/>
                <p14:nvPr/>
              </p14:nvContentPartPr>
              <p14:xfrm>
                <a:off x="4290347" y="3392000"/>
                <a:ext cx="226080" cy="259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5DA3C6BC-446A-97A5-AC13-5D1E7B1524A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286027" y="3387680"/>
                  <a:ext cx="2347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C884BA87-86AD-CA81-436A-22ED1AFFC3E4}"/>
              </a:ext>
            </a:extLst>
          </p:cNvPr>
          <p:cNvGrpSpPr/>
          <p:nvPr/>
        </p:nvGrpSpPr>
        <p:grpSpPr>
          <a:xfrm>
            <a:off x="4685627" y="3280760"/>
            <a:ext cx="201960" cy="385560"/>
            <a:chOff x="4685627" y="3280760"/>
            <a:chExt cx="20196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C67F686-6C49-52D7-9117-25DBA9EF41C4}"/>
                    </a:ext>
                  </a:extLst>
                </p14:cNvPr>
                <p14:cNvContentPartPr/>
                <p14:nvPr/>
              </p14:nvContentPartPr>
              <p14:xfrm>
                <a:off x="4686347" y="3280760"/>
                <a:ext cx="17640" cy="1555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C67F686-6C49-52D7-9117-25DBA9EF41C4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4682027" y="3276440"/>
                  <a:ext cx="26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E4E040E7-CF32-D16A-895D-F55A04A6D5B8}"/>
                    </a:ext>
                  </a:extLst>
                </p14:cNvPr>
                <p14:cNvContentPartPr/>
                <p14:nvPr/>
              </p14:nvContentPartPr>
              <p14:xfrm>
                <a:off x="4874267" y="3341600"/>
                <a:ext cx="7920" cy="280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E4E040E7-CF32-D16A-895D-F55A04A6D5B8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4869947" y="3337280"/>
                  <a:ext cx="16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3FD99C9C-659E-275D-C65E-0399F568C6BD}"/>
                    </a:ext>
                  </a:extLst>
                </p14:cNvPr>
                <p14:cNvContentPartPr/>
                <p14:nvPr/>
              </p14:nvContentPartPr>
              <p14:xfrm>
                <a:off x="4685627" y="3521600"/>
                <a:ext cx="201960" cy="1447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3FD99C9C-659E-275D-C65E-0399F568C6B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4681307" y="3517280"/>
                  <a:ext cx="21060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87A338D6-827A-2EE1-30FF-76FEBEFC7760}"/>
              </a:ext>
            </a:extLst>
          </p:cNvPr>
          <p:cNvGrpSpPr/>
          <p:nvPr/>
        </p:nvGrpSpPr>
        <p:grpSpPr>
          <a:xfrm>
            <a:off x="3637307" y="6007760"/>
            <a:ext cx="222480" cy="134280"/>
            <a:chOff x="3637307" y="6007760"/>
            <a:chExt cx="22248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3587267-E593-92E4-CE92-7DED5067E9FF}"/>
                    </a:ext>
                  </a:extLst>
                </p14:cNvPr>
                <p14:cNvContentPartPr/>
                <p14:nvPr/>
              </p14:nvContentPartPr>
              <p14:xfrm>
                <a:off x="3720827" y="6007760"/>
                <a:ext cx="21240" cy="1342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3587267-E593-92E4-CE92-7DED5067E9FF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3716507" y="6003440"/>
                  <a:ext cx="29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FDF73AA1-4C1D-6F3D-5D1D-794ADC04F467}"/>
                    </a:ext>
                  </a:extLst>
                </p14:cNvPr>
                <p14:cNvContentPartPr/>
                <p14:nvPr/>
              </p14:nvContentPartPr>
              <p14:xfrm>
                <a:off x="3637307" y="6075080"/>
                <a:ext cx="222480" cy="1224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FDF73AA1-4C1D-6F3D-5D1D-794ADC04F46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3632987" y="6070760"/>
                  <a:ext cx="23112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6595F8B4-3904-5359-D093-A196555E5AE6}"/>
              </a:ext>
            </a:extLst>
          </p:cNvPr>
          <p:cNvGrpSpPr/>
          <p:nvPr/>
        </p:nvGrpSpPr>
        <p:grpSpPr>
          <a:xfrm>
            <a:off x="4246067" y="5887160"/>
            <a:ext cx="410400" cy="514800"/>
            <a:chOff x="4246067" y="5887160"/>
            <a:chExt cx="410400" cy="51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09478EB-9123-1593-60C2-232402FE5856}"/>
                    </a:ext>
                  </a:extLst>
                </p14:cNvPr>
                <p14:cNvContentPartPr/>
                <p14:nvPr/>
              </p14:nvContentPartPr>
              <p14:xfrm>
                <a:off x="4246067" y="5887160"/>
                <a:ext cx="24480" cy="273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09478EB-9123-1593-60C2-232402FE585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4241747" y="5882840"/>
                  <a:ext cx="33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CB33B17-1E0F-1D99-9DCB-B6AC6F04768B}"/>
                    </a:ext>
                  </a:extLst>
                </p14:cNvPr>
                <p14:cNvContentPartPr/>
                <p14:nvPr/>
              </p14:nvContentPartPr>
              <p14:xfrm>
                <a:off x="4629827" y="5946200"/>
                <a:ext cx="20520" cy="554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CB33B17-1E0F-1D99-9DCB-B6AC6F04768B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4625507" y="5941880"/>
                  <a:ext cx="29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35D6C63-615B-EF44-57CF-DCC007B78A16}"/>
                    </a:ext>
                  </a:extLst>
                </p14:cNvPr>
                <p14:cNvContentPartPr/>
                <p14:nvPr/>
              </p14:nvContentPartPr>
              <p14:xfrm>
                <a:off x="4414547" y="6125480"/>
                <a:ext cx="241920" cy="2764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35D6C63-615B-EF44-57CF-DCC007B78A16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410227" y="6121160"/>
                  <a:ext cx="25056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4294CCF5-C060-9ECA-E633-B178C39C42B2}"/>
              </a:ext>
            </a:extLst>
          </p:cNvPr>
          <p:cNvGrpSpPr/>
          <p:nvPr/>
        </p:nvGrpSpPr>
        <p:grpSpPr>
          <a:xfrm>
            <a:off x="5594267" y="5836400"/>
            <a:ext cx="743400" cy="473040"/>
            <a:chOff x="5594267" y="5836400"/>
            <a:chExt cx="74340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D731AC56-1DBA-3567-4E9E-B446DEDA23AC}"/>
                    </a:ext>
                  </a:extLst>
                </p14:cNvPr>
                <p14:cNvContentPartPr/>
                <p14:nvPr/>
              </p14:nvContentPartPr>
              <p14:xfrm>
                <a:off x="5594267" y="5919920"/>
                <a:ext cx="152640" cy="2811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D731AC56-1DBA-3567-4E9E-B446DEDA23A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5589947" y="5915600"/>
                  <a:ext cx="1612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F5C5C49B-3AF6-4128-7455-1C6BFF36EFD2}"/>
                    </a:ext>
                  </a:extLst>
                </p14:cNvPr>
                <p14:cNvContentPartPr/>
                <p14:nvPr/>
              </p14:nvContentPartPr>
              <p14:xfrm>
                <a:off x="5763107" y="5836400"/>
                <a:ext cx="151560" cy="3427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F5C5C49B-3AF6-4128-7455-1C6BFF36EFD2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5758787" y="5832080"/>
                  <a:ext cx="1602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06F5E273-710A-D016-F353-1179C78E8A6A}"/>
                    </a:ext>
                  </a:extLst>
                </p14:cNvPr>
                <p14:cNvContentPartPr/>
                <p14:nvPr/>
              </p14:nvContentPartPr>
              <p14:xfrm>
                <a:off x="6001787" y="6105680"/>
                <a:ext cx="258480" cy="2037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06F5E273-710A-D016-F353-1179C78E8A6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5997467" y="6101360"/>
                  <a:ext cx="267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42E3432-4779-ED2B-3449-BC9A9FA79F74}"/>
                    </a:ext>
                  </a:extLst>
                </p14:cNvPr>
                <p14:cNvContentPartPr/>
                <p14:nvPr/>
              </p14:nvContentPartPr>
              <p14:xfrm>
                <a:off x="6236867" y="6040160"/>
                <a:ext cx="100800" cy="975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42E3432-4779-ED2B-3449-BC9A9FA79F74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6232547" y="6035840"/>
                  <a:ext cx="10944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7B61DF12-8D76-0386-12E5-6F0BA511C3A7}"/>
              </a:ext>
            </a:extLst>
          </p:cNvPr>
          <p:cNvGrpSpPr/>
          <p:nvPr/>
        </p:nvGrpSpPr>
        <p:grpSpPr>
          <a:xfrm>
            <a:off x="6731507" y="5846120"/>
            <a:ext cx="248400" cy="294840"/>
            <a:chOff x="6731507" y="5846120"/>
            <a:chExt cx="24840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9316A4B5-42D8-7944-9180-2287E5957B1B}"/>
                    </a:ext>
                  </a:extLst>
                </p14:cNvPr>
                <p14:cNvContentPartPr/>
                <p14:nvPr/>
              </p14:nvContentPartPr>
              <p14:xfrm>
                <a:off x="6732587" y="5846120"/>
                <a:ext cx="141840" cy="2948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9316A4B5-42D8-7944-9180-2287E5957B1B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6728267" y="5841800"/>
                  <a:ext cx="150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9043755A-BA7E-F1BB-94C8-32EC3E95DC04}"/>
                    </a:ext>
                  </a:extLst>
                </p14:cNvPr>
                <p14:cNvContentPartPr/>
                <p14:nvPr/>
              </p14:nvContentPartPr>
              <p14:xfrm>
                <a:off x="6731507" y="6029360"/>
                <a:ext cx="248400" cy="882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9043755A-BA7E-F1BB-94C8-32EC3E95DC0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6727187" y="6025040"/>
                  <a:ext cx="25704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9B8078F2-2EE4-A07F-B057-3AC76AE36470}"/>
              </a:ext>
            </a:extLst>
          </p:cNvPr>
          <p:cNvGrpSpPr/>
          <p:nvPr/>
        </p:nvGrpSpPr>
        <p:grpSpPr>
          <a:xfrm>
            <a:off x="7467707" y="5843240"/>
            <a:ext cx="789120" cy="282240"/>
            <a:chOff x="7467707" y="5843240"/>
            <a:chExt cx="78912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93FCBA1F-C49D-F44D-D400-23A650B8C814}"/>
                    </a:ext>
                  </a:extLst>
                </p14:cNvPr>
                <p14:cNvContentPartPr/>
                <p14:nvPr/>
              </p14:nvContentPartPr>
              <p14:xfrm>
                <a:off x="7467707" y="5977880"/>
                <a:ext cx="165240" cy="1314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93FCBA1F-C49D-F44D-D400-23A650B8C81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7463387" y="5973560"/>
                  <a:ext cx="1738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0351E53-66FF-2D4E-594C-73B3E273B378}"/>
                    </a:ext>
                  </a:extLst>
                </p14:cNvPr>
                <p14:cNvContentPartPr/>
                <p14:nvPr/>
              </p14:nvContentPartPr>
              <p14:xfrm>
                <a:off x="7670027" y="6013880"/>
                <a:ext cx="117720" cy="1072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0351E53-66FF-2D4E-594C-73B3E273B378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7665707" y="6009560"/>
                  <a:ext cx="126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22F8FCA0-8DA4-9285-EB17-1D2E8AB87BEF}"/>
                    </a:ext>
                  </a:extLst>
                </p14:cNvPr>
                <p14:cNvContentPartPr/>
                <p14:nvPr/>
              </p14:nvContentPartPr>
              <p14:xfrm>
                <a:off x="7865147" y="6007760"/>
                <a:ext cx="141120" cy="11772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22F8FCA0-8DA4-9285-EB17-1D2E8AB87BEF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7860827" y="6003440"/>
                  <a:ext cx="149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320248A5-9386-DCC1-38A3-285CC3E82650}"/>
                    </a:ext>
                  </a:extLst>
                </p14:cNvPr>
                <p14:cNvContentPartPr/>
                <p14:nvPr/>
              </p14:nvContentPartPr>
              <p14:xfrm>
                <a:off x="7910867" y="6038720"/>
                <a:ext cx="112320" cy="273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320248A5-9386-DCC1-38A3-285CC3E82650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7906547" y="6034400"/>
                  <a:ext cx="120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0A16F988-9AF9-2E65-6C77-1B786EBAA886}"/>
                    </a:ext>
                  </a:extLst>
                </p14:cNvPr>
                <p14:cNvContentPartPr/>
                <p14:nvPr/>
              </p14:nvContentPartPr>
              <p14:xfrm>
                <a:off x="8160707" y="5843240"/>
                <a:ext cx="96120" cy="2286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0A16F988-9AF9-2E65-6C77-1B786EBAA886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156387" y="5838920"/>
                  <a:ext cx="104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03C18346-CE7D-30C2-A179-5F26B465B2E0}"/>
                    </a:ext>
                  </a:extLst>
                </p14:cNvPr>
                <p14:cNvContentPartPr/>
                <p14:nvPr/>
              </p14:nvContentPartPr>
              <p14:xfrm>
                <a:off x="8138027" y="5944760"/>
                <a:ext cx="118440" cy="216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03C18346-CE7D-30C2-A179-5F26B465B2E0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133707" y="5940440"/>
                  <a:ext cx="12708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43531E39-8FED-4D65-E315-4FA1FD31AB6B}"/>
              </a:ext>
            </a:extLst>
          </p:cNvPr>
          <p:cNvGrpSpPr/>
          <p:nvPr/>
        </p:nvGrpSpPr>
        <p:grpSpPr>
          <a:xfrm>
            <a:off x="8831387" y="5686640"/>
            <a:ext cx="856080" cy="322920"/>
            <a:chOff x="8831387" y="5686640"/>
            <a:chExt cx="85608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97DA78E-E279-2B4D-0ED9-5628BE4F2902}"/>
                    </a:ext>
                  </a:extLst>
                </p14:cNvPr>
                <p14:cNvContentPartPr/>
                <p14:nvPr/>
              </p14:nvContentPartPr>
              <p14:xfrm>
                <a:off x="8831387" y="5714360"/>
                <a:ext cx="136800" cy="2952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97DA78E-E279-2B4D-0ED9-5628BE4F290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8827067" y="5710040"/>
                  <a:ext cx="1454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44AC80F4-4198-328D-349C-46CFA04107EB}"/>
                    </a:ext>
                  </a:extLst>
                </p14:cNvPr>
                <p14:cNvContentPartPr/>
                <p14:nvPr/>
              </p14:nvContentPartPr>
              <p14:xfrm>
                <a:off x="8968907" y="5868800"/>
                <a:ext cx="167400" cy="1054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44AC80F4-4198-328D-349C-46CFA04107E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964587" y="5864480"/>
                  <a:ext cx="176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3EE69484-BA66-1AD4-8DD2-C3EB0A9F57D8}"/>
                    </a:ext>
                  </a:extLst>
                </p14:cNvPr>
                <p14:cNvContentPartPr/>
                <p14:nvPr/>
              </p14:nvContentPartPr>
              <p14:xfrm>
                <a:off x="9173027" y="5882480"/>
                <a:ext cx="101160" cy="792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3EE69484-BA66-1AD4-8DD2-C3EB0A9F57D8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168707" y="5878160"/>
                  <a:ext cx="109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C291770-3A15-06D9-805C-E7FD9C8AEFF6}"/>
                    </a:ext>
                  </a:extLst>
                </p14:cNvPr>
                <p14:cNvContentPartPr/>
                <p14:nvPr/>
              </p14:nvContentPartPr>
              <p14:xfrm>
                <a:off x="9337907" y="5882480"/>
                <a:ext cx="104040" cy="824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C291770-3A15-06D9-805C-E7FD9C8AEFF6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333587" y="5878160"/>
                  <a:ext cx="112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CD91384-D63C-AE2C-100F-5C3625BE0781}"/>
                    </a:ext>
                  </a:extLst>
                </p14:cNvPr>
                <p14:cNvContentPartPr/>
                <p14:nvPr/>
              </p14:nvContentPartPr>
              <p14:xfrm>
                <a:off x="9597467" y="5686640"/>
                <a:ext cx="90000" cy="3074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CD91384-D63C-AE2C-100F-5C3625BE0781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593147" y="5682320"/>
                  <a:ext cx="9864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797D85A-D66C-02CA-2D51-298CEE4640F2}"/>
              </a:ext>
            </a:extLst>
          </p:cNvPr>
          <p:cNvGrpSpPr/>
          <p:nvPr/>
        </p:nvGrpSpPr>
        <p:grpSpPr>
          <a:xfrm>
            <a:off x="1735427" y="5703920"/>
            <a:ext cx="1677960" cy="759960"/>
            <a:chOff x="1735427" y="5703920"/>
            <a:chExt cx="1677960" cy="75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2C9F402-A26D-67D4-0DE2-07D435070513}"/>
                    </a:ext>
                  </a:extLst>
                </p14:cNvPr>
                <p14:cNvContentPartPr/>
                <p14:nvPr/>
              </p14:nvContentPartPr>
              <p14:xfrm>
                <a:off x="1735427" y="6178040"/>
                <a:ext cx="152280" cy="2858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2C9F402-A26D-67D4-0DE2-07D43507051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731107" y="6173720"/>
                  <a:ext cx="1609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BD9AD7D-3072-F5A9-E93C-B29D1587FE81}"/>
                    </a:ext>
                  </a:extLst>
                </p14:cNvPr>
                <p14:cNvContentPartPr/>
                <p14:nvPr/>
              </p14:nvContentPartPr>
              <p14:xfrm>
                <a:off x="2006507" y="6017120"/>
                <a:ext cx="43920" cy="327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BD9AD7D-3072-F5A9-E93C-B29D1587FE8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2002187" y="6012800"/>
                  <a:ext cx="52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1083D4A-55E6-DC66-D35B-05466DEB7C4F}"/>
                    </a:ext>
                  </a:extLst>
                </p14:cNvPr>
                <p14:cNvContentPartPr/>
                <p14:nvPr/>
              </p14:nvContentPartPr>
              <p14:xfrm>
                <a:off x="2177867" y="6154280"/>
                <a:ext cx="168120" cy="165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1083D4A-55E6-DC66-D35B-05466DEB7C4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2173547" y="6149960"/>
                  <a:ext cx="176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BDA3782-ADD3-F0A8-90DC-248F3D26FEF6}"/>
                    </a:ext>
                  </a:extLst>
                </p14:cNvPr>
                <p14:cNvContentPartPr/>
                <p14:nvPr/>
              </p14:nvContentPartPr>
              <p14:xfrm>
                <a:off x="2228987" y="6211160"/>
                <a:ext cx="147240" cy="190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BDA3782-ADD3-F0A8-90DC-248F3D26FEF6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2224667" y="6206840"/>
                  <a:ext cx="155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3F11D029-D5AA-0A78-20E9-87230C029424}"/>
                    </a:ext>
                  </a:extLst>
                </p14:cNvPr>
                <p14:cNvContentPartPr/>
                <p14:nvPr/>
              </p14:nvContentPartPr>
              <p14:xfrm>
                <a:off x="2640107" y="6061400"/>
                <a:ext cx="193680" cy="1450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3F11D029-D5AA-0A78-20E9-87230C02942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2635787" y="6057080"/>
                  <a:ext cx="202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44D7394-9171-3D35-4342-B60B1D532248}"/>
                    </a:ext>
                  </a:extLst>
                </p14:cNvPr>
                <p14:cNvContentPartPr/>
                <p14:nvPr/>
              </p14:nvContentPartPr>
              <p14:xfrm>
                <a:off x="2963747" y="6050960"/>
                <a:ext cx="114840" cy="1494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44D7394-9171-3D35-4342-B60B1D532248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2959427" y="6046640"/>
                  <a:ext cx="123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3ED1C445-E983-6E60-B207-DBE4351F2610}"/>
                    </a:ext>
                  </a:extLst>
                </p14:cNvPr>
                <p14:cNvContentPartPr/>
                <p14:nvPr/>
              </p14:nvContentPartPr>
              <p14:xfrm>
                <a:off x="2965187" y="6087680"/>
                <a:ext cx="90000" cy="810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3ED1C445-E983-6E60-B207-DBE4351F2610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960867" y="6083360"/>
                  <a:ext cx="98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23F803D-6843-2CEE-444A-968C2713540B}"/>
                    </a:ext>
                  </a:extLst>
                </p14:cNvPr>
                <p14:cNvContentPartPr/>
                <p14:nvPr/>
              </p14:nvContentPartPr>
              <p14:xfrm>
                <a:off x="2965187" y="6120080"/>
                <a:ext cx="160560" cy="237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23F803D-6843-2CEE-444A-968C2713540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2960867" y="6115760"/>
                  <a:ext cx="169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D55A420D-3F2A-B4B6-DFBD-8A4783DE3F7B}"/>
                    </a:ext>
                  </a:extLst>
                </p14:cNvPr>
                <p14:cNvContentPartPr/>
                <p14:nvPr/>
              </p14:nvContentPartPr>
              <p14:xfrm>
                <a:off x="3282707" y="6076520"/>
                <a:ext cx="125280" cy="972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D55A420D-3F2A-B4B6-DFBD-8A4783DE3F7B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3278387" y="6072200"/>
                  <a:ext cx="133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1ECDF147-A9F9-6DA8-DA5E-08ACD6C76A24}"/>
                    </a:ext>
                  </a:extLst>
                </p14:cNvPr>
                <p14:cNvContentPartPr/>
                <p14:nvPr/>
              </p14:nvContentPartPr>
              <p14:xfrm>
                <a:off x="3379907" y="5982920"/>
                <a:ext cx="33480" cy="464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1ECDF147-A9F9-6DA8-DA5E-08ACD6C76A24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3375587" y="5978600"/>
                  <a:ext cx="4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A206B4DD-403C-8C6D-A163-F218EBD91B51}"/>
                    </a:ext>
                  </a:extLst>
                </p14:cNvPr>
                <p14:cNvContentPartPr/>
                <p14:nvPr/>
              </p14:nvContentPartPr>
              <p14:xfrm>
                <a:off x="1841987" y="5801120"/>
                <a:ext cx="118800" cy="1062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A206B4DD-403C-8C6D-A163-F218EBD91B51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837667" y="5796800"/>
                  <a:ext cx="127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4012B0EC-7D69-40DC-B271-427C4FC7DFBB}"/>
                    </a:ext>
                  </a:extLst>
                </p14:cNvPr>
                <p14:cNvContentPartPr/>
                <p14:nvPr/>
              </p14:nvContentPartPr>
              <p14:xfrm>
                <a:off x="1956827" y="5703920"/>
                <a:ext cx="10080" cy="403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4012B0EC-7D69-40DC-B271-427C4FC7DFBB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952507" y="5699600"/>
                  <a:ext cx="18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A9684633-1716-CEEC-0EF7-62B611DCAC28}"/>
                    </a:ext>
                  </a:extLst>
                </p14:cNvPr>
                <p14:cNvContentPartPr/>
                <p14:nvPr/>
              </p14:nvContentPartPr>
              <p14:xfrm>
                <a:off x="2106587" y="5805800"/>
                <a:ext cx="108360" cy="68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A9684633-1716-CEEC-0EF7-62B611DCAC28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102267" y="5801480"/>
                  <a:ext cx="117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D3CC457D-F35F-FE20-BACD-E3BAD0C396F7}"/>
                    </a:ext>
                  </a:extLst>
                </p14:cNvPr>
                <p14:cNvContentPartPr/>
                <p14:nvPr/>
              </p14:nvContentPartPr>
              <p14:xfrm>
                <a:off x="2116307" y="5842520"/>
                <a:ext cx="145440" cy="122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D3CC457D-F35F-FE20-BACD-E3BAD0C396F7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111987" y="5838200"/>
                  <a:ext cx="154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307F83D5-7130-F5B4-B763-88BAD9CD90C1}"/>
                    </a:ext>
                  </a:extLst>
                </p14:cNvPr>
                <p14:cNvContentPartPr/>
                <p14:nvPr/>
              </p14:nvContentPartPr>
              <p14:xfrm>
                <a:off x="2325827" y="5815520"/>
                <a:ext cx="117360" cy="1681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307F83D5-7130-F5B4-B763-88BAD9CD90C1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321507" y="5811200"/>
                  <a:ext cx="126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3B709215-86EA-3BC6-1039-20AD5056E56D}"/>
                    </a:ext>
                  </a:extLst>
                </p14:cNvPr>
                <p14:cNvContentPartPr/>
                <p14:nvPr/>
              </p14:nvContentPartPr>
              <p14:xfrm>
                <a:off x="2399267" y="5729480"/>
                <a:ext cx="16200" cy="273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3B709215-86EA-3BC6-1039-20AD5056E56D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394947" y="5725160"/>
                  <a:ext cx="24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4BD01705-E72A-0535-AC23-690758AD49DF}"/>
                    </a:ext>
                  </a:extLst>
                </p14:cNvPr>
                <p14:cNvContentPartPr/>
                <p14:nvPr/>
              </p14:nvContentPartPr>
              <p14:xfrm>
                <a:off x="2590427" y="5829560"/>
                <a:ext cx="5040" cy="313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4BD01705-E72A-0535-AC23-690758AD49DF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586107" y="5825240"/>
                  <a:ext cx="13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F204A7D-6FD8-CC91-0653-4E048FA4932E}"/>
                    </a:ext>
                  </a:extLst>
                </p14:cNvPr>
                <p14:cNvContentPartPr/>
                <p14:nvPr/>
              </p14:nvContentPartPr>
              <p14:xfrm>
                <a:off x="2451107" y="5919920"/>
                <a:ext cx="142560" cy="1335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F204A7D-6FD8-CC91-0653-4E048FA4932E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446787" y="5915600"/>
                  <a:ext cx="15120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14DCA756-086C-F978-2E7E-72E39FE657E7}"/>
              </a:ext>
            </a:extLst>
          </p:cNvPr>
          <p:cNvGrpSpPr/>
          <p:nvPr/>
        </p:nvGrpSpPr>
        <p:grpSpPr>
          <a:xfrm>
            <a:off x="8991227" y="176840"/>
            <a:ext cx="537120" cy="356040"/>
            <a:chOff x="8991227" y="176840"/>
            <a:chExt cx="537120" cy="35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A033650-3E4E-6F9A-62AC-D1AB67F7377A}"/>
                    </a:ext>
                  </a:extLst>
                </p14:cNvPr>
                <p14:cNvContentPartPr/>
                <p14:nvPr/>
              </p14:nvContentPartPr>
              <p14:xfrm>
                <a:off x="8991227" y="208880"/>
                <a:ext cx="267840" cy="2422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A033650-3E4E-6F9A-62AC-D1AB67F7377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8986907" y="204560"/>
                  <a:ext cx="276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2383411C-1F15-E322-6AAD-584C749B35BB}"/>
                    </a:ext>
                  </a:extLst>
                </p14:cNvPr>
                <p14:cNvContentPartPr/>
                <p14:nvPr/>
              </p14:nvContentPartPr>
              <p14:xfrm>
                <a:off x="9293267" y="176840"/>
                <a:ext cx="235080" cy="35604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2383411C-1F15-E322-6AAD-584C749B35BB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9288947" y="172520"/>
                  <a:ext cx="243720" cy="3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5F911CB6-2D9F-8AFE-5D0F-EF45491A42A6}"/>
              </a:ext>
            </a:extLst>
          </p:cNvPr>
          <p:cNvGrpSpPr/>
          <p:nvPr/>
        </p:nvGrpSpPr>
        <p:grpSpPr>
          <a:xfrm>
            <a:off x="9512147" y="246680"/>
            <a:ext cx="322560" cy="390240"/>
            <a:chOff x="9512147" y="246680"/>
            <a:chExt cx="32256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BD7FCE33-21B8-DC56-4F48-CC765F7878C3}"/>
                    </a:ext>
                  </a:extLst>
                </p14:cNvPr>
                <p14:cNvContentPartPr/>
                <p14:nvPr/>
              </p14:nvContentPartPr>
              <p14:xfrm>
                <a:off x="9512147" y="246680"/>
                <a:ext cx="102240" cy="2102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BD7FCE33-21B8-DC56-4F48-CC765F7878C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9507827" y="242360"/>
                  <a:ext cx="110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F9C0B175-47B0-650E-73E9-4EDE6AEE5E62}"/>
                    </a:ext>
                  </a:extLst>
                </p14:cNvPr>
                <p14:cNvContentPartPr/>
                <p14:nvPr/>
              </p14:nvContentPartPr>
              <p14:xfrm>
                <a:off x="9592787" y="372320"/>
                <a:ext cx="100440" cy="763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F9C0B175-47B0-650E-73E9-4EDE6AEE5E6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9588467" y="368000"/>
                  <a:ext cx="109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3FC045-2321-51B6-5ABF-5B75EC4300F8}"/>
                    </a:ext>
                  </a:extLst>
                </p14:cNvPr>
                <p14:cNvContentPartPr/>
                <p14:nvPr/>
              </p14:nvContentPartPr>
              <p14:xfrm>
                <a:off x="9623387" y="380240"/>
                <a:ext cx="211320" cy="2566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3FC045-2321-51B6-5ABF-5B75EC4300F8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9619067" y="375920"/>
                  <a:ext cx="21996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001041AD-1DCD-78EC-4579-929E7FD4C0CB}"/>
              </a:ext>
            </a:extLst>
          </p:cNvPr>
          <p:cNvGrpSpPr/>
          <p:nvPr/>
        </p:nvGrpSpPr>
        <p:grpSpPr>
          <a:xfrm>
            <a:off x="10037027" y="173600"/>
            <a:ext cx="362160" cy="421920"/>
            <a:chOff x="10037027" y="173600"/>
            <a:chExt cx="362160" cy="42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FB1DCBDD-C407-71BE-DD83-A65D311CBDFA}"/>
                    </a:ext>
                  </a:extLst>
                </p14:cNvPr>
                <p14:cNvContentPartPr/>
                <p14:nvPr/>
              </p14:nvContentPartPr>
              <p14:xfrm>
                <a:off x="10037027" y="332000"/>
                <a:ext cx="121680" cy="1026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FB1DCBDD-C407-71BE-DD83-A65D311CBDFA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032707" y="327680"/>
                  <a:ext cx="130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C12C7B98-C37A-FF22-8314-436C5F3170A8}"/>
                    </a:ext>
                  </a:extLst>
                </p14:cNvPr>
                <p14:cNvContentPartPr/>
                <p14:nvPr/>
              </p14:nvContentPartPr>
              <p14:xfrm>
                <a:off x="10196507" y="173600"/>
                <a:ext cx="202680" cy="42192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C12C7B98-C37A-FF22-8314-436C5F3170A8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192187" y="169280"/>
                  <a:ext cx="211320" cy="43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429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52</Words>
  <Application>Microsoft Office PowerPoint</Application>
  <PresentationFormat>Widescreen</PresentationFormat>
  <Paragraphs>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HeapSort</vt:lpstr>
      <vt:lpstr>What’s a heap?</vt:lpstr>
      <vt:lpstr>PowerPoint Presentation</vt:lpstr>
      <vt:lpstr>PowerPoint Presentation</vt:lpstr>
      <vt:lpstr>Heap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2026-04-30T15:49:25Z</dcterms:created>
  <dcterms:modified xsi:type="dcterms:W3CDTF">2026-05-11T12:53:08Z</dcterms:modified>
</cp:coreProperties>
</file>