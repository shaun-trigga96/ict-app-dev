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665DD-BA2A-4EC8-B1B6-6B6EDA742072}" v="341" dt="2026-08-06T16:27:54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 Makhurane" userId="d979715f-3f45-4e11-aa20-e05c58997df8" providerId="ADAL" clId="{B009124C-6764-406B-AA9A-0354DD94CE47}"/>
    <pc:docChg chg="undo custSel addSld modSld">
      <pc:chgData name="Tem Makhurane" userId="d979715f-3f45-4e11-aa20-e05c58997df8" providerId="ADAL" clId="{B009124C-6764-406B-AA9A-0354DD94CE47}" dt="2026-08-07T07:51:52.368" v="1172" actId="20577"/>
      <pc:docMkLst>
        <pc:docMk/>
      </pc:docMkLst>
      <pc:sldChg chg="modSp mod">
        <pc:chgData name="Tem Makhurane" userId="d979715f-3f45-4e11-aa20-e05c58997df8" providerId="ADAL" clId="{B009124C-6764-406B-AA9A-0354DD94CE47}" dt="2026-08-07T07:51:52.368" v="1172" actId="20577"/>
        <pc:sldMkLst>
          <pc:docMk/>
          <pc:sldMk cId="1732998458" sldId="256"/>
        </pc:sldMkLst>
        <pc:spChg chg="mod">
          <ac:chgData name="Tem Makhurane" userId="d979715f-3f45-4e11-aa20-e05c58997df8" providerId="ADAL" clId="{B009124C-6764-406B-AA9A-0354DD94CE47}" dt="2026-08-07T07:51:52.368" v="1172" actId="20577"/>
          <ac:spMkLst>
            <pc:docMk/>
            <pc:sldMk cId="1732998458" sldId="256"/>
            <ac:spMk id="2" creationId="{61FD8C79-198C-F9B6-A78E-ABFD2174C06C}"/>
          </ac:spMkLst>
        </pc:spChg>
      </pc:sldChg>
      <pc:sldChg chg="addSp delSp modSp new mod">
        <pc:chgData name="Tem Makhurane" userId="d979715f-3f45-4e11-aa20-e05c58997df8" providerId="ADAL" clId="{B009124C-6764-406B-AA9A-0354DD94CE47}" dt="2026-08-06T15:15:43.124" v="105"/>
        <pc:sldMkLst>
          <pc:docMk/>
          <pc:sldMk cId="2847850662" sldId="273"/>
        </pc:sldMkLst>
        <pc:grpChg chg="del mod">
          <ac:chgData name="Tem Makhurane" userId="d979715f-3f45-4e11-aa20-e05c58997df8" providerId="ADAL" clId="{B009124C-6764-406B-AA9A-0354DD94CE47}" dt="2026-08-06T15:13:02.969" v="17"/>
          <ac:grpSpMkLst>
            <pc:docMk/>
            <pc:sldMk cId="2847850662" sldId="273"/>
            <ac:grpSpMk id="16" creationId="{87A93C26-9C81-809E-D3CF-402D685DDE70}"/>
          </ac:grpSpMkLst>
        </pc:grpChg>
        <pc:grpChg chg="mod">
          <ac:chgData name="Tem Makhurane" userId="d979715f-3f45-4e11-aa20-e05c58997df8" providerId="ADAL" clId="{B009124C-6764-406B-AA9A-0354DD94CE47}" dt="2026-08-06T15:13:02.969" v="17"/>
          <ac:grpSpMkLst>
            <pc:docMk/>
            <pc:sldMk cId="2847850662" sldId="273"/>
            <ac:grpSpMk id="18" creationId="{3005F70F-327E-E3F4-966D-99DC7F557A7A}"/>
          </ac:grpSpMkLst>
        </pc:grpChg>
        <pc:grpChg chg="del mod">
          <ac:chgData name="Tem Makhurane" userId="d979715f-3f45-4e11-aa20-e05c58997df8" providerId="ADAL" clId="{B009124C-6764-406B-AA9A-0354DD94CE47}" dt="2026-08-06T15:13:26.421" v="33"/>
          <ac:grpSpMkLst>
            <pc:docMk/>
            <pc:sldMk cId="2847850662" sldId="273"/>
            <ac:grpSpMk id="32" creationId="{32D67880-B6CC-DF57-047F-D84D3F4CEC33}"/>
          </ac:grpSpMkLst>
        </pc:grpChg>
        <pc:grpChg chg="del mod">
          <ac:chgData name="Tem Makhurane" userId="d979715f-3f45-4e11-aa20-e05c58997df8" providerId="ADAL" clId="{B009124C-6764-406B-AA9A-0354DD94CE47}" dt="2026-08-06T15:13:39.866" v="36"/>
          <ac:grpSpMkLst>
            <pc:docMk/>
            <pc:sldMk cId="2847850662" sldId="273"/>
            <ac:grpSpMk id="34" creationId="{8FAE0976-7AEA-7703-A534-C6A30B55CE47}"/>
          </ac:grpSpMkLst>
        </pc:grpChg>
        <pc:grpChg chg="mod">
          <ac:chgData name="Tem Makhurane" userId="d979715f-3f45-4e11-aa20-e05c58997df8" providerId="ADAL" clId="{B009124C-6764-406B-AA9A-0354DD94CE47}" dt="2026-08-06T15:14:16.914" v="51"/>
          <ac:grpSpMkLst>
            <pc:docMk/>
            <pc:sldMk cId="2847850662" sldId="273"/>
            <ac:grpSpMk id="37" creationId="{51E1DB4B-01A7-B81C-A667-B7719C410CC7}"/>
          </ac:grpSpMkLst>
        </pc:grpChg>
        <pc:grpChg chg="mod">
          <ac:chgData name="Tem Makhurane" userId="d979715f-3f45-4e11-aa20-e05c58997df8" providerId="ADAL" clId="{B009124C-6764-406B-AA9A-0354DD94CE47}" dt="2026-08-06T15:14:02.437" v="43" actId="571"/>
          <ac:grpSpMkLst>
            <pc:docMk/>
            <pc:sldMk cId="2847850662" sldId="273"/>
            <ac:grpSpMk id="43" creationId="{CB6B586E-3360-3CAD-0EB9-943D9A30ECA2}"/>
          </ac:grpSpMkLst>
        </pc:grpChg>
        <pc:grpChg chg="del mod">
          <ac:chgData name="Tem Makhurane" userId="d979715f-3f45-4e11-aa20-e05c58997df8" providerId="ADAL" clId="{B009124C-6764-406B-AA9A-0354DD94CE47}" dt="2026-08-06T15:14:13.015" v="50"/>
          <ac:grpSpMkLst>
            <pc:docMk/>
            <pc:sldMk cId="2847850662" sldId="273"/>
            <ac:grpSpMk id="69" creationId="{F890B6C4-C68B-50DA-6687-455F03C58BC7}"/>
          </ac:grpSpMkLst>
        </pc:grpChg>
        <pc:grpChg chg="mod">
          <ac:chgData name="Tem Makhurane" userId="d979715f-3f45-4e11-aa20-e05c58997df8" providerId="ADAL" clId="{B009124C-6764-406B-AA9A-0354DD94CE47}" dt="2026-08-06T15:14:13.015" v="50"/>
          <ac:grpSpMkLst>
            <pc:docMk/>
            <pc:sldMk cId="2847850662" sldId="273"/>
            <ac:grpSpMk id="71" creationId="{30B3322D-7FD6-9AF0-9BFC-F4C51212B883}"/>
          </ac:grpSpMkLst>
        </pc:grpChg>
        <pc:grpChg chg="mod">
          <ac:chgData name="Tem Makhurane" userId="d979715f-3f45-4e11-aa20-e05c58997df8" providerId="ADAL" clId="{B009124C-6764-406B-AA9A-0354DD94CE47}" dt="2026-08-06T15:14:20.391" v="54"/>
          <ac:grpSpMkLst>
            <pc:docMk/>
            <pc:sldMk cId="2847850662" sldId="273"/>
            <ac:grpSpMk id="74" creationId="{0ABF276C-D45F-5DB1-4BE0-3881CE9A4E09}"/>
          </ac:grpSpMkLst>
        </pc:grpChg>
        <pc:grpChg chg="mod">
          <ac:chgData name="Tem Makhurane" userId="d979715f-3f45-4e11-aa20-e05c58997df8" providerId="ADAL" clId="{B009124C-6764-406B-AA9A-0354DD94CE47}" dt="2026-08-06T15:14:43.036" v="60"/>
          <ac:grpSpMkLst>
            <pc:docMk/>
            <pc:sldMk cId="2847850662" sldId="273"/>
            <ac:grpSpMk id="80" creationId="{67BEFD9C-82B9-C4E1-712B-BF951AEC9960}"/>
          </ac:grpSpMkLst>
        </pc:grpChg>
        <pc:grpChg chg="mod">
          <ac:chgData name="Tem Makhurane" userId="d979715f-3f45-4e11-aa20-e05c58997df8" providerId="ADAL" clId="{B009124C-6764-406B-AA9A-0354DD94CE47}" dt="2026-08-06T15:14:51.656" v="78"/>
          <ac:grpSpMkLst>
            <pc:docMk/>
            <pc:sldMk cId="2847850662" sldId="273"/>
            <ac:grpSpMk id="98" creationId="{17BEF96D-3959-28DB-B6CA-7B6D33C036AC}"/>
          </ac:grpSpMkLst>
        </pc:grpChg>
        <pc:grpChg chg="mod">
          <ac:chgData name="Tem Makhurane" userId="d979715f-3f45-4e11-aa20-e05c58997df8" providerId="ADAL" clId="{B009124C-6764-406B-AA9A-0354DD94CE47}" dt="2026-08-06T15:14:51.656" v="78"/>
          <ac:grpSpMkLst>
            <pc:docMk/>
            <pc:sldMk cId="2847850662" sldId="273"/>
            <ac:grpSpMk id="99" creationId="{DE82D05E-59BE-814C-C022-690668020DEC}"/>
          </ac:grpSpMkLst>
        </pc:grpChg>
        <pc:grpChg chg="mod">
          <ac:chgData name="Tem Makhurane" userId="d979715f-3f45-4e11-aa20-e05c58997df8" providerId="ADAL" clId="{B009124C-6764-406B-AA9A-0354DD94CE47}" dt="2026-08-06T15:14:51.656" v="78"/>
          <ac:grpSpMkLst>
            <pc:docMk/>
            <pc:sldMk cId="2847850662" sldId="273"/>
            <ac:grpSpMk id="100" creationId="{31D2D86F-ADA8-F4DD-4CA0-4A251E2E1CBF}"/>
          </ac:grpSpMkLst>
        </pc:grpChg>
        <pc:grpChg chg="del mod">
          <ac:chgData name="Tem Makhurane" userId="d979715f-3f45-4e11-aa20-e05c58997df8" providerId="ADAL" clId="{B009124C-6764-406B-AA9A-0354DD94CE47}" dt="2026-08-06T15:15:35.893" v="95"/>
          <ac:grpSpMkLst>
            <pc:docMk/>
            <pc:sldMk cId="2847850662" sldId="273"/>
            <ac:grpSpMk id="109" creationId="{EFBEB8D3-64AC-1A06-7D0A-FED3006D1094}"/>
          </ac:grpSpMkLst>
        </pc:grpChg>
        <pc:grpChg chg="del mod">
          <ac:chgData name="Tem Makhurane" userId="d979715f-3f45-4e11-aa20-e05c58997df8" providerId="ADAL" clId="{B009124C-6764-406B-AA9A-0354DD94CE47}" dt="2026-08-06T15:15:35.893" v="95"/>
          <ac:grpSpMkLst>
            <pc:docMk/>
            <pc:sldMk cId="2847850662" sldId="273"/>
            <ac:grpSpMk id="110" creationId="{4BB62D5D-E45A-E445-55C3-83F66ECD855A}"/>
          </ac:grpSpMkLst>
        </pc:grpChg>
        <pc:grpChg chg="del mod">
          <ac:chgData name="Tem Makhurane" userId="d979715f-3f45-4e11-aa20-e05c58997df8" providerId="ADAL" clId="{B009124C-6764-406B-AA9A-0354DD94CE47}" dt="2026-08-06T15:15:43.124" v="105"/>
          <ac:grpSpMkLst>
            <pc:docMk/>
            <pc:sldMk cId="2847850662" sldId="273"/>
            <ac:grpSpMk id="118" creationId="{454F1B72-0F2B-3D67-75A9-3FAF0923D029}"/>
          </ac:grpSpMkLst>
        </pc:grpChg>
        <pc:grpChg chg="mod">
          <ac:chgData name="Tem Makhurane" userId="d979715f-3f45-4e11-aa20-e05c58997df8" providerId="ADAL" clId="{B009124C-6764-406B-AA9A-0354DD94CE47}" dt="2026-08-06T15:15:43.124" v="105"/>
          <ac:grpSpMkLst>
            <pc:docMk/>
            <pc:sldMk cId="2847850662" sldId="273"/>
            <ac:grpSpMk id="128" creationId="{F902ACC4-F020-366E-F6CB-C1DBA10CF8E4}"/>
          </ac:grpSpMkLst>
        </pc:grpChg>
        <pc:inkChg chg="add">
          <ac:chgData name="Tem Makhurane" userId="d979715f-3f45-4e11-aa20-e05c58997df8" providerId="ADAL" clId="{B009124C-6764-406B-AA9A-0354DD94CE47}" dt="2026-08-06T15:12:51.050" v="1" actId="9405"/>
          <ac:inkMkLst>
            <pc:docMk/>
            <pc:sldMk cId="2847850662" sldId="273"/>
            <ac:inkMk id="2" creationId="{A504BF57-7BFA-A724-9552-F27C0847600B}"/>
          </ac:inkMkLst>
        </pc:inkChg>
        <pc:inkChg chg="add">
          <ac:chgData name="Tem Makhurane" userId="d979715f-3f45-4e11-aa20-e05c58997df8" providerId="ADAL" clId="{B009124C-6764-406B-AA9A-0354DD94CE47}" dt="2026-08-06T15:12:52.098" v="2" actId="9405"/>
          <ac:inkMkLst>
            <pc:docMk/>
            <pc:sldMk cId="2847850662" sldId="273"/>
            <ac:inkMk id="3" creationId="{1B77BDB9-2FFC-28D7-3B7F-6971AC82708F}"/>
          </ac:inkMkLst>
        </pc:inkChg>
        <pc:inkChg chg="add mod">
          <ac:chgData name="Tem Makhurane" userId="d979715f-3f45-4e11-aa20-e05c58997df8" providerId="ADAL" clId="{B009124C-6764-406B-AA9A-0354DD94CE47}" dt="2026-08-06T15:13:01.995" v="15"/>
          <ac:inkMkLst>
            <pc:docMk/>
            <pc:sldMk cId="2847850662" sldId="273"/>
            <ac:inkMk id="4" creationId="{8CA25DA8-C6F4-65B3-B845-FCBCEFDD118D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5" creationId="{5E8A7D6E-B649-44B2-CBB5-C9B0BD2E5650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6" creationId="{AFCAAE85-FE17-430A-E162-0120FA8BD5A7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7" creationId="{66A019B5-201D-C1DF-4CCB-782AEF5476BC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8" creationId="{DFC77A18-3C7B-14D2-6ECB-CB788073D9AE}"/>
          </ac:inkMkLst>
        </pc:inkChg>
        <pc:inkChg chg="add">
          <ac:chgData name="Tem Makhurane" userId="d979715f-3f45-4e11-aa20-e05c58997df8" providerId="ADAL" clId="{B009124C-6764-406B-AA9A-0354DD94CE47}" dt="2026-08-06T15:12:56.023" v="8" actId="9405"/>
          <ac:inkMkLst>
            <pc:docMk/>
            <pc:sldMk cId="2847850662" sldId="273"/>
            <ac:inkMk id="9" creationId="{35AB4E81-9D11-80E8-CF1E-9D4487E44DCF}"/>
          </ac:inkMkLst>
        </pc:inkChg>
        <pc:inkChg chg="add mod">
          <ac:chgData name="Tem Makhurane" userId="d979715f-3f45-4e11-aa20-e05c58997df8" providerId="ADAL" clId="{B009124C-6764-406B-AA9A-0354DD94CE47}" dt="2026-08-06T15:13:01.995" v="15"/>
          <ac:inkMkLst>
            <pc:docMk/>
            <pc:sldMk cId="2847850662" sldId="273"/>
            <ac:inkMk id="10" creationId="{0121A21A-0079-9737-641E-88DAB7040B2F}"/>
          </ac:inkMkLst>
        </pc:inkChg>
        <pc:inkChg chg="add">
          <ac:chgData name="Tem Makhurane" userId="d979715f-3f45-4e11-aa20-e05c58997df8" providerId="ADAL" clId="{B009124C-6764-406B-AA9A-0354DD94CE47}" dt="2026-08-06T15:12:56.735" v="10" actId="9405"/>
          <ac:inkMkLst>
            <pc:docMk/>
            <pc:sldMk cId="2847850662" sldId="273"/>
            <ac:inkMk id="11" creationId="{A75632CC-55B8-2AA1-85DA-D8729BAA1AAC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12" creationId="{0A09DC8B-B614-3128-FFED-AB01001124BD}"/>
          </ac:inkMkLst>
        </pc:inkChg>
        <pc:inkChg chg="add">
          <ac:chgData name="Tem Makhurane" userId="d979715f-3f45-4e11-aa20-e05c58997df8" providerId="ADAL" clId="{B009124C-6764-406B-AA9A-0354DD94CE47}" dt="2026-08-06T15:12:59.527" v="12" actId="9405"/>
          <ac:inkMkLst>
            <pc:docMk/>
            <pc:sldMk cId="2847850662" sldId="273"/>
            <ac:inkMk id="13" creationId="{E29A6D29-BCAA-0F10-421D-ED6BD322D2B7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14" creationId="{8E2E5C4D-76AB-A0B0-07E7-D4DA755DD44B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15" creationId="{DB2BB711-177A-F2D5-7279-1AE848DC07B5}"/>
          </ac:inkMkLst>
        </pc:inkChg>
        <pc:inkChg chg="add mod">
          <ac:chgData name="Tem Makhurane" userId="d979715f-3f45-4e11-aa20-e05c58997df8" providerId="ADAL" clId="{B009124C-6764-406B-AA9A-0354DD94CE47}" dt="2026-08-06T15:13:02.969" v="17"/>
          <ac:inkMkLst>
            <pc:docMk/>
            <pc:sldMk cId="2847850662" sldId="273"/>
            <ac:inkMk id="17" creationId="{FE4EE086-7D7E-5844-5B56-FE23F90EFC5C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19" creationId="{8632F1FA-C51D-BD37-6CEE-803820BB8784}"/>
          </ac:inkMkLst>
        </pc:inkChg>
        <pc:inkChg chg="add mod">
          <ac:chgData name="Tem Makhurane" userId="d979715f-3f45-4e11-aa20-e05c58997df8" providerId="ADAL" clId="{B009124C-6764-406B-AA9A-0354DD94CE47}" dt="2026-08-06T15:13:26.421" v="33"/>
          <ac:inkMkLst>
            <pc:docMk/>
            <pc:sldMk cId="2847850662" sldId="273"/>
            <ac:inkMk id="20" creationId="{E9294F76-177E-6EFB-E106-9D9AC1349623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21" creationId="{A16E280A-2760-0362-CFDF-E60C1444E29F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22" creationId="{867322AD-AC95-7802-3D98-209E3DC1F6E1}"/>
          </ac:inkMkLst>
        </pc:inkChg>
        <pc:inkChg chg="add mod">
          <ac:chgData name="Tem Makhurane" userId="d979715f-3f45-4e11-aa20-e05c58997df8" providerId="ADAL" clId="{B009124C-6764-406B-AA9A-0354DD94CE47}" dt="2026-08-06T15:13:26.421" v="33"/>
          <ac:inkMkLst>
            <pc:docMk/>
            <pc:sldMk cId="2847850662" sldId="273"/>
            <ac:inkMk id="23" creationId="{662C62DE-F992-AEFF-4512-E40F366D059B}"/>
          </ac:inkMkLst>
        </pc:inkChg>
        <pc:inkChg chg="add mod">
          <ac:chgData name="Tem Makhurane" userId="d979715f-3f45-4e11-aa20-e05c58997df8" providerId="ADAL" clId="{B009124C-6764-406B-AA9A-0354DD94CE47}" dt="2026-08-06T15:13:16.107" v="31"/>
          <ac:inkMkLst>
            <pc:docMk/>
            <pc:sldMk cId="2847850662" sldId="273"/>
            <ac:inkMk id="24" creationId="{D9B95E3F-13BE-ABA6-D9D8-5ED3DCA268E4}"/>
          </ac:inkMkLst>
        </pc:inkChg>
        <pc:inkChg chg="add mod">
          <ac:chgData name="Tem Makhurane" userId="d979715f-3f45-4e11-aa20-e05c58997df8" providerId="ADAL" clId="{B009124C-6764-406B-AA9A-0354DD94CE47}" dt="2026-08-06T15:13:26.421" v="33"/>
          <ac:inkMkLst>
            <pc:docMk/>
            <pc:sldMk cId="2847850662" sldId="273"/>
            <ac:inkMk id="25" creationId="{77686D36-03CF-44E9-CA6B-7BE878FEFBE9}"/>
          </ac:inkMkLst>
        </pc:inkChg>
        <pc:inkChg chg="add mod">
          <ac:chgData name="Tem Makhurane" userId="d979715f-3f45-4e11-aa20-e05c58997df8" providerId="ADAL" clId="{B009124C-6764-406B-AA9A-0354DD94CE47}" dt="2026-08-06T15:13:26.421" v="33"/>
          <ac:inkMkLst>
            <pc:docMk/>
            <pc:sldMk cId="2847850662" sldId="273"/>
            <ac:inkMk id="26" creationId="{FC81E250-0C79-8D16-5B11-56D26F96C7B3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27" creationId="{0920E03B-E8F6-8B4C-1637-5B3346CD2802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28" creationId="{AA878609-175A-6360-8ABC-9C811A6187B7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29" creationId="{6DA33020-EDB9-A1EE-849C-D48F1A87C9FE}"/>
          </ac:inkMkLst>
        </pc:inkChg>
        <pc:inkChg chg="add mod">
          <ac:chgData name="Tem Makhurane" userId="d979715f-3f45-4e11-aa20-e05c58997df8" providerId="ADAL" clId="{B009124C-6764-406B-AA9A-0354DD94CE47}" dt="2026-08-06T15:13:39.866" v="36"/>
          <ac:inkMkLst>
            <pc:docMk/>
            <pc:sldMk cId="2847850662" sldId="273"/>
            <ac:inkMk id="30" creationId="{8CC6DF0B-684A-CA32-DC43-D43A97B511FA}"/>
          </ac:inkMkLst>
        </pc:inkChg>
        <pc:inkChg chg="add">
          <ac:chgData name="Tem Makhurane" userId="d979715f-3f45-4e11-aa20-e05c58997df8" providerId="ADAL" clId="{B009124C-6764-406B-AA9A-0354DD94CE47}" dt="2026-08-06T15:13:15.176" v="30" actId="9405"/>
          <ac:inkMkLst>
            <pc:docMk/>
            <pc:sldMk cId="2847850662" sldId="273"/>
            <ac:inkMk id="31" creationId="{64ACE516-2B4B-C0F9-078B-3613B474B24C}"/>
          </ac:inkMkLst>
        </pc:inkChg>
        <pc:inkChg chg="add mod">
          <ac:chgData name="Tem Makhurane" userId="d979715f-3f45-4e11-aa20-e05c58997df8" providerId="ADAL" clId="{B009124C-6764-406B-AA9A-0354DD94CE47}" dt="2026-08-06T15:13:39.866" v="36"/>
          <ac:inkMkLst>
            <pc:docMk/>
            <pc:sldMk cId="2847850662" sldId="273"/>
            <ac:inkMk id="33" creationId="{E9390874-31F0-3D6B-C501-3751FB2140A4}"/>
          </ac:inkMkLst>
        </pc:inkChg>
        <pc:inkChg chg="add">
          <ac:chgData name="Tem Makhurane" userId="d979715f-3f45-4e11-aa20-e05c58997df8" providerId="ADAL" clId="{B009124C-6764-406B-AA9A-0354DD94CE47}" dt="2026-08-06T15:13:38.362" v="34" actId="9405"/>
          <ac:inkMkLst>
            <pc:docMk/>
            <pc:sldMk cId="2847850662" sldId="273"/>
            <ac:inkMk id="35" creationId="{39ED12BF-F7D7-33A3-9462-4424560A8D5F}"/>
          </ac:inkMkLst>
        </pc:inkChg>
        <pc:inkChg chg="add">
          <ac:chgData name="Tem Makhurane" userId="d979715f-3f45-4e11-aa20-e05c58997df8" providerId="ADAL" clId="{B009124C-6764-406B-AA9A-0354DD94CE47}" dt="2026-08-06T15:13:39.280" v="35" actId="9405"/>
          <ac:inkMkLst>
            <pc:docMk/>
            <pc:sldMk cId="2847850662" sldId="273"/>
            <ac:inkMk id="36" creationId="{6411A93B-97F2-6159-B7E7-FBAF87C3979E}"/>
          </ac:inkMkLst>
        </pc:inkChg>
        <pc:inkChg chg="add mod">
          <ac:chgData name="Tem Makhurane" userId="d979715f-3f45-4e11-aa20-e05c58997df8" providerId="ADAL" clId="{B009124C-6764-406B-AA9A-0354DD94CE47}" dt="2026-08-06T15:13:45.941" v="42"/>
          <ac:inkMkLst>
            <pc:docMk/>
            <pc:sldMk cId="2847850662" sldId="273"/>
            <ac:inkMk id="38" creationId="{17D60A11-505B-9350-2079-DA2846BFB352}"/>
          </ac:inkMkLst>
        </pc:inkChg>
        <pc:inkChg chg="add mod">
          <ac:chgData name="Tem Makhurane" userId="d979715f-3f45-4e11-aa20-e05c58997df8" providerId="ADAL" clId="{B009124C-6764-406B-AA9A-0354DD94CE47}" dt="2026-08-06T15:13:45.941" v="42"/>
          <ac:inkMkLst>
            <pc:docMk/>
            <pc:sldMk cId="2847850662" sldId="273"/>
            <ac:inkMk id="39" creationId="{7290F2C5-6057-53E8-86FA-430A05622E83}"/>
          </ac:inkMkLst>
        </pc:inkChg>
        <pc:inkChg chg="add mod">
          <ac:chgData name="Tem Makhurane" userId="d979715f-3f45-4e11-aa20-e05c58997df8" providerId="ADAL" clId="{B009124C-6764-406B-AA9A-0354DD94CE47}" dt="2026-08-06T15:13:45.941" v="42"/>
          <ac:inkMkLst>
            <pc:docMk/>
            <pc:sldMk cId="2847850662" sldId="273"/>
            <ac:inkMk id="40" creationId="{DC137BCE-1367-00B6-1CDE-7E08F3BE7F74}"/>
          </ac:inkMkLst>
        </pc:inkChg>
        <pc:inkChg chg="add mod">
          <ac:chgData name="Tem Makhurane" userId="d979715f-3f45-4e11-aa20-e05c58997df8" providerId="ADAL" clId="{B009124C-6764-406B-AA9A-0354DD94CE47}" dt="2026-08-06T15:13:45.941" v="42"/>
          <ac:inkMkLst>
            <pc:docMk/>
            <pc:sldMk cId="2847850662" sldId="273"/>
            <ac:inkMk id="41" creationId="{701D5EB4-A54B-E533-D0B1-CC8A4E00BFA7}"/>
          </ac:inkMkLst>
        </pc:inkChg>
        <pc:inkChg chg="add mod">
          <ac:chgData name="Tem Makhurane" userId="d979715f-3f45-4e11-aa20-e05c58997df8" providerId="ADAL" clId="{B009124C-6764-406B-AA9A-0354DD94CE47}" dt="2026-08-06T15:13:45.941" v="42"/>
          <ac:inkMkLst>
            <pc:docMk/>
            <pc:sldMk cId="2847850662" sldId="273"/>
            <ac:inkMk id="42" creationId="{A36DDF61-4FA3-1F87-1EEE-5E16D61939B2}"/>
          </ac:inkMkLst>
        </pc:inkChg>
        <pc:inkChg chg="add mod">
          <ac:chgData name="Tem Makhurane" userId="d979715f-3f45-4e11-aa20-e05c58997df8" providerId="ADAL" clId="{B009124C-6764-406B-AA9A-0354DD94CE47}" dt="2026-08-06T15:14:02.437" v="43" actId="571"/>
          <ac:inkMkLst>
            <pc:docMk/>
            <pc:sldMk cId="2847850662" sldId="273"/>
            <ac:inkMk id="44" creationId="{59AE314B-DFAD-2A8E-6278-BAE3EA0480B6}"/>
          </ac:inkMkLst>
        </pc:inkChg>
        <pc:inkChg chg="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52" creationId="{E9154971-BC5A-63B6-75B1-3F5873E2F5D1}"/>
          </ac:inkMkLst>
        </pc:inkChg>
        <pc:inkChg chg="add 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55" creationId="{47BA39EF-C8F8-3E83-8313-5A208DC6BA97}"/>
          </ac:inkMkLst>
        </pc:inkChg>
        <pc:inkChg chg="mod">
          <ac:chgData name="Tem Makhurane" userId="d979715f-3f45-4e11-aa20-e05c58997df8" providerId="ADAL" clId="{B009124C-6764-406B-AA9A-0354DD94CE47}" dt="2026-08-06T15:14:16.914" v="51"/>
          <ac:inkMkLst>
            <pc:docMk/>
            <pc:sldMk cId="2847850662" sldId="273"/>
            <ac:inkMk id="56" creationId="{849DC4F2-C6C2-E516-0873-3ED598AFE362}"/>
          </ac:inkMkLst>
        </pc:inkChg>
        <pc:inkChg chg="add mod">
          <ac:chgData name="Tem Makhurane" userId="d979715f-3f45-4e11-aa20-e05c58997df8" providerId="ADAL" clId="{B009124C-6764-406B-AA9A-0354DD94CE47}" dt="2026-08-06T15:14:02.437" v="43" actId="571"/>
          <ac:inkMkLst>
            <pc:docMk/>
            <pc:sldMk cId="2847850662" sldId="273"/>
            <ac:inkMk id="60" creationId="{C00BF81A-54E5-B846-2BC3-D5566F2B9F17}"/>
          </ac:inkMkLst>
        </pc:inkChg>
        <pc:inkChg chg="add mod">
          <ac:chgData name="Tem Makhurane" userId="d979715f-3f45-4e11-aa20-e05c58997df8" providerId="ADAL" clId="{B009124C-6764-406B-AA9A-0354DD94CE47}" dt="2026-08-06T15:14:02.437" v="43" actId="571"/>
          <ac:inkMkLst>
            <pc:docMk/>
            <pc:sldMk cId="2847850662" sldId="273"/>
            <ac:inkMk id="61" creationId="{D90F9E22-83AC-83D3-7371-96F3B928FE24}"/>
          </ac:inkMkLst>
        </pc:inkChg>
        <pc:inkChg chg="add mod">
          <ac:chgData name="Tem Makhurane" userId="d979715f-3f45-4e11-aa20-e05c58997df8" providerId="ADAL" clId="{B009124C-6764-406B-AA9A-0354DD94CE47}" dt="2026-08-06T15:14:13.015" v="50"/>
          <ac:inkMkLst>
            <pc:docMk/>
            <pc:sldMk cId="2847850662" sldId="273"/>
            <ac:inkMk id="65" creationId="{532DB88C-3B54-BFAC-6023-5D0EA6130096}"/>
          </ac:inkMkLst>
        </pc:inkChg>
        <pc:inkChg chg="add mod">
          <ac:chgData name="Tem Makhurane" userId="d979715f-3f45-4e11-aa20-e05c58997df8" providerId="ADAL" clId="{B009124C-6764-406B-AA9A-0354DD94CE47}" dt="2026-08-06T15:14:13.015" v="50"/>
          <ac:inkMkLst>
            <pc:docMk/>
            <pc:sldMk cId="2847850662" sldId="273"/>
            <ac:inkMk id="66" creationId="{FA0605E2-F164-0452-7716-1D849EFD5A6C}"/>
          </ac:inkMkLst>
        </pc:inkChg>
        <pc:inkChg chg="add mod">
          <ac:chgData name="Tem Makhurane" userId="d979715f-3f45-4e11-aa20-e05c58997df8" providerId="ADAL" clId="{B009124C-6764-406B-AA9A-0354DD94CE47}" dt="2026-08-06T15:14:13.015" v="50"/>
          <ac:inkMkLst>
            <pc:docMk/>
            <pc:sldMk cId="2847850662" sldId="273"/>
            <ac:inkMk id="67" creationId="{E12F6F7E-84B5-3470-9330-DC8D341C35CF}"/>
          </ac:inkMkLst>
        </pc:inkChg>
        <pc:inkChg chg="add mod">
          <ac:chgData name="Tem Makhurane" userId="d979715f-3f45-4e11-aa20-e05c58997df8" providerId="ADAL" clId="{B009124C-6764-406B-AA9A-0354DD94CE47}" dt="2026-08-06T15:14:13.015" v="50"/>
          <ac:inkMkLst>
            <pc:docMk/>
            <pc:sldMk cId="2847850662" sldId="273"/>
            <ac:inkMk id="68" creationId="{034A8320-A4E5-D66A-499D-EBAABED8D24A}"/>
          </ac:inkMkLst>
        </pc:inkChg>
        <pc:inkChg chg="add mod">
          <ac:chgData name="Tem Makhurane" userId="d979715f-3f45-4e11-aa20-e05c58997df8" providerId="ADAL" clId="{B009124C-6764-406B-AA9A-0354DD94CE47}" dt="2026-08-06T15:14:13.015" v="50"/>
          <ac:inkMkLst>
            <pc:docMk/>
            <pc:sldMk cId="2847850662" sldId="273"/>
            <ac:inkMk id="70" creationId="{DCBD904B-8306-33BC-AA8B-2CC7DEB316FF}"/>
          </ac:inkMkLst>
        </pc:inkChg>
        <pc:inkChg chg="add mod">
          <ac:chgData name="Tem Makhurane" userId="d979715f-3f45-4e11-aa20-e05c58997df8" providerId="ADAL" clId="{B009124C-6764-406B-AA9A-0354DD94CE47}" dt="2026-08-06T15:14:20.391" v="54"/>
          <ac:inkMkLst>
            <pc:docMk/>
            <pc:sldMk cId="2847850662" sldId="273"/>
            <ac:inkMk id="72" creationId="{CE736F1F-8EDB-CBC6-3F76-B507C0034424}"/>
          </ac:inkMkLst>
        </pc:inkChg>
        <pc:inkChg chg="add mod">
          <ac:chgData name="Tem Makhurane" userId="d979715f-3f45-4e11-aa20-e05c58997df8" providerId="ADAL" clId="{B009124C-6764-406B-AA9A-0354DD94CE47}" dt="2026-08-06T15:14:20.391" v="54"/>
          <ac:inkMkLst>
            <pc:docMk/>
            <pc:sldMk cId="2847850662" sldId="273"/>
            <ac:inkMk id="73" creationId="{036131E0-FCD4-9B68-D3ED-474C626482FB}"/>
          </ac:inkMkLst>
        </pc:inkChg>
        <pc:inkChg chg="add">
          <ac:chgData name="Tem Makhurane" userId="d979715f-3f45-4e11-aa20-e05c58997df8" providerId="ADAL" clId="{B009124C-6764-406B-AA9A-0354DD94CE47}" dt="2026-08-06T15:14:24.410" v="55" actId="9405"/>
          <ac:inkMkLst>
            <pc:docMk/>
            <pc:sldMk cId="2847850662" sldId="273"/>
            <ac:inkMk id="75" creationId="{DB1FE0BD-00A7-91A8-B974-654FE2095A68}"/>
          </ac:inkMkLst>
        </pc:inkChg>
        <pc:inkChg chg="add">
          <ac:chgData name="Tem Makhurane" userId="d979715f-3f45-4e11-aa20-e05c58997df8" providerId="ADAL" clId="{B009124C-6764-406B-AA9A-0354DD94CE47}" dt="2026-08-06T15:14:32.574" v="56" actId="9405"/>
          <ac:inkMkLst>
            <pc:docMk/>
            <pc:sldMk cId="2847850662" sldId="273"/>
            <ac:inkMk id="76" creationId="{7507737C-A2A5-A904-CBE6-D6E2241A0A87}"/>
          </ac:inkMkLst>
        </pc:inkChg>
        <pc:inkChg chg="add">
          <ac:chgData name="Tem Makhurane" userId="d979715f-3f45-4e11-aa20-e05c58997df8" providerId="ADAL" clId="{B009124C-6764-406B-AA9A-0354DD94CE47}" dt="2026-08-06T15:14:34.479" v="57" actId="9405"/>
          <ac:inkMkLst>
            <pc:docMk/>
            <pc:sldMk cId="2847850662" sldId="273"/>
            <ac:inkMk id="77" creationId="{32988111-599A-8FEE-F211-AD8A03BC00B3}"/>
          </ac:inkMkLst>
        </pc:inkChg>
        <pc:inkChg chg="add mod">
          <ac:chgData name="Tem Makhurane" userId="d979715f-3f45-4e11-aa20-e05c58997df8" providerId="ADAL" clId="{B009124C-6764-406B-AA9A-0354DD94CE47}" dt="2026-08-06T15:14:43.036" v="60"/>
          <ac:inkMkLst>
            <pc:docMk/>
            <pc:sldMk cId="2847850662" sldId="273"/>
            <ac:inkMk id="78" creationId="{89DFA500-A9A7-3B1F-1A5C-C32766E2DBFB}"/>
          </ac:inkMkLst>
        </pc:inkChg>
        <pc:inkChg chg="add mod">
          <ac:chgData name="Tem Makhurane" userId="d979715f-3f45-4e11-aa20-e05c58997df8" providerId="ADAL" clId="{B009124C-6764-406B-AA9A-0354DD94CE47}" dt="2026-08-06T15:14:43.036" v="60"/>
          <ac:inkMkLst>
            <pc:docMk/>
            <pc:sldMk cId="2847850662" sldId="273"/>
            <ac:inkMk id="79" creationId="{5EFE2B52-4E0F-CD65-1730-B23E3976F3FE}"/>
          </ac:inkMkLst>
        </pc:inkChg>
        <pc:inkChg chg="add">
          <ac:chgData name="Tem Makhurane" userId="d979715f-3f45-4e11-aa20-e05c58997df8" providerId="ADAL" clId="{B009124C-6764-406B-AA9A-0354DD94CE47}" dt="2026-08-06T15:14:44.214" v="61" actId="9405"/>
          <ac:inkMkLst>
            <pc:docMk/>
            <pc:sldMk cId="2847850662" sldId="273"/>
            <ac:inkMk id="81" creationId="{F3D74F24-24F8-9EC6-29A8-8FB0D5F42437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82" creationId="{75BCBCA5-FFC1-E6D2-7B6D-0A692B2B70D5}"/>
          </ac:inkMkLst>
        </pc:inkChg>
        <pc:inkChg chg="add">
          <ac:chgData name="Tem Makhurane" userId="d979715f-3f45-4e11-aa20-e05c58997df8" providerId="ADAL" clId="{B009124C-6764-406B-AA9A-0354DD94CE47}" dt="2026-08-06T15:14:45.995" v="63" actId="9405"/>
          <ac:inkMkLst>
            <pc:docMk/>
            <pc:sldMk cId="2847850662" sldId="273"/>
            <ac:inkMk id="83" creationId="{9EC628E2-C41B-6207-C1CA-46D8CB217E61}"/>
          </ac:inkMkLst>
        </pc:inkChg>
        <pc:inkChg chg="add">
          <ac:chgData name="Tem Makhurane" userId="d979715f-3f45-4e11-aa20-e05c58997df8" providerId="ADAL" clId="{B009124C-6764-406B-AA9A-0354DD94CE47}" dt="2026-08-06T15:14:46.165" v="64" actId="9405"/>
          <ac:inkMkLst>
            <pc:docMk/>
            <pc:sldMk cId="2847850662" sldId="273"/>
            <ac:inkMk id="84" creationId="{24F898D5-D203-E1CC-8C7D-28EE984A6A9F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85" creationId="{6ADD365B-0FA8-1A49-773D-E27BDE39A758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86" creationId="{4F7135E3-F28A-4A11-3DE3-819D6DAC35F6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87" creationId="{F6C659DB-7C5B-0112-DE29-826C57F208DB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88" creationId="{2A0DC890-2893-F564-4CD1-3031550C44B2}"/>
          </ac:inkMkLst>
        </pc:inkChg>
        <pc:inkChg chg="add">
          <ac:chgData name="Tem Makhurane" userId="d979715f-3f45-4e11-aa20-e05c58997df8" providerId="ADAL" clId="{B009124C-6764-406B-AA9A-0354DD94CE47}" dt="2026-08-06T15:14:47.897" v="69" actId="9405"/>
          <ac:inkMkLst>
            <pc:docMk/>
            <pc:sldMk cId="2847850662" sldId="273"/>
            <ac:inkMk id="89" creationId="{A6CE85E5-ACED-86B1-75D7-9004170CEB9A}"/>
          </ac:inkMkLst>
        </pc:inkChg>
        <pc:inkChg chg="add">
          <ac:chgData name="Tem Makhurane" userId="d979715f-3f45-4e11-aa20-e05c58997df8" providerId="ADAL" clId="{B009124C-6764-406B-AA9A-0354DD94CE47}" dt="2026-08-06T15:14:48.517" v="70" actId="9405"/>
          <ac:inkMkLst>
            <pc:docMk/>
            <pc:sldMk cId="2847850662" sldId="273"/>
            <ac:inkMk id="90" creationId="{BA96786C-72EC-196B-6823-964E0D431CA4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91" creationId="{04C11464-E511-5619-B5D6-990A6AB2B3DC}"/>
          </ac:inkMkLst>
        </pc:inkChg>
        <pc:inkChg chg="add">
          <ac:chgData name="Tem Makhurane" userId="d979715f-3f45-4e11-aa20-e05c58997df8" providerId="ADAL" clId="{B009124C-6764-406B-AA9A-0354DD94CE47}" dt="2026-08-06T15:14:49.106" v="72" actId="9405"/>
          <ac:inkMkLst>
            <pc:docMk/>
            <pc:sldMk cId="2847850662" sldId="273"/>
            <ac:inkMk id="92" creationId="{A82D3ACB-C9F4-6DAB-D847-3001539BFB2D}"/>
          </ac:inkMkLst>
        </pc:inkChg>
        <pc:inkChg chg="add">
          <ac:chgData name="Tem Makhurane" userId="d979715f-3f45-4e11-aa20-e05c58997df8" providerId="ADAL" clId="{B009124C-6764-406B-AA9A-0354DD94CE47}" dt="2026-08-06T15:14:49.599" v="73" actId="9405"/>
          <ac:inkMkLst>
            <pc:docMk/>
            <pc:sldMk cId="2847850662" sldId="273"/>
            <ac:inkMk id="93" creationId="{59F6983D-DF3F-6F3F-BB5A-ECC25242A30E}"/>
          </ac:inkMkLst>
        </pc:inkChg>
        <pc:inkChg chg="add">
          <ac:chgData name="Tem Makhurane" userId="d979715f-3f45-4e11-aa20-e05c58997df8" providerId="ADAL" clId="{B009124C-6764-406B-AA9A-0354DD94CE47}" dt="2026-08-06T15:14:49.852" v="74" actId="9405"/>
          <ac:inkMkLst>
            <pc:docMk/>
            <pc:sldMk cId="2847850662" sldId="273"/>
            <ac:inkMk id="94" creationId="{C67B4D2D-BB98-F171-33D7-923AD5D7E2F9}"/>
          </ac:inkMkLst>
        </pc:inkChg>
        <pc:inkChg chg="add mod">
          <ac:chgData name="Tem Makhurane" userId="d979715f-3f45-4e11-aa20-e05c58997df8" providerId="ADAL" clId="{B009124C-6764-406B-AA9A-0354DD94CE47}" dt="2026-08-06T15:14:51.656" v="78"/>
          <ac:inkMkLst>
            <pc:docMk/>
            <pc:sldMk cId="2847850662" sldId="273"/>
            <ac:inkMk id="95" creationId="{D4844ACB-DC0E-F3D9-8362-549ABF648BF8}"/>
          </ac:inkMkLst>
        </pc:inkChg>
        <pc:inkChg chg="add">
          <ac:chgData name="Tem Makhurane" userId="d979715f-3f45-4e11-aa20-e05c58997df8" providerId="ADAL" clId="{B009124C-6764-406B-AA9A-0354DD94CE47}" dt="2026-08-06T15:14:50.315" v="76" actId="9405"/>
          <ac:inkMkLst>
            <pc:docMk/>
            <pc:sldMk cId="2847850662" sldId="273"/>
            <ac:inkMk id="96" creationId="{C53A7485-9F5B-29F2-703F-404B36D3B9F9}"/>
          </ac:inkMkLst>
        </pc:inkChg>
        <pc:inkChg chg="add">
          <ac:chgData name="Tem Makhurane" userId="d979715f-3f45-4e11-aa20-e05c58997df8" providerId="ADAL" clId="{B009124C-6764-406B-AA9A-0354DD94CE47}" dt="2026-08-06T15:14:51.051" v="77" actId="9405"/>
          <ac:inkMkLst>
            <pc:docMk/>
            <pc:sldMk cId="2847850662" sldId="273"/>
            <ac:inkMk id="97" creationId="{D23C920C-83CA-5E62-202F-023BEBF2E18B}"/>
          </ac:inkMkLst>
        </pc:inkChg>
        <pc:inkChg chg="add mod">
          <ac:chgData name="Tem Makhurane" userId="d979715f-3f45-4e11-aa20-e05c58997df8" providerId="ADAL" clId="{B009124C-6764-406B-AA9A-0354DD94CE47}" dt="2026-08-06T15:15:35.893" v="95"/>
          <ac:inkMkLst>
            <pc:docMk/>
            <pc:sldMk cId="2847850662" sldId="273"/>
            <ac:inkMk id="101" creationId="{C50D3FB7-A5B0-45A5-FDB0-6735976AB1DE}"/>
          </ac:inkMkLst>
        </pc:inkChg>
        <pc:inkChg chg="add mod">
          <ac:chgData name="Tem Makhurane" userId="d979715f-3f45-4e11-aa20-e05c58997df8" providerId="ADAL" clId="{B009124C-6764-406B-AA9A-0354DD94CE47}" dt="2026-08-06T15:15:29.731" v="87"/>
          <ac:inkMkLst>
            <pc:docMk/>
            <pc:sldMk cId="2847850662" sldId="273"/>
            <ac:inkMk id="102" creationId="{7C5BF8EF-9C86-5253-7815-2F71FD5DF2AD}"/>
          </ac:inkMkLst>
        </pc:inkChg>
        <pc:inkChg chg="add mod">
          <ac:chgData name="Tem Makhurane" userId="d979715f-3f45-4e11-aa20-e05c58997df8" providerId="ADAL" clId="{B009124C-6764-406B-AA9A-0354DD94CE47}" dt="2026-08-06T15:15:35.893" v="95"/>
          <ac:inkMkLst>
            <pc:docMk/>
            <pc:sldMk cId="2847850662" sldId="273"/>
            <ac:inkMk id="103" creationId="{558180F4-BCBD-01DB-AAEE-77F8A24B8661}"/>
          </ac:inkMkLst>
        </pc:inkChg>
        <pc:inkChg chg="add mod">
          <ac:chgData name="Tem Makhurane" userId="d979715f-3f45-4e11-aa20-e05c58997df8" providerId="ADAL" clId="{B009124C-6764-406B-AA9A-0354DD94CE47}" dt="2026-08-06T15:15:35.893" v="95"/>
          <ac:inkMkLst>
            <pc:docMk/>
            <pc:sldMk cId="2847850662" sldId="273"/>
            <ac:inkMk id="104" creationId="{1EFA0E89-328F-122F-FBC2-6AA62F17D3DF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05" creationId="{DD48FA89-B39D-29DA-4958-FEFA885CFF2D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06" creationId="{30A3F96F-F2D0-2BB5-567B-3AD413726A5F}"/>
          </ac:inkMkLst>
        </pc:inkChg>
        <pc:inkChg chg="add mod">
          <ac:chgData name="Tem Makhurane" userId="d979715f-3f45-4e11-aa20-e05c58997df8" providerId="ADAL" clId="{B009124C-6764-406B-AA9A-0354DD94CE47}" dt="2026-08-06T15:15:29.731" v="87"/>
          <ac:inkMkLst>
            <pc:docMk/>
            <pc:sldMk cId="2847850662" sldId="273"/>
            <ac:inkMk id="107" creationId="{D5B86BE3-AD2D-6E77-75B3-205A7AECD60E}"/>
          </ac:inkMkLst>
        </pc:inkChg>
        <pc:inkChg chg="add mod">
          <ac:chgData name="Tem Makhurane" userId="d979715f-3f45-4e11-aa20-e05c58997df8" providerId="ADAL" clId="{B009124C-6764-406B-AA9A-0354DD94CE47}" dt="2026-08-06T15:15:29.731" v="87"/>
          <ac:inkMkLst>
            <pc:docMk/>
            <pc:sldMk cId="2847850662" sldId="273"/>
            <ac:inkMk id="108" creationId="{2BA7FB3A-EADA-DEF6-2E6E-A764A7239896}"/>
          </ac:inkMkLst>
        </pc:inkChg>
        <pc:inkChg chg="add mod">
          <ac:chgData name="Tem Makhurane" userId="d979715f-3f45-4e11-aa20-e05c58997df8" providerId="ADAL" clId="{B009124C-6764-406B-AA9A-0354DD94CE47}" dt="2026-08-06T15:15:35.893" v="95"/>
          <ac:inkMkLst>
            <pc:docMk/>
            <pc:sldMk cId="2847850662" sldId="273"/>
            <ac:inkMk id="111" creationId="{4BC8B69C-5107-86D0-B6BB-AC35347042E9}"/>
          </ac:inkMkLst>
        </pc:inkChg>
        <pc:inkChg chg="add mod">
          <ac:chgData name="Tem Makhurane" userId="d979715f-3f45-4e11-aa20-e05c58997df8" providerId="ADAL" clId="{B009124C-6764-406B-AA9A-0354DD94CE47}" dt="2026-08-06T15:15:35.893" v="95"/>
          <ac:inkMkLst>
            <pc:docMk/>
            <pc:sldMk cId="2847850662" sldId="273"/>
            <ac:inkMk id="112" creationId="{DC3F7395-D98C-735E-32F7-5C0D4C016B56}"/>
          </ac:inkMkLst>
        </pc:inkChg>
        <pc:inkChg chg="add">
          <ac:chgData name="Tem Makhurane" userId="d979715f-3f45-4e11-aa20-e05c58997df8" providerId="ADAL" clId="{B009124C-6764-406B-AA9A-0354DD94CE47}" dt="2026-08-06T15:15:32.003" v="90" actId="9405"/>
          <ac:inkMkLst>
            <pc:docMk/>
            <pc:sldMk cId="2847850662" sldId="273"/>
            <ac:inkMk id="113" creationId="{31AE8B78-E21F-1797-757C-27EDE295FCE8}"/>
          </ac:inkMkLst>
        </pc:inkChg>
        <pc:inkChg chg="add">
          <ac:chgData name="Tem Makhurane" userId="d979715f-3f45-4e11-aa20-e05c58997df8" providerId="ADAL" clId="{B009124C-6764-406B-AA9A-0354DD94CE47}" dt="2026-08-06T15:15:32.797" v="91" actId="9405"/>
          <ac:inkMkLst>
            <pc:docMk/>
            <pc:sldMk cId="2847850662" sldId="273"/>
            <ac:inkMk id="114" creationId="{B2B982D0-91F5-CFF6-1F1E-6642AE1B9366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15" creationId="{8F3CFD34-13D5-1FAF-8CE7-0D0D03B8726F}"/>
          </ac:inkMkLst>
        </pc:inkChg>
        <pc:inkChg chg="add">
          <ac:chgData name="Tem Makhurane" userId="d979715f-3f45-4e11-aa20-e05c58997df8" providerId="ADAL" clId="{B009124C-6764-406B-AA9A-0354DD94CE47}" dt="2026-08-06T15:15:34.308" v="93" actId="9405"/>
          <ac:inkMkLst>
            <pc:docMk/>
            <pc:sldMk cId="2847850662" sldId="273"/>
            <ac:inkMk id="116" creationId="{3AD6D4A4-1C5A-E802-0646-7642CFB22FA3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17" creationId="{6EC4E3F5-E435-1067-0CE5-46A7223BF4ED}"/>
          </ac:inkMkLst>
        </pc:inkChg>
        <pc:inkChg chg="add">
          <ac:chgData name="Tem Makhurane" userId="d979715f-3f45-4e11-aa20-e05c58997df8" providerId="ADAL" clId="{B009124C-6764-406B-AA9A-0354DD94CE47}" dt="2026-08-06T15:15:36.673" v="96" actId="9405"/>
          <ac:inkMkLst>
            <pc:docMk/>
            <pc:sldMk cId="2847850662" sldId="273"/>
            <ac:inkMk id="119" creationId="{EECFFB96-B86F-9073-B479-B656A44CA759}"/>
          </ac:inkMkLst>
        </pc:inkChg>
        <pc:inkChg chg="add">
          <ac:chgData name="Tem Makhurane" userId="d979715f-3f45-4e11-aa20-e05c58997df8" providerId="ADAL" clId="{B009124C-6764-406B-AA9A-0354DD94CE47}" dt="2026-08-06T15:15:37.215" v="97" actId="9405"/>
          <ac:inkMkLst>
            <pc:docMk/>
            <pc:sldMk cId="2847850662" sldId="273"/>
            <ac:inkMk id="120" creationId="{978A6111-BAA6-05C5-CED2-843EB1A08739}"/>
          </ac:inkMkLst>
        </pc:inkChg>
        <pc:inkChg chg="add">
          <ac:chgData name="Tem Makhurane" userId="d979715f-3f45-4e11-aa20-e05c58997df8" providerId="ADAL" clId="{B009124C-6764-406B-AA9A-0354DD94CE47}" dt="2026-08-06T15:15:37.740" v="98" actId="9405"/>
          <ac:inkMkLst>
            <pc:docMk/>
            <pc:sldMk cId="2847850662" sldId="273"/>
            <ac:inkMk id="121" creationId="{6941DBC2-D9E4-A5F6-4C42-5FF45603D4F6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22" creationId="{09D8E901-5298-4E40-9E80-1F1B98E48FD6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23" creationId="{BA1DCE66-0952-BFB4-0CD2-D89B46454F88}"/>
          </ac:inkMkLst>
        </pc:inkChg>
        <pc:inkChg chg="add">
          <ac:chgData name="Tem Makhurane" userId="d979715f-3f45-4e11-aa20-e05c58997df8" providerId="ADAL" clId="{B009124C-6764-406B-AA9A-0354DD94CE47}" dt="2026-08-06T15:15:40.589" v="101" actId="9405"/>
          <ac:inkMkLst>
            <pc:docMk/>
            <pc:sldMk cId="2847850662" sldId="273"/>
            <ac:inkMk id="124" creationId="{38F8FC53-1A8C-95D2-CC8F-F81C7522E20E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25" creationId="{123EA544-BE1F-4365-F827-624C86E09252}"/>
          </ac:inkMkLst>
        </pc:inkChg>
        <pc:inkChg chg="add">
          <ac:chgData name="Tem Makhurane" userId="d979715f-3f45-4e11-aa20-e05c58997df8" providerId="ADAL" clId="{B009124C-6764-406B-AA9A-0354DD94CE47}" dt="2026-08-06T15:15:41.927" v="103" actId="9405"/>
          <ac:inkMkLst>
            <pc:docMk/>
            <pc:sldMk cId="2847850662" sldId="273"/>
            <ac:inkMk id="126" creationId="{CF196627-D925-4A4A-E2B4-7D972BD74CFF}"/>
          </ac:inkMkLst>
        </pc:inkChg>
        <pc:inkChg chg="add mod">
          <ac:chgData name="Tem Makhurane" userId="d979715f-3f45-4e11-aa20-e05c58997df8" providerId="ADAL" clId="{B009124C-6764-406B-AA9A-0354DD94CE47}" dt="2026-08-06T15:15:43.124" v="105"/>
          <ac:inkMkLst>
            <pc:docMk/>
            <pc:sldMk cId="2847850662" sldId="273"/>
            <ac:inkMk id="127" creationId="{B2C33119-62B2-7DB6-9723-FC8AFA3BE571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5:31:39.976" v="366"/>
        <pc:sldMkLst>
          <pc:docMk/>
          <pc:sldMk cId="3187833337" sldId="274"/>
        </pc:sldMkLst>
        <pc:grpChg chg="del mod">
          <ac:chgData name="Tem Makhurane" userId="d979715f-3f45-4e11-aa20-e05c58997df8" providerId="ADAL" clId="{B009124C-6764-406B-AA9A-0354DD94CE47}" dt="2026-08-06T15:21:20.871" v="118"/>
          <ac:grpSpMkLst>
            <pc:docMk/>
            <pc:sldMk cId="3187833337" sldId="274"/>
            <ac:grpSpMk id="10" creationId="{ABA7A9E5-81AA-80F5-240D-4D48036E1505}"/>
          </ac:grpSpMkLst>
        </pc:grpChg>
        <pc:grpChg chg="del mod">
          <ac:chgData name="Tem Makhurane" userId="d979715f-3f45-4e11-aa20-e05c58997df8" providerId="ADAL" clId="{B009124C-6764-406B-AA9A-0354DD94CE47}" dt="2026-08-06T15:21:20.871" v="118"/>
          <ac:grpSpMkLst>
            <pc:docMk/>
            <pc:sldMk cId="3187833337" sldId="274"/>
            <ac:grpSpMk id="11" creationId="{8DFC94F6-5166-3CF7-0CCE-9024AE7682D1}"/>
          </ac:grpSpMkLst>
        </pc:grpChg>
        <pc:grpChg chg="del mod">
          <ac:chgData name="Tem Makhurane" userId="d979715f-3f45-4e11-aa20-e05c58997df8" providerId="ADAL" clId="{B009124C-6764-406B-AA9A-0354DD94CE47}" dt="2026-08-06T15:21:23.977" v="121"/>
          <ac:grpSpMkLst>
            <pc:docMk/>
            <pc:sldMk cId="3187833337" sldId="274"/>
            <ac:grpSpMk id="14" creationId="{14F89421-BD62-9A27-43F4-5FA3925D5E7B}"/>
          </ac:grpSpMkLst>
        </pc:grpChg>
        <pc:grpChg chg="del mod">
          <ac:chgData name="Tem Makhurane" userId="d979715f-3f45-4e11-aa20-e05c58997df8" providerId="ADAL" clId="{B009124C-6764-406B-AA9A-0354DD94CE47}" dt="2026-08-06T15:21:29.773" v="126"/>
          <ac:grpSpMkLst>
            <pc:docMk/>
            <pc:sldMk cId="3187833337" sldId="274"/>
            <ac:grpSpMk id="17" creationId="{9ADD9DC7-3EAC-9A24-7590-07904AA223FE}"/>
          </ac:grpSpMkLst>
        </pc:grpChg>
        <pc:grpChg chg="del mod">
          <ac:chgData name="Tem Makhurane" userId="d979715f-3f45-4e11-aa20-e05c58997df8" providerId="ADAL" clId="{B009124C-6764-406B-AA9A-0354DD94CE47}" dt="2026-08-06T15:21:36.030" v="129"/>
          <ac:grpSpMkLst>
            <pc:docMk/>
            <pc:sldMk cId="3187833337" sldId="274"/>
            <ac:grpSpMk id="22" creationId="{308ADFE7-EDE7-5C86-3F4A-4F6ED661E5E9}"/>
          </ac:grpSpMkLst>
        </pc:grpChg>
        <pc:grpChg chg="del mod">
          <ac:chgData name="Tem Makhurane" userId="d979715f-3f45-4e11-aa20-e05c58997df8" providerId="ADAL" clId="{B009124C-6764-406B-AA9A-0354DD94CE47}" dt="2026-08-06T15:21:48.998" v="134"/>
          <ac:grpSpMkLst>
            <pc:docMk/>
            <pc:sldMk cId="3187833337" sldId="274"/>
            <ac:grpSpMk id="25" creationId="{74E7FB05-DE3F-19D9-7B16-5A6B56EC2DED}"/>
          </ac:grpSpMkLst>
        </pc:grpChg>
        <pc:grpChg chg="del mod">
          <ac:chgData name="Tem Makhurane" userId="d979715f-3f45-4e11-aa20-e05c58997df8" providerId="ADAL" clId="{B009124C-6764-406B-AA9A-0354DD94CE47}" dt="2026-08-06T15:22:03.570" v="142"/>
          <ac:grpSpMkLst>
            <pc:docMk/>
            <pc:sldMk cId="3187833337" sldId="274"/>
            <ac:grpSpMk id="28" creationId="{63FF34EE-2725-7934-06D9-F0A5F5CC6B5C}"/>
          </ac:grpSpMkLst>
        </pc:grpChg>
        <pc:grpChg chg="del mod">
          <ac:chgData name="Tem Makhurane" userId="d979715f-3f45-4e11-aa20-e05c58997df8" providerId="ADAL" clId="{B009124C-6764-406B-AA9A-0354DD94CE47}" dt="2026-08-06T15:21:50.712" v="136"/>
          <ac:grpSpMkLst>
            <pc:docMk/>
            <pc:sldMk cId="3187833337" sldId="274"/>
            <ac:grpSpMk id="30" creationId="{452A7A7F-02E4-4FE2-FB46-D65DF253D3D1}"/>
          </ac:grpSpMkLst>
        </pc:grpChg>
        <pc:grpChg chg="del mod">
          <ac:chgData name="Tem Makhurane" userId="d979715f-3f45-4e11-aa20-e05c58997df8" providerId="ADAL" clId="{B009124C-6764-406B-AA9A-0354DD94CE47}" dt="2026-08-06T15:21:54.451" v="139"/>
          <ac:grpSpMkLst>
            <pc:docMk/>
            <pc:sldMk cId="3187833337" sldId="274"/>
            <ac:grpSpMk id="32" creationId="{EB241B63-3137-CDF9-E651-833D9B0F4BDE}"/>
          </ac:grpSpMkLst>
        </pc:grpChg>
        <pc:grpChg chg="del mod">
          <ac:chgData name="Tem Makhurane" userId="d979715f-3f45-4e11-aa20-e05c58997df8" providerId="ADAL" clId="{B009124C-6764-406B-AA9A-0354DD94CE47}" dt="2026-08-06T15:23:33.561" v="176"/>
          <ac:grpSpMkLst>
            <pc:docMk/>
            <pc:sldMk cId="3187833337" sldId="274"/>
            <ac:grpSpMk id="35" creationId="{A3C1B81C-A0FF-0E40-DC80-F18CE3F66FB5}"/>
          </ac:grpSpMkLst>
        </pc:grpChg>
        <pc:grpChg chg="del mod">
          <ac:chgData name="Tem Makhurane" userId="d979715f-3f45-4e11-aa20-e05c58997df8" providerId="ADAL" clId="{B009124C-6764-406B-AA9A-0354DD94CE47}" dt="2026-08-06T15:22:05.502" v="144"/>
          <ac:grpSpMkLst>
            <pc:docMk/>
            <pc:sldMk cId="3187833337" sldId="274"/>
            <ac:grpSpMk id="38" creationId="{B12673BC-E672-36B1-1A48-4A698409F7E0}"/>
          </ac:grpSpMkLst>
        </pc:grpChg>
        <pc:grpChg chg="del mod">
          <ac:chgData name="Tem Makhurane" userId="d979715f-3f45-4e11-aa20-e05c58997df8" providerId="ADAL" clId="{B009124C-6764-406B-AA9A-0354DD94CE47}" dt="2026-08-06T15:22:08.140" v="148"/>
          <ac:grpSpMkLst>
            <pc:docMk/>
            <pc:sldMk cId="3187833337" sldId="274"/>
            <ac:grpSpMk id="40" creationId="{167EDFD5-EEA4-D91B-F99A-BF66FC2BBA2E}"/>
          </ac:grpSpMkLst>
        </pc:grpChg>
        <pc:grpChg chg="del mod">
          <ac:chgData name="Tem Makhurane" userId="d979715f-3f45-4e11-aa20-e05c58997df8" providerId="ADAL" clId="{B009124C-6764-406B-AA9A-0354DD94CE47}" dt="2026-08-06T15:23:43.632" v="179"/>
          <ac:grpSpMkLst>
            <pc:docMk/>
            <pc:sldMk cId="3187833337" sldId="274"/>
            <ac:grpSpMk id="44" creationId="{82FDDE36-4157-FAF4-F6B0-1CFC17B144D7}"/>
          </ac:grpSpMkLst>
        </pc:grpChg>
        <pc:grpChg chg="mod">
          <ac:chgData name="Tem Makhurane" userId="d979715f-3f45-4e11-aa20-e05c58997df8" providerId="ADAL" clId="{B009124C-6764-406B-AA9A-0354DD94CE47}" dt="2026-08-06T15:22:33.382" v="154"/>
          <ac:grpSpMkLst>
            <pc:docMk/>
            <pc:sldMk cId="3187833337" sldId="274"/>
            <ac:grpSpMk id="47" creationId="{C02B4E7D-CEAC-46EE-0F36-F8F0116FEEA2}"/>
          </ac:grpSpMkLst>
        </pc:grpChg>
        <pc:grpChg chg="mod">
          <ac:chgData name="Tem Makhurane" userId="d979715f-3f45-4e11-aa20-e05c58997df8" providerId="ADAL" clId="{B009124C-6764-406B-AA9A-0354DD94CE47}" dt="2026-08-06T15:22:35.650" v="158"/>
          <ac:grpSpMkLst>
            <pc:docMk/>
            <pc:sldMk cId="3187833337" sldId="274"/>
            <ac:grpSpMk id="51" creationId="{BA87852C-42E8-7E9A-952E-AE35C809EC98}"/>
          </ac:grpSpMkLst>
        </pc:grpChg>
        <pc:grpChg chg="mod">
          <ac:chgData name="Tem Makhurane" userId="d979715f-3f45-4e11-aa20-e05c58997df8" providerId="ADAL" clId="{B009124C-6764-406B-AA9A-0354DD94CE47}" dt="2026-08-06T15:22:43.536" v="162"/>
          <ac:grpSpMkLst>
            <pc:docMk/>
            <pc:sldMk cId="3187833337" sldId="274"/>
            <ac:grpSpMk id="55" creationId="{38930900-01A8-66B7-23F5-F5B16E0AF417}"/>
          </ac:grpSpMkLst>
        </pc:grpChg>
        <pc:grpChg chg="del mod">
          <ac:chgData name="Tem Makhurane" userId="d979715f-3f45-4e11-aa20-e05c58997df8" providerId="ADAL" clId="{B009124C-6764-406B-AA9A-0354DD94CE47}" dt="2026-08-06T15:23:12.042" v="173"/>
          <ac:grpSpMkLst>
            <pc:docMk/>
            <pc:sldMk cId="3187833337" sldId="274"/>
            <ac:grpSpMk id="58" creationId="{1D344374-137D-1E73-2361-BA6EEAC1723D}"/>
          </ac:grpSpMkLst>
        </pc:grpChg>
        <pc:grpChg chg="mod">
          <ac:chgData name="Tem Makhurane" userId="d979715f-3f45-4e11-aa20-e05c58997df8" providerId="ADAL" clId="{B009124C-6764-406B-AA9A-0354DD94CE47}" dt="2026-08-06T15:23:12.042" v="173"/>
          <ac:grpSpMkLst>
            <pc:docMk/>
            <pc:sldMk cId="3187833337" sldId="274"/>
            <ac:grpSpMk id="64" creationId="{F7B78567-2FFC-F964-1D53-0F662625010C}"/>
          </ac:grpSpMkLst>
        </pc:grpChg>
        <pc:grpChg chg="mod">
          <ac:chgData name="Tem Makhurane" userId="d979715f-3f45-4e11-aa20-e05c58997df8" providerId="ADAL" clId="{B009124C-6764-406B-AA9A-0354DD94CE47}" dt="2026-08-06T15:23:33.561" v="176"/>
          <ac:grpSpMkLst>
            <pc:docMk/>
            <pc:sldMk cId="3187833337" sldId="274"/>
            <ac:grpSpMk id="66" creationId="{DEF68857-281D-2E4D-F451-49F629F2329D}"/>
          </ac:grpSpMkLst>
        </pc:grpChg>
        <pc:grpChg chg="mod">
          <ac:chgData name="Tem Makhurane" userId="d979715f-3f45-4e11-aa20-e05c58997df8" providerId="ADAL" clId="{B009124C-6764-406B-AA9A-0354DD94CE47}" dt="2026-08-06T15:23:43.632" v="179"/>
          <ac:grpSpMkLst>
            <pc:docMk/>
            <pc:sldMk cId="3187833337" sldId="274"/>
            <ac:grpSpMk id="69" creationId="{55FAB989-BFA0-3668-394F-C32532382029}"/>
          </ac:grpSpMkLst>
        </pc:grpChg>
        <pc:grpChg chg="mod">
          <ac:chgData name="Tem Makhurane" userId="d979715f-3f45-4e11-aa20-e05c58997df8" providerId="ADAL" clId="{B009124C-6764-406B-AA9A-0354DD94CE47}" dt="2026-08-06T15:23:58.221" v="197"/>
          <ac:grpSpMkLst>
            <pc:docMk/>
            <pc:sldMk cId="3187833337" sldId="274"/>
            <ac:grpSpMk id="87" creationId="{B6964776-DBDC-94B1-5247-914C7C9A28C0}"/>
          </ac:grpSpMkLst>
        </pc:grpChg>
        <pc:grpChg chg="mod">
          <ac:chgData name="Tem Makhurane" userId="d979715f-3f45-4e11-aa20-e05c58997df8" providerId="ADAL" clId="{B009124C-6764-406B-AA9A-0354DD94CE47}" dt="2026-08-06T15:23:58.221" v="197"/>
          <ac:grpSpMkLst>
            <pc:docMk/>
            <pc:sldMk cId="3187833337" sldId="274"/>
            <ac:grpSpMk id="88" creationId="{FA1A5A00-F7B3-FC2C-9260-BE564B38621F}"/>
          </ac:grpSpMkLst>
        </pc:grpChg>
        <pc:grpChg chg="mod">
          <ac:chgData name="Tem Makhurane" userId="d979715f-3f45-4e11-aa20-e05c58997df8" providerId="ADAL" clId="{B009124C-6764-406B-AA9A-0354DD94CE47}" dt="2026-08-06T15:23:58.221" v="197"/>
          <ac:grpSpMkLst>
            <pc:docMk/>
            <pc:sldMk cId="3187833337" sldId="274"/>
            <ac:grpSpMk id="89" creationId="{F0CC5577-3617-33B2-9356-707C2C5DBCC9}"/>
          </ac:grpSpMkLst>
        </pc:grpChg>
        <pc:grpChg chg="mod">
          <ac:chgData name="Tem Makhurane" userId="d979715f-3f45-4e11-aa20-e05c58997df8" providerId="ADAL" clId="{B009124C-6764-406B-AA9A-0354DD94CE47}" dt="2026-08-06T15:24:25.665" v="201"/>
          <ac:grpSpMkLst>
            <pc:docMk/>
            <pc:sldMk cId="3187833337" sldId="274"/>
            <ac:grpSpMk id="93" creationId="{373C750A-48D3-DF14-CEB5-E84F7DB57183}"/>
          </ac:grpSpMkLst>
        </pc:grpChg>
        <pc:grpChg chg="del mod">
          <ac:chgData name="Tem Makhurane" userId="d979715f-3f45-4e11-aa20-e05c58997df8" providerId="ADAL" clId="{B009124C-6764-406B-AA9A-0354DD94CE47}" dt="2026-08-06T15:24:44.668" v="215"/>
          <ac:grpSpMkLst>
            <pc:docMk/>
            <pc:sldMk cId="3187833337" sldId="274"/>
            <ac:grpSpMk id="105" creationId="{90B4D762-791C-8E68-80AF-99B3A3C00DA8}"/>
          </ac:grpSpMkLst>
        </pc:grpChg>
        <pc:grpChg chg="del mod">
          <ac:chgData name="Tem Makhurane" userId="d979715f-3f45-4e11-aa20-e05c58997df8" providerId="ADAL" clId="{B009124C-6764-406B-AA9A-0354DD94CE47}" dt="2026-08-06T15:24:52.270" v="222"/>
          <ac:grpSpMkLst>
            <pc:docMk/>
            <pc:sldMk cId="3187833337" sldId="274"/>
            <ac:grpSpMk id="107" creationId="{B6CDA2DC-5F56-D04C-121D-233161F7DBB1}"/>
          </ac:grpSpMkLst>
        </pc:grpChg>
        <pc:grpChg chg="del mod">
          <ac:chgData name="Tem Makhurane" userId="d979715f-3f45-4e11-aa20-e05c58997df8" providerId="ADAL" clId="{B009124C-6764-406B-AA9A-0354DD94CE47}" dt="2026-08-06T15:28:00.936" v="236"/>
          <ac:grpSpMkLst>
            <pc:docMk/>
            <pc:sldMk cId="3187833337" sldId="274"/>
            <ac:grpSpMk id="114" creationId="{33EEAEA6-C740-D92F-48AA-2145B6177380}"/>
          </ac:grpSpMkLst>
        </pc:grpChg>
        <pc:grpChg chg="del mod">
          <ac:chgData name="Tem Makhurane" userId="d979715f-3f45-4e11-aa20-e05c58997df8" providerId="ADAL" clId="{B009124C-6764-406B-AA9A-0354DD94CE47}" dt="2026-08-06T15:27:56.878" v="231"/>
          <ac:grpSpMkLst>
            <pc:docMk/>
            <pc:sldMk cId="3187833337" sldId="274"/>
            <ac:grpSpMk id="117" creationId="{2465A24F-5908-203E-5A88-40D2FB4FB853}"/>
          </ac:grpSpMkLst>
        </pc:grpChg>
        <pc:grpChg chg="del mod">
          <ac:chgData name="Tem Makhurane" userId="d979715f-3f45-4e11-aa20-e05c58997df8" providerId="ADAL" clId="{B009124C-6764-406B-AA9A-0354DD94CE47}" dt="2026-08-06T15:27:58.547" v="233"/>
          <ac:grpSpMkLst>
            <pc:docMk/>
            <pc:sldMk cId="3187833337" sldId="274"/>
            <ac:grpSpMk id="123" creationId="{BBEEE1E2-D4BB-FAF2-607D-A98512F5104C}"/>
          </ac:grpSpMkLst>
        </pc:grpChg>
        <pc:grpChg chg="del mod">
          <ac:chgData name="Tem Makhurane" userId="d979715f-3f45-4e11-aa20-e05c58997df8" providerId="ADAL" clId="{B009124C-6764-406B-AA9A-0354DD94CE47}" dt="2026-08-06T15:28:00.936" v="236"/>
          <ac:grpSpMkLst>
            <pc:docMk/>
            <pc:sldMk cId="3187833337" sldId="274"/>
            <ac:grpSpMk id="125" creationId="{8099F237-3268-9E31-E24B-6B650A9E6B50}"/>
          </ac:grpSpMkLst>
        </pc:grpChg>
        <pc:grpChg chg="del mod">
          <ac:chgData name="Tem Makhurane" userId="d979715f-3f45-4e11-aa20-e05c58997df8" providerId="ADAL" clId="{B009124C-6764-406B-AA9A-0354DD94CE47}" dt="2026-08-06T15:28:05.334" v="239"/>
          <ac:grpSpMkLst>
            <pc:docMk/>
            <pc:sldMk cId="3187833337" sldId="274"/>
            <ac:grpSpMk id="128" creationId="{D639AA18-CF20-F3CC-E362-60B218BE0C7A}"/>
          </ac:grpSpMkLst>
        </pc:grpChg>
        <pc:grpChg chg="del mod">
          <ac:chgData name="Tem Makhurane" userId="d979715f-3f45-4e11-aa20-e05c58997df8" providerId="ADAL" clId="{B009124C-6764-406B-AA9A-0354DD94CE47}" dt="2026-08-06T15:28:17.064" v="249"/>
          <ac:grpSpMkLst>
            <pc:docMk/>
            <pc:sldMk cId="3187833337" sldId="274"/>
            <ac:grpSpMk id="131" creationId="{FEF16EF5-2208-1865-402F-DD6045337A23}"/>
          </ac:grpSpMkLst>
        </pc:grpChg>
        <pc:grpChg chg="del mod">
          <ac:chgData name="Tem Makhurane" userId="d979715f-3f45-4e11-aa20-e05c58997df8" providerId="ADAL" clId="{B009124C-6764-406B-AA9A-0354DD94CE47}" dt="2026-08-06T15:28:14.060" v="247"/>
          <ac:grpSpMkLst>
            <pc:docMk/>
            <pc:sldMk cId="3187833337" sldId="274"/>
            <ac:grpSpMk id="135" creationId="{2377FCCD-C64D-ACD3-A78A-787770B4328F}"/>
          </ac:grpSpMkLst>
        </pc:grpChg>
        <pc:grpChg chg="del mod">
          <ac:chgData name="Tem Makhurane" userId="d979715f-3f45-4e11-aa20-e05c58997df8" providerId="ADAL" clId="{B009124C-6764-406B-AA9A-0354DD94CE47}" dt="2026-08-06T15:28:17.064" v="249"/>
          <ac:grpSpMkLst>
            <pc:docMk/>
            <pc:sldMk cId="3187833337" sldId="274"/>
            <ac:grpSpMk id="139" creationId="{27723DEA-08E9-7E25-1B27-11D11A26D661}"/>
          </ac:grpSpMkLst>
        </pc:grpChg>
        <pc:grpChg chg="del mod">
          <ac:chgData name="Tem Makhurane" userId="d979715f-3f45-4e11-aa20-e05c58997df8" providerId="ADAL" clId="{B009124C-6764-406B-AA9A-0354DD94CE47}" dt="2026-08-06T15:28:18.062" v="251"/>
          <ac:grpSpMkLst>
            <pc:docMk/>
            <pc:sldMk cId="3187833337" sldId="274"/>
            <ac:grpSpMk id="141" creationId="{101FE435-3128-0CEB-9760-E2C694095A7E}"/>
          </ac:grpSpMkLst>
        </pc:grpChg>
        <pc:grpChg chg="mod">
          <ac:chgData name="Tem Makhurane" userId="d979715f-3f45-4e11-aa20-e05c58997df8" providerId="ADAL" clId="{B009124C-6764-406B-AA9A-0354DD94CE47}" dt="2026-08-06T15:28:18.062" v="251"/>
          <ac:grpSpMkLst>
            <pc:docMk/>
            <pc:sldMk cId="3187833337" sldId="274"/>
            <ac:grpSpMk id="143" creationId="{DAC2E63C-ADA4-1FE0-C573-40F8B7A1A01A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168" creationId="{22B1B3D4-3937-99E7-11FE-2B78F8A4EF40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169" creationId="{B435E4C4-4110-D81C-D76B-C5BB0A9757F0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198" creationId="{590F1D81-5ED8-B58B-A543-01728F51BCD0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199" creationId="{406B8A90-0BE0-2C61-6992-62AC5B73CE78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200" creationId="{4ED95792-6C0E-F6F4-2780-2715FB888CD8}"/>
          </ac:grpSpMkLst>
        </pc:grpChg>
        <pc:grpChg chg="del mod">
          <ac:chgData name="Tem Makhurane" userId="d979715f-3f45-4e11-aa20-e05c58997df8" providerId="ADAL" clId="{B009124C-6764-406B-AA9A-0354DD94CE47}" dt="2026-08-06T15:29:29.049" v="305"/>
          <ac:grpSpMkLst>
            <pc:docMk/>
            <pc:sldMk cId="3187833337" sldId="274"/>
            <ac:grpSpMk id="201" creationId="{11C376EE-7981-ED91-18AC-229B93FE26D6}"/>
          </ac:grpSpMkLst>
        </pc:grpChg>
        <pc:grpChg chg="del mod">
          <ac:chgData name="Tem Makhurane" userId="d979715f-3f45-4e11-aa20-e05c58997df8" providerId="ADAL" clId="{B009124C-6764-406B-AA9A-0354DD94CE47}" dt="2026-08-06T15:29:32.499" v="315"/>
          <ac:grpSpMkLst>
            <pc:docMk/>
            <pc:sldMk cId="3187833337" sldId="274"/>
            <ac:grpSpMk id="202" creationId="{3F25D295-DCA9-1B61-A8A5-2D6FA4CC2597}"/>
          </ac:grpSpMkLst>
        </pc:grpChg>
        <pc:grpChg chg="mod">
          <ac:chgData name="Tem Makhurane" userId="d979715f-3f45-4e11-aa20-e05c58997df8" providerId="ADAL" clId="{B009124C-6764-406B-AA9A-0354DD94CE47}" dt="2026-08-06T15:29:32.499" v="315"/>
          <ac:grpSpMkLst>
            <pc:docMk/>
            <pc:sldMk cId="3187833337" sldId="274"/>
            <ac:grpSpMk id="212" creationId="{8588C469-D803-69CA-2C5E-3E94C46311A5}"/>
          </ac:grpSpMkLst>
        </pc:grpChg>
        <pc:grpChg chg="mod">
          <ac:chgData name="Tem Makhurane" userId="d979715f-3f45-4e11-aa20-e05c58997df8" providerId="ADAL" clId="{B009124C-6764-406B-AA9A-0354DD94CE47}" dt="2026-08-06T15:29:32.499" v="315"/>
          <ac:grpSpMkLst>
            <pc:docMk/>
            <pc:sldMk cId="3187833337" sldId="274"/>
            <ac:grpSpMk id="213" creationId="{7CA19E26-BF7A-5FFF-36B0-A50F16B5CB8B}"/>
          </ac:grpSpMkLst>
        </pc:grpChg>
        <pc:grpChg chg="mod">
          <ac:chgData name="Tem Makhurane" userId="d979715f-3f45-4e11-aa20-e05c58997df8" providerId="ADAL" clId="{B009124C-6764-406B-AA9A-0354DD94CE47}" dt="2026-08-06T15:29:35.625" v="322"/>
          <ac:grpSpMkLst>
            <pc:docMk/>
            <pc:sldMk cId="3187833337" sldId="274"/>
            <ac:grpSpMk id="220" creationId="{667CBD6A-3A22-6CD0-D7C4-7DAE58F8E648}"/>
          </ac:grpSpMkLst>
        </pc:grpChg>
        <pc:grpChg chg="mod">
          <ac:chgData name="Tem Makhurane" userId="d979715f-3f45-4e11-aa20-e05c58997df8" providerId="ADAL" clId="{B009124C-6764-406B-AA9A-0354DD94CE47}" dt="2026-08-06T15:29:39.558" v="332"/>
          <ac:grpSpMkLst>
            <pc:docMk/>
            <pc:sldMk cId="3187833337" sldId="274"/>
            <ac:grpSpMk id="230" creationId="{A51FC6CC-4716-8EF1-7EB4-7E2C81BDD0BC}"/>
          </ac:grpSpMkLst>
        </pc:grpChg>
        <pc:grpChg chg="mod">
          <ac:chgData name="Tem Makhurane" userId="d979715f-3f45-4e11-aa20-e05c58997df8" providerId="ADAL" clId="{B009124C-6764-406B-AA9A-0354DD94CE47}" dt="2026-08-06T15:29:44.213" v="337"/>
          <ac:grpSpMkLst>
            <pc:docMk/>
            <pc:sldMk cId="3187833337" sldId="274"/>
            <ac:grpSpMk id="235" creationId="{6BAC5601-3204-75A1-8EC3-56AB418DC9CC}"/>
          </ac:grpSpMkLst>
        </pc:grpChg>
        <pc:grpChg chg="del mod">
          <ac:chgData name="Tem Makhurane" userId="d979715f-3f45-4e11-aa20-e05c58997df8" providerId="ADAL" clId="{B009124C-6764-406B-AA9A-0354DD94CE47}" dt="2026-08-06T15:31:32.846" v="353"/>
          <ac:grpSpMkLst>
            <pc:docMk/>
            <pc:sldMk cId="3187833337" sldId="274"/>
            <ac:grpSpMk id="239" creationId="{B02A588E-6C66-3472-C25A-58206B3A5217}"/>
          </ac:grpSpMkLst>
        </pc:grpChg>
        <pc:grpChg chg="del mod">
          <ac:chgData name="Tem Makhurane" userId="d979715f-3f45-4e11-aa20-e05c58997df8" providerId="ADAL" clId="{B009124C-6764-406B-AA9A-0354DD94CE47}" dt="2026-08-06T15:31:35.093" v="358"/>
          <ac:grpSpMkLst>
            <pc:docMk/>
            <pc:sldMk cId="3187833337" sldId="274"/>
            <ac:grpSpMk id="251" creationId="{B304CD09-1662-F2FA-595A-8D1B01C1B432}"/>
          </ac:grpSpMkLst>
        </pc:grpChg>
        <pc:grpChg chg="mod">
          <ac:chgData name="Tem Makhurane" userId="d979715f-3f45-4e11-aa20-e05c58997df8" providerId="ADAL" clId="{B009124C-6764-406B-AA9A-0354DD94CE47}" dt="2026-08-06T15:31:32.846" v="353"/>
          <ac:grpSpMkLst>
            <pc:docMk/>
            <pc:sldMk cId="3187833337" sldId="274"/>
            <ac:grpSpMk id="252" creationId="{2122E87A-4C4A-59B1-4D15-331B86996559}"/>
          </ac:grpSpMkLst>
        </pc:grpChg>
        <pc:grpChg chg="mod">
          <ac:chgData name="Tem Makhurane" userId="d979715f-3f45-4e11-aa20-e05c58997df8" providerId="ADAL" clId="{B009124C-6764-406B-AA9A-0354DD94CE47}" dt="2026-08-06T15:31:35.093" v="358"/>
          <ac:grpSpMkLst>
            <pc:docMk/>
            <pc:sldMk cId="3187833337" sldId="274"/>
            <ac:grpSpMk id="257" creationId="{DCA004C0-F8F5-ABF0-CE75-322EF4A8EE9B}"/>
          </ac:grpSpMkLst>
        </pc:grpChg>
        <pc:grpChg chg="mod">
          <ac:chgData name="Tem Makhurane" userId="d979715f-3f45-4e11-aa20-e05c58997df8" providerId="ADAL" clId="{B009124C-6764-406B-AA9A-0354DD94CE47}" dt="2026-08-06T15:31:39.976" v="366"/>
          <ac:grpSpMkLst>
            <pc:docMk/>
            <pc:sldMk cId="3187833337" sldId="274"/>
            <ac:grpSpMk id="265" creationId="{BA30F241-EF4A-67A7-A7F6-7A240B9D31E6}"/>
          </ac:grpSpMkLst>
        </pc:grpChg>
        <pc:grpChg chg="mod">
          <ac:chgData name="Tem Makhurane" userId="d979715f-3f45-4e11-aa20-e05c58997df8" providerId="ADAL" clId="{B009124C-6764-406B-AA9A-0354DD94CE47}" dt="2026-08-06T15:31:39.976" v="366"/>
          <ac:grpSpMkLst>
            <pc:docMk/>
            <pc:sldMk cId="3187833337" sldId="274"/>
            <ac:grpSpMk id="266" creationId="{F06E82E9-737F-E371-B273-3F802817335C}"/>
          </ac:grpSpMkLst>
        </pc:grp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2" creationId="{3DFADD0F-8AEB-01CD-3AB8-54CC0BBB77C3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3" creationId="{147E7693-3D7E-CA3B-AE21-07F2DCC55FB3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4" creationId="{743F3899-81CB-8BC8-077B-6952120A5955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5" creationId="{4B40F9AB-186D-E4F3-399F-658273DA4841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6" creationId="{DC89BA21-5975-23B3-2660-DF1EC13C53E8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7" creationId="{37106407-EC45-2D9E-08FE-2C65AC9C70D1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8" creationId="{F37F7C78-DAB1-74E3-4193-44F9A5967DC0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9" creationId="{112D5849-E87C-497F-2DC2-FDA0E1820A3D}"/>
          </ac:inkMkLst>
        </pc:inkChg>
        <pc:inkChg chg="add mod">
          <ac:chgData name="Tem Makhurane" userId="d979715f-3f45-4e11-aa20-e05c58997df8" providerId="ADAL" clId="{B009124C-6764-406B-AA9A-0354DD94CE47}" dt="2026-08-06T15:21:23.977" v="121"/>
          <ac:inkMkLst>
            <pc:docMk/>
            <pc:sldMk cId="3187833337" sldId="274"/>
            <ac:inkMk id="12" creationId="{D28AAFFA-3367-0EB0-C860-15F294C30A4F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13" creationId="{6341CF2F-4256-7E05-C296-FBE47EBFF7A5}"/>
          </ac:inkMkLst>
        </pc:inkChg>
        <pc:inkChg chg="add">
          <ac:chgData name="Tem Makhurane" userId="d979715f-3f45-4e11-aa20-e05c58997df8" providerId="ADAL" clId="{B009124C-6764-406B-AA9A-0354DD94CE47}" dt="2026-08-06T15:21:21.994" v="119" actId="9405"/>
          <ac:inkMkLst>
            <pc:docMk/>
            <pc:sldMk cId="3187833337" sldId="274"/>
            <ac:inkMk id="15" creationId="{94C1F4FE-2D3E-3750-E104-3E0BF0804E80}"/>
          </ac:inkMkLst>
        </pc:inkChg>
        <pc:inkChg chg="add">
          <ac:chgData name="Tem Makhurane" userId="d979715f-3f45-4e11-aa20-e05c58997df8" providerId="ADAL" clId="{B009124C-6764-406B-AA9A-0354DD94CE47}" dt="2026-08-06T15:21:23.441" v="120" actId="9405"/>
          <ac:inkMkLst>
            <pc:docMk/>
            <pc:sldMk cId="3187833337" sldId="274"/>
            <ac:inkMk id="16" creationId="{4EB3FB49-DD38-0007-137A-9EB1AB89B494}"/>
          </ac:inkMkLst>
        </pc:inkChg>
        <pc:inkChg chg="add mod">
          <ac:chgData name="Tem Makhurane" userId="d979715f-3f45-4e11-aa20-e05c58997df8" providerId="ADAL" clId="{B009124C-6764-406B-AA9A-0354DD94CE47}" dt="2026-08-06T15:21:50.712" v="136"/>
          <ac:inkMkLst>
            <pc:docMk/>
            <pc:sldMk cId="3187833337" sldId="274"/>
            <ac:inkMk id="18" creationId="{82529B95-63A5-E116-F6F9-3C327F028F9F}"/>
          </ac:inkMkLst>
        </pc:inkChg>
        <pc:inkChg chg="add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19" creationId="{137CA32D-491D-F1CB-9FFC-6575E3AD366A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20" creationId="{8CC370FC-3F5D-0693-3375-24D32A00B832}"/>
          </ac:inkMkLst>
        </pc:inkChg>
        <pc:inkChg chg="add mod">
          <ac:chgData name="Tem Makhurane" userId="d979715f-3f45-4e11-aa20-e05c58997df8" providerId="ADAL" clId="{B009124C-6764-406B-AA9A-0354DD94CE47}" dt="2026-08-06T15:21:29.773" v="126"/>
          <ac:inkMkLst>
            <pc:docMk/>
            <pc:sldMk cId="3187833337" sldId="274"/>
            <ac:inkMk id="21" creationId="{2D5214E9-27A2-C1D8-8F0C-17A92BEED9FE}"/>
          </ac:inkMkLst>
        </pc:inkChg>
        <pc:inkChg chg="add">
          <ac:chgData name="Tem Makhurane" userId="d979715f-3f45-4e11-aa20-e05c58997df8" providerId="ADAL" clId="{B009124C-6764-406B-AA9A-0354DD94CE47}" dt="2026-08-06T15:21:33.973" v="127" actId="9405"/>
          <ac:inkMkLst>
            <pc:docMk/>
            <pc:sldMk cId="3187833337" sldId="274"/>
            <ac:inkMk id="23" creationId="{2F81D369-FB3A-873A-72F1-A83875258F47}"/>
          </ac:inkMkLst>
        </pc:inkChg>
        <pc:inkChg chg="add mod">
          <ac:chgData name="Tem Makhurane" userId="d979715f-3f45-4e11-aa20-e05c58997df8" providerId="ADAL" clId="{B009124C-6764-406B-AA9A-0354DD94CE47}" dt="2026-08-06T15:21:48.998" v="134"/>
          <ac:inkMkLst>
            <pc:docMk/>
            <pc:sldMk cId="3187833337" sldId="274"/>
            <ac:inkMk id="24" creationId="{EEE7C257-0EBD-2072-A18A-9C19A0FFEBD5}"/>
          </ac:inkMkLst>
        </pc:inkChg>
        <pc:inkChg chg="add del mod">
          <ac:chgData name="Tem Makhurane" userId="d979715f-3f45-4e11-aa20-e05c58997df8" providerId="ADAL" clId="{B009124C-6764-406B-AA9A-0354DD94CE47}" dt="2026-08-06T15:23:06.595" v="169"/>
          <ac:inkMkLst>
            <pc:docMk/>
            <pc:sldMk cId="3187833337" sldId="274"/>
            <ac:inkMk id="26" creationId="{4893A2FC-BF5D-7F63-2CD8-66FD4E662D32}"/>
          </ac:inkMkLst>
        </pc:inkChg>
        <pc:inkChg chg="add del mod">
          <ac:chgData name="Tem Makhurane" userId="d979715f-3f45-4e11-aa20-e05c58997df8" providerId="ADAL" clId="{B009124C-6764-406B-AA9A-0354DD94CE47}" dt="2026-08-06T15:23:06.595" v="168"/>
          <ac:inkMkLst>
            <pc:docMk/>
            <pc:sldMk cId="3187833337" sldId="274"/>
            <ac:inkMk id="27" creationId="{588D972D-A29A-C8ED-EF28-233930D969CC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29" creationId="{F7B55FC4-1144-B2D6-FDDA-4E33C3D9F290}"/>
          </ac:inkMkLst>
        </pc:inkChg>
        <pc:inkChg chg="add del mod">
          <ac:chgData name="Tem Makhurane" userId="d979715f-3f45-4e11-aa20-e05c58997df8" providerId="ADAL" clId="{B009124C-6764-406B-AA9A-0354DD94CE47}" dt="2026-08-06T15:23:28.743" v="174"/>
          <ac:inkMkLst>
            <pc:docMk/>
            <pc:sldMk cId="3187833337" sldId="274"/>
            <ac:inkMk id="31" creationId="{29855669-F67E-53CC-64E8-D1449CC252CF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33" creationId="{74D273FA-D608-176E-B9AF-03ECD7FDCA12}"/>
          </ac:inkMkLst>
        </pc:inkChg>
        <pc:inkChg chg="add mod">
          <ac:chgData name="Tem Makhurane" userId="d979715f-3f45-4e11-aa20-e05c58997df8" providerId="ADAL" clId="{B009124C-6764-406B-AA9A-0354DD94CE47}" dt="2026-08-06T15:23:33.561" v="176"/>
          <ac:inkMkLst>
            <pc:docMk/>
            <pc:sldMk cId="3187833337" sldId="274"/>
            <ac:inkMk id="34" creationId="{8FE3373F-465D-FE1E-5FE9-B2058A3F6EC5}"/>
          </ac:inkMkLst>
        </pc:inkChg>
        <pc:inkChg chg="add del mod">
          <ac:chgData name="Tem Makhurane" userId="d979715f-3f45-4e11-aa20-e05c58997df8" providerId="ADAL" clId="{B009124C-6764-406B-AA9A-0354DD94CE47}" dt="2026-08-06T15:22:19.261" v="151"/>
          <ac:inkMkLst>
            <pc:docMk/>
            <pc:sldMk cId="3187833337" sldId="274"/>
            <ac:inkMk id="36" creationId="{90E9D13C-DCA4-49F6-E9FB-EA3FA634F2E3}"/>
          </ac:inkMkLst>
        </pc:inkChg>
        <pc:inkChg chg="add del mod">
          <ac:chgData name="Tem Makhurane" userId="d979715f-3f45-4e11-aa20-e05c58997df8" providerId="ADAL" clId="{B009124C-6764-406B-AA9A-0354DD94CE47}" dt="2026-08-06T15:22:19.259" v="150"/>
          <ac:inkMkLst>
            <pc:docMk/>
            <pc:sldMk cId="3187833337" sldId="274"/>
            <ac:inkMk id="37" creationId="{58FF8F3D-2B4B-1481-5CC0-B5424FD6AEDC}"/>
          </ac:inkMkLst>
        </pc:inkChg>
        <pc:inkChg chg="add mod">
          <ac:chgData name="Tem Makhurane" userId="d979715f-3f45-4e11-aa20-e05c58997df8" providerId="ADAL" clId="{B009124C-6764-406B-AA9A-0354DD94CE47}" dt="2026-08-06T15:23:43.632" v="179"/>
          <ac:inkMkLst>
            <pc:docMk/>
            <pc:sldMk cId="3187833337" sldId="274"/>
            <ac:inkMk id="39" creationId="{8351DF71-FA5D-99C7-7369-482564350D4E}"/>
          </ac:inkMkLst>
        </pc:inkChg>
        <pc:inkChg chg="add mod">
          <ac:chgData name="Tem Makhurane" userId="d979715f-3f45-4e11-aa20-e05c58997df8" providerId="ADAL" clId="{B009124C-6764-406B-AA9A-0354DD94CE47}" dt="2026-08-06T15:23:43.632" v="179"/>
          <ac:inkMkLst>
            <pc:docMk/>
            <pc:sldMk cId="3187833337" sldId="274"/>
            <ac:inkMk id="41" creationId="{1126B144-87C7-5A14-0FE4-415625825C19}"/>
          </ac:inkMkLst>
        </pc:inkChg>
        <pc:inkChg chg="add mod">
          <ac:chgData name="Tem Makhurane" userId="d979715f-3f45-4e11-aa20-e05c58997df8" providerId="ADAL" clId="{B009124C-6764-406B-AA9A-0354DD94CE47}" dt="2026-08-06T15:23:43.632" v="179"/>
          <ac:inkMkLst>
            <pc:docMk/>
            <pc:sldMk cId="3187833337" sldId="274"/>
            <ac:inkMk id="42" creationId="{ECB9940A-556C-8CD4-01B0-4380279FD862}"/>
          </ac:inkMkLst>
        </pc:inkChg>
        <pc:inkChg chg="add del mod">
          <ac:chgData name="Tem Makhurane" userId="d979715f-3f45-4e11-aa20-e05c58997df8" providerId="ADAL" clId="{B009124C-6764-406B-AA9A-0354DD94CE47}" dt="2026-08-06T15:22:19.259" v="149"/>
          <ac:inkMkLst>
            <pc:docMk/>
            <pc:sldMk cId="3187833337" sldId="274"/>
            <ac:inkMk id="43" creationId="{4702E149-7F15-631C-3C04-78ACB333F720}"/>
          </ac:inkMkLst>
        </pc:inkChg>
        <pc:inkChg chg="add mod">
          <ac:chgData name="Tem Makhurane" userId="d979715f-3f45-4e11-aa20-e05c58997df8" providerId="ADAL" clId="{B009124C-6764-406B-AA9A-0354DD94CE47}" dt="2026-08-06T15:22:33.382" v="154"/>
          <ac:inkMkLst>
            <pc:docMk/>
            <pc:sldMk cId="3187833337" sldId="274"/>
            <ac:inkMk id="45" creationId="{8105409C-AE31-3C7E-BC57-D1A2E37000FB}"/>
          </ac:inkMkLst>
        </pc:inkChg>
        <pc:inkChg chg="add mod">
          <ac:chgData name="Tem Makhurane" userId="d979715f-3f45-4e11-aa20-e05c58997df8" providerId="ADAL" clId="{B009124C-6764-406B-AA9A-0354DD94CE47}" dt="2026-08-06T15:22:33.382" v="154"/>
          <ac:inkMkLst>
            <pc:docMk/>
            <pc:sldMk cId="3187833337" sldId="274"/>
            <ac:inkMk id="46" creationId="{64AD0E56-B8E0-F03D-6A09-96378AF6B5CD}"/>
          </ac:inkMkLst>
        </pc:inkChg>
        <pc:inkChg chg="add mod">
          <ac:chgData name="Tem Makhurane" userId="d979715f-3f45-4e11-aa20-e05c58997df8" providerId="ADAL" clId="{B009124C-6764-406B-AA9A-0354DD94CE47}" dt="2026-08-06T15:22:35.650" v="158"/>
          <ac:inkMkLst>
            <pc:docMk/>
            <pc:sldMk cId="3187833337" sldId="274"/>
            <ac:inkMk id="48" creationId="{99E5EF4A-E986-CCB4-493C-29EA30148DFA}"/>
          </ac:inkMkLst>
        </pc:inkChg>
        <pc:inkChg chg="add mod">
          <ac:chgData name="Tem Makhurane" userId="d979715f-3f45-4e11-aa20-e05c58997df8" providerId="ADAL" clId="{B009124C-6764-406B-AA9A-0354DD94CE47}" dt="2026-08-06T15:22:35.650" v="158"/>
          <ac:inkMkLst>
            <pc:docMk/>
            <pc:sldMk cId="3187833337" sldId="274"/>
            <ac:inkMk id="49" creationId="{F7DCB9FD-9351-E5A7-122A-01A493441A5A}"/>
          </ac:inkMkLst>
        </pc:inkChg>
        <pc:inkChg chg="add mod">
          <ac:chgData name="Tem Makhurane" userId="d979715f-3f45-4e11-aa20-e05c58997df8" providerId="ADAL" clId="{B009124C-6764-406B-AA9A-0354DD94CE47}" dt="2026-08-06T15:22:35.650" v="158"/>
          <ac:inkMkLst>
            <pc:docMk/>
            <pc:sldMk cId="3187833337" sldId="274"/>
            <ac:inkMk id="50" creationId="{4FCFE9FD-C238-ED0D-3B14-8A375A88363D}"/>
          </ac:inkMkLst>
        </pc:inkChg>
        <pc:inkChg chg="add mod">
          <ac:chgData name="Tem Makhurane" userId="d979715f-3f45-4e11-aa20-e05c58997df8" providerId="ADAL" clId="{B009124C-6764-406B-AA9A-0354DD94CE47}" dt="2026-08-06T15:22:43.536" v="162"/>
          <ac:inkMkLst>
            <pc:docMk/>
            <pc:sldMk cId="3187833337" sldId="274"/>
            <ac:inkMk id="52" creationId="{1117DA33-67BE-2CA2-AABB-CE8510713271}"/>
          </ac:inkMkLst>
        </pc:inkChg>
        <pc:inkChg chg="add mod">
          <ac:chgData name="Tem Makhurane" userId="d979715f-3f45-4e11-aa20-e05c58997df8" providerId="ADAL" clId="{B009124C-6764-406B-AA9A-0354DD94CE47}" dt="2026-08-06T15:22:43.536" v="162"/>
          <ac:inkMkLst>
            <pc:docMk/>
            <pc:sldMk cId="3187833337" sldId="274"/>
            <ac:inkMk id="53" creationId="{B57BCBE0-C9B9-1BE0-E701-84FCF97ED262}"/>
          </ac:inkMkLst>
        </pc:inkChg>
        <pc:inkChg chg="add mod">
          <ac:chgData name="Tem Makhurane" userId="d979715f-3f45-4e11-aa20-e05c58997df8" providerId="ADAL" clId="{B009124C-6764-406B-AA9A-0354DD94CE47}" dt="2026-08-06T15:22:43.536" v="162"/>
          <ac:inkMkLst>
            <pc:docMk/>
            <pc:sldMk cId="3187833337" sldId="274"/>
            <ac:inkMk id="54" creationId="{E972D58C-EF92-0771-69DE-A5722327C2EA}"/>
          </ac:inkMkLst>
        </pc:inkChg>
        <pc:inkChg chg="add mod">
          <ac:chgData name="Tem Makhurane" userId="d979715f-3f45-4e11-aa20-e05c58997df8" providerId="ADAL" clId="{B009124C-6764-406B-AA9A-0354DD94CE47}" dt="2026-08-06T15:23:12.042" v="173"/>
          <ac:inkMkLst>
            <pc:docMk/>
            <pc:sldMk cId="3187833337" sldId="274"/>
            <ac:inkMk id="56" creationId="{57F5AD8F-ABEE-C376-E13B-AC97CF23EB99}"/>
          </ac:inkMkLst>
        </pc:inkChg>
        <pc:inkChg chg="add mod">
          <ac:chgData name="Tem Makhurane" userId="d979715f-3f45-4e11-aa20-e05c58997df8" providerId="ADAL" clId="{B009124C-6764-406B-AA9A-0354DD94CE47}" dt="2026-08-06T15:23:12.042" v="173"/>
          <ac:inkMkLst>
            <pc:docMk/>
            <pc:sldMk cId="3187833337" sldId="274"/>
            <ac:inkMk id="57" creationId="{C5F89B0C-B6FA-2E74-E0B9-AA3578EDD862}"/>
          </ac:inkMkLst>
        </pc:inkChg>
        <pc:inkChg chg="add">
          <ac:chgData name="Tem Makhurane" userId="d979715f-3f45-4e11-aa20-e05c58997df8" providerId="ADAL" clId="{B009124C-6764-406B-AA9A-0354DD94CE47}" dt="2026-08-06T15:23:00.282" v="166" actId="9405"/>
          <ac:inkMkLst>
            <pc:docMk/>
            <pc:sldMk cId="3187833337" sldId="274"/>
            <ac:inkMk id="59" creationId="{FDF40DDF-2F66-FC38-ECF9-4B3026E148DF}"/>
          </ac:inkMkLst>
        </pc:inkChg>
        <pc:inkChg chg="add">
          <ac:chgData name="Tem Makhurane" userId="d979715f-3f45-4e11-aa20-e05c58997df8" providerId="ADAL" clId="{B009124C-6764-406B-AA9A-0354DD94CE47}" dt="2026-08-06T15:23:03.583" v="167" actId="9405"/>
          <ac:inkMkLst>
            <pc:docMk/>
            <pc:sldMk cId="3187833337" sldId="274"/>
            <ac:inkMk id="60" creationId="{53C9A7FC-8692-A291-035D-A6393FDD139A}"/>
          </ac:inkMkLst>
        </pc:inkChg>
        <pc:inkChg chg="add mod">
          <ac:chgData name="Tem Makhurane" userId="d979715f-3f45-4e11-aa20-e05c58997df8" providerId="ADAL" clId="{B009124C-6764-406B-AA9A-0354DD94CE47}" dt="2026-08-06T15:23:12.042" v="173"/>
          <ac:inkMkLst>
            <pc:docMk/>
            <pc:sldMk cId="3187833337" sldId="274"/>
            <ac:inkMk id="61" creationId="{92D854EA-A3D2-CB6F-31FB-A5518CD7A600}"/>
          </ac:inkMkLst>
        </pc:inkChg>
        <pc:inkChg chg="add mod">
          <ac:chgData name="Tem Makhurane" userId="d979715f-3f45-4e11-aa20-e05c58997df8" providerId="ADAL" clId="{B009124C-6764-406B-AA9A-0354DD94CE47}" dt="2026-08-06T15:23:12.042" v="173"/>
          <ac:inkMkLst>
            <pc:docMk/>
            <pc:sldMk cId="3187833337" sldId="274"/>
            <ac:inkMk id="62" creationId="{1B7D5E23-02CA-6AA5-6F1F-BCBC2EB67EF7}"/>
          </ac:inkMkLst>
        </pc:inkChg>
        <pc:inkChg chg="add mod">
          <ac:chgData name="Tem Makhurane" userId="d979715f-3f45-4e11-aa20-e05c58997df8" providerId="ADAL" clId="{B009124C-6764-406B-AA9A-0354DD94CE47}" dt="2026-08-06T15:23:12.042" v="173"/>
          <ac:inkMkLst>
            <pc:docMk/>
            <pc:sldMk cId="3187833337" sldId="274"/>
            <ac:inkMk id="63" creationId="{67944142-D426-9F5E-B2EB-4DB6BD16E840}"/>
          </ac:inkMkLst>
        </pc:inkChg>
        <pc:inkChg chg="add">
          <ac:chgData name="Tem Makhurane" userId="d979715f-3f45-4e11-aa20-e05c58997df8" providerId="ADAL" clId="{B009124C-6764-406B-AA9A-0354DD94CE47}" dt="2026-08-06T15:23:32.607" v="175" actId="9405"/>
          <ac:inkMkLst>
            <pc:docMk/>
            <pc:sldMk cId="3187833337" sldId="274"/>
            <ac:inkMk id="65" creationId="{17320D9B-FA3A-1281-E3E2-D97A3B19947F}"/>
          </ac:inkMkLst>
        </pc:inkChg>
        <pc:inkChg chg="add">
          <ac:chgData name="Tem Makhurane" userId="d979715f-3f45-4e11-aa20-e05c58997df8" providerId="ADAL" clId="{B009124C-6764-406B-AA9A-0354DD94CE47}" dt="2026-08-06T15:23:39.150" v="177" actId="9405"/>
          <ac:inkMkLst>
            <pc:docMk/>
            <pc:sldMk cId="3187833337" sldId="274"/>
            <ac:inkMk id="67" creationId="{10310F33-FF2A-1EDC-ED25-C6643AF18F08}"/>
          </ac:inkMkLst>
        </pc:inkChg>
        <pc:inkChg chg="add mod">
          <ac:chgData name="Tem Makhurane" userId="d979715f-3f45-4e11-aa20-e05c58997df8" providerId="ADAL" clId="{B009124C-6764-406B-AA9A-0354DD94CE47}" dt="2026-08-06T15:23:43.632" v="179"/>
          <ac:inkMkLst>
            <pc:docMk/>
            <pc:sldMk cId="3187833337" sldId="274"/>
            <ac:inkMk id="68" creationId="{C21EAFEB-8B56-B809-E051-A7EA84194E8C}"/>
          </ac:inkMkLst>
        </pc:inkChg>
        <pc:inkChg chg="add">
          <ac:chgData name="Tem Makhurane" userId="d979715f-3f45-4e11-aa20-e05c58997df8" providerId="ADAL" clId="{B009124C-6764-406B-AA9A-0354DD94CE47}" dt="2026-08-06T15:23:50.206" v="180" actId="9405"/>
          <ac:inkMkLst>
            <pc:docMk/>
            <pc:sldMk cId="3187833337" sldId="274"/>
            <ac:inkMk id="70" creationId="{2D15288C-D278-191C-6E95-1114B3154B3B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71" creationId="{6822EAB8-43AB-A20C-DB94-E4958440144A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72" creationId="{B389B6F7-EE91-30E0-C58D-AE91172034C4}"/>
          </ac:inkMkLst>
        </pc:inkChg>
        <pc:inkChg chg="add">
          <ac:chgData name="Tem Makhurane" userId="d979715f-3f45-4e11-aa20-e05c58997df8" providerId="ADAL" clId="{B009124C-6764-406B-AA9A-0354DD94CE47}" dt="2026-08-06T15:23:51.576" v="183" actId="9405"/>
          <ac:inkMkLst>
            <pc:docMk/>
            <pc:sldMk cId="3187833337" sldId="274"/>
            <ac:inkMk id="73" creationId="{FEFB3611-5299-08BA-0964-B93CA6500F9B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74" creationId="{D667DEB7-FAD6-3D53-83BF-F0A6C432BB70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75" creationId="{362419BC-0289-FF47-3B3C-E12B614E63FE}"/>
          </ac:inkMkLst>
        </pc:inkChg>
        <pc:inkChg chg="add">
          <ac:chgData name="Tem Makhurane" userId="d979715f-3f45-4e11-aa20-e05c58997df8" providerId="ADAL" clId="{B009124C-6764-406B-AA9A-0354DD94CE47}" dt="2026-08-06T15:23:53.197" v="186" actId="9405"/>
          <ac:inkMkLst>
            <pc:docMk/>
            <pc:sldMk cId="3187833337" sldId="274"/>
            <ac:inkMk id="76" creationId="{6D7AA565-519A-491B-92F5-7DD345D460FC}"/>
          </ac:inkMkLst>
        </pc:inkChg>
        <pc:inkChg chg="add">
          <ac:chgData name="Tem Makhurane" userId="d979715f-3f45-4e11-aa20-e05c58997df8" providerId="ADAL" clId="{B009124C-6764-406B-AA9A-0354DD94CE47}" dt="2026-08-06T15:23:53.467" v="187" actId="9405"/>
          <ac:inkMkLst>
            <pc:docMk/>
            <pc:sldMk cId="3187833337" sldId="274"/>
            <ac:inkMk id="77" creationId="{A33AA453-EFA3-20F0-B9C1-5AEB7B1F7DAF}"/>
          </ac:inkMkLst>
        </pc:inkChg>
        <pc:inkChg chg="add">
          <ac:chgData name="Tem Makhurane" userId="d979715f-3f45-4e11-aa20-e05c58997df8" providerId="ADAL" clId="{B009124C-6764-406B-AA9A-0354DD94CE47}" dt="2026-08-06T15:23:53.863" v="188" actId="9405"/>
          <ac:inkMkLst>
            <pc:docMk/>
            <pc:sldMk cId="3187833337" sldId="274"/>
            <ac:inkMk id="78" creationId="{0D396DF1-2A15-82C9-5CAC-874BE70B9923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79" creationId="{265F83FA-01B0-CCCD-1793-2CAB8CFEB50D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80" creationId="{5219BF5B-4CFE-54BB-E2ED-888348B4B9AB}"/>
          </ac:inkMkLst>
        </pc:inkChg>
        <pc:inkChg chg="add">
          <ac:chgData name="Tem Makhurane" userId="d979715f-3f45-4e11-aa20-e05c58997df8" providerId="ADAL" clId="{B009124C-6764-406B-AA9A-0354DD94CE47}" dt="2026-08-06T15:23:55.184" v="191" actId="9405"/>
          <ac:inkMkLst>
            <pc:docMk/>
            <pc:sldMk cId="3187833337" sldId="274"/>
            <ac:inkMk id="81" creationId="{58A3304C-4A17-7708-650A-5778B2D70031}"/>
          </ac:inkMkLst>
        </pc:inkChg>
        <pc:inkChg chg="add">
          <ac:chgData name="Tem Makhurane" userId="d979715f-3f45-4e11-aa20-e05c58997df8" providerId="ADAL" clId="{B009124C-6764-406B-AA9A-0354DD94CE47}" dt="2026-08-06T15:23:55.693" v="192" actId="9405"/>
          <ac:inkMkLst>
            <pc:docMk/>
            <pc:sldMk cId="3187833337" sldId="274"/>
            <ac:inkMk id="82" creationId="{3FC9ACF5-E0AA-4553-4A97-3CA8CCADF42D}"/>
          </ac:inkMkLst>
        </pc:inkChg>
        <pc:inkChg chg="add">
          <ac:chgData name="Tem Makhurane" userId="d979715f-3f45-4e11-aa20-e05c58997df8" providerId="ADAL" clId="{B009124C-6764-406B-AA9A-0354DD94CE47}" dt="2026-08-06T15:23:55.960" v="193" actId="9405"/>
          <ac:inkMkLst>
            <pc:docMk/>
            <pc:sldMk cId="3187833337" sldId="274"/>
            <ac:inkMk id="83" creationId="{9EEC9A29-6AED-B9C3-08E2-FFB153603C26}"/>
          </ac:inkMkLst>
        </pc:inkChg>
        <pc:inkChg chg="add">
          <ac:chgData name="Tem Makhurane" userId="d979715f-3f45-4e11-aa20-e05c58997df8" providerId="ADAL" clId="{B009124C-6764-406B-AA9A-0354DD94CE47}" dt="2026-08-06T15:23:56.277" v="194" actId="9405"/>
          <ac:inkMkLst>
            <pc:docMk/>
            <pc:sldMk cId="3187833337" sldId="274"/>
            <ac:inkMk id="84" creationId="{A547EB43-C3B7-5C20-F847-5F48D8EC0AAD}"/>
          </ac:inkMkLst>
        </pc:inkChg>
        <pc:inkChg chg="add">
          <ac:chgData name="Tem Makhurane" userId="d979715f-3f45-4e11-aa20-e05c58997df8" providerId="ADAL" clId="{B009124C-6764-406B-AA9A-0354DD94CE47}" dt="2026-08-06T15:23:56.467" v="195" actId="9405"/>
          <ac:inkMkLst>
            <pc:docMk/>
            <pc:sldMk cId="3187833337" sldId="274"/>
            <ac:inkMk id="85" creationId="{B33C078F-B546-FDBD-D4A0-B13F5AE8A6E6}"/>
          </ac:inkMkLst>
        </pc:inkChg>
        <pc:inkChg chg="add mod">
          <ac:chgData name="Tem Makhurane" userId="d979715f-3f45-4e11-aa20-e05c58997df8" providerId="ADAL" clId="{B009124C-6764-406B-AA9A-0354DD94CE47}" dt="2026-08-06T15:23:58.221" v="197"/>
          <ac:inkMkLst>
            <pc:docMk/>
            <pc:sldMk cId="3187833337" sldId="274"/>
            <ac:inkMk id="86" creationId="{E0FF00F5-9360-9E63-C0ED-86C1FFCF8389}"/>
          </ac:inkMkLst>
        </pc:inkChg>
        <pc:inkChg chg="add">
          <ac:chgData name="Tem Makhurane" userId="d979715f-3f45-4e11-aa20-e05c58997df8" providerId="ADAL" clId="{B009124C-6764-406B-AA9A-0354DD94CE47}" dt="2026-08-06T15:24:19.265" v="198" actId="9405"/>
          <ac:inkMkLst>
            <pc:docMk/>
            <pc:sldMk cId="3187833337" sldId="274"/>
            <ac:inkMk id="90" creationId="{8B81E9AA-AA2E-7632-54F8-8344338742FE}"/>
          </ac:inkMkLst>
        </pc:inkChg>
        <pc:inkChg chg="add mod">
          <ac:chgData name="Tem Makhurane" userId="d979715f-3f45-4e11-aa20-e05c58997df8" providerId="ADAL" clId="{B009124C-6764-406B-AA9A-0354DD94CE47}" dt="2026-08-06T15:24:25.665" v="201"/>
          <ac:inkMkLst>
            <pc:docMk/>
            <pc:sldMk cId="3187833337" sldId="274"/>
            <ac:inkMk id="91" creationId="{251B0D3A-911C-253A-DBD8-E8FFFDEA7F70}"/>
          </ac:inkMkLst>
        </pc:inkChg>
        <pc:inkChg chg="add mod">
          <ac:chgData name="Tem Makhurane" userId="d979715f-3f45-4e11-aa20-e05c58997df8" providerId="ADAL" clId="{B009124C-6764-406B-AA9A-0354DD94CE47}" dt="2026-08-06T15:24:25.665" v="201"/>
          <ac:inkMkLst>
            <pc:docMk/>
            <pc:sldMk cId="3187833337" sldId="274"/>
            <ac:inkMk id="92" creationId="{321EA822-1B0A-8C21-86EE-B18A22CA0CF8}"/>
          </ac:inkMkLst>
        </pc:inkChg>
        <pc:inkChg chg="add mod">
          <ac:chgData name="Tem Makhurane" userId="d979715f-3f45-4e11-aa20-e05c58997df8" providerId="ADAL" clId="{B009124C-6764-406B-AA9A-0354DD94CE47}" dt="2026-08-06T15:24:44.148" v="213"/>
          <ac:inkMkLst>
            <pc:docMk/>
            <pc:sldMk cId="3187833337" sldId="274"/>
            <ac:inkMk id="94" creationId="{2E05CD62-2834-CCE8-9C4D-B6C920C68D91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95" creationId="{4AE80875-B507-DB6C-F005-E5FB26166739}"/>
          </ac:inkMkLst>
        </pc:inkChg>
        <pc:inkChg chg="add mod">
          <ac:chgData name="Tem Makhurane" userId="d979715f-3f45-4e11-aa20-e05c58997df8" providerId="ADAL" clId="{B009124C-6764-406B-AA9A-0354DD94CE47}" dt="2026-08-06T15:24:44.148" v="213"/>
          <ac:inkMkLst>
            <pc:docMk/>
            <pc:sldMk cId="3187833337" sldId="274"/>
            <ac:inkMk id="96" creationId="{8A9A78B9-BA04-5033-B9E6-F1286297909A}"/>
          </ac:inkMkLst>
        </pc:inkChg>
        <pc:inkChg chg="add mod">
          <ac:chgData name="Tem Makhurane" userId="d979715f-3f45-4e11-aa20-e05c58997df8" providerId="ADAL" clId="{B009124C-6764-406B-AA9A-0354DD94CE47}" dt="2026-08-06T15:28:17.064" v="249"/>
          <ac:inkMkLst>
            <pc:docMk/>
            <pc:sldMk cId="3187833337" sldId="274"/>
            <ac:inkMk id="97" creationId="{88456F44-C359-0D10-2634-132EA9DD70CB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98" creationId="{37888C8E-A238-52B5-758B-8F287328F79B}"/>
          </ac:inkMkLst>
        </pc:inkChg>
        <pc:inkChg chg="add mod">
          <ac:chgData name="Tem Makhurane" userId="d979715f-3f45-4e11-aa20-e05c58997df8" providerId="ADAL" clId="{B009124C-6764-406B-AA9A-0354DD94CE47}" dt="2026-08-06T15:24:52.270" v="222"/>
          <ac:inkMkLst>
            <pc:docMk/>
            <pc:sldMk cId="3187833337" sldId="274"/>
            <ac:inkMk id="99" creationId="{3062BA72-9F60-B0A4-3738-F10EF8BBE11F}"/>
          </ac:inkMkLst>
        </pc:inkChg>
        <pc:inkChg chg="add mod">
          <ac:chgData name="Tem Makhurane" userId="d979715f-3f45-4e11-aa20-e05c58997df8" providerId="ADAL" clId="{B009124C-6764-406B-AA9A-0354DD94CE47}" dt="2026-08-06T15:28:17.064" v="249"/>
          <ac:inkMkLst>
            <pc:docMk/>
            <pc:sldMk cId="3187833337" sldId="274"/>
            <ac:inkMk id="100" creationId="{8FFA8DE6-3BBB-5EA9-FBCE-994204C82922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101" creationId="{7347D5FB-F8AE-B89C-2461-F1C5EC8934B2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102" creationId="{CECA80E3-72FC-1E42-F9A0-FDF4EF7CBEFC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103" creationId="{EABA1A5A-4543-633A-322B-8E8D864B9E8B}"/>
          </ac:inkMkLst>
        </pc:inkChg>
        <pc:inkChg chg="add mod">
          <ac:chgData name="Tem Makhurane" userId="d979715f-3f45-4e11-aa20-e05c58997df8" providerId="ADAL" clId="{B009124C-6764-406B-AA9A-0354DD94CE47}" dt="2026-08-06T15:28:05.334" v="239"/>
          <ac:inkMkLst>
            <pc:docMk/>
            <pc:sldMk cId="3187833337" sldId="274"/>
            <ac:inkMk id="104" creationId="{3895B7A2-EC5F-6FE3-9CFC-4204C4D5EC7F}"/>
          </ac:inkMkLst>
        </pc:inkChg>
        <pc:inkChg chg="add mod">
          <ac:chgData name="Tem Makhurane" userId="d979715f-3f45-4e11-aa20-e05c58997df8" providerId="ADAL" clId="{B009124C-6764-406B-AA9A-0354DD94CE47}" dt="2026-08-06T15:24:44.668" v="215"/>
          <ac:inkMkLst>
            <pc:docMk/>
            <pc:sldMk cId="3187833337" sldId="274"/>
            <ac:inkMk id="106" creationId="{1FA9D30A-AFBA-95DB-6BE2-A6308C246330}"/>
          </ac:inkMkLst>
        </pc:inkChg>
        <pc:inkChg chg="add mod">
          <ac:chgData name="Tem Makhurane" userId="d979715f-3f45-4e11-aa20-e05c58997df8" providerId="ADAL" clId="{B009124C-6764-406B-AA9A-0354DD94CE47}" dt="2026-08-06T15:28:00.936" v="236"/>
          <ac:inkMkLst>
            <pc:docMk/>
            <pc:sldMk cId="3187833337" sldId="274"/>
            <ac:inkMk id="108" creationId="{BE5E088D-E1C6-CAF0-A1FB-0C0ABC88DF47}"/>
          </ac:inkMkLst>
        </pc:inkChg>
        <pc:inkChg chg="add mod">
          <ac:chgData name="Tem Makhurane" userId="d979715f-3f45-4e11-aa20-e05c58997df8" providerId="ADAL" clId="{B009124C-6764-406B-AA9A-0354DD94CE47}" dt="2026-08-06T15:28:05.334" v="239"/>
          <ac:inkMkLst>
            <pc:docMk/>
            <pc:sldMk cId="3187833337" sldId="274"/>
            <ac:inkMk id="109" creationId="{9955DB4D-48C3-6F00-672C-42A602F71538}"/>
          </ac:inkMkLst>
        </pc:inkChg>
        <pc:inkChg chg="add">
          <ac:chgData name="Tem Makhurane" userId="d979715f-3f45-4e11-aa20-e05c58997df8" providerId="ADAL" clId="{B009124C-6764-406B-AA9A-0354DD94CE47}" dt="2026-08-06T15:24:48.415" v="218" actId="9405"/>
          <ac:inkMkLst>
            <pc:docMk/>
            <pc:sldMk cId="3187833337" sldId="274"/>
            <ac:inkMk id="110" creationId="{CF5BE0D3-6818-B787-8FC9-118485D620F3}"/>
          </ac:inkMkLst>
        </pc:inkChg>
        <pc:inkChg chg="add mod">
          <ac:chgData name="Tem Makhurane" userId="d979715f-3f45-4e11-aa20-e05c58997df8" providerId="ADAL" clId="{B009124C-6764-406B-AA9A-0354DD94CE47}" dt="2026-08-06T15:28:05.334" v="239"/>
          <ac:inkMkLst>
            <pc:docMk/>
            <pc:sldMk cId="3187833337" sldId="274"/>
            <ac:inkMk id="111" creationId="{45210D05-E8F4-BA46-CA83-81301F492E4A}"/>
          </ac:inkMkLst>
        </pc:inkChg>
        <pc:inkChg chg="add">
          <ac:chgData name="Tem Makhurane" userId="d979715f-3f45-4e11-aa20-e05c58997df8" providerId="ADAL" clId="{B009124C-6764-406B-AA9A-0354DD94CE47}" dt="2026-08-06T15:24:49.808" v="220" actId="9405"/>
          <ac:inkMkLst>
            <pc:docMk/>
            <pc:sldMk cId="3187833337" sldId="274"/>
            <ac:inkMk id="112" creationId="{022F7CA2-2778-2F8B-4125-E3DEC81BFC2C}"/>
          </ac:inkMkLst>
        </pc:inkChg>
        <pc:inkChg chg="add mod">
          <ac:chgData name="Tem Makhurane" userId="d979715f-3f45-4e11-aa20-e05c58997df8" providerId="ADAL" clId="{B009124C-6764-406B-AA9A-0354DD94CE47}" dt="2026-08-06T15:28:05.334" v="239"/>
          <ac:inkMkLst>
            <pc:docMk/>
            <pc:sldMk cId="3187833337" sldId="274"/>
            <ac:inkMk id="113" creationId="{F1A18924-DA7B-F5C3-37A2-609FA545D6D3}"/>
          </ac:inkMkLst>
        </pc:inkChg>
        <pc:inkChg chg="add mod">
          <ac:chgData name="Tem Makhurane" userId="d979715f-3f45-4e11-aa20-e05c58997df8" providerId="ADAL" clId="{B009124C-6764-406B-AA9A-0354DD94CE47}" dt="2026-08-06T15:27:58.547" v="233"/>
          <ac:inkMkLst>
            <pc:docMk/>
            <pc:sldMk cId="3187833337" sldId="274"/>
            <ac:inkMk id="115" creationId="{80D67D41-C8EB-AF8F-14E6-E4CD96D825D4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16" creationId="{DC8DCF92-906E-1C62-FD53-45B6CB49949F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18" creationId="{642AFC1A-74E3-33EC-A0A5-7CDF58EA0254}"/>
          </ac:inkMkLst>
        </pc:inkChg>
        <pc:inkChg chg="add mod">
          <ac:chgData name="Tem Makhurane" userId="d979715f-3f45-4e11-aa20-e05c58997df8" providerId="ADAL" clId="{B009124C-6764-406B-AA9A-0354DD94CE47}" dt="2026-08-06T15:27:58.547" v="233"/>
          <ac:inkMkLst>
            <pc:docMk/>
            <pc:sldMk cId="3187833337" sldId="274"/>
            <ac:inkMk id="119" creationId="{2F9477DC-004D-FC55-FC25-DBAB47DA6BCD}"/>
          </ac:inkMkLst>
        </pc:inkChg>
        <pc:inkChg chg="add mod">
          <ac:chgData name="Tem Makhurane" userId="d979715f-3f45-4e11-aa20-e05c58997df8" providerId="ADAL" clId="{B009124C-6764-406B-AA9A-0354DD94CE47}" dt="2026-08-06T15:27:58.547" v="233"/>
          <ac:inkMkLst>
            <pc:docMk/>
            <pc:sldMk cId="3187833337" sldId="274"/>
            <ac:inkMk id="120" creationId="{164DBEEE-CC66-6A70-6191-87B8DFC8A3D1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21" creationId="{6A742123-BB51-7C4B-3731-FF25A5A68FF5}"/>
          </ac:inkMkLst>
        </pc:inkChg>
        <pc:inkChg chg="add mod">
          <ac:chgData name="Tem Makhurane" userId="d979715f-3f45-4e11-aa20-e05c58997df8" providerId="ADAL" clId="{B009124C-6764-406B-AA9A-0354DD94CE47}" dt="2026-08-06T15:27:58.547" v="233"/>
          <ac:inkMkLst>
            <pc:docMk/>
            <pc:sldMk cId="3187833337" sldId="274"/>
            <ac:inkMk id="122" creationId="{76F8BB31-06EA-1BC1-E0A7-9C67B21F1026}"/>
          </ac:inkMkLst>
        </pc:inkChg>
        <pc:inkChg chg="add mod">
          <ac:chgData name="Tem Makhurane" userId="d979715f-3f45-4e11-aa20-e05c58997df8" providerId="ADAL" clId="{B009124C-6764-406B-AA9A-0354DD94CE47}" dt="2026-08-06T15:27:58.547" v="233"/>
          <ac:inkMkLst>
            <pc:docMk/>
            <pc:sldMk cId="3187833337" sldId="274"/>
            <ac:inkMk id="124" creationId="{B209214C-231A-8C7A-1A39-4427E04F6E55}"/>
          </ac:inkMkLst>
        </pc:inkChg>
        <pc:inkChg chg="add">
          <ac:chgData name="Tem Makhurane" userId="d979715f-3f45-4e11-aa20-e05c58997df8" providerId="ADAL" clId="{B009124C-6764-406B-AA9A-0354DD94CE47}" dt="2026-08-06T15:27:59.335" v="234" actId="9405"/>
          <ac:inkMkLst>
            <pc:docMk/>
            <pc:sldMk cId="3187833337" sldId="274"/>
            <ac:inkMk id="126" creationId="{A9C2C2AE-5958-AD1C-9153-694A2D36D6BB}"/>
          </ac:inkMkLst>
        </pc:inkChg>
        <pc:inkChg chg="add">
          <ac:chgData name="Tem Makhurane" userId="d979715f-3f45-4e11-aa20-e05c58997df8" providerId="ADAL" clId="{B009124C-6764-406B-AA9A-0354DD94CE47}" dt="2026-08-06T15:28:00.016" v="235" actId="9405"/>
          <ac:inkMkLst>
            <pc:docMk/>
            <pc:sldMk cId="3187833337" sldId="274"/>
            <ac:inkMk id="127" creationId="{C50C7992-9012-4941-DF00-581A214943A2}"/>
          </ac:inkMkLst>
        </pc:inkChg>
        <pc:inkChg chg="add mod">
          <ac:chgData name="Tem Makhurane" userId="d979715f-3f45-4e11-aa20-e05c58997df8" providerId="ADAL" clId="{B009124C-6764-406B-AA9A-0354DD94CE47}" dt="2026-08-06T15:28:17.064" v="249"/>
          <ac:inkMkLst>
            <pc:docMk/>
            <pc:sldMk cId="3187833337" sldId="274"/>
            <ac:inkMk id="129" creationId="{52CE6394-C368-F26F-7ECF-09DB9A825538}"/>
          </ac:inkMkLst>
        </pc:inkChg>
        <pc:inkChg chg="add mod">
          <ac:chgData name="Tem Makhurane" userId="d979715f-3f45-4e11-aa20-e05c58997df8" providerId="ADAL" clId="{B009124C-6764-406B-AA9A-0354DD94CE47}" dt="2026-08-06T15:28:17.064" v="249"/>
          <ac:inkMkLst>
            <pc:docMk/>
            <pc:sldMk cId="3187833337" sldId="274"/>
            <ac:inkMk id="130" creationId="{840ED676-97B6-1B04-22A7-03EF068CCD2E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32" creationId="{7AE833A9-7852-E4AD-AC46-7435D33F035E}"/>
          </ac:inkMkLst>
        </pc:inkChg>
        <pc:inkChg chg="add mod">
          <ac:chgData name="Tem Makhurane" userId="d979715f-3f45-4e11-aa20-e05c58997df8" providerId="ADAL" clId="{B009124C-6764-406B-AA9A-0354DD94CE47}" dt="2026-08-06T15:28:14.060" v="247"/>
          <ac:inkMkLst>
            <pc:docMk/>
            <pc:sldMk cId="3187833337" sldId="274"/>
            <ac:inkMk id="133" creationId="{7362BA82-4558-60D8-1ED7-02BF0E694E4D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34" creationId="{21FFAF96-59DA-8975-5531-EA10EB33C9CA}"/>
          </ac:inkMkLst>
        </pc:inkChg>
        <pc:inkChg chg="add mod">
          <ac:chgData name="Tem Makhurane" userId="d979715f-3f45-4e11-aa20-e05c58997df8" providerId="ADAL" clId="{B009124C-6764-406B-AA9A-0354DD94CE47}" dt="2026-08-06T15:28:14.060" v="247"/>
          <ac:inkMkLst>
            <pc:docMk/>
            <pc:sldMk cId="3187833337" sldId="274"/>
            <ac:inkMk id="136" creationId="{93F14268-DE00-C20D-470A-34AA61247E41}"/>
          </ac:inkMkLst>
        </pc:inkChg>
        <pc:inkChg chg="add mod">
          <ac:chgData name="Tem Makhurane" userId="d979715f-3f45-4e11-aa20-e05c58997df8" providerId="ADAL" clId="{B009124C-6764-406B-AA9A-0354DD94CE47}" dt="2026-08-06T15:28:14.060" v="247"/>
          <ac:inkMkLst>
            <pc:docMk/>
            <pc:sldMk cId="3187833337" sldId="274"/>
            <ac:inkMk id="137" creationId="{78DC0D0B-A36D-1E15-7701-A29180826545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38" creationId="{701129F6-81DA-670E-E8B4-41D5B07F8C79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40" creationId="{D06D6843-71C9-75AE-839F-2BB95219FED9}"/>
          </ac:inkMkLst>
        </pc:inkChg>
        <pc:inkChg chg="add mod">
          <ac:chgData name="Tem Makhurane" userId="d979715f-3f45-4e11-aa20-e05c58997df8" providerId="ADAL" clId="{B009124C-6764-406B-AA9A-0354DD94CE47}" dt="2026-08-06T15:28:18.062" v="251"/>
          <ac:inkMkLst>
            <pc:docMk/>
            <pc:sldMk cId="3187833337" sldId="274"/>
            <ac:inkMk id="142" creationId="{0941346E-3804-E1F3-5279-04090BDD10DF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44" creationId="{5E160DFD-0754-269A-4318-BF4AFEF86BB8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45" creationId="{5DAB95CF-F3B1-5434-B1D2-473C9FE80F45}"/>
          </ac:inkMkLst>
        </pc:inkChg>
        <pc:inkChg chg="add">
          <ac:chgData name="Tem Makhurane" userId="d979715f-3f45-4e11-aa20-e05c58997df8" providerId="ADAL" clId="{B009124C-6764-406B-AA9A-0354DD94CE47}" dt="2026-08-06T15:29:06.649" v="254" actId="9405"/>
          <ac:inkMkLst>
            <pc:docMk/>
            <pc:sldMk cId="3187833337" sldId="274"/>
            <ac:inkMk id="146" creationId="{AE422552-42C8-1062-A024-20561A9873F8}"/>
          </ac:inkMkLst>
        </pc:inkChg>
        <pc:inkChg chg="add">
          <ac:chgData name="Tem Makhurane" userId="d979715f-3f45-4e11-aa20-e05c58997df8" providerId="ADAL" clId="{B009124C-6764-406B-AA9A-0354DD94CE47}" dt="2026-08-06T15:29:06.934" v="255" actId="9405"/>
          <ac:inkMkLst>
            <pc:docMk/>
            <pc:sldMk cId="3187833337" sldId="274"/>
            <ac:inkMk id="147" creationId="{B57F0E50-632B-C930-3948-D81D988F6593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48" creationId="{CC36661D-0B68-4F19-DFA7-49B304D64C61}"/>
          </ac:inkMkLst>
        </pc:inkChg>
        <pc:inkChg chg="add">
          <ac:chgData name="Tem Makhurane" userId="d979715f-3f45-4e11-aa20-e05c58997df8" providerId="ADAL" clId="{B009124C-6764-406B-AA9A-0354DD94CE47}" dt="2026-08-06T15:29:07.631" v="257" actId="9405"/>
          <ac:inkMkLst>
            <pc:docMk/>
            <pc:sldMk cId="3187833337" sldId="274"/>
            <ac:inkMk id="149" creationId="{8F1925FF-2A76-BC80-0BC4-ED8073D8BF22}"/>
          </ac:inkMkLst>
        </pc:inkChg>
        <pc:inkChg chg="add">
          <ac:chgData name="Tem Makhurane" userId="d979715f-3f45-4e11-aa20-e05c58997df8" providerId="ADAL" clId="{B009124C-6764-406B-AA9A-0354DD94CE47}" dt="2026-08-06T15:29:07.868" v="258" actId="9405"/>
          <ac:inkMkLst>
            <pc:docMk/>
            <pc:sldMk cId="3187833337" sldId="274"/>
            <ac:inkMk id="150" creationId="{CD5B0154-AEF1-9474-BB88-D6529B858D3D}"/>
          </ac:inkMkLst>
        </pc:inkChg>
        <pc:inkChg chg="add">
          <ac:chgData name="Tem Makhurane" userId="d979715f-3f45-4e11-aa20-e05c58997df8" providerId="ADAL" clId="{B009124C-6764-406B-AA9A-0354DD94CE47}" dt="2026-08-06T15:29:08.408" v="259" actId="9405"/>
          <ac:inkMkLst>
            <pc:docMk/>
            <pc:sldMk cId="3187833337" sldId="274"/>
            <ac:inkMk id="151" creationId="{200C0395-C41B-EF92-B005-F94B88140048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52" creationId="{3CD19587-7668-1A1D-5F17-B10088295913}"/>
          </ac:inkMkLst>
        </pc:inkChg>
        <pc:inkChg chg="add">
          <ac:chgData name="Tem Makhurane" userId="d979715f-3f45-4e11-aa20-e05c58997df8" providerId="ADAL" clId="{B009124C-6764-406B-AA9A-0354DD94CE47}" dt="2026-08-06T15:29:09.532" v="261" actId="9405"/>
          <ac:inkMkLst>
            <pc:docMk/>
            <pc:sldMk cId="3187833337" sldId="274"/>
            <ac:inkMk id="153" creationId="{63637F99-6B98-C6DB-768B-D0D39827E637}"/>
          </ac:inkMkLst>
        </pc:inkChg>
        <pc:inkChg chg="add">
          <ac:chgData name="Tem Makhurane" userId="d979715f-3f45-4e11-aa20-e05c58997df8" providerId="ADAL" clId="{B009124C-6764-406B-AA9A-0354DD94CE47}" dt="2026-08-06T15:29:10.372" v="262" actId="9405"/>
          <ac:inkMkLst>
            <pc:docMk/>
            <pc:sldMk cId="3187833337" sldId="274"/>
            <ac:inkMk id="154" creationId="{CB0E4799-AF33-34BC-8280-938D0F3C83EF}"/>
          </ac:inkMkLst>
        </pc:inkChg>
        <pc:inkChg chg="add">
          <ac:chgData name="Tem Makhurane" userId="d979715f-3f45-4e11-aa20-e05c58997df8" providerId="ADAL" clId="{B009124C-6764-406B-AA9A-0354DD94CE47}" dt="2026-08-06T15:29:10.610" v="263" actId="9405"/>
          <ac:inkMkLst>
            <pc:docMk/>
            <pc:sldMk cId="3187833337" sldId="274"/>
            <ac:inkMk id="155" creationId="{1C1C20A1-34E4-C6F5-334C-4F02B7DB1E0E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56" creationId="{055CC4C7-4C8E-9493-7C95-0782D8F3ED46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57" creationId="{AAC2FB8B-E127-F262-FDB2-A953C9525490}"/>
          </ac:inkMkLst>
        </pc:inkChg>
        <pc:inkChg chg="add">
          <ac:chgData name="Tem Makhurane" userId="d979715f-3f45-4e11-aa20-e05c58997df8" providerId="ADAL" clId="{B009124C-6764-406B-AA9A-0354DD94CE47}" dt="2026-08-06T15:29:12.071" v="266" actId="9405"/>
          <ac:inkMkLst>
            <pc:docMk/>
            <pc:sldMk cId="3187833337" sldId="274"/>
            <ac:inkMk id="158" creationId="{744A7373-D8A6-97FE-2AD6-C72F70CF01B0}"/>
          </ac:inkMkLst>
        </pc:inkChg>
        <pc:inkChg chg="add">
          <ac:chgData name="Tem Makhurane" userId="d979715f-3f45-4e11-aa20-e05c58997df8" providerId="ADAL" clId="{B009124C-6764-406B-AA9A-0354DD94CE47}" dt="2026-08-06T15:29:12.323" v="267" actId="9405"/>
          <ac:inkMkLst>
            <pc:docMk/>
            <pc:sldMk cId="3187833337" sldId="274"/>
            <ac:inkMk id="159" creationId="{522FC1E4-7A45-18DE-28F1-13DE75DEE8C3}"/>
          </ac:inkMkLst>
        </pc:inkChg>
        <pc:inkChg chg="add">
          <ac:chgData name="Tem Makhurane" userId="d979715f-3f45-4e11-aa20-e05c58997df8" providerId="ADAL" clId="{B009124C-6764-406B-AA9A-0354DD94CE47}" dt="2026-08-06T15:29:12.656" v="268" actId="9405"/>
          <ac:inkMkLst>
            <pc:docMk/>
            <pc:sldMk cId="3187833337" sldId="274"/>
            <ac:inkMk id="160" creationId="{5B051444-765D-7B3B-24C3-EA034792D5F8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61" creationId="{AE199E32-FE45-ED08-A580-1FD01D0B3B4D}"/>
          </ac:inkMkLst>
        </pc:inkChg>
        <pc:inkChg chg="add">
          <ac:chgData name="Tem Makhurane" userId="d979715f-3f45-4e11-aa20-e05c58997df8" providerId="ADAL" clId="{B009124C-6764-406B-AA9A-0354DD94CE47}" dt="2026-08-06T15:29:13.071" v="270" actId="9405"/>
          <ac:inkMkLst>
            <pc:docMk/>
            <pc:sldMk cId="3187833337" sldId="274"/>
            <ac:inkMk id="162" creationId="{4061DC51-81C1-1D9D-DE60-EE535FD7F688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63" creationId="{6E29FB2B-91D0-77B8-265D-3143AB0E9671}"/>
          </ac:inkMkLst>
        </pc:inkChg>
        <pc:inkChg chg="add">
          <ac:chgData name="Tem Makhurane" userId="d979715f-3f45-4e11-aa20-e05c58997df8" providerId="ADAL" clId="{B009124C-6764-406B-AA9A-0354DD94CE47}" dt="2026-08-06T15:29:13.723" v="272" actId="9405"/>
          <ac:inkMkLst>
            <pc:docMk/>
            <pc:sldMk cId="3187833337" sldId="274"/>
            <ac:inkMk id="164" creationId="{3A69BA40-317B-D3B9-BB21-92B21C87B2DC}"/>
          </ac:inkMkLst>
        </pc:inkChg>
        <pc:inkChg chg="add mod">
          <ac:chgData name="Tem Makhurane" userId="d979715f-3f45-4e11-aa20-e05c58997df8" providerId="ADAL" clId="{B009124C-6764-406B-AA9A-0354DD94CE47}" dt="2026-08-06T15:29:15.593" v="276"/>
          <ac:inkMkLst>
            <pc:docMk/>
            <pc:sldMk cId="3187833337" sldId="274"/>
            <ac:inkMk id="165" creationId="{21C16E00-5610-AA9A-3546-0BB6FBDC7C04}"/>
          </ac:inkMkLst>
        </pc:inkChg>
        <pc:inkChg chg="add">
          <ac:chgData name="Tem Makhurane" userId="d979715f-3f45-4e11-aa20-e05c58997df8" providerId="ADAL" clId="{B009124C-6764-406B-AA9A-0354DD94CE47}" dt="2026-08-06T15:29:14.673" v="274" actId="9405"/>
          <ac:inkMkLst>
            <pc:docMk/>
            <pc:sldMk cId="3187833337" sldId="274"/>
            <ac:inkMk id="166" creationId="{DA126EBD-90A6-721D-D5FC-3BF075BA8B0E}"/>
          </ac:inkMkLst>
        </pc:inkChg>
        <pc:inkChg chg="add">
          <ac:chgData name="Tem Makhurane" userId="d979715f-3f45-4e11-aa20-e05c58997df8" providerId="ADAL" clId="{B009124C-6764-406B-AA9A-0354DD94CE47}" dt="2026-08-06T15:29:14.973" v="275" actId="9405"/>
          <ac:inkMkLst>
            <pc:docMk/>
            <pc:sldMk cId="3187833337" sldId="274"/>
            <ac:inkMk id="167" creationId="{D6E7A337-C701-E4EB-446C-055D8EE77777}"/>
          </ac:inkMkLst>
        </pc:inkChg>
        <pc:inkChg chg="add">
          <ac:chgData name="Tem Makhurane" userId="d979715f-3f45-4e11-aa20-e05c58997df8" providerId="ADAL" clId="{B009124C-6764-406B-AA9A-0354DD94CE47}" dt="2026-08-06T15:29:16.070" v="277" actId="9405"/>
          <ac:inkMkLst>
            <pc:docMk/>
            <pc:sldMk cId="3187833337" sldId="274"/>
            <ac:inkMk id="170" creationId="{B23E527A-5258-FC10-AD34-C113BEDA4D74}"/>
          </ac:inkMkLst>
        </pc:inkChg>
        <pc:inkChg chg="add">
          <ac:chgData name="Tem Makhurane" userId="d979715f-3f45-4e11-aa20-e05c58997df8" providerId="ADAL" clId="{B009124C-6764-406B-AA9A-0354DD94CE47}" dt="2026-08-06T15:29:16.419" v="278" actId="9405"/>
          <ac:inkMkLst>
            <pc:docMk/>
            <pc:sldMk cId="3187833337" sldId="274"/>
            <ac:inkMk id="171" creationId="{0C4ADDF9-EEF6-5312-11E5-4049FD575467}"/>
          </ac:inkMkLst>
        </pc:inkChg>
        <pc:inkChg chg="add">
          <ac:chgData name="Tem Makhurane" userId="d979715f-3f45-4e11-aa20-e05c58997df8" providerId="ADAL" clId="{B009124C-6764-406B-AA9A-0354DD94CE47}" dt="2026-08-06T15:29:16.831" v="279" actId="9405"/>
          <ac:inkMkLst>
            <pc:docMk/>
            <pc:sldMk cId="3187833337" sldId="274"/>
            <ac:inkMk id="172" creationId="{3BFAEF3D-A201-2DC7-66A4-22FBED7B6D87}"/>
          </ac:inkMkLst>
        </pc:inkChg>
        <pc:inkChg chg="add">
          <ac:chgData name="Tem Makhurane" userId="d979715f-3f45-4e11-aa20-e05c58997df8" providerId="ADAL" clId="{B009124C-6764-406B-AA9A-0354DD94CE47}" dt="2026-08-06T15:29:17.229" v="280" actId="9405"/>
          <ac:inkMkLst>
            <pc:docMk/>
            <pc:sldMk cId="3187833337" sldId="274"/>
            <ac:inkMk id="173" creationId="{A6A45B46-AF91-7F58-47C6-4AD995ED01B9}"/>
          </ac:inkMkLst>
        </pc:inkChg>
        <pc:inkChg chg="add">
          <ac:chgData name="Tem Makhurane" userId="d979715f-3f45-4e11-aa20-e05c58997df8" providerId="ADAL" clId="{B009124C-6764-406B-AA9A-0354DD94CE47}" dt="2026-08-06T15:29:17.467" v="281" actId="9405"/>
          <ac:inkMkLst>
            <pc:docMk/>
            <pc:sldMk cId="3187833337" sldId="274"/>
            <ac:inkMk id="174" creationId="{34601C90-FDE5-F4D8-98D5-48B5AEC4D0CA}"/>
          </ac:inkMkLst>
        </pc:inkChg>
        <pc:inkChg chg="add">
          <ac:chgData name="Tem Makhurane" userId="d979715f-3f45-4e11-aa20-e05c58997df8" providerId="ADAL" clId="{B009124C-6764-406B-AA9A-0354DD94CE47}" dt="2026-08-06T15:29:18.278" v="282" actId="9405"/>
          <ac:inkMkLst>
            <pc:docMk/>
            <pc:sldMk cId="3187833337" sldId="274"/>
            <ac:inkMk id="175" creationId="{BED82176-C9B6-F6D0-25A4-476EA7B7DE24}"/>
          </ac:inkMkLst>
        </pc:inkChg>
        <pc:inkChg chg="add">
          <ac:chgData name="Tem Makhurane" userId="d979715f-3f45-4e11-aa20-e05c58997df8" providerId="ADAL" clId="{B009124C-6764-406B-AA9A-0354DD94CE47}" dt="2026-08-06T15:29:18.579" v="283" actId="9405"/>
          <ac:inkMkLst>
            <pc:docMk/>
            <pc:sldMk cId="3187833337" sldId="274"/>
            <ac:inkMk id="176" creationId="{9A625BB7-EE94-BFD0-22D3-41A1D95EE56B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77" creationId="{5E266BA7-84F8-60F6-ADA3-19C20FC4ED83}"/>
          </ac:inkMkLst>
        </pc:inkChg>
        <pc:inkChg chg="add">
          <ac:chgData name="Tem Makhurane" userId="d979715f-3f45-4e11-aa20-e05c58997df8" providerId="ADAL" clId="{B009124C-6764-406B-AA9A-0354DD94CE47}" dt="2026-08-06T15:29:19.389" v="285" actId="9405"/>
          <ac:inkMkLst>
            <pc:docMk/>
            <pc:sldMk cId="3187833337" sldId="274"/>
            <ac:inkMk id="178" creationId="{C816808B-7714-6A1E-E6E4-A9FD9C646E4B}"/>
          </ac:inkMkLst>
        </pc:inkChg>
        <pc:inkChg chg="add">
          <ac:chgData name="Tem Makhurane" userId="d979715f-3f45-4e11-aa20-e05c58997df8" providerId="ADAL" clId="{B009124C-6764-406B-AA9A-0354DD94CE47}" dt="2026-08-06T15:29:20.055" v="286" actId="9405"/>
          <ac:inkMkLst>
            <pc:docMk/>
            <pc:sldMk cId="3187833337" sldId="274"/>
            <ac:inkMk id="179" creationId="{AC277F31-9F90-CA1D-5134-E8D2B74F3A40}"/>
          </ac:inkMkLst>
        </pc:inkChg>
        <pc:inkChg chg="add">
          <ac:chgData name="Tem Makhurane" userId="d979715f-3f45-4e11-aa20-e05c58997df8" providerId="ADAL" clId="{B009124C-6764-406B-AA9A-0354DD94CE47}" dt="2026-08-06T15:29:20.372" v="287" actId="9405"/>
          <ac:inkMkLst>
            <pc:docMk/>
            <pc:sldMk cId="3187833337" sldId="274"/>
            <ac:inkMk id="180" creationId="{5A436C07-ECD7-A5FF-EAFB-3C722E921328}"/>
          </ac:inkMkLst>
        </pc:inkChg>
        <pc:inkChg chg="add">
          <ac:chgData name="Tem Makhurane" userId="d979715f-3f45-4e11-aa20-e05c58997df8" providerId="ADAL" clId="{B009124C-6764-406B-AA9A-0354DD94CE47}" dt="2026-08-06T15:29:20.863" v="288" actId="9405"/>
          <ac:inkMkLst>
            <pc:docMk/>
            <pc:sldMk cId="3187833337" sldId="274"/>
            <ac:inkMk id="181" creationId="{2D042CA2-2C44-38BA-6536-8758F84B3DC9}"/>
          </ac:inkMkLst>
        </pc:inkChg>
        <pc:inkChg chg="add">
          <ac:chgData name="Tem Makhurane" userId="d979715f-3f45-4e11-aa20-e05c58997df8" providerId="ADAL" clId="{B009124C-6764-406B-AA9A-0354DD94CE47}" dt="2026-08-06T15:29:21.196" v="289" actId="9405"/>
          <ac:inkMkLst>
            <pc:docMk/>
            <pc:sldMk cId="3187833337" sldId="274"/>
            <ac:inkMk id="182" creationId="{4E8F092B-2663-4233-712A-B0591DCE467D}"/>
          </ac:inkMkLst>
        </pc:inkChg>
        <pc:inkChg chg="add">
          <ac:chgData name="Tem Makhurane" userId="d979715f-3f45-4e11-aa20-e05c58997df8" providerId="ADAL" clId="{B009124C-6764-406B-AA9A-0354DD94CE47}" dt="2026-08-06T15:29:21.690" v="290" actId="9405"/>
          <ac:inkMkLst>
            <pc:docMk/>
            <pc:sldMk cId="3187833337" sldId="274"/>
            <ac:inkMk id="183" creationId="{390B4848-5993-AED3-79CA-DCBE3BA94C78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84" creationId="{60811886-66F1-97C5-F7D7-B6CF11BDC314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85" creationId="{0D77635F-E976-6AE2-044A-503C524D554F}"/>
          </ac:inkMkLst>
        </pc:inkChg>
        <pc:inkChg chg="add">
          <ac:chgData name="Tem Makhurane" userId="d979715f-3f45-4e11-aa20-e05c58997df8" providerId="ADAL" clId="{B009124C-6764-406B-AA9A-0354DD94CE47}" dt="2026-08-06T15:29:22.912" v="293" actId="9405"/>
          <ac:inkMkLst>
            <pc:docMk/>
            <pc:sldMk cId="3187833337" sldId="274"/>
            <ac:inkMk id="186" creationId="{78FC92E7-3BF9-DAF6-A415-6E4EB91914DB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87" creationId="{5734AD65-E55B-DED3-FD41-1CDA8D763138}"/>
          </ac:inkMkLst>
        </pc:inkChg>
        <pc:inkChg chg="add">
          <ac:chgData name="Tem Makhurane" userId="d979715f-3f45-4e11-aa20-e05c58997df8" providerId="ADAL" clId="{B009124C-6764-406B-AA9A-0354DD94CE47}" dt="2026-08-06T15:29:24.320" v="295" actId="9405"/>
          <ac:inkMkLst>
            <pc:docMk/>
            <pc:sldMk cId="3187833337" sldId="274"/>
            <ac:inkMk id="188" creationId="{A097309E-A4B0-85FD-D047-89ED8123DD9D}"/>
          </ac:inkMkLst>
        </pc:inkChg>
        <pc:inkChg chg="add">
          <ac:chgData name="Tem Makhurane" userId="d979715f-3f45-4e11-aa20-e05c58997df8" providerId="ADAL" clId="{B009124C-6764-406B-AA9A-0354DD94CE47}" dt="2026-08-06T15:29:24.668" v="296" actId="9405"/>
          <ac:inkMkLst>
            <pc:docMk/>
            <pc:sldMk cId="3187833337" sldId="274"/>
            <ac:inkMk id="189" creationId="{8856E46B-1CBE-F11A-C187-FC0A8212368D}"/>
          </ac:inkMkLst>
        </pc:inkChg>
        <pc:inkChg chg="add">
          <ac:chgData name="Tem Makhurane" userId="d979715f-3f45-4e11-aa20-e05c58997df8" providerId="ADAL" clId="{B009124C-6764-406B-AA9A-0354DD94CE47}" dt="2026-08-06T15:29:25.157" v="297" actId="9405"/>
          <ac:inkMkLst>
            <pc:docMk/>
            <pc:sldMk cId="3187833337" sldId="274"/>
            <ac:inkMk id="190" creationId="{F641DE25-DBEC-68DF-1741-D24FB77D7571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91" creationId="{8755D26B-8E34-1B51-D00A-BCD907EC9AB1}"/>
          </ac:inkMkLst>
        </pc:inkChg>
        <pc:inkChg chg="add mod">
          <ac:chgData name="Tem Makhurane" userId="d979715f-3f45-4e11-aa20-e05c58997df8" providerId="ADAL" clId="{B009124C-6764-406B-AA9A-0354DD94CE47}" dt="2026-08-06T15:29:32.499" v="315"/>
          <ac:inkMkLst>
            <pc:docMk/>
            <pc:sldMk cId="3187833337" sldId="274"/>
            <ac:inkMk id="192" creationId="{6A3404CE-0950-C016-54CF-621DA00B3E4B}"/>
          </ac:inkMkLst>
        </pc:inkChg>
        <pc:inkChg chg="add">
          <ac:chgData name="Tem Makhurane" userId="d979715f-3f45-4e11-aa20-e05c58997df8" providerId="ADAL" clId="{B009124C-6764-406B-AA9A-0354DD94CE47}" dt="2026-08-06T15:29:26.774" v="300" actId="9405"/>
          <ac:inkMkLst>
            <pc:docMk/>
            <pc:sldMk cId="3187833337" sldId="274"/>
            <ac:inkMk id="193" creationId="{EFE9992A-11C6-3416-CFF5-669E78889A0E}"/>
          </ac:inkMkLst>
        </pc:inkChg>
        <pc:inkChg chg="add">
          <ac:chgData name="Tem Makhurane" userId="d979715f-3f45-4e11-aa20-e05c58997df8" providerId="ADAL" clId="{B009124C-6764-406B-AA9A-0354DD94CE47}" dt="2026-08-06T15:29:27.266" v="301" actId="9405"/>
          <ac:inkMkLst>
            <pc:docMk/>
            <pc:sldMk cId="3187833337" sldId="274"/>
            <ac:inkMk id="194" creationId="{6DAD6923-B512-B927-2CB9-D086F79B9D73}"/>
          </ac:inkMkLst>
        </pc:inkChg>
        <pc:inkChg chg="add">
          <ac:chgData name="Tem Makhurane" userId="d979715f-3f45-4e11-aa20-e05c58997df8" providerId="ADAL" clId="{B009124C-6764-406B-AA9A-0354DD94CE47}" dt="2026-08-06T15:29:27.616" v="302" actId="9405"/>
          <ac:inkMkLst>
            <pc:docMk/>
            <pc:sldMk cId="3187833337" sldId="274"/>
            <ac:inkMk id="195" creationId="{28129AFF-531E-7E08-8603-6EE059658B67}"/>
          </ac:inkMkLst>
        </pc:inkChg>
        <pc:inkChg chg="add">
          <ac:chgData name="Tem Makhurane" userId="d979715f-3f45-4e11-aa20-e05c58997df8" providerId="ADAL" clId="{B009124C-6764-406B-AA9A-0354DD94CE47}" dt="2026-08-06T15:29:28.333" v="303" actId="9405"/>
          <ac:inkMkLst>
            <pc:docMk/>
            <pc:sldMk cId="3187833337" sldId="274"/>
            <ac:inkMk id="196" creationId="{DFA040B8-AAE8-2C45-0AAA-41B2AA012BBE}"/>
          </ac:inkMkLst>
        </pc:inkChg>
        <pc:inkChg chg="add">
          <ac:chgData name="Tem Makhurane" userId="d979715f-3f45-4e11-aa20-e05c58997df8" providerId="ADAL" clId="{B009124C-6764-406B-AA9A-0354DD94CE47}" dt="2026-08-06T15:29:28.523" v="304" actId="9405"/>
          <ac:inkMkLst>
            <pc:docMk/>
            <pc:sldMk cId="3187833337" sldId="274"/>
            <ac:inkMk id="197" creationId="{44A7AE02-F2D8-9C3C-20A3-C2F097341086}"/>
          </ac:inkMkLst>
        </pc:inkChg>
        <pc:inkChg chg="add">
          <ac:chgData name="Tem Makhurane" userId="d979715f-3f45-4e11-aa20-e05c58997df8" providerId="ADAL" clId="{B009124C-6764-406B-AA9A-0354DD94CE47}" dt="2026-08-06T15:29:29.049" v="306" actId="9405"/>
          <ac:inkMkLst>
            <pc:docMk/>
            <pc:sldMk cId="3187833337" sldId="274"/>
            <ac:inkMk id="203" creationId="{029A4BDB-EEC7-8A54-A0F5-1908DC73B5AE}"/>
          </ac:inkMkLst>
        </pc:inkChg>
        <pc:inkChg chg="add">
          <ac:chgData name="Tem Makhurane" userId="d979715f-3f45-4e11-aa20-e05c58997df8" providerId="ADAL" clId="{B009124C-6764-406B-AA9A-0354DD94CE47}" dt="2026-08-06T15:29:29.333" v="307" actId="9405"/>
          <ac:inkMkLst>
            <pc:docMk/>
            <pc:sldMk cId="3187833337" sldId="274"/>
            <ac:inkMk id="204" creationId="{0488B82B-31A9-3DC7-692C-1A38551050F1}"/>
          </ac:inkMkLst>
        </pc:inkChg>
        <pc:inkChg chg="add">
          <ac:chgData name="Tem Makhurane" userId="d979715f-3f45-4e11-aa20-e05c58997df8" providerId="ADAL" clId="{B009124C-6764-406B-AA9A-0354DD94CE47}" dt="2026-08-06T15:29:29.571" v="308" actId="9405"/>
          <ac:inkMkLst>
            <pc:docMk/>
            <pc:sldMk cId="3187833337" sldId="274"/>
            <ac:inkMk id="205" creationId="{23A3D07F-5C98-2AD0-D514-21771C4E1A25}"/>
          </ac:inkMkLst>
        </pc:inkChg>
        <pc:inkChg chg="add">
          <ac:chgData name="Tem Makhurane" userId="d979715f-3f45-4e11-aa20-e05c58997df8" providerId="ADAL" clId="{B009124C-6764-406B-AA9A-0354DD94CE47}" dt="2026-08-06T15:29:29.952" v="309" actId="9405"/>
          <ac:inkMkLst>
            <pc:docMk/>
            <pc:sldMk cId="3187833337" sldId="274"/>
            <ac:inkMk id="206" creationId="{562BD333-2D3F-5964-D915-5D879C410B9C}"/>
          </ac:inkMkLst>
        </pc:inkChg>
        <pc:inkChg chg="add">
          <ac:chgData name="Tem Makhurane" userId="d979715f-3f45-4e11-aa20-e05c58997df8" providerId="ADAL" clId="{B009124C-6764-406B-AA9A-0354DD94CE47}" dt="2026-08-06T15:29:30.733" v="310" actId="9405"/>
          <ac:inkMkLst>
            <pc:docMk/>
            <pc:sldMk cId="3187833337" sldId="274"/>
            <ac:inkMk id="207" creationId="{B17A4A26-E99A-003E-030E-89D99C8BDF2F}"/>
          </ac:inkMkLst>
        </pc:inkChg>
        <pc:inkChg chg="add">
          <ac:chgData name="Tem Makhurane" userId="d979715f-3f45-4e11-aa20-e05c58997df8" providerId="ADAL" clId="{B009124C-6764-406B-AA9A-0354DD94CE47}" dt="2026-08-06T15:29:30.920" v="311" actId="9405"/>
          <ac:inkMkLst>
            <pc:docMk/>
            <pc:sldMk cId="3187833337" sldId="274"/>
            <ac:inkMk id="208" creationId="{8CA579BD-4D1F-F3D2-F84B-03311BCF8829}"/>
          </ac:inkMkLst>
        </pc:inkChg>
        <pc:inkChg chg="add">
          <ac:chgData name="Tem Makhurane" userId="d979715f-3f45-4e11-aa20-e05c58997df8" providerId="ADAL" clId="{B009124C-6764-406B-AA9A-0354DD94CE47}" dt="2026-08-06T15:29:31.077" v="312" actId="9405"/>
          <ac:inkMkLst>
            <pc:docMk/>
            <pc:sldMk cId="3187833337" sldId="274"/>
            <ac:inkMk id="209" creationId="{6625E78A-A649-A54D-FD8C-33B9C4801281}"/>
          </ac:inkMkLst>
        </pc:inkChg>
        <pc:inkChg chg="add">
          <ac:chgData name="Tem Makhurane" userId="d979715f-3f45-4e11-aa20-e05c58997df8" providerId="ADAL" clId="{B009124C-6764-406B-AA9A-0354DD94CE47}" dt="2026-08-06T15:29:31.333" v="313" actId="9405"/>
          <ac:inkMkLst>
            <pc:docMk/>
            <pc:sldMk cId="3187833337" sldId="274"/>
            <ac:inkMk id="210" creationId="{10B46E02-23F3-60F6-FD57-5913DF62DB28}"/>
          </ac:inkMkLst>
        </pc:inkChg>
        <pc:inkChg chg="add">
          <ac:chgData name="Tem Makhurane" userId="d979715f-3f45-4e11-aa20-e05c58997df8" providerId="ADAL" clId="{B009124C-6764-406B-AA9A-0354DD94CE47}" dt="2026-08-06T15:29:31.842" v="314" actId="9405"/>
          <ac:inkMkLst>
            <pc:docMk/>
            <pc:sldMk cId="3187833337" sldId="274"/>
            <ac:inkMk id="211" creationId="{E7C129B6-F459-4EC2-B734-8E0E998529AA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4" creationId="{AF41245C-8FF3-B2C0-624B-045421990849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5" creationId="{5C2CF170-FB2B-5362-3BD3-C3D648F116EC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6" creationId="{254D5383-1C3A-8FF0-A7E7-604C13514DC0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7" creationId="{BBF3FE79-ACE7-1B31-8C16-5462745F2B23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8" creationId="{CA209E7B-2017-CE11-C56E-BD85C5772612}"/>
          </ac:inkMkLst>
        </pc:inkChg>
        <pc:inkChg chg="add mod">
          <ac:chgData name="Tem Makhurane" userId="d979715f-3f45-4e11-aa20-e05c58997df8" providerId="ADAL" clId="{B009124C-6764-406B-AA9A-0354DD94CE47}" dt="2026-08-06T15:29:35.625" v="322"/>
          <ac:inkMkLst>
            <pc:docMk/>
            <pc:sldMk cId="3187833337" sldId="274"/>
            <ac:inkMk id="219" creationId="{06921498-03A8-A13D-2503-F2F1A7EB0086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1" creationId="{C1272ACC-F564-F3A6-0534-1D0DA9F4AD68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2" creationId="{EEC4D947-C768-68CB-D853-4D596EFC8FDC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3" creationId="{B6D601BC-ED7F-FC10-593C-5D19AD5C6C16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4" creationId="{DF836375-06E8-AB66-1422-80D27C07BB85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5" creationId="{78DAEC10-9950-DBAA-72C2-38AD84121C9D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6" creationId="{B89EF544-ACE2-829F-B100-5D740C3B8A9C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7" creationId="{A4BAB90D-8D16-D0EB-48A6-6C9423454622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8" creationId="{2CE5AC3D-E398-1BC2-D1CA-44C770F44AC2}"/>
          </ac:inkMkLst>
        </pc:inkChg>
        <pc:inkChg chg="add mod">
          <ac:chgData name="Tem Makhurane" userId="d979715f-3f45-4e11-aa20-e05c58997df8" providerId="ADAL" clId="{B009124C-6764-406B-AA9A-0354DD94CE47}" dt="2026-08-06T15:29:39.558" v="332"/>
          <ac:inkMkLst>
            <pc:docMk/>
            <pc:sldMk cId="3187833337" sldId="274"/>
            <ac:inkMk id="229" creationId="{D6D4BA85-93C8-B190-3361-0352C30E13E2}"/>
          </ac:inkMkLst>
        </pc:inkChg>
        <pc:inkChg chg="add mod">
          <ac:chgData name="Tem Makhurane" userId="d979715f-3f45-4e11-aa20-e05c58997df8" providerId="ADAL" clId="{B009124C-6764-406B-AA9A-0354DD94CE47}" dt="2026-08-06T15:29:44.213" v="337"/>
          <ac:inkMkLst>
            <pc:docMk/>
            <pc:sldMk cId="3187833337" sldId="274"/>
            <ac:inkMk id="231" creationId="{4D6EEDED-66F7-F815-B7EA-4A68D0D060F8}"/>
          </ac:inkMkLst>
        </pc:inkChg>
        <pc:inkChg chg="add mod">
          <ac:chgData name="Tem Makhurane" userId="d979715f-3f45-4e11-aa20-e05c58997df8" providerId="ADAL" clId="{B009124C-6764-406B-AA9A-0354DD94CE47}" dt="2026-08-06T15:29:44.213" v="337"/>
          <ac:inkMkLst>
            <pc:docMk/>
            <pc:sldMk cId="3187833337" sldId="274"/>
            <ac:inkMk id="232" creationId="{CBCB611E-8940-A809-C428-2532CEC78B5E}"/>
          </ac:inkMkLst>
        </pc:inkChg>
        <pc:inkChg chg="add mod">
          <ac:chgData name="Tem Makhurane" userId="d979715f-3f45-4e11-aa20-e05c58997df8" providerId="ADAL" clId="{B009124C-6764-406B-AA9A-0354DD94CE47}" dt="2026-08-06T15:29:44.213" v="337"/>
          <ac:inkMkLst>
            <pc:docMk/>
            <pc:sldMk cId="3187833337" sldId="274"/>
            <ac:inkMk id="233" creationId="{6FBDD661-D9F7-F0B8-470A-A9213B4023A0}"/>
          </ac:inkMkLst>
        </pc:inkChg>
        <pc:inkChg chg="add mod">
          <ac:chgData name="Tem Makhurane" userId="d979715f-3f45-4e11-aa20-e05c58997df8" providerId="ADAL" clId="{B009124C-6764-406B-AA9A-0354DD94CE47}" dt="2026-08-06T15:29:44.213" v="337"/>
          <ac:inkMkLst>
            <pc:docMk/>
            <pc:sldMk cId="3187833337" sldId="274"/>
            <ac:inkMk id="234" creationId="{DA46B3AE-C241-19DE-5DA4-ED2923F4733A}"/>
          </ac:inkMkLst>
        </pc:inkChg>
        <pc:inkChg chg="add mod">
          <ac:chgData name="Tem Makhurane" userId="d979715f-3f45-4e11-aa20-e05c58997df8" providerId="ADAL" clId="{B009124C-6764-406B-AA9A-0354DD94CE47}" dt="2026-08-06T15:31:28.365" v="341"/>
          <ac:inkMkLst>
            <pc:docMk/>
            <pc:sldMk cId="3187833337" sldId="274"/>
            <ac:inkMk id="236" creationId="{BD85DF9D-5B2A-48D0-61B2-5EA90B0372E9}"/>
          </ac:inkMkLst>
        </pc:inkChg>
        <pc:inkChg chg="add mod">
          <ac:chgData name="Tem Makhurane" userId="d979715f-3f45-4e11-aa20-e05c58997df8" providerId="ADAL" clId="{B009124C-6764-406B-AA9A-0354DD94CE47}" dt="2026-08-06T15:31:28.365" v="341"/>
          <ac:inkMkLst>
            <pc:docMk/>
            <pc:sldMk cId="3187833337" sldId="274"/>
            <ac:inkMk id="237" creationId="{A699D60A-3AFF-6393-2C6D-90FB02970312}"/>
          </ac:inkMkLst>
        </pc:inkChg>
        <pc:inkChg chg="add mod">
          <ac:chgData name="Tem Makhurane" userId="d979715f-3f45-4e11-aa20-e05c58997df8" providerId="ADAL" clId="{B009124C-6764-406B-AA9A-0354DD94CE47}" dt="2026-08-06T15:31:32.846" v="353"/>
          <ac:inkMkLst>
            <pc:docMk/>
            <pc:sldMk cId="3187833337" sldId="274"/>
            <ac:inkMk id="238" creationId="{025A3417-7DA4-1164-B01F-F4B47FF42503}"/>
          </ac:inkMkLst>
        </pc:inkChg>
        <pc:inkChg chg="add mod">
          <ac:chgData name="Tem Makhurane" userId="d979715f-3f45-4e11-aa20-e05c58997df8" providerId="ADAL" clId="{B009124C-6764-406B-AA9A-0354DD94CE47}" dt="2026-08-06T15:31:32.846" v="353"/>
          <ac:inkMkLst>
            <pc:docMk/>
            <pc:sldMk cId="3187833337" sldId="274"/>
            <ac:inkMk id="240" creationId="{A72FA25D-500E-D6A8-C569-891EE4E102B9}"/>
          </ac:inkMkLst>
        </pc:inkChg>
        <pc:inkChg chg="add mod">
          <ac:chgData name="Tem Makhurane" userId="d979715f-3f45-4e11-aa20-e05c58997df8" providerId="ADAL" clId="{B009124C-6764-406B-AA9A-0354DD94CE47}" dt="2026-08-06T15:31:32.846" v="353"/>
          <ac:inkMkLst>
            <pc:docMk/>
            <pc:sldMk cId="3187833337" sldId="274"/>
            <ac:inkMk id="241" creationId="{F0C41FE0-9278-3F21-D9D5-B87C7909F7B0}"/>
          </ac:inkMkLst>
        </pc:inkChg>
        <pc:inkChg chg="add">
          <ac:chgData name="Tem Makhurane" userId="d979715f-3f45-4e11-aa20-e05c58997df8" providerId="ADAL" clId="{B009124C-6764-406B-AA9A-0354DD94CE47}" dt="2026-08-06T15:31:29.236" v="344" actId="9405"/>
          <ac:inkMkLst>
            <pc:docMk/>
            <pc:sldMk cId="3187833337" sldId="274"/>
            <ac:inkMk id="242" creationId="{105C8D49-3B38-237A-DEDF-BA7A76F4229E}"/>
          </ac:inkMkLst>
        </pc:inkChg>
        <pc:inkChg chg="add mod">
          <ac:chgData name="Tem Makhurane" userId="d979715f-3f45-4e11-aa20-e05c58997df8" providerId="ADAL" clId="{B009124C-6764-406B-AA9A-0354DD94CE47}" dt="2026-08-06T15:31:32.846" v="353"/>
          <ac:inkMkLst>
            <pc:docMk/>
            <pc:sldMk cId="3187833337" sldId="274"/>
            <ac:inkMk id="243" creationId="{C5CE3F82-1412-C4C3-71C4-2A4A894F6279}"/>
          </ac:inkMkLst>
        </pc:inkChg>
        <pc:inkChg chg="add">
          <ac:chgData name="Tem Makhurane" userId="d979715f-3f45-4e11-aa20-e05c58997df8" providerId="ADAL" clId="{B009124C-6764-406B-AA9A-0354DD94CE47}" dt="2026-08-06T15:31:29.823" v="346" actId="9405"/>
          <ac:inkMkLst>
            <pc:docMk/>
            <pc:sldMk cId="3187833337" sldId="274"/>
            <ac:inkMk id="244" creationId="{275BE8F8-6653-D75B-B4B4-8EA9932BB793}"/>
          </ac:inkMkLst>
        </pc:inkChg>
        <pc:inkChg chg="add mod">
          <ac:chgData name="Tem Makhurane" userId="d979715f-3f45-4e11-aa20-e05c58997df8" providerId="ADAL" clId="{B009124C-6764-406B-AA9A-0354DD94CE47}" dt="2026-08-06T15:31:32.846" v="353"/>
          <ac:inkMkLst>
            <pc:docMk/>
            <pc:sldMk cId="3187833337" sldId="274"/>
            <ac:inkMk id="245" creationId="{FB604EDD-B7BB-59B0-65CF-A097B27900AC}"/>
          </ac:inkMkLst>
        </pc:inkChg>
        <pc:inkChg chg="add">
          <ac:chgData name="Tem Makhurane" userId="d979715f-3f45-4e11-aa20-e05c58997df8" providerId="ADAL" clId="{B009124C-6764-406B-AA9A-0354DD94CE47}" dt="2026-08-06T15:31:30.365" v="348" actId="9405"/>
          <ac:inkMkLst>
            <pc:docMk/>
            <pc:sldMk cId="3187833337" sldId="274"/>
            <ac:inkMk id="246" creationId="{08EE8D19-B115-558E-C399-7ED63FF63F96}"/>
          </ac:inkMkLst>
        </pc:inkChg>
        <pc:inkChg chg="add">
          <ac:chgData name="Tem Makhurane" userId="d979715f-3f45-4e11-aa20-e05c58997df8" providerId="ADAL" clId="{B009124C-6764-406B-AA9A-0354DD94CE47}" dt="2026-08-06T15:31:30.508" v="349" actId="9405"/>
          <ac:inkMkLst>
            <pc:docMk/>
            <pc:sldMk cId="3187833337" sldId="274"/>
            <ac:inkMk id="247" creationId="{D47BED03-DC63-3E6F-8D7F-0E71C5437E6B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48" creationId="{DB2E2CD9-CE5D-D387-32FF-AB3D59EFF5B0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49" creationId="{76A0E8A3-FD03-E572-C4A9-451D9056F9FF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50" creationId="{A773EAF6-B688-6F24-E114-2CCD699FA4DA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53" creationId="{FD45BED0-8041-05B1-18B2-7C2518640705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54" creationId="{F0DE31E0-C7EE-A3E6-F76F-F6052358D729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55" creationId="{2927D2B2-C41A-438A-80D3-ABCFBC9C2CFC}"/>
          </ac:inkMkLst>
        </pc:inkChg>
        <pc:inkChg chg="add mod">
          <ac:chgData name="Tem Makhurane" userId="d979715f-3f45-4e11-aa20-e05c58997df8" providerId="ADAL" clId="{B009124C-6764-406B-AA9A-0354DD94CE47}" dt="2026-08-06T15:31:35.093" v="358"/>
          <ac:inkMkLst>
            <pc:docMk/>
            <pc:sldMk cId="3187833337" sldId="274"/>
            <ac:inkMk id="256" creationId="{8CEB0EB1-CE93-A02E-9361-C7ACE3A37F55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58" creationId="{FFF68D4E-0231-E0B1-B70E-845100E128AA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59" creationId="{3E855E5B-D16A-4A55-EC17-B948987ADE96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60" creationId="{AEFCAB48-EF4C-BFF0-D9A8-13FA3E67FA14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61" creationId="{81DDE493-8DFE-E025-38C5-0D9367DB3B27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62" creationId="{337BE1D4-417D-F46E-ADF2-B169EE976E55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63" creationId="{DF5FB071-4947-F6E8-382A-AB1E86CF8388}"/>
          </ac:inkMkLst>
        </pc:inkChg>
        <pc:inkChg chg="add mod">
          <ac:chgData name="Tem Makhurane" userId="d979715f-3f45-4e11-aa20-e05c58997df8" providerId="ADAL" clId="{B009124C-6764-406B-AA9A-0354DD94CE47}" dt="2026-08-06T15:31:39.976" v="366"/>
          <ac:inkMkLst>
            <pc:docMk/>
            <pc:sldMk cId="3187833337" sldId="274"/>
            <ac:inkMk id="264" creationId="{A022D495-D57D-B140-AE3C-A6CE0E6BC181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5:41:11.933" v="465"/>
        <pc:sldMkLst>
          <pc:docMk/>
          <pc:sldMk cId="3970103822" sldId="275"/>
        </pc:sldMkLst>
        <pc:grpChg chg="del mod">
          <ac:chgData name="Tem Makhurane" userId="d979715f-3f45-4e11-aa20-e05c58997df8" providerId="ADAL" clId="{B009124C-6764-406B-AA9A-0354DD94CE47}" dt="2026-08-06T15:38:46.647" v="382"/>
          <ac:grpSpMkLst>
            <pc:docMk/>
            <pc:sldMk cId="3970103822" sldId="275"/>
            <ac:grpSpMk id="13" creationId="{D1805B6F-C2BD-50B8-B033-18E5E694BCEA}"/>
          </ac:grpSpMkLst>
        </pc:grpChg>
        <pc:grpChg chg="del mod">
          <ac:chgData name="Tem Makhurane" userId="d979715f-3f45-4e11-aa20-e05c58997df8" providerId="ADAL" clId="{B009124C-6764-406B-AA9A-0354DD94CE47}" dt="2026-08-06T15:39:12.135" v="388"/>
          <ac:grpSpMkLst>
            <pc:docMk/>
            <pc:sldMk cId="3970103822" sldId="275"/>
            <ac:grpSpMk id="16" creationId="{011157F5-0572-3DCB-C104-5D27A0402789}"/>
          </ac:grpSpMkLst>
        </pc:grpChg>
        <pc:grpChg chg="del mod">
          <ac:chgData name="Tem Makhurane" userId="d979715f-3f45-4e11-aa20-e05c58997df8" providerId="ADAL" clId="{B009124C-6764-406B-AA9A-0354DD94CE47}" dt="2026-08-06T15:39:17.769" v="395"/>
          <ac:grpSpMkLst>
            <pc:docMk/>
            <pc:sldMk cId="3970103822" sldId="275"/>
            <ac:grpSpMk id="19" creationId="{D11D0196-B6C0-4423-8E87-DDC90E977B67}"/>
          </ac:grpSpMkLst>
        </pc:grpChg>
        <pc:grpChg chg="del mod">
          <ac:chgData name="Tem Makhurane" userId="d979715f-3f45-4e11-aa20-e05c58997df8" providerId="ADAL" clId="{B009124C-6764-406B-AA9A-0354DD94CE47}" dt="2026-08-06T15:39:15.562" v="392"/>
          <ac:grpSpMkLst>
            <pc:docMk/>
            <pc:sldMk cId="3970103822" sldId="275"/>
            <ac:grpSpMk id="22" creationId="{EFF46C9C-B127-D165-3571-C7176FC209BF}"/>
          </ac:grpSpMkLst>
        </pc:grpChg>
        <pc:grpChg chg="del mod">
          <ac:chgData name="Tem Makhurane" userId="d979715f-3f45-4e11-aa20-e05c58997df8" providerId="ADAL" clId="{B009124C-6764-406B-AA9A-0354DD94CE47}" dt="2026-08-06T15:39:17.769" v="395"/>
          <ac:grpSpMkLst>
            <pc:docMk/>
            <pc:sldMk cId="3970103822" sldId="275"/>
            <ac:grpSpMk id="26" creationId="{D043B0F0-36BD-D531-7E9C-154C76EC45AD}"/>
          </ac:grpSpMkLst>
        </pc:grpChg>
        <pc:grpChg chg="del mod">
          <ac:chgData name="Tem Makhurane" userId="d979715f-3f45-4e11-aa20-e05c58997df8" providerId="ADAL" clId="{B009124C-6764-406B-AA9A-0354DD94CE47}" dt="2026-08-06T15:39:22.416" v="399"/>
          <ac:grpSpMkLst>
            <pc:docMk/>
            <pc:sldMk cId="3970103822" sldId="275"/>
            <ac:grpSpMk id="29" creationId="{083B594C-DA37-993F-C8EC-4D119BBD9CC7}"/>
          </ac:grpSpMkLst>
        </pc:grpChg>
        <pc:grpChg chg="del mod">
          <ac:chgData name="Tem Makhurane" userId="d979715f-3f45-4e11-aa20-e05c58997df8" providerId="ADAL" clId="{B009124C-6764-406B-AA9A-0354DD94CE47}" dt="2026-08-06T15:39:59.759" v="402"/>
          <ac:grpSpMkLst>
            <pc:docMk/>
            <pc:sldMk cId="3970103822" sldId="275"/>
            <ac:grpSpMk id="33" creationId="{D375BA98-1426-608E-8843-66D5F95CB6CC}"/>
          </ac:grpSpMkLst>
        </pc:grpChg>
        <pc:grpChg chg="del mod">
          <ac:chgData name="Tem Makhurane" userId="d979715f-3f45-4e11-aa20-e05c58997df8" providerId="ADAL" clId="{B009124C-6764-406B-AA9A-0354DD94CE47}" dt="2026-08-06T15:40:05.442" v="404"/>
          <ac:grpSpMkLst>
            <pc:docMk/>
            <pc:sldMk cId="3970103822" sldId="275"/>
            <ac:grpSpMk id="36" creationId="{1E2A0A4B-47F5-C6F6-AA77-88DC139E7EF0}"/>
          </ac:grpSpMkLst>
        </pc:grpChg>
        <pc:grpChg chg="del mod">
          <ac:chgData name="Tem Makhurane" userId="d979715f-3f45-4e11-aa20-e05c58997df8" providerId="ADAL" clId="{B009124C-6764-406B-AA9A-0354DD94CE47}" dt="2026-08-06T15:40:08.203" v="407"/>
          <ac:grpSpMkLst>
            <pc:docMk/>
            <pc:sldMk cId="3970103822" sldId="275"/>
            <ac:grpSpMk id="38" creationId="{14D794E2-9D6F-446C-BFCB-01CB2E4FF9E6}"/>
          </ac:grpSpMkLst>
        </pc:grpChg>
        <pc:grpChg chg="mod">
          <ac:chgData name="Tem Makhurane" userId="d979715f-3f45-4e11-aa20-e05c58997df8" providerId="ADAL" clId="{B009124C-6764-406B-AA9A-0354DD94CE47}" dt="2026-08-06T15:40:08.203" v="407"/>
          <ac:grpSpMkLst>
            <pc:docMk/>
            <pc:sldMk cId="3970103822" sldId="275"/>
            <ac:grpSpMk id="41" creationId="{5E1C7DA8-B05F-55FE-EA4A-41EBAF4C0029}"/>
          </ac:grpSpMkLst>
        </pc:grpChg>
        <pc:grpChg chg="mod">
          <ac:chgData name="Tem Makhurane" userId="d979715f-3f45-4e11-aa20-e05c58997df8" providerId="ADAL" clId="{B009124C-6764-406B-AA9A-0354DD94CE47}" dt="2026-08-06T15:40:27.848" v="414"/>
          <ac:grpSpMkLst>
            <pc:docMk/>
            <pc:sldMk cId="3970103822" sldId="275"/>
            <ac:grpSpMk id="47" creationId="{0735BC4F-F773-4FD2-AAC7-83FE2B133A19}"/>
          </ac:grpSpMkLst>
        </pc:grpChg>
        <pc:grpChg chg="mod">
          <ac:chgData name="Tem Makhurane" userId="d979715f-3f45-4e11-aa20-e05c58997df8" providerId="ADAL" clId="{B009124C-6764-406B-AA9A-0354DD94CE47}" dt="2026-08-06T15:40:44.480" v="429"/>
          <ac:grpSpMkLst>
            <pc:docMk/>
            <pc:sldMk cId="3970103822" sldId="275"/>
            <ac:grpSpMk id="62" creationId="{6A8A07ED-7BB2-4809-B3EC-2468C24B4DE2}"/>
          </ac:grpSpMkLst>
        </pc:grpChg>
        <pc:grpChg chg="del mod">
          <ac:chgData name="Tem Makhurane" userId="d979715f-3f45-4e11-aa20-e05c58997df8" providerId="ADAL" clId="{B009124C-6764-406B-AA9A-0354DD94CE47}" dt="2026-08-06T15:40:54.237" v="444"/>
          <ac:grpSpMkLst>
            <pc:docMk/>
            <pc:sldMk cId="3970103822" sldId="275"/>
            <ac:grpSpMk id="71" creationId="{4958DEFA-E308-24AA-1069-C09C94400CEE}"/>
          </ac:grpSpMkLst>
        </pc:grpChg>
        <pc:grpChg chg="del mod">
          <ac:chgData name="Tem Makhurane" userId="d979715f-3f45-4e11-aa20-e05c58997df8" providerId="ADAL" clId="{B009124C-6764-406B-AA9A-0354DD94CE47}" dt="2026-08-06T15:40:56.220" v="448"/>
          <ac:grpSpMkLst>
            <pc:docMk/>
            <pc:sldMk cId="3970103822" sldId="275"/>
            <ac:grpSpMk id="77" creationId="{47B62812-9CD3-3802-364B-0107A23BE842}"/>
          </ac:grpSpMkLst>
        </pc:grpChg>
        <pc:grpChg chg="del mod">
          <ac:chgData name="Tem Makhurane" userId="d979715f-3f45-4e11-aa20-e05c58997df8" providerId="ADAL" clId="{B009124C-6764-406B-AA9A-0354DD94CE47}" dt="2026-08-06T15:40:56.712" v="450"/>
          <ac:grpSpMkLst>
            <pc:docMk/>
            <pc:sldMk cId="3970103822" sldId="275"/>
            <ac:grpSpMk id="81" creationId="{40AC2EFF-0809-C1C7-7E45-54C48E581933}"/>
          </ac:grpSpMkLst>
        </pc:grpChg>
        <pc:grpChg chg="del mod">
          <ac:chgData name="Tem Makhurane" userId="d979715f-3f45-4e11-aa20-e05c58997df8" providerId="ADAL" clId="{B009124C-6764-406B-AA9A-0354DD94CE47}" dt="2026-08-06T15:41:04.355" v="456"/>
          <ac:grpSpMkLst>
            <pc:docMk/>
            <pc:sldMk cId="3970103822" sldId="275"/>
            <ac:grpSpMk id="83" creationId="{08C9E2C1-3A9B-A14E-E32F-745E6DFC4518}"/>
          </ac:grpSpMkLst>
        </pc:grpChg>
        <pc:grpChg chg="del mod">
          <ac:chgData name="Tem Makhurane" userId="d979715f-3f45-4e11-aa20-e05c58997df8" providerId="ADAL" clId="{B009124C-6764-406B-AA9A-0354DD94CE47}" dt="2026-08-06T15:41:09.427" v="462"/>
          <ac:grpSpMkLst>
            <pc:docMk/>
            <pc:sldMk cId="3970103822" sldId="275"/>
            <ac:grpSpMk id="87" creationId="{C401356A-4CD9-DBC3-EDA5-A1541061F4A3}"/>
          </ac:grpSpMkLst>
        </pc:grpChg>
        <pc:grpChg chg="del mod">
          <ac:chgData name="Tem Makhurane" userId="d979715f-3f45-4e11-aa20-e05c58997df8" providerId="ADAL" clId="{B009124C-6764-406B-AA9A-0354DD94CE47}" dt="2026-08-06T15:41:11.933" v="465"/>
          <ac:grpSpMkLst>
            <pc:docMk/>
            <pc:sldMk cId="3970103822" sldId="275"/>
            <ac:grpSpMk id="93" creationId="{096B2F77-242E-1D10-B1EA-5534A14ACC9B}"/>
          </ac:grpSpMkLst>
        </pc:grpChg>
        <pc:grpChg chg="mod">
          <ac:chgData name="Tem Makhurane" userId="d979715f-3f45-4e11-aa20-e05c58997df8" providerId="ADAL" clId="{B009124C-6764-406B-AA9A-0354DD94CE47}" dt="2026-08-06T15:41:11.933" v="465"/>
          <ac:grpSpMkLst>
            <pc:docMk/>
            <pc:sldMk cId="3970103822" sldId="275"/>
            <ac:grpSpMk id="96" creationId="{CF82E82E-B457-E9E6-C591-C9F57EB1DF12}"/>
          </ac:grpSpMkLst>
        </pc:grpChg>
        <pc:inkChg chg="add">
          <ac:chgData name="Tem Makhurane" userId="d979715f-3f45-4e11-aa20-e05c58997df8" providerId="ADAL" clId="{B009124C-6764-406B-AA9A-0354DD94CE47}" dt="2026-08-06T15:38:23.817" v="368" actId="9405"/>
          <ac:inkMkLst>
            <pc:docMk/>
            <pc:sldMk cId="3970103822" sldId="275"/>
            <ac:inkMk id="2" creationId="{4DE1FB76-0CD5-BE04-81D6-9805DCA8D760}"/>
          </ac:inkMkLst>
        </pc:inkChg>
        <pc:inkChg chg="add">
          <ac:chgData name="Tem Makhurane" userId="d979715f-3f45-4e11-aa20-e05c58997df8" providerId="ADAL" clId="{B009124C-6764-406B-AA9A-0354DD94CE47}" dt="2026-08-06T15:38:24.722" v="369" actId="9405"/>
          <ac:inkMkLst>
            <pc:docMk/>
            <pc:sldMk cId="3970103822" sldId="275"/>
            <ac:inkMk id="3" creationId="{47C8C481-0AF1-1701-E3B3-ECF0DB620627}"/>
          </ac:inkMkLst>
        </pc:inkChg>
        <pc:inkChg chg="add mod">
          <ac:chgData name="Tem Makhurane" userId="d979715f-3f45-4e11-aa20-e05c58997df8" providerId="ADAL" clId="{B009124C-6764-406B-AA9A-0354DD94CE47}" dt="2026-08-06T15:40:05.442" v="404"/>
          <ac:inkMkLst>
            <pc:docMk/>
            <pc:sldMk cId="3970103822" sldId="275"/>
            <ac:inkMk id="4" creationId="{4D8E6AE2-0B26-9113-3DB1-7F0D2169F5FC}"/>
          </ac:inkMkLst>
        </pc:inkChg>
        <pc:inkChg chg="add mod">
          <ac:chgData name="Tem Makhurane" userId="d979715f-3f45-4e11-aa20-e05c58997df8" providerId="ADAL" clId="{B009124C-6764-406B-AA9A-0354DD94CE47}" dt="2026-08-06T15:39:12.135" v="388"/>
          <ac:inkMkLst>
            <pc:docMk/>
            <pc:sldMk cId="3970103822" sldId="275"/>
            <ac:inkMk id="5" creationId="{FA143ADD-F653-CE4A-043F-022D1C96661D}"/>
          </ac:inkMkLst>
        </pc:inkChg>
        <pc:inkChg chg="add mod">
          <ac:chgData name="Tem Makhurane" userId="d979715f-3f45-4e11-aa20-e05c58997df8" providerId="ADAL" clId="{B009124C-6764-406B-AA9A-0354DD94CE47}" dt="2026-08-06T15:38:43.694" v="379"/>
          <ac:inkMkLst>
            <pc:docMk/>
            <pc:sldMk cId="3970103822" sldId="275"/>
            <ac:inkMk id="6" creationId="{F1709616-1F7D-8E6A-FF17-11C7FDBF170D}"/>
          </ac:inkMkLst>
        </pc:inkChg>
        <pc:inkChg chg="add mod">
          <ac:chgData name="Tem Makhurane" userId="d979715f-3f45-4e11-aa20-e05c58997df8" providerId="ADAL" clId="{B009124C-6764-406B-AA9A-0354DD94CE47}" dt="2026-08-06T15:40:05.442" v="404"/>
          <ac:inkMkLst>
            <pc:docMk/>
            <pc:sldMk cId="3970103822" sldId="275"/>
            <ac:inkMk id="7" creationId="{DC2B0F52-652B-B9C8-EAEA-5929B729D99E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8" creationId="{AF1FA04C-A5D9-7F55-E9A5-FA8FDC3D3D1D}"/>
          </ac:inkMkLst>
        </pc:inkChg>
        <pc:inkChg chg="add mod">
          <ac:chgData name="Tem Makhurane" userId="d979715f-3f45-4e11-aa20-e05c58997df8" providerId="ADAL" clId="{B009124C-6764-406B-AA9A-0354DD94CE47}" dt="2026-08-06T15:38:46.647" v="382"/>
          <ac:inkMkLst>
            <pc:docMk/>
            <pc:sldMk cId="3970103822" sldId="275"/>
            <ac:inkMk id="9" creationId="{94F70274-FBA6-7519-F430-EF084BFEE384}"/>
          </ac:inkMkLst>
        </pc:inkChg>
        <pc:inkChg chg="add mod">
          <ac:chgData name="Tem Makhurane" userId="d979715f-3f45-4e11-aa20-e05c58997df8" providerId="ADAL" clId="{B009124C-6764-406B-AA9A-0354DD94CE47}" dt="2026-08-06T15:38:46.647" v="382"/>
          <ac:inkMkLst>
            <pc:docMk/>
            <pc:sldMk cId="3970103822" sldId="275"/>
            <ac:inkMk id="10" creationId="{D10FE4FB-5A9F-F49D-A380-5C22BEC2AFD6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11" creationId="{EE70FBA1-42DE-A7FC-BDEB-EAEA9BEEAE0B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12" creationId="{689E615B-50B3-F7C8-B14B-3B1B8DD6D862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14" creationId="{94221D5F-33A8-7D3C-7A20-777C538AC125}"/>
          </ac:inkMkLst>
        </pc:inkChg>
        <pc:inkChg chg="add">
          <ac:chgData name="Tem Makhurane" userId="d979715f-3f45-4e11-aa20-e05c58997df8" providerId="ADAL" clId="{B009124C-6764-406B-AA9A-0354DD94CE47}" dt="2026-08-06T15:38:46.042" v="381" actId="9405"/>
          <ac:inkMkLst>
            <pc:docMk/>
            <pc:sldMk cId="3970103822" sldId="275"/>
            <ac:inkMk id="15" creationId="{EEE25A04-DA49-4D38-1EA2-6C965EE1126E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17" creationId="{A7512D07-7CCD-E925-E50E-8992ECBB2046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18" creationId="{4481C9F3-DF4D-7C09-FD87-54B49617976A}"/>
          </ac:inkMkLst>
        </pc:inkChg>
        <pc:inkChg chg="add mod">
          <ac:chgData name="Tem Makhurane" userId="d979715f-3f45-4e11-aa20-e05c58997df8" providerId="ADAL" clId="{B009124C-6764-406B-AA9A-0354DD94CE47}" dt="2026-08-06T15:40:05.442" v="404"/>
          <ac:inkMkLst>
            <pc:docMk/>
            <pc:sldMk cId="3970103822" sldId="275"/>
            <ac:inkMk id="20" creationId="{C3B4B3C2-00B5-87B1-8306-0DCAFBF002F8}"/>
          </ac:inkMkLst>
        </pc:inkChg>
        <pc:inkChg chg="add mod">
          <ac:chgData name="Tem Makhurane" userId="d979715f-3f45-4e11-aa20-e05c58997df8" providerId="ADAL" clId="{B009124C-6764-406B-AA9A-0354DD94CE47}" dt="2026-08-06T15:39:12.135" v="388"/>
          <ac:inkMkLst>
            <pc:docMk/>
            <pc:sldMk cId="3970103822" sldId="275"/>
            <ac:inkMk id="21" creationId="{ADD54A61-E482-D058-F212-90DD2C6CB27B}"/>
          </ac:inkMkLst>
        </pc:inkChg>
        <pc:inkChg chg="add mod">
          <ac:chgData name="Tem Makhurane" userId="d979715f-3f45-4e11-aa20-e05c58997df8" providerId="ADAL" clId="{B009124C-6764-406B-AA9A-0354DD94CE47}" dt="2026-08-06T15:40:05.442" v="404"/>
          <ac:inkMkLst>
            <pc:docMk/>
            <pc:sldMk cId="3970103822" sldId="275"/>
            <ac:inkMk id="23" creationId="{5050FD89-4102-D2D2-E2FF-230FAE013653}"/>
          </ac:inkMkLst>
        </pc:inkChg>
        <pc:inkChg chg="add mod">
          <ac:chgData name="Tem Makhurane" userId="d979715f-3f45-4e11-aa20-e05c58997df8" providerId="ADAL" clId="{B009124C-6764-406B-AA9A-0354DD94CE47}" dt="2026-08-06T15:40:05.442" v="404"/>
          <ac:inkMkLst>
            <pc:docMk/>
            <pc:sldMk cId="3970103822" sldId="275"/>
            <ac:inkMk id="24" creationId="{94171CCD-6D27-77EC-3574-7AAAA269A710}"/>
          </ac:inkMkLst>
        </pc:inkChg>
        <pc:inkChg chg="add">
          <ac:chgData name="Tem Makhurane" userId="d979715f-3f45-4e11-aa20-e05c58997df8" providerId="ADAL" clId="{B009124C-6764-406B-AA9A-0354DD94CE47}" dt="2026-08-06T15:39:15.023" v="391" actId="9405"/>
          <ac:inkMkLst>
            <pc:docMk/>
            <pc:sldMk cId="3970103822" sldId="275"/>
            <ac:inkMk id="25" creationId="{DDA5A101-AA9B-370F-3E83-F8F5E7D7E7EE}"/>
          </ac:inkMkLst>
        </pc:inkChg>
        <pc:inkChg chg="add mod">
          <ac:chgData name="Tem Makhurane" userId="d979715f-3f45-4e11-aa20-e05c58997df8" providerId="ADAL" clId="{B009124C-6764-406B-AA9A-0354DD94CE47}" dt="2026-08-06T15:39:22.416" v="399"/>
          <ac:inkMkLst>
            <pc:docMk/>
            <pc:sldMk cId="3970103822" sldId="275"/>
            <ac:inkMk id="27" creationId="{C8EB80B0-BCFD-AC22-2F6F-9441B070F594}"/>
          </ac:inkMkLst>
        </pc:inkChg>
        <pc:inkChg chg="add">
          <ac:chgData name="Tem Makhurane" userId="d979715f-3f45-4e11-aa20-e05c58997df8" providerId="ADAL" clId="{B009124C-6764-406B-AA9A-0354DD94CE47}" dt="2026-08-06T15:39:17.248" v="394" actId="9405"/>
          <ac:inkMkLst>
            <pc:docMk/>
            <pc:sldMk cId="3970103822" sldId="275"/>
            <ac:inkMk id="28" creationId="{9D3CFB79-FDE9-111F-7F53-8FCE63D877A3}"/>
          </ac:inkMkLst>
        </pc:inkChg>
        <pc:inkChg chg="add">
          <ac:chgData name="Tem Makhurane" userId="d979715f-3f45-4e11-aa20-e05c58997df8" providerId="ADAL" clId="{B009124C-6764-406B-AA9A-0354DD94CE47}" dt="2026-08-06T15:39:18.673" v="396" actId="9405"/>
          <ac:inkMkLst>
            <pc:docMk/>
            <pc:sldMk cId="3970103822" sldId="275"/>
            <ac:inkMk id="30" creationId="{CC6D1425-32EC-28FA-4BB5-49EEDB94055A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31" creationId="{5F025E57-F413-AAAF-F435-32837631F808}"/>
          </ac:inkMkLst>
        </pc:inkChg>
        <pc:inkChg chg="add">
          <ac:chgData name="Tem Makhurane" userId="d979715f-3f45-4e11-aa20-e05c58997df8" providerId="ADAL" clId="{B009124C-6764-406B-AA9A-0354DD94CE47}" dt="2026-08-06T15:39:21.544" v="398" actId="9405"/>
          <ac:inkMkLst>
            <pc:docMk/>
            <pc:sldMk cId="3970103822" sldId="275"/>
            <ac:inkMk id="32" creationId="{3B113F64-3A23-66B4-BDAD-68FDC5EF633C}"/>
          </ac:inkMkLst>
        </pc:inkChg>
        <pc:inkChg chg="add">
          <ac:chgData name="Tem Makhurane" userId="d979715f-3f45-4e11-aa20-e05c58997df8" providerId="ADAL" clId="{B009124C-6764-406B-AA9A-0354DD94CE47}" dt="2026-08-06T15:39:58.298" v="400" actId="9405"/>
          <ac:inkMkLst>
            <pc:docMk/>
            <pc:sldMk cId="3970103822" sldId="275"/>
            <ac:inkMk id="34" creationId="{F82BCA63-3CD3-6321-80BA-FFAD5A5C999F}"/>
          </ac:inkMkLst>
        </pc:inkChg>
        <pc:inkChg chg="add">
          <ac:chgData name="Tem Makhurane" userId="d979715f-3f45-4e11-aa20-e05c58997df8" providerId="ADAL" clId="{B009124C-6764-406B-AA9A-0354DD94CE47}" dt="2026-08-06T15:39:59.138" v="401" actId="9405"/>
          <ac:inkMkLst>
            <pc:docMk/>
            <pc:sldMk cId="3970103822" sldId="275"/>
            <ac:inkMk id="35" creationId="{F22F72C2-4A68-8262-16FA-326F809F4636}"/>
          </ac:inkMkLst>
        </pc:inkChg>
        <pc:inkChg chg="add">
          <ac:chgData name="Tem Makhurane" userId="d979715f-3f45-4e11-aa20-e05c58997df8" providerId="ADAL" clId="{B009124C-6764-406B-AA9A-0354DD94CE47}" dt="2026-08-06T15:40:04.499" v="403" actId="9405"/>
          <ac:inkMkLst>
            <pc:docMk/>
            <pc:sldMk cId="3970103822" sldId="275"/>
            <ac:inkMk id="37" creationId="{D8DC7B2B-338E-DCBA-F969-426C65BBB077}"/>
          </ac:inkMkLst>
        </pc:inkChg>
        <pc:inkChg chg="add">
          <ac:chgData name="Tem Makhurane" userId="d979715f-3f45-4e11-aa20-e05c58997df8" providerId="ADAL" clId="{B009124C-6764-406B-AA9A-0354DD94CE47}" dt="2026-08-06T15:40:06.725" v="405" actId="9405"/>
          <ac:inkMkLst>
            <pc:docMk/>
            <pc:sldMk cId="3970103822" sldId="275"/>
            <ac:inkMk id="39" creationId="{27DC26D8-2751-170E-C82A-55B8654CF253}"/>
          </ac:inkMkLst>
        </pc:inkChg>
        <pc:inkChg chg="add mod">
          <ac:chgData name="Tem Makhurane" userId="d979715f-3f45-4e11-aa20-e05c58997df8" providerId="ADAL" clId="{B009124C-6764-406B-AA9A-0354DD94CE47}" dt="2026-08-06T15:40:08.203" v="407"/>
          <ac:inkMkLst>
            <pc:docMk/>
            <pc:sldMk cId="3970103822" sldId="275"/>
            <ac:inkMk id="40" creationId="{02A88619-E7A1-486B-C9C8-7E75E08770BA}"/>
          </ac:inkMkLst>
        </pc:inkChg>
        <pc:inkChg chg="add">
          <ac:chgData name="Tem Makhurane" userId="d979715f-3f45-4e11-aa20-e05c58997df8" providerId="ADAL" clId="{B009124C-6764-406B-AA9A-0354DD94CE47}" dt="2026-08-06T15:40:11.706" v="408" actId="9405"/>
          <ac:inkMkLst>
            <pc:docMk/>
            <pc:sldMk cId="3970103822" sldId="275"/>
            <ac:inkMk id="42" creationId="{469B21C9-0EF9-A458-6861-00D36A2616CC}"/>
          </ac:inkMkLst>
        </pc:inkChg>
        <pc:inkChg chg="add del">
          <ac:chgData name="Tem Makhurane" userId="d979715f-3f45-4e11-aa20-e05c58997df8" providerId="ADAL" clId="{B009124C-6764-406B-AA9A-0354DD94CE47}" dt="2026-08-06T15:40:18.807" v="410"/>
          <ac:inkMkLst>
            <pc:docMk/>
            <pc:sldMk cId="3970103822" sldId="275"/>
            <ac:inkMk id="43" creationId="{FB1CAB54-19EA-924E-A73E-979B1E78F1BC}"/>
          </ac:inkMkLst>
        </pc:inkChg>
        <pc:inkChg chg="add">
          <ac:chgData name="Tem Makhurane" userId="d979715f-3f45-4e11-aa20-e05c58997df8" providerId="ADAL" clId="{B009124C-6764-406B-AA9A-0354DD94CE47}" dt="2026-08-06T15:40:23.666" v="411" actId="9405"/>
          <ac:inkMkLst>
            <pc:docMk/>
            <pc:sldMk cId="3970103822" sldId="275"/>
            <ac:inkMk id="44" creationId="{8B7D2BB6-8776-8371-914A-1FC9DA16E6F0}"/>
          </ac:inkMkLst>
        </pc:inkChg>
        <pc:inkChg chg="add mod">
          <ac:chgData name="Tem Makhurane" userId="d979715f-3f45-4e11-aa20-e05c58997df8" providerId="ADAL" clId="{B009124C-6764-406B-AA9A-0354DD94CE47}" dt="2026-08-06T15:40:27.848" v="414"/>
          <ac:inkMkLst>
            <pc:docMk/>
            <pc:sldMk cId="3970103822" sldId="275"/>
            <ac:inkMk id="45" creationId="{0CD4D39F-9793-ADB3-0234-CEC9570F7F1E}"/>
          </ac:inkMkLst>
        </pc:inkChg>
        <pc:inkChg chg="add mod">
          <ac:chgData name="Tem Makhurane" userId="d979715f-3f45-4e11-aa20-e05c58997df8" providerId="ADAL" clId="{B009124C-6764-406B-AA9A-0354DD94CE47}" dt="2026-08-06T15:40:27.848" v="414"/>
          <ac:inkMkLst>
            <pc:docMk/>
            <pc:sldMk cId="3970103822" sldId="275"/>
            <ac:inkMk id="46" creationId="{58B71E05-0854-AD5A-E4E3-BA3463390DE3}"/>
          </ac:inkMkLst>
        </pc:inkChg>
        <pc:inkChg chg="add">
          <ac:chgData name="Tem Makhurane" userId="d979715f-3f45-4e11-aa20-e05c58997df8" providerId="ADAL" clId="{B009124C-6764-406B-AA9A-0354DD94CE47}" dt="2026-08-06T15:40:38.528" v="415" actId="9405"/>
          <ac:inkMkLst>
            <pc:docMk/>
            <pc:sldMk cId="3970103822" sldId="275"/>
            <ac:inkMk id="48" creationId="{5BB2D890-8BB1-0C2D-B7BC-556D1B68A9C0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49" creationId="{8C4948C8-2CEA-33B5-7836-092EB74C87A8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0" creationId="{1FF0E122-73BD-08D7-0C9F-AF55C3AE61E6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1" creationId="{D5CA710E-0067-30E2-6134-D6B2F4C76657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2" creationId="{92CFB4FE-1B7D-A256-6237-FCAB040FEBA9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3" creationId="{08CEDA06-C942-4FD1-69FA-B816C2ABA9DF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4" creationId="{76C65C64-AA6A-56A0-0C93-E6C2DB2FD21A}"/>
          </ac:inkMkLst>
        </pc:inkChg>
        <pc:inkChg chg="add">
          <ac:chgData name="Tem Makhurane" userId="d979715f-3f45-4e11-aa20-e05c58997df8" providerId="ADAL" clId="{B009124C-6764-406B-AA9A-0354DD94CE47}" dt="2026-08-06T15:40:41.720" v="422" actId="9405"/>
          <ac:inkMkLst>
            <pc:docMk/>
            <pc:sldMk cId="3970103822" sldId="275"/>
            <ac:inkMk id="55" creationId="{5D6C0338-92FE-A682-40E7-DC71782D3364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6" creationId="{192A22AF-790E-BBC0-5963-D21F849F489D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7" creationId="{059ED396-DCC0-2FA2-C306-B2834CCC9ECB}"/>
          </ac:inkMkLst>
        </pc:inkChg>
        <pc:inkChg chg="add">
          <ac:chgData name="Tem Makhurane" userId="d979715f-3f45-4e11-aa20-e05c58997df8" providerId="ADAL" clId="{B009124C-6764-406B-AA9A-0354DD94CE47}" dt="2026-08-06T15:40:42.702" v="425" actId="9405"/>
          <ac:inkMkLst>
            <pc:docMk/>
            <pc:sldMk cId="3970103822" sldId="275"/>
            <ac:inkMk id="58" creationId="{E2C53FD2-96B2-A77D-F9BE-0CE34E14F3F6}"/>
          </ac:inkMkLst>
        </pc:inkChg>
        <pc:inkChg chg="add mod">
          <ac:chgData name="Tem Makhurane" userId="d979715f-3f45-4e11-aa20-e05c58997df8" providerId="ADAL" clId="{B009124C-6764-406B-AA9A-0354DD94CE47}" dt="2026-08-06T15:40:44.480" v="429"/>
          <ac:inkMkLst>
            <pc:docMk/>
            <pc:sldMk cId="3970103822" sldId="275"/>
            <ac:inkMk id="59" creationId="{93DF4A97-8B5C-3B2E-A609-BEAAF84AFF0D}"/>
          </ac:inkMkLst>
        </pc:inkChg>
        <pc:inkChg chg="add">
          <ac:chgData name="Tem Makhurane" userId="d979715f-3f45-4e11-aa20-e05c58997df8" providerId="ADAL" clId="{B009124C-6764-406B-AA9A-0354DD94CE47}" dt="2026-08-06T15:40:43.147" v="427" actId="9405"/>
          <ac:inkMkLst>
            <pc:docMk/>
            <pc:sldMk cId="3970103822" sldId="275"/>
            <ac:inkMk id="60" creationId="{102A3C84-4826-E109-7120-713F955D6C2F}"/>
          </ac:inkMkLst>
        </pc:inkChg>
        <pc:inkChg chg="add">
          <ac:chgData name="Tem Makhurane" userId="d979715f-3f45-4e11-aa20-e05c58997df8" providerId="ADAL" clId="{B009124C-6764-406B-AA9A-0354DD94CE47}" dt="2026-08-06T15:40:43.813" v="428" actId="9405"/>
          <ac:inkMkLst>
            <pc:docMk/>
            <pc:sldMk cId="3970103822" sldId="275"/>
            <ac:inkMk id="61" creationId="{6D6C571C-5AEE-BE98-D7DB-08B57C663802}"/>
          </ac:inkMkLst>
        </pc:inkChg>
        <pc:inkChg chg="add mod">
          <ac:chgData name="Tem Makhurane" userId="d979715f-3f45-4e11-aa20-e05c58997df8" providerId="ADAL" clId="{B009124C-6764-406B-AA9A-0354DD94CE47}" dt="2026-08-06T15:40:56.220" v="448"/>
          <ac:inkMkLst>
            <pc:docMk/>
            <pc:sldMk cId="3970103822" sldId="275"/>
            <ac:inkMk id="63" creationId="{96B8405B-F22E-EF0C-F81A-2183D36D4646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64" creationId="{3C96908E-B933-480F-24FD-D82AC89A8BC9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65" creationId="{FBD78BCF-7DC7-AAC2-4F1B-D6D5B69AD074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66" creationId="{75639E6D-330F-42B9-BE69-63B0AEEC4763}"/>
          </ac:inkMkLst>
        </pc:inkChg>
        <pc:inkChg chg="add mod">
          <ac:chgData name="Tem Makhurane" userId="d979715f-3f45-4e11-aa20-e05c58997df8" providerId="ADAL" clId="{B009124C-6764-406B-AA9A-0354DD94CE47}" dt="2026-08-06T15:40:49.556" v="438"/>
          <ac:inkMkLst>
            <pc:docMk/>
            <pc:sldMk cId="3970103822" sldId="275"/>
            <ac:inkMk id="67" creationId="{E7DD1F49-30CC-3845-C08C-0A9A077BB588}"/>
          </ac:inkMkLst>
        </pc:inkChg>
        <pc:inkChg chg="add mod">
          <ac:chgData name="Tem Makhurane" userId="d979715f-3f45-4e11-aa20-e05c58997df8" providerId="ADAL" clId="{B009124C-6764-406B-AA9A-0354DD94CE47}" dt="2026-08-06T15:41:04.355" v="456"/>
          <ac:inkMkLst>
            <pc:docMk/>
            <pc:sldMk cId="3970103822" sldId="275"/>
            <ac:inkMk id="68" creationId="{F9EC8403-2F11-39AE-2233-75757CED883B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69" creationId="{B2E120E0-FE4C-2083-E0F9-8AC29C0A7425}"/>
          </ac:inkMkLst>
        </pc:inkChg>
        <pc:inkChg chg="add mod">
          <ac:chgData name="Tem Makhurane" userId="d979715f-3f45-4e11-aa20-e05c58997df8" providerId="ADAL" clId="{B009124C-6764-406B-AA9A-0354DD94CE47}" dt="2026-08-06T15:41:04.355" v="456"/>
          <ac:inkMkLst>
            <pc:docMk/>
            <pc:sldMk cId="3970103822" sldId="275"/>
            <ac:inkMk id="70" creationId="{00EBBC00-2E87-215C-9B91-07F5E9C34875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72" creationId="{81D23DD4-6227-3102-2D69-D892A5D97671}"/>
          </ac:inkMkLst>
        </pc:inkChg>
        <pc:inkChg chg="add mod">
          <ac:chgData name="Tem Makhurane" userId="d979715f-3f45-4e11-aa20-e05c58997df8" providerId="ADAL" clId="{B009124C-6764-406B-AA9A-0354DD94CE47}" dt="2026-08-06T15:41:04.355" v="456"/>
          <ac:inkMkLst>
            <pc:docMk/>
            <pc:sldMk cId="3970103822" sldId="275"/>
            <ac:inkMk id="73" creationId="{DA6CE1F4-CFA4-35AB-4BF3-76D74696538F}"/>
          </ac:inkMkLst>
        </pc:inkChg>
        <pc:inkChg chg="add mod">
          <ac:chgData name="Tem Makhurane" userId="d979715f-3f45-4e11-aa20-e05c58997df8" providerId="ADAL" clId="{B009124C-6764-406B-AA9A-0354DD94CE47}" dt="2026-08-06T15:40:54.237" v="444"/>
          <ac:inkMkLst>
            <pc:docMk/>
            <pc:sldMk cId="3970103822" sldId="275"/>
            <ac:inkMk id="74" creationId="{9F6E039E-9B45-EAA4-D092-6E03ED56C690}"/>
          </ac:inkMkLst>
        </pc:inkChg>
        <pc:inkChg chg="add">
          <ac:chgData name="Tem Makhurane" userId="d979715f-3f45-4e11-aa20-e05c58997df8" providerId="ADAL" clId="{B009124C-6764-406B-AA9A-0354DD94CE47}" dt="2026-08-06T15:40:52.345" v="442" actId="9405"/>
          <ac:inkMkLst>
            <pc:docMk/>
            <pc:sldMk cId="3970103822" sldId="275"/>
            <ac:inkMk id="75" creationId="{A56B03F8-27FE-5F83-928E-AA087BB01757}"/>
          </ac:inkMkLst>
        </pc:inkChg>
        <pc:inkChg chg="add mod">
          <ac:chgData name="Tem Makhurane" userId="d979715f-3f45-4e11-aa20-e05c58997df8" providerId="ADAL" clId="{B009124C-6764-406B-AA9A-0354DD94CE47}" dt="2026-08-06T15:40:59.526" v="453"/>
          <ac:inkMkLst>
            <pc:docMk/>
            <pc:sldMk cId="3970103822" sldId="275"/>
            <ac:inkMk id="76" creationId="{804BEB55-FB91-C693-8856-82A1A3D2E6AD}"/>
          </ac:inkMkLst>
        </pc:inkChg>
        <pc:inkChg chg="add del mod">
          <ac:chgData name="Tem Makhurane" userId="d979715f-3f45-4e11-aa20-e05c58997df8" providerId="ADAL" clId="{B009124C-6764-406B-AA9A-0354DD94CE47}" dt="2026-08-06T15:40:59.526" v="453"/>
          <ac:inkMkLst>
            <pc:docMk/>
            <pc:sldMk cId="3970103822" sldId="275"/>
            <ac:inkMk id="78" creationId="{5D3F4BD6-638C-024C-1371-78D88DFEB1DD}"/>
          </ac:inkMkLst>
        </pc:inkChg>
        <pc:inkChg chg="add del mod">
          <ac:chgData name="Tem Makhurane" userId="d979715f-3f45-4e11-aa20-e05c58997df8" providerId="ADAL" clId="{B009124C-6764-406B-AA9A-0354DD94CE47}" dt="2026-08-06T15:40:59.526" v="452"/>
          <ac:inkMkLst>
            <pc:docMk/>
            <pc:sldMk cId="3970103822" sldId="275"/>
            <ac:inkMk id="79" creationId="{68C0F892-04DB-2ED4-C26A-4DF0E8CE3B2D}"/>
          </ac:inkMkLst>
        </pc:inkChg>
        <pc:inkChg chg="add mod">
          <ac:chgData name="Tem Makhurane" userId="d979715f-3f45-4e11-aa20-e05c58997df8" providerId="ADAL" clId="{B009124C-6764-406B-AA9A-0354DD94CE47}" dt="2026-08-06T15:40:59.526" v="453"/>
          <ac:inkMkLst>
            <pc:docMk/>
            <pc:sldMk cId="3970103822" sldId="275"/>
            <ac:inkMk id="80" creationId="{C6B387EE-EA70-4F7C-7B2F-5009581B1B05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82" creationId="{84F89F1F-83DB-B35C-40B6-75A254FA9619}"/>
          </ac:inkMkLst>
        </pc:inkChg>
        <pc:inkChg chg="add mod">
          <ac:chgData name="Tem Makhurane" userId="d979715f-3f45-4e11-aa20-e05c58997df8" providerId="ADAL" clId="{B009124C-6764-406B-AA9A-0354DD94CE47}" dt="2026-08-06T15:41:04.355" v="456"/>
          <ac:inkMkLst>
            <pc:docMk/>
            <pc:sldMk cId="3970103822" sldId="275"/>
            <ac:inkMk id="84" creationId="{20FC3F61-F6A2-F798-2664-7D712619A19F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85" creationId="{F6765C4D-DE5D-E7D8-A391-6C03BD3D9425}"/>
          </ac:inkMkLst>
        </pc:inkChg>
        <pc:inkChg chg="add mod">
          <ac:chgData name="Tem Makhurane" userId="d979715f-3f45-4e11-aa20-e05c58997df8" providerId="ADAL" clId="{B009124C-6764-406B-AA9A-0354DD94CE47}" dt="2026-08-06T15:41:04.355" v="456"/>
          <ac:inkMkLst>
            <pc:docMk/>
            <pc:sldMk cId="3970103822" sldId="275"/>
            <ac:inkMk id="86" creationId="{2C9C8922-FC98-FA05-06ED-CFA33582FC1A}"/>
          </ac:inkMkLst>
        </pc:inkChg>
        <pc:inkChg chg="add mod">
          <ac:chgData name="Tem Makhurane" userId="d979715f-3f45-4e11-aa20-e05c58997df8" providerId="ADAL" clId="{B009124C-6764-406B-AA9A-0354DD94CE47}" dt="2026-08-06T15:41:11.933" v="465"/>
          <ac:inkMkLst>
            <pc:docMk/>
            <pc:sldMk cId="3970103822" sldId="275"/>
            <ac:inkMk id="88" creationId="{7E7DB2B7-703B-6A76-341A-48F1A056FE91}"/>
          </ac:inkMkLst>
        </pc:inkChg>
        <pc:inkChg chg="add">
          <ac:chgData name="Tem Makhurane" userId="d979715f-3f45-4e11-aa20-e05c58997df8" providerId="ADAL" clId="{B009124C-6764-406B-AA9A-0354DD94CE47}" dt="2026-08-06T15:41:06.103" v="458" actId="9405"/>
          <ac:inkMkLst>
            <pc:docMk/>
            <pc:sldMk cId="3970103822" sldId="275"/>
            <ac:inkMk id="89" creationId="{6EDA7D41-1E74-3352-6EA6-6BCED2F7F77A}"/>
          </ac:inkMkLst>
        </pc:inkChg>
        <pc:inkChg chg="add">
          <ac:chgData name="Tem Makhurane" userId="d979715f-3f45-4e11-aa20-e05c58997df8" providerId="ADAL" clId="{B009124C-6764-406B-AA9A-0354DD94CE47}" dt="2026-08-06T15:41:06.309" v="459" actId="9405"/>
          <ac:inkMkLst>
            <pc:docMk/>
            <pc:sldMk cId="3970103822" sldId="275"/>
            <ac:inkMk id="90" creationId="{FCDDC5F4-2EC5-DD9A-149E-5A12D73C14DD}"/>
          </ac:inkMkLst>
        </pc:inkChg>
        <pc:inkChg chg="add">
          <ac:chgData name="Tem Makhurane" userId="d979715f-3f45-4e11-aa20-e05c58997df8" providerId="ADAL" clId="{B009124C-6764-406B-AA9A-0354DD94CE47}" dt="2026-08-06T15:41:07.211" v="460" actId="9405"/>
          <ac:inkMkLst>
            <pc:docMk/>
            <pc:sldMk cId="3970103822" sldId="275"/>
            <ac:inkMk id="91" creationId="{7B03E4DE-D0FB-60A9-2258-0E763F58DCCA}"/>
          </ac:inkMkLst>
        </pc:inkChg>
        <pc:inkChg chg="add">
          <ac:chgData name="Tem Makhurane" userId="d979715f-3f45-4e11-aa20-e05c58997df8" providerId="ADAL" clId="{B009124C-6764-406B-AA9A-0354DD94CE47}" dt="2026-08-06T15:41:08.904" v="461" actId="9405"/>
          <ac:inkMkLst>
            <pc:docMk/>
            <pc:sldMk cId="3970103822" sldId="275"/>
            <ac:inkMk id="92" creationId="{D6E9B964-D215-9C01-319D-FA55D42CD612}"/>
          </ac:inkMkLst>
        </pc:inkChg>
        <pc:inkChg chg="add">
          <ac:chgData name="Tem Makhurane" userId="d979715f-3f45-4e11-aa20-e05c58997df8" providerId="ADAL" clId="{B009124C-6764-406B-AA9A-0354DD94CE47}" dt="2026-08-06T15:41:09.983" v="463" actId="9405"/>
          <ac:inkMkLst>
            <pc:docMk/>
            <pc:sldMk cId="3970103822" sldId="275"/>
            <ac:inkMk id="94" creationId="{A59A51D5-5211-B0AC-9169-CCE73084F5FE}"/>
          </ac:inkMkLst>
        </pc:inkChg>
        <pc:inkChg chg="add">
          <ac:chgData name="Tem Makhurane" userId="d979715f-3f45-4e11-aa20-e05c58997df8" providerId="ADAL" clId="{B009124C-6764-406B-AA9A-0354DD94CE47}" dt="2026-08-06T15:41:11.140" v="464" actId="9405"/>
          <ac:inkMkLst>
            <pc:docMk/>
            <pc:sldMk cId="3970103822" sldId="275"/>
            <ac:inkMk id="95" creationId="{79A574BB-D2C8-9F11-5D5B-78659AEF1E1D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6:11:14.255" v="555" actId="22"/>
        <pc:sldMkLst>
          <pc:docMk/>
          <pc:sldMk cId="2614048274" sldId="276"/>
        </pc:sldMkLst>
        <pc:spChg chg="add mod">
          <ac:chgData name="Tem Makhurane" userId="d979715f-3f45-4e11-aa20-e05c58997df8" providerId="ADAL" clId="{B009124C-6764-406B-AA9A-0354DD94CE47}" dt="2026-08-06T15:43:17.846" v="471" actId="1076"/>
          <ac:spMkLst>
            <pc:docMk/>
            <pc:sldMk cId="2614048274" sldId="276"/>
            <ac:spMk id="3" creationId="{A5B85069-38EE-8491-1B6E-820F38CFDABB}"/>
          </ac:spMkLst>
        </pc:spChg>
        <pc:spChg chg="add del">
          <ac:chgData name="Tem Makhurane" userId="d979715f-3f45-4e11-aa20-e05c58997df8" providerId="ADAL" clId="{B009124C-6764-406B-AA9A-0354DD94CE47}" dt="2026-08-06T16:11:14.255" v="555" actId="22"/>
          <ac:spMkLst>
            <pc:docMk/>
            <pc:sldMk cId="2614048274" sldId="276"/>
            <ac:spMk id="88" creationId="{92BAD296-FA4A-9A14-7132-C90ECB2C7583}"/>
          </ac:spMkLst>
        </pc:spChg>
        <pc:grpChg chg="del mod">
          <ac:chgData name="Tem Makhurane" userId="d979715f-3f45-4e11-aa20-e05c58997df8" providerId="ADAL" clId="{B009124C-6764-406B-AA9A-0354DD94CE47}" dt="2026-08-06T16:09:50.923" v="517"/>
          <ac:grpSpMkLst>
            <pc:docMk/>
            <pc:sldMk cId="2614048274" sldId="276"/>
            <ac:grpSpMk id="10" creationId="{AD98D6E0-EA83-8677-422B-2F0CC68205D0}"/>
          </ac:grpSpMkLst>
        </pc:grpChg>
        <pc:grpChg chg="del mod">
          <ac:chgData name="Tem Makhurane" userId="d979715f-3f45-4e11-aa20-e05c58997df8" providerId="ADAL" clId="{B009124C-6764-406B-AA9A-0354DD94CE47}" dt="2026-08-06T16:09:50.923" v="517"/>
          <ac:grpSpMkLst>
            <pc:docMk/>
            <pc:sldMk cId="2614048274" sldId="276"/>
            <ac:grpSpMk id="14" creationId="{A16B7CF1-082D-3D6D-42AD-67FB37E4CEED}"/>
          </ac:grpSpMkLst>
        </pc:grpChg>
        <pc:grpChg chg="del mod">
          <ac:chgData name="Tem Makhurane" userId="d979715f-3f45-4e11-aa20-e05c58997df8" providerId="ADAL" clId="{B009124C-6764-406B-AA9A-0354DD94CE47}" dt="2026-08-06T16:10:12.744" v="520"/>
          <ac:grpSpMkLst>
            <pc:docMk/>
            <pc:sldMk cId="2614048274" sldId="276"/>
            <ac:grpSpMk id="48" creationId="{FAFB8A7B-703C-8DD2-8519-8332E2651465}"/>
          </ac:grpSpMkLst>
        </pc:grpChg>
        <pc:grpChg chg="del mod">
          <ac:chgData name="Tem Makhurane" userId="d979715f-3f45-4e11-aa20-e05c58997df8" providerId="ADAL" clId="{B009124C-6764-406B-AA9A-0354DD94CE47}" dt="2026-08-06T16:10:14.532" v="522"/>
          <ac:grpSpMkLst>
            <pc:docMk/>
            <pc:sldMk cId="2614048274" sldId="276"/>
            <ac:grpSpMk id="51" creationId="{DCFB21EE-9186-187F-6EA9-A4ACE1572B09}"/>
          </ac:grpSpMkLst>
        </pc:grpChg>
        <pc:grpChg chg="mod">
          <ac:chgData name="Tem Makhurane" userId="d979715f-3f45-4e11-aa20-e05c58997df8" providerId="ADAL" clId="{B009124C-6764-406B-AA9A-0354DD94CE47}" dt="2026-08-06T16:10:14.532" v="522"/>
          <ac:grpSpMkLst>
            <pc:docMk/>
            <pc:sldMk cId="2614048274" sldId="276"/>
            <ac:grpSpMk id="53" creationId="{D9EE1AE1-74CE-47E0-4E9D-21EA3592F9DF}"/>
          </ac:grpSpMkLst>
        </pc:grpChg>
        <pc:grpChg chg="mod">
          <ac:chgData name="Tem Makhurane" userId="d979715f-3f45-4e11-aa20-e05c58997df8" providerId="ADAL" clId="{B009124C-6764-406B-AA9A-0354DD94CE47}" dt="2026-08-06T16:10:28.813" v="539"/>
          <ac:grpSpMkLst>
            <pc:docMk/>
            <pc:sldMk cId="2614048274" sldId="276"/>
            <ac:grpSpMk id="70" creationId="{53BCC5E9-CC82-6386-1C04-152BFC94D6BA}"/>
          </ac:grpSpMkLst>
        </pc:grpChg>
        <pc:grpChg chg="mod">
          <ac:chgData name="Tem Makhurane" userId="d979715f-3f45-4e11-aa20-e05c58997df8" providerId="ADAL" clId="{B009124C-6764-406B-AA9A-0354DD94CE47}" dt="2026-08-06T16:10:28.813" v="539"/>
          <ac:grpSpMkLst>
            <pc:docMk/>
            <pc:sldMk cId="2614048274" sldId="276"/>
            <ac:grpSpMk id="71" creationId="{646CA6F2-E340-C384-3621-83F9B957088E}"/>
          </ac:grpSpMkLst>
        </pc:grpChg>
        <pc:grpChg chg="mod">
          <ac:chgData name="Tem Makhurane" userId="d979715f-3f45-4e11-aa20-e05c58997df8" providerId="ADAL" clId="{B009124C-6764-406B-AA9A-0354DD94CE47}" dt="2026-08-06T16:10:35.182" v="553"/>
          <ac:grpSpMkLst>
            <pc:docMk/>
            <pc:sldMk cId="2614048274" sldId="276"/>
            <ac:grpSpMk id="85" creationId="{A74F8EAD-EBB9-A47A-9E0E-5152C4733371}"/>
          </ac:grpSpMkLst>
        </pc:grpChg>
        <pc:grpChg chg="mod">
          <ac:chgData name="Tem Makhurane" userId="d979715f-3f45-4e11-aa20-e05c58997df8" providerId="ADAL" clId="{B009124C-6764-406B-AA9A-0354DD94CE47}" dt="2026-08-06T16:10:35.182" v="553"/>
          <ac:grpSpMkLst>
            <pc:docMk/>
            <pc:sldMk cId="2614048274" sldId="276"/>
            <ac:grpSpMk id="86" creationId="{03E258D8-21CF-3CC2-06EA-0383D2EE879B}"/>
          </ac:grpSpMkLst>
        </pc:grp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4" creationId="{495E307C-460E-545F-2F26-0C6DC04B27A9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5" creationId="{31F28FFC-0EBA-CAE4-B0BB-402BF20A87FA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6" creationId="{75760F47-6E96-C0F7-DD83-CE37EF4639C7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7" creationId="{66851C6B-2A66-C0A0-4744-C9F2A0A4181A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8" creationId="{ED1EDA96-88CD-180C-21DF-10A688F637DE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9" creationId="{91A58F0B-DC52-27FC-1CB0-373688A922D3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11" creationId="{B3E55BC0-43E0-2E84-2850-05311B414DE7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12" creationId="{C387755B-C436-DC3D-DEEB-E4B6CBD8BAF1}"/>
          </ac:inkMkLst>
        </pc:inkChg>
        <pc:inkChg chg="add mod">
          <ac:chgData name="Tem Makhurane" userId="d979715f-3f45-4e11-aa20-e05c58997df8" providerId="ADAL" clId="{B009124C-6764-406B-AA9A-0354DD94CE47}" dt="2026-08-06T16:09:27.907" v="482"/>
          <ac:inkMkLst>
            <pc:docMk/>
            <pc:sldMk cId="2614048274" sldId="276"/>
            <ac:inkMk id="13" creationId="{6DE040EC-40F8-FE7E-2C1C-98F4538602EA}"/>
          </ac:inkMkLst>
        </pc:inkChg>
        <pc:inkChg chg="add">
          <ac:chgData name="Tem Makhurane" userId="d979715f-3f45-4e11-aa20-e05c58997df8" providerId="ADAL" clId="{B009124C-6764-406B-AA9A-0354DD94CE47}" dt="2026-08-06T16:09:28.875" v="483" actId="9405"/>
          <ac:inkMkLst>
            <pc:docMk/>
            <pc:sldMk cId="2614048274" sldId="276"/>
            <ac:inkMk id="15" creationId="{C40CCC76-3A39-3731-9C11-DB7C97416C2A}"/>
          </ac:inkMkLst>
        </pc:inkChg>
        <pc:inkChg chg="add del">
          <ac:chgData name="Tem Makhurane" userId="d979715f-3f45-4e11-aa20-e05c58997df8" providerId="ADAL" clId="{B009124C-6764-406B-AA9A-0354DD94CE47}" dt="2026-08-06T16:09:30.698" v="485"/>
          <ac:inkMkLst>
            <pc:docMk/>
            <pc:sldMk cId="2614048274" sldId="276"/>
            <ac:inkMk id="16" creationId="{44FBECDB-34DA-DB17-85E6-26028A986250}"/>
          </ac:inkMkLst>
        </pc:inkChg>
        <pc:inkChg chg="add mod">
          <ac:chgData name="Tem Makhurane" userId="d979715f-3f45-4e11-aa20-e05c58997df8" providerId="ADAL" clId="{B009124C-6764-406B-AA9A-0354DD94CE47}" dt="2026-08-06T16:09:30.727" v="486"/>
          <ac:inkMkLst>
            <pc:docMk/>
            <pc:sldMk cId="2614048274" sldId="276"/>
            <ac:inkMk id="17" creationId="{A5F70718-B82B-24A2-F5C2-A7CCFBDAA076}"/>
          </ac:inkMkLst>
        </pc:inkChg>
        <pc:inkChg chg="add">
          <ac:chgData name="Tem Makhurane" userId="d979715f-3f45-4e11-aa20-e05c58997df8" providerId="ADAL" clId="{B009124C-6764-406B-AA9A-0354DD94CE47}" dt="2026-08-06T16:09:32.775" v="487" actId="9405"/>
          <ac:inkMkLst>
            <pc:docMk/>
            <pc:sldMk cId="2614048274" sldId="276"/>
            <ac:inkMk id="18" creationId="{ADCBEFE3-C797-73D2-2587-9DE2ED4AB22F}"/>
          </ac:inkMkLst>
        </pc:inkChg>
        <pc:inkChg chg="add">
          <ac:chgData name="Tem Makhurane" userId="d979715f-3f45-4e11-aa20-e05c58997df8" providerId="ADAL" clId="{B009124C-6764-406B-AA9A-0354DD94CE47}" dt="2026-08-06T16:09:33.962" v="488" actId="9405"/>
          <ac:inkMkLst>
            <pc:docMk/>
            <pc:sldMk cId="2614048274" sldId="276"/>
            <ac:inkMk id="19" creationId="{9D963799-7D11-7CC3-DF7A-561F889A8939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20" creationId="{B96F79A1-3DA7-4669-74F1-448437E40E66}"/>
          </ac:inkMkLst>
        </pc:inkChg>
        <pc:inkChg chg="add">
          <ac:chgData name="Tem Makhurane" userId="d979715f-3f45-4e11-aa20-e05c58997df8" providerId="ADAL" clId="{B009124C-6764-406B-AA9A-0354DD94CE47}" dt="2026-08-06T16:09:36.359" v="490" actId="9405"/>
          <ac:inkMkLst>
            <pc:docMk/>
            <pc:sldMk cId="2614048274" sldId="276"/>
            <ac:inkMk id="21" creationId="{F3F1B802-9A6D-98EF-9764-DA2AF3854072}"/>
          </ac:inkMkLst>
        </pc:inkChg>
        <pc:inkChg chg="add">
          <ac:chgData name="Tem Makhurane" userId="d979715f-3f45-4e11-aa20-e05c58997df8" providerId="ADAL" clId="{B009124C-6764-406B-AA9A-0354DD94CE47}" dt="2026-08-06T16:09:36.883" v="491" actId="9405"/>
          <ac:inkMkLst>
            <pc:docMk/>
            <pc:sldMk cId="2614048274" sldId="276"/>
            <ac:inkMk id="22" creationId="{1BC1BB45-C850-4D18-11F2-9FA9D315862E}"/>
          </ac:inkMkLst>
        </pc:inkChg>
        <pc:inkChg chg="add">
          <ac:chgData name="Tem Makhurane" userId="d979715f-3f45-4e11-aa20-e05c58997df8" providerId="ADAL" clId="{B009124C-6764-406B-AA9A-0354DD94CE47}" dt="2026-08-06T16:09:37.599" v="492" actId="9405"/>
          <ac:inkMkLst>
            <pc:docMk/>
            <pc:sldMk cId="2614048274" sldId="276"/>
            <ac:inkMk id="23" creationId="{F8587A7E-3668-0D5D-5FC7-7DC91784B53E}"/>
          </ac:inkMkLst>
        </pc:inkChg>
        <pc:inkChg chg="add">
          <ac:chgData name="Tem Makhurane" userId="d979715f-3f45-4e11-aa20-e05c58997df8" providerId="ADAL" clId="{B009124C-6764-406B-AA9A-0354DD94CE47}" dt="2026-08-06T16:09:38.087" v="493" actId="9405"/>
          <ac:inkMkLst>
            <pc:docMk/>
            <pc:sldMk cId="2614048274" sldId="276"/>
            <ac:inkMk id="24" creationId="{10277EC7-EF2C-50BD-5056-237493013A14}"/>
          </ac:inkMkLst>
        </pc:inkChg>
        <pc:inkChg chg="add">
          <ac:chgData name="Tem Makhurane" userId="d979715f-3f45-4e11-aa20-e05c58997df8" providerId="ADAL" clId="{B009124C-6764-406B-AA9A-0354DD94CE47}" dt="2026-08-06T16:09:39.100" v="494" actId="9405"/>
          <ac:inkMkLst>
            <pc:docMk/>
            <pc:sldMk cId="2614048274" sldId="276"/>
            <ac:inkMk id="25" creationId="{F782AB4B-DDC8-FFE5-9459-A050679A05DF}"/>
          </ac:inkMkLst>
        </pc:inkChg>
        <pc:inkChg chg="add">
          <ac:chgData name="Tem Makhurane" userId="d979715f-3f45-4e11-aa20-e05c58997df8" providerId="ADAL" clId="{B009124C-6764-406B-AA9A-0354DD94CE47}" dt="2026-08-06T16:09:39.593" v="495" actId="9405"/>
          <ac:inkMkLst>
            <pc:docMk/>
            <pc:sldMk cId="2614048274" sldId="276"/>
            <ac:inkMk id="26" creationId="{B1BE8A62-7CB9-5830-2772-C0D8EAC83E78}"/>
          </ac:inkMkLst>
        </pc:inkChg>
        <pc:inkChg chg="add">
          <ac:chgData name="Tem Makhurane" userId="d979715f-3f45-4e11-aa20-e05c58997df8" providerId="ADAL" clId="{B009124C-6764-406B-AA9A-0354DD94CE47}" dt="2026-08-06T16:09:39.911" v="496" actId="9405"/>
          <ac:inkMkLst>
            <pc:docMk/>
            <pc:sldMk cId="2614048274" sldId="276"/>
            <ac:inkMk id="27" creationId="{02A7B94A-78A2-75AE-053B-CFDDEC733CF4}"/>
          </ac:inkMkLst>
        </pc:inkChg>
        <pc:inkChg chg="add">
          <ac:chgData name="Tem Makhurane" userId="d979715f-3f45-4e11-aa20-e05c58997df8" providerId="ADAL" clId="{B009124C-6764-406B-AA9A-0354DD94CE47}" dt="2026-08-06T16:09:40.352" v="497" actId="9405"/>
          <ac:inkMkLst>
            <pc:docMk/>
            <pc:sldMk cId="2614048274" sldId="276"/>
            <ac:inkMk id="28" creationId="{B63BE0BA-5970-E04F-B50E-484BB61260DF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29" creationId="{E78406D7-4A6B-3073-9B43-BA1C2F3E696E}"/>
          </ac:inkMkLst>
        </pc:inkChg>
        <pc:inkChg chg="add">
          <ac:chgData name="Tem Makhurane" userId="d979715f-3f45-4e11-aa20-e05c58997df8" providerId="ADAL" clId="{B009124C-6764-406B-AA9A-0354DD94CE47}" dt="2026-08-06T16:09:41.064" v="499" actId="9405"/>
          <ac:inkMkLst>
            <pc:docMk/>
            <pc:sldMk cId="2614048274" sldId="276"/>
            <ac:inkMk id="30" creationId="{DCD2692C-9AE5-8C40-B08D-FDE7927D8E6C}"/>
          </ac:inkMkLst>
        </pc:inkChg>
        <pc:inkChg chg="add">
          <ac:chgData name="Tem Makhurane" userId="d979715f-3f45-4e11-aa20-e05c58997df8" providerId="ADAL" clId="{B009124C-6764-406B-AA9A-0354DD94CE47}" dt="2026-08-06T16:09:41.494" v="500" actId="9405"/>
          <ac:inkMkLst>
            <pc:docMk/>
            <pc:sldMk cId="2614048274" sldId="276"/>
            <ac:inkMk id="31" creationId="{3ED6A097-20C0-82E0-8A43-8A479E9981C1}"/>
          </ac:inkMkLst>
        </pc:inkChg>
        <pc:inkChg chg="add">
          <ac:chgData name="Tem Makhurane" userId="d979715f-3f45-4e11-aa20-e05c58997df8" providerId="ADAL" clId="{B009124C-6764-406B-AA9A-0354DD94CE47}" dt="2026-08-06T16:09:43.722" v="501" actId="9405"/>
          <ac:inkMkLst>
            <pc:docMk/>
            <pc:sldMk cId="2614048274" sldId="276"/>
            <ac:inkMk id="32" creationId="{D2DB86CF-E060-A8CF-35A2-CDC7879C7781}"/>
          </ac:inkMkLst>
        </pc:inkChg>
        <pc:inkChg chg="add">
          <ac:chgData name="Tem Makhurane" userId="d979715f-3f45-4e11-aa20-e05c58997df8" providerId="ADAL" clId="{B009124C-6764-406B-AA9A-0354DD94CE47}" dt="2026-08-06T16:09:44.197" v="502" actId="9405"/>
          <ac:inkMkLst>
            <pc:docMk/>
            <pc:sldMk cId="2614048274" sldId="276"/>
            <ac:inkMk id="33" creationId="{308CE7A5-923B-C4FD-7A9F-00D3BF4ED2A0}"/>
          </ac:inkMkLst>
        </pc:inkChg>
        <pc:inkChg chg="add">
          <ac:chgData name="Tem Makhurane" userId="d979715f-3f45-4e11-aa20-e05c58997df8" providerId="ADAL" clId="{B009124C-6764-406B-AA9A-0354DD94CE47}" dt="2026-08-06T16:09:44.519" v="503" actId="9405"/>
          <ac:inkMkLst>
            <pc:docMk/>
            <pc:sldMk cId="2614048274" sldId="276"/>
            <ac:inkMk id="34" creationId="{D22AFA72-B254-A794-4A4B-B25D08B4ED6B}"/>
          </ac:inkMkLst>
        </pc:inkChg>
        <pc:inkChg chg="add">
          <ac:chgData name="Tem Makhurane" userId="d979715f-3f45-4e11-aa20-e05c58997df8" providerId="ADAL" clId="{B009124C-6764-406B-AA9A-0354DD94CE47}" dt="2026-08-06T16:09:45.328" v="504" actId="9405"/>
          <ac:inkMkLst>
            <pc:docMk/>
            <pc:sldMk cId="2614048274" sldId="276"/>
            <ac:inkMk id="35" creationId="{60CCB179-9972-4D40-DF39-FB7F9A87DA8C}"/>
          </ac:inkMkLst>
        </pc:inkChg>
        <pc:inkChg chg="add">
          <ac:chgData name="Tem Makhurane" userId="d979715f-3f45-4e11-aa20-e05c58997df8" providerId="ADAL" clId="{B009124C-6764-406B-AA9A-0354DD94CE47}" dt="2026-08-06T16:09:45.995" v="505" actId="9405"/>
          <ac:inkMkLst>
            <pc:docMk/>
            <pc:sldMk cId="2614048274" sldId="276"/>
            <ac:inkMk id="36" creationId="{00D4DF4F-A7E0-C0B2-417D-B5A0C77A6816}"/>
          </ac:inkMkLst>
        </pc:inkChg>
        <pc:inkChg chg="add">
          <ac:chgData name="Tem Makhurane" userId="d979715f-3f45-4e11-aa20-e05c58997df8" providerId="ADAL" clId="{B009124C-6764-406B-AA9A-0354DD94CE47}" dt="2026-08-06T16:09:46.408" v="506" actId="9405"/>
          <ac:inkMkLst>
            <pc:docMk/>
            <pc:sldMk cId="2614048274" sldId="276"/>
            <ac:inkMk id="37" creationId="{383A9938-DB54-3D51-E8B9-DF7BDE90579A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38" creationId="{006A6EEF-052E-39BF-D668-8176390114FF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39" creationId="{B71C0141-B3D1-5886-E3B6-0DA1E76357F2}"/>
          </ac:inkMkLst>
        </pc:inkChg>
        <pc:inkChg chg="add">
          <ac:chgData name="Tem Makhurane" userId="d979715f-3f45-4e11-aa20-e05c58997df8" providerId="ADAL" clId="{B009124C-6764-406B-AA9A-0354DD94CE47}" dt="2026-08-06T16:09:47.104" v="509" actId="9405"/>
          <ac:inkMkLst>
            <pc:docMk/>
            <pc:sldMk cId="2614048274" sldId="276"/>
            <ac:inkMk id="40" creationId="{AB15730F-19F9-00C7-7181-3709332C24CA}"/>
          </ac:inkMkLst>
        </pc:inkChg>
        <pc:inkChg chg="add mod">
          <ac:chgData name="Tem Makhurane" userId="d979715f-3f45-4e11-aa20-e05c58997df8" providerId="ADAL" clId="{B009124C-6764-406B-AA9A-0354DD94CE47}" dt="2026-08-06T16:10:12.744" v="520"/>
          <ac:inkMkLst>
            <pc:docMk/>
            <pc:sldMk cId="2614048274" sldId="276"/>
            <ac:inkMk id="41" creationId="{6C0C6FCC-D957-731A-653D-2AE67C574F4D}"/>
          </ac:inkMkLst>
        </pc:inkChg>
        <pc:inkChg chg="add">
          <ac:chgData name="Tem Makhurane" userId="d979715f-3f45-4e11-aa20-e05c58997df8" providerId="ADAL" clId="{B009124C-6764-406B-AA9A-0354DD94CE47}" dt="2026-08-06T16:09:48.358" v="511" actId="9405"/>
          <ac:inkMkLst>
            <pc:docMk/>
            <pc:sldMk cId="2614048274" sldId="276"/>
            <ac:inkMk id="42" creationId="{90615AE5-1FD1-FD1D-EF16-6114DC27EDEF}"/>
          </ac:inkMkLst>
        </pc:inkChg>
        <pc:inkChg chg="add">
          <ac:chgData name="Tem Makhurane" userId="d979715f-3f45-4e11-aa20-e05c58997df8" providerId="ADAL" clId="{B009124C-6764-406B-AA9A-0354DD94CE47}" dt="2026-08-06T16:09:48.596" v="512" actId="9405"/>
          <ac:inkMkLst>
            <pc:docMk/>
            <pc:sldMk cId="2614048274" sldId="276"/>
            <ac:inkMk id="43" creationId="{94210C99-4F35-D4F0-591B-9C797125F172}"/>
          </ac:inkMkLst>
        </pc:inkChg>
        <pc:inkChg chg="add">
          <ac:chgData name="Tem Makhurane" userId="d979715f-3f45-4e11-aa20-e05c58997df8" providerId="ADAL" clId="{B009124C-6764-406B-AA9A-0354DD94CE47}" dt="2026-08-06T16:09:48.756" v="513" actId="9405"/>
          <ac:inkMkLst>
            <pc:docMk/>
            <pc:sldMk cId="2614048274" sldId="276"/>
            <ac:inkMk id="44" creationId="{CC200D48-2057-2861-E246-F7AC8332966B}"/>
          </ac:inkMkLst>
        </pc:inkChg>
        <pc:inkChg chg="add">
          <ac:chgData name="Tem Makhurane" userId="d979715f-3f45-4e11-aa20-e05c58997df8" providerId="ADAL" clId="{B009124C-6764-406B-AA9A-0354DD94CE47}" dt="2026-08-06T16:09:49.500" v="514" actId="9405"/>
          <ac:inkMkLst>
            <pc:docMk/>
            <pc:sldMk cId="2614048274" sldId="276"/>
            <ac:inkMk id="45" creationId="{750025CE-5C05-6660-D319-4F881910CDF0}"/>
          </ac:inkMkLst>
        </pc:inkChg>
        <pc:inkChg chg="add">
          <ac:chgData name="Tem Makhurane" userId="d979715f-3f45-4e11-aa20-e05c58997df8" providerId="ADAL" clId="{B009124C-6764-406B-AA9A-0354DD94CE47}" dt="2026-08-06T16:09:49.754" v="515" actId="9405"/>
          <ac:inkMkLst>
            <pc:docMk/>
            <pc:sldMk cId="2614048274" sldId="276"/>
            <ac:inkMk id="46" creationId="{A1A217C1-8887-E2D3-F751-37900D2F427B}"/>
          </ac:inkMkLst>
        </pc:inkChg>
        <pc:inkChg chg="add">
          <ac:chgData name="Tem Makhurane" userId="d979715f-3f45-4e11-aa20-e05c58997df8" providerId="ADAL" clId="{B009124C-6764-406B-AA9A-0354DD94CE47}" dt="2026-08-06T16:09:49.930" v="516" actId="9405"/>
          <ac:inkMkLst>
            <pc:docMk/>
            <pc:sldMk cId="2614048274" sldId="276"/>
            <ac:inkMk id="47" creationId="{6A0DBF5B-6413-B7AC-2603-1902BB9A2E8A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49" creationId="{1EFA52F0-7ACD-472D-AD27-330D41AED94F}"/>
          </ac:inkMkLst>
        </pc:inkChg>
        <pc:inkChg chg="add mod">
          <ac:chgData name="Tem Makhurane" userId="d979715f-3f45-4e11-aa20-e05c58997df8" providerId="ADAL" clId="{B009124C-6764-406B-AA9A-0354DD94CE47}" dt="2026-08-06T16:10:14.532" v="522"/>
          <ac:inkMkLst>
            <pc:docMk/>
            <pc:sldMk cId="2614048274" sldId="276"/>
            <ac:inkMk id="50" creationId="{D3D4C60C-A5CB-1A36-212D-005DAB73C19B}"/>
          </ac:inkMkLst>
        </pc:inkChg>
        <pc:inkChg chg="add">
          <ac:chgData name="Tem Makhurane" userId="d979715f-3f45-4e11-aa20-e05c58997df8" providerId="ADAL" clId="{B009124C-6764-406B-AA9A-0354DD94CE47}" dt="2026-08-06T16:10:13.585" v="521" actId="9405"/>
          <ac:inkMkLst>
            <pc:docMk/>
            <pc:sldMk cId="2614048274" sldId="276"/>
            <ac:inkMk id="52" creationId="{8236578C-2529-2AA5-B318-AD669387589B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54" creationId="{B4BD5AD1-8C7E-F823-0D92-C70E7E206484}"/>
          </ac:inkMkLst>
        </pc:inkChg>
        <pc:inkChg chg="add">
          <ac:chgData name="Tem Makhurane" userId="d979715f-3f45-4e11-aa20-e05c58997df8" providerId="ADAL" clId="{B009124C-6764-406B-AA9A-0354DD94CE47}" dt="2026-08-06T16:10:23.113" v="524" actId="9405"/>
          <ac:inkMkLst>
            <pc:docMk/>
            <pc:sldMk cId="2614048274" sldId="276"/>
            <ac:inkMk id="55" creationId="{EFF207C9-BD8E-EA4E-091C-D87C6D07225D}"/>
          </ac:inkMkLst>
        </pc:inkChg>
        <pc:inkChg chg="add">
          <ac:chgData name="Tem Makhurane" userId="d979715f-3f45-4e11-aa20-e05c58997df8" providerId="ADAL" clId="{B009124C-6764-406B-AA9A-0354DD94CE47}" dt="2026-08-06T16:10:23.509" v="525" actId="9405"/>
          <ac:inkMkLst>
            <pc:docMk/>
            <pc:sldMk cId="2614048274" sldId="276"/>
            <ac:inkMk id="56" creationId="{D673CBF8-F9E3-E03F-0430-1CE9CF18CD7C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57" creationId="{FA26512F-7668-63B6-CDAE-ADC61DEB5316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58" creationId="{2604488C-2AC8-94B8-10D7-0DBE1030C93F}"/>
          </ac:inkMkLst>
        </pc:inkChg>
        <pc:inkChg chg="add">
          <ac:chgData name="Tem Makhurane" userId="d979715f-3f45-4e11-aa20-e05c58997df8" providerId="ADAL" clId="{B009124C-6764-406B-AA9A-0354DD94CE47}" dt="2026-08-06T16:10:24.778" v="528" actId="9405"/>
          <ac:inkMkLst>
            <pc:docMk/>
            <pc:sldMk cId="2614048274" sldId="276"/>
            <ac:inkMk id="59" creationId="{7B05F66D-B2E9-A160-5276-AA1DDE2DE920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60" creationId="{D5CE64A3-D861-9A4A-AB74-11850C1EDC83}"/>
          </ac:inkMkLst>
        </pc:inkChg>
        <pc:inkChg chg="add">
          <ac:chgData name="Tem Makhurane" userId="d979715f-3f45-4e11-aa20-e05c58997df8" providerId="ADAL" clId="{B009124C-6764-406B-AA9A-0354DD94CE47}" dt="2026-08-06T16:10:25.524" v="530" actId="9405"/>
          <ac:inkMkLst>
            <pc:docMk/>
            <pc:sldMk cId="2614048274" sldId="276"/>
            <ac:inkMk id="61" creationId="{F8EC35BD-FC5A-3316-A242-62214E632F6B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62" creationId="{5B330A19-AB83-9819-A38C-9116048C80AD}"/>
          </ac:inkMkLst>
        </pc:inkChg>
        <pc:inkChg chg="add">
          <ac:chgData name="Tem Makhurane" userId="d979715f-3f45-4e11-aa20-e05c58997df8" providerId="ADAL" clId="{B009124C-6764-406B-AA9A-0354DD94CE47}" dt="2026-08-06T16:10:26.238" v="532" actId="9405"/>
          <ac:inkMkLst>
            <pc:docMk/>
            <pc:sldMk cId="2614048274" sldId="276"/>
            <ac:inkMk id="63" creationId="{9149AD5B-630D-DF17-AD40-9B7B4F97A6AB}"/>
          </ac:inkMkLst>
        </pc:inkChg>
        <pc:inkChg chg="add">
          <ac:chgData name="Tem Makhurane" userId="d979715f-3f45-4e11-aa20-e05c58997df8" providerId="ADAL" clId="{B009124C-6764-406B-AA9A-0354DD94CE47}" dt="2026-08-06T16:10:26.682" v="533" actId="9405"/>
          <ac:inkMkLst>
            <pc:docMk/>
            <pc:sldMk cId="2614048274" sldId="276"/>
            <ac:inkMk id="64" creationId="{77EDBB80-D053-CDAE-14B2-29AFD335ECC4}"/>
          </ac:inkMkLst>
        </pc:inkChg>
        <pc:inkChg chg="add">
          <ac:chgData name="Tem Makhurane" userId="d979715f-3f45-4e11-aa20-e05c58997df8" providerId="ADAL" clId="{B009124C-6764-406B-AA9A-0354DD94CE47}" dt="2026-08-06T16:10:27.034" v="534" actId="9405"/>
          <ac:inkMkLst>
            <pc:docMk/>
            <pc:sldMk cId="2614048274" sldId="276"/>
            <ac:inkMk id="65" creationId="{8AF80F91-3313-1705-EE33-3E7EC3493E20}"/>
          </ac:inkMkLst>
        </pc:inkChg>
        <pc:inkChg chg="add">
          <ac:chgData name="Tem Makhurane" userId="d979715f-3f45-4e11-aa20-e05c58997df8" providerId="ADAL" clId="{B009124C-6764-406B-AA9A-0354DD94CE47}" dt="2026-08-06T16:10:27.349" v="535" actId="9405"/>
          <ac:inkMkLst>
            <pc:docMk/>
            <pc:sldMk cId="2614048274" sldId="276"/>
            <ac:inkMk id="66" creationId="{F5862829-4951-0AE4-E4F1-1A2DF0C7E46C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67" creationId="{2DB4DE8F-F9B2-14A6-AB47-1173811F1EA7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68" creationId="{D0FC4DDD-3DC1-B56E-468D-4F6BDD207333}"/>
          </ac:inkMkLst>
        </pc:inkChg>
        <pc:inkChg chg="add mod">
          <ac:chgData name="Tem Makhurane" userId="d979715f-3f45-4e11-aa20-e05c58997df8" providerId="ADAL" clId="{B009124C-6764-406B-AA9A-0354DD94CE47}" dt="2026-08-06T16:10:28.813" v="539"/>
          <ac:inkMkLst>
            <pc:docMk/>
            <pc:sldMk cId="2614048274" sldId="276"/>
            <ac:inkMk id="69" creationId="{3B3CFBE9-6686-E79B-BE3C-4AA2EB0E6BF1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2" creationId="{03E9A919-8C92-4C1E-C77C-7EDCEEE4576A}"/>
          </ac:inkMkLst>
        </pc:inkChg>
        <pc:inkChg chg="add">
          <ac:chgData name="Tem Makhurane" userId="d979715f-3f45-4e11-aa20-e05c58997df8" providerId="ADAL" clId="{B009124C-6764-406B-AA9A-0354DD94CE47}" dt="2026-08-06T16:10:31.360" v="541" actId="9405"/>
          <ac:inkMkLst>
            <pc:docMk/>
            <pc:sldMk cId="2614048274" sldId="276"/>
            <ac:inkMk id="73" creationId="{BFDEB773-9888-C0F9-FFFC-B72F98650816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4" creationId="{09CCD6A3-DF6D-8040-05ED-457E21059731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5" creationId="{F8297830-E145-7C60-2485-B4C32B0EC51E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6" creationId="{C9B14956-757C-9043-BEF6-CC5D06386101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7" creationId="{06C1384D-3870-90D9-CB54-F36294826727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78" creationId="{FA5EE3C1-D10B-E9EC-A052-47B5FA19B733}"/>
          </ac:inkMkLst>
        </pc:inkChg>
        <pc:inkChg chg="add">
          <ac:chgData name="Tem Makhurane" userId="d979715f-3f45-4e11-aa20-e05c58997df8" providerId="ADAL" clId="{B009124C-6764-406B-AA9A-0354DD94CE47}" dt="2026-08-06T16:10:33.060" v="547" actId="9405"/>
          <ac:inkMkLst>
            <pc:docMk/>
            <pc:sldMk cId="2614048274" sldId="276"/>
            <ac:inkMk id="79" creationId="{CD202808-57DA-2060-D2DE-391051CC79F2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80" creationId="{E773DFED-FA92-433C-F4B9-CC623954B755}"/>
          </ac:inkMkLst>
        </pc:inkChg>
        <pc:inkChg chg="add">
          <ac:chgData name="Tem Makhurane" userId="d979715f-3f45-4e11-aa20-e05c58997df8" providerId="ADAL" clId="{B009124C-6764-406B-AA9A-0354DD94CE47}" dt="2026-08-06T16:10:33.694" v="549" actId="9405"/>
          <ac:inkMkLst>
            <pc:docMk/>
            <pc:sldMk cId="2614048274" sldId="276"/>
            <ac:inkMk id="81" creationId="{60BA1D07-4F5C-3526-378C-D1171126654B}"/>
          </ac:inkMkLst>
        </pc:inkChg>
        <pc:inkChg chg="add mod">
          <ac:chgData name="Tem Makhurane" userId="d979715f-3f45-4e11-aa20-e05c58997df8" providerId="ADAL" clId="{B009124C-6764-406B-AA9A-0354DD94CE47}" dt="2026-08-06T16:10:35.182" v="553"/>
          <ac:inkMkLst>
            <pc:docMk/>
            <pc:sldMk cId="2614048274" sldId="276"/>
            <ac:inkMk id="82" creationId="{4D1720DE-15E5-2709-EC21-F8EE90359382}"/>
          </ac:inkMkLst>
        </pc:inkChg>
        <pc:inkChg chg="add">
          <ac:chgData name="Tem Makhurane" userId="d979715f-3f45-4e11-aa20-e05c58997df8" providerId="ADAL" clId="{B009124C-6764-406B-AA9A-0354DD94CE47}" dt="2026-08-06T16:10:34.075" v="551" actId="9405"/>
          <ac:inkMkLst>
            <pc:docMk/>
            <pc:sldMk cId="2614048274" sldId="276"/>
            <ac:inkMk id="83" creationId="{281C1367-8CF1-40E2-1EDA-22F2455C187D}"/>
          </ac:inkMkLst>
        </pc:inkChg>
        <pc:inkChg chg="add">
          <ac:chgData name="Tem Makhurane" userId="d979715f-3f45-4e11-aa20-e05c58997df8" providerId="ADAL" clId="{B009124C-6764-406B-AA9A-0354DD94CE47}" dt="2026-08-06T16:10:34.281" v="552" actId="9405"/>
          <ac:inkMkLst>
            <pc:docMk/>
            <pc:sldMk cId="2614048274" sldId="276"/>
            <ac:inkMk id="84" creationId="{742C05AD-2818-7859-C35A-F6D469EB6527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6:22:51.081" v="952"/>
        <pc:sldMkLst>
          <pc:docMk/>
          <pc:sldMk cId="4263714512" sldId="277"/>
        </pc:sldMkLst>
        <pc:spChg chg="add mod">
          <ac:chgData name="Tem Makhurane" userId="d979715f-3f45-4e11-aa20-e05c58997df8" providerId="ADAL" clId="{B009124C-6764-406B-AA9A-0354DD94CE47}" dt="2026-08-06T16:11:28.453" v="559" actId="255"/>
          <ac:spMkLst>
            <pc:docMk/>
            <pc:sldMk cId="4263714512" sldId="277"/>
            <ac:spMk id="3" creationId="{67E0D0EA-9B95-8232-7D43-FE3A4A13027B}"/>
          </ac:spMkLst>
        </pc:spChg>
        <pc:grpChg chg="del mod">
          <ac:chgData name="Tem Makhurane" userId="d979715f-3f45-4e11-aa20-e05c58997df8" providerId="ADAL" clId="{B009124C-6764-406B-AA9A-0354DD94CE47}" dt="2026-08-06T16:11:52.250" v="579"/>
          <ac:grpSpMkLst>
            <pc:docMk/>
            <pc:sldMk cId="4263714512" sldId="277"/>
            <ac:grpSpMk id="11" creationId="{452AF97C-F93E-F12F-6E11-AF1E030BFA9A}"/>
          </ac:grpSpMkLst>
        </pc:grpChg>
        <pc:grpChg chg="del mod">
          <ac:chgData name="Tem Makhurane" userId="d979715f-3f45-4e11-aa20-e05c58997df8" providerId="ADAL" clId="{B009124C-6764-406B-AA9A-0354DD94CE47}" dt="2026-08-06T16:11:54.192" v="582"/>
          <ac:grpSpMkLst>
            <pc:docMk/>
            <pc:sldMk cId="4263714512" sldId="277"/>
            <ac:grpSpMk id="23" creationId="{8E88D6CB-B507-4B74-9947-390A1E6E0060}"/>
          </ac:grpSpMkLst>
        </pc:grpChg>
        <pc:grpChg chg="del mod">
          <ac:chgData name="Tem Makhurane" userId="d979715f-3f45-4e11-aa20-e05c58997df8" providerId="ADAL" clId="{B009124C-6764-406B-AA9A-0354DD94CE47}" dt="2026-08-06T16:11:55.217" v="584"/>
          <ac:grpSpMkLst>
            <pc:docMk/>
            <pc:sldMk cId="4263714512" sldId="277"/>
            <ac:grpSpMk id="26" creationId="{D4D13092-63E1-FD9E-777C-0639A8544C5D}"/>
          </ac:grpSpMkLst>
        </pc:grpChg>
        <pc:grpChg chg="del mod">
          <ac:chgData name="Tem Makhurane" userId="d979715f-3f45-4e11-aa20-e05c58997df8" providerId="ADAL" clId="{B009124C-6764-406B-AA9A-0354DD94CE47}" dt="2026-08-06T16:13:27.526" v="620"/>
          <ac:grpSpMkLst>
            <pc:docMk/>
            <pc:sldMk cId="4263714512" sldId="277"/>
            <ac:grpSpMk id="28" creationId="{884FD262-8461-2833-98A5-2721B8EBD10C}"/>
          </ac:grpSpMkLst>
        </pc:grpChg>
        <pc:grpChg chg="del mod">
          <ac:chgData name="Tem Makhurane" userId="d979715f-3f45-4e11-aa20-e05c58997df8" providerId="ADAL" clId="{B009124C-6764-406B-AA9A-0354DD94CE47}" dt="2026-08-06T16:15:19.926" v="707"/>
          <ac:grpSpMkLst>
            <pc:docMk/>
            <pc:sldMk cId="4263714512" sldId="277"/>
            <ac:grpSpMk id="38" creationId="{2F65C505-A016-E913-DD5A-EC87EC52F4EA}"/>
          </ac:grpSpMkLst>
        </pc:grpChg>
        <pc:grpChg chg="del mod">
          <ac:chgData name="Tem Makhurane" userId="d979715f-3f45-4e11-aa20-e05c58997df8" providerId="ADAL" clId="{B009124C-6764-406B-AA9A-0354DD94CE47}" dt="2026-08-06T16:13:13.299" v="609"/>
          <ac:grpSpMkLst>
            <pc:docMk/>
            <pc:sldMk cId="4263714512" sldId="277"/>
            <ac:grpSpMk id="47" creationId="{22048593-0C36-83A7-20F5-6134DFEA3E3A}"/>
          </ac:grpSpMkLst>
        </pc:grpChg>
        <pc:grpChg chg="del mod">
          <ac:chgData name="Tem Makhurane" userId="d979715f-3f45-4e11-aa20-e05c58997df8" providerId="ADAL" clId="{B009124C-6764-406B-AA9A-0354DD94CE47}" dt="2026-08-06T16:13:29.557" v="623"/>
          <ac:grpSpMkLst>
            <pc:docMk/>
            <pc:sldMk cId="4263714512" sldId="277"/>
            <ac:grpSpMk id="56" creationId="{61A46FA3-FA6C-41DB-B577-CD54DF2F6CDA}"/>
          </ac:grpSpMkLst>
        </pc:grpChg>
        <pc:grpChg chg="del mod">
          <ac:chgData name="Tem Makhurane" userId="d979715f-3f45-4e11-aa20-e05c58997df8" providerId="ADAL" clId="{B009124C-6764-406B-AA9A-0354DD94CE47}" dt="2026-08-06T16:13:32.707" v="626"/>
          <ac:grpSpMkLst>
            <pc:docMk/>
            <pc:sldMk cId="4263714512" sldId="277"/>
            <ac:grpSpMk id="59" creationId="{43256976-7E89-98CB-AB46-E33A36D55683}"/>
          </ac:grpSpMkLst>
        </pc:grpChg>
        <pc:grpChg chg="del mod">
          <ac:chgData name="Tem Makhurane" userId="d979715f-3f45-4e11-aa20-e05c58997df8" providerId="ADAL" clId="{B009124C-6764-406B-AA9A-0354DD94CE47}" dt="2026-08-06T16:13:38.202" v="636"/>
          <ac:grpSpMkLst>
            <pc:docMk/>
            <pc:sldMk cId="4263714512" sldId="277"/>
            <ac:grpSpMk id="62" creationId="{62C22E16-79F1-3F7D-D984-2393B5845EAE}"/>
          </ac:grpSpMkLst>
        </pc:grpChg>
        <pc:grpChg chg="del mod">
          <ac:chgData name="Tem Makhurane" userId="d979715f-3f45-4e11-aa20-e05c58997df8" providerId="ADAL" clId="{B009124C-6764-406B-AA9A-0354DD94CE47}" dt="2026-08-06T16:14:46.311" v="650"/>
          <ac:grpSpMkLst>
            <pc:docMk/>
            <pc:sldMk cId="4263714512" sldId="277"/>
            <ac:grpSpMk id="72" creationId="{AA394A66-626B-AB56-BC73-BD2692C353EE}"/>
          </ac:grpSpMkLst>
        </pc:grpChg>
        <pc:grpChg chg="del mod">
          <ac:chgData name="Tem Makhurane" userId="d979715f-3f45-4e11-aa20-e05c58997df8" providerId="ADAL" clId="{B009124C-6764-406B-AA9A-0354DD94CE47}" dt="2026-08-06T16:14:49.834" v="654"/>
          <ac:grpSpMkLst>
            <pc:docMk/>
            <pc:sldMk cId="4263714512" sldId="277"/>
            <ac:grpSpMk id="74" creationId="{BDDF7181-65C4-F290-7992-C3596B5D68A0}"/>
          </ac:grpSpMkLst>
        </pc:grpChg>
        <pc:grpChg chg="mod">
          <ac:chgData name="Tem Makhurane" userId="d979715f-3f45-4e11-aa20-e05c58997df8" providerId="ADAL" clId="{B009124C-6764-406B-AA9A-0354DD94CE47}" dt="2026-08-06T16:18:38.680" v="785"/>
          <ac:grpSpMkLst>
            <pc:docMk/>
            <pc:sldMk cId="4263714512" sldId="277"/>
            <ac:grpSpMk id="78" creationId="{1753A7B3-D77A-45B7-C591-ABBDD97AFD51}"/>
          </ac:grpSpMkLst>
        </pc:grpChg>
        <pc:grpChg chg="del mod">
          <ac:chgData name="Tem Makhurane" userId="d979715f-3f45-4e11-aa20-e05c58997df8" providerId="ADAL" clId="{B009124C-6764-406B-AA9A-0354DD94CE47}" dt="2026-08-06T16:15:13.924" v="686"/>
          <ac:grpSpMkLst>
            <pc:docMk/>
            <pc:sldMk cId="4263714512" sldId="277"/>
            <ac:grpSpMk id="87" creationId="{F150968A-B55C-EA6D-2923-526A495FC915}"/>
          </ac:grpSpMkLst>
        </pc:grpChg>
        <pc:grpChg chg="del mod">
          <ac:chgData name="Tem Makhurane" userId="d979715f-3f45-4e11-aa20-e05c58997df8" providerId="ADAL" clId="{B009124C-6764-406B-AA9A-0354DD94CE47}" dt="2026-08-06T16:15:16.738" v="698"/>
          <ac:grpSpMkLst>
            <pc:docMk/>
            <pc:sldMk cId="4263714512" sldId="277"/>
            <ac:grpSpMk id="93" creationId="{439491F5-2AE0-C84D-5C0D-9AEF0A8EFE27}"/>
          </ac:grpSpMkLst>
        </pc:grpChg>
        <pc:grpChg chg="del mod">
          <ac:chgData name="Tem Makhurane" userId="d979715f-3f45-4e11-aa20-e05c58997df8" providerId="ADAL" clId="{B009124C-6764-406B-AA9A-0354DD94CE47}" dt="2026-08-06T16:15:07.416" v="679"/>
          <ac:grpSpMkLst>
            <pc:docMk/>
            <pc:sldMk cId="4263714512" sldId="277"/>
            <ac:grpSpMk id="103" creationId="{AA04F744-AB4A-16DF-45BE-4038CB173B86}"/>
          </ac:grpSpMkLst>
        </pc:grpChg>
        <pc:grpChg chg="del mod">
          <ac:chgData name="Tem Makhurane" userId="d979715f-3f45-4e11-aa20-e05c58997df8" providerId="ADAL" clId="{B009124C-6764-406B-AA9A-0354DD94CE47}" dt="2026-08-06T16:15:16.738" v="697"/>
          <ac:grpSpMkLst>
            <pc:docMk/>
            <pc:sldMk cId="4263714512" sldId="277"/>
            <ac:grpSpMk id="104" creationId="{58B2EF2B-A97C-A9CC-555F-64F0527776DC}"/>
          </ac:grpSpMkLst>
        </pc:grpChg>
        <pc:grpChg chg="mod">
          <ac:chgData name="Tem Makhurane" userId="d979715f-3f45-4e11-aa20-e05c58997df8" providerId="ADAL" clId="{B009124C-6764-406B-AA9A-0354DD94CE47}" dt="2026-08-06T16:15:57.389" v="720"/>
          <ac:grpSpMkLst>
            <pc:docMk/>
            <pc:sldMk cId="4263714512" sldId="277"/>
            <ac:grpSpMk id="116" creationId="{99C62CCE-BB08-8AFC-F442-6BE4DED08352}"/>
          </ac:grpSpMkLst>
        </pc:grpChg>
        <pc:grpChg chg="del mod">
          <ac:chgData name="Tem Makhurane" userId="d979715f-3f45-4e11-aa20-e05c58997df8" providerId="ADAL" clId="{B009124C-6764-406B-AA9A-0354DD94CE47}" dt="2026-08-06T16:18:16.077" v="782"/>
          <ac:grpSpMkLst>
            <pc:docMk/>
            <pc:sldMk cId="4263714512" sldId="277"/>
            <ac:grpSpMk id="126" creationId="{EA732CBD-4C2C-9738-D386-6841B8A84B80}"/>
          </ac:grpSpMkLst>
        </pc:grpChg>
        <pc:grpChg chg="del mod">
          <ac:chgData name="Tem Makhurane" userId="d979715f-3f45-4e11-aa20-e05c58997df8" providerId="ADAL" clId="{B009124C-6764-406B-AA9A-0354DD94CE47}" dt="2026-08-06T16:16:45.337" v="741"/>
          <ac:grpSpMkLst>
            <pc:docMk/>
            <pc:sldMk cId="4263714512" sldId="277"/>
            <ac:grpSpMk id="135" creationId="{6427E49C-BA8B-2742-DC5A-9CAC3F48777B}"/>
          </ac:grpSpMkLst>
        </pc:grpChg>
        <pc:grpChg chg="del mod">
          <ac:chgData name="Tem Makhurane" userId="d979715f-3f45-4e11-aa20-e05c58997df8" providerId="ADAL" clId="{B009124C-6764-406B-AA9A-0354DD94CE47}" dt="2026-08-06T16:16:50.139" v="743"/>
          <ac:grpSpMkLst>
            <pc:docMk/>
            <pc:sldMk cId="4263714512" sldId="277"/>
            <ac:grpSpMk id="137" creationId="{28EF88C9-732A-9897-5062-82EFB9A88816}"/>
          </ac:grpSpMkLst>
        </pc:grpChg>
        <pc:grpChg chg="del mod">
          <ac:chgData name="Tem Makhurane" userId="d979715f-3f45-4e11-aa20-e05c58997df8" providerId="ADAL" clId="{B009124C-6764-406B-AA9A-0354DD94CE47}" dt="2026-08-06T16:17:30.348" v="771"/>
          <ac:grpSpMkLst>
            <pc:docMk/>
            <pc:sldMk cId="4263714512" sldId="277"/>
            <ac:grpSpMk id="139" creationId="{3109820C-AFDD-E48D-D644-D2C5289CCF65}"/>
          </ac:grpSpMkLst>
        </pc:grpChg>
        <pc:grpChg chg="del mod">
          <ac:chgData name="Tem Makhurane" userId="d979715f-3f45-4e11-aa20-e05c58997df8" providerId="ADAL" clId="{B009124C-6764-406B-AA9A-0354DD94CE47}" dt="2026-08-06T16:17:06.464" v="757"/>
          <ac:grpSpMkLst>
            <pc:docMk/>
            <pc:sldMk cId="4263714512" sldId="277"/>
            <ac:grpSpMk id="149" creationId="{420CFF6D-7FF7-2A31-991B-A70D1A99AC37}"/>
          </ac:grpSpMkLst>
        </pc:grpChg>
        <pc:grpChg chg="mod">
          <ac:chgData name="Tem Makhurane" userId="d979715f-3f45-4e11-aa20-e05c58997df8" providerId="ADAL" clId="{B009124C-6764-406B-AA9A-0354DD94CE47}" dt="2026-08-06T16:17:30.348" v="772"/>
          <ac:grpSpMkLst>
            <pc:docMk/>
            <pc:sldMk cId="4263714512" sldId="277"/>
            <ac:grpSpMk id="153" creationId="{04809127-1883-FE36-2B47-F1315A31ADEA}"/>
          </ac:grpSpMkLst>
        </pc:grpChg>
        <pc:grpChg chg="mod">
          <ac:chgData name="Tem Makhurane" userId="d979715f-3f45-4e11-aa20-e05c58997df8" providerId="ADAL" clId="{B009124C-6764-406B-AA9A-0354DD94CE47}" dt="2026-08-06T16:17:25.704" v="762"/>
          <ac:grpSpMkLst>
            <pc:docMk/>
            <pc:sldMk cId="4263714512" sldId="277"/>
            <ac:grpSpMk id="157" creationId="{95D739E6-D555-801F-17AA-CC08F7053E8E}"/>
          </ac:grpSpMkLst>
        </pc:grpChg>
        <pc:grpChg chg="del mod">
          <ac:chgData name="Tem Makhurane" userId="d979715f-3f45-4e11-aa20-e05c58997df8" providerId="ADAL" clId="{B009124C-6764-406B-AA9A-0354DD94CE47}" dt="2026-08-06T16:18:47.617" v="789"/>
          <ac:grpSpMkLst>
            <pc:docMk/>
            <pc:sldMk cId="4263714512" sldId="277"/>
            <ac:grpSpMk id="161" creationId="{5F8870BF-0259-2AB4-88E4-62535D4839BC}"/>
          </ac:grpSpMkLst>
        </pc:grpChg>
        <pc:grpChg chg="mod">
          <ac:chgData name="Tem Makhurane" userId="d979715f-3f45-4e11-aa20-e05c58997df8" providerId="ADAL" clId="{B009124C-6764-406B-AA9A-0354DD94CE47}" dt="2026-08-06T16:18:52.344" v="793"/>
          <ac:grpSpMkLst>
            <pc:docMk/>
            <pc:sldMk cId="4263714512" sldId="277"/>
            <ac:grpSpMk id="164" creationId="{52DFFC5E-725C-EF97-A4BB-00158EEBF5A8}"/>
          </ac:grpSpMkLst>
        </pc:grpChg>
        <pc:grpChg chg="mod">
          <ac:chgData name="Tem Makhurane" userId="d979715f-3f45-4e11-aa20-e05c58997df8" providerId="ADAL" clId="{B009124C-6764-406B-AA9A-0354DD94CE47}" dt="2026-08-06T16:19:23.374" v="799"/>
          <ac:grpSpMkLst>
            <pc:docMk/>
            <pc:sldMk cId="4263714512" sldId="277"/>
            <ac:grpSpMk id="170" creationId="{931CBEA3-2DEC-E882-CDA4-46D558F1C10E}"/>
          </ac:grpSpMkLst>
        </pc:grpChg>
        <pc:grpChg chg="mod">
          <ac:chgData name="Tem Makhurane" userId="d979715f-3f45-4e11-aa20-e05c58997df8" providerId="ADAL" clId="{B009124C-6764-406B-AA9A-0354DD94CE47}" dt="2026-08-06T16:20:41.531" v="879"/>
          <ac:grpSpMkLst>
            <pc:docMk/>
            <pc:sldMk cId="4263714512" sldId="277"/>
            <ac:grpSpMk id="197" creationId="{1F915B63-141A-ABA0-0660-FB91FB350439}"/>
          </ac:grpSpMkLst>
        </pc:grpChg>
        <pc:grpChg chg="mod">
          <ac:chgData name="Tem Makhurane" userId="d979715f-3f45-4e11-aa20-e05c58997df8" providerId="ADAL" clId="{B009124C-6764-406B-AA9A-0354DD94CE47}" dt="2026-08-06T16:20:41.531" v="879"/>
          <ac:grpSpMkLst>
            <pc:docMk/>
            <pc:sldMk cId="4263714512" sldId="277"/>
            <ac:grpSpMk id="198" creationId="{898DC22B-3EF8-2461-E147-10978F4B9AC2}"/>
          </ac:grpSpMkLst>
        </pc:grpChg>
        <pc:grpChg chg="del mod">
          <ac:chgData name="Tem Makhurane" userId="d979715f-3f45-4e11-aa20-e05c58997df8" providerId="ADAL" clId="{B009124C-6764-406B-AA9A-0354DD94CE47}" dt="2026-08-06T16:20:41.531" v="879"/>
          <ac:grpSpMkLst>
            <pc:docMk/>
            <pc:sldMk cId="4263714512" sldId="277"/>
            <ac:grpSpMk id="199" creationId="{5DBBF93B-A02B-E5CF-8482-F697E72F1F19}"/>
          </ac:grpSpMkLst>
        </pc:grpChg>
        <pc:grpChg chg="mod">
          <ac:chgData name="Tem Makhurane" userId="d979715f-3f45-4e11-aa20-e05c58997df8" providerId="ADAL" clId="{B009124C-6764-406B-AA9A-0354DD94CE47}" dt="2026-08-06T16:20:41.531" v="879"/>
          <ac:grpSpMkLst>
            <pc:docMk/>
            <pc:sldMk cId="4263714512" sldId="277"/>
            <ac:grpSpMk id="200" creationId="{97271083-6707-37B9-FA44-3ACF536CFD77}"/>
          </ac:grpSpMkLst>
        </pc:grp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4" creationId="{9911DC08-F5D2-3A7C-BB0B-D4375904012D}"/>
          </ac:inkMkLst>
        </pc:inkChg>
        <pc:inkChg chg="add mod">
          <ac:chgData name="Tem Makhurane" userId="d979715f-3f45-4e11-aa20-e05c58997df8" providerId="ADAL" clId="{B009124C-6764-406B-AA9A-0354DD94CE47}" dt="2026-08-06T16:11:40.994" v="567"/>
          <ac:inkMkLst>
            <pc:docMk/>
            <pc:sldMk cId="4263714512" sldId="277"/>
            <ac:inkMk id="5" creationId="{B3C256C6-1E9E-CA39-E953-BC9666F58016}"/>
          </ac:inkMkLst>
        </pc:inkChg>
        <pc:inkChg chg="add mod">
          <ac:chgData name="Tem Makhurane" userId="d979715f-3f45-4e11-aa20-e05c58997df8" providerId="ADAL" clId="{B009124C-6764-406B-AA9A-0354DD94CE47}" dt="2026-08-06T16:11:40.994" v="567"/>
          <ac:inkMkLst>
            <pc:docMk/>
            <pc:sldMk cId="4263714512" sldId="277"/>
            <ac:inkMk id="6" creationId="{20678945-12D2-63EC-D247-31396F143367}"/>
          </ac:inkMkLst>
        </pc:inkChg>
        <pc:inkChg chg="add mod">
          <ac:chgData name="Tem Makhurane" userId="d979715f-3f45-4e11-aa20-e05c58997df8" providerId="ADAL" clId="{B009124C-6764-406B-AA9A-0354DD94CE47}" dt="2026-08-06T16:11:40.994" v="567"/>
          <ac:inkMkLst>
            <pc:docMk/>
            <pc:sldMk cId="4263714512" sldId="277"/>
            <ac:inkMk id="7" creationId="{ED96B2BD-6C5F-595D-7EB3-BC2344DC2203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8" creationId="{694D4397-F8D1-BBDD-1F47-343635AE132B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9" creationId="{3B58D949-B541-1096-8955-4EAD3090CAF1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10" creationId="{4C339D10-7EFF-A30D-165B-83661DB06497}"/>
          </ac:inkMkLst>
        </pc:inkChg>
        <pc:inkChg chg="add">
          <ac:chgData name="Tem Makhurane" userId="d979715f-3f45-4e11-aa20-e05c58997df8" providerId="ADAL" clId="{B009124C-6764-406B-AA9A-0354DD94CE47}" dt="2026-08-06T16:11:41.676" v="568" actId="9405"/>
          <ac:inkMkLst>
            <pc:docMk/>
            <pc:sldMk cId="4263714512" sldId="277"/>
            <ac:inkMk id="12" creationId="{5C940E2F-761D-CC7B-0756-02600D975D56}"/>
          </ac:inkMkLst>
        </pc:inkChg>
        <pc:inkChg chg="add">
          <ac:chgData name="Tem Makhurane" userId="d979715f-3f45-4e11-aa20-e05c58997df8" providerId="ADAL" clId="{B009124C-6764-406B-AA9A-0354DD94CE47}" dt="2026-08-06T16:11:42.089" v="569" actId="9405"/>
          <ac:inkMkLst>
            <pc:docMk/>
            <pc:sldMk cId="4263714512" sldId="277"/>
            <ac:inkMk id="13" creationId="{04C5EF4A-1E34-CBED-988A-D72DDEE98BBC}"/>
          </ac:inkMkLst>
        </pc:inkChg>
        <pc:inkChg chg="add">
          <ac:chgData name="Tem Makhurane" userId="d979715f-3f45-4e11-aa20-e05c58997df8" providerId="ADAL" clId="{B009124C-6764-406B-AA9A-0354DD94CE47}" dt="2026-08-06T16:11:42.312" v="570" actId="9405"/>
          <ac:inkMkLst>
            <pc:docMk/>
            <pc:sldMk cId="4263714512" sldId="277"/>
            <ac:inkMk id="14" creationId="{6D1E22A6-A643-209A-8566-452914DE72E8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15" creationId="{89387732-34F0-517B-57FC-1B48234E84AB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16" creationId="{C39ACEFF-F8C2-1BB0-8FF0-E25EEB7E854E}"/>
          </ac:inkMkLst>
        </pc:inkChg>
        <pc:inkChg chg="add mod">
          <ac:chgData name="Tem Makhurane" userId="d979715f-3f45-4e11-aa20-e05c58997df8" providerId="ADAL" clId="{B009124C-6764-406B-AA9A-0354DD94CE47}" dt="2026-08-06T16:13:14.618" v="611"/>
          <ac:inkMkLst>
            <pc:docMk/>
            <pc:sldMk cId="4263714512" sldId="277"/>
            <ac:inkMk id="17" creationId="{F2FF2190-9215-3AAA-DE8D-9092643953A6}"/>
          </ac:inkMkLst>
        </pc:inkChg>
        <pc:inkChg chg="add">
          <ac:chgData name="Tem Makhurane" userId="d979715f-3f45-4e11-aa20-e05c58997df8" providerId="ADAL" clId="{B009124C-6764-406B-AA9A-0354DD94CE47}" dt="2026-08-06T16:11:47.535" v="574" actId="9405"/>
          <ac:inkMkLst>
            <pc:docMk/>
            <pc:sldMk cId="4263714512" sldId="277"/>
            <ac:inkMk id="18" creationId="{B921D133-EAC1-A85D-A2C3-E7E4B07A95CB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19" creationId="{C3DAAD41-B6F4-F8F8-6507-7B0071F684E5}"/>
          </ac:inkMkLst>
        </pc:inkChg>
        <pc:inkChg chg="add">
          <ac:chgData name="Tem Makhurane" userId="d979715f-3f45-4e11-aa20-e05c58997df8" providerId="ADAL" clId="{B009124C-6764-406B-AA9A-0354DD94CE47}" dt="2026-08-06T16:11:49.394" v="576" actId="9405"/>
          <ac:inkMkLst>
            <pc:docMk/>
            <pc:sldMk cId="4263714512" sldId="277"/>
            <ac:inkMk id="20" creationId="{3F34F82C-9FD3-8D2A-0ED9-0F0524F102B8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21" creationId="{0DFE68FA-18D2-2295-7188-24C7DA237310}"/>
          </ac:inkMkLst>
        </pc:inkChg>
        <pc:inkChg chg="add mod">
          <ac:chgData name="Tem Makhurane" userId="d979715f-3f45-4e11-aa20-e05c58997df8" providerId="ADAL" clId="{B009124C-6764-406B-AA9A-0354DD94CE47}" dt="2026-08-06T16:18:38.680" v="785"/>
          <ac:inkMkLst>
            <pc:docMk/>
            <pc:sldMk cId="4263714512" sldId="277"/>
            <ac:inkMk id="22" creationId="{74F24CC9-2926-863A-FCC0-01607E50DD0E}"/>
          </ac:inkMkLst>
        </pc:inkChg>
        <pc:inkChg chg="add mod">
          <ac:chgData name="Tem Makhurane" userId="d979715f-3f45-4e11-aa20-e05c58997df8" providerId="ADAL" clId="{B009124C-6764-406B-AA9A-0354DD94CE47}" dt="2026-08-06T16:13:14.618" v="611"/>
          <ac:inkMkLst>
            <pc:docMk/>
            <pc:sldMk cId="4263714512" sldId="277"/>
            <ac:inkMk id="24" creationId="{D37AC39C-B5C8-6372-2F3F-FCAA0BBF33B8}"/>
          </ac:inkMkLst>
        </pc:inkChg>
        <pc:inkChg chg="add">
          <ac:chgData name="Tem Makhurane" userId="d979715f-3f45-4e11-aa20-e05c58997df8" providerId="ADAL" clId="{B009124C-6764-406B-AA9A-0354DD94CE47}" dt="2026-08-06T16:11:53.284" v="581" actId="9405"/>
          <ac:inkMkLst>
            <pc:docMk/>
            <pc:sldMk cId="4263714512" sldId="277"/>
            <ac:inkMk id="25" creationId="{6B92FF82-E91A-D3AB-5E26-7AE1D646C4DB}"/>
          </ac:inkMkLst>
        </pc:inkChg>
        <pc:inkChg chg="add">
          <ac:chgData name="Tem Makhurane" userId="d979715f-3f45-4e11-aa20-e05c58997df8" providerId="ADAL" clId="{B009124C-6764-406B-AA9A-0354DD94CE47}" dt="2026-08-06T16:11:54.207" v="583" actId="9405"/>
          <ac:inkMkLst>
            <pc:docMk/>
            <pc:sldMk cId="4263714512" sldId="277"/>
            <ac:inkMk id="27" creationId="{FACD6933-5B58-7209-7558-65B5EF317591}"/>
          </ac:inkMkLst>
        </pc:inkChg>
        <pc:inkChg chg="add del mod">
          <ac:chgData name="Tem Makhurane" userId="d979715f-3f45-4e11-aa20-e05c58997df8" providerId="ADAL" clId="{B009124C-6764-406B-AA9A-0354DD94CE47}" dt="2026-08-06T16:15:19.924" v="704"/>
          <ac:inkMkLst>
            <pc:docMk/>
            <pc:sldMk cId="4263714512" sldId="277"/>
            <ac:inkMk id="29" creationId="{34F2EC04-E8CC-D35D-F271-698F1A52D124}"/>
          </ac:inkMkLst>
        </pc:inkChg>
        <pc:inkChg chg="add del mod">
          <ac:chgData name="Tem Makhurane" userId="d979715f-3f45-4e11-aa20-e05c58997df8" providerId="ADAL" clId="{B009124C-6764-406B-AA9A-0354DD94CE47}" dt="2026-08-06T16:15:19.924" v="705"/>
          <ac:inkMkLst>
            <pc:docMk/>
            <pc:sldMk cId="4263714512" sldId="277"/>
            <ac:inkMk id="30" creationId="{2E7A6074-CE8E-C2A2-208D-52E2823E55FE}"/>
          </ac:inkMkLst>
        </pc:inkChg>
        <pc:inkChg chg="add del mod">
          <ac:chgData name="Tem Makhurane" userId="d979715f-3f45-4e11-aa20-e05c58997df8" providerId="ADAL" clId="{B009124C-6764-406B-AA9A-0354DD94CE47}" dt="2026-08-06T16:15:19.924" v="706"/>
          <ac:inkMkLst>
            <pc:docMk/>
            <pc:sldMk cId="4263714512" sldId="277"/>
            <ac:inkMk id="31" creationId="{09CA9FFB-073A-9B30-4D86-B04928C1E1B6}"/>
          </ac:inkMkLst>
        </pc:inkChg>
        <pc:inkChg chg="add del mod">
          <ac:chgData name="Tem Makhurane" userId="d979715f-3f45-4e11-aa20-e05c58997df8" providerId="ADAL" clId="{B009124C-6764-406B-AA9A-0354DD94CE47}" dt="2026-08-06T16:15:19.926" v="708"/>
          <ac:inkMkLst>
            <pc:docMk/>
            <pc:sldMk cId="4263714512" sldId="277"/>
            <ac:inkMk id="32" creationId="{3C092940-06D9-3F0F-86EF-524B273E6549}"/>
          </ac:inkMkLst>
        </pc:inkChg>
        <pc:inkChg chg="add del mod">
          <ac:chgData name="Tem Makhurane" userId="d979715f-3f45-4e11-aa20-e05c58997df8" providerId="ADAL" clId="{B009124C-6764-406B-AA9A-0354DD94CE47}" dt="2026-08-06T16:15:19.924" v="701"/>
          <ac:inkMkLst>
            <pc:docMk/>
            <pc:sldMk cId="4263714512" sldId="277"/>
            <ac:inkMk id="33" creationId="{6A0B5015-2691-97A5-0228-16D9F0BF5E91}"/>
          </ac:inkMkLst>
        </pc:inkChg>
        <pc:inkChg chg="add del mod">
          <ac:chgData name="Tem Makhurane" userId="d979715f-3f45-4e11-aa20-e05c58997df8" providerId="ADAL" clId="{B009124C-6764-406B-AA9A-0354DD94CE47}" dt="2026-08-06T16:15:19.922" v="700"/>
          <ac:inkMkLst>
            <pc:docMk/>
            <pc:sldMk cId="4263714512" sldId="277"/>
            <ac:inkMk id="34" creationId="{6FD9911C-8916-253C-6776-407F18138C5B}"/>
          </ac:inkMkLst>
        </pc:inkChg>
        <pc:inkChg chg="add del mod">
          <ac:chgData name="Tem Makhurane" userId="d979715f-3f45-4e11-aa20-e05c58997df8" providerId="ADAL" clId="{B009124C-6764-406B-AA9A-0354DD94CE47}" dt="2026-08-06T16:15:19.926" v="707"/>
          <ac:inkMkLst>
            <pc:docMk/>
            <pc:sldMk cId="4263714512" sldId="277"/>
            <ac:inkMk id="35" creationId="{D68F4728-EFD1-4D7A-F0F3-0CC166B148BB}"/>
          </ac:inkMkLst>
        </pc:inkChg>
        <pc:inkChg chg="add del mod">
          <ac:chgData name="Tem Makhurane" userId="d979715f-3f45-4e11-aa20-e05c58997df8" providerId="ADAL" clId="{B009124C-6764-406B-AA9A-0354DD94CE47}" dt="2026-08-06T16:15:19.924" v="703"/>
          <ac:inkMkLst>
            <pc:docMk/>
            <pc:sldMk cId="4263714512" sldId="277"/>
            <ac:inkMk id="36" creationId="{345A4BA6-10F8-EF15-3ECE-295F1F5F2686}"/>
          </ac:inkMkLst>
        </pc:inkChg>
        <pc:inkChg chg="add del mod">
          <ac:chgData name="Tem Makhurane" userId="d979715f-3f45-4e11-aa20-e05c58997df8" providerId="ADAL" clId="{B009124C-6764-406B-AA9A-0354DD94CE47}" dt="2026-08-06T16:15:19.924" v="702"/>
          <ac:inkMkLst>
            <pc:docMk/>
            <pc:sldMk cId="4263714512" sldId="277"/>
            <ac:inkMk id="37" creationId="{EE0F322D-4EA1-0A57-990A-A0C504AC45A4}"/>
          </ac:inkMkLst>
        </pc:inkChg>
        <pc:inkChg chg="add">
          <ac:chgData name="Tem Makhurane" userId="d979715f-3f45-4e11-aa20-e05c58997df8" providerId="ADAL" clId="{B009124C-6764-406B-AA9A-0354DD94CE47}" dt="2026-08-06T16:12:36.183" v="595" actId="9405"/>
          <ac:inkMkLst>
            <pc:docMk/>
            <pc:sldMk cId="4263714512" sldId="277"/>
            <ac:inkMk id="39" creationId="{DF4F5DCB-5405-C827-89C0-9D48F4A309DB}"/>
          </ac:inkMkLst>
        </pc:inkChg>
        <pc:inkChg chg="add del mod">
          <ac:chgData name="Tem Makhurane" userId="d979715f-3f45-4e11-aa20-e05c58997df8" providerId="ADAL" clId="{B009124C-6764-406B-AA9A-0354DD94CE47}" dt="2026-08-06T16:13:13.299" v="607"/>
          <ac:inkMkLst>
            <pc:docMk/>
            <pc:sldMk cId="4263714512" sldId="277"/>
            <ac:inkMk id="40" creationId="{507B706C-A20E-8637-2E59-401A99C90802}"/>
          </ac:inkMkLst>
        </pc:inkChg>
        <pc:inkChg chg="add del mod">
          <ac:chgData name="Tem Makhurane" userId="d979715f-3f45-4e11-aa20-e05c58997df8" providerId="ADAL" clId="{B009124C-6764-406B-AA9A-0354DD94CE47}" dt="2026-08-06T16:13:13.299" v="604"/>
          <ac:inkMkLst>
            <pc:docMk/>
            <pc:sldMk cId="4263714512" sldId="277"/>
            <ac:inkMk id="41" creationId="{054EA876-5997-6713-D532-72B4E4B1473C}"/>
          </ac:inkMkLst>
        </pc:inkChg>
        <pc:inkChg chg="add del mod">
          <ac:chgData name="Tem Makhurane" userId="d979715f-3f45-4e11-aa20-e05c58997df8" providerId="ADAL" clId="{B009124C-6764-406B-AA9A-0354DD94CE47}" dt="2026-08-06T16:13:13.299" v="609"/>
          <ac:inkMkLst>
            <pc:docMk/>
            <pc:sldMk cId="4263714512" sldId="277"/>
            <ac:inkMk id="42" creationId="{8A09B6A7-B9E8-7B77-8D55-6A40EF499F6A}"/>
          </ac:inkMkLst>
        </pc:inkChg>
        <pc:inkChg chg="add del mod">
          <ac:chgData name="Tem Makhurane" userId="d979715f-3f45-4e11-aa20-e05c58997df8" providerId="ADAL" clId="{B009124C-6764-406B-AA9A-0354DD94CE47}" dt="2026-08-06T16:13:13.299" v="605"/>
          <ac:inkMkLst>
            <pc:docMk/>
            <pc:sldMk cId="4263714512" sldId="277"/>
            <ac:inkMk id="43" creationId="{29E83722-329F-3F7B-1240-672FABEF37DF}"/>
          </ac:inkMkLst>
        </pc:inkChg>
        <pc:inkChg chg="add del mod">
          <ac:chgData name="Tem Makhurane" userId="d979715f-3f45-4e11-aa20-e05c58997df8" providerId="ADAL" clId="{B009124C-6764-406B-AA9A-0354DD94CE47}" dt="2026-08-06T16:13:13.299" v="610"/>
          <ac:inkMkLst>
            <pc:docMk/>
            <pc:sldMk cId="4263714512" sldId="277"/>
            <ac:inkMk id="44" creationId="{24DD1314-3182-DBA2-6E5E-2E63984E24D4}"/>
          </ac:inkMkLst>
        </pc:inkChg>
        <pc:inkChg chg="add del mod">
          <ac:chgData name="Tem Makhurane" userId="d979715f-3f45-4e11-aa20-e05c58997df8" providerId="ADAL" clId="{B009124C-6764-406B-AA9A-0354DD94CE47}" dt="2026-08-06T16:13:13.299" v="608"/>
          <ac:inkMkLst>
            <pc:docMk/>
            <pc:sldMk cId="4263714512" sldId="277"/>
            <ac:inkMk id="45" creationId="{25B40308-2297-5AB8-5C84-08FA40385B91}"/>
          </ac:inkMkLst>
        </pc:inkChg>
        <pc:inkChg chg="add del mod">
          <ac:chgData name="Tem Makhurane" userId="d979715f-3f45-4e11-aa20-e05c58997df8" providerId="ADAL" clId="{B009124C-6764-406B-AA9A-0354DD94CE47}" dt="2026-08-06T16:13:13.299" v="606"/>
          <ac:inkMkLst>
            <pc:docMk/>
            <pc:sldMk cId="4263714512" sldId="277"/>
            <ac:inkMk id="46" creationId="{F8ACB63D-4A39-D26D-863F-AEF47C20E423}"/>
          </ac:inkMkLst>
        </pc:inkChg>
        <pc:inkChg chg="add">
          <ac:chgData name="Tem Makhurane" userId="d979715f-3f45-4e11-aa20-e05c58997df8" providerId="ADAL" clId="{B009124C-6764-406B-AA9A-0354DD94CE47}" dt="2026-08-06T16:13:18.064" v="612" actId="9405"/>
          <ac:inkMkLst>
            <pc:docMk/>
            <pc:sldMk cId="4263714512" sldId="277"/>
            <ac:inkMk id="48" creationId="{2F8A276C-3008-3345-A538-254089C78C9F}"/>
          </ac:inkMkLst>
        </pc:inkChg>
        <pc:inkChg chg="add">
          <ac:chgData name="Tem Makhurane" userId="d979715f-3f45-4e11-aa20-e05c58997df8" providerId="ADAL" clId="{B009124C-6764-406B-AA9A-0354DD94CE47}" dt="2026-08-06T16:13:18.650" v="613" actId="9405"/>
          <ac:inkMkLst>
            <pc:docMk/>
            <pc:sldMk cId="4263714512" sldId="277"/>
            <ac:inkMk id="49" creationId="{53B1BC98-8500-8E1C-2682-037EB3C2510C}"/>
          </ac:inkMkLst>
        </pc:inkChg>
        <pc:inkChg chg="add mod">
          <ac:chgData name="Tem Makhurane" userId="d979715f-3f45-4e11-aa20-e05c58997df8" providerId="ADAL" clId="{B009124C-6764-406B-AA9A-0354DD94CE47}" dt="2026-08-06T16:14:37.939" v="648"/>
          <ac:inkMkLst>
            <pc:docMk/>
            <pc:sldMk cId="4263714512" sldId="277"/>
            <ac:inkMk id="50" creationId="{6A98E9D9-F350-0510-8D53-69DBB1FDC57F}"/>
          </ac:inkMkLst>
        </pc:inkChg>
        <pc:inkChg chg="add">
          <ac:chgData name="Tem Makhurane" userId="d979715f-3f45-4e11-aa20-e05c58997df8" providerId="ADAL" clId="{B009124C-6764-406B-AA9A-0354DD94CE47}" dt="2026-08-06T16:13:21.768" v="615" actId="9405"/>
          <ac:inkMkLst>
            <pc:docMk/>
            <pc:sldMk cId="4263714512" sldId="277"/>
            <ac:inkMk id="51" creationId="{4C297D02-E62B-7272-B757-0D848CF77E8C}"/>
          </ac:inkMkLst>
        </pc:inkChg>
        <pc:inkChg chg="add mod">
          <ac:chgData name="Tem Makhurane" userId="d979715f-3f45-4e11-aa20-e05c58997df8" providerId="ADAL" clId="{B009124C-6764-406B-AA9A-0354DD94CE47}" dt="2026-08-06T16:14:49.834" v="654"/>
          <ac:inkMkLst>
            <pc:docMk/>
            <pc:sldMk cId="4263714512" sldId="277"/>
            <ac:inkMk id="52" creationId="{BB2DB67C-2F15-8746-3E31-47D237733C6B}"/>
          </ac:inkMkLst>
        </pc:inkChg>
        <pc:inkChg chg="add">
          <ac:chgData name="Tem Makhurane" userId="d979715f-3f45-4e11-aa20-e05c58997df8" providerId="ADAL" clId="{B009124C-6764-406B-AA9A-0354DD94CE47}" dt="2026-08-06T16:13:24.195" v="617" actId="9405"/>
          <ac:inkMkLst>
            <pc:docMk/>
            <pc:sldMk cId="4263714512" sldId="277"/>
            <ac:inkMk id="53" creationId="{3E6672BE-6B3E-259A-7322-538A45711943}"/>
          </ac:inkMkLst>
        </pc:inkChg>
        <pc:inkChg chg="add mod">
          <ac:chgData name="Tem Makhurane" userId="d979715f-3f45-4e11-aa20-e05c58997df8" providerId="ADAL" clId="{B009124C-6764-406B-AA9A-0354DD94CE47}" dt="2026-08-06T16:14:49.834" v="654"/>
          <ac:inkMkLst>
            <pc:docMk/>
            <pc:sldMk cId="4263714512" sldId="277"/>
            <ac:inkMk id="54" creationId="{04D70FE8-C5EF-E522-A1F9-F6A5B5FC8FC0}"/>
          </ac:inkMkLst>
        </pc:inkChg>
        <pc:inkChg chg="add">
          <ac:chgData name="Tem Makhurane" userId="d979715f-3f45-4e11-aa20-e05c58997df8" providerId="ADAL" clId="{B009124C-6764-406B-AA9A-0354DD94CE47}" dt="2026-08-06T16:13:26.382" v="619" actId="9405"/>
          <ac:inkMkLst>
            <pc:docMk/>
            <pc:sldMk cId="4263714512" sldId="277"/>
            <ac:inkMk id="55" creationId="{E7C69346-D53B-3960-4EED-364A4D971E8A}"/>
          </ac:inkMkLst>
        </pc:inkChg>
        <pc:inkChg chg="add del">
          <ac:chgData name="Tem Makhurane" userId="d979715f-3f45-4e11-aa20-e05c58997df8" providerId="ADAL" clId="{B009124C-6764-406B-AA9A-0354DD94CE47}" dt="2026-08-06T16:17:18.773" v="758"/>
          <ac:inkMkLst>
            <pc:docMk/>
            <pc:sldMk cId="4263714512" sldId="277"/>
            <ac:inkMk id="57" creationId="{70BF95F8-16CA-EE3C-F3CC-233BBF148162}"/>
          </ac:inkMkLst>
        </pc:inkChg>
        <pc:inkChg chg="add del">
          <ac:chgData name="Tem Makhurane" userId="d979715f-3f45-4e11-aa20-e05c58997df8" providerId="ADAL" clId="{B009124C-6764-406B-AA9A-0354DD94CE47}" dt="2026-08-06T16:18:02.582" v="773"/>
          <ac:inkMkLst>
            <pc:docMk/>
            <pc:sldMk cId="4263714512" sldId="277"/>
            <ac:inkMk id="58" creationId="{4A370904-8E96-C7CE-816A-40A418B966A1}"/>
          </ac:inkMkLst>
        </pc:inkChg>
        <pc:inkChg chg="add">
          <ac:chgData name="Tem Makhurane" userId="d979715f-3f45-4e11-aa20-e05c58997df8" providerId="ADAL" clId="{B009124C-6764-406B-AA9A-0354DD94CE47}" dt="2026-08-06T16:13:31.263" v="624" actId="9405"/>
          <ac:inkMkLst>
            <pc:docMk/>
            <pc:sldMk cId="4263714512" sldId="277"/>
            <ac:inkMk id="60" creationId="{C13EF7F9-0DBF-D260-279E-9EB79661E538}"/>
          </ac:inkMkLst>
        </pc:inkChg>
        <pc:inkChg chg="add">
          <ac:chgData name="Tem Makhurane" userId="d979715f-3f45-4e11-aa20-e05c58997df8" providerId="ADAL" clId="{B009124C-6764-406B-AA9A-0354DD94CE47}" dt="2026-08-06T16:13:32.170" v="625" actId="9405"/>
          <ac:inkMkLst>
            <pc:docMk/>
            <pc:sldMk cId="4263714512" sldId="277"/>
            <ac:inkMk id="61" creationId="{3AEF5553-2BB8-EF2C-6963-F6AC4FFEC2A8}"/>
          </ac:inkMkLst>
        </pc:inkChg>
        <pc:inkChg chg="add">
          <ac:chgData name="Tem Makhurane" userId="d979715f-3f45-4e11-aa20-e05c58997df8" providerId="ADAL" clId="{B009124C-6764-406B-AA9A-0354DD94CE47}" dt="2026-08-06T16:13:33.198" v="627" actId="9405"/>
          <ac:inkMkLst>
            <pc:docMk/>
            <pc:sldMk cId="4263714512" sldId="277"/>
            <ac:inkMk id="63" creationId="{AA978057-84E8-C3F5-8549-16BB932363C1}"/>
          </ac:inkMkLst>
        </pc:inkChg>
        <pc:inkChg chg="add">
          <ac:chgData name="Tem Makhurane" userId="d979715f-3f45-4e11-aa20-e05c58997df8" providerId="ADAL" clId="{B009124C-6764-406B-AA9A-0354DD94CE47}" dt="2026-08-06T16:13:33.579" v="628" actId="9405"/>
          <ac:inkMkLst>
            <pc:docMk/>
            <pc:sldMk cId="4263714512" sldId="277"/>
            <ac:inkMk id="64" creationId="{E0488E43-ECA2-89AB-A25F-F27F612B95C7}"/>
          </ac:inkMkLst>
        </pc:inkChg>
        <pc:inkChg chg="add del mod">
          <ac:chgData name="Tem Makhurane" userId="d979715f-3f45-4e11-aa20-e05c58997df8" providerId="ADAL" clId="{B009124C-6764-406B-AA9A-0354DD94CE47}" dt="2026-08-06T16:13:53.225" v="640"/>
          <ac:inkMkLst>
            <pc:docMk/>
            <pc:sldMk cId="4263714512" sldId="277"/>
            <ac:inkMk id="65" creationId="{25387044-9F3A-69AF-7D5C-A0B7ADD18F05}"/>
          </ac:inkMkLst>
        </pc:inkChg>
        <pc:inkChg chg="add del mod">
          <ac:chgData name="Tem Makhurane" userId="d979715f-3f45-4e11-aa20-e05c58997df8" providerId="ADAL" clId="{B009124C-6764-406B-AA9A-0354DD94CE47}" dt="2026-08-06T16:13:53.225" v="639"/>
          <ac:inkMkLst>
            <pc:docMk/>
            <pc:sldMk cId="4263714512" sldId="277"/>
            <ac:inkMk id="66" creationId="{45E89298-C748-CC3C-BD74-CB527F482A4C}"/>
          </ac:inkMkLst>
        </pc:inkChg>
        <pc:inkChg chg="add del mod">
          <ac:chgData name="Tem Makhurane" userId="d979715f-3f45-4e11-aa20-e05c58997df8" providerId="ADAL" clId="{B009124C-6764-406B-AA9A-0354DD94CE47}" dt="2026-08-06T16:13:53.227" v="644"/>
          <ac:inkMkLst>
            <pc:docMk/>
            <pc:sldMk cId="4263714512" sldId="277"/>
            <ac:inkMk id="67" creationId="{4E164E09-757E-D859-C19E-87127DF420BC}"/>
          </ac:inkMkLst>
        </pc:inkChg>
        <pc:inkChg chg="add del mod">
          <ac:chgData name="Tem Makhurane" userId="d979715f-3f45-4e11-aa20-e05c58997df8" providerId="ADAL" clId="{B009124C-6764-406B-AA9A-0354DD94CE47}" dt="2026-08-06T16:13:53.223" v="637"/>
          <ac:inkMkLst>
            <pc:docMk/>
            <pc:sldMk cId="4263714512" sldId="277"/>
            <ac:inkMk id="68" creationId="{54EEDD8B-9DAD-68DA-6156-0DA502B463B2}"/>
          </ac:inkMkLst>
        </pc:inkChg>
        <pc:inkChg chg="add">
          <ac:chgData name="Tem Makhurane" userId="d979715f-3f45-4e11-aa20-e05c58997df8" providerId="ADAL" clId="{B009124C-6764-406B-AA9A-0354DD94CE47}" dt="2026-08-06T16:13:36.408" v="633" actId="9405"/>
          <ac:inkMkLst>
            <pc:docMk/>
            <pc:sldMk cId="4263714512" sldId="277"/>
            <ac:inkMk id="69" creationId="{A7F984BA-4C58-EF37-86B8-48BD1DC86241}"/>
          </ac:inkMkLst>
        </pc:inkChg>
        <pc:inkChg chg="add">
          <ac:chgData name="Tem Makhurane" userId="d979715f-3f45-4e11-aa20-e05c58997df8" providerId="ADAL" clId="{B009124C-6764-406B-AA9A-0354DD94CE47}" dt="2026-08-06T16:13:37.205" v="634" actId="9405"/>
          <ac:inkMkLst>
            <pc:docMk/>
            <pc:sldMk cId="4263714512" sldId="277"/>
            <ac:inkMk id="70" creationId="{205A1C64-2BC2-3DC2-25FF-AA13012BE2B5}"/>
          </ac:inkMkLst>
        </pc:inkChg>
        <pc:inkChg chg="add">
          <ac:chgData name="Tem Makhurane" userId="d979715f-3f45-4e11-aa20-e05c58997df8" providerId="ADAL" clId="{B009124C-6764-406B-AA9A-0354DD94CE47}" dt="2026-08-06T16:13:37.568" v="635" actId="9405"/>
          <ac:inkMkLst>
            <pc:docMk/>
            <pc:sldMk cId="4263714512" sldId="277"/>
            <ac:inkMk id="71" creationId="{CBBAAB13-5D11-3986-E0B5-E6585EAF7392}"/>
          </ac:inkMkLst>
        </pc:inkChg>
        <pc:inkChg chg="add">
          <ac:chgData name="Tem Makhurane" userId="d979715f-3f45-4e11-aa20-e05c58997df8" providerId="ADAL" clId="{B009124C-6764-406B-AA9A-0354DD94CE47}" dt="2026-08-06T16:14:45.363" v="649" actId="9405"/>
          <ac:inkMkLst>
            <pc:docMk/>
            <pc:sldMk cId="4263714512" sldId="277"/>
            <ac:inkMk id="73" creationId="{0B70ED60-7709-FB3D-AE92-EC88DF3F5E2E}"/>
          </ac:inkMkLst>
        </pc:inkChg>
        <pc:inkChg chg="add">
          <ac:chgData name="Tem Makhurane" userId="d979715f-3f45-4e11-aa20-e05c58997df8" providerId="ADAL" clId="{B009124C-6764-406B-AA9A-0354DD94CE47}" dt="2026-08-06T16:14:47.386" v="651" actId="9405"/>
          <ac:inkMkLst>
            <pc:docMk/>
            <pc:sldMk cId="4263714512" sldId="277"/>
            <ac:inkMk id="75" creationId="{BD86BDCE-E07F-2920-E7CE-E9ADC1C7E629}"/>
          </ac:inkMkLst>
        </pc:inkChg>
        <pc:inkChg chg="add">
          <ac:chgData name="Tem Makhurane" userId="d979715f-3f45-4e11-aa20-e05c58997df8" providerId="ADAL" clId="{B009124C-6764-406B-AA9A-0354DD94CE47}" dt="2026-08-06T16:14:48.691" v="652" actId="9405"/>
          <ac:inkMkLst>
            <pc:docMk/>
            <pc:sldMk cId="4263714512" sldId="277"/>
            <ac:inkMk id="76" creationId="{2B8553D6-E7CE-1067-A693-FA477450D9FD}"/>
          </ac:inkMkLst>
        </pc:inkChg>
        <pc:inkChg chg="add del">
          <ac:chgData name="Tem Makhurane" userId="d979715f-3f45-4e11-aa20-e05c58997df8" providerId="ADAL" clId="{B009124C-6764-406B-AA9A-0354DD94CE47}" dt="2026-08-06T16:18:38.675" v="784"/>
          <ac:inkMkLst>
            <pc:docMk/>
            <pc:sldMk cId="4263714512" sldId="277"/>
            <ac:inkMk id="77" creationId="{231A202C-F1A1-5894-1795-B76E9FB5AD3D}"/>
          </ac:inkMkLst>
        </pc:inkChg>
        <pc:inkChg chg="add del mod">
          <ac:chgData name="Tem Makhurane" userId="d979715f-3f45-4e11-aa20-e05c58997df8" providerId="ADAL" clId="{B009124C-6764-406B-AA9A-0354DD94CE47}" dt="2026-08-06T16:15:13.924" v="683"/>
          <ac:inkMkLst>
            <pc:docMk/>
            <pc:sldMk cId="4263714512" sldId="277"/>
            <ac:inkMk id="79" creationId="{A535F73F-8134-CF74-203C-CF78B5947F75}"/>
          </ac:inkMkLst>
        </pc:inkChg>
        <pc:inkChg chg="add del mod">
          <ac:chgData name="Tem Makhurane" userId="d979715f-3f45-4e11-aa20-e05c58997df8" providerId="ADAL" clId="{B009124C-6764-406B-AA9A-0354DD94CE47}" dt="2026-08-06T16:15:13.924" v="684"/>
          <ac:inkMkLst>
            <pc:docMk/>
            <pc:sldMk cId="4263714512" sldId="277"/>
            <ac:inkMk id="80" creationId="{CC0BA001-5184-59A6-33B7-1EABADBC992A}"/>
          </ac:inkMkLst>
        </pc:inkChg>
        <pc:inkChg chg="add del mod">
          <ac:chgData name="Tem Makhurane" userId="d979715f-3f45-4e11-aa20-e05c58997df8" providerId="ADAL" clId="{B009124C-6764-406B-AA9A-0354DD94CE47}" dt="2026-08-06T16:15:13.924" v="685"/>
          <ac:inkMkLst>
            <pc:docMk/>
            <pc:sldMk cId="4263714512" sldId="277"/>
            <ac:inkMk id="81" creationId="{ADD22934-7DBC-B0E1-8F83-B49DF670EA5E}"/>
          </ac:inkMkLst>
        </pc:inkChg>
        <pc:inkChg chg="add del mod">
          <ac:chgData name="Tem Makhurane" userId="d979715f-3f45-4e11-aa20-e05c58997df8" providerId="ADAL" clId="{B009124C-6764-406B-AA9A-0354DD94CE47}" dt="2026-08-06T16:15:13.924" v="681"/>
          <ac:inkMkLst>
            <pc:docMk/>
            <pc:sldMk cId="4263714512" sldId="277"/>
            <ac:inkMk id="82" creationId="{CD23D37A-97A6-61E7-4D7E-8EB6CC70C182}"/>
          </ac:inkMkLst>
        </pc:inkChg>
        <pc:inkChg chg="add del mod">
          <ac:chgData name="Tem Makhurane" userId="d979715f-3f45-4e11-aa20-e05c58997df8" providerId="ADAL" clId="{B009124C-6764-406B-AA9A-0354DD94CE47}" dt="2026-08-06T16:15:13.924" v="686"/>
          <ac:inkMkLst>
            <pc:docMk/>
            <pc:sldMk cId="4263714512" sldId="277"/>
            <ac:inkMk id="83" creationId="{4463C7E8-3A34-A556-CE40-391FF0FB0CFB}"/>
          </ac:inkMkLst>
        </pc:inkChg>
        <pc:inkChg chg="add del mod">
          <ac:chgData name="Tem Makhurane" userId="d979715f-3f45-4e11-aa20-e05c58997df8" providerId="ADAL" clId="{B009124C-6764-406B-AA9A-0354DD94CE47}" dt="2026-08-06T16:15:13.924" v="682"/>
          <ac:inkMkLst>
            <pc:docMk/>
            <pc:sldMk cId="4263714512" sldId="277"/>
            <ac:inkMk id="84" creationId="{45F66359-67E3-716C-78DC-9AE1E3E835A6}"/>
          </ac:inkMkLst>
        </pc:inkChg>
        <pc:inkChg chg="add mod">
          <ac:chgData name="Tem Makhurane" userId="d979715f-3f45-4e11-aa20-e05c58997df8" providerId="ADAL" clId="{B009124C-6764-406B-AA9A-0354DD94CE47}" dt="2026-08-06T16:15:13.924" v="686"/>
          <ac:inkMkLst>
            <pc:docMk/>
            <pc:sldMk cId="4263714512" sldId="277"/>
            <ac:inkMk id="85" creationId="{E1DFCA3D-4D76-0335-E60D-0ADE941F9E66}"/>
          </ac:inkMkLst>
        </pc:inkChg>
        <pc:inkChg chg="add del mod">
          <ac:chgData name="Tem Makhurane" userId="d979715f-3f45-4e11-aa20-e05c58997df8" providerId="ADAL" clId="{B009124C-6764-406B-AA9A-0354DD94CE47}" dt="2026-08-06T16:15:13.924" v="680"/>
          <ac:inkMkLst>
            <pc:docMk/>
            <pc:sldMk cId="4263714512" sldId="277"/>
            <ac:inkMk id="86" creationId="{C8E3024B-26ED-103A-AAF8-93DB57CA34FF}"/>
          </ac:inkMkLst>
        </pc:inkChg>
        <pc:inkChg chg="add del mod">
          <ac:chgData name="Tem Makhurane" userId="d979715f-3f45-4e11-aa20-e05c58997df8" providerId="ADAL" clId="{B009124C-6764-406B-AA9A-0354DD94CE47}" dt="2026-08-06T16:15:16.738" v="692"/>
          <ac:inkMkLst>
            <pc:docMk/>
            <pc:sldMk cId="4263714512" sldId="277"/>
            <ac:inkMk id="88" creationId="{0606B80A-B612-26EC-3C30-5F8A78615DB9}"/>
          </ac:inkMkLst>
        </pc:inkChg>
        <pc:inkChg chg="add del mod">
          <ac:chgData name="Tem Makhurane" userId="d979715f-3f45-4e11-aa20-e05c58997df8" providerId="ADAL" clId="{B009124C-6764-406B-AA9A-0354DD94CE47}" dt="2026-08-06T16:15:16.738" v="695"/>
          <ac:inkMkLst>
            <pc:docMk/>
            <pc:sldMk cId="4263714512" sldId="277"/>
            <ac:inkMk id="89" creationId="{57D06199-A813-C341-1E50-60FC3BD81CA8}"/>
          </ac:inkMkLst>
        </pc:inkChg>
        <pc:inkChg chg="add mod">
          <ac:chgData name="Tem Makhurane" userId="d979715f-3f45-4e11-aa20-e05c58997df8" providerId="ADAL" clId="{B009124C-6764-406B-AA9A-0354DD94CE47}" dt="2026-08-06T16:15:16.738" v="698"/>
          <ac:inkMkLst>
            <pc:docMk/>
            <pc:sldMk cId="4263714512" sldId="277"/>
            <ac:inkMk id="90" creationId="{010A5FBB-E010-AA6D-80DA-6832F1A9953B}"/>
          </ac:inkMkLst>
        </pc:inkChg>
        <pc:inkChg chg="add del mod">
          <ac:chgData name="Tem Makhurane" userId="d979715f-3f45-4e11-aa20-e05c58997df8" providerId="ADAL" clId="{B009124C-6764-406B-AA9A-0354DD94CE47}" dt="2026-08-06T16:15:16.738" v="698"/>
          <ac:inkMkLst>
            <pc:docMk/>
            <pc:sldMk cId="4263714512" sldId="277"/>
            <ac:inkMk id="91" creationId="{7C2807F4-3EFA-1051-BEB9-E3853C543105}"/>
          </ac:inkMkLst>
        </pc:inkChg>
        <pc:inkChg chg="add del mod">
          <ac:chgData name="Tem Makhurane" userId="d979715f-3f45-4e11-aa20-e05c58997df8" providerId="ADAL" clId="{B009124C-6764-406B-AA9A-0354DD94CE47}" dt="2026-08-06T16:15:16.738" v="691"/>
          <ac:inkMkLst>
            <pc:docMk/>
            <pc:sldMk cId="4263714512" sldId="277"/>
            <ac:inkMk id="92" creationId="{12D7C329-9B15-4322-4CF0-B1B920200627}"/>
          </ac:inkMkLst>
        </pc:inkChg>
        <pc:inkChg chg="add del mod">
          <ac:chgData name="Tem Makhurane" userId="d979715f-3f45-4e11-aa20-e05c58997df8" providerId="ADAL" clId="{B009124C-6764-406B-AA9A-0354DD94CE47}" dt="2026-08-06T16:15:16.738" v="696"/>
          <ac:inkMkLst>
            <pc:docMk/>
            <pc:sldMk cId="4263714512" sldId="277"/>
            <ac:inkMk id="94" creationId="{A7DF81EF-BFC1-BB57-316D-E63B2A7DABD4}"/>
          </ac:inkMkLst>
        </pc:inkChg>
        <pc:inkChg chg="add del mod">
          <ac:chgData name="Tem Makhurane" userId="d979715f-3f45-4e11-aa20-e05c58997df8" providerId="ADAL" clId="{B009124C-6764-406B-AA9A-0354DD94CE47}" dt="2026-08-06T16:15:16.736" v="687"/>
          <ac:inkMkLst>
            <pc:docMk/>
            <pc:sldMk cId="4263714512" sldId="277"/>
            <ac:inkMk id="95" creationId="{A2F7B7A4-2675-D279-3C7F-D3E2AC645E82}"/>
          </ac:inkMkLst>
        </pc:inkChg>
        <pc:inkChg chg="add del mod">
          <ac:chgData name="Tem Makhurane" userId="d979715f-3f45-4e11-aa20-e05c58997df8" providerId="ADAL" clId="{B009124C-6764-406B-AA9A-0354DD94CE47}" dt="2026-08-06T16:15:16.738" v="693"/>
          <ac:inkMkLst>
            <pc:docMk/>
            <pc:sldMk cId="4263714512" sldId="277"/>
            <ac:inkMk id="96" creationId="{4F80EFF8-6DE3-0472-D115-76796BB9667B}"/>
          </ac:inkMkLst>
        </pc:inkChg>
        <pc:inkChg chg="add del mod">
          <ac:chgData name="Tem Makhurane" userId="d979715f-3f45-4e11-aa20-e05c58997df8" providerId="ADAL" clId="{B009124C-6764-406B-AA9A-0354DD94CE47}" dt="2026-08-06T16:15:16.738" v="697"/>
          <ac:inkMkLst>
            <pc:docMk/>
            <pc:sldMk cId="4263714512" sldId="277"/>
            <ac:inkMk id="97" creationId="{1B645E68-8760-B52F-F445-28B74E029A3D}"/>
          </ac:inkMkLst>
        </pc:inkChg>
        <pc:inkChg chg="add del mod">
          <ac:chgData name="Tem Makhurane" userId="d979715f-3f45-4e11-aa20-e05c58997df8" providerId="ADAL" clId="{B009124C-6764-406B-AA9A-0354DD94CE47}" dt="2026-08-06T16:15:16.738" v="699"/>
          <ac:inkMkLst>
            <pc:docMk/>
            <pc:sldMk cId="4263714512" sldId="277"/>
            <ac:inkMk id="98" creationId="{5B951C3A-ED73-6284-9A75-0B6622189AEE}"/>
          </ac:inkMkLst>
        </pc:inkChg>
        <pc:inkChg chg="add del mod">
          <ac:chgData name="Tem Makhurane" userId="d979715f-3f45-4e11-aa20-e05c58997df8" providerId="ADAL" clId="{B009124C-6764-406B-AA9A-0354DD94CE47}" dt="2026-08-06T16:15:16.738" v="689"/>
          <ac:inkMkLst>
            <pc:docMk/>
            <pc:sldMk cId="4263714512" sldId="277"/>
            <ac:inkMk id="99" creationId="{F89DB734-3953-205A-BE6A-D6555F3F5CE1}"/>
          </ac:inkMkLst>
        </pc:inkChg>
        <pc:inkChg chg="add del mod">
          <ac:chgData name="Tem Makhurane" userId="d979715f-3f45-4e11-aa20-e05c58997df8" providerId="ADAL" clId="{B009124C-6764-406B-AA9A-0354DD94CE47}" dt="2026-08-06T16:15:16.738" v="694"/>
          <ac:inkMkLst>
            <pc:docMk/>
            <pc:sldMk cId="4263714512" sldId="277"/>
            <ac:inkMk id="100" creationId="{A0B5BD13-3B94-7567-5AAD-A18C894F8215}"/>
          </ac:inkMkLst>
        </pc:inkChg>
        <pc:inkChg chg="add del mod">
          <ac:chgData name="Tem Makhurane" userId="d979715f-3f45-4e11-aa20-e05c58997df8" providerId="ADAL" clId="{B009124C-6764-406B-AA9A-0354DD94CE47}" dt="2026-08-06T16:15:16.736" v="688"/>
          <ac:inkMkLst>
            <pc:docMk/>
            <pc:sldMk cId="4263714512" sldId="277"/>
            <ac:inkMk id="101" creationId="{9E99370E-E85E-E9D1-CF35-A98F0701589D}"/>
          </ac:inkMkLst>
        </pc:inkChg>
        <pc:inkChg chg="add del mod">
          <ac:chgData name="Tem Makhurane" userId="d979715f-3f45-4e11-aa20-e05c58997df8" providerId="ADAL" clId="{B009124C-6764-406B-AA9A-0354DD94CE47}" dt="2026-08-06T16:15:16.738" v="690"/>
          <ac:inkMkLst>
            <pc:docMk/>
            <pc:sldMk cId="4263714512" sldId="277"/>
            <ac:inkMk id="102" creationId="{859C4535-9BB9-718D-3A0E-FDDA5647687E}"/>
          </ac:inkMkLst>
        </pc:inkChg>
        <pc:inkChg chg="add del">
          <ac:chgData name="Tem Makhurane" userId="d979715f-3f45-4e11-aa20-e05c58997df8" providerId="ADAL" clId="{B009124C-6764-406B-AA9A-0354DD94CE47}" dt="2026-08-06T16:15:37.855" v="710"/>
          <ac:inkMkLst>
            <pc:docMk/>
            <pc:sldMk cId="4263714512" sldId="277"/>
            <ac:inkMk id="105" creationId="{F1EE92DE-5AC0-2B09-BFDC-DA39E8908944}"/>
          </ac:inkMkLst>
        </pc:inkChg>
        <pc:inkChg chg="add">
          <ac:chgData name="Tem Makhurane" userId="d979715f-3f45-4e11-aa20-e05c58997df8" providerId="ADAL" clId="{B009124C-6764-406B-AA9A-0354DD94CE47}" dt="2026-08-06T16:15:37.855" v="710"/>
          <ac:inkMkLst>
            <pc:docMk/>
            <pc:sldMk cId="4263714512" sldId="277"/>
            <ac:inkMk id="106" creationId="{66CBE360-FA6F-A5F9-C7F3-9DB4B8D1BCD1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07" creationId="{B6F8E0AB-E701-8932-ED6F-BCC3D5F1B77A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08" creationId="{C6FED08D-F36A-9CA9-1901-D5B62DD09AAF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09" creationId="{FA95E7A1-14D7-CAC4-CE53-F4D796673CB8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0" creationId="{83E28F0F-7AD0-30FA-A82B-558634672589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1" creationId="{76BC6E65-F24A-6522-6094-A822BF1150B1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2" creationId="{4D926464-AA05-864E-6A31-A516AD829491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3" creationId="{034937E1-BE11-993D-2E3B-4CF87FC63796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4" creationId="{2220731D-B177-62B8-56FC-29EF9BFDC909}"/>
          </ac:inkMkLst>
        </pc:inkChg>
        <pc:inkChg chg="add mod">
          <ac:chgData name="Tem Makhurane" userId="d979715f-3f45-4e11-aa20-e05c58997df8" providerId="ADAL" clId="{B009124C-6764-406B-AA9A-0354DD94CE47}" dt="2026-08-06T16:15:57.389" v="720"/>
          <ac:inkMkLst>
            <pc:docMk/>
            <pc:sldMk cId="4263714512" sldId="277"/>
            <ac:inkMk id="115" creationId="{8D24874A-BD68-2CF9-BBD0-0748250ED3BA}"/>
          </ac:inkMkLst>
        </pc:inkChg>
        <pc:inkChg chg="add del mod">
          <ac:chgData name="Tem Makhurane" userId="d979715f-3f45-4e11-aa20-e05c58997df8" providerId="ADAL" clId="{B009124C-6764-406B-AA9A-0354DD94CE47}" dt="2026-08-06T16:18:16.077" v="778"/>
          <ac:inkMkLst>
            <pc:docMk/>
            <pc:sldMk cId="4263714512" sldId="277"/>
            <ac:inkMk id="117" creationId="{C1A35848-CDD8-26D4-0642-9AFDBB8C8F5D}"/>
          </ac:inkMkLst>
        </pc:inkChg>
        <pc:inkChg chg="add del mod">
          <ac:chgData name="Tem Makhurane" userId="d979715f-3f45-4e11-aa20-e05c58997df8" providerId="ADAL" clId="{B009124C-6764-406B-AA9A-0354DD94CE47}" dt="2026-08-06T16:18:16.077" v="775"/>
          <ac:inkMkLst>
            <pc:docMk/>
            <pc:sldMk cId="4263714512" sldId="277"/>
            <ac:inkMk id="118" creationId="{D513725A-9360-EA17-E3A7-8D345895F44E}"/>
          </ac:inkMkLst>
        </pc:inkChg>
        <pc:inkChg chg="add del mod">
          <ac:chgData name="Tem Makhurane" userId="d979715f-3f45-4e11-aa20-e05c58997df8" providerId="ADAL" clId="{B009124C-6764-406B-AA9A-0354DD94CE47}" dt="2026-08-06T16:18:16.077" v="783"/>
          <ac:inkMkLst>
            <pc:docMk/>
            <pc:sldMk cId="4263714512" sldId="277"/>
            <ac:inkMk id="119" creationId="{9E676E12-7775-082D-68B8-6A6051FAAF7A}"/>
          </ac:inkMkLst>
        </pc:inkChg>
        <pc:inkChg chg="add del mod">
          <ac:chgData name="Tem Makhurane" userId="d979715f-3f45-4e11-aa20-e05c58997df8" providerId="ADAL" clId="{B009124C-6764-406B-AA9A-0354DD94CE47}" dt="2026-08-06T16:18:16.077" v="776"/>
          <ac:inkMkLst>
            <pc:docMk/>
            <pc:sldMk cId="4263714512" sldId="277"/>
            <ac:inkMk id="120" creationId="{51F63E8D-4F63-102E-E710-45769946D05B}"/>
          </ac:inkMkLst>
        </pc:inkChg>
        <pc:inkChg chg="add del mod">
          <ac:chgData name="Tem Makhurane" userId="d979715f-3f45-4e11-aa20-e05c58997df8" providerId="ADAL" clId="{B009124C-6764-406B-AA9A-0354DD94CE47}" dt="2026-08-06T16:18:16.077" v="781"/>
          <ac:inkMkLst>
            <pc:docMk/>
            <pc:sldMk cId="4263714512" sldId="277"/>
            <ac:inkMk id="121" creationId="{D9883C65-2556-285A-EBB9-8F9581C37E45}"/>
          </ac:inkMkLst>
        </pc:inkChg>
        <pc:inkChg chg="add del mod">
          <ac:chgData name="Tem Makhurane" userId="d979715f-3f45-4e11-aa20-e05c58997df8" providerId="ADAL" clId="{B009124C-6764-406B-AA9A-0354DD94CE47}" dt="2026-08-06T16:18:16.077" v="782"/>
          <ac:inkMkLst>
            <pc:docMk/>
            <pc:sldMk cId="4263714512" sldId="277"/>
            <ac:inkMk id="122" creationId="{05F7D0B4-ED2E-AFE9-7E60-6A539D46B4C4}"/>
          </ac:inkMkLst>
        </pc:inkChg>
        <pc:inkChg chg="add del mod">
          <ac:chgData name="Tem Makhurane" userId="d979715f-3f45-4e11-aa20-e05c58997df8" providerId="ADAL" clId="{B009124C-6764-406B-AA9A-0354DD94CE47}" dt="2026-08-06T16:18:16.077" v="780"/>
          <ac:inkMkLst>
            <pc:docMk/>
            <pc:sldMk cId="4263714512" sldId="277"/>
            <ac:inkMk id="123" creationId="{239ABDDF-0A58-F773-0F6F-82262D66CC3F}"/>
          </ac:inkMkLst>
        </pc:inkChg>
        <pc:inkChg chg="add del mod">
          <ac:chgData name="Tem Makhurane" userId="d979715f-3f45-4e11-aa20-e05c58997df8" providerId="ADAL" clId="{B009124C-6764-406B-AA9A-0354DD94CE47}" dt="2026-08-06T16:18:16.077" v="777"/>
          <ac:inkMkLst>
            <pc:docMk/>
            <pc:sldMk cId="4263714512" sldId="277"/>
            <ac:inkMk id="124" creationId="{6003D404-500D-D5A3-8E98-2BC4FC361CA6}"/>
          </ac:inkMkLst>
        </pc:inkChg>
        <pc:inkChg chg="add del mod">
          <ac:chgData name="Tem Makhurane" userId="d979715f-3f45-4e11-aa20-e05c58997df8" providerId="ADAL" clId="{B009124C-6764-406B-AA9A-0354DD94CE47}" dt="2026-08-06T16:18:16.077" v="779"/>
          <ac:inkMkLst>
            <pc:docMk/>
            <pc:sldMk cId="4263714512" sldId="277"/>
            <ac:inkMk id="125" creationId="{AF6415B5-CDCF-07BE-6682-E34C35A2A48F}"/>
          </ac:inkMkLst>
        </pc:inkChg>
        <pc:inkChg chg="add del mod">
          <ac:chgData name="Tem Makhurane" userId="d979715f-3f45-4e11-aa20-e05c58997df8" providerId="ADAL" clId="{B009124C-6764-406B-AA9A-0354DD94CE47}" dt="2026-08-06T16:17:30.346" v="769"/>
          <ac:inkMkLst>
            <pc:docMk/>
            <pc:sldMk cId="4263714512" sldId="277"/>
            <ac:inkMk id="127" creationId="{8FE34B51-E435-B394-4D69-7B1C1EF036B3}"/>
          </ac:inkMkLst>
        </pc:inkChg>
        <pc:inkChg chg="add del mod">
          <ac:chgData name="Tem Makhurane" userId="d979715f-3f45-4e11-aa20-e05c58997df8" providerId="ADAL" clId="{B009124C-6764-406B-AA9A-0354DD94CE47}" dt="2026-08-06T16:17:30.346" v="765"/>
          <ac:inkMkLst>
            <pc:docMk/>
            <pc:sldMk cId="4263714512" sldId="277"/>
            <ac:inkMk id="128" creationId="{34ED582A-2F27-52D7-1758-F2F8587DB03C}"/>
          </ac:inkMkLst>
        </pc:inkChg>
        <pc:inkChg chg="add del mod">
          <ac:chgData name="Tem Makhurane" userId="d979715f-3f45-4e11-aa20-e05c58997df8" providerId="ADAL" clId="{B009124C-6764-406B-AA9A-0354DD94CE47}" dt="2026-08-06T16:17:30.346" v="767"/>
          <ac:inkMkLst>
            <pc:docMk/>
            <pc:sldMk cId="4263714512" sldId="277"/>
            <ac:inkMk id="129" creationId="{B629B4CF-F168-74F7-46DB-B45643C55C65}"/>
          </ac:inkMkLst>
        </pc:inkChg>
        <pc:inkChg chg="add del mod">
          <ac:chgData name="Tem Makhurane" userId="d979715f-3f45-4e11-aa20-e05c58997df8" providerId="ADAL" clId="{B009124C-6764-406B-AA9A-0354DD94CE47}" dt="2026-08-06T16:17:30.335" v="763"/>
          <ac:inkMkLst>
            <pc:docMk/>
            <pc:sldMk cId="4263714512" sldId="277"/>
            <ac:inkMk id="130" creationId="{55731F4E-5863-327B-A32B-5C6065F5E617}"/>
          </ac:inkMkLst>
        </pc:inkChg>
        <pc:inkChg chg="add mod">
          <ac:chgData name="Tem Makhurane" userId="d979715f-3f45-4e11-aa20-e05c58997df8" providerId="ADAL" clId="{B009124C-6764-406B-AA9A-0354DD94CE47}" dt="2026-08-06T16:17:30.348" v="771"/>
          <ac:inkMkLst>
            <pc:docMk/>
            <pc:sldMk cId="4263714512" sldId="277"/>
            <ac:inkMk id="131" creationId="{D7BA1CBC-C715-7C3A-FDE1-51630F4E64DA}"/>
          </ac:inkMkLst>
        </pc:inkChg>
        <pc:inkChg chg="add del mod">
          <ac:chgData name="Tem Makhurane" userId="d979715f-3f45-4e11-aa20-e05c58997df8" providerId="ADAL" clId="{B009124C-6764-406B-AA9A-0354DD94CE47}" dt="2026-08-06T16:17:30.348" v="771"/>
          <ac:inkMkLst>
            <pc:docMk/>
            <pc:sldMk cId="4263714512" sldId="277"/>
            <ac:inkMk id="132" creationId="{9B4815AC-99F8-FA45-F6ED-BEDE94ED0136}"/>
          </ac:inkMkLst>
        </pc:inkChg>
        <pc:inkChg chg="add del mod">
          <ac:chgData name="Tem Makhurane" userId="d979715f-3f45-4e11-aa20-e05c58997df8" providerId="ADAL" clId="{B009124C-6764-406B-AA9A-0354DD94CE47}" dt="2026-08-06T16:17:30.346" v="770"/>
          <ac:inkMkLst>
            <pc:docMk/>
            <pc:sldMk cId="4263714512" sldId="277"/>
            <ac:inkMk id="133" creationId="{8769D6C5-678E-B0C8-C48C-CBB9BE152E7D}"/>
          </ac:inkMkLst>
        </pc:inkChg>
        <pc:inkChg chg="add del mod">
          <ac:chgData name="Tem Makhurane" userId="d979715f-3f45-4e11-aa20-e05c58997df8" providerId="ADAL" clId="{B009124C-6764-406B-AA9A-0354DD94CE47}" dt="2026-08-06T16:17:30.346" v="764"/>
          <ac:inkMkLst>
            <pc:docMk/>
            <pc:sldMk cId="4263714512" sldId="277"/>
            <ac:inkMk id="134" creationId="{0CA4365D-7A0C-2E56-BA46-C0AFE5459467}"/>
          </ac:inkMkLst>
        </pc:inkChg>
        <pc:inkChg chg="add del mod">
          <ac:chgData name="Tem Makhurane" userId="d979715f-3f45-4e11-aa20-e05c58997df8" providerId="ADAL" clId="{B009124C-6764-406B-AA9A-0354DD94CE47}" dt="2026-08-06T16:17:30.346" v="768"/>
          <ac:inkMkLst>
            <pc:docMk/>
            <pc:sldMk cId="4263714512" sldId="277"/>
            <ac:inkMk id="136" creationId="{2DB6EA45-33D6-53A1-2D89-E2875E9D2572}"/>
          </ac:inkMkLst>
        </pc:inkChg>
        <pc:inkChg chg="add del mod">
          <ac:chgData name="Tem Makhurane" userId="d979715f-3f45-4e11-aa20-e05c58997df8" providerId="ADAL" clId="{B009124C-6764-406B-AA9A-0354DD94CE47}" dt="2026-08-06T16:17:30.346" v="766"/>
          <ac:inkMkLst>
            <pc:docMk/>
            <pc:sldMk cId="4263714512" sldId="277"/>
            <ac:inkMk id="138" creationId="{2AB48D3B-5FB7-E733-E51D-9BCA702C4869}"/>
          </ac:inkMkLst>
        </pc:inkChg>
        <pc:inkChg chg="add del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0" creationId="{5FD06265-0632-8335-F64A-51C305A8854B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1" creationId="{183736E2-39A0-E43E-83C1-2AE98FE82B86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2" creationId="{EC596C12-31DA-3F04-61CD-5C08CA960BC3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3" creationId="{CB3559BF-B7B8-D06E-97A0-059855F29BD3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4" creationId="{8ABA230E-E086-9AE1-D362-A066DF30D526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5" creationId="{8D7A135C-5627-9339-6A09-51C3860428AF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46" creationId="{6427C6AD-6EE6-87B7-5FED-D275A547A688}"/>
          </ac:inkMkLst>
        </pc:inkChg>
        <pc:inkChg chg="add mod">
          <ac:chgData name="Tem Makhurane" userId="d979715f-3f45-4e11-aa20-e05c58997df8" providerId="ADAL" clId="{B009124C-6764-406B-AA9A-0354DD94CE47}" dt="2026-08-06T16:17:01.865" v="753"/>
          <ac:inkMkLst>
            <pc:docMk/>
            <pc:sldMk cId="4263714512" sldId="277"/>
            <ac:inkMk id="147" creationId="{53D36318-402A-FA87-E274-9A819FB578C3}"/>
          </ac:inkMkLst>
        </pc:inkChg>
        <pc:inkChg chg="add mod">
          <ac:chgData name="Tem Makhurane" userId="d979715f-3f45-4e11-aa20-e05c58997df8" providerId="ADAL" clId="{B009124C-6764-406B-AA9A-0354DD94CE47}" dt="2026-08-06T16:17:01.865" v="753"/>
          <ac:inkMkLst>
            <pc:docMk/>
            <pc:sldMk cId="4263714512" sldId="277"/>
            <ac:inkMk id="148" creationId="{A6FFD1C3-FE2E-DBF5-394F-DA6267F6172F}"/>
          </ac:inkMkLst>
        </pc:inkChg>
        <pc:inkChg chg="add">
          <ac:chgData name="Tem Makhurane" userId="d979715f-3f45-4e11-aa20-e05c58997df8" providerId="ADAL" clId="{B009124C-6764-406B-AA9A-0354DD94CE47}" dt="2026-08-06T16:17:03.520" v="754" actId="9405"/>
          <ac:inkMkLst>
            <pc:docMk/>
            <pc:sldMk cId="4263714512" sldId="277"/>
            <ac:inkMk id="150" creationId="{1AA80143-E6D1-FE46-4F08-BE168A00DA82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51" creationId="{C9DFF5C3-1C6C-D654-5994-FB9CEB647C39}"/>
          </ac:inkMkLst>
        </pc:inkChg>
        <pc:inkChg chg="add mod">
          <ac:chgData name="Tem Makhurane" userId="d979715f-3f45-4e11-aa20-e05c58997df8" providerId="ADAL" clId="{B009124C-6764-406B-AA9A-0354DD94CE47}" dt="2026-08-06T16:17:30.348" v="772"/>
          <ac:inkMkLst>
            <pc:docMk/>
            <pc:sldMk cId="4263714512" sldId="277"/>
            <ac:inkMk id="152" creationId="{EDEA52C5-F503-7B7D-63B1-B0FCCB7672F4}"/>
          </ac:inkMkLst>
        </pc:inkChg>
        <pc:inkChg chg="add mod">
          <ac:chgData name="Tem Makhurane" userId="d979715f-3f45-4e11-aa20-e05c58997df8" providerId="ADAL" clId="{B009124C-6764-406B-AA9A-0354DD94CE47}" dt="2026-08-06T16:17:25.704" v="762"/>
          <ac:inkMkLst>
            <pc:docMk/>
            <pc:sldMk cId="4263714512" sldId="277"/>
            <ac:inkMk id="154" creationId="{B5200727-3ADD-2B7B-473C-9D24329CF912}"/>
          </ac:inkMkLst>
        </pc:inkChg>
        <pc:inkChg chg="add mod">
          <ac:chgData name="Tem Makhurane" userId="d979715f-3f45-4e11-aa20-e05c58997df8" providerId="ADAL" clId="{B009124C-6764-406B-AA9A-0354DD94CE47}" dt="2026-08-06T16:17:25.704" v="762"/>
          <ac:inkMkLst>
            <pc:docMk/>
            <pc:sldMk cId="4263714512" sldId="277"/>
            <ac:inkMk id="155" creationId="{8A4AD78F-38AE-06F3-9FCB-1505766524B5}"/>
          </ac:inkMkLst>
        </pc:inkChg>
        <pc:inkChg chg="add mod">
          <ac:chgData name="Tem Makhurane" userId="d979715f-3f45-4e11-aa20-e05c58997df8" providerId="ADAL" clId="{B009124C-6764-406B-AA9A-0354DD94CE47}" dt="2026-08-06T16:17:25.704" v="762"/>
          <ac:inkMkLst>
            <pc:docMk/>
            <pc:sldMk cId="4263714512" sldId="277"/>
            <ac:inkMk id="156" creationId="{5CFC25E4-B7D2-9578-2E98-E74B8881A2D1}"/>
          </ac:inkMkLst>
        </pc:inkChg>
        <pc:inkChg chg="add">
          <ac:chgData name="Tem Makhurane" userId="d979715f-3f45-4e11-aa20-e05c58997df8" providerId="ADAL" clId="{B009124C-6764-406B-AA9A-0354DD94CE47}" dt="2026-08-06T16:18:05.993" v="774" actId="9405"/>
          <ac:inkMkLst>
            <pc:docMk/>
            <pc:sldMk cId="4263714512" sldId="277"/>
            <ac:inkMk id="158" creationId="{B3C93ACD-E38C-6F31-E659-66E4335693DD}"/>
          </ac:inkMkLst>
        </pc:inkChg>
        <pc:inkChg chg="add del mod">
          <ac:chgData name="Tem Makhurane" userId="d979715f-3f45-4e11-aa20-e05c58997df8" providerId="ADAL" clId="{B009124C-6764-406B-AA9A-0354DD94CE47}" dt="2026-08-06T16:18:47.617" v="790"/>
          <ac:inkMkLst>
            <pc:docMk/>
            <pc:sldMk cId="4263714512" sldId="277"/>
            <ac:inkMk id="159" creationId="{EECA36C7-3B6D-F987-EA85-8D45E9DFF43E}"/>
          </ac:inkMkLst>
        </pc:inkChg>
        <pc:inkChg chg="add del mod">
          <ac:chgData name="Tem Makhurane" userId="d979715f-3f45-4e11-aa20-e05c58997df8" providerId="ADAL" clId="{B009124C-6764-406B-AA9A-0354DD94CE47}" dt="2026-08-06T16:18:47.617" v="789"/>
          <ac:inkMkLst>
            <pc:docMk/>
            <pc:sldMk cId="4263714512" sldId="277"/>
            <ac:inkMk id="160" creationId="{FDFBAF98-D7B5-E85C-3026-12A32574EB47}"/>
          </ac:inkMkLst>
        </pc:inkChg>
        <pc:inkChg chg="add mod">
          <ac:chgData name="Tem Makhurane" userId="d979715f-3f45-4e11-aa20-e05c58997df8" providerId="ADAL" clId="{B009124C-6764-406B-AA9A-0354DD94CE47}" dt="2026-08-06T16:18:52.344" v="793"/>
          <ac:inkMkLst>
            <pc:docMk/>
            <pc:sldMk cId="4263714512" sldId="277"/>
            <ac:inkMk id="162" creationId="{20457123-511C-F27A-890F-4D35E45C6F40}"/>
          </ac:inkMkLst>
        </pc:inkChg>
        <pc:inkChg chg="add mod">
          <ac:chgData name="Tem Makhurane" userId="d979715f-3f45-4e11-aa20-e05c58997df8" providerId="ADAL" clId="{B009124C-6764-406B-AA9A-0354DD94CE47}" dt="2026-08-06T16:18:52.344" v="793"/>
          <ac:inkMkLst>
            <pc:docMk/>
            <pc:sldMk cId="4263714512" sldId="277"/>
            <ac:inkMk id="163" creationId="{581FBF9C-499E-9A42-FCED-11CCEE21125F}"/>
          </ac:inkMkLst>
        </pc:inkChg>
        <pc:inkChg chg="add">
          <ac:chgData name="Tem Makhurane" userId="d979715f-3f45-4e11-aa20-e05c58997df8" providerId="ADAL" clId="{B009124C-6764-406B-AA9A-0354DD94CE47}" dt="2026-08-06T16:19:01.513" v="794" actId="9405"/>
          <ac:inkMkLst>
            <pc:docMk/>
            <pc:sldMk cId="4263714512" sldId="277"/>
            <ac:inkMk id="165" creationId="{4DC54EB5-A1AF-D68F-648C-2147A6421A73}"/>
          </ac:inkMkLst>
        </pc:inkChg>
        <pc:inkChg chg="add">
          <ac:chgData name="Tem Makhurane" userId="d979715f-3f45-4e11-aa20-e05c58997df8" providerId="ADAL" clId="{B009124C-6764-406B-AA9A-0354DD94CE47}" dt="2026-08-06T16:19:03.548" v="795" actId="9405"/>
          <ac:inkMkLst>
            <pc:docMk/>
            <pc:sldMk cId="4263714512" sldId="277"/>
            <ac:inkMk id="166" creationId="{6959AE32-1C4C-0F65-31E1-D2B99860B919}"/>
          </ac:inkMkLst>
        </pc:inkChg>
        <pc:inkChg chg="add">
          <ac:chgData name="Tem Makhurane" userId="d979715f-3f45-4e11-aa20-e05c58997df8" providerId="ADAL" clId="{B009124C-6764-406B-AA9A-0354DD94CE47}" dt="2026-08-06T16:19:18.532" v="796" actId="9405"/>
          <ac:inkMkLst>
            <pc:docMk/>
            <pc:sldMk cId="4263714512" sldId="277"/>
            <ac:inkMk id="167" creationId="{B98F93FD-6189-58DC-3CB0-A66062044761}"/>
          </ac:inkMkLst>
        </pc:inkChg>
        <pc:inkChg chg="add mod">
          <ac:chgData name="Tem Makhurane" userId="d979715f-3f45-4e11-aa20-e05c58997df8" providerId="ADAL" clId="{B009124C-6764-406B-AA9A-0354DD94CE47}" dt="2026-08-06T16:19:23.374" v="799"/>
          <ac:inkMkLst>
            <pc:docMk/>
            <pc:sldMk cId="4263714512" sldId="277"/>
            <ac:inkMk id="168" creationId="{DBA7754B-0100-4A50-F56C-F4FF58769205}"/>
          </ac:inkMkLst>
        </pc:inkChg>
        <pc:inkChg chg="add mod">
          <ac:chgData name="Tem Makhurane" userId="d979715f-3f45-4e11-aa20-e05c58997df8" providerId="ADAL" clId="{B009124C-6764-406B-AA9A-0354DD94CE47}" dt="2026-08-06T16:19:23.374" v="799"/>
          <ac:inkMkLst>
            <pc:docMk/>
            <pc:sldMk cId="4263714512" sldId="277"/>
            <ac:inkMk id="169" creationId="{E3449779-B720-72E4-D751-5A6A3AEDB507}"/>
          </ac:inkMkLst>
        </pc:inkChg>
        <pc:inkChg chg="add">
          <ac:chgData name="Tem Makhurane" userId="d979715f-3f45-4e11-aa20-e05c58997df8" providerId="ADAL" clId="{B009124C-6764-406B-AA9A-0354DD94CE47}" dt="2026-08-06T16:20:29.058" v="853" actId="9405"/>
          <ac:inkMkLst>
            <pc:docMk/>
            <pc:sldMk cId="4263714512" sldId="277"/>
            <ac:inkMk id="171" creationId="{8607B0AA-8D16-5D95-0769-D02DA5EB39FA}"/>
          </ac:inkMkLst>
        </pc:inkChg>
        <pc:inkChg chg="add">
          <ac:chgData name="Tem Makhurane" userId="d979715f-3f45-4e11-aa20-e05c58997df8" providerId="ADAL" clId="{B009124C-6764-406B-AA9A-0354DD94CE47}" dt="2026-08-06T16:20:29.851" v="854" actId="9405"/>
          <ac:inkMkLst>
            <pc:docMk/>
            <pc:sldMk cId="4263714512" sldId="277"/>
            <ac:inkMk id="172" creationId="{29F42729-905F-BD90-32C9-ADEF374B23D2}"/>
          </ac:inkMkLst>
        </pc:inkChg>
        <pc:inkChg chg="add">
          <ac:chgData name="Tem Makhurane" userId="d979715f-3f45-4e11-aa20-e05c58997df8" providerId="ADAL" clId="{B009124C-6764-406B-AA9A-0354DD94CE47}" dt="2026-08-06T16:20:30.057" v="855" actId="9405"/>
          <ac:inkMkLst>
            <pc:docMk/>
            <pc:sldMk cId="4263714512" sldId="277"/>
            <ac:inkMk id="173" creationId="{1F8EA48E-0EFC-6E9D-FF88-6553E920BA34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74" creationId="{BB93B427-43D2-E2C8-DAE8-16C3A528BEDC}"/>
          </ac:inkMkLst>
        </pc:inkChg>
        <pc:inkChg chg="add">
          <ac:chgData name="Tem Makhurane" userId="d979715f-3f45-4e11-aa20-e05c58997df8" providerId="ADAL" clId="{B009124C-6764-406B-AA9A-0354DD94CE47}" dt="2026-08-06T16:20:30.613" v="857" actId="9405"/>
          <ac:inkMkLst>
            <pc:docMk/>
            <pc:sldMk cId="4263714512" sldId="277"/>
            <ac:inkMk id="175" creationId="{986D5224-D6B5-EBF0-8A45-389E3A141C71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76" creationId="{D8F0A837-2E82-CCE1-0801-8434571915F5}"/>
          </ac:inkMkLst>
        </pc:inkChg>
        <pc:inkChg chg="add">
          <ac:chgData name="Tem Makhurane" userId="d979715f-3f45-4e11-aa20-e05c58997df8" providerId="ADAL" clId="{B009124C-6764-406B-AA9A-0354DD94CE47}" dt="2026-08-06T16:20:31.740" v="859" actId="9405"/>
          <ac:inkMkLst>
            <pc:docMk/>
            <pc:sldMk cId="4263714512" sldId="277"/>
            <ac:inkMk id="177" creationId="{4C302C98-1DE3-8A67-6804-1B2DD7155984}"/>
          </ac:inkMkLst>
        </pc:inkChg>
        <pc:inkChg chg="add">
          <ac:chgData name="Tem Makhurane" userId="d979715f-3f45-4e11-aa20-e05c58997df8" providerId="ADAL" clId="{B009124C-6764-406B-AA9A-0354DD94CE47}" dt="2026-08-06T16:20:32.266" v="860" actId="9405"/>
          <ac:inkMkLst>
            <pc:docMk/>
            <pc:sldMk cId="4263714512" sldId="277"/>
            <ac:inkMk id="178" creationId="{85B12954-09B3-4010-E888-3CB9D9F25E60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79" creationId="{5C51BCF4-0446-9C8F-A1A7-3ADD97BC76B5}"/>
          </ac:inkMkLst>
        </pc:inkChg>
        <pc:inkChg chg="add">
          <ac:chgData name="Tem Makhurane" userId="d979715f-3f45-4e11-aa20-e05c58997df8" providerId="ADAL" clId="{B009124C-6764-406B-AA9A-0354DD94CE47}" dt="2026-08-06T16:20:33.360" v="862" actId="9405"/>
          <ac:inkMkLst>
            <pc:docMk/>
            <pc:sldMk cId="4263714512" sldId="277"/>
            <ac:inkMk id="180" creationId="{40911E2F-E08B-494F-A2DE-F0572EBA7C36}"/>
          </ac:inkMkLst>
        </pc:inkChg>
        <pc:inkChg chg="add">
          <ac:chgData name="Tem Makhurane" userId="d979715f-3f45-4e11-aa20-e05c58997df8" providerId="ADAL" clId="{B009124C-6764-406B-AA9A-0354DD94CE47}" dt="2026-08-06T16:20:33.676" v="863" actId="9405"/>
          <ac:inkMkLst>
            <pc:docMk/>
            <pc:sldMk cId="4263714512" sldId="277"/>
            <ac:inkMk id="181" creationId="{E704E3F4-102A-D1B5-74E5-1E3C96647C59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82" creationId="{6543AD02-0044-5DA4-0D4C-3FDFB3A7BC0C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83" creationId="{69E033DC-3490-0103-9EA7-094667F2E713}"/>
          </ac:inkMkLst>
        </pc:inkChg>
        <pc:inkChg chg="add">
          <ac:chgData name="Tem Makhurane" userId="d979715f-3f45-4e11-aa20-e05c58997df8" providerId="ADAL" clId="{B009124C-6764-406B-AA9A-0354DD94CE47}" dt="2026-08-06T16:20:34.581" v="866" actId="9405"/>
          <ac:inkMkLst>
            <pc:docMk/>
            <pc:sldMk cId="4263714512" sldId="277"/>
            <ac:inkMk id="184" creationId="{EADAAAD7-9BF9-F7DD-9DBC-0E1CBF9036C9}"/>
          </ac:inkMkLst>
        </pc:inkChg>
        <pc:inkChg chg="add">
          <ac:chgData name="Tem Makhurane" userId="d979715f-3f45-4e11-aa20-e05c58997df8" providerId="ADAL" clId="{B009124C-6764-406B-AA9A-0354DD94CE47}" dt="2026-08-06T16:20:34.850" v="867" actId="9405"/>
          <ac:inkMkLst>
            <pc:docMk/>
            <pc:sldMk cId="4263714512" sldId="277"/>
            <ac:inkMk id="185" creationId="{9A2A49AD-B99F-231E-5742-67C43C4E5CDB}"/>
          </ac:inkMkLst>
        </pc:inkChg>
        <pc:inkChg chg="add">
          <ac:chgData name="Tem Makhurane" userId="d979715f-3f45-4e11-aa20-e05c58997df8" providerId="ADAL" clId="{B009124C-6764-406B-AA9A-0354DD94CE47}" dt="2026-08-06T16:20:34.993" v="868" actId="9405"/>
          <ac:inkMkLst>
            <pc:docMk/>
            <pc:sldMk cId="4263714512" sldId="277"/>
            <ac:inkMk id="186" creationId="{95CEB4B0-1683-E3DF-AE84-A146030767F1}"/>
          </ac:inkMkLst>
        </pc:inkChg>
        <pc:inkChg chg="add">
          <ac:chgData name="Tem Makhurane" userId="d979715f-3f45-4e11-aa20-e05c58997df8" providerId="ADAL" clId="{B009124C-6764-406B-AA9A-0354DD94CE47}" dt="2026-08-06T16:20:35.534" v="869" actId="9405"/>
          <ac:inkMkLst>
            <pc:docMk/>
            <pc:sldMk cId="4263714512" sldId="277"/>
            <ac:inkMk id="187" creationId="{A232A1E4-4371-57C3-4C2D-96D5C29AD964}"/>
          </ac:inkMkLst>
        </pc:inkChg>
        <pc:inkChg chg="add mod">
          <ac:chgData name="Tem Makhurane" userId="d979715f-3f45-4e11-aa20-e05c58997df8" providerId="ADAL" clId="{B009124C-6764-406B-AA9A-0354DD94CE47}" dt="2026-08-06T16:20:41.531" v="879"/>
          <ac:inkMkLst>
            <pc:docMk/>
            <pc:sldMk cId="4263714512" sldId="277"/>
            <ac:inkMk id="188" creationId="{68B0DF06-399D-7AA7-BA02-D927BF6C60B5}"/>
          </ac:inkMkLst>
        </pc:inkChg>
        <pc:inkChg chg="add">
          <ac:chgData name="Tem Makhurane" userId="d979715f-3f45-4e11-aa20-e05c58997df8" providerId="ADAL" clId="{B009124C-6764-406B-AA9A-0354DD94CE47}" dt="2026-08-06T16:20:36.550" v="871" actId="9405"/>
          <ac:inkMkLst>
            <pc:docMk/>
            <pc:sldMk cId="4263714512" sldId="277"/>
            <ac:inkMk id="189" creationId="{01D6F7CA-6C08-3948-0E67-55D05480C136}"/>
          </ac:inkMkLst>
        </pc:inkChg>
        <pc:inkChg chg="add">
          <ac:chgData name="Tem Makhurane" userId="d979715f-3f45-4e11-aa20-e05c58997df8" providerId="ADAL" clId="{B009124C-6764-406B-AA9A-0354DD94CE47}" dt="2026-08-06T16:20:37.122" v="872" actId="9405"/>
          <ac:inkMkLst>
            <pc:docMk/>
            <pc:sldMk cId="4263714512" sldId="277"/>
            <ac:inkMk id="190" creationId="{E8E5774C-94E3-DC5B-FC9D-0CE97E71780F}"/>
          </ac:inkMkLst>
        </pc:inkChg>
        <pc:inkChg chg="add">
          <ac:chgData name="Tem Makhurane" userId="d979715f-3f45-4e11-aa20-e05c58997df8" providerId="ADAL" clId="{B009124C-6764-406B-AA9A-0354DD94CE47}" dt="2026-08-06T16:20:37.455" v="873" actId="9405"/>
          <ac:inkMkLst>
            <pc:docMk/>
            <pc:sldMk cId="4263714512" sldId="277"/>
            <ac:inkMk id="191" creationId="{CA3E5AE9-3271-ADA1-0542-C98A0014E26C}"/>
          </ac:inkMkLst>
        </pc:inkChg>
        <pc:inkChg chg="add">
          <ac:chgData name="Tem Makhurane" userId="d979715f-3f45-4e11-aa20-e05c58997df8" providerId="ADAL" clId="{B009124C-6764-406B-AA9A-0354DD94CE47}" dt="2026-08-06T16:20:37.868" v="874" actId="9405"/>
          <ac:inkMkLst>
            <pc:docMk/>
            <pc:sldMk cId="4263714512" sldId="277"/>
            <ac:inkMk id="192" creationId="{1EE573D8-6C39-D9EE-587F-E77B9B06D716}"/>
          </ac:inkMkLst>
        </pc:inkChg>
        <pc:inkChg chg="add">
          <ac:chgData name="Tem Makhurane" userId="d979715f-3f45-4e11-aa20-e05c58997df8" providerId="ADAL" clId="{B009124C-6764-406B-AA9A-0354DD94CE47}" dt="2026-08-06T16:20:38.265" v="875" actId="9405"/>
          <ac:inkMkLst>
            <pc:docMk/>
            <pc:sldMk cId="4263714512" sldId="277"/>
            <ac:inkMk id="193" creationId="{3FC338DF-BEDA-3997-47CB-5F5006E7C8A7}"/>
          </ac:inkMkLst>
        </pc:inkChg>
        <pc:inkChg chg="add">
          <ac:chgData name="Tem Makhurane" userId="d979715f-3f45-4e11-aa20-e05c58997df8" providerId="ADAL" clId="{B009124C-6764-406B-AA9A-0354DD94CE47}" dt="2026-08-06T16:20:38.631" v="876" actId="9405"/>
          <ac:inkMkLst>
            <pc:docMk/>
            <pc:sldMk cId="4263714512" sldId="277"/>
            <ac:inkMk id="194" creationId="{FA4BFB3E-C3EA-FBEF-1797-DE5743B6932A}"/>
          </ac:inkMkLst>
        </pc:inkChg>
        <pc:inkChg chg="add">
          <ac:chgData name="Tem Makhurane" userId="d979715f-3f45-4e11-aa20-e05c58997df8" providerId="ADAL" clId="{B009124C-6764-406B-AA9A-0354DD94CE47}" dt="2026-08-06T16:20:39.186" v="877" actId="9405"/>
          <ac:inkMkLst>
            <pc:docMk/>
            <pc:sldMk cId="4263714512" sldId="277"/>
            <ac:inkMk id="195" creationId="{00F7F05C-A737-BFC0-E6C6-C9FB130A8A9D}"/>
          </ac:inkMkLst>
        </pc:inkChg>
        <pc:inkChg chg="add">
          <ac:chgData name="Tem Makhurane" userId="d979715f-3f45-4e11-aa20-e05c58997df8" providerId="ADAL" clId="{B009124C-6764-406B-AA9A-0354DD94CE47}" dt="2026-08-06T16:20:40.602" v="878" actId="9405"/>
          <ac:inkMkLst>
            <pc:docMk/>
            <pc:sldMk cId="4263714512" sldId="277"/>
            <ac:inkMk id="196" creationId="{6DD13671-8AC2-AD92-6570-8F7F0ED9830A}"/>
          </ac:inkMkLst>
        </pc:inkChg>
        <pc:inkChg chg="add del">
          <ac:chgData name="Tem Makhurane" userId="d979715f-3f45-4e11-aa20-e05c58997df8" providerId="ADAL" clId="{B009124C-6764-406B-AA9A-0354DD94CE47}" dt="2026-08-06T16:20:48.464" v="881"/>
          <ac:inkMkLst>
            <pc:docMk/>
            <pc:sldMk cId="4263714512" sldId="277"/>
            <ac:inkMk id="201" creationId="{7BD7B402-F53F-F34C-134F-3232A7B3CD2D}"/>
          </ac:inkMkLst>
        </pc:inkChg>
        <pc:inkChg chg="add mod">
          <ac:chgData name="Tem Makhurane" userId="d979715f-3f45-4e11-aa20-e05c58997df8" providerId="ADAL" clId="{B009124C-6764-406B-AA9A-0354DD94CE47}" dt="2026-08-06T16:20:49.341" v="882"/>
          <ac:inkMkLst>
            <pc:docMk/>
            <pc:sldMk cId="4263714512" sldId="277"/>
            <ac:inkMk id="202" creationId="{334DA210-0841-8B59-C4CA-6EEA1211F45A}"/>
          </ac:inkMkLst>
        </pc:inkChg>
        <pc:inkChg chg="add del">
          <ac:chgData name="Tem Makhurane" userId="d979715f-3f45-4e11-aa20-e05c58997df8" providerId="ADAL" clId="{B009124C-6764-406B-AA9A-0354DD94CE47}" dt="2026-08-06T16:22:50.643" v="951"/>
          <ac:inkMkLst>
            <pc:docMk/>
            <pc:sldMk cId="4263714512" sldId="277"/>
            <ac:inkMk id="203" creationId="{76F95D99-D89C-4DC3-5447-BA61671F28BA}"/>
          </ac:inkMkLst>
        </pc:inkChg>
        <pc:inkChg chg="add mod">
          <ac:chgData name="Tem Makhurane" userId="d979715f-3f45-4e11-aa20-e05c58997df8" providerId="ADAL" clId="{B009124C-6764-406B-AA9A-0354DD94CE47}" dt="2026-08-06T16:22:51.081" v="952"/>
          <ac:inkMkLst>
            <pc:docMk/>
            <pc:sldMk cId="4263714512" sldId="277"/>
            <ac:inkMk id="204" creationId="{E2754A87-5BA8-3F95-F64C-B02930E4B801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6:25:47.300" v="1100"/>
        <pc:sldMkLst>
          <pc:docMk/>
          <pc:sldMk cId="2234955563" sldId="278"/>
        </pc:sldMkLst>
        <pc:grpChg chg="mod">
          <ac:chgData name="Tem Makhurane" userId="d979715f-3f45-4e11-aa20-e05c58997df8" providerId="ADAL" clId="{B009124C-6764-406B-AA9A-0354DD94CE47}" dt="2026-08-06T16:19:38.125" v="809"/>
          <ac:grpSpMkLst>
            <pc:docMk/>
            <pc:sldMk cId="2234955563" sldId="278"/>
            <ac:grpSpMk id="10" creationId="{587594C5-10F6-CF1B-3CF2-49773AE0BA0C}"/>
          </ac:grpSpMkLst>
        </pc:grpChg>
        <pc:grpChg chg="mod">
          <ac:chgData name="Tem Makhurane" userId="d979715f-3f45-4e11-aa20-e05c58997df8" providerId="ADAL" clId="{B009124C-6764-406B-AA9A-0354DD94CE47}" dt="2026-08-06T16:19:38.125" v="809"/>
          <ac:grpSpMkLst>
            <pc:docMk/>
            <pc:sldMk cId="2234955563" sldId="278"/>
            <ac:grpSpMk id="11" creationId="{46F994A1-865B-A813-F1EE-33A47AC81B90}"/>
          </ac:grpSpMkLst>
        </pc:grpChg>
        <pc:grpChg chg="del mod">
          <ac:chgData name="Tem Makhurane" userId="d979715f-3f45-4e11-aa20-e05c58997df8" providerId="ADAL" clId="{B009124C-6764-406B-AA9A-0354DD94CE47}" dt="2026-08-06T16:20:01.984" v="840"/>
          <ac:grpSpMkLst>
            <pc:docMk/>
            <pc:sldMk cId="2234955563" sldId="278"/>
            <ac:grpSpMk id="20" creationId="{D24AF5C3-A19F-96D4-5985-F76ACC4A3699}"/>
          </ac:grpSpMkLst>
        </pc:grpChg>
        <pc:grpChg chg="del mod">
          <ac:chgData name="Tem Makhurane" userId="d979715f-3f45-4e11-aa20-e05c58997df8" providerId="ADAL" clId="{B009124C-6764-406B-AA9A-0354DD94CE47}" dt="2026-08-06T16:19:56.955" v="834"/>
          <ac:grpSpMkLst>
            <pc:docMk/>
            <pc:sldMk cId="2234955563" sldId="278"/>
            <ac:grpSpMk id="23" creationId="{3DB18731-4B0C-80E8-20D1-A93D7CE75668}"/>
          </ac:grpSpMkLst>
        </pc:grpChg>
        <pc:grpChg chg="del mod">
          <ac:chgData name="Tem Makhurane" userId="d979715f-3f45-4e11-aa20-e05c58997df8" providerId="ADAL" clId="{B009124C-6764-406B-AA9A-0354DD94CE47}" dt="2026-08-06T16:20:01.984" v="840"/>
          <ac:grpSpMkLst>
            <pc:docMk/>
            <pc:sldMk cId="2234955563" sldId="278"/>
            <ac:grpSpMk id="36" creationId="{50D537E7-6E90-7DE7-8576-EDC0A4303CED}"/>
          </ac:grpSpMkLst>
        </pc:grpChg>
        <pc:grpChg chg="del mod">
          <ac:chgData name="Tem Makhurane" userId="d979715f-3f45-4e11-aa20-e05c58997df8" providerId="ADAL" clId="{B009124C-6764-406B-AA9A-0354DD94CE47}" dt="2026-08-06T16:20:01.984" v="840"/>
          <ac:grpSpMkLst>
            <pc:docMk/>
            <pc:sldMk cId="2234955563" sldId="278"/>
            <ac:grpSpMk id="37" creationId="{83D15EC2-F3CE-7FAE-AD74-FAE8021E397D}"/>
          </ac:grpSpMkLst>
        </pc:grpChg>
        <pc:grpChg chg="del mod">
          <ac:chgData name="Tem Makhurane" userId="d979715f-3f45-4e11-aa20-e05c58997df8" providerId="ADAL" clId="{B009124C-6764-406B-AA9A-0354DD94CE47}" dt="2026-08-06T16:20:04.381" v="843"/>
          <ac:grpSpMkLst>
            <pc:docMk/>
            <pc:sldMk cId="2234955563" sldId="278"/>
            <ac:grpSpMk id="43" creationId="{DA295F49-008A-6A0A-0CD4-4F9CA98B3AB3}"/>
          </ac:grpSpMkLst>
        </pc:grpChg>
        <pc:grpChg chg="del mod">
          <ac:chgData name="Tem Makhurane" userId="d979715f-3f45-4e11-aa20-e05c58997df8" providerId="ADAL" clId="{B009124C-6764-406B-AA9A-0354DD94CE47}" dt="2026-08-06T16:20:16.024" v="846"/>
          <ac:grpSpMkLst>
            <pc:docMk/>
            <pc:sldMk cId="2234955563" sldId="278"/>
            <ac:grpSpMk id="46" creationId="{C85FC18E-F266-A1FA-4060-7DB266D8DD1A}"/>
          </ac:grpSpMkLst>
        </pc:grpChg>
        <pc:grpChg chg="del mod">
          <ac:chgData name="Tem Makhurane" userId="d979715f-3f45-4e11-aa20-e05c58997df8" providerId="ADAL" clId="{B009124C-6764-406B-AA9A-0354DD94CE47}" dt="2026-08-06T16:20:18.351" v="849"/>
          <ac:grpSpMkLst>
            <pc:docMk/>
            <pc:sldMk cId="2234955563" sldId="278"/>
            <ac:grpSpMk id="49" creationId="{727AADDD-2CC8-FA6F-0289-D0885AA286C7}"/>
          </ac:grpSpMkLst>
        </pc:grpChg>
        <pc:grpChg chg="del mod">
          <ac:chgData name="Tem Makhurane" userId="d979715f-3f45-4e11-aa20-e05c58997df8" providerId="ADAL" clId="{B009124C-6764-406B-AA9A-0354DD94CE47}" dt="2026-08-06T16:20:20.906" v="852"/>
          <ac:grpSpMkLst>
            <pc:docMk/>
            <pc:sldMk cId="2234955563" sldId="278"/>
            <ac:grpSpMk id="52" creationId="{ECBDE355-CA32-614A-5FA9-DCAD095B2729}"/>
          </ac:grpSpMkLst>
        </pc:grpChg>
        <pc:grpChg chg="mod">
          <ac:chgData name="Tem Makhurane" userId="d979715f-3f45-4e11-aa20-e05c58997df8" providerId="ADAL" clId="{B009124C-6764-406B-AA9A-0354DD94CE47}" dt="2026-08-06T16:22:11.465" v="948"/>
          <ac:grpSpMkLst>
            <pc:docMk/>
            <pc:sldMk cId="2234955563" sldId="278"/>
            <ac:grpSpMk id="55" creationId="{885AB904-92D1-B318-C0B0-DFBC02FB7993}"/>
          </ac:grpSpMkLst>
        </pc:grpChg>
        <pc:grpChg chg="del mod">
          <ac:chgData name="Tem Makhurane" userId="d979715f-3f45-4e11-aa20-e05c58997df8" providerId="ADAL" clId="{B009124C-6764-406B-AA9A-0354DD94CE47}" dt="2026-08-06T16:21:17.877" v="897"/>
          <ac:grpSpMkLst>
            <pc:docMk/>
            <pc:sldMk cId="2234955563" sldId="278"/>
            <ac:grpSpMk id="66" creationId="{79A8E27F-F807-576C-FF64-716D59563431}"/>
          </ac:grpSpMkLst>
        </pc:grpChg>
        <pc:grpChg chg="del mod">
          <ac:chgData name="Tem Makhurane" userId="d979715f-3f45-4e11-aa20-e05c58997df8" providerId="ADAL" clId="{B009124C-6764-406B-AA9A-0354DD94CE47}" dt="2026-08-06T16:21:27.153" v="916"/>
          <ac:grpSpMkLst>
            <pc:docMk/>
            <pc:sldMk cId="2234955563" sldId="278"/>
            <ac:grpSpMk id="70" creationId="{13DD2F9B-B806-1A25-B881-7FC3286FDE7A}"/>
          </ac:grpSpMkLst>
        </pc:grpChg>
        <pc:grpChg chg="del mod">
          <ac:chgData name="Tem Makhurane" userId="d979715f-3f45-4e11-aa20-e05c58997df8" providerId="ADAL" clId="{B009124C-6764-406B-AA9A-0354DD94CE47}" dt="2026-08-06T16:21:27.153" v="916"/>
          <ac:grpSpMkLst>
            <pc:docMk/>
            <pc:sldMk cId="2234955563" sldId="278"/>
            <ac:grpSpMk id="89" creationId="{561F5741-9A75-DFE9-4E9B-D602D7F7A058}"/>
          </ac:grpSpMkLst>
        </pc:grpChg>
        <pc:grpChg chg="del mod">
          <ac:chgData name="Tem Makhurane" userId="d979715f-3f45-4e11-aa20-e05c58997df8" providerId="ADAL" clId="{B009124C-6764-406B-AA9A-0354DD94CE47}" dt="2026-08-06T16:23:53.678" v="1007"/>
          <ac:grpSpMkLst>
            <pc:docMk/>
            <pc:sldMk cId="2234955563" sldId="278"/>
            <ac:grpSpMk id="90" creationId="{4BDE396D-FBC7-9C31-B86D-11EDC0A78625}"/>
          </ac:grpSpMkLst>
        </pc:grpChg>
        <pc:grpChg chg="del mod">
          <ac:chgData name="Tem Makhurane" userId="d979715f-3f45-4e11-aa20-e05c58997df8" providerId="ADAL" clId="{B009124C-6764-406B-AA9A-0354DD94CE47}" dt="2026-08-06T16:21:31.729" v="927"/>
          <ac:grpSpMkLst>
            <pc:docMk/>
            <pc:sldMk cId="2234955563" sldId="278"/>
            <ac:grpSpMk id="97" creationId="{C0010F61-7BD8-5DD1-FA2B-99939BA15910}"/>
          </ac:grpSpMkLst>
        </pc:grpChg>
        <pc:grpChg chg="del mod">
          <ac:chgData name="Tem Makhurane" userId="d979715f-3f45-4e11-aa20-e05c58997df8" providerId="ADAL" clId="{B009124C-6764-406B-AA9A-0354DD94CE47}" dt="2026-08-06T16:23:03.052" v="960"/>
          <ac:grpSpMkLst>
            <pc:docMk/>
            <pc:sldMk cId="2234955563" sldId="278"/>
            <ac:grpSpMk id="101" creationId="{CBF74257-7D03-E56C-0C63-1BF2FC740B41}"/>
          </ac:grpSpMkLst>
        </pc:grpChg>
        <pc:grpChg chg="mod">
          <ac:chgData name="Tem Makhurane" userId="d979715f-3f45-4e11-aa20-e05c58997df8" providerId="ADAL" clId="{B009124C-6764-406B-AA9A-0354DD94CE47}" dt="2026-08-06T16:23:12.308" v="971"/>
          <ac:grpSpMkLst>
            <pc:docMk/>
            <pc:sldMk cId="2234955563" sldId="278"/>
            <ac:grpSpMk id="113" creationId="{4B9120AF-297B-703B-E8FC-4F6386CAE163}"/>
          </ac:grpSpMkLst>
        </pc:grpChg>
        <pc:grpChg chg="mod">
          <ac:chgData name="Tem Makhurane" userId="d979715f-3f45-4e11-aa20-e05c58997df8" providerId="ADAL" clId="{B009124C-6764-406B-AA9A-0354DD94CE47}" dt="2026-08-06T16:23:17.803" v="979"/>
          <ac:grpSpMkLst>
            <pc:docMk/>
            <pc:sldMk cId="2234955563" sldId="278"/>
            <ac:grpSpMk id="121" creationId="{D71FFB12-CBF4-F1B2-2E41-AAD0DB4DD555}"/>
          </ac:grpSpMkLst>
        </pc:grpChg>
        <pc:grpChg chg="mod">
          <ac:chgData name="Tem Makhurane" userId="d979715f-3f45-4e11-aa20-e05c58997df8" providerId="ADAL" clId="{B009124C-6764-406B-AA9A-0354DD94CE47}" dt="2026-08-06T16:23:28.678" v="988"/>
          <ac:grpSpMkLst>
            <pc:docMk/>
            <pc:sldMk cId="2234955563" sldId="278"/>
            <ac:grpSpMk id="130" creationId="{456FA77B-9336-E780-938C-7FF95210B78E}"/>
          </ac:grpSpMkLst>
        </pc:grpChg>
        <pc:grpChg chg="del mod">
          <ac:chgData name="Tem Makhurane" userId="d979715f-3f45-4e11-aa20-e05c58997df8" providerId="ADAL" clId="{B009124C-6764-406B-AA9A-0354DD94CE47}" dt="2026-08-06T16:23:38.750" v="997"/>
          <ac:grpSpMkLst>
            <pc:docMk/>
            <pc:sldMk cId="2234955563" sldId="278"/>
            <ac:grpSpMk id="135" creationId="{4DED0FB9-5C6D-45B0-5C1C-C536646FB7EE}"/>
          </ac:grpSpMkLst>
        </pc:grpChg>
        <pc:grpChg chg="mod">
          <ac:chgData name="Tem Makhurane" userId="d979715f-3f45-4e11-aa20-e05c58997df8" providerId="ADAL" clId="{B009124C-6764-406B-AA9A-0354DD94CE47}" dt="2026-08-06T16:23:38.750" v="997"/>
          <ac:grpSpMkLst>
            <pc:docMk/>
            <pc:sldMk cId="2234955563" sldId="278"/>
            <ac:grpSpMk id="139" creationId="{90B7C778-C96C-7F71-19CB-4F7BB9A4B6A6}"/>
          </ac:grpSpMkLst>
        </pc:grpChg>
        <pc:grpChg chg="del mod">
          <ac:chgData name="Tem Makhurane" userId="d979715f-3f45-4e11-aa20-e05c58997df8" providerId="ADAL" clId="{B009124C-6764-406B-AA9A-0354DD94CE47}" dt="2026-08-06T16:23:58.203" v="1014"/>
          <ac:grpSpMkLst>
            <pc:docMk/>
            <pc:sldMk cId="2234955563" sldId="278"/>
            <ac:grpSpMk id="149" creationId="{B5308EF3-C36A-7EE5-781D-5B408C40756E}"/>
          </ac:grpSpMkLst>
        </pc:grpChg>
        <pc:grpChg chg="del mod">
          <ac:chgData name="Tem Makhurane" userId="d979715f-3f45-4e11-aa20-e05c58997df8" providerId="ADAL" clId="{B009124C-6764-406B-AA9A-0354DD94CE47}" dt="2026-08-06T16:24:42.736" v="1057"/>
          <ac:grpSpMkLst>
            <pc:docMk/>
            <pc:sldMk cId="2234955563" sldId="278"/>
            <ac:grpSpMk id="156" creationId="{5ACC0BD1-D60B-5C56-0538-B100B842F415}"/>
          </ac:grpSpMkLst>
        </pc:grpChg>
        <pc:grpChg chg="del mod">
          <ac:chgData name="Tem Makhurane" userId="d979715f-3f45-4e11-aa20-e05c58997df8" providerId="ADAL" clId="{B009124C-6764-406B-AA9A-0354DD94CE47}" dt="2026-08-06T16:24:06.460" v="1024"/>
          <ac:grpSpMkLst>
            <pc:docMk/>
            <pc:sldMk cId="2234955563" sldId="278"/>
            <ac:grpSpMk id="163" creationId="{1F92F0F0-19C5-7D21-502E-0315BF4CB89F}"/>
          </ac:grpSpMkLst>
        </pc:grpChg>
        <pc:grpChg chg="del mod">
          <ac:chgData name="Tem Makhurane" userId="d979715f-3f45-4e11-aa20-e05c58997df8" providerId="ADAL" clId="{B009124C-6764-406B-AA9A-0354DD94CE47}" dt="2026-08-06T16:24:27.012" v="1038"/>
          <ac:grpSpMkLst>
            <pc:docMk/>
            <pc:sldMk cId="2234955563" sldId="278"/>
            <ac:grpSpMk id="166" creationId="{931BBB25-FD61-CE6C-0F2C-A6C570A8EC04}"/>
          </ac:grpSpMkLst>
        </pc:grpChg>
        <pc:grpChg chg="del mod">
          <ac:chgData name="Tem Makhurane" userId="d979715f-3f45-4e11-aa20-e05c58997df8" providerId="ADAL" clId="{B009124C-6764-406B-AA9A-0354DD94CE47}" dt="2026-08-06T16:24:42.736" v="1057"/>
          <ac:grpSpMkLst>
            <pc:docMk/>
            <pc:sldMk cId="2234955563" sldId="278"/>
            <ac:grpSpMk id="180" creationId="{043B5BDE-ED50-3B4E-8F0A-18B88BBC01CF}"/>
          </ac:grpSpMkLst>
        </pc:grpChg>
        <pc:grpChg chg="del mod">
          <ac:chgData name="Tem Makhurane" userId="d979715f-3f45-4e11-aa20-e05c58997df8" providerId="ADAL" clId="{B009124C-6764-406B-AA9A-0354DD94CE47}" dt="2026-08-06T16:24:31.277" v="1047"/>
          <ac:grpSpMkLst>
            <pc:docMk/>
            <pc:sldMk cId="2234955563" sldId="278"/>
            <ac:grpSpMk id="183" creationId="{6B592B55-6531-C144-252E-061515AC0BB8}"/>
          </ac:grpSpMkLst>
        </pc:grpChg>
        <pc:grpChg chg="del mod">
          <ac:chgData name="Tem Makhurane" userId="d979715f-3f45-4e11-aa20-e05c58997df8" providerId="ADAL" clId="{B009124C-6764-406B-AA9A-0354DD94CE47}" dt="2026-08-06T16:24:42.736" v="1057"/>
          <ac:grpSpMkLst>
            <pc:docMk/>
            <pc:sldMk cId="2234955563" sldId="278"/>
            <ac:grpSpMk id="189" creationId="{801AA5F2-7964-CA51-66CA-6AC8064FA39A}"/>
          </ac:grpSpMkLst>
        </pc:grpChg>
        <pc:grpChg chg="del mod">
          <ac:chgData name="Tem Makhurane" userId="d979715f-3f45-4e11-aa20-e05c58997df8" providerId="ADAL" clId="{B009124C-6764-406B-AA9A-0354DD94CE47}" dt="2026-08-06T16:24:42.736" v="1057"/>
          <ac:grpSpMkLst>
            <pc:docMk/>
            <pc:sldMk cId="2234955563" sldId="278"/>
            <ac:grpSpMk id="190" creationId="{6D5D3B04-0E88-C54F-A60E-E8F3C63A932F}"/>
          </ac:grpSpMkLst>
        </pc:grpChg>
        <pc:grpChg chg="del mod">
          <ac:chgData name="Tem Makhurane" userId="d979715f-3f45-4e11-aa20-e05c58997df8" providerId="ADAL" clId="{B009124C-6764-406B-AA9A-0354DD94CE47}" dt="2026-08-06T16:24:58.519" v="1077"/>
          <ac:grpSpMkLst>
            <pc:docMk/>
            <pc:sldMk cId="2234955563" sldId="278"/>
            <ac:grpSpMk id="195" creationId="{647B62E8-2693-F755-D103-D76CBFE793AE}"/>
          </ac:grpSpMkLst>
        </pc:grpChg>
        <pc:grpChg chg="del mod">
          <ac:chgData name="Tem Makhurane" userId="d979715f-3f45-4e11-aa20-e05c58997df8" providerId="ADAL" clId="{B009124C-6764-406B-AA9A-0354DD94CE47}" dt="2026-08-06T16:25:19.555" v="1080"/>
          <ac:grpSpMkLst>
            <pc:docMk/>
            <pc:sldMk cId="2234955563" sldId="278"/>
            <ac:grpSpMk id="198" creationId="{89A0DD2A-9404-1A13-6FC9-2CC8592025B6}"/>
          </ac:grpSpMkLst>
        </pc:grpChg>
        <pc:grpChg chg="del mod">
          <ac:chgData name="Tem Makhurane" userId="d979715f-3f45-4e11-aa20-e05c58997df8" providerId="ADAL" clId="{B009124C-6764-406B-AA9A-0354DD94CE47}" dt="2026-08-06T16:25:47.300" v="1100"/>
          <ac:grpSpMkLst>
            <pc:docMk/>
            <pc:sldMk cId="2234955563" sldId="278"/>
            <ac:grpSpMk id="200" creationId="{AE0879E2-061C-A35E-CB7A-25ABE12391FE}"/>
          </ac:grpSpMkLst>
        </pc:grpChg>
        <pc:grpChg chg="mod">
          <ac:chgData name="Tem Makhurane" userId="d979715f-3f45-4e11-aa20-e05c58997df8" providerId="ADAL" clId="{B009124C-6764-406B-AA9A-0354DD94CE47}" dt="2026-08-06T16:25:47.300" v="1100"/>
          <ac:grpSpMkLst>
            <pc:docMk/>
            <pc:sldMk cId="2234955563" sldId="278"/>
            <ac:grpSpMk id="205" creationId="{0ABE19DF-29C9-4C10-2BF2-8747AE223888}"/>
          </ac:grpSpMkLst>
        </pc:grp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2" creationId="{E70977D9-0AB2-4A3B-0978-4AF999F1D400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3" creationId="{698E2716-815E-9339-7E9F-4629C3F4B2DA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4" creationId="{02D33474-AC94-116E-3613-72C6683C2DAB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5" creationId="{4B8A2F20-5890-FA47-BE82-857479F1564E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6" creationId="{F43D467E-7312-EA82-A0A4-708CBF694D42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7" creationId="{E3952028-6948-0983-D314-7B0063FA0384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8" creationId="{AC7ADF09-1E37-0843-3234-425069DEAEED}"/>
          </ac:inkMkLst>
        </pc:inkChg>
        <pc:inkChg chg="add mod">
          <ac:chgData name="Tem Makhurane" userId="d979715f-3f45-4e11-aa20-e05c58997df8" providerId="ADAL" clId="{B009124C-6764-406B-AA9A-0354DD94CE47}" dt="2026-08-06T16:19:38.125" v="809"/>
          <ac:inkMkLst>
            <pc:docMk/>
            <pc:sldMk cId="2234955563" sldId="278"/>
            <ac:inkMk id="9" creationId="{01A83064-FA00-D89B-DC07-9B68EA0336EC}"/>
          </ac:inkMkLst>
        </pc:inkChg>
        <pc:inkChg chg="add mod">
          <ac:chgData name="Tem Makhurane" userId="d979715f-3f45-4e11-aa20-e05c58997df8" providerId="ADAL" clId="{B009124C-6764-406B-AA9A-0354DD94CE47}" dt="2026-08-06T16:19:47.413" v="818"/>
          <ac:inkMkLst>
            <pc:docMk/>
            <pc:sldMk cId="2234955563" sldId="278"/>
            <ac:inkMk id="12" creationId="{82D99992-B745-0D32-249C-AB7731324DA1}"/>
          </ac:inkMkLst>
        </pc:inkChg>
        <pc:inkChg chg="add mod">
          <ac:chgData name="Tem Makhurane" userId="d979715f-3f45-4e11-aa20-e05c58997df8" providerId="ADAL" clId="{B009124C-6764-406B-AA9A-0354DD94CE47}" dt="2026-08-06T16:19:47.413" v="818"/>
          <ac:inkMkLst>
            <pc:docMk/>
            <pc:sldMk cId="2234955563" sldId="278"/>
            <ac:inkMk id="13" creationId="{A4685F43-A247-B228-7B60-03FBB07050C9}"/>
          </ac:inkMkLst>
        </pc:inkChg>
        <pc:inkChg chg="add mod">
          <ac:chgData name="Tem Makhurane" userId="d979715f-3f45-4e11-aa20-e05c58997df8" providerId="ADAL" clId="{B009124C-6764-406B-AA9A-0354DD94CE47}" dt="2026-08-06T16:19:47.413" v="818"/>
          <ac:inkMkLst>
            <pc:docMk/>
            <pc:sldMk cId="2234955563" sldId="278"/>
            <ac:inkMk id="14" creationId="{0297A39E-5ED6-169F-8434-63B85863B41A}"/>
          </ac:inkMkLst>
        </pc:inkChg>
        <pc:inkChg chg="add mod">
          <ac:chgData name="Tem Makhurane" userId="d979715f-3f45-4e11-aa20-e05c58997df8" providerId="ADAL" clId="{B009124C-6764-406B-AA9A-0354DD94CE47}" dt="2026-08-06T16:19:47.413" v="818"/>
          <ac:inkMkLst>
            <pc:docMk/>
            <pc:sldMk cId="2234955563" sldId="278"/>
            <ac:inkMk id="15" creationId="{E5D07833-F7DF-3044-D76A-F6AF3E33E2B7}"/>
          </ac:inkMkLst>
        </pc:inkChg>
        <pc:inkChg chg="add mod">
          <ac:chgData name="Tem Makhurane" userId="d979715f-3f45-4e11-aa20-e05c58997df8" providerId="ADAL" clId="{B009124C-6764-406B-AA9A-0354DD94CE47}" dt="2026-08-06T16:21:55.531" v="937"/>
          <ac:inkMkLst>
            <pc:docMk/>
            <pc:sldMk cId="2234955563" sldId="278"/>
            <ac:inkMk id="16" creationId="{30B9877E-7DFC-EDEC-3789-44B445D44961}"/>
          </ac:inkMkLst>
        </pc:inkChg>
        <pc:inkChg chg="add mod">
          <ac:chgData name="Tem Makhurane" userId="d979715f-3f45-4e11-aa20-e05c58997df8" providerId="ADAL" clId="{B009124C-6764-406B-AA9A-0354DD94CE47}" dt="2026-08-06T16:19:47.413" v="818"/>
          <ac:inkMkLst>
            <pc:docMk/>
            <pc:sldMk cId="2234955563" sldId="278"/>
            <ac:inkMk id="17" creationId="{D711C429-5BDC-F013-5F93-B43DDE63A91B}"/>
          </ac:inkMkLst>
        </pc:inkChg>
        <pc:inkChg chg="add mod">
          <ac:chgData name="Tem Makhurane" userId="d979715f-3f45-4e11-aa20-e05c58997df8" providerId="ADAL" clId="{B009124C-6764-406B-AA9A-0354DD94CE47}" dt="2026-08-06T16:21:55.531" v="937"/>
          <ac:inkMkLst>
            <pc:docMk/>
            <pc:sldMk cId="2234955563" sldId="278"/>
            <ac:inkMk id="18" creationId="{9A2A4269-0858-89CD-24CD-063B7012AE79}"/>
          </ac:inkMkLst>
        </pc:inkChg>
        <pc:inkChg chg="add mod">
          <ac:chgData name="Tem Makhurane" userId="d979715f-3f45-4e11-aa20-e05c58997df8" providerId="ADAL" clId="{B009124C-6764-406B-AA9A-0354DD94CE47}" dt="2026-08-06T16:21:55.531" v="937"/>
          <ac:inkMkLst>
            <pc:docMk/>
            <pc:sldMk cId="2234955563" sldId="278"/>
            <ac:inkMk id="19" creationId="{872801A2-2492-D300-B1F4-C94F33BB025A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1" creationId="{6A74BB45-7BFF-ECF9-A7FB-0AC61621E31C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2" creationId="{B52CEF5A-1C7F-251B-FE27-D8D1A1DDDEEE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4" creationId="{24D0189E-7E70-3DA9-414D-139EE95820CD}"/>
          </ac:inkMkLst>
        </pc:inkChg>
        <pc:inkChg chg="add mod">
          <ac:chgData name="Tem Makhurane" userId="d979715f-3f45-4e11-aa20-e05c58997df8" providerId="ADAL" clId="{B009124C-6764-406B-AA9A-0354DD94CE47}" dt="2026-08-06T16:21:55.531" v="937"/>
          <ac:inkMkLst>
            <pc:docMk/>
            <pc:sldMk cId="2234955563" sldId="278"/>
            <ac:inkMk id="25" creationId="{B9B4DEDD-9D3A-EE24-66A0-617CAAE0889D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6" creationId="{6F509106-AAE0-5578-CAED-7818C1594322}"/>
          </ac:inkMkLst>
        </pc:inkChg>
        <pc:inkChg chg="add">
          <ac:chgData name="Tem Makhurane" userId="d979715f-3f45-4e11-aa20-e05c58997df8" providerId="ADAL" clId="{B009124C-6764-406B-AA9A-0354DD94CE47}" dt="2026-08-06T16:19:50.841" v="825" actId="9405"/>
          <ac:inkMkLst>
            <pc:docMk/>
            <pc:sldMk cId="2234955563" sldId="278"/>
            <ac:inkMk id="27" creationId="{7E289705-2FC9-3529-295C-6C61CA649506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8" creationId="{59725B12-140F-C582-0A2C-AE2D075BEFCD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29" creationId="{9721D71D-CFCB-961E-6474-0735A6F1065D}"/>
          </ac:inkMkLst>
        </pc:inkChg>
        <pc:inkChg chg="add">
          <ac:chgData name="Tem Makhurane" userId="d979715f-3f45-4e11-aa20-e05c58997df8" providerId="ADAL" clId="{B009124C-6764-406B-AA9A-0354DD94CE47}" dt="2026-08-06T16:19:53.312" v="828" actId="9405"/>
          <ac:inkMkLst>
            <pc:docMk/>
            <pc:sldMk cId="2234955563" sldId="278"/>
            <ac:inkMk id="30" creationId="{79899BBF-8D28-FE09-380D-1D9F15D0CC6F}"/>
          </ac:inkMkLst>
        </pc:inkChg>
        <pc:inkChg chg="add">
          <ac:chgData name="Tem Makhurane" userId="d979715f-3f45-4e11-aa20-e05c58997df8" providerId="ADAL" clId="{B009124C-6764-406B-AA9A-0354DD94CE47}" dt="2026-08-06T16:19:53.871" v="829" actId="9405"/>
          <ac:inkMkLst>
            <pc:docMk/>
            <pc:sldMk cId="2234955563" sldId="278"/>
            <ac:inkMk id="31" creationId="{C4B45FFE-F4B4-EF30-D3AE-A6A4C0668929}"/>
          </ac:inkMkLst>
        </pc:inkChg>
        <pc:inkChg chg="add">
          <ac:chgData name="Tem Makhurane" userId="d979715f-3f45-4e11-aa20-e05c58997df8" providerId="ADAL" clId="{B009124C-6764-406B-AA9A-0354DD94CE47}" dt="2026-08-06T16:19:54.585" v="830" actId="9405"/>
          <ac:inkMkLst>
            <pc:docMk/>
            <pc:sldMk cId="2234955563" sldId="278"/>
            <ac:inkMk id="32" creationId="{6D8EC176-4290-70EE-7171-5160FF618479}"/>
          </ac:inkMkLst>
        </pc:inkChg>
        <pc:inkChg chg="add mod">
          <ac:chgData name="Tem Makhurane" userId="d979715f-3f45-4e11-aa20-e05c58997df8" providerId="ADAL" clId="{B009124C-6764-406B-AA9A-0354DD94CE47}" dt="2026-08-06T16:19:56.955" v="834"/>
          <ac:inkMkLst>
            <pc:docMk/>
            <pc:sldMk cId="2234955563" sldId="278"/>
            <ac:inkMk id="33" creationId="{866D8D8C-2B5D-F444-8687-ACDC05E79355}"/>
          </ac:inkMkLst>
        </pc:inkChg>
        <pc:inkChg chg="add">
          <ac:chgData name="Tem Makhurane" userId="d979715f-3f45-4e11-aa20-e05c58997df8" providerId="ADAL" clId="{B009124C-6764-406B-AA9A-0354DD94CE47}" dt="2026-08-06T16:19:55.604" v="832" actId="9405"/>
          <ac:inkMkLst>
            <pc:docMk/>
            <pc:sldMk cId="2234955563" sldId="278"/>
            <ac:inkMk id="34" creationId="{70F19544-3945-7840-3B67-F59BB06C1432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35" creationId="{1CA9D89C-E1CA-9CD8-0B03-BA0D1D5EA149}"/>
          </ac:inkMkLst>
        </pc:inkChg>
        <pc:inkChg chg="add">
          <ac:chgData name="Tem Makhurane" userId="d979715f-3f45-4e11-aa20-e05c58997df8" providerId="ADAL" clId="{B009124C-6764-406B-AA9A-0354DD94CE47}" dt="2026-08-06T16:19:57.987" v="835" actId="9405"/>
          <ac:inkMkLst>
            <pc:docMk/>
            <pc:sldMk cId="2234955563" sldId="278"/>
            <ac:inkMk id="38" creationId="{396638D2-EF44-F919-F405-00384AD0AEF9}"/>
          </ac:inkMkLst>
        </pc:inkChg>
        <pc:inkChg chg="add">
          <ac:chgData name="Tem Makhurane" userId="d979715f-3f45-4e11-aa20-e05c58997df8" providerId="ADAL" clId="{B009124C-6764-406B-AA9A-0354DD94CE47}" dt="2026-08-06T16:19:58.451" v="836" actId="9405"/>
          <ac:inkMkLst>
            <pc:docMk/>
            <pc:sldMk cId="2234955563" sldId="278"/>
            <ac:inkMk id="39" creationId="{4FD7772A-7C42-06A8-A238-CF3A51D76BC5}"/>
          </ac:inkMkLst>
        </pc:inkChg>
        <pc:inkChg chg="add">
          <ac:chgData name="Tem Makhurane" userId="d979715f-3f45-4e11-aa20-e05c58997df8" providerId="ADAL" clId="{B009124C-6764-406B-AA9A-0354DD94CE47}" dt="2026-08-06T16:19:59.832" v="837" actId="9405"/>
          <ac:inkMkLst>
            <pc:docMk/>
            <pc:sldMk cId="2234955563" sldId="278"/>
            <ac:inkMk id="40" creationId="{11012846-B9BA-0FBD-8A9C-69950527BEB2}"/>
          </ac:inkMkLst>
        </pc:inkChg>
        <pc:inkChg chg="add">
          <ac:chgData name="Tem Makhurane" userId="d979715f-3f45-4e11-aa20-e05c58997df8" providerId="ADAL" clId="{B009124C-6764-406B-AA9A-0354DD94CE47}" dt="2026-08-06T16:20:00.226" v="838" actId="9405"/>
          <ac:inkMkLst>
            <pc:docMk/>
            <pc:sldMk cId="2234955563" sldId="278"/>
            <ac:inkMk id="41" creationId="{50C48E1F-531E-40D6-713E-671088660FE1}"/>
          </ac:inkMkLst>
        </pc:inkChg>
        <pc:inkChg chg="add">
          <ac:chgData name="Tem Makhurane" userId="d979715f-3f45-4e11-aa20-e05c58997df8" providerId="ADAL" clId="{B009124C-6764-406B-AA9A-0354DD94CE47}" dt="2026-08-06T16:20:01.397" v="839" actId="9405"/>
          <ac:inkMkLst>
            <pc:docMk/>
            <pc:sldMk cId="2234955563" sldId="278"/>
            <ac:inkMk id="42" creationId="{0BD01ADA-FCD3-C4B1-3C16-0FC3CD3D4C39}"/>
          </ac:inkMkLst>
        </pc:inkChg>
        <pc:inkChg chg="add del mod">
          <ac:chgData name="Tem Makhurane" userId="d979715f-3f45-4e11-aa20-e05c58997df8" providerId="ADAL" clId="{B009124C-6764-406B-AA9A-0354DD94CE47}" dt="2026-08-06T16:21:55.531" v="937"/>
          <ac:inkMkLst>
            <pc:docMk/>
            <pc:sldMk cId="2234955563" sldId="278"/>
            <ac:inkMk id="44" creationId="{95926756-E5F1-B74F-7822-EB03E51BC8D2}"/>
          </ac:inkMkLst>
        </pc:inkChg>
        <pc:inkChg chg="add del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45" creationId="{6C7C249C-642C-DFF6-7857-51AD0330EA61}"/>
          </ac:inkMkLst>
        </pc:inkChg>
        <pc:inkChg chg="add">
          <ac:chgData name="Tem Makhurane" userId="d979715f-3f45-4e11-aa20-e05c58997df8" providerId="ADAL" clId="{B009124C-6764-406B-AA9A-0354DD94CE47}" dt="2026-08-06T16:20:14.577" v="844" actId="9405"/>
          <ac:inkMkLst>
            <pc:docMk/>
            <pc:sldMk cId="2234955563" sldId="278"/>
            <ac:inkMk id="47" creationId="{14413D8F-5A7F-AC85-897A-77CB07B19E56}"/>
          </ac:inkMkLst>
        </pc:inkChg>
        <pc:inkChg chg="add">
          <ac:chgData name="Tem Makhurane" userId="d979715f-3f45-4e11-aa20-e05c58997df8" providerId="ADAL" clId="{B009124C-6764-406B-AA9A-0354DD94CE47}" dt="2026-08-06T16:20:15.088" v="845" actId="9405"/>
          <ac:inkMkLst>
            <pc:docMk/>
            <pc:sldMk cId="2234955563" sldId="278"/>
            <ac:inkMk id="48" creationId="{D4C2DB6B-3B12-44C7-E83B-C6B9A0C45FD2}"/>
          </ac:inkMkLst>
        </pc:inkChg>
        <pc:inkChg chg="add">
          <ac:chgData name="Tem Makhurane" userId="d979715f-3f45-4e11-aa20-e05c58997df8" providerId="ADAL" clId="{B009124C-6764-406B-AA9A-0354DD94CE47}" dt="2026-08-06T16:20:17.391" v="847" actId="9405"/>
          <ac:inkMkLst>
            <pc:docMk/>
            <pc:sldMk cId="2234955563" sldId="278"/>
            <ac:inkMk id="50" creationId="{2AAA8286-41B5-918D-081F-F2E87D497682}"/>
          </ac:inkMkLst>
        </pc:inkChg>
        <pc:inkChg chg="add mod">
          <ac:chgData name="Tem Makhurane" userId="d979715f-3f45-4e11-aa20-e05c58997df8" providerId="ADAL" clId="{B009124C-6764-406B-AA9A-0354DD94CE47}" dt="2026-08-06T16:22:11.465" v="948"/>
          <ac:inkMkLst>
            <pc:docMk/>
            <pc:sldMk cId="2234955563" sldId="278"/>
            <ac:inkMk id="51" creationId="{4086FD1B-4976-B7B8-7087-8FD68810117D}"/>
          </ac:inkMkLst>
        </pc:inkChg>
        <pc:inkChg chg="add">
          <ac:chgData name="Tem Makhurane" userId="d979715f-3f45-4e11-aa20-e05c58997df8" providerId="ADAL" clId="{B009124C-6764-406B-AA9A-0354DD94CE47}" dt="2026-08-06T16:20:19.426" v="850" actId="9405"/>
          <ac:inkMkLst>
            <pc:docMk/>
            <pc:sldMk cId="2234955563" sldId="278"/>
            <ac:inkMk id="53" creationId="{557553D2-495D-ED5A-4912-48715D005CC1}"/>
          </ac:inkMkLst>
        </pc:inkChg>
        <pc:inkChg chg="add">
          <ac:chgData name="Tem Makhurane" userId="d979715f-3f45-4e11-aa20-e05c58997df8" providerId="ADAL" clId="{B009124C-6764-406B-AA9A-0354DD94CE47}" dt="2026-08-06T16:20:19.979" v="851" actId="9405"/>
          <ac:inkMkLst>
            <pc:docMk/>
            <pc:sldMk cId="2234955563" sldId="278"/>
            <ac:inkMk id="54" creationId="{7C22335E-D411-9F3D-3C7F-61FF382B8FF1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56" creationId="{BA4BC01B-3A80-056F-00D7-653E9E912237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57" creationId="{1C604F03-D2A3-2E9A-9329-617BBB280214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58" creationId="{FB39F03B-956C-50E8-5284-0BFEF6CAF3BE}"/>
          </ac:inkMkLst>
        </pc:inkChg>
        <pc:inkChg chg="add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59" creationId="{30D9FD65-B2C5-D9D4-FB3E-A6CA71F3DF6C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60" creationId="{B035D49B-FDAB-B3F7-6EEF-CF15CCA170F5}"/>
          </ac:inkMkLst>
        </pc:inkChg>
        <pc:inkChg chg="add mod">
          <ac:chgData name="Tem Makhurane" userId="d979715f-3f45-4e11-aa20-e05c58997df8" providerId="ADAL" clId="{B009124C-6764-406B-AA9A-0354DD94CE47}" dt="2026-08-06T16:25:24.782" v="1095"/>
          <ac:inkMkLst>
            <pc:docMk/>
            <pc:sldMk cId="2234955563" sldId="278"/>
            <ac:inkMk id="61" creationId="{E1CC65DA-457D-6BD1-6413-EB761533E8A4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62" creationId="{DF1C81CB-6689-0861-5C7F-9B6E98E2D94D}"/>
          </ac:inkMkLst>
        </pc:inkChg>
        <pc:inkChg chg="add mod">
          <ac:chgData name="Tem Makhurane" userId="d979715f-3f45-4e11-aa20-e05c58997df8" providerId="ADAL" clId="{B009124C-6764-406B-AA9A-0354DD94CE47}" dt="2026-08-06T16:25:24.776" v="1082"/>
          <ac:inkMkLst>
            <pc:docMk/>
            <pc:sldMk cId="2234955563" sldId="278"/>
            <ac:inkMk id="63" creationId="{AAB7E858-C17F-BA64-03B8-B394B12B5B1F}"/>
          </ac:inkMkLst>
        </pc:inkChg>
        <pc:inkChg chg="add mod">
          <ac:chgData name="Tem Makhurane" userId="d979715f-3f45-4e11-aa20-e05c58997df8" providerId="ADAL" clId="{B009124C-6764-406B-AA9A-0354DD94CE47}" dt="2026-08-06T16:24:51.359" v="1068"/>
          <ac:inkMkLst>
            <pc:docMk/>
            <pc:sldMk cId="2234955563" sldId="278"/>
            <ac:inkMk id="64" creationId="{B5518200-B581-14D8-FC04-7792CB010F81}"/>
          </ac:inkMkLst>
        </pc:inkChg>
        <pc:inkChg chg="add del mod">
          <ac:chgData name="Tem Makhurane" userId="d979715f-3f45-4e11-aa20-e05c58997df8" providerId="ADAL" clId="{B009124C-6764-406B-AA9A-0354DD94CE47}" dt="2026-08-06T16:25:14.962" v="1078"/>
          <ac:inkMkLst>
            <pc:docMk/>
            <pc:sldMk cId="2234955563" sldId="278"/>
            <ac:inkMk id="65" creationId="{4AA44124-1C87-04D4-1412-454840F28AEF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67" creationId="{F708F464-3F78-66C1-CC18-487E292A33A1}"/>
          </ac:inkMkLst>
        </pc:inkChg>
        <pc:inkChg chg="add mod">
          <ac:chgData name="Tem Makhurane" userId="d979715f-3f45-4e11-aa20-e05c58997df8" providerId="ADAL" clId="{B009124C-6764-406B-AA9A-0354DD94CE47}" dt="2026-08-06T16:25:24.782" v="1095"/>
          <ac:inkMkLst>
            <pc:docMk/>
            <pc:sldMk cId="2234955563" sldId="278"/>
            <ac:inkMk id="68" creationId="{D6FED77C-EC28-0572-C300-1346D1BE1D0D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69" creationId="{B7067229-9006-8992-6500-0E9EC4D3278C}"/>
          </ac:inkMkLst>
        </pc:inkChg>
        <pc:inkChg chg="add">
          <ac:chgData name="Tem Makhurane" userId="d979715f-3f45-4e11-aa20-e05c58997df8" providerId="ADAL" clId="{B009124C-6764-406B-AA9A-0354DD94CE47}" dt="2026-08-06T16:21:18.557" v="898" actId="9405"/>
          <ac:inkMkLst>
            <pc:docMk/>
            <pc:sldMk cId="2234955563" sldId="278"/>
            <ac:inkMk id="71" creationId="{51F2878A-8C87-171D-0C52-569AD280CFFA}"/>
          </ac:inkMkLst>
        </pc:inkChg>
        <pc:inkChg chg="add">
          <ac:chgData name="Tem Makhurane" userId="d979715f-3f45-4e11-aa20-e05c58997df8" providerId="ADAL" clId="{B009124C-6764-406B-AA9A-0354DD94CE47}" dt="2026-08-06T16:21:19.081" v="899" actId="9405"/>
          <ac:inkMkLst>
            <pc:docMk/>
            <pc:sldMk cId="2234955563" sldId="278"/>
            <ac:inkMk id="72" creationId="{7A7E1FC7-3020-D4C5-ED0E-1AB0DF7D2FE4}"/>
          </ac:inkMkLst>
        </pc:inkChg>
        <pc:inkChg chg="add">
          <ac:chgData name="Tem Makhurane" userId="d979715f-3f45-4e11-aa20-e05c58997df8" providerId="ADAL" clId="{B009124C-6764-406B-AA9A-0354DD94CE47}" dt="2026-08-06T16:21:19.796" v="900" actId="9405"/>
          <ac:inkMkLst>
            <pc:docMk/>
            <pc:sldMk cId="2234955563" sldId="278"/>
            <ac:inkMk id="73" creationId="{B8138D4F-42A1-F2AC-22F9-12D7794D9AE8}"/>
          </ac:inkMkLst>
        </pc:inkChg>
        <pc:inkChg chg="add">
          <ac:chgData name="Tem Makhurane" userId="d979715f-3f45-4e11-aa20-e05c58997df8" providerId="ADAL" clId="{B009124C-6764-406B-AA9A-0354DD94CE47}" dt="2026-08-06T16:21:20.092" v="901" actId="9405"/>
          <ac:inkMkLst>
            <pc:docMk/>
            <pc:sldMk cId="2234955563" sldId="278"/>
            <ac:inkMk id="74" creationId="{EE2FE9C7-3542-C86E-C870-7D41D4CB351D}"/>
          </ac:inkMkLst>
        </pc:inkChg>
        <pc:inkChg chg="add del mod">
          <ac:chgData name="Tem Makhurane" userId="d979715f-3f45-4e11-aa20-e05c58997df8" providerId="ADAL" clId="{B009124C-6764-406B-AA9A-0354DD94CE47}" dt="2026-08-06T16:21:43.499" v="929"/>
          <ac:inkMkLst>
            <pc:docMk/>
            <pc:sldMk cId="2234955563" sldId="278"/>
            <ac:inkMk id="75" creationId="{B85EF930-CD76-1406-ACD2-FECD47B34673}"/>
          </ac:inkMkLst>
        </pc:inkChg>
        <pc:inkChg chg="add">
          <ac:chgData name="Tem Makhurane" userId="d979715f-3f45-4e11-aa20-e05c58997df8" providerId="ADAL" clId="{B009124C-6764-406B-AA9A-0354DD94CE47}" dt="2026-08-06T16:21:20.711" v="903" actId="9405"/>
          <ac:inkMkLst>
            <pc:docMk/>
            <pc:sldMk cId="2234955563" sldId="278"/>
            <ac:inkMk id="76" creationId="{DEC3F6AC-3D7B-F7F4-6545-4FA87E5553E8}"/>
          </ac:inkMkLst>
        </pc:inkChg>
        <pc:inkChg chg="add del mod">
          <ac:chgData name="Tem Makhurane" userId="d979715f-3f45-4e11-aa20-e05c58997df8" providerId="ADAL" clId="{B009124C-6764-406B-AA9A-0354DD94CE47}" dt="2026-08-06T16:21:43.499" v="931"/>
          <ac:inkMkLst>
            <pc:docMk/>
            <pc:sldMk cId="2234955563" sldId="278"/>
            <ac:inkMk id="77" creationId="{4C0F510B-38F4-3DB2-0BBB-6B2F2C691800}"/>
          </ac:inkMkLst>
        </pc:inkChg>
        <pc:inkChg chg="add">
          <ac:chgData name="Tem Makhurane" userId="d979715f-3f45-4e11-aa20-e05c58997df8" providerId="ADAL" clId="{B009124C-6764-406B-AA9A-0354DD94CE47}" dt="2026-08-06T16:21:21.709" v="905" actId="9405"/>
          <ac:inkMkLst>
            <pc:docMk/>
            <pc:sldMk cId="2234955563" sldId="278"/>
            <ac:inkMk id="78" creationId="{463C7304-F6DD-D457-F3FE-F78A75A90F57}"/>
          </ac:inkMkLst>
        </pc:inkChg>
        <pc:inkChg chg="add">
          <ac:chgData name="Tem Makhurane" userId="d979715f-3f45-4e11-aa20-e05c58997df8" providerId="ADAL" clId="{B009124C-6764-406B-AA9A-0354DD94CE47}" dt="2026-08-06T16:21:22.090" v="906" actId="9405"/>
          <ac:inkMkLst>
            <pc:docMk/>
            <pc:sldMk cId="2234955563" sldId="278"/>
            <ac:inkMk id="79" creationId="{8F62BD09-323E-E5E7-8E7E-A21A45C1BDFF}"/>
          </ac:inkMkLst>
        </pc:inkChg>
        <pc:inkChg chg="add">
          <ac:chgData name="Tem Makhurane" userId="d979715f-3f45-4e11-aa20-e05c58997df8" providerId="ADAL" clId="{B009124C-6764-406B-AA9A-0354DD94CE47}" dt="2026-08-06T16:21:23.136" v="907" actId="9405"/>
          <ac:inkMkLst>
            <pc:docMk/>
            <pc:sldMk cId="2234955563" sldId="278"/>
            <ac:inkMk id="80" creationId="{F68C0036-4F28-E564-0FAF-E4D16788706A}"/>
          </ac:inkMkLst>
        </pc:inkChg>
        <pc:inkChg chg="add">
          <ac:chgData name="Tem Makhurane" userId="d979715f-3f45-4e11-aa20-e05c58997df8" providerId="ADAL" clId="{B009124C-6764-406B-AA9A-0354DD94CE47}" dt="2026-08-06T16:21:23.454" v="908" actId="9405"/>
          <ac:inkMkLst>
            <pc:docMk/>
            <pc:sldMk cId="2234955563" sldId="278"/>
            <ac:inkMk id="81" creationId="{B2EE3473-A3DE-B12C-D0F7-C8F4A1276DFF}"/>
          </ac:inkMkLst>
        </pc:inkChg>
        <pc:inkChg chg="add del mod">
          <ac:chgData name="Tem Makhurane" userId="d979715f-3f45-4e11-aa20-e05c58997df8" providerId="ADAL" clId="{B009124C-6764-406B-AA9A-0354DD94CE47}" dt="2026-08-06T16:22:02.600" v="941"/>
          <ac:inkMkLst>
            <pc:docMk/>
            <pc:sldMk cId="2234955563" sldId="278"/>
            <ac:inkMk id="82" creationId="{E94D7F1B-CA13-2548-5F4A-57E1A80547CE}"/>
          </ac:inkMkLst>
        </pc:inkChg>
        <pc:inkChg chg="add del mod">
          <ac:chgData name="Tem Makhurane" userId="d979715f-3f45-4e11-aa20-e05c58997df8" providerId="ADAL" clId="{B009124C-6764-406B-AA9A-0354DD94CE47}" dt="2026-08-06T16:22:02.600" v="946"/>
          <ac:inkMkLst>
            <pc:docMk/>
            <pc:sldMk cId="2234955563" sldId="278"/>
            <ac:inkMk id="83" creationId="{0012AFE7-9C80-CB3E-46AF-16CA5BD0BC7D}"/>
          </ac:inkMkLst>
        </pc:inkChg>
        <pc:inkChg chg="add mod">
          <ac:chgData name="Tem Makhurane" userId="d979715f-3f45-4e11-aa20-e05c58997df8" providerId="ADAL" clId="{B009124C-6764-406B-AA9A-0354DD94CE47}" dt="2026-08-06T16:22:02.600" v="944"/>
          <ac:inkMkLst>
            <pc:docMk/>
            <pc:sldMk cId="2234955563" sldId="278"/>
            <ac:inkMk id="84" creationId="{6CD28403-DB81-65B2-DC32-55EB3A493DF5}"/>
          </ac:inkMkLst>
        </pc:inkChg>
        <pc:inkChg chg="add">
          <ac:chgData name="Tem Makhurane" userId="d979715f-3f45-4e11-aa20-e05c58997df8" providerId="ADAL" clId="{B009124C-6764-406B-AA9A-0354DD94CE47}" dt="2026-08-06T16:21:25.097" v="912" actId="9405"/>
          <ac:inkMkLst>
            <pc:docMk/>
            <pc:sldMk cId="2234955563" sldId="278"/>
            <ac:inkMk id="85" creationId="{CA69F3D0-A599-042B-272C-87470BC71E3E}"/>
          </ac:inkMkLst>
        </pc:inkChg>
        <pc:inkChg chg="add">
          <ac:chgData name="Tem Makhurane" userId="d979715f-3f45-4e11-aa20-e05c58997df8" providerId="ADAL" clId="{B009124C-6764-406B-AA9A-0354DD94CE47}" dt="2026-08-06T16:21:25.552" v="913" actId="9405"/>
          <ac:inkMkLst>
            <pc:docMk/>
            <pc:sldMk cId="2234955563" sldId="278"/>
            <ac:inkMk id="86" creationId="{ADC177F6-CF80-7F48-50E8-35B4F193AA2E}"/>
          </ac:inkMkLst>
        </pc:inkChg>
        <pc:inkChg chg="add">
          <ac:chgData name="Tem Makhurane" userId="d979715f-3f45-4e11-aa20-e05c58997df8" providerId="ADAL" clId="{B009124C-6764-406B-AA9A-0354DD94CE47}" dt="2026-08-06T16:21:26.234" v="914" actId="9405"/>
          <ac:inkMkLst>
            <pc:docMk/>
            <pc:sldMk cId="2234955563" sldId="278"/>
            <ac:inkMk id="87" creationId="{4A7D3E3A-C16C-9452-1F0B-03B99B7DEB84}"/>
          </ac:inkMkLst>
        </pc:inkChg>
        <pc:inkChg chg="add mod">
          <ac:chgData name="Tem Makhurane" userId="d979715f-3f45-4e11-aa20-e05c58997df8" providerId="ADAL" clId="{B009124C-6764-406B-AA9A-0354DD94CE47}" dt="2026-08-06T16:22:02.600" v="944"/>
          <ac:inkMkLst>
            <pc:docMk/>
            <pc:sldMk cId="2234955563" sldId="278"/>
            <ac:inkMk id="88" creationId="{9ACD8A72-1E0E-ECB9-2C44-2DED4712D719}"/>
          </ac:inkMkLst>
        </pc:inkChg>
        <pc:inkChg chg="add del mod">
          <ac:chgData name="Tem Makhurane" userId="d979715f-3f45-4e11-aa20-e05c58997df8" providerId="ADAL" clId="{B009124C-6764-406B-AA9A-0354DD94CE47}" dt="2026-08-06T16:23:03.052" v="958"/>
          <ac:inkMkLst>
            <pc:docMk/>
            <pc:sldMk cId="2234955563" sldId="278"/>
            <ac:inkMk id="91" creationId="{EE21AC57-2677-4AEF-EC34-23E208B1B342}"/>
          </ac:inkMkLst>
        </pc:inkChg>
        <pc:inkChg chg="add del mod">
          <ac:chgData name="Tem Makhurane" userId="d979715f-3f45-4e11-aa20-e05c58997df8" providerId="ADAL" clId="{B009124C-6764-406B-AA9A-0354DD94CE47}" dt="2026-08-06T16:23:03.052" v="954"/>
          <ac:inkMkLst>
            <pc:docMk/>
            <pc:sldMk cId="2234955563" sldId="278"/>
            <ac:inkMk id="92" creationId="{694C9373-F0B4-FE97-0636-CA5B47E04ABE}"/>
          </ac:inkMkLst>
        </pc:inkChg>
        <pc:inkChg chg="add del mod">
          <ac:chgData name="Tem Makhurane" userId="d979715f-3f45-4e11-aa20-e05c58997df8" providerId="ADAL" clId="{B009124C-6764-406B-AA9A-0354DD94CE47}" dt="2026-08-06T16:23:03.052" v="955"/>
          <ac:inkMkLst>
            <pc:docMk/>
            <pc:sldMk cId="2234955563" sldId="278"/>
            <ac:inkMk id="93" creationId="{F344E27E-99B0-6052-FDD8-A5EDC18190D3}"/>
          </ac:inkMkLst>
        </pc:inkChg>
        <pc:inkChg chg="add del mod">
          <ac:chgData name="Tem Makhurane" userId="d979715f-3f45-4e11-aa20-e05c58997df8" providerId="ADAL" clId="{B009124C-6764-406B-AA9A-0354DD94CE47}" dt="2026-08-06T16:23:03.052" v="959"/>
          <ac:inkMkLst>
            <pc:docMk/>
            <pc:sldMk cId="2234955563" sldId="278"/>
            <ac:inkMk id="94" creationId="{2682DE4F-6F1D-08BE-0096-39AAC033F108}"/>
          </ac:inkMkLst>
        </pc:inkChg>
        <pc:inkChg chg="add del mod">
          <ac:chgData name="Tem Makhurane" userId="d979715f-3f45-4e11-aa20-e05c58997df8" providerId="ADAL" clId="{B009124C-6764-406B-AA9A-0354DD94CE47}" dt="2026-08-06T16:23:03.052" v="961"/>
          <ac:inkMkLst>
            <pc:docMk/>
            <pc:sldMk cId="2234955563" sldId="278"/>
            <ac:inkMk id="95" creationId="{3747952E-C1DE-E019-9888-7D36434F20F4}"/>
          </ac:inkMkLst>
        </pc:inkChg>
        <pc:inkChg chg="add del mod">
          <ac:chgData name="Tem Makhurane" userId="d979715f-3f45-4e11-aa20-e05c58997df8" providerId="ADAL" clId="{B009124C-6764-406B-AA9A-0354DD94CE47}" dt="2026-08-06T16:23:03.052" v="960"/>
          <ac:inkMkLst>
            <pc:docMk/>
            <pc:sldMk cId="2234955563" sldId="278"/>
            <ac:inkMk id="96" creationId="{693DBA74-AD63-966D-155E-53C6A3FEB7E0}"/>
          </ac:inkMkLst>
        </pc:inkChg>
        <pc:inkChg chg="add del mod">
          <ac:chgData name="Tem Makhurane" userId="d979715f-3f45-4e11-aa20-e05c58997df8" providerId="ADAL" clId="{B009124C-6764-406B-AA9A-0354DD94CE47}" dt="2026-08-06T16:23:03.052" v="957"/>
          <ac:inkMkLst>
            <pc:docMk/>
            <pc:sldMk cId="2234955563" sldId="278"/>
            <ac:inkMk id="98" creationId="{1A171CA9-E2EF-1BAC-91D3-283D5686F3C7}"/>
          </ac:inkMkLst>
        </pc:inkChg>
        <pc:inkChg chg="add del mod">
          <ac:chgData name="Tem Makhurane" userId="d979715f-3f45-4e11-aa20-e05c58997df8" providerId="ADAL" clId="{B009124C-6764-406B-AA9A-0354DD94CE47}" dt="2026-08-06T16:23:03.052" v="953"/>
          <ac:inkMkLst>
            <pc:docMk/>
            <pc:sldMk cId="2234955563" sldId="278"/>
            <ac:inkMk id="99" creationId="{1D732B12-85C1-B933-4381-F43763A0C5C3}"/>
          </ac:inkMkLst>
        </pc:inkChg>
        <pc:inkChg chg="add del mod">
          <ac:chgData name="Tem Makhurane" userId="d979715f-3f45-4e11-aa20-e05c58997df8" providerId="ADAL" clId="{B009124C-6764-406B-AA9A-0354DD94CE47}" dt="2026-08-06T16:23:03.052" v="956"/>
          <ac:inkMkLst>
            <pc:docMk/>
            <pc:sldMk cId="2234955563" sldId="278"/>
            <ac:inkMk id="100" creationId="{BBD708C6-FC35-6461-49E1-6719FA3A1F05}"/>
          </ac:inkMkLst>
        </pc:inkChg>
        <pc:inkChg chg="add">
          <ac:chgData name="Tem Makhurane" userId="d979715f-3f45-4e11-aa20-e05c58997df8" providerId="ADAL" clId="{B009124C-6764-406B-AA9A-0354DD94CE47}" dt="2026-08-06T16:21:58.637" v="938" actId="9405"/>
          <ac:inkMkLst>
            <pc:docMk/>
            <pc:sldMk cId="2234955563" sldId="278"/>
            <ac:inkMk id="102" creationId="{ACF5AA30-0E6C-2BBB-EC0C-6B045C242D7D}"/>
          </ac:inkMkLst>
        </pc:inkChg>
        <pc:inkChg chg="add">
          <ac:chgData name="Tem Makhurane" userId="d979715f-3f45-4e11-aa20-e05c58997df8" providerId="ADAL" clId="{B009124C-6764-406B-AA9A-0354DD94CE47}" dt="2026-08-06T16:22:14.196" v="949" actId="9405"/>
          <ac:inkMkLst>
            <pc:docMk/>
            <pc:sldMk cId="2234955563" sldId="278"/>
            <ac:inkMk id="103" creationId="{4E4E10BD-1EF4-EF30-2A74-814958769EBB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4" creationId="{D7F46DA6-B961-5D07-D897-880D74741DFB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5" creationId="{0980771D-137A-75AC-8AF2-29651B5307EA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6" creationId="{7EDA1251-AB23-0E0B-120E-32A9D1D51AA3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7" creationId="{3A10F72A-3A0A-1357-1DC7-CC98F8FD20CA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8" creationId="{E7D9807C-2FBB-ADD7-0C7E-E30ED938BE5A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09" creationId="{13E07EEE-D7AF-0E02-6F53-D7565E13CD8A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10" creationId="{9E1CA71B-9C3A-4076-AE52-DD3355042DA3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11" creationId="{03A7CE4D-5C59-0FFC-DE4C-DD7C3E60151B}"/>
          </ac:inkMkLst>
        </pc:inkChg>
        <pc:inkChg chg="add mod">
          <ac:chgData name="Tem Makhurane" userId="d979715f-3f45-4e11-aa20-e05c58997df8" providerId="ADAL" clId="{B009124C-6764-406B-AA9A-0354DD94CE47}" dt="2026-08-06T16:23:12.308" v="971"/>
          <ac:inkMkLst>
            <pc:docMk/>
            <pc:sldMk cId="2234955563" sldId="278"/>
            <ac:inkMk id="112" creationId="{54A62B0F-B508-87F5-6FE9-9A04EABBCA4B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4" creationId="{5273736D-5896-F12F-62D6-A14891028EBF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5" creationId="{2453E035-35EB-7245-71EF-4E36D70E1138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6" creationId="{36CF2549-5E79-9BFD-5ACC-BDC9323BC9C9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7" creationId="{5FAD79CE-D996-E8BF-F018-ADD427DF2DA1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8" creationId="{7ACAAB03-B2D9-1876-7F39-042E0D89E204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19" creationId="{91AD4BF0-4DCE-165C-8223-3B449EEF9727}"/>
          </ac:inkMkLst>
        </pc:inkChg>
        <pc:inkChg chg="add mod">
          <ac:chgData name="Tem Makhurane" userId="d979715f-3f45-4e11-aa20-e05c58997df8" providerId="ADAL" clId="{B009124C-6764-406B-AA9A-0354DD94CE47}" dt="2026-08-06T16:23:17.803" v="979"/>
          <ac:inkMkLst>
            <pc:docMk/>
            <pc:sldMk cId="2234955563" sldId="278"/>
            <ac:inkMk id="120" creationId="{CA7BC077-91CE-F13E-6691-D9CAD8A16CFE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2" creationId="{0799C619-6094-28F1-CC3A-64626D65ED30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3" creationId="{58224A2A-2AEE-47C1-4C04-0E73E19AC33D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4" creationId="{742FF647-2ECF-94B4-E187-2F3DA1C0A9EA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5" creationId="{4C975956-83EB-C0B5-7A46-DF31A8E9CAC9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6" creationId="{C5CA972F-C1EE-08B8-5AF2-E2AD7AB131D6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7" creationId="{D868F336-4302-924A-0B17-FFE7751C34BF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8" creationId="{4231E5CF-EAAE-36FB-83FB-2CB2C7E86A96}"/>
          </ac:inkMkLst>
        </pc:inkChg>
        <pc:inkChg chg="add mod">
          <ac:chgData name="Tem Makhurane" userId="d979715f-3f45-4e11-aa20-e05c58997df8" providerId="ADAL" clId="{B009124C-6764-406B-AA9A-0354DD94CE47}" dt="2026-08-06T16:23:28.678" v="988"/>
          <ac:inkMkLst>
            <pc:docMk/>
            <pc:sldMk cId="2234955563" sldId="278"/>
            <ac:inkMk id="129" creationId="{F2E8AA7A-8FC8-5BD5-69A4-8170C472D383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1" creationId="{9F01D25D-B1D3-D8A2-FA68-7B80DEFB3D9D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2" creationId="{445B1C0A-1CDC-63FA-F186-D70C0A0A678D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3" creationId="{12BA6B98-5723-C0B1-3E37-96676A168720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4" creationId="{157B6072-F1F3-6613-8DE8-FD3856DFB8C1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6" creationId="{0583C153-6DF2-49A9-0059-9F0085A5BDCC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7" creationId="{413179C4-6396-DCBA-2463-58E37522DABF}"/>
          </ac:inkMkLst>
        </pc:inkChg>
        <pc:inkChg chg="add mod">
          <ac:chgData name="Tem Makhurane" userId="d979715f-3f45-4e11-aa20-e05c58997df8" providerId="ADAL" clId="{B009124C-6764-406B-AA9A-0354DD94CE47}" dt="2026-08-06T16:23:38.750" v="997"/>
          <ac:inkMkLst>
            <pc:docMk/>
            <pc:sldMk cId="2234955563" sldId="278"/>
            <ac:inkMk id="138" creationId="{B9997BC1-392F-4AAA-D699-8263F0F04D5C}"/>
          </ac:inkMkLst>
        </pc:inkChg>
        <pc:inkChg chg="add mod">
          <ac:chgData name="Tem Makhurane" userId="d979715f-3f45-4e11-aa20-e05c58997df8" providerId="ADAL" clId="{B009124C-6764-406B-AA9A-0354DD94CE47}" dt="2026-08-06T16:25:24.776" v="1086"/>
          <ac:inkMkLst>
            <pc:docMk/>
            <pc:sldMk cId="2234955563" sldId="278"/>
            <ac:inkMk id="140" creationId="{2D7AD5EA-2E1F-550F-9484-D11AFD41CD65}"/>
          </ac:inkMkLst>
        </pc:inkChg>
        <pc:inkChg chg="add del mod">
          <ac:chgData name="Tem Makhurane" userId="d979715f-3f45-4e11-aa20-e05c58997df8" providerId="ADAL" clId="{B009124C-6764-406B-AA9A-0354DD94CE47}" dt="2026-08-06T16:25:24.776" v="1091"/>
          <ac:inkMkLst>
            <pc:docMk/>
            <pc:sldMk cId="2234955563" sldId="278"/>
            <ac:inkMk id="141" creationId="{A6705309-0BF8-E9EE-F43B-B50BE124D066}"/>
          </ac:inkMkLst>
        </pc:inkChg>
        <pc:inkChg chg="add del mod">
          <ac:chgData name="Tem Makhurane" userId="d979715f-3f45-4e11-aa20-e05c58997df8" providerId="ADAL" clId="{B009124C-6764-406B-AA9A-0354DD94CE47}" dt="2026-08-06T16:25:24.776" v="1085"/>
          <ac:inkMkLst>
            <pc:docMk/>
            <pc:sldMk cId="2234955563" sldId="278"/>
            <ac:inkMk id="142" creationId="{ACE7A823-D846-4C12-CBE6-B1530DCE7DDB}"/>
          </ac:inkMkLst>
        </pc:inkChg>
        <pc:inkChg chg="add">
          <ac:chgData name="Tem Makhurane" userId="d979715f-3f45-4e11-aa20-e05c58997df8" providerId="ADAL" clId="{B009124C-6764-406B-AA9A-0354DD94CE47}" dt="2026-08-06T16:23:50.821" v="1001" actId="9405"/>
          <ac:inkMkLst>
            <pc:docMk/>
            <pc:sldMk cId="2234955563" sldId="278"/>
            <ac:inkMk id="143" creationId="{51F40965-DC08-0A39-CB5E-ABD3757FA57E}"/>
          </ac:inkMkLst>
        </pc:inkChg>
        <pc:inkChg chg="add del mod">
          <ac:chgData name="Tem Makhurane" userId="d979715f-3f45-4e11-aa20-e05c58997df8" providerId="ADAL" clId="{B009124C-6764-406B-AA9A-0354DD94CE47}" dt="2026-08-06T16:25:24.782" v="1093"/>
          <ac:inkMkLst>
            <pc:docMk/>
            <pc:sldMk cId="2234955563" sldId="278"/>
            <ac:inkMk id="144" creationId="{0F9206F5-00E2-9707-C2EC-E3B4825FE776}"/>
          </ac:inkMkLst>
        </pc:inkChg>
        <pc:inkChg chg="add del mod">
          <ac:chgData name="Tem Makhurane" userId="d979715f-3f45-4e11-aa20-e05c58997df8" providerId="ADAL" clId="{B009124C-6764-406B-AA9A-0354DD94CE47}" dt="2026-08-06T16:25:24.776" v="1088"/>
          <ac:inkMkLst>
            <pc:docMk/>
            <pc:sldMk cId="2234955563" sldId="278"/>
            <ac:inkMk id="145" creationId="{441281C9-44AD-4FE6-7BA2-5E3BB673A0C2}"/>
          </ac:inkMkLst>
        </pc:inkChg>
        <pc:inkChg chg="add del mod">
          <ac:chgData name="Tem Makhurane" userId="d979715f-3f45-4e11-aa20-e05c58997df8" providerId="ADAL" clId="{B009124C-6764-406B-AA9A-0354DD94CE47}" dt="2026-08-06T16:25:24.776" v="1090"/>
          <ac:inkMkLst>
            <pc:docMk/>
            <pc:sldMk cId="2234955563" sldId="278"/>
            <ac:inkMk id="146" creationId="{80BDC7E2-9F84-8BDA-A6AD-691965EBC9AE}"/>
          </ac:inkMkLst>
        </pc:inkChg>
        <pc:inkChg chg="add del mod">
          <ac:chgData name="Tem Makhurane" userId="d979715f-3f45-4e11-aa20-e05c58997df8" providerId="ADAL" clId="{B009124C-6764-406B-AA9A-0354DD94CE47}" dt="2026-08-06T16:25:24.776" v="1089"/>
          <ac:inkMkLst>
            <pc:docMk/>
            <pc:sldMk cId="2234955563" sldId="278"/>
            <ac:inkMk id="147" creationId="{EF93D845-C805-48F7-2A99-8197A27D69C9}"/>
          </ac:inkMkLst>
        </pc:inkChg>
        <pc:inkChg chg="add del mod">
          <ac:chgData name="Tem Makhurane" userId="d979715f-3f45-4e11-aa20-e05c58997df8" providerId="ADAL" clId="{B009124C-6764-406B-AA9A-0354DD94CE47}" dt="2026-08-06T16:25:24.782" v="1094"/>
          <ac:inkMkLst>
            <pc:docMk/>
            <pc:sldMk cId="2234955563" sldId="278"/>
            <ac:inkMk id="148" creationId="{D350CFF4-1444-43E6-B826-C5BCC5BDA97A}"/>
          </ac:inkMkLst>
        </pc:inkChg>
        <pc:inkChg chg="add mod">
          <ac:chgData name="Tem Makhurane" userId="d979715f-3f45-4e11-aa20-e05c58997df8" providerId="ADAL" clId="{B009124C-6764-406B-AA9A-0354DD94CE47}" dt="2026-08-06T16:25:24.776" v="1081"/>
          <ac:inkMkLst>
            <pc:docMk/>
            <pc:sldMk cId="2234955563" sldId="278"/>
            <ac:inkMk id="150" creationId="{C643DCA9-CBD5-1516-C072-17143D1C6FDB}"/>
          </ac:inkMkLst>
        </pc:inkChg>
        <pc:inkChg chg="add mod">
          <ac:chgData name="Tem Makhurane" userId="d979715f-3f45-4e11-aa20-e05c58997df8" providerId="ADAL" clId="{B009124C-6764-406B-AA9A-0354DD94CE47}" dt="2026-08-06T16:25:24.776" v="1082"/>
          <ac:inkMkLst>
            <pc:docMk/>
            <pc:sldMk cId="2234955563" sldId="278"/>
            <ac:inkMk id="151" creationId="{7144D774-9AED-2865-35BD-12505B82732C}"/>
          </ac:inkMkLst>
        </pc:inkChg>
        <pc:inkChg chg="add del mod">
          <ac:chgData name="Tem Makhurane" userId="d979715f-3f45-4e11-aa20-e05c58997df8" providerId="ADAL" clId="{B009124C-6764-406B-AA9A-0354DD94CE47}" dt="2026-08-06T16:25:24.776" v="1083"/>
          <ac:inkMkLst>
            <pc:docMk/>
            <pc:sldMk cId="2234955563" sldId="278"/>
            <ac:inkMk id="152" creationId="{4EC2801A-5695-F318-8869-1B1A4ECE26E3}"/>
          </ac:inkMkLst>
        </pc:inkChg>
        <pc:inkChg chg="add">
          <ac:chgData name="Tem Makhurane" userId="d979715f-3f45-4e11-aa20-e05c58997df8" providerId="ADAL" clId="{B009124C-6764-406B-AA9A-0354DD94CE47}" dt="2026-08-06T16:23:57.141" v="1011" actId="9405"/>
          <ac:inkMkLst>
            <pc:docMk/>
            <pc:sldMk cId="2234955563" sldId="278"/>
            <ac:inkMk id="153" creationId="{4544B0BB-9EDA-F52F-54B7-B3360EA0428A}"/>
          </ac:inkMkLst>
        </pc:inkChg>
        <pc:inkChg chg="add del mod">
          <ac:chgData name="Tem Makhurane" userId="d979715f-3f45-4e11-aa20-e05c58997df8" providerId="ADAL" clId="{B009124C-6764-406B-AA9A-0354DD94CE47}" dt="2026-08-06T16:25:24.782" v="1095"/>
          <ac:inkMkLst>
            <pc:docMk/>
            <pc:sldMk cId="2234955563" sldId="278"/>
            <ac:inkMk id="154" creationId="{094A2C79-A0E4-908B-5705-B462CB937AD4}"/>
          </ac:inkMkLst>
        </pc:inkChg>
        <pc:inkChg chg="add">
          <ac:chgData name="Tem Makhurane" userId="d979715f-3f45-4e11-aa20-e05c58997df8" providerId="ADAL" clId="{B009124C-6764-406B-AA9A-0354DD94CE47}" dt="2026-08-06T16:23:57.584" v="1013" actId="9405"/>
          <ac:inkMkLst>
            <pc:docMk/>
            <pc:sldMk cId="2234955563" sldId="278"/>
            <ac:inkMk id="155" creationId="{4D2B033E-C482-DD23-96C6-E7C09B2EE13A}"/>
          </ac:inkMkLst>
        </pc:inkChg>
        <pc:inkChg chg="add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57" creationId="{AEEE7876-6854-0564-2277-A2A4E9502A35}"/>
          </ac:inkMkLst>
        </pc:inkChg>
        <pc:inkChg chg="add mod">
          <ac:chgData name="Tem Makhurane" userId="d979715f-3f45-4e11-aa20-e05c58997df8" providerId="ADAL" clId="{B009124C-6764-406B-AA9A-0354DD94CE47}" dt="2026-08-06T16:24:06.460" v="1024"/>
          <ac:inkMkLst>
            <pc:docMk/>
            <pc:sldMk cId="2234955563" sldId="278"/>
            <ac:inkMk id="158" creationId="{290DE276-5E81-47C1-D081-3643B76B866B}"/>
          </ac:inkMkLst>
        </pc:inkChg>
        <pc:inkChg chg="add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159" creationId="{0FD9AD3A-E6F8-B681-8E7A-0FC123122E04}"/>
          </ac:inkMkLst>
        </pc:inkChg>
        <pc:inkChg chg="add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60" creationId="{4BFA1E54-98B5-B471-5171-FA3061B799AB}"/>
          </ac:inkMkLst>
        </pc:inkChg>
        <pc:inkChg chg="add mod">
          <ac:chgData name="Tem Makhurane" userId="d979715f-3f45-4e11-aa20-e05c58997df8" providerId="ADAL" clId="{B009124C-6764-406B-AA9A-0354DD94CE47}" dt="2026-08-06T16:24:35.566" v="1048"/>
          <ac:inkMkLst>
            <pc:docMk/>
            <pc:sldMk cId="2234955563" sldId="278"/>
            <ac:inkMk id="161" creationId="{8BA35D3B-4E88-C723-8F2C-5ACE31560306}"/>
          </ac:inkMkLst>
        </pc:inkChg>
        <pc:inkChg chg="add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62" creationId="{6E89CF0C-51D0-C04A-D6EB-32CA16E02FCD}"/>
          </ac:inkMkLst>
        </pc:inkChg>
        <pc:inkChg chg="add mod">
          <ac:chgData name="Tem Makhurane" userId="d979715f-3f45-4e11-aa20-e05c58997df8" providerId="ADAL" clId="{B009124C-6764-406B-AA9A-0354DD94CE47}" dt="2026-08-06T16:24:06.460" v="1024"/>
          <ac:inkMkLst>
            <pc:docMk/>
            <pc:sldMk cId="2234955563" sldId="278"/>
            <ac:inkMk id="164" creationId="{244FCEC4-C073-B391-EB03-983A1882224D}"/>
          </ac:inkMkLst>
        </pc:inkChg>
        <pc:inkChg chg="add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65" creationId="{46FDA15F-FD57-83A4-09F4-B9A25212B042}"/>
          </ac:inkMkLst>
        </pc:inkChg>
        <pc:inkChg chg="add del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167" creationId="{187D2C79-886B-0F63-253B-F803DA52A188}"/>
          </ac:inkMkLst>
        </pc:inkChg>
        <pc:inkChg chg="add del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68" creationId="{A02C1BD8-0EB1-CAA0-D3FD-5A6F374821AB}"/>
          </ac:inkMkLst>
        </pc:inkChg>
        <pc:inkChg chg="add mod">
          <ac:chgData name="Tem Makhurane" userId="d979715f-3f45-4e11-aa20-e05c58997df8" providerId="ADAL" clId="{B009124C-6764-406B-AA9A-0354DD94CE47}" dt="2026-08-06T16:24:58.519" v="1077"/>
          <ac:inkMkLst>
            <pc:docMk/>
            <pc:sldMk cId="2234955563" sldId="278"/>
            <ac:inkMk id="169" creationId="{76412F79-E5EC-7EEA-6463-2F539629655A}"/>
          </ac:inkMkLst>
        </pc:inkChg>
        <pc:inkChg chg="add">
          <ac:chgData name="Tem Makhurane" userId="d979715f-3f45-4e11-aa20-e05c58997df8" providerId="ADAL" clId="{B009124C-6764-406B-AA9A-0354DD94CE47}" dt="2026-08-06T16:24:19.253" v="1028" actId="9405"/>
          <ac:inkMkLst>
            <pc:docMk/>
            <pc:sldMk cId="2234955563" sldId="278"/>
            <ac:inkMk id="170" creationId="{0463995F-EDA1-A587-DE70-306F00577C2C}"/>
          </ac:inkMkLst>
        </pc:inkChg>
        <pc:inkChg chg="add mod">
          <ac:chgData name="Tem Makhurane" userId="d979715f-3f45-4e11-aa20-e05c58997df8" providerId="ADAL" clId="{B009124C-6764-406B-AA9A-0354DD94CE47}" dt="2026-08-06T16:24:35.566" v="1052"/>
          <ac:inkMkLst>
            <pc:docMk/>
            <pc:sldMk cId="2234955563" sldId="278"/>
            <ac:inkMk id="171" creationId="{334D1293-4716-24BA-2EA8-E5A4FFAF6D9F}"/>
          </ac:inkMkLst>
        </pc:inkChg>
        <pc:inkChg chg="add mod">
          <ac:chgData name="Tem Makhurane" userId="d979715f-3f45-4e11-aa20-e05c58997df8" providerId="ADAL" clId="{B009124C-6764-406B-AA9A-0354DD94CE47}" dt="2026-08-06T16:24:51.359" v="1068"/>
          <ac:inkMkLst>
            <pc:docMk/>
            <pc:sldMk cId="2234955563" sldId="278"/>
            <ac:inkMk id="172" creationId="{D5625E9B-2EF2-241E-857E-7E3087CDE75F}"/>
          </ac:inkMkLst>
        </pc:inkChg>
        <pc:inkChg chg="add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173" creationId="{AEE68C58-9FDD-7269-F24B-ECAF0BB28EBB}"/>
          </ac:inkMkLst>
        </pc:inkChg>
        <pc:inkChg chg="add mod">
          <ac:chgData name="Tem Makhurane" userId="d979715f-3f45-4e11-aa20-e05c58997df8" providerId="ADAL" clId="{B009124C-6764-406B-AA9A-0354DD94CE47}" dt="2026-08-06T16:24:51.359" v="1068"/>
          <ac:inkMkLst>
            <pc:docMk/>
            <pc:sldMk cId="2234955563" sldId="278"/>
            <ac:inkMk id="174" creationId="{C36B835A-BA51-67E8-1655-008069D137EF}"/>
          </ac:inkMkLst>
        </pc:inkChg>
        <pc:inkChg chg="add mod">
          <ac:chgData name="Tem Makhurane" userId="d979715f-3f45-4e11-aa20-e05c58997df8" providerId="ADAL" clId="{B009124C-6764-406B-AA9A-0354DD94CE47}" dt="2026-08-06T16:24:35.566" v="1048"/>
          <ac:inkMkLst>
            <pc:docMk/>
            <pc:sldMk cId="2234955563" sldId="278"/>
            <ac:inkMk id="175" creationId="{3DFAFD16-F2B9-6922-600A-8FD8EA4D9216}"/>
          </ac:inkMkLst>
        </pc:inkChg>
        <pc:inkChg chg="add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176" creationId="{03629FBD-32BD-C07D-E51E-55BE58135C79}"/>
          </ac:inkMkLst>
        </pc:inkChg>
        <pc:inkChg chg="add mod">
          <ac:chgData name="Tem Makhurane" userId="d979715f-3f45-4e11-aa20-e05c58997df8" providerId="ADAL" clId="{B009124C-6764-406B-AA9A-0354DD94CE47}" dt="2026-08-06T16:24:35.566" v="1048"/>
          <ac:inkMkLst>
            <pc:docMk/>
            <pc:sldMk cId="2234955563" sldId="278"/>
            <ac:inkMk id="177" creationId="{B3983412-A683-1A33-5C88-2605C4B0774B}"/>
          </ac:inkMkLst>
        </pc:inkChg>
        <pc:inkChg chg="add mod">
          <ac:chgData name="Tem Makhurane" userId="d979715f-3f45-4e11-aa20-e05c58997df8" providerId="ADAL" clId="{B009124C-6764-406B-AA9A-0354DD94CE47}" dt="2026-08-06T16:24:35.566" v="1048"/>
          <ac:inkMkLst>
            <pc:docMk/>
            <pc:sldMk cId="2234955563" sldId="278"/>
            <ac:inkMk id="178" creationId="{05AE4B6B-B918-F0C7-F990-F67FE6C1E511}"/>
          </ac:inkMkLst>
        </pc:inkChg>
        <pc:inkChg chg="add">
          <ac:chgData name="Tem Makhurane" userId="d979715f-3f45-4e11-aa20-e05c58997df8" providerId="ADAL" clId="{B009124C-6764-406B-AA9A-0354DD94CE47}" dt="2026-08-06T16:24:26.438" v="1037" actId="9405"/>
          <ac:inkMkLst>
            <pc:docMk/>
            <pc:sldMk cId="2234955563" sldId="278"/>
            <ac:inkMk id="179" creationId="{81809CDA-98EC-60D6-E84E-4ADA98BFC0D9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1" creationId="{8B6F5FB6-103F-4588-2173-D03CF5BA84E3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2" creationId="{5C992BD6-7A00-D9ED-E10B-B86520F96BA9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4" creationId="{67FA5261-ECDF-BD85-93A7-4A9E2B5C2CE8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5" creationId="{8A8B541E-ABD0-2032-FEC3-9C78C8E3FD3F}"/>
          </ac:inkMkLst>
        </pc:inkChg>
        <pc:inkChg chg="add del mod">
          <ac:chgData name="Tem Makhurane" userId="d979715f-3f45-4e11-aa20-e05c58997df8" providerId="ADAL" clId="{B009124C-6764-406B-AA9A-0354DD94CE47}" dt="2026-08-06T16:24:51.352" v="1059"/>
          <ac:inkMkLst>
            <pc:docMk/>
            <pc:sldMk cId="2234955563" sldId="278"/>
            <ac:inkMk id="186" creationId="{B7651B41-7324-E022-82D5-DFB1F90279E4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7" creationId="{7E80260E-8EFA-3390-71D8-5BE759D4A156}"/>
          </ac:inkMkLst>
        </pc:inkChg>
        <pc:inkChg chg="add mod">
          <ac:chgData name="Tem Makhurane" userId="d979715f-3f45-4e11-aa20-e05c58997df8" providerId="ADAL" clId="{B009124C-6764-406B-AA9A-0354DD94CE47}" dt="2026-08-06T16:24:31.277" v="1047"/>
          <ac:inkMkLst>
            <pc:docMk/>
            <pc:sldMk cId="2234955563" sldId="278"/>
            <ac:inkMk id="188" creationId="{AF3BCA15-7B75-0FCB-1FC0-1650972BE356}"/>
          </ac:inkMkLst>
        </pc:inkChg>
        <pc:inkChg chg="add">
          <ac:chgData name="Tem Makhurane" userId="d979715f-3f45-4e11-aa20-e05c58997df8" providerId="ADAL" clId="{B009124C-6764-406B-AA9A-0354DD94CE47}" dt="2026-08-06T16:24:39.090" v="1053" actId="9405"/>
          <ac:inkMkLst>
            <pc:docMk/>
            <pc:sldMk cId="2234955563" sldId="278"/>
            <ac:inkMk id="191" creationId="{05F460C4-C9E7-9E81-289D-3EC8F0675261}"/>
          </ac:inkMkLst>
        </pc:inkChg>
        <pc:inkChg chg="add">
          <ac:chgData name="Tem Makhurane" userId="d979715f-3f45-4e11-aa20-e05c58997df8" providerId="ADAL" clId="{B009124C-6764-406B-AA9A-0354DD94CE47}" dt="2026-08-06T16:24:39.332" v="1054" actId="9405"/>
          <ac:inkMkLst>
            <pc:docMk/>
            <pc:sldMk cId="2234955563" sldId="278"/>
            <ac:inkMk id="192" creationId="{5C091CF2-9090-D441-748A-1A5F5D48EB36}"/>
          </ac:inkMkLst>
        </pc:inkChg>
        <pc:inkChg chg="add mod">
          <ac:chgData name="Tem Makhurane" userId="d979715f-3f45-4e11-aa20-e05c58997df8" providerId="ADAL" clId="{B009124C-6764-406B-AA9A-0354DD94CE47}" dt="2026-08-06T16:24:51.359" v="1070"/>
          <ac:inkMkLst>
            <pc:docMk/>
            <pc:sldMk cId="2234955563" sldId="278"/>
            <ac:inkMk id="193" creationId="{21A5CDC0-485D-F554-0226-3329CD21DC6B}"/>
          </ac:inkMkLst>
        </pc:inkChg>
        <pc:inkChg chg="add mod">
          <ac:chgData name="Tem Makhurane" userId="d979715f-3f45-4e11-aa20-e05c58997df8" providerId="ADAL" clId="{B009124C-6764-406B-AA9A-0354DD94CE47}" dt="2026-08-06T16:24:58.519" v="1077"/>
          <ac:inkMkLst>
            <pc:docMk/>
            <pc:sldMk cId="2234955563" sldId="278"/>
            <ac:inkMk id="194" creationId="{2046859A-617D-FA7C-02FE-03431185EF89}"/>
          </ac:inkMkLst>
        </pc:inkChg>
        <pc:inkChg chg="add">
          <ac:chgData name="Tem Makhurane" userId="d979715f-3f45-4e11-aa20-e05c58997df8" providerId="ADAL" clId="{B009124C-6764-406B-AA9A-0354DD94CE47}" dt="2026-08-06T16:24:56.569" v="1075" actId="9405"/>
          <ac:inkMkLst>
            <pc:docMk/>
            <pc:sldMk cId="2234955563" sldId="278"/>
            <ac:inkMk id="196" creationId="{0D3C723B-0769-2FAA-DDA7-D560B0A64FD8}"/>
          </ac:inkMkLst>
        </pc:inkChg>
        <pc:inkChg chg="add mod">
          <ac:chgData name="Tem Makhurane" userId="d979715f-3f45-4e11-aa20-e05c58997df8" providerId="ADAL" clId="{B009124C-6764-406B-AA9A-0354DD94CE47}" dt="2026-08-06T16:25:19.555" v="1080"/>
          <ac:inkMkLst>
            <pc:docMk/>
            <pc:sldMk cId="2234955563" sldId="278"/>
            <ac:inkMk id="197" creationId="{B35FE2BE-A9F3-1240-A213-82C367D8C141}"/>
          </ac:inkMkLst>
        </pc:inkChg>
        <pc:inkChg chg="add mod">
          <ac:chgData name="Tem Makhurane" userId="d979715f-3f45-4e11-aa20-e05c58997df8" providerId="ADAL" clId="{B009124C-6764-406B-AA9A-0354DD94CE47}" dt="2026-08-06T16:25:47.300" v="1100"/>
          <ac:inkMkLst>
            <pc:docMk/>
            <pc:sldMk cId="2234955563" sldId="278"/>
            <ac:inkMk id="199" creationId="{C33132F7-6F5C-3B3B-4A1D-E71499E1B46C}"/>
          </ac:inkMkLst>
        </pc:inkChg>
        <pc:inkChg chg="add">
          <ac:chgData name="Tem Makhurane" userId="d979715f-3f45-4e11-aa20-e05c58997df8" providerId="ADAL" clId="{B009124C-6764-406B-AA9A-0354DD94CE47}" dt="2026-08-06T16:25:40.765" v="1096" actId="9405"/>
          <ac:inkMkLst>
            <pc:docMk/>
            <pc:sldMk cId="2234955563" sldId="278"/>
            <ac:inkMk id="201" creationId="{156ADBE9-AA55-C11C-5C45-F6319E3AC762}"/>
          </ac:inkMkLst>
        </pc:inkChg>
        <pc:inkChg chg="add">
          <ac:chgData name="Tem Makhurane" userId="d979715f-3f45-4e11-aa20-e05c58997df8" providerId="ADAL" clId="{B009124C-6764-406B-AA9A-0354DD94CE47}" dt="2026-08-06T16:25:43.433" v="1097" actId="9405"/>
          <ac:inkMkLst>
            <pc:docMk/>
            <pc:sldMk cId="2234955563" sldId="278"/>
            <ac:inkMk id="202" creationId="{DB8FA6B9-E330-D0B8-F287-4C0A412FF05C}"/>
          </ac:inkMkLst>
        </pc:inkChg>
        <pc:inkChg chg="add">
          <ac:chgData name="Tem Makhurane" userId="d979715f-3f45-4e11-aa20-e05c58997df8" providerId="ADAL" clId="{B009124C-6764-406B-AA9A-0354DD94CE47}" dt="2026-08-06T16:25:45.684" v="1098" actId="9405"/>
          <ac:inkMkLst>
            <pc:docMk/>
            <pc:sldMk cId="2234955563" sldId="278"/>
            <ac:inkMk id="203" creationId="{2A4B83EB-69FB-7C13-C181-513E0054F1D8}"/>
          </ac:inkMkLst>
        </pc:inkChg>
        <pc:inkChg chg="add">
          <ac:chgData name="Tem Makhurane" userId="d979715f-3f45-4e11-aa20-e05c58997df8" providerId="ADAL" clId="{B009124C-6764-406B-AA9A-0354DD94CE47}" dt="2026-08-06T16:25:46.384" v="1099" actId="9405"/>
          <ac:inkMkLst>
            <pc:docMk/>
            <pc:sldMk cId="2234955563" sldId="278"/>
            <ac:inkMk id="204" creationId="{F2F54D91-F673-88F6-2820-985735E28A23}"/>
          </ac:inkMkLst>
        </pc:inkChg>
      </pc:sldChg>
      <pc:sldChg chg="addSp delSp modSp new mod">
        <pc:chgData name="Tem Makhurane" userId="d979715f-3f45-4e11-aa20-e05c58997df8" providerId="ADAL" clId="{B009124C-6764-406B-AA9A-0354DD94CE47}" dt="2026-08-06T16:27:54.030" v="1149"/>
        <pc:sldMkLst>
          <pc:docMk/>
          <pc:sldMk cId="3823891187" sldId="279"/>
        </pc:sldMkLst>
        <pc:inkChg chg="add mod">
          <ac:chgData name="Tem Makhurane" userId="d979715f-3f45-4e11-aa20-e05c58997df8" providerId="ADAL" clId="{B009124C-6764-406B-AA9A-0354DD94CE47}" dt="2026-08-06T16:26:20.912" v="1102"/>
          <ac:inkMkLst>
            <pc:docMk/>
            <pc:sldMk cId="3823891187" sldId="279"/>
            <ac:inkMk id="12" creationId="{6F590D9A-93B5-626E-067E-90A476BAC5B0}"/>
          </ac:inkMkLst>
        </pc:inkChg>
        <pc:inkChg chg="add mod">
          <ac:chgData name="Tem Makhurane" userId="d979715f-3f45-4e11-aa20-e05c58997df8" providerId="ADAL" clId="{B009124C-6764-406B-AA9A-0354DD94CE47}" dt="2026-08-06T16:26:20.912" v="1102"/>
          <ac:inkMkLst>
            <pc:docMk/>
            <pc:sldMk cId="3823891187" sldId="279"/>
            <ac:inkMk id="15" creationId="{FA9C1786-A138-958F-394C-D2B93E12260C}"/>
          </ac:inkMkLst>
        </pc:inkChg>
        <pc:inkChg chg="add mod">
          <ac:chgData name="Tem Makhurane" userId="d979715f-3f45-4e11-aa20-e05c58997df8" providerId="ADAL" clId="{B009124C-6764-406B-AA9A-0354DD94CE47}" dt="2026-08-06T16:26:20.912" v="1102"/>
          <ac:inkMkLst>
            <pc:docMk/>
            <pc:sldMk cId="3823891187" sldId="279"/>
            <ac:inkMk id="23" creationId="{A92E7F77-22E9-25A6-E2BD-337ED165726F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25" creationId="{F59426E3-FD12-B94C-F8E4-007E9ABC814C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26" creationId="{30DEF8AD-20D4-988E-B128-A084E091CAF4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27" creationId="{03E96FA5-6BFA-F287-B105-0FAD036C0B66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28" creationId="{94E37388-E971-882D-E3C1-948A53D9ADEE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29" creationId="{76FCB365-4E53-9501-3718-39476216FBF7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30" creationId="{13AA378F-1E33-664D-4ED8-D5288C92B4E5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31" creationId="{DC1943BD-91B4-331F-A3AC-D64412773F2F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39" creationId="{992753D2-AF03-F914-1102-77A77A6700F0}"/>
          </ac:inkMkLst>
        </pc:inkChg>
        <pc:inkChg chg="mod">
          <ac:chgData name="Tem Makhurane" userId="d979715f-3f45-4e11-aa20-e05c58997df8" providerId="ADAL" clId="{B009124C-6764-406B-AA9A-0354DD94CE47}" dt="2026-08-06T16:26:50.505" v="1103" actId="1076"/>
          <ac:inkMkLst>
            <pc:docMk/>
            <pc:sldMk cId="3823891187" sldId="279"/>
            <ac:inkMk id="40" creationId="{A02A208A-6D6A-2DD2-30E9-614D7CD13F2A}"/>
          </ac:inkMkLst>
        </pc:inkChg>
        <pc:inkChg chg="del mod">
          <ac:chgData name="Tem Makhurane" userId="d979715f-3f45-4e11-aa20-e05c58997df8" providerId="ADAL" clId="{B009124C-6764-406B-AA9A-0354DD94CE47}" dt="2026-08-06T16:27:28.269" v="1114"/>
          <ac:inkMkLst>
            <pc:docMk/>
            <pc:sldMk cId="3823891187" sldId="279"/>
            <ac:inkMk id="43" creationId="{C5F5FEC9-1B38-E0A7-7A41-9655FE09BD8B}"/>
          </ac:inkMkLst>
        </pc:inkChg>
        <pc:inkChg chg="add del mod">
          <ac:chgData name="Tem Makhurane" userId="d979715f-3f45-4e11-aa20-e05c58997df8" providerId="ADAL" clId="{B009124C-6764-406B-AA9A-0354DD94CE47}" dt="2026-08-06T16:27:54.030" v="1145"/>
          <ac:inkMkLst>
            <pc:docMk/>
            <pc:sldMk cId="3823891187" sldId="279"/>
            <ac:inkMk id="45" creationId="{121C7B41-6CE1-9830-663C-B5347B4FD001}"/>
          </ac:inkMkLst>
        </pc:inkChg>
        <pc:inkChg chg="del">
          <ac:chgData name="Tem Makhurane" userId="d979715f-3f45-4e11-aa20-e05c58997df8" providerId="ADAL" clId="{B009124C-6764-406B-AA9A-0354DD94CE47}" dt="2026-08-06T16:27:54.030" v="1143"/>
          <ac:inkMkLst>
            <pc:docMk/>
            <pc:sldMk cId="3823891187" sldId="279"/>
            <ac:inkMk id="46" creationId="{DA22BFE8-4B7B-5F69-EA79-0CD2EE11FEFD}"/>
          </ac:inkMkLst>
        </pc:inkChg>
        <pc:inkChg chg="del">
          <ac:chgData name="Tem Makhurane" userId="d979715f-3f45-4e11-aa20-e05c58997df8" providerId="ADAL" clId="{B009124C-6764-406B-AA9A-0354DD94CE47}" dt="2026-08-06T16:27:54.014" v="1134"/>
          <ac:inkMkLst>
            <pc:docMk/>
            <pc:sldMk cId="3823891187" sldId="279"/>
            <ac:inkMk id="47" creationId="{8268B5E9-A08B-E30D-9706-345FB7C21836}"/>
          </ac:inkMkLst>
        </pc:inkChg>
        <pc:inkChg chg="del">
          <ac:chgData name="Tem Makhurane" userId="d979715f-3f45-4e11-aa20-e05c58997df8" providerId="ADAL" clId="{B009124C-6764-406B-AA9A-0354DD94CE47}" dt="2026-08-06T16:27:54.030" v="1144"/>
          <ac:inkMkLst>
            <pc:docMk/>
            <pc:sldMk cId="3823891187" sldId="279"/>
            <ac:inkMk id="48" creationId="{E653A6D2-27C7-C55E-ADAE-E3776BC2EC5E}"/>
          </ac:inkMkLst>
        </pc:inkChg>
        <pc:inkChg chg="del">
          <ac:chgData name="Tem Makhurane" userId="d979715f-3f45-4e11-aa20-e05c58997df8" providerId="ADAL" clId="{B009124C-6764-406B-AA9A-0354DD94CE47}" dt="2026-08-06T16:27:54.014" v="1142"/>
          <ac:inkMkLst>
            <pc:docMk/>
            <pc:sldMk cId="3823891187" sldId="279"/>
            <ac:inkMk id="49" creationId="{C349B448-69C5-93C6-24BD-3C46AC06FB8A}"/>
          </ac:inkMkLst>
        </pc:inkChg>
        <pc:inkChg chg="del">
          <ac:chgData name="Tem Makhurane" userId="d979715f-3f45-4e11-aa20-e05c58997df8" providerId="ADAL" clId="{B009124C-6764-406B-AA9A-0354DD94CE47}" dt="2026-08-06T16:27:54.014" v="1137"/>
          <ac:inkMkLst>
            <pc:docMk/>
            <pc:sldMk cId="3823891187" sldId="279"/>
            <ac:inkMk id="50" creationId="{FB99F0D8-60E3-977A-01A4-47779CD73A0B}"/>
          </ac:inkMkLst>
        </pc:inkChg>
        <pc:inkChg chg="del">
          <ac:chgData name="Tem Makhurane" userId="d979715f-3f45-4e11-aa20-e05c58997df8" providerId="ADAL" clId="{B009124C-6764-406B-AA9A-0354DD94CE47}" dt="2026-08-06T16:27:54.014" v="1135"/>
          <ac:inkMkLst>
            <pc:docMk/>
            <pc:sldMk cId="3823891187" sldId="279"/>
            <ac:inkMk id="51" creationId="{333EFD38-1FC5-6302-DD4B-FD98582D3678}"/>
          </ac:inkMkLst>
        </pc:inkChg>
        <pc:inkChg chg="del">
          <ac:chgData name="Tem Makhurane" userId="d979715f-3f45-4e11-aa20-e05c58997df8" providerId="ADAL" clId="{B009124C-6764-406B-AA9A-0354DD94CE47}" dt="2026-08-06T16:27:54.014" v="1140"/>
          <ac:inkMkLst>
            <pc:docMk/>
            <pc:sldMk cId="3823891187" sldId="279"/>
            <ac:inkMk id="52" creationId="{18CB25F7-3884-DEF7-6378-B4CDC2747ED6}"/>
          </ac:inkMkLst>
        </pc:inkChg>
        <pc:inkChg chg="del">
          <ac:chgData name="Tem Makhurane" userId="d979715f-3f45-4e11-aa20-e05c58997df8" providerId="ADAL" clId="{B009124C-6764-406B-AA9A-0354DD94CE47}" dt="2026-08-06T16:27:54.030" v="1149"/>
          <ac:inkMkLst>
            <pc:docMk/>
            <pc:sldMk cId="3823891187" sldId="279"/>
            <ac:inkMk id="53" creationId="{5002869B-9E20-DF72-C5A2-D13673938258}"/>
          </ac:inkMkLst>
        </pc:inkChg>
        <pc:inkChg chg="add del mod">
          <ac:chgData name="Tem Makhurane" userId="d979715f-3f45-4e11-aa20-e05c58997df8" providerId="ADAL" clId="{B009124C-6764-406B-AA9A-0354DD94CE47}" dt="2026-08-06T16:27:54.014" v="1139"/>
          <ac:inkMkLst>
            <pc:docMk/>
            <pc:sldMk cId="3823891187" sldId="279"/>
            <ac:inkMk id="54" creationId="{DAEB63DB-7454-DE39-1BCD-92A1C507A1D8}"/>
          </ac:inkMkLst>
        </pc:inkChg>
        <pc:inkChg chg="del">
          <ac:chgData name="Tem Makhurane" userId="d979715f-3f45-4e11-aa20-e05c58997df8" providerId="ADAL" clId="{B009124C-6764-406B-AA9A-0354DD94CE47}" dt="2026-08-06T16:27:54.030" v="1146"/>
          <ac:inkMkLst>
            <pc:docMk/>
            <pc:sldMk cId="3823891187" sldId="279"/>
            <ac:inkMk id="55" creationId="{42DF29D6-EF85-B6FA-0CFD-E07BBE2A196C}"/>
          </ac:inkMkLst>
        </pc:inkChg>
        <pc:inkChg chg="del">
          <ac:chgData name="Tem Makhurane" userId="d979715f-3f45-4e11-aa20-e05c58997df8" providerId="ADAL" clId="{B009124C-6764-406B-AA9A-0354DD94CE47}" dt="2026-08-06T16:27:54.030" v="1147"/>
          <ac:inkMkLst>
            <pc:docMk/>
            <pc:sldMk cId="3823891187" sldId="279"/>
            <ac:inkMk id="56" creationId="{BC37DEAB-6C95-E938-529F-44628A3B9350}"/>
          </ac:inkMkLst>
        </pc:inkChg>
        <pc:inkChg chg="del">
          <ac:chgData name="Tem Makhurane" userId="d979715f-3f45-4e11-aa20-e05c58997df8" providerId="ADAL" clId="{B009124C-6764-406B-AA9A-0354DD94CE47}" dt="2026-08-06T16:27:54.030" v="1148"/>
          <ac:inkMkLst>
            <pc:docMk/>
            <pc:sldMk cId="3823891187" sldId="279"/>
            <ac:inkMk id="57" creationId="{133E91EC-1CB9-35F2-2A17-1C4D0248F9FF}"/>
          </ac:inkMkLst>
        </pc:inkChg>
        <pc:inkChg chg="del">
          <ac:chgData name="Tem Makhurane" userId="d979715f-3f45-4e11-aa20-e05c58997df8" providerId="ADAL" clId="{B009124C-6764-406B-AA9A-0354DD94CE47}" dt="2026-08-06T16:27:54.014" v="1141"/>
          <ac:inkMkLst>
            <pc:docMk/>
            <pc:sldMk cId="3823891187" sldId="279"/>
            <ac:inkMk id="58" creationId="{0377151C-B9BB-7A94-4435-950ADFFC0E6C}"/>
          </ac:inkMkLst>
        </pc:inkChg>
        <pc:inkChg chg="del">
          <ac:chgData name="Tem Makhurane" userId="d979715f-3f45-4e11-aa20-e05c58997df8" providerId="ADAL" clId="{B009124C-6764-406B-AA9A-0354DD94CE47}" dt="2026-08-06T16:27:54.014" v="1136"/>
          <ac:inkMkLst>
            <pc:docMk/>
            <pc:sldMk cId="3823891187" sldId="279"/>
            <ac:inkMk id="59" creationId="{99CE7796-D84F-8ADA-EAB9-18DE0607CEC5}"/>
          </ac:inkMkLst>
        </pc:inkChg>
        <pc:inkChg chg="del">
          <ac:chgData name="Tem Makhurane" userId="d979715f-3f45-4e11-aa20-e05c58997df8" providerId="ADAL" clId="{B009124C-6764-406B-AA9A-0354DD94CE47}" dt="2026-08-06T16:27:54.014" v="1138"/>
          <ac:inkMkLst>
            <pc:docMk/>
            <pc:sldMk cId="3823891187" sldId="279"/>
            <ac:inkMk id="60" creationId="{9D8DC39D-5D7A-9EAA-6A17-B4033F2AD65B}"/>
          </ac:inkMkLst>
        </pc:inkChg>
        <pc:inkChg chg="del">
          <ac:chgData name="Tem Makhurane" userId="d979715f-3f45-4e11-aa20-e05c58997df8" providerId="ADAL" clId="{B009124C-6764-406B-AA9A-0354DD94CE47}" dt="2026-08-06T16:27:47.977" v="1124"/>
          <ac:inkMkLst>
            <pc:docMk/>
            <pc:sldMk cId="3823891187" sldId="279"/>
            <ac:inkMk id="61" creationId="{A8159BA6-1FC6-D646-5625-4B21B992AEC2}"/>
          </ac:inkMkLst>
        </pc:inkChg>
        <pc:inkChg chg="del">
          <ac:chgData name="Tem Makhurane" userId="d979715f-3f45-4e11-aa20-e05c58997df8" providerId="ADAL" clId="{B009124C-6764-406B-AA9A-0354DD94CE47}" dt="2026-08-06T16:27:47.969" v="1122"/>
          <ac:inkMkLst>
            <pc:docMk/>
            <pc:sldMk cId="3823891187" sldId="279"/>
            <ac:inkMk id="62" creationId="{9899F2C6-FB17-137E-2997-D82C422590AC}"/>
          </ac:inkMkLst>
        </pc:inkChg>
        <pc:inkChg chg="del">
          <ac:chgData name="Tem Makhurane" userId="d979715f-3f45-4e11-aa20-e05c58997df8" providerId="ADAL" clId="{B009124C-6764-406B-AA9A-0354DD94CE47}" dt="2026-08-06T16:27:47.969" v="1120"/>
          <ac:inkMkLst>
            <pc:docMk/>
            <pc:sldMk cId="3823891187" sldId="279"/>
            <ac:inkMk id="63" creationId="{92CC5298-222F-B909-3223-BE11F0779329}"/>
          </ac:inkMkLst>
        </pc:inkChg>
        <pc:inkChg chg="del">
          <ac:chgData name="Tem Makhurane" userId="d979715f-3f45-4e11-aa20-e05c58997df8" providerId="ADAL" clId="{B009124C-6764-406B-AA9A-0354DD94CE47}" dt="2026-08-06T16:27:47.977" v="1127"/>
          <ac:inkMkLst>
            <pc:docMk/>
            <pc:sldMk cId="3823891187" sldId="279"/>
            <ac:inkMk id="64" creationId="{C443F34F-AADD-834C-B90E-01035EDB0E35}"/>
          </ac:inkMkLst>
        </pc:inkChg>
        <pc:inkChg chg="del">
          <ac:chgData name="Tem Makhurane" userId="d979715f-3f45-4e11-aa20-e05c58997df8" providerId="ADAL" clId="{B009124C-6764-406B-AA9A-0354DD94CE47}" dt="2026-08-06T16:27:47.969" v="1119"/>
          <ac:inkMkLst>
            <pc:docMk/>
            <pc:sldMk cId="3823891187" sldId="279"/>
            <ac:inkMk id="65" creationId="{6D69854C-1451-4D5B-92AB-C1E555924BD9}"/>
          </ac:inkMkLst>
        </pc:inkChg>
        <pc:inkChg chg="del">
          <ac:chgData name="Tem Makhurane" userId="d979715f-3f45-4e11-aa20-e05c58997df8" providerId="ADAL" clId="{B009124C-6764-406B-AA9A-0354DD94CE47}" dt="2026-08-06T16:27:47.977" v="1126"/>
          <ac:inkMkLst>
            <pc:docMk/>
            <pc:sldMk cId="3823891187" sldId="279"/>
            <ac:inkMk id="66" creationId="{3CE70277-94CF-9D9B-7D87-0A670293305C}"/>
          </ac:inkMkLst>
        </pc:inkChg>
        <pc:inkChg chg="del">
          <ac:chgData name="Tem Makhurane" userId="d979715f-3f45-4e11-aa20-e05c58997df8" providerId="ADAL" clId="{B009124C-6764-406B-AA9A-0354DD94CE47}" dt="2026-08-06T16:27:47.977" v="1129"/>
          <ac:inkMkLst>
            <pc:docMk/>
            <pc:sldMk cId="3823891187" sldId="279"/>
            <ac:inkMk id="67" creationId="{38541B72-4D2E-FF61-0EE4-F210ABFF5A9B}"/>
          </ac:inkMkLst>
        </pc:inkChg>
        <pc:inkChg chg="add del mod">
          <ac:chgData name="Tem Makhurane" userId="d979715f-3f45-4e11-aa20-e05c58997df8" providerId="ADAL" clId="{B009124C-6764-406B-AA9A-0354DD94CE47}" dt="2026-08-06T16:27:47.977" v="1125"/>
          <ac:inkMkLst>
            <pc:docMk/>
            <pc:sldMk cId="3823891187" sldId="279"/>
            <ac:inkMk id="68" creationId="{1CA27AE0-29B7-33D7-1B3D-0B2D61050624}"/>
          </ac:inkMkLst>
        </pc:inkChg>
        <pc:inkChg chg="del">
          <ac:chgData name="Tem Makhurane" userId="d979715f-3f45-4e11-aa20-e05c58997df8" providerId="ADAL" clId="{B009124C-6764-406B-AA9A-0354DD94CE47}" dt="2026-08-06T16:27:47.969" v="1121"/>
          <ac:inkMkLst>
            <pc:docMk/>
            <pc:sldMk cId="3823891187" sldId="279"/>
            <ac:inkMk id="69" creationId="{F863020C-5653-3FFF-0858-B552913402D3}"/>
          </ac:inkMkLst>
        </pc:inkChg>
        <pc:inkChg chg="del">
          <ac:chgData name="Tem Makhurane" userId="d979715f-3f45-4e11-aa20-e05c58997df8" providerId="ADAL" clId="{B009124C-6764-406B-AA9A-0354DD94CE47}" dt="2026-08-06T16:27:47.977" v="1130"/>
          <ac:inkMkLst>
            <pc:docMk/>
            <pc:sldMk cId="3823891187" sldId="279"/>
            <ac:inkMk id="70" creationId="{024FE718-FF3F-0F9A-F49E-F50588973CEB}"/>
          </ac:inkMkLst>
        </pc:inkChg>
        <pc:inkChg chg="del">
          <ac:chgData name="Tem Makhurane" userId="d979715f-3f45-4e11-aa20-e05c58997df8" providerId="ADAL" clId="{B009124C-6764-406B-AA9A-0354DD94CE47}" dt="2026-08-06T16:27:47.977" v="1133"/>
          <ac:inkMkLst>
            <pc:docMk/>
            <pc:sldMk cId="3823891187" sldId="279"/>
            <ac:inkMk id="71" creationId="{61E8C54A-D327-E814-FCFA-15440E965FCB}"/>
          </ac:inkMkLst>
        </pc:inkChg>
        <pc:inkChg chg="del">
          <ac:chgData name="Tem Makhurane" userId="d979715f-3f45-4e11-aa20-e05c58997df8" providerId="ADAL" clId="{B009124C-6764-406B-AA9A-0354DD94CE47}" dt="2026-08-06T16:27:47.977" v="1128"/>
          <ac:inkMkLst>
            <pc:docMk/>
            <pc:sldMk cId="3823891187" sldId="279"/>
            <ac:inkMk id="72" creationId="{AC921DBE-5765-D0AD-85B5-9490F8F48612}"/>
          </ac:inkMkLst>
        </pc:inkChg>
        <pc:inkChg chg="del">
          <ac:chgData name="Tem Makhurane" userId="d979715f-3f45-4e11-aa20-e05c58997df8" providerId="ADAL" clId="{B009124C-6764-406B-AA9A-0354DD94CE47}" dt="2026-08-06T16:27:47.977" v="1132"/>
          <ac:inkMkLst>
            <pc:docMk/>
            <pc:sldMk cId="3823891187" sldId="279"/>
            <ac:inkMk id="73" creationId="{C6EBA395-A5B4-AB26-9F05-A535983F1FCD}"/>
          </ac:inkMkLst>
        </pc:inkChg>
        <pc:inkChg chg="del">
          <ac:chgData name="Tem Makhurane" userId="d979715f-3f45-4e11-aa20-e05c58997df8" providerId="ADAL" clId="{B009124C-6764-406B-AA9A-0354DD94CE47}" dt="2026-08-06T16:27:47.969" v="1123"/>
          <ac:inkMkLst>
            <pc:docMk/>
            <pc:sldMk cId="3823891187" sldId="279"/>
            <ac:inkMk id="74" creationId="{74155AC5-BED3-DE44-4E90-C366DD239C33}"/>
          </ac:inkMkLst>
        </pc:inkChg>
        <pc:inkChg chg="del">
          <ac:chgData name="Tem Makhurane" userId="d979715f-3f45-4e11-aa20-e05c58997df8" providerId="ADAL" clId="{B009124C-6764-406B-AA9A-0354DD94CE47}" dt="2026-08-06T16:27:47.977" v="1131"/>
          <ac:inkMkLst>
            <pc:docMk/>
            <pc:sldMk cId="3823891187" sldId="279"/>
            <ac:inkMk id="75" creationId="{F61C7A9D-88B5-0105-6AED-00F4E2E0DD8A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76" creationId="{BF99E07E-EB7F-CFC2-1D64-C703D175E892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77" creationId="{88EF5FA6-C64E-B44E-0EB9-FBF2DAFBEF27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78" creationId="{02B9E972-AAA9-E4E3-584D-D27C503C1D9E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79" creationId="{B9E62DAB-0D1C-06B4-634F-B9AA1751AC3D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81" creationId="{ADE435F9-EA62-45AC-5D6E-1BF4F07B4D53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83" creationId="{EFDAD30C-F8D6-08FF-9CDF-19DF1C393AD4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84" creationId="{0B3268CB-57A6-2700-11A4-F4A163F221F9}"/>
          </ac:inkMkLst>
        </pc:inkChg>
        <pc:inkChg chg="add 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85" creationId="{28E2E603-37EF-D703-A89D-1BD3BCFF7959}"/>
          </ac:inkMkLst>
        </pc:inkChg>
        <pc:inkChg chg="mod">
          <ac:chgData name="Tem Makhurane" userId="d979715f-3f45-4e11-aa20-e05c58997df8" providerId="ADAL" clId="{B009124C-6764-406B-AA9A-0354DD94CE47}" dt="2026-08-06T16:27:06.151" v="1105" actId="1076"/>
          <ac:inkMkLst>
            <pc:docMk/>
            <pc:sldMk cId="3823891187" sldId="279"/>
            <ac:inkMk id="86" creationId="{F64589F5-E94D-923F-D7D5-31A38992C718}"/>
          </ac:inkMkLst>
        </pc:inkChg>
        <pc:inkChg chg="add del mod">
          <ac:chgData name="Tem Makhurane" userId="d979715f-3f45-4e11-aa20-e05c58997df8" providerId="ADAL" clId="{B009124C-6764-406B-AA9A-0354DD94CE47}" dt="2026-08-06T16:27:11.254" v="1108"/>
          <ac:inkMkLst>
            <pc:docMk/>
            <pc:sldMk cId="3823891187" sldId="279"/>
            <ac:inkMk id="87" creationId="{FC8D3E71-127E-ABA4-B075-46B8A06B33BD}"/>
          </ac:inkMkLst>
        </pc:inkChg>
        <pc:inkChg chg="del">
          <ac:chgData name="Tem Makhurane" userId="d979715f-3f45-4e11-aa20-e05c58997df8" providerId="ADAL" clId="{B009124C-6764-406B-AA9A-0354DD94CE47}" dt="2026-08-06T16:27:11.251" v="1107"/>
          <ac:inkMkLst>
            <pc:docMk/>
            <pc:sldMk cId="3823891187" sldId="279"/>
            <ac:inkMk id="88" creationId="{A7344523-2D07-610C-7257-73D198A6AA0D}"/>
          </ac:inkMkLst>
        </pc:inkChg>
        <pc:inkChg chg="del mod">
          <ac:chgData name="Tem Makhurane" userId="d979715f-3f45-4e11-aa20-e05c58997df8" providerId="ADAL" clId="{B009124C-6764-406B-AA9A-0354DD94CE47}" dt="2026-08-06T16:27:36.171" v="1117"/>
          <ac:inkMkLst>
            <pc:docMk/>
            <pc:sldMk cId="3823891187" sldId="279"/>
            <ac:inkMk id="89" creationId="{7A4E8298-F22D-2BDB-9CEF-FF72EC7308EA}"/>
          </ac:inkMkLst>
        </pc:inkChg>
        <pc:inkChg chg="del">
          <ac:chgData name="Tem Makhurane" userId="d979715f-3f45-4e11-aa20-e05c58997df8" providerId="ADAL" clId="{B009124C-6764-406B-AA9A-0354DD94CE47}" dt="2026-08-06T16:27:11.251" v="1106"/>
          <ac:inkMkLst>
            <pc:docMk/>
            <pc:sldMk cId="3823891187" sldId="279"/>
            <ac:inkMk id="90" creationId="{025E3B9E-71D5-AAF3-0671-737A0761F8E1}"/>
          </ac:inkMkLst>
        </pc:inkChg>
        <pc:inkChg chg="del">
          <ac:chgData name="Tem Makhurane" userId="d979715f-3f45-4e11-aa20-e05c58997df8" providerId="ADAL" clId="{B009124C-6764-406B-AA9A-0354DD94CE47}" dt="2026-08-06T16:27:12.337" v="1109"/>
          <ac:inkMkLst>
            <pc:docMk/>
            <pc:sldMk cId="3823891187" sldId="279"/>
            <ac:inkMk id="91" creationId="{59C80E1A-50A1-2224-7A37-659BB7037C3B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3" creationId="{244016A1-8BB4-1850-453A-51159C2454CB}"/>
          </ac:inkMkLst>
        </pc:inkChg>
        <pc:inkChg chg="add 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4" creationId="{885D4812-F6E9-6921-73FD-6F6EF9E386A0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5" creationId="{771C8F92-4547-E93F-3285-08EDADB853C4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6" creationId="{19C21517-D6B7-FC9F-F734-A107F79FACC3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7" creationId="{7C4E5EEB-08DD-664D-7D4A-82AD5F8E0B39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98" creationId="{32AD059F-D1E7-456E-539B-30B6471D1E7A}"/>
          </ac:inkMkLst>
        </pc:inkChg>
        <pc:inkChg chg="del mod">
          <ac:chgData name="Tem Makhurane" userId="d979715f-3f45-4e11-aa20-e05c58997df8" providerId="ADAL" clId="{B009124C-6764-406B-AA9A-0354DD94CE47}" dt="2026-08-06T16:27:15.628" v="1112"/>
          <ac:inkMkLst>
            <pc:docMk/>
            <pc:sldMk cId="3823891187" sldId="279"/>
            <ac:inkMk id="99" creationId="{FEE77FA4-6D2A-BA1C-8613-ADDE154B2F64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100" creationId="{914624A7-9A49-959D-D21B-214A0B7F962C}"/>
          </ac:inkMkLst>
        </pc:inkChg>
        <pc:inkChg chg="mod">
          <ac:chgData name="Tem Makhurane" userId="d979715f-3f45-4e11-aa20-e05c58997df8" providerId="ADAL" clId="{B009124C-6764-406B-AA9A-0354DD94CE47}" dt="2026-08-06T16:27:00.668" v="1104" actId="1076"/>
          <ac:inkMkLst>
            <pc:docMk/>
            <pc:sldMk cId="3823891187" sldId="279"/>
            <ac:inkMk id="102" creationId="{5D1DEF1C-AC12-773B-50A4-6EFC5D1EC0C7}"/>
          </ac:inkMkLst>
        </pc:inkChg>
        <pc:inkChg chg="del">
          <ac:chgData name="Tem Makhurane" userId="d979715f-3f45-4e11-aa20-e05c58997df8" providerId="ADAL" clId="{B009124C-6764-406B-AA9A-0354DD94CE47}" dt="2026-08-06T16:27:13.908" v="1110"/>
          <ac:inkMkLst>
            <pc:docMk/>
            <pc:sldMk cId="3823891187" sldId="279"/>
            <ac:inkMk id="103" creationId="{4C4959F5-BE9F-F703-B750-C41C9415AC72}"/>
          </ac:inkMkLst>
        </pc:inkChg>
        <pc:inkChg chg="add del mod">
          <ac:chgData name="Tem Makhurane" userId="d979715f-3f45-4e11-aa20-e05c58997df8" providerId="ADAL" clId="{B009124C-6764-406B-AA9A-0354DD94CE47}" dt="2026-08-06T16:27:13.910" v="1111"/>
          <ac:inkMkLst>
            <pc:docMk/>
            <pc:sldMk cId="3823891187" sldId="279"/>
            <ac:inkMk id="104" creationId="{F0E087BD-196A-6073-C644-B77D1412D447}"/>
          </ac:inkMkLst>
        </pc:inkChg>
        <pc:inkChg chg="add">
          <ac:chgData name="Tem Makhurane" userId="d979715f-3f45-4e11-aa20-e05c58997df8" providerId="ADAL" clId="{B009124C-6764-406B-AA9A-0354DD94CE47}" dt="2026-08-06T16:27:18.837" v="1113" actId="9405"/>
          <ac:inkMkLst>
            <pc:docMk/>
            <pc:sldMk cId="3823891187" sldId="279"/>
            <ac:inkMk id="105" creationId="{9A472A24-92C4-8CCA-1854-6C6E93F21FF3}"/>
          </ac:inkMkLst>
        </pc:inkChg>
        <pc:inkChg chg="add del">
          <ac:chgData name="Tem Makhurane" userId="d979715f-3f45-4e11-aa20-e05c58997df8" providerId="ADAL" clId="{B009124C-6764-406B-AA9A-0354DD94CE47}" dt="2026-08-06T16:27:32.488" v="1116"/>
          <ac:inkMkLst>
            <pc:docMk/>
            <pc:sldMk cId="3823891187" sldId="279"/>
            <ac:inkMk id="106" creationId="{E018A075-A96C-29C0-5F22-276731BB8099}"/>
          </ac:inkMkLst>
        </pc:inkChg>
        <pc:inkChg chg="add">
          <ac:chgData name="Tem Makhurane" userId="d979715f-3f45-4e11-aa20-e05c58997df8" providerId="ADAL" clId="{B009124C-6764-406B-AA9A-0354DD94CE47}" dt="2026-08-06T16:27:32.488" v="1116"/>
          <ac:inkMkLst>
            <pc:docMk/>
            <pc:sldMk cId="3823891187" sldId="279"/>
            <ac:inkMk id="107" creationId="{93B28070-63B7-A66A-0F89-F0F980A1DC2E}"/>
          </ac:inkMkLst>
        </pc:inkChg>
        <pc:inkChg chg="add">
          <ac:chgData name="Tem Makhurane" userId="d979715f-3f45-4e11-aa20-e05c58997df8" providerId="ADAL" clId="{B009124C-6764-406B-AA9A-0354DD94CE47}" dt="2026-08-06T16:27:39.204" v="1118" actId="9405"/>
          <ac:inkMkLst>
            <pc:docMk/>
            <pc:sldMk cId="3823891187" sldId="279"/>
            <ac:inkMk id="108" creationId="{FF4C82BA-2D65-244D-9ACF-69D5C59E57D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8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338 472 4242,'0'0'182,"0"0"1,0 0-1,1 0 0,-1 0 1,0 0-1,0-1 0,0 1 1,0 0-1,1 0 1,-1 0-1,0 0 0,0 0 1,0-1-1,0 1 0,0 0 1,0 0-1,1 0 0,-1 0 1,0-1-1,0 1 1,0 0-1,0 0 0,0 0 1,0-1-1,0 1 0,0 0 1,0 0-1,0 0 0,0-1 1,0 1-1,0 0 1,0 0-1,0 0 0,0-1 1,0 1-1,0 0 0,-1 0 1,1 0-1,0-1 0,0 1 1,0 0-1,-11-2 3184,-22 4-2025,28-1-677,-81 10 919,-58 5-1355,141-16-246,1 0 0,-1 1 0,1-1-1,0 0 1,-1 0 0,1-1-1,-1 1 1,1 0 0,0-1-1,-1 0 1,1 1 0,0-1 0,0 0-1,-1 0 1,1 0 0,0-1-1,0 1 1,0 0 0,0-1-1,0 1 1,-2-3 0,3 1-45,0 0-1,-1 0 1,1 0 0,1 0 0,-1 0 0,0 0-1,1 0 1,-1-1 0,1 1 0,0 0 0,0 0-1,0 0 1,1 0 0,-1-1 0,2-4-1,3-13 20,1 0-1,1 0 0,1 1 0,0 0 0,2 1 0,0 0 0,1 1 0,1-1 0,1 2 0,0 0 0,1 1 1,24-22-1,-18 20 45,1 1 1,1 1-1,0 1 1,1 1-1,0 0 1,1 2-1,1 1 1,0 1-1,44-11 0,-62 19 57,0 0-1,1 1 0,-1 0 0,0 1 0,1-1 0,-1 1 0,13 2 0,-18-1 11,1-1 0,0 1-1,-1 0 1,1 0-1,-1 0 1,0 0-1,1 1 1,-1-1-1,0 1 1,0-1 0,0 1-1,0 0 1,0 0-1,0 0 1,0 0-1,-1 0 1,1 0 0,-1 0-1,1 0 1,-1 1-1,0-1 1,0 1-1,0-1 1,0 4-1,3 7 260,-2 1 1,0 0-1,-1 0 0,0 0 0,-1 0 0,0 0 0,-3 16 0,-22 98 1025,5-46-1141,-4-2 0,-3-1 0,-4-1 1,-49 91-1,31-61-1036,33-70-960,13-34 112,3-7-1634,1-8-3166,3-3 682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9044,'0'20'9933,"2"2"-5146,-1 2-4251,-3 49-1,1-69-423,0 15-510,4-18-367,5-8-347,5-11 971,2 1 0,0 1 0,1 0 0,0 1 1,1 1-1,1 1 0,0 0 0,26-13 0,-44 26 192,0 0-1,1-1 0,-1 1 0,1 0 1,-1 0-1,1-1 0,-1 1 0,1 0 1,-1 0-1,1 0 0,-1 0 0,1 0 1,-1 0-1,1 0 0,0 0 0,-1 0 1,1 0-1,-1 0 0,1 0 0,-1 0 0,1 0 1,-1 1-1,1-1 0,-1 0 0,1 0 1,-1 0-1,1 1 0,0 0 0,2 15 893,-13 31-198,6-32-733,2-5-169,-3 20-15,8-14-3360,-2-15 3255,-1-1-1,1 0 1,0 0-1,-1 1 1,1-1-1,-1 0 1,1 0-1,0 0 1,-1 0-1,1 0 1,0 0-1,-1 0 1,1 0-1,0 0 1,-1 0-1,1 0 1,0 0-1,-1 0 1,1-1-1,-1 1 1,1 0 0,0 0-1,-1-1 1,1 1-1,0-1 1,1 0-1035,17-6-4587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 9973,'0'0'311,"1"0"0,-1-1 0,0 1 0,1 0 0,-1-1 1,0 1-1,1-1 0,-1 1 0,0 0 0,0-1 0,1 1 0,-1-1 1,0 1-1,0-1 0,0 1 0,0-1 0,1 1 0,-1-1 1,0 0-1,0 1 0,0-1 0,0 1 0,0-1 0,0 1 1,-1-1-1,1 1 0,0-1 0,0 1 0,-1-2 0,-14 7 3842,-27 22-2738,37-24-980,-5 4-281,-1-1-140,1 1 0,0 0 0,0 1 0,1 0 0,-13 15 0,21-23-65,1 1 1,0-1-1,0 0 1,0 1 0,-1-1-1,1 1 1,0-1-1,0 1 1,0-1-1,0 0 1,0 1 0,0-1-1,0 1 1,0-1-1,0 1 1,0-1 0,0 1-1,0-1 1,0 0-1,1 1 1,-1-1-1,0 1 1,0-1 0,0 1-1,0-1 1,1 0-1,-1 1 1,0-1 0,1 0-1,-1 1 1,0-1-1,0 0 1,1 1-1,-1-1 1,1 0 0,-1 0-1,0 1 1,1-1-1,22 12-962,-11-7 588,-8-3 408,-1 0 0,0 0 0,0 0 0,1 1 0,-1-1 0,-1 1 0,1-1 0,0 1 0,-1 0 0,1 0 0,-1 1-1,0-1 1,0 0 0,0 1 0,0-1 0,-1 1 0,0 0 0,1-1 0,-1 1 0,-1 0 0,1 0 0,0 0-1,-1-1 1,0 1 0,0 0 0,0 0 0,0 0 0,-1 0 0,1 0 0,-1 0 0,0-1 0,0 1 0,-1 0-1,1-1 1,-1 1 0,0-1 0,0 1 0,0-1 0,0 0 0,0 0 0,-5 5 0,0 0-59,0 0-1,-1 0 1,0-1 0,-14 9 0,-4-1-4564,19-14-85,3-6-856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6035,'4'4'6748,"2"11"-3589,-1-5-2235,-2-5-790,0-2 0,0 1-1,0 0 1,0 0-1,1-1 1,0 0 0,-1 0-1,1 0 1,1 0-1,-1 0 1,0-1-1,1 0 1,-1 0 0,1 0-1,-1-1 1,1 1-1,0-1 1,0 0 0,0 0-1,-1-1 1,1 0-1,9 0 1,-7 0-73,0-1 0,0 0 0,0-1 0,-1 1-1,1-1 1,0-1 0,-1 1 0,1-1 0,-1 0 0,0-1 0,0 0 0,0 0 0,-1 0 0,1 0 0,8-10 0,-13 13-16,-1 1 0,1-1 0,0 0 1,-1 0-1,1 0 0,-1 1 1,1-1-1,-1 0 0,1 0 1,-1 0-1,0 0 0,1 0 0,-1 0 1,0 0-1,0 0 0,0 0 1,0 0-1,0 0 0,0 0 0,0 0 1,0 0-1,0 0 0,0 0 1,0 0-1,-1 0 0,1 0 1,-1-1-1,0 0 41,-1-1 1,1 1-1,-1 0 0,0 0 1,1 0-1,-1 0 0,0 1 1,0-1-1,-1 0 0,-2-1 1,-1-1 109,1 1 0,-1 0 0,0 1 0,0 0 0,0-1 0,0 2 1,0-1-1,-9 0 0,11 2-148,0 0 0,0 1 0,0 0 0,0 0 0,1 0 0,-1 0 0,0 1 0,1-1 0,-1 1-1,1 0 1,-1 0 0,1 0 0,0 1 0,0-1 0,0 1 0,0-1 0,0 1 0,1 0 0,-1 0 0,1 1 0,0-1 0,0 0 0,0 1 0,0-1 0,1 1 0,-1 0 0,0 3 0,-3 7-266,1 0 0,1 0 1,0 1-1,1-1 0,1 1 0,0 15 0,1-24-333,0 1 0,1 0 0,0 0 0,0-1-1,0 1 1,1 0 0,4 9 0,-5-13-75,1 1-1,0 0 1,0-1 0,1 1 0,-1-1-1,1 0 1,0 0 0,0 0 0,0 0 0,0 0-1,0 0 1,0-1 0,6 3 0,20 7-4350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86 6803,'0'0'321,"1"-1"1,-1 0-1,1 1 0,0-1 0,-1 1 1,1-1-1,0 1 0,-1-1 0,1 1 0,0-1 1,0 1-1,-1 0 0,1-1 0,0 1 1,0 0-1,-1 0 0,1 0 0,0 0 1,0 0-1,0-1 0,0 1 0,-1 1 1,1-1-1,0 0 0,0 0 0,0 0 0,-1 0 1,1 0-1,0 1 0,0-1 0,-1 0 1,1 1-1,0-1 0,0 1 0,0 0 1,0 1-96,0-1 0,0 1 0,-1-1 0,1 1 0,-1 0 0,1-1 0,-1 1 0,0 0 0,0 0 0,1-1 0,-1 1 0,-1 0 1,1-1-1,0 1 0,0 0 0,-1 0 0,1 1 0,0-2-181,0 0 1,0-1-1,0 1 0,0 0 1,-1 0-1,1 0 0,0-1 1,0 1-1,0 0 0,-1 0 1,1-1-1,0 1 0,-1 0 1,1-1-1,0 1 1,-1 0-1,1-1 0,-1 1 1,1-1-1,-1 1 0,1 0 1,-1-1-1,0 1 0,1-1 1,-1 0-1,0 1 0,1-1 1,-1 0-1,0 1 0,1-1 1,-1 0-1,0 0 0,0 1 1,1-1-1,-1 0 1,0 0-1,0 0 0,0 0 1,1 0-1,-2 0 0,0-1-5,1 0 0,0 0-1,0 0 1,-1 0 0,1 0-1,0 0 1,0 0 0,0 0-1,0 0 1,0 0 0,1-1-1,-1 1 1,0 0 0,0-1-1,1 1 1,-1 0 0,1-1-1,-1 1 1,1-1 0,0 1-1,0-3 1,-1-1 21,0-1-1,1 0 1,0 1-1,0-1 1,1 0 0,0 1-1,0-1 1,0 0 0,0 1-1,4-9 1,-4 11-259,1 1 0,-1 0 0,0-1 0,1 1 0,0 0 0,-1 0-1,1 0 1,0 0 0,0 0 0,4-2 0,-4 2-501,0 1 0,0 0 0,0 0 0,1 0 0,-1 0 0,1 1 0,-1-1 0,0 1 0,1-1 0,-1 1 0,1 0-1,-1 0 1,4 0 0,13 2-4271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9 11157,'-2'-8'8948,"-3"18"-5321,-3 21-1256,-21 121 2932,-22 74-3942,49-217-1417,-8 33 149,-6 50 0,14-81-232,1 0 0,1 0 1,0 1-1,0-1 0,1 0 1,1 0-1,0 0 1,0-1-1,1 1 0,4 10 1,-6-19-211,0 0-1,0 0 1,0 0 0,1 0 0,-1 0 0,0 0-1,1 0 1,-1-1 0,4 4 0,-4-5-86,1 1 0,-1 0 1,1-1-1,-1 1 0,0-1 0,1 1 0,-1-1 1,1 1-1,-1-1 0,1 0 0,-1 0 1,1 0-1,-1 0 0,1 0 0,-1 0 1,1 0-1,-1-1 0,1 1 0,-1 0 0,1-1 1,-1 1-1,1-1 0,0 0 0,15-9-6333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11957,'2'-4'2642,"11"-4"-433,8-3 848,10 1-1376,19-1-1137,9-1-512,3 1-32,9-1-1184,3 1-1794,-5 3-4833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18 4866,'4'-5'4260,"7"-8"617,-8 14-3310,-4 11-52,-24 118-976,18-44-10335,7-77 6882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10325,'4'-29'2129,"2"6"-1233,-2 12 545,-2 7 143,5 6-991,3 4-561,-2 7-32,3 4-592,-3 1-1057,-4 7-1745,-4 1-1376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6947,'-16'6'3099,"14"-5"-606,7 0 108,2 0-1107,-3 0-1208,-1 0 1,1 0-1,0 0 0,-1 0 0,1 1 0,-1-1 0,0 1 0,1 0 0,4 4 0,-4-3-250,0 1 0,0 0 0,0 0 0,0 0 0,-1 0 0,0 1 0,1-1-1,-2 1 1,1 0 0,0 0 0,-1 0 0,0 0 0,0 1 0,-1-1 0,1 0 0,-1 1-1,0-1 1,0 7 0,-1-15-67,1 0 0,0 1 0,-1-1 0,1 0-1,1 1 1,-1-1 0,0 1 0,1 0 0,-1-1 0,1 1 0,0 0-1,0 0 1,-1 0 0,1 0 0,1 0 0,2-2 0,38-26 40,-41 29 28,1-1 1,-1 1-1,0 0 1,1-1-1,-1 1 1,1 0-1,0 1 1,-1-1-1,1 0 1,0 1-1,-1-1 1,1 1-1,5 0 1,-7 1 8,0-1 1,1 1 0,-1 0 0,0-1 0,1 1 0,-1 0-1,0 0 1,0 0 0,0 0 0,0 0 0,0 0 0,0 1-1,0-1 1,0 0 0,0 0 0,-1 1 0,1-1 0,0 0-1,-1 1 1,1-1 0,-1 1 0,1-1 0,-1 1-1,0-1 1,0 4 0,2 3-389,-1 0-1,0 0 0,-1 0 1,-1 15-1,-6 13-6612,3-23 1940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8180,'-4'8'3185,"-7"9"-1600,-5 10 800,-5 9 272,2 12-928,0 8-544,-2 7-145,4 4-144,1 0-415,1-4-289,3-7-144,1-10-48,5-8-304,4-13-609,2-6-928,2-9-784,0-6-1777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5875,'0'0'4290,"2"0"-3266,3 0 257,3 3 832,7-3-1025,3 2-736,8 0 209,5 0-209,4-2-144,5-2-96,2-2-112,0-1-272,0 1-641,-7 0-960,-1 0-1040,-3 2-1505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27 2145,'-11'7'3133,"-31"21"3525,7 3-3490,32-28-3106,1 1 1,0-1-1,-1 1 0,1 0 1,0-1-1,1 1 0,-1 0 1,1 0-1,0 0 0,0 0 1,0 1-1,0-1 0,1 0 1,0 0-1,-1 0 0,2 1 1,-1-1-1,0 0 0,1 0 1,2 8-1,-1-4-32,0 0 1,1 0-1,0 0 1,0-1-1,0 0 1,1 1-1,1-1 1,-1 0-1,1-1 1,0 1 0,0-1-1,1 0 1,0-1-1,0 1 1,11 7-1,-15-13-42,0 1 0,0-1 0,0 1 0,0-1-1,0 0 1,1 0 0,-1 0 0,0 0 0,0 0 0,0-1 0,0 1-1,0-1 1,0 1 0,1-1 0,-1 0 0,0 1 0,0-1 0,-1 0-1,1 0 1,0-1 0,0 1 0,0 0 0,-1-1 0,1 1 0,-1-1-1,1 1 1,1-4 0,5-3-14,-1-1-1,-1 0 1,0 0-1,6-12 1,-8 12 107,0 1 0,-1-1-1,0 0 1,-1 0 0,0-1 0,0 1 0,-1 0 0,0-1-1,0 1 1,-2-14 0,1 17-164,-1 0 1,0 0-1,0 1 0,0-1 0,-1 0 1,0 0-1,0 1 0,0-1 0,-1 1 1,0-1-1,0 1 0,0 0 0,-1 0 1,1 1-1,-1-1 0,-1 1 0,-5-6 1,8 8-568,0 1 1,0 0-1,1 0 1,-1 0-1,0 1 1,0-1-1,0 0 1,0 1-1,0-1 0,-4 1 1,-5-1-5234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43 6547,'1'0'307,"-1"-1"0,1 0 0,-1 0 0,0 0 0,1 0 0,-1 1 0,0-1 0,0 0-1,0 0 1,0 0 0,0 0 0,0 0 0,0 0 0,0 0 0,0 1 0,0-1 0,0 0 0,0 0 0,-1 0 0,1 0 0,0 0 0,-1 1 0,0-2 0,0 0-57,0 1 0,0 0 1,0 0-1,-1-1 0,1 1 1,-1 0-1,1 0 1,0 0-1,-1 0 0,0 1 1,-1-2-1,-1 0-32,-1 1 0,1 0 0,0 0 0,-1 0 0,1 0 0,-1 1 1,1-1-1,-8 1 0,-4 3 98,0 0 0,0 1 0,0 0 0,1 1 0,-1 1 0,1 0 0,1 1 0,-1 1 0,1 1 0,-26 19 0,39-27-327,-1 1 1,0-1-1,1 0 0,-1 1 0,1 0 1,-1-1-1,1 1 0,0 0 1,0 0-1,0-1 0,0 1 1,0 0-1,0 0 0,0 0 0,1 0 1,-1 0-1,1 1 0,-1-1 1,1 0-1,0 0 0,0 0 1,0 0-1,0 0 0,0 1 0,0-1 1,1 0-1,-1 0 0,1 0 1,-1 0-1,1 0 0,0 0 1,0 0-1,0 0 0,0 0 0,0 0 1,0-1-1,3 3 0,-2-1-42,1-1 1,0 1-1,0-1 0,0 0 0,1 0 0,-1 0 0,0 0 0,1 0 0,0-1 0,-1 0 0,1 1 0,0-1 0,-1-1 0,1 1 0,0 0 1,0-1-1,0 0 0,0 0 0,-1 0 0,6-1 0,0-1 15,0-1 0,0 1 0,-1-1 1,1-1-1,-1 0 0,0 0 0,0 0 1,0-1-1,7-6 0,-10 7 149,0 0 0,-1 0 0,1-1 0,-1 1 0,0-1-1,-1 0 1,1 0 0,-1 0 0,0-1 0,0 1 0,-1-1 0,1 1 0,-1-1 0,2-8 0,-4 5 1414,-4 9-522,-10 20-130,-16 36-646,29-53-314,0-1-1,0 1 1,0-1-1,0 1 1,1 0-1,-1-1 1,1 1-1,-1 0 1,1 0 0,0-1-1,0 1 1,0 0-1,1 0 1,-1-1-1,1 1 1,-1 0-1,1-1 1,0 1-1,0-1 1,0 1-1,1-1 1,-1 1 0,0-1-1,1 0 1,-1 1-1,3 1 1,1 0-847,-1-1 0,1 0 1,0 0-1,0 0 0,0 0 0,0-1 1,1 1-1,-1-1 0,1-1 0,-1 1 1,12 1-1,23 2-5650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 5891,'2'-9'2273,"-2"1"-961,0-1 785,3 5 1249,-1 8-1954,0 11-175,-2 8 368,0 11-305,-4 9-127,-3 8-641,1 1-416,2-4-96,0-8-352,2-7-929,-1-8-1056,3-6-2177,3-9-1328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94 4434,'0'-4'466,"0"1"-1,0 0 1,0-1 0,0 1 0,1 0-1,0-1 1,0 1 0,-1 0 0,2 0-1,-1-1 1,0 1 0,1 0-1,-1 0 1,1 0 0,0 1 0,0-1-1,4-4 1,-2 4-243,0 0 1,0 1-1,1-1 1,-1 1-1,1 0 0,0 0 1,-1 0-1,1 1 1,0-1-1,0 1 0,8-1 1,8-1 204,0 0 0,0 2 0,0 0 0,0 1 0,0 2 0,34 5 0,-53-7-360,0 1 0,0-1 1,0 1-1,0 0 0,0 0 1,0 0-1,0 0 0,0 0 1,0 0-1,0 0 0,0 1 0,-1-1 1,1 1-1,-1-1 0,1 1 1,-1-1-1,0 1 0,1 0 1,-1 0-1,0 0 0,0 0 1,1 4-1,-1-2-14,0 0 1,-1 0-1,0 0 0,0 0 1,0 0-1,0 0 0,0-1 1,-1 1-1,0 0 0,0 0 1,-2 7-1,-2 1-24,0-1 0,-1 0 0,0 0 0,0 0 0,-1-1-1,-1 1 1,-9 9 0,-10 3-39,20-17-152,0 0 0,0 0 1,1 1-1,0 0 0,-7 9 0,13-16 99,0 1-1,0-1 0,0 1 1,0-1-1,0 0 0,0 1 0,0-1 1,1 1-1,-1-1 0,0 1 0,0-1 1,0 0-1,0 1 0,1-1 0,-1 1 1,0-1-1,0 0 0,1 1 0,-1-1 1,0 0-1,0 0 0,1 1 0,-1-1 1,0 0-1,1 1 0,-1-1 0,1 0 1,-1 0-1,0 0 0,1 0 1,-1 1-1,1-1 0,19 8-566,-15-5 420,6 1-14,0 2-1,0 0 1,-1 0-1,19 16 0,-27-20 284,1 0 0,-1 0 0,0 0 0,0 0 0,0 0 0,-1 1 0,1-1-1,-1 1 1,1-1 0,-1 1 0,0 0 0,0 0 0,0-1 0,0 1 0,0 0 0,-1 0-1,1 0 1,-1 0 0,0 0 0,0 0 0,0 0 0,0 0 0,-1-1 0,1 1 0,-1 0-1,0 3 1,-2 1 124,0 1 0,0-1 0,0 0 0,-1-1 0,0 1 0,-1-1 1,1 1-1,-1-1 0,0-1 0,-1 1 0,1-1 0,-1 0 0,0 0 0,-1 0 0,1-1 0,-1 0 0,0 0 0,0-1 0,0 0 0,0 0 0,0-1 0,-1 1 0,1-2 0,-1 1 0,0-1 0,1 0 0,-1-1 0,0 0 0,0 0 0,1-1 0,-1 1 0,0-2 0,1 1 0,-1-1 0,1 0 0,-1-1 0,1 0 0,0 0 0,-11-7 0,18 10-246,-39-27-13,26 9-3468,13 17 3158,0 1 0,0-1 0,-1 0-1,1 1 1,0-1 0,0 0 0,1 1 0,-1-1 0,0 0 0,0 1 0,0-1 0,0 1-1,1-1 1,-1 0 0,0 1 0,0-1 0,1 1 0,-1-1 0,0 1 0,1-1-1,-1 1 1,1-1 0,-1 1 0,1-1 0,-1 1 0,1 0 0,-1-1 0,1 1 0,0-1-1,9-3-6129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34 4594,'0'-2'608,"-1"0"0,0 1 0,0-1 0,0 0 0,0 1 1,0-1-1,0 1 0,0-1 0,0 1 0,-1-1 0,1 1 0,-1 0 0,1 0 0,-1-1 0,1 1 0,-1 0 0,-3-1 1,1 1-131,0-1 0,0 1 1,0 0-1,-1 0 1,1 1-1,0-1 0,-7 1 1,-4 1 135,1 0 0,-1 2 0,-22 5 0,19-4-453,0 2-1,0-1 1,0 2-1,1 1 1,-22 12-1,38-20-206,1 1-1,-1-1 0,1 0 0,-1 1 0,1-1 0,-1 0 0,1 1 0,-1-1 0,1 0 0,-1 1 0,1-1 0,0 1 0,-1-1 0,1 1 1,0-1-1,-1 1 0,1-1 0,0 1 0,0-1 0,-1 1 0,1-1 0,0 1 0,0-1 0,0 1 0,0 0 0,0-1 0,0 1 1,0-1-1,0 1 0,0 0 0,0 0 0,1 0-49,0 0 1,-1 0-1,1 0 1,0 0-1,0 0 1,0 0-1,0 0 1,0 0-1,0 0 0,0-1 1,1 1-1,-1 0 1,2 0-1,47 15-2270,-45-14 1926,86 27-3272,-82-26 3705,0 1-1,-1 0 1,0 1-1,0 0 0,0 0 1,0 1-1,-1 0 0,8 8 1,-14-13 150,1 1 1,-1-1-1,0 0 0,0 1 1,0 0-1,0-1 1,0 1-1,-1 0 1,1-1-1,0 1 0,-1 0 1,0 0-1,1-1 1,-1 1-1,0 0 0,0 0 1,0 0-1,0 0 1,0 0-1,0-1 1,-1 4-1,0-2 125,0 1-1,-1-1 1,0 0-1,1 1 1,-1-1 0,0 0-1,0 0 1,-1 0-1,1-1 1,-4 4 0,-6 4 481,1-1 0,-2 0 0,1-1 0,-17 8 0,0-1-712,0-2-1,-40 13 1,59-24-1442,6-3-769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5186,'-7'12'9388,"5"-10"-8587,1 0 0,0 0 0,0 0 0,0 0 0,0 0 0,0 0 0,0 1 0,1-1 0,-1 3 0,-5 28 1419,-15 46-1,-16 28-1096,-18 64-3100,55-155 330,0-12-1369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92 5635,'-30'-2'4296,"25"1"-707,21 0-1200,103-5 660,59-18-3013,-53 6 125,-11 4 803,91-12 5783,-232 44-5286,13-9-4967,2-2-3776,5-3-156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2145,'8'4'3105,"-1"-2"-1776,-1-2 176,-2 0 272,0 0-49,2 0-239,-3 4 32,3 13 31,-12-7-143,-3 3-336,-1 0-513,-7 3-416,-12 18-144,-7 3-16,-4 1-1009,3-3-2160,10-3-2946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 4818,'8'9'9067,"-19"-6"-2795,-2 0-5433,-11 5 353,1 1 0,-35 18 0,48-22-1141,0 1 1,1 0-1,-1 1 1,1 0-1,1 0 1,0 1-1,0 0 1,-8 10-1,15-16-49,0-1 0,0 0 0,0 1-1,0-1 1,0 1 0,0 0-1,0-1 1,0 1 0,0 0-1,1-1 1,-1 1 0,1 0-1,-1 0 1,1 0 0,0-1-1,0 1 1,-1 0 0,1 0-1,1 0 1,-1 0 0,0-1-1,0 1 1,1 0 0,-1 0 0,1 0-1,-1-1 1,1 1 0,0 0-1,0-1 1,0 1 0,0 0-1,0-1 1,0 1 0,0-1-1,0 0 1,1 1 0,-1-1-1,0 0 1,1 0 0,-1 0-1,1 0 1,1 1 0,4 1 7,-1 0 0,0 0 0,1-1 0,-1 0 0,1 0-1,0-1 1,0 0 0,0 0 0,0 0 0,7-1 0,-4-1 8,0 0 0,1 0 0,-1-1 0,0 0 0,0-1 0,0 0 0,0-1 0,-1 0 0,1-1 0,-1 0 0,12-8 0,-18 10-13,0 1 0,1 0 0,-2-1 0,1 0-1,0 0 1,-1 0 0,1 0 0,-1 0 0,0-1 0,0 1-1,0-1 1,0 1 0,-1-1 0,1 1 0,-1-1 0,0 0 0,0 0-1,0 0 1,-1 0 0,0 0 0,1 0 0,-1 0 0,-1 0-1,1 1 1,0-1 0,-1 0 0,0 0 0,0 0 0,0 0-1,0 0 1,-1 1 0,-3-7 0,2 5-39,-1 0-1,0 1 1,0-1 0,0 1 0,0 0-1,0 0 1,-1 1 0,0-1-1,0 1 1,0 0 0,0 0-1,0 0 1,-1 1 0,1 0 0,-1 0-1,1 1 1,-11-3 0,-23 2-2566,35 3 1829,1-1-1,-1 1 1,0 0 0,1 0-1,-1 0 1,0 0-1,-4 3 1,2 2-4404,5 0-536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7443,'28'5'9475,"-5"9"-3335,-20-10-5629,0-1 0,0 1-1,0-1 1,0 1 0,-1 0-1,1 1 1,-1-1-1,0 0 1,2 7 0,-1-2-392,-1 0 1,0 0 0,-1 0 0,0 0 0,0 0 0,-1 0-1,0 0 1,-1 0 0,1 0 0,-4 11 0,4-20-131,0 0 1,0 0-1,0 1 0,-1-1 1,1 0-1,0 0 1,0 0-1,0 0 0,0 0 1,0 0-1,0 1 0,0-1 1,0 0-1,0 0 1,0 0-1,0 0 0,0 0 1,0 1-1,0-1 1,0 0-1,0 0 0,0 0 1,0 0-1,0 0 1,0 1-1,0-1 0,0 0 1,0 0-1,0 0 0,0 0 1,0 0-1,0 1 1,0-1-1,0 0 0,0 0 1,0 0-1,0 0 1,0 0-1,1 0 0,-1 1 1,0-1-1,0 0 0,0 0 1,0 0-1,0 0 1,0 0-1,1 0 0,-1 0 1,0 0-1,0 0 1,0 0-1,0 0 0,0 0 1,1 0-1,-1 0 1,0 0-1,0 0 0,0 0 1,1 0-1,11-9-428,27-32-37,-15 15 286,-11 13 234,1 0-1,1 1 1,0 1 0,1 0 0,0 1 0,0 1 0,1 0 0,33-11 0,-50 20-6,1 0 1,0 0 0,-1-1 0,1 1 0,-1 0 0,1 0-1,0 0 1,-1 0 0,1 0 0,-1 0 0,1 0 0,-1 0-1,1 1 1,0-1 0,-1 0 0,1 0 0,-1 0 0,1 0-1,-1 1 1,1-1 0,-1 0 0,1 1 0,-1-1 0,1 0-1,-1 1 1,1-1 0,-1 1 0,1 0 0,3 18 460,-11 26-250,7-42-205,-3 9-182,-6 32 192,9-43-266,0 1-1,0 0 1,0-1 0,0 1 0,0 0 0,0-1 0,0 1 0,1 0 0,-1-1 0,1 1 0,-1-1 0,2 3-1,-2-3-132,1-1-1,0 1 0,-1-1 1,1 1-1,0-1 0,0 0 0,0 1 1,-1-1-1,1 0 0,0 1 0,0-1 1,0 0-1,-1 0 0,1 0 1,0 0-1,0 0 0,0 0 0,0 0 1,0 0-1,0 0 0,-1 0 1,1 0-1,0-1 0,0 1 0,0 0 1,0-1-1,3 0-1010,12-2-5177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35 6611,'10'10'10116,"13"12"-6226,-12-16-3358,0-1-1,0 1 0,0-2 1,1 1-1,20 4 0,-27-8-551,1 0-1,0 0 1,0-1-1,-1 0 1,1 0 0,0 0-1,0 0 1,0-1-1,-1 0 1,1 0-1,-1-1 1,1 0 0,-1 0-1,7-3 1,-11 4 13,0 1 1,0-1-1,1 0 1,-1 0-1,0 0 1,-1 0-1,1-1 0,0 1 1,0 0-1,0 0 1,-1 0-1,1-1 1,0 1-1,-1 0 1,1-1-1,-1 1 1,0-1-1,1 1 1,-1 0-1,0-1 0,0 1 1,0-1-1,0 1 1,0-1-1,0 1 1,-1 0-1,1-1 1,0 1-1,-1-1 1,1 1-1,-1 0 1,1-1-1,-1 1 0,0 0 1,1 0-1,-1-1 1,-2-1-1,2 0 23,-1 0-1,-1 0 0,1 0 0,0 0 1,-1 0-1,1 0 0,-1 1 0,0-1 1,0 1-1,0 0 0,0 0 1,-1 0-1,-5-3 0,1 4 52,1 1 1,-1-1-1,0 1 0,1 1 1,-1-1-1,0 1 0,1 0 1,-1 1-1,1 0 0,-10 4 0,1 0 163,1 0 0,0 1 0,-24 15-1,38-21-206,0 0 0,0 0 0,0-1 0,1 1-1,-1 0 1,0 1 0,0-1 0,0 0-1,1 0 1,-1 0 0,1 0 0,-1 0-1,1 1 1,-1-1 0,1 0 0,0 1-1,-1-1 1,1 0 0,0 0 0,0 1-1,0-1 1,0 0 0,0 1 0,0-1-1,1 0 1,-1 1 0,0-1 0,1 0-1,-1 0 1,1 1 0,-1-1 0,2 2-1,2 6 35,1 0-1,1-1 0,8 12 1,-4-6-20,8 15-292,-9-13-89,1-1 1,22 27 0,-28-38-284,1 0 0,-1 0 0,1 0 0,0 0 0,5 3 0,-6-5-266,0-1 0,0 1 0,0 0 0,0-1 1,0 0-1,0 0 0,0 0 0,6 0 0,24-1-7295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8372,'4'4'2481,"0"0"-1264,0-2 1616,0 0-976,9 0-1137,4-2-16,1 0-63,5 3-97,3-3 144,-1 0-192,0 2-336,-2-2-160,-7 0-32,-3 2-496,-7-2-1441,-2 0-2785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 2593,'-5'12'13715,"-2"9"-6463,0 5-4369,-22 84-937,-41 213-137,135-399-5243,-49 59 2486,30-23 1,-41 36 824,1 0 0,0 0 1,0 0-1,0 1 1,1 0-1,-1 0 1,1 0-1,0 1 0,11-3 1,-17 5 120,0 0 0,1 0 1,-1 0-1,0 0 0,0 0 1,1 0-1,-1 0 0,0 1 1,1-1-1,-1 0 0,0 1 1,0-1-1,1 1 0,-1 0 1,0-1-1,0 1 0,0 0 1,0-1-1,0 1 0,0 0 1,0 0-1,0 0 0,1 1 1,0 1 27,0 0 0,-1 0 0,0 0 0,1 0 0,-1 0 0,0 0 0,0 1 0,-1-1 0,2 4 0,-1 4 116,-1 1-1,0-1 1,0 0 0,-3 18-1,1-19 54,0 0 0,-1 0 0,0 0 0,0 0 0,-1 0 0,0-1 0,-1 0 0,0 1 0,-8 9 0,10-15-54,-1 1 1,0-1 0,0 0-1,0-1 1,-1 1-1,1-1 1,-1 0-1,0 0 1,0 0 0,0-1-1,0 0 1,0 0-1,-1 0 1,1-1-1,-1 1 1,1-1 0,-1-1-1,-9 1 1,1 0 19,0-1 1,0-1-1,-1-1 1,1 0-1,-20-5 0,29 6-254,1 0-1,0-1 1,0 1-1,0-1 0,1 0 1,-1 0-1,0 0 0,1 0 1,-1-1-1,1 0 1,0 1-1,0-1 0,0 0 1,0-1-1,0 1 1,1 0-1,-1-1 0,1 0 1,0 1-1,0-1 0,0 0 1,-1-6-1,1 2-631,1 0 0,0 0 0,0 1 0,1-1 0,0 0 0,1-12 0,0 16-136,-1 0-1,1 1 0,0-1 1,1 0-1,-1 1 0,0-1 1,1 1-1,0 0 0,3-6 1,7-4-4670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 7812,'-12'-11'8006,"20"11"-1162,10 6-3054,-2 1-4942,12 9 981,17 10-517,-14-12-7495,-26-12 1940,1-4-1515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 2881,'-5'0'1215,"0"-1"0,0 1 0,1-1 1,-1 2-1,0-1 0,0 0 0,0 1 0,1 0 0,-1 0 0,0 0 0,-8 4 0,11-4-917,0 1-1,0 0 1,0-1-1,0 1 1,0 0 0,0 0-1,0 0 1,0 0 0,1 0-1,-1 1 1,1-1-1,0 0 1,0 1 0,-1-1-1,2 1 1,-1-1-1,0 1 1,0-1 0,1 1-1,-1 0 1,1-1-1,0 6 1,-4 84 1213,-2 38-1045,-31 180 1,35-298-466,0-1 0,-2 0 0,1 0 0,-1 0-1,-1 0 1,0 0 0,0-1 0,-11 14 0,14-20 9,-1-1-1,0 0 1,1 0 0,-1 0 0,-1-1-1,1 1 1,0-1 0,-1 1-1,1-1 1,-1 0 0,0-1 0,1 1-1,-1-1 1,0 1 0,0-1-1,0 0 1,0 0 0,0-1 0,0 1-1,-1-1 1,1 0 0,0 0-1,0-1 1,0 1 0,0-1 0,0 0-1,-4-1 1,-5-2 168,1-1 0,-1 0 0,1-1 0,1 0-1,-1-1 1,-15-13 0,-63-57 547,34 25-755,29 31-26,7 5-982,-35-37 0,50 43-2289,6 9 2867,-1 0-1,0 1 1,1-1-1,-1 1 1,0-1-1,1 1 1,-1-1 0,1 1-1,-1-1 1,1 1-1,-1-1 1,1 1-1,0 0 1,-1-1 0,1 1-1,-1 0 1,1-1-1,0 1 1,-1 0-1,1 0 1,0 0 0,-1 0-1,2 0 1,15-4-5663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6179,'30'0'9845,"1"0"-4255,16 1-2758,64-4-2787,-87 0-184,23-1 268,-17 6-3136,-26-1-704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12214,'-2'10'7852,"-7"-2"-4189,-19 5-2436,16-8-398,5-2-661,-17 8-14,0 0 0,1 2 1,0 1-1,2 0 1,-28 24-1,47-37-165,1 0 0,-1 0 0,1 1 0,-1-1 0,1 1 0,0-1 0,-1 1 0,1-1 0,0 1 0,0-1 0,0 1 0,0 0 0,1 0 0,-1 0 0,0-1 0,1 1 0,-1 0 0,1 0 0,0 0 0,-1 0 0,1 0 0,0 0 0,0 0 0,1 0 0,-1 0-1,0 0 1,0 0 0,1 0 0,0-1 0,-1 1 0,1 0 0,0 0 0,0 0 0,0-1 0,0 1 0,0 0 0,0-1 0,0 1 0,0-1 0,1 1 0,-1-1 0,3 2 0,3 2-77,0-1 0,0 1 1,0-1-1,0-1 0,1 0 0,0 0 0,-1 0 0,1-1 0,9 2 0,-3-2-39,0 0 0,1-1 0,-1 0 0,1-1 0,-1-1-1,1 0 1,-1-1 0,17-4 0,-27 5 131,0 0 1,0 0-1,0-1 1,-1 1-1,1-1 1,0 0-1,-1 0 1,1 0-1,-1 0 1,0-1-1,0 1 1,0-1-1,0 0 1,0 0-1,-1 0 1,1 0-1,-1 0 1,0-1-1,0 1 1,0-1-1,0 1 1,0-1-1,-1 0 1,0 0-1,0 1 1,0-1-1,0 0 1,-1 0-1,1 0 1,-1 0-1,0 0 1,0 0-1,0 0 1,-2-5-1,2 5-33,-1 0-1,0 0 0,0-1 1,0 1-1,0 0 0,-1 0 1,0 0-1,0 0 0,0 0 1,0 0-1,0 1 1,-1-1-1,0 1 0,0 0 1,0 0-1,-5-5 0,5 6-341,1 1-1,-1-1 1,0 1-1,0-1 1,0 1-1,0 0 1,0 0-1,0 0 1,-5-1-1,4 2-615,0 0-1,-1 0 1,1 0 0,0 0 0,0 1-1,0-1 1,0 1 0,-6 2 0,-15 7-6750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10325,'4'-1'1492,"1"0"0,0 0 0,0 0 0,-1 1 0,1 0 0,0 0 0,9 1 0,-8-1-889,0 2 0,0-1-1,0 1 1,0 0 0,0 0 0,7 4 0,-10-5-515,0 0 0,0 1 0,0 0 1,-1 0-1,1 0 0,0 0 1,-1 0-1,1 0 0,-1 1 0,0-1 1,0 1-1,0-1 0,0 1 0,0 0 1,0 0-1,-1 0 0,0 0 0,1 0 1,-1 0-1,0 0 0,-1 1 1,1-1-1,0 0 0,-1 1 0,0-1 1,0 6-1,-2 3 33,-1-1 0,0 0 1,-1 0-1,0-1 0,0 1 0,-1-1 1,-1 0-1,0 0 0,0 0 1,-14 15-1,18-27-1490,4-10 663,7-14-111,-1 16 572,0 0 1,0 0-1,1 1 1,0 0-1,1 0 1,0 1 0,20-12-1,84-43 282,-94 54 289,-20 9-267,0-1-1,1 1 1,-1 0-1,0 0 1,1 0 0,-1 0-1,1 0 1,-1-1-1,0 1 1,1 0-1,-1 0 1,0 0 0,1 0-1,-1 0 1,1 0-1,-1 0 1,0 0 0,1 0-1,-1 0 1,0 1-1,1-1 1,-1 0-1,1 0 1,-1 0 0,0 0-1,1 0 1,-1 1-1,0-1 1,1 0 0,-1 0-1,0 1 1,0-1-1,1 0 1,-1 0-1,0 1 1,5 17 1141,-6 26-299,0-39-794,-9 59 432,0 0-1330,10-22-3327,2-32-77,4-8-3125,2-7-3832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6883,'-1'1'376,"0"0"-1,0 0 1,1 0-1,-1 0 1,0 0 0,0 1-1,1-1 1,-1 0-1,1 0 1,-1 1-1,1-1 1,-1 0-1,1 1 1,0-1 0,0 1-1,-1-1 1,1 0-1,0 1 1,0-1-1,1 1 1,-1-1 0,1 3-1,0-1-66,0 0 1,0 1-1,1-1 0,-1 0 0,1 0 1,0 0-1,0 0 0,0 0 0,4 3 0,-2-2-201,-1 0-1,1-1 0,1 1 0,-1-1 0,0 0 0,1 0 0,0 0 0,-1-1 1,1 1-1,0-1 0,0 0 0,1-1 0,5 2 0,-3-3-92,1-1 1,-1 1-1,1-2 0,-1 1 0,0-1 1,0-1-1,0 1 0,0-1 0,8-4 1,-11 4-4,1 0 0,-1 0 1,1 0-1,-1 0 0,0-1 0,0 0 1,-1 0-1,1 0 0,-1-1 1,0 1-1,0-1 0,6-11 0,-9 15 26,0-1 0,0 1 0,0-1 0,-1 0 0,1 0 0,0 0 0,-1 1 0,0-1 0,1 0 0,-1 0 0,0 0 0,0 0 0,0 0 0,0 0 0,0 1 0,0-1 0,-1 0 0,1 0 0,-1 0-1,1 0 1,-1 1 0,-1-3 0,1 2 37,0 1-1,-1-1 1,1 1-1,-1 0 1,0 0 0,0-1-1,1 1 1,-1 0-1,0 0 1,0 1-1,0-1 1,0 0-1,0 1 1,0-1-1,0 1 1,-3-1-1,-7 0 214,0 1-1,0 0 0,0 1 0,0 0 0,-18 5 0,18-4-85,4 0-18,-1 0 0,0 0 0,1 1 0,0 0 0,-9 4 0,15-6-122,-1 0-1,1 1 0,0-1 0,0 1 0,0 0 1,0 0-1,0 0 0,0 0 0,0 0 0,0 0 0,1 0 1,-1 1-1,1-1 0,0 1 0,-1-1 0,1 1 1,0-1-1,1 1 0,-1 0 0,0-1 0,1 1 0,-1 4 1,3 53 354,0-51-346,0 0 0,0 0 0,1 0 1,0 0-1,0 0 0,1 0 0,0-1 0,9 13 0,-1 0-47,-10-18-97,2 6 52,1 1-1,1-1 0,0 0 0,0 0 1,12 12-1,-16-19-225,1 0 0,-1 0 0,0-1 0,1 1-1,-1-1 1,1 0 0,-1 1 0,1-1 0,0 0 0,4 1 0,-4-2-404,1 0 0,-1 1-1,0-1 1,1-1 0,-1 1 0,0 0 0,0-1-1,0 0 1,1 1 0,-1-1 0,3-2 0,15-7-6875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10357,'5'13'10912,"4"4"-3881,5 9-2209,-6 0-4555,-8-24-357,0-1 0,0 0 0,0 0 0,0 0 1,0 1-1,0-1 0,0 0 0,0 0 0,-1 0 0,1 0 0,-1 0 0,1 0 0,-1 0 0,1 1 0,-1-1 0,1 0 0,-1-1 0,0 1 0,1 0 0,-1 0 0,0 0 0,0 0 0,0 0 0,0-1 0,0 1 0,0 0 0,0-1 0,0 1 0,0-1 0,0 1 0,0-1 1,0 0-1,0 1 0,-1-1 0,1 0 0,0 0 0,0 0 0,0 0 0,0 0 0,-1 0 0,-1 0 0,-12 0-6092,-3 0-3417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3634,'2'-19'4432,"-2"12"-3197,1 1 0,0 0 0,0 0-1,0-1 1,1 1 0,5-11 0,-6 15-1071,0 0 1,1 0-1,-1 1 1,1-1-1,0 0 1,0 1-1,-1-1 1,1 1-1,0-1 0,0 1 1,1 0-1,-1 0 1,0 0-1,0 0 1,0 0-1,1 0 0,-1 1 1,0-1-1,1 1 1,-1-1-1,1 1 1,2 0-1,-2 0-36,-1 0 1,1 0-1,-1 0 0,1 1 1,-1-1-1,1 1 0,-1-1 1,1 1-1,-1 0 0,0 0 1,1 0-1,-1 0 0,0 0 1,0 0-1,0 1 0,0-1 0,0 1 1,2 2-1,0-1-40,-1 2 0,0-1 0,0 0-1,0 1 1,0-1 0,-1 1 0,0 0 0,2 6 0,1 7-33,0 0 0,-2 0 0,3 34 1,-5-33 35,0-1 1,-1 0-1,-1 0 1,-1 1 0,-5 26-1,6-43-55,1-1-1,0 0 0,-1 0 1,1 1-1,-1-1 1,1 0-1,-1 0 0,0 1 1,1-1-1,-1 0 1,0 0-1,0 0 1,0 0-1,0 0 0,0 0 1,0 0-1,0 0 1,0-1-1,0 1 0,0 0 1,0-1-1,-2 2 1,2-2-18,0 0 0,0-1 1,0 1-1,0 0 1,0 0-1,0 0 1,0-1-1,1 1 0,-1 0 1,0-1-1,0 1 1,0-1-1,1 1 0,-1-1 1,0 1-1,0-1 1,1 0-1,-1 1 1,0-1-1,1 0 0,-1 0 1,1 1-1,-1-1 1,1 0-1,-1 0 1,1 0-1,0 1 0,-1-1 1,1 0-1,0 0 1,0 0-1,0 0 0,-1-1 1,-1-9 4,0 0 1,0 0-1,1-1 1,1 1-1,0 0 1,0-1-1,3-14 1,19-78-679,-17 85 139,0 1 0,2 1-1,0-1 1,14-25 0,-17 37-263,1-1 0,-1 1-1,1 0 1,1 0 0,10-9 0,-12 11-217,0 1 0,1 0 0,0 0 0,0 1 0,0-1 0,0 1 0,0 0 0,0 1 0,7-2 0,16-1-3971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34 4754,'17'-2'8552,"-24"6"-1485,-6 2-4554,-1 4-3578,7-4 1123,0 0 1,0 0 0,1 1 0,0 0 0,0 0 0,1 0-1,0 1 1,0 0 0,-4 10 0,7-15-72,1 0 0,0 0 0,0 0 0,0 0 1,0 0-1,0 0 0,1 0 0,0 0 0,-1 0 0,1 1 0,0-1 1,0 0-1,1 0 0,-1 0 0,1 0 0,-1 1 0,1-1 0,0 0 0,0 0 1,1 0-1,-1-1 0,1 1 0,-1 0 0,1 0 0,0-1 0,0 1 1,0-1-1,0 0 0,0 1 0,4 1 0,-4-2 5,1 0 0,-1-1 0,1 0-1,-1 1 1,1-1 0,0 0 0,0 0 0,-1 0-1,1-1 1,0 1 0,0-1 0,0 1 0,0-1 0,0 0-1,5-1 1,-2 0 13,0 0-1,1 0 1,-1-1 0,0 0-1,0 0 1,-1-1 0,8-3-1,-5 2 70,-1-1-1,1 0 1,-1 0-1,0-1 1,0 0-1,-1 0 1,0-1 0,0 0-1,0 0 1,6-11-1,-10 13 61,0-1 0,0 1 1,-1-1-1,0 0 0,0 0 0,-1 1 0,1-1 0,-1 0 1,0 0-1,-1 0 0,1 1 0,-1-1 0,-1 0 0,1 1 1,-1-1-1,-3-7 0,4 11-184,0-1 1,0 0-1,-1 1 1,1-1-1,-1 1 1,0 0-1,0-1 1,0 1-1,0 0 1,0 0-1,0 0 1,0 0-1,-1 1 1,-3-3-1,4 3-229,-1 1 0,1-1 0,0 0 1,-1 1-1,1 0 0,0-1 0,-1 1 0,1 0 0,0 0 0,-1 1 0,1-1 0,-1 0 0,1 1 0,0-1 0,-1 1 0,1 0 0,0 0 1,0 0-1,0 0 0,-3 1 0,-4 5-4174,3 1-984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7475,'-3'1'5975,"-14"11"-2190,-25 39-40,30-36-3418,1 1 1,1 0 0,-11 23-1,20-36-318,0-1-1,0 1 1,0 0-1,0 0 1,0-1-1,1 1 1,-1 0-1,1 0 1,0 0 0,-1 0-1,2 0 1,-1 0-1,0 0 1,0 0-1,1-1 1,0 1-1,-1 0 1,1 0-1,0-1 1,3 5-1,-2-3 10,1-1 0,0 1-1,0-1 1,0 1-1,0-1 1,0 0-1,1 0 1,0-1-1,-1 1 1,1-1-1,0 0 1,5 3 0,-1-2-12,-1 0 0,1-1 1,0 1-1,0-1 1,0-1-1,0 0 1,0 0-1,0 0 1,1-1-1,-1 0 1,0-1-1,0 0 1,0 0-1,11-3 0,-16 2 12,0 0-1,0 1 0,0-1 1,0 0-1,-1-1 0,1 1 1,-1 0-1,0-1 0,0 0 0,1 1 1,-2-1-1,1 0 0,0 0 1,-1 0-1,1 0 0,-1 0 1,0 0-1,0-1 0,0 1 1,0 0-1,-1-1 0,1 1 0,-1 0 1,0-1-1,0 1 0,0-1 1,0 1-1,-1 0 0,-1-7 1,2 6-140,-1 0 1,0 0 0,0 0 0,0 0 0,-1 0-1,0 0 1,1 0 0,-1 0 0,0 0 0,-1 1 0,1-1-1,-1 1 1,1 0 0,-1 0 0,0 0 0,0 0-1,-1 0 1,1 1 0,0-1 0,-1 1 0,0 0-1,1 0 1,-1 0 0,-5-1 0,7 2-312,1 1 0,-1 0 0,1 0 0,-1 0 0,1 0 0,-1 0 1,1 0-1,-1 0 0,1 1 0,-1-1 0,1 0 0,-1 1 0,1-1 0,-3 2 0,-5 4-4793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29 9076,'6'-28'12744,"-6"28"-12630,-6 17 1622,-43 121 2804,26-77-3855,2 0 0,-17 87 0,37-138-702,-9 68 162,9-70-262,1 1 0,0-1 1,1 1-1,0-1 0,0 0 0,0 0 1,5 11-1,-5-17-23,0 0 0,0 0-1,0 0 1,0-1 0,1 1 0,-1 0 0,1-1 0,-1 1-1,1-1 1,-1 1 0,1-1 0,0 0 0,0 0 0,0 0-1,0 0 1,0 0 0,0 0 0,0 0 0,0 0 0,0-1 0,0 1-1,0-1 1,0 0 0,1 0 0,-1 0 0,0 0 0,0 0-1,3 0 1,8-2-948,-1 1 0,0-2 0,19-5 0,-30 7 946,86-31-8886,-42 11 2566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 6403,'-4'-9'2881,"8"1"-944,11 2 480,6-1 16,4 3-912,6 4-320,3 0-209,4 4-48,3 0-703,7-1-241,3-1-48,9-2-1249,1-5-2193,4 1-3457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6867,'10'-11'9742,"4"-2"4083,-7 15-10631,1 8-4055,-2-7 667,-6-7-5727,0-1-2339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5683,'16'-20'4473,"-13"16"-3570,0 0 1,0 0-1,1 1 1,-1-1-1,1 1 1,0-1-1,4-2 1,-7 6-768,0-1-1,1 1 1,-1 0-1,0 0 1,0 0 0,0 0-1,0 0 1,0 1-1,0-1 1,1 0 0,-1 0-1,0 1 1,0-1-1,0 1 1,0-1 0,0 1-1,0-1 1,0 1-1,0 0 1,0-1 0,-1 1-1,1 0 1,0 0-1,0 0 1,-1 0 0,1-1-1,0 1 1,-1 0-1,1 0 1,-1 0 0,1 0-1,-1 1 1,1 0-1,16 38 910,-17-38-1004,6 16 201,0 0-1,-1 0 1,-2 0 0,4 36-1,-7-54-228,0 1 0,0-1 0,0 0-1,0 1 1,0-1 0,0 1 0,0-1-1,0 0 1,0 1 0,0-1 0,-1 1-1,1-1 1,0 0 0,0 1 0,0-1-1,-1 0 1,1 1 0,0-1-1,0 0 1,0 1 0,-1-1 0,1 0-1,0 1 1,-1-1 0,1 0 0,0 0-1,-1 1 1,1-1 0,0 0 0,-1 0-1,1 0 1,0 0 0,-1 0 0,1 1-1,-1-1 1,-18-5 161,-14-15-116,32 18-54,-1 0-1,1 0 0,0 0 0,0 0 0,0 0 0,0 0 0,0 0 0,1 0 0,-1 0 0,0 0 0,1-1 0,0 1 1,-1 0-1,1 0 0,0-1 0,0 1 0,0 0 0,1 0 0,-1-1 0,1 1 0,-1 0 0,1 0 0,-1 0 0,1 0 1,0-1-1,0 1 0,0 1 0,3-5 0,2-3-57,0-1 1,1 1-1,0 0 0,11-10 1,7-5-317,0 2 1,1 1-1,36-22 1,-45 33-1650,0 0 0,1 2 0,34-13 0,-30 16-2989,1 4-1197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98 6995,'-6'1'7741,"-6"-1"-4461,-2 1-1332,2 2-1124,-1 1 0,1 0 1,-15 8-1,23-10-769,0 0 0,0 0 0,0 0-1,0 1 1,1 0 0,-1-1 0,1 1 0,0 1-1,-1-1 1,2 0 0,-1 1 0,-5 7 0,8-8-39,-1 1 1,0-1 0,1 1 0,0-1 0,0 1 0,0-1-1,0 1 1,0-1 0,1 1 0,-1-1 0,1 0 0,0 1-1,0-1 1,3 6 0,23 44 8,-26-50-30,1-1-1,-1 1 1,1-1 0,0 1-1,0-1 1,0 1 0,0-1-1,1 0 1,-1 0 0,0 0-1,1 0 1,0-1 0,-1 1-1,1-1 1,0 1 0,0-1-1,0 0 1,0 0 0,4 1-1,-2-2-13,-1 0 0,1 0 1,-1-1-1,1 0 0,-1 1 0,1-1 0,-1-1 0,0 1 0,0-1 1,1 1-1,-1-1 0,7-5 0,1-1 10,-1 0 1,1 0 0,-2-1-1,1-1 1,-2 0-1,1 0 1,-1-1-1,-1 0 1,15-24-1,-20 30 24,0-1-1,0 0 0,-1 1 1,0-1-1,0 0 0,0 0 1,0 0-1,-1 0 1,0-1-1,-1 1 0,1 0 1,-1 0-1,0-1 1,-1 1-1,1 0 0,-1 0 1,-1-1-1,1 1 0,-1 0 1,0 0-1,0 0 1,-1 1-1,0-1 0,-4-7 1,5 11-129,1 1 0,0-1 0,-1 1 1,1-1-1,-1 1 0,0-1 0,1 1 0,-1 0 1,0 0-1,0 0 0,0 0 0,0 0 0,0 0 1,0 1-1,0-1 0,0 1 0,0-1 0,0 1 1,0 0-1,-1 0 0,-3 0 0,3 0-649,-1 1 0,1-1 0,0 1 1,-1 0-1,1 0 0,0 0 0,0 1 0,-1-1 0,1 1 0,0-1 0,1 1 0,-1 0 0,-3 3 0,-3 5-3423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30 4370,'16'-15'6266,"-16"15"-6057,0 0 0,1-1-1,-1 1 1,0 0 0,0-1 0,0 1 0,0 0-1,1-1 1,-1 1 0,0-1 0,0 1 0,0 0-1,0-1 1,0 1 0,0 0 0,0-1 0,0 1-1,0-1 1,0 1 0,0 0 0,0-1 0,-1 1-1,1 0 1,0-1 0,0 1 0,0 0 0,0-1-1,-1 1 1,-11-4 3950,-10 10-3583,9 1-167,0 1-1,0 0 1,1 0 0,-20 19 0,28-23-395,-1 1 0,1-1 1,0 1-1,1-1 1,-1 1-1,1 0 0,0 1 1,0-1-1,0 0 1,1 1-1,0-1 0,0 1 1,0 0-1,-1 10 1,3-14-44,0 0 0,0-1 0,0 1 0,0 0 1,0 0-1,0-1 0,1 1 0,-1 0 0,0-1 1,1 1-1,0 0 0,-1-1 0,1 1 1,0-1-1,0 1 0,0-1 0,0 1 0,0-1 1,0 1-1,0-1 0,2 2 0,0-2-6,-1 1 0,1-1 0,-1 0 0,1 0 0,0 0 0,-1 0 0,1 0 0,0-1 0,0 1 0,0-1 0,5 1 0,6-2-38,0 0-1,1-1 1,-1 0 0,15-5 0,-26 6 65,5-1 16,0-1 0,0 1 0,0-1-1,-1-1 1,0 1 0,1-1 0,-1-1 0,-1 1-1,1-1 1,7-7 0,-12 10 27,0 0 1,0 0-1,-1-1 0,1 1 1,-1 0-1,1-1 1,-1 1-1,0-1 0,0 1 1,0-1-1,0 1 0,0-1 1,-1 0-1,1 1 0,-1-1 1,0 0-1,0 0 0,0 1 1,0-1-1,0 0 0,0 0 1,-1 1-1,1-1 1,-1 0-1,0 1 0,0-1 1,0 1-1,0-1 0,0 1 1,-1-1-1,1 1 0,-1 0 1,1-1-1,-4-1 0,3 1-131,-1 0 0,0 0 0,-1 0 0,1 1 0,-1-1-1,1 1 1,-1 0 0,1 0 0,-1 0 0,0 1-1,0-1 1,0 1 0,0 0 0,-6-1 0,-13 1-3279,2 6-3525,12-1 1935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205 107 5202,'7'-19'1407,"14"-32"2831,-19 48-3547,-1 0 0,1 0 0,0 0 0,1 0 0,-1 0 0,0 0 0,1 1 0,0-1 0,-1 1 0,1 0 0,0-1 0,3 0 0,-5 3-604,-1 0 0,0 0 0,0 0-1,1 0 1,-1 0 0,0 0 0,0 0-1,1 1 1,-1-1 0,0 0-1,0 0 1,0 0 0,1 1 0,-1-1-1,0 0 1,0 0 0,0 0 0,0 1-1,0-1 1,0 0 0,1 0 0,-1 1-1,0-1 1,0 0 0,0 0-1,0 1 1,0-1 0,0 0 0,0 0-1,0 1 1,0-1 0,0 0 0,0 0-1,0 1 1,0-1 0,0 0-1,0 0 1,0 1 0,-1-1 0,1 0-1,0 0 1,0 1 0,0-1 0,0 0-1,0 0 1,-1 1 0,-3 18 943,4-18-774,-8 27 516,-1-1-1,-1-1 1,-21 39 0,-49 69 65,51-89-822,2 1 1,-35 80-1,61-121-29,-1-1 1,1 0-1,-1 0 0,1 1 1,0-1-1,1 1 1,-1-1-1,1 1 1,0-1-1,0 1 0,0-1 1,1 1-1,0-1 1,0 1-1,0-1 1,2 7-1,-1-8-69,0-1 1,-1 1-1,1-1 0,0 1 0,1-1 0,-1 0 1,0 0-1,1 0 0,-1 0 0,1 0 1,-1-1-1,1 1 0,0-1 0,0 1 1,0-1-1,0 0 0,0 0 0,0-1 1,0 1-1,0 0 0,0-1 0,0 0 0,0 0 1,6 0-1,0-1-947,1 1 0,0-2-1,0 1 1,-1-1 0,18-7 0,19-13-7993,-28 9 2646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59 6899,'-2'-14'2177,"2"1"-592,6 3 1040,5 1-272,5 3-1120,3 2-417,4 2-208,6 2-448,3 2-160,3 0-320,3 2-2017,0 0-3153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5507,'0'-1'271,"0"0"1,0 0-1,0 0 1,0-1-1,0 1 1,0 0-1,0 0 1,0 0-1,1 0 1,-1 0-1,0 0 1,1-1-1,-1 1 1,1 0-1,-1 0 1,1 0-1,0 0 1,-1 0-1,1 1 1,0-1-1,0 0 1,-1 0-1,1 0 1,0 1-1,0-1 1,0 0-1,0 1 1,0-1-1,0 1 1,0-1-1,2 0 1,37-18 2076,-37 18-2134,56-21 451,1 3 0,1 2 0,123-16 0,-177 32-677,2 0 99,1 0 1,0 0-1,-1 1 0,15 2 0,-22-2-44,0 0 0,0 1 0,0-1 0,0 1 0,0-1 0,0 1 0,0 0 0,0 0 0,-1 0 0,1 0 0,0 0 0,0 0 0,-1 1 0,1-1 0,-1 1 0,1-1 0,-1 1 0,0-1 0,1 1 0,-1 0 0,0-1 0,0 1 0,0 0 0,0 0 0,-1 0 0,2 3 0,1 16 506,-1 1 1,-1 0-1,-1 0 1,-1 0-1,0 0 1,-8 32-1,6-31-191,-11 70 1114,-3 0-1,-5 0 0,-59 156 1,73-228-1330,-34 92 381,39-102-475,1 0 0,-1 0-1,2 0 1,0 0-1,0 0 1,1 1-1,0-1 1,3 17-1,-3-28-68,0 0-1,0 0 1,0 0-1,0 0 0,0 0 1,0 1-1,0-1 1,0 0-1,0 0 0,0 0 1,0 0-1,0 0 1,0 0-1,0 0 0,0 0 1,0 0-1,0 1 0,0-1 1,0 0-1,0 0 1,0 0-1,1 0 0,-1 0 1,0 0-1,0 0 1,0 0-1,0 0 0,0 0 1,0 0-1,0 0 1,0 0-1,0 1 0,0-1 1,0 0-1,1 0 1,-1 0-1,0 0 0,0 0 1,0 0-1,0 0 1,0 0-1,0 0 0,0 0 1,0 0-1,0 0 1,1 0-1,-1 0 0,0 0 1,0 0-1,0 0 0,0 0 1,0-1-1,0 1 1,0 0-1,0 0 0,0 0 1,1 0-1,-1 0 1,0 0-1,0 0 0,0 0 1,0 0-1,0 0 1,0 0-1,0 0 0,0 0 1,6-10-2375,4-14-5160,-7 12 1822,-1 0-2275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7748,'0'-1'444,"0"1"0,-1-1 1,1 1-1,-1-1 0,1 1 1,0-1-1,-1 0 1,1 1-1,0-1 0,0 0 1,-1 1-1,1-1 1,0 0-1,0 1 0,0-1 1,0 0-1,0 1 1,0-1-1,0 0 0,0 1 1,0-2-1,3 1 3928,1 11-2980,-2 0-960,1-1 1,1 1-1,-1-1 0,2 0 1,-1 0-1,1 0 0,0 0 1,1-1-1,0 0 0,0 0 1,14 12-1,7 4-619,1-2-1,30 20 1,-21-17 19,-18-17-2532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44 3538,'13'-32'6057,"-14"20"7174,-19 31-8954,-82 113-1931,58-75-4553,29-36-1648,7-5-2548,6-4-1153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0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81 4178,'2'-1'482,"0"-1"0,0 0 0,0 0 0,0 1 0,0-1 0,0 0-1,0 0 1,0-1 0,-1 1 0,1 0 0,-1-1 0,0 1 0,0-1 0,0 1 0,0-1 0,0 1 0,0-1 0,-1 0 0,1 1 0,-1-1 0,0 0-1,0 0 1,0 1 0,0-1 0,0 0 0,0 0 0,-2-4 0,0 6-302,0 0-1,0 0 1,-1 0 0,1 0-1,0 0 1,0 1 0,0-1-1,-1 1 1,1-1 0,0 1 0,-1 0-1,1 0 1,0 0 0,-1 0-1,-3 1 1,-5-1 411,-9-1 165,-129-1 2702,127 4-3178,0 0 0,0 2-1,1 0 1,-39 13 0,41-9-82,-172 67 996,159-61-952,1 2 1,1 1-1,-51 39 0,71-48-165,0 1-1,1 0 0,0 0 1,0 1-1,1 0 1,1 1-1,0 0 1,0 0-1,1 0 1,1 1-1,-1 0 1,-4 20-1,6-16-19,1 0-1,1 0 0,1 0 0,0 0 0,1 0 0,1 1 0,0-1 0,1 0 0,7 25 0,-2-14-20,1 1 0,2-2 0,1 1 0,1-2 0,1 1 0,1-2 0,1 0 0,1 0 0,1-2 0,1 0 0,25 23 0,-27-31-9,0 0 1,1-1 0,0-1-1,0-1 1,2 0-1,-1-2 1,1 0-1,1-1 1,0-1-1,0 0 1,0-2 0,0 0-1,1-1 1,0-2-1,39 1 1,4-8 16,0-3 0,-1-2 1,0-4-1,105-36 0,-131 38-8,-2-1-1,0-2 0,0-2 1,58-37-1,-80 44-55,0 0 0,0-1 0,-1 0 0,-1-1 1,0 0-1,0-1 0,-1 0 0,-1 0 0,0-1 0,-1-1 0,-1 1 1,0-1-1,8-27 0,-8 17-29,-2-1 1,-1 0 0,-1 0-1,-1 0 1,-2-1-1,0 1 1,-2 0-1,-1-1 1,-7-33 0,6 42 48,-1-1 1,-1 1-1,0 0 1,-1 1-1,-1 0 0,-1 0 1,0 0-1,-2 1 1,1 1-1,-2-1 1,0 2-1,-1 0 1,-22-20-1,25 27 1,1 0 0,-1 1 0,0 0 0,-1 1 0,0 0 0,1 0 1,-2 1-1,1 1 0,0 0 0,-1 0 0,1 1 0,-1 1 0,0 0 0,1 0 0,-22 3 0,14 0-81,-1 2 1,1 1-1,0 0 1,0 1-1,1 1 1,0 1-1,0 1 1,-25 16-1,23-14-433,-10 5-1081,17-3-3030,24-14-13525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4418,'-5'6'9888,"-13"10"-4870,-54 45-51,10-13-2836,23-18-1440,1 1 0,-35 38 1,63-58-686,1 1 0,-1 0 0,2 0 1,0 0-1,0 1 0,1 1 0,1-1 0,0 1 1,1 0-1,0 1 0,-2 14 0,6-25-13,0-1 0,1 0 0,-1 0 0,1 1 0,0-1-1,0 0 1,0 1 0,0-1 0,1 0 0,-1 0 0,1 1-1,0-1 1,0 0 0,0 0 0,1 0 0,-1 0 0,1 0-1,-1 0 1,1 0 0,4 4 0,-3-4-41,1-1-1,-1 1 1,1 0-1,0-1 1,0 0-1,0 0 1,0 0 0,1-1-1,-1 1 1,0-1-1,1 0 1,-1 0 0,6 0-1,6 0-69,-1 0 0,0-2 0,0 0 1,0 0-1,0-2 0,-1 0 0,29-9 0,-37 9 136,0 0 0,0 0 0,0 0 1,0-1-1,-1 0 0,1-1 0,-1 1 0,0-1 0,0 0 1,-1 0-1,1 0 0,-1-1 0,0 1 0,-1-1 0,6-11 1,-8 14-1,0 0 1,0 0 0,0 0 0,0 1 0,-1-1-1,1 0 1,-1 0 0,0 0 0,0 0 0,0 0 0,0 0-1,0 0 1,-1 0 0,1 0 0,-1 0 0,0 0-1,0 0 1,0 1 0,0-1 0,0 0 0,-1 1 0,1-1-1,-1 1 1,0-1 0,0 1 0,1 0 0,-2-1 0,1 1-1,0 0 1,0 0 0,-1 1 0,1-1 0,-1 1-1,1-1 1,-1 1 0,0 0 0,-5-2 0,-10-3 38,-1 1 1,1 2-1,-1-1 1,0 2 0,-1 1-1,1 0 1,-33 4-1,1-2-245,86 1-6089,-11 0-1791,-7 0 307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6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8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8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338 472 4242,'0'0'182,"0"0"1,0 0-1,1 0 0,-1 0 1,0 0-1,0-1 0,0 1 1,0 0-1,1 0 1,-1 0-1,0 0 0,0 0 1,0-1-1,0 1 0,0 0 1,0 0-1,1 0 0,-1 0 1,0-1-1,0 1 1,0 0-1,0 0 0,0 0 1,0-1-1,0 1 0,0 0 1,0 0-1,0 0 0,0-1 1,0 1-1,0 0 1,0 0-1,0 0 0,0-1 1,0 1-1,0 0 0,-1 0 1,1 0-1,0-1 0,0 1 1,0 0-1,-11-2 3184,-22 4-2025,28-1-677,-81 10 919,-58 5-1355,141-16-246,1 0 0,-1 1 0,1-1-1,0 0 1,-1 0 0,1-1-1,-1 1 1,1 0 0,0-1-1,-1 0 1,1 1 0,0-1 0,0 0-1,-1 0 1,1 0 0,0-1-1,0 1 1,0 0 0,0-1-1,0 1 1,-2-3 0,3 1-45,0 0-1,-1 0 1,1 0 0,1 0 0,-1 0 0,0 0-1,1 0 1,-1-1 0,1 1 0,0 0 0,0 0-1,0 0 1,1 0 0,-1-1 0,2-4-1,3-13 20,1 0-1,1 0 0,1 1 0,0 0 0,2 1 0,0 0 0,1 1 0,1-1 0,1 2 0,0 0 0,1 1 1,24-22-1,-18 20 45,1 1 1,1 1-1,0 1 1,1 1-1,0 0 1,1 2-1,1 1 1,0 1-1,44-11 0,-62 19 57,0 0-1,1 1 0,-1 0 0,0 1 0,1-1 0,-1 1 0,13 2 0,-18-1 11,1-1 0,0 1-1,-1 0 1,1 0-1,-1 0 1,0 0-1,1 1 1,-1-1-1,0 1 1,0-1 0,0 1-1,0 0 1,0 0-1,0 0 1,0 0-1,-1 0 1,1 0 0,-1 0-1,1 0 1,-1 1-1,0-1 1,0 1-1,0-1 1,0 4-1,3 7 260,-2 1 1,0 0-1,-1 0 0,0 0 0,-1 0 0,0 0 0,-3 16 0,-22 98 1025,5-46-1141,-4-2 0,-3-1 0,-4-1 1,-49 91-1,31-61-1036,33-70-960,13-34 112,3-7-1634,1-8-3166,3-3 682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9044,'0'20'9933,"2"2"-5146,-1 2-4251,-3 49-1,1-69-423,0 15-510,4-18-367,5-8-347,5-11 971,2 1 0,0 1 0,1 0 0,0 1 1,1 1-1,1 1 0,0 0 0,26-13 0,-44 26 192,0 0-1,1-1 0,-1 1 0,1 0 1,-1 0-1,1-1 0,-1 1 0,1 0 1,-1 0-1,1 0 0,-1 0 0,1 0 1,-1 0-1,1 0 0,0 0 0,-1 0 1,1 0-1,-1 0 0,1 0 0,-1 0 0,1 0 1,-1 1-1,1-1 0,-1 0 0,1 0 1,-1 0-1,1 1 0,0 0 0,2 15 893,-13 31-198,6-32-733,2-5-169,-3 20-15,8-14-3360,-2-15 3255,-1-1-1,1 0 1,0 0-1,-1 1 1,1-1-1,-1 0 1,1 0-1,0 0 1,-1 0-1,1 0 1,0 0-1,-1 0 1,1 0-1,0 0 1,-1 0-1,1 0 1,0 0-1,-1 0 1,1-1-1,-1 1 1,1 0 0,0 0-1,-1-1 1,1 1-1,0-1 1,1 0-1035,17-6-4587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 9973,'0'0'311,"1"0"0,-1-1 0,0 1 0,1 0 0,-1-1 1,0 1-1,1-1 0,-1 1 0,0 0 0,0-1 0,1 1 0,-1-1 1,0 1-1,0-1 0,0 1 0,0-1 0,1 1 0,-1-1 1,0 0-1,0 1 0,0-1 0,0 1 0,0-1 0,0 1 1,-1-1-1,1 1 0,0-1 0,0 1 0,-1-2 0,-14 7 3842,-27 22-2738,37-24-980,-5 4-281,-1-1-140,1 1 0,0 0 0,0 1 0,1 0 0,-13 15 0,21-23-65,1 1 1,0-1-1,0 0 1,0 1 0,-1-1-1,1 1 1,0-1-1,0 1 1,0-1-1,0 0 1,0 1 0,0-1-1,0 1 1,0-1-1,0 1 1,0-1 0,0 1-1,0-1 1,0 0-1,1 1 1,-1-1-1,0 1 1,0-1 0,0 1-1,0-1 1,1 0-1,-1 1 1,0-1 0,1 0-1,-1 1 1,0-1-1,0 0 1,1 1-1,-1-1 1,1 0 0,-1 0-1,0 1 1,1-1-1,22 12-962,-11-7 588,-8-3 408,-1 0 0,0 0 0,0 0 0,1 1 0,-1-1 0,-1 1 0,1-1 0,0 1 0,-1 0 0,1 0 0,-1 1-1,0-1 1,0 0 0,0 1 0,0-1 0,-1 1 0,0 0 0,1-1 0,-1 1 0,-1 0 0,1 0 0,0 0-1,-1-1 1,0 1 0,0 0 0,0 0 0,0 0 0,-1 0 0,1 0 0,-1 0 0,0-1 0,0 1 0,-1 0-1,1-1 1,-1 1 0,0-1 0,0 1 0,0-1 0,0 0 0,0 0 0,-5 5 0,0 0-59,0 0-1,-1 0 1,0-1 0,-14 9 0,-4-1-4564,19-14-85,3-6-856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6035,'4'4'6748,"2"11"-3589,-1-5-2235,-2-5-790,0-2 0,0 1-1,0 0 1,0 0-1,1-1 1,0 0 0,-1 0-1,1 0 1,1 0-1,-1 0 1,0-1-1,1 0 1,-1 0 0,1 0-1,-1-1 1,1 1-1,0-1 1,0 0 0,0 0-1,-1-1 1,1 0-1,9 0 1,-7 0-73,0-1 0,0 0 0,0-1 0,-1 1-1,1-1 1,0-1 0,-1 1 0,1-1 0,-1 0 0,0-1 0,0 0 0,0 0 0,-1 0 0,1 0 0,8-10 0,-13 13-16,-1 1 0,1-1 0,0 0 1,-1 0-1,1 0 0,-1 1 1,1-1-1,-1 0 0,1 0 1,-1 0-1,0 0 0,1 0 0,-1 0 1,0 0-1,0 0 0,0 0 1,0 0-1,0 0 0,0 0 0,0 0 1,0 0-1,0 0 0,0 0 1,0 0-1,-1 0 0,1 0 1,-1-1-1,0 0 41,-1-1 1,1 1-1,-1 0 0,0 0 1,1 0-1,-1 0 0,0 1 1,0-1-1,-1 0 0,-2-1 1,-1-1 109,1 1 0,-1 0 0,0 1 0,0 0 0,0-1 0,0 2 1,0-1-1,-9 0 0,11 2-148,0 0 0,0 1 0,0 0 0,0 0 0,1 0 0,-1 0 0,0 1 0,1-1 0,-1 1-1,1 0 1,-1 0 0,1 0 0,0 1 0,0-1 0,0 1 0,0-1 0,0 1 0,1 0 0,-1 0 0,1 1 0,0-1 0,0 0 0,0 1 0,0-1 0,1 1 0,-1 0 0,0 3 0,-3 7-266,1 0 0,1 0 1,0 1-1,1-1 0,1 1 0,0 15 0,1-24-333,0 1 0,1 0 0,0 0 0,0-1-1,0 1 1,1 0 0,4 9 0,-5-13-75,1 1-1,0 0 1,0-1 0,1 1 0,-1-1-1,1 0 1,0 0 0,0 0 0,0 0 0,0 0-1,0 0 1,0-1 0,6 3 0,20 7-4350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86 6803,'0'0'321,"1"-1"1,-1 0-1,1 1 0,0-1 0,-1 1 1,1-1-1,0 1 0,-1-1 0,1 1 0,0-1 1,0 1-1,-1 0 0,1-1 0,0 1 1,0 0-1,-1 0 0,1 0 0,0 0 1,0 0-1,0-1 0,0 1 0,-1 1 1,1-1-1,0 0 0,0 0 0,0 0 0,-1 0 1,1 0-1,0 1 0,0-1 0,-1 0 1,1 1-1,0-1 0,0 1 0,0 0 1,0 1-96,0-1 0,0 1 0,-1-1 0,1 1 0,-1 0 0,1-1 0,-1 1 0,0 0 0,0 0 0,1-1 0,-1 1 0,-1 0 1,1-1-1,0 1 0,0 0 0,-1 0 0,1 1 0,0-2-181,0 0 1,0-1-1,0 1 0,0 0 1,-1 0-1,1 0 0,0-1 1,0 1-1,0 0 0,-1 0 1,1-1-1,0 1 0,-1 0 1,1-1-1,0 1 1,-1 0-1,1-1 0,-1 1 1,1-1-1,-1 1 0,1 0 1,-1-1-1,0 1 0,1-1 1,-1 0-1,0 1 0,1-1 1,-1 0-1,0 1 0,1-1 1,-1 0-1,0 0 0,0 1 1,1-1-1,-1 0 1,0 0-1,0 0 0,0 0 1,1 0-1,-2 0 0,0-1-5,1 0 0,0 0-1,0 0 1,-1 0 0,1 0-1,0 0 1,0 0 0,0 0-1,0 0 1,0 0 0,1-1-1,-1 1 1,0 0 0,0-1-1,1 1 1,-1 0 0,1-1-1,-1 1 1,1-1 0,0 1-1,0-3 1,-1-1 21,0-1-1,1 0 1,0 1-1,0-1 1,1 0 0,0 1-1,0-1 1,0 0 0,0 1-1,4-9 1,-4 11-259,1 1 0,-1 0 0,0-1 0,1 1 0,0 0 0,-1 0-1,1 0 1,0 0 0,0 0 0,4-2 0,-4 2-501,0 1 0,0 0 0,0 0 0,1 0 0,-1 0 0,1 1 0,-1-1 0,0 1 0,1-1 0,-1 1 0,1 0-1,-1 0 1,4 0 0,13 2-4271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9 11157,'-2'-8'8948,"-3"18"-5321,-3 21-1256,-21 121 2932,-22 74-3942,49-217-1417,-8 33 149,-6 50 0,14-81-232,1 0 0,1 0 1,0 1-1,0-1 0,1 0 1,1 0-1,0 0 1,0-1-1,1 1 0,4 10 1,-6-19-211,0 0-1,0 0 1,0 0 0,1 0 0,-1 0 0,0 0-1,1 0 1,-1-1 0,4 4 0,-4-5-86,1 1 0,-1 0 1,1-1-1,-1 1 0,0-1 0,1 1 0,-1-1 1,1 1-1,-1-1 0,1 0 0,-1 0 1,1 0-1,-1 0 0,1 0 0,-1 0 1,1 0-1,-1-1 0,1 1 0,-1 0 0,1-1 1,-1 1-1,1-1 0,0 0 0,15-9-6333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11957,'2'-4'2642,"11"-4"-433,8-3 848,10 1-1376,19-1-1137,9-1-512,3 1-32,9-1-1184,3 1-1794,-5 3-4833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18 4866,'4'-5'4260,"7"-8"617,-8 14-3310,-4 11-52,-24 118-976,18-44-10335,7-77 6882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10325,'4'-29'2129,"2"6"-1233,-2 12 545,-2 7 143,5 6-991,3 4-561,-2 7-32,3 4-592,-3 1-1057,-4 7-1745,-4 1-1376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6947,'-16'6'3099,"14"-5"-606,7 0 108,2 0-1107,-3 0-1208,-1 0 1,1 0-1,0 0 0,-1 0 0,1 1 0,-1-1 0,0 1 0,1 0 0,4 4 0,-4-3-250,0 1 0,0 0 0,0 0 0,0 0 0,-1 0 0,0 1 0,1-1-1,-2 1 1,1 0 0,0 0 0,-1 0 0,0 0 0,0 1 0,-1-1 0,1 0 0,-1 1-1,0-1 1,0 7 0,-1-15-67,1 0 0,0 1 0,-1-1 0,1 0-1,1 1 1,-1-1 0,0 1 0,1 0 0,-1-1 0,1 1 0,0 0-1,0 0 1,-1 0 0,1 0 0,1 0 0,2-2 0,38-26 40,-41 29 28,1-1 1,-1 1-1,0 0 1,1-1-1,-1 1 1,1 0-1,0 1 1,-1-1-1,1 0 1,0 1-1,-1-1 1,1 1-1,5 0 1,-7 1 8,0-1 1,1 1 0,-1 0 0,0-1 0,1 1 0,-1 0-1,0 0 1,0 0 0,0 0 0,0 0 0,0 0 0,0 1-1,0-1 1,0 0 0,0 0 0,-1 1 0,1-1 0,0 0-1,-1 1 1,1-1 0,-1 1 0,1-1 0,-1 1-1,0-1 1,0 4 0,2 3-389,-1 0-1,0 0 0,-1 0 1,-1 15-1,-6 13-6612,3-23 1940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8180,'-4'8'3185,"-7"9"-1600,-5 10 800,-5 9 272,2 12-928,0 8-544,-2 7-145,4 4-144,1 0-415,1-4-289,3-7-144,1-10-48,5-8-304,4-13-609,2-6-928,2-9-784,0-6-1777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5875,'0'0'4290,"2"0"-3266,3 0 257,3 3 832,7-3-1025,3 2-736,8 0 209,5 0-209,4-2-144,5-2-96,2-2-112,0-1-272,0 1-641,-7 0-960,-1 0-1040,-3 2-1505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27 2145,'-11'7'3133,"-31"21"3525,7 3-3490,32-28-3106,1 1 1,0-1-1,-1 1 0,1 0 1,0-1-1,1 1 0,-1 0 1,1 0-1,0 0 0,0 0 1,0 1-1,0-1 0,1 0 1,0 0-1,-1 0 0,2 1 1,-1-1-1,0 0 0,1 0 1,2 8-1,-1-4-32,0 0 1,1 0-1,0 0 1,0-1-1,0 0 1,1 1-1,1-1 1,-1 0-1,1-1 1,0 1 0,0-1-1,1 0 1,0-1-1,0 1 1,11 7-1,-15-13-42,0 1 0,0-1 0,0 1 0,0-1-1,0 0 1,1 0 0,-1 0 0,0 0 0,0 0 0,0-1 0,0 1-1,0-1 1,0 1 0,1-1 0,-1 0 0,0 1 0,0-1 0,-1 0-1,1 0 1,0-1 0,0 1 0,0 0 0,-1-1 0,1 1 0,-1-1-1,1 1 1,1-4 0,5-3-14,-1-1-1,-1 0 1,0 0-1,6-12 1,-8 12 107,0 1 0,-1-1-1,0 0 1,-1 0 0,0-1 0,0 1 0,-1 0 0,0-1-1,0 1 1,-2-14 0,1 17-164,-1 0 1,0 0-1,0 1 0,0-1 0,-1 0 1,0 0-1,0 1 0,0-1 0,-1 1 1,0-1-1,0 1 0,0 0 0,-1 0 1,1 1-1,-1-1 0,-1 1 0,-5-6 1,8 8-568,0 1 1,0 0-1,1 0 1,-1 0-1,0 1 1,0-1-1,0 0 1,0 1-1,0-1 0,-4 1 1,-5-1-5234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43 6547,'1'0'307,"-1"-1"0,1 0 0,-1 0 0,0 0 0,1 0 0,-1 1 0,0-1 0,0 0-1,0 0 1,0 0 0,0 0 0,0 0 0,0 0 0,0 0 0,0 1 0,0-1 0,0 0 0,0 0 0,-1 0 0,1 0 0,0 0 0,-1 1 0,0-2 0,0 0-57,0 1 0,0 0 1,0 0-1,-1-1 0,1 1 1,-1 0-1,1 0 1,0 0-1,-1 0 0,0 1 1,-1-2-1,-1 0-32,-1 1 0,1 0 0,0 0 0,-1 0 0,1 0 0,-1 1 1,1-1-1,-8 1 0,-4 3 98,0 0 0,0 1 0,0 0 0,1 1 0,-1 1 0,1 0 0,1 1 0,-1 1 0,1 1 0,-26 19 0,39-27-327,-1 1 1,0-1-1,1 0 0,-1 1 0,1 0 1,-1-1-1,1 1 0,0 0 1,0 0-1,0-1 0,0 1 1,0 0-1,0 0 0,0 0 0,1 0 1,-1 0-1,1 1 0,-1-1 1,1 0-1,0 0 0,0 0 1,0 0-1,0 0 0,0 1 0,0-1 1,1 0-1,-1 0 0,1 0 1,-1 0-1,1 0 0,0 0 1,0 0-1,0 0 0,0 0 0,0 0 1,0-1-1,3 3 0,-2-1-42,1-1 1,0 1-1,0-1 0,0 0 0,1 0 0,-1 0 0,0 0 0,1 0 0,0-1 0,-1 0 0,1 1 0,0-1 0,-1-1 0,1 1 0,0 0 1,0-1-1,0 0 0,0 0 0,-1 0 0,6-1 0,0-1 15,0-1 0,0 1 0,-1-1 1,1-1-1,-1 0 0,0 0 0,0 0 1,0-1-1,7-6 0,-10 7 149,0 0 0,-1 0 0,1-1 0,-1 1 0,0-1-1,-1 0 1,1 0 0,-1 0 0,0-1 0,0 1 0,-1-1 0,1 1 0,-1-1 0,2-8 0,-4 5 1414,-4 9-522,-10 20-130,-16 36-646,29-53-314,0-1-1,0 1 1,0-1-1,0 1 1,1 0-1,-1-1 1,1 1-1,-1 0 1,1 0 0,0-1-1,0 1 1,0 0-1,1 0 1,-1-1-1,1 1 1,-1 0-1,1-1 1,0 1-1,0-1 1,0 1-1,1-1 1,-1 1 0,0-1-1,1 0 1,-1 1-1,3 1 1,1 0-847,-1-1 0,1 0 1,0 0-1,0 0 0,0 0 0,0-1 1,1 1-1,-1-1 0,1-1 0,-1 1 1,12 1-1,23 2-5650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 5891,'2'-9'2273,"-2"1"-961,0-1 785,3 5 1249,-1 8-1954,0 11-175,-2 8 368,0 11-305,-4 9-127,-3 8-641,1 1-416,2-4-96,0-8-352,2-7-929,-1-8-1056,3-6-2177,3-9-1328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94 4434,'0'-4'466,"0"1"-1,0 0 1,0-1 0,0 1 0,1 0-1,0-1 1,0 1 0,-1 0 0,2 0-1,-1-1 1,0 1 0,1 0-1,-1 0 1,1 0 0,0 1 0,0-1-1,4-4 1,-2 4-243,0 0 1,0 1-1,1-1 1,-1 1-1,1 0 0,0 0 1,-1 0-1,1 1 1,0-1-1,0 1 0,8-1 1,8-1 204,0 0 0,0 2 0,0 0 0,0 1 0,0 2 0,34 5 0,-53-7-360,0 1 0,0-1 1,0 1-1,0 0 0,0 0 1,0 0-1,0 0 0,0 0 1,0 0-1,0 0 0,0 1 0,-1-1 1,1 1-1,-1-1 0,1 1 1,-1-1-1,0 1 0,1 0 1,-1 0-1,0 0 0,0 0 1,1 4-1,-1-2-14,0 0 1,-1 0-1,0 0 0,0 0 1,0 0-1,0 0 0,0-1 1,-1 1-1,0 0 0,0 0 1,-2 7-1,-2 1-24,0-1 0,-1 0 0,0 0 0,0 0 0,-1-1-1,-1 1 1,-9 9 0,-10 3-39,20-17-152,0 0 0,0 0 1,1 1-1,0 0 0,-7 9 0,13-16 99,0 1-1,0-1 0,0 1 1,0-1-1,0 0 0,0 1 0,0-1 1,1 1-1,-1-1 0,0 1 0,0-1 1,0 0-1,0 1 0,1-1 0,-1 1 1,0-1-1,0 0 0,1 1 0,-1-1 1,0 0-1,0 0 0,1 1 0,-1-1 1,0 0-1,1 1 0,-1-1 0,1 0 1,-1 0-1,0 0 0,1 0 1,-1 1-1,1-1 0,19 8-566,-15-5 420,6 1-14,0 2-1,0 0 1,-1 0-1,19 16 0,-27-20 284,1 0 0,-1 0 0,0 0 0,0 0 0,0 0 0,-1 1 0,1-1-1,-1 1 1,1-1 0,-1 1 0,0 0 0,0 0 0,0-1 0,0 1 0,0 0 0,-1 0-1,1 0 1,-1 0 0,0 0 0,0 0 0,0 0 0,0 0 0,-1-1 0,1 1 0,-1 0-1,0 3 1,-2 1 124,0 1 0,0-1 0,0 0 0,-1-1 0,0 1 0,-1-1 1,1 1-1,-1-1 0,0-1 0,-1 1 0,1-1 0,-1 0 0,0 0 0,-1 0 0,1-1 0,-1 0 0,0 0 0,0-1 0,0 0 0,0 0 0,0-1 0,-1 1 0,1-2 0,-1 1 0,0-1 0,1 0 0,-1-1 0,0 0 0,0 0 0,1-1 0,-1 1 0,0-2 0,1 1 0,-1-1 0,1 0 0,-1-1 0,1 0 0,0 0 0,-11-7 0,18 10-246,-39-27-13,26 9-3468,13 17 3158,0 1 0,0-1 0,-1 0-1,1 1 1,0-1 0,0 0 0,1 1 0,-1-1 0,0 0 0,0 1 0,0-1 0,0 1-1,1-1 1,-1 0 0,0 1 0,0-1 0,1 1 0,-1-1 0,0 1 0,1-1-1,-1 1 1,1-1 0,-1 1 0,1-1 0,-1 1 0,1 0 0,-1-1 0,1 1 0,0-1-1,9-3-6129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34 4594,'0'-2'608,"-1"0"0,0 1 0,0-1 0,0 0 0,0 1 1,0-1-1,0 1 0,0-1 0,0 1 0,-1-1 0,1 1 0,-1 0 0,1 0 0,-1-1 0,1 1 0,-1 0 0,-3-1 1,1 1-131,0-1 0,0 1 1,0 0-1,-1 0 1,1 1-1,0-1 0,-7 1 1,-4 1 135,1 0 0,-1 2 0,-22 5 0,19-4-453,0 2-1,0-1 1,0 2-1,1 1 1,-22 12-1,38-20-206,1 1-1,-1-1 0,1 0 0,-1 1 0,1-1 0,-1 0 0,1 1 0,-1-1 0,1 0 0,-1 1 0,1-1 0,0 1 0,-1-1 0,1 1 1,0-1-1,-1 1 0,1-1 0,0 1 0,0-1 0,-1 1 0,1-1 0,0 1 0,0-1 0,0 1 0,0 0 0,0-1 0,0 1 1,0-1-1,0 1 0,0 0 0,0 0 0,1 0-49,0 0 1,-1 0-1,1 0 1,0 0-1,0 0 1,0 0-1,0 0 1,0 0-1,0 0 0,0-1 1,1 1-1,-1 0 1,2 0-1,47 15-2270,-45-14 1926,86 27-3272,-82-26 3705,0 1-1,-1 0 1,0 1-1,0 0 0,0 0 1,0 1-1,-1 0 0,8 8 1,-14-13 150,1 1 1,-1-1-1,0 0 0,0 1 1,0 0-1,0-1 1,0 1-1,-1 0 1,1-1-1,0 1 0,-1 0 1,0 0-1,1-1 1,-1 1-1,0 0 0,0 0 1,0 0-1,0 0 1,0 0-1,0-1 1,-1 4-1,0-2 125,0 1-1,-1-1 1,0 0-1,1 1 1,-1-1 0,0 0-1,0 0 1,-1 0-1,1-1 1,-4 4 0,-6 4 481,1-1 0,-2 0 0,1-1 0,-17 8 0,0-1-712,0-2-1,-40 13 1,59-24-1442,6-3-769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5186,'-7'12'9388,"5"-10"-8587,1 0 0,0 0 0,0 0 0,0 0 0,0 0 0,0 0 0,0 1 0,1-1 0,-1 3 0,-5 28 1419,-15 46-1,-16 28-1096,-18 64-3100,55-155 330,0-12-1369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92 5635,'-30'-2'4296,"25"1"-707,21 0-1200,103-5 660,59-18-3013,-53 6 125,-11 4 803,91-12 5783,-232 44-5286,13-9-4967,2-2-3776,5-3-156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2145,'8'4'3105,"-1"-2"-1776,-1-2 176,-2 0 272,0 0-49,2 0-239,-3 4 32,3 13 31,-12-7-143,-3 3-336,-1 0-513,-7 3-416,-12 18-144,-7 3-16,-4 1-1009,3-3-2160,10-3-2946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 4818,'8'9'9067,"-19"-6"-2795,-2 0-5433,-11 5 353,1 1 0,-35 18 0,48-22-1141,0 1 1,1 0-1,-1 1 1,1 0-1,1 0 1,0 1-1,0 0 1,-8 10-1,15-16-49,0-1 0,0 0 0,0 1-1,0-1 1,0 1 0,0 0-1,0-1 1,0 1 0,0 0-1,1-1 1,-1 1 0,1 0-1,-1 0 1,1 0 0,0-1-1,0 1 1,-1 0 0,1 0-1,1 0 1,-1 0 0,0-1-1,0 1 1,1 0 0,-1 0 0,1 0-1,-1-1 1,1 1 0,0 0-1,0-1 1,0 1 0,0 0-1,0-1 1,0 1 0,0-1-1,0 0 1,1 1 0,-1-1-1,0 0 1,1 0 0,-1 0-1,1 0 1,1 1 0,4 1 7,-1 0 0,0 0 0,1-1 0,-1 0 0,1 0-1,0-1 1,0 0 0,0 0 0,0 0 0,7-1 0,-4-1 8,0 0 0,1 0 0,-1-1 0,0 0 0,0-1 0,0 0 0,0-1 0,-1 0 0,1-1 0,-1 0 0,12-8 0,-18 10-13,0 1 0,1 0 0,-2-1 0,1 0-1,0 0 1,-1 0 0,1 0 0,-1 0 0,0-1 0,0 1-1,0-1 1,0 1 0,-1-1 0,1 1 0,-1-1 0,0 0 0,0 0-1,0 0 1,-1 0 0,0 0 0,1 0 0,-1 0 0,-1 0-1,1 1 1,0-1 0,-1 0 0,0 0 0,0 0 0,0 0-1,0 0 1,-1 1 0,-3-7 0,2 5-39,-1 0-1,0 1 1,0-1 0,0 1 0,0 0-1,0 0 1,-1 1 0,0-1-1,0 1 1,0 0 0,0 0-1,0 0 1,-1 1 0,1 0 0,-1 0-1,1 1 1,-11-3 0,-23 2-2566,35 3 1829,1-1-1,-1 1 1,0 0 0,1 0-1,-1 0 1,0 0-1,-4 3 1,2 2-4404,5 0-536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7443,'28'5'9475,"-5"9"-3335,-20-10-5629,0-1 0,0 1-1,0-1 1,0 1 0,-1 0-1,1 1 1,-1-1-1,0 0 1,2 7 0,-1-2-392,-1 0 1,0 0 0,-1 0 0,0 0 0,0 0 0,-1 0-1,0 0 1,-1 0 0,1 0 0,-4 11 0,4-20-131,0 0 1,0 0-1,0 1 0,-1-1 1,1 0-1,0 0 1,0 0-1,0 0 0,0 0 1,0 0-1,0 1 0,0-1 1,0 0-1,0 0 1,0 0-1,0 0 0,0 0 1,0 1-1,0-1 1,0 0-1,0 0 0,0 0 1,0 0-1,0 0 1,0 1-1,0-1 0,0 0 1,0 0-1,0 0 0,0 0 1,0 0-1,0 1 1,0-1-1,0 0 0,0 0 1,0 0-1,0 0 1,0 0-1,1 0 0,-1 1 1,0-1-1,0 0 0,0 0 1,0 0-1,0 0 1,0 0-1,1 0 0,-1 0 1,0 0-1,0 0 1,0 0-1,0 0 0,0 0 1,1 0-1,-1 0 1,0 0-1,0 0 0,0 0 1,1 0-1,11-9-428,27-32-37,-15 15 286,-11 13 234,1 0-1,1 1 1,0 1 0,1 0 0,0 1 0,0 1 0,1 0 0,33-11 0,-50 20-6,1 0 1,0 0 0,-1-1 0,1 1 0,-1 0 0,1 0-1,0 0 1,-1 0 0,1 0 0,-1 0 0,1 0 0,-1 0-1,1 1 1,0-1 0,-1 0 0,1 0 0,-1 0 0,1 0-1,-1 1 1,1-1 0,-1 0 0,1 1 0,-1-1 0,1 0-1,-1 1 1,1-1 0,-1 1 0,1 0 0,3 18 460,-11 26-250,7-42-205,-3 9-182,-6 32 192,9-43-266,0 1-1,0 0 1,0-1 0,0 1 0,0 0 0,0-1 0,0 1 0,1 0 0,-1-1 0,1 1 0,-1-1 0,2 3-1,-2-3-132,1-1-1,0 1 0,-1-1 1,1 1-1,0-1 0,0 0 0,0 1 1,-1-1-1,1 0 0,0 1 0,0-1 1,0 0-1,-1 0 0,1 0 1,0 0-1,0 0 0,0 0 0,0 0 1,0 0-1,0 0 0,-1 0 1,1 0-1,0-1 0,0 1 0,0 0 1,0-1-1,3 0-1010,12-2-5177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35 6611,'10'10'10116,"13"12"-6226,-12-16-3358,0-1-1,0 1 0,0-2 1,1 1-1,20 4 0,-27-8-551,1 0-1,0 0 1,0-1-1,-1 0 1,1 0 0,0 0-1,0 0 1,0-1-1,-1 0 1,1 0-1,-1-1 1,1 0 0,-1 0-1,7-3 1,-11 4 13,0 1 1,0-1-1,1 0 1,-1 0-1,0 0 1,-1 0-1,1-1 0,0 1 1,0 0-1,0 0 1,-1 0-1,1-1 1,0 1-1,-1 0 1,1-1-1,-1 1 1,0-1-1,1 1 1,-1 0-1,0-1 0,0 1 1,0-1-1,0 1 1,0-1-1,0 1 1,-1 0-1,1-1 1,0 1-1,-1-1 1,1 1-1,-1 0 1,1-1-1,-1 1 0,0 0 1,1 0-1,-1-1 1,-2-1-1,2 0 23,-1 0-1,-1 0 0,1 0 0,0 0 1,-1 0-1,1 0 0,-1 1 0,0-1 1,0 1-1,0 0 0,0 0 1,-1 0-1,-5-3 0,1 4 52,1 1 1,-1-1-1,0 1 0,1 1 1,-1-1-1,0 1 0,1 0 1,-1 1-1,1 0 0,-10 4 0,1 0 163,1 0 0,0 1 0,-24 15-1,38-21-206,0 0 0,0 0 0,0-1 0,1 1-1,-1 0 1,0 1 0,0-1 0,0 0-1,1 0 1,-1 0 0,1 0 0,-1 0-1,1 1 1,-1-1 0,1 0 0,0 1-1,-1-1 1,1 0 0,0 0 0,0 1-1,0-1 1,0 0 0,0 1 0,0-1-1,1 0 1,-1 1 0,0-1 0,1 0-1,-1 0 1,1 1 0,-1-1 0,2 2-1,2 6 35,1 0-1,1-1 0,8 12 1,-4-6-20,8 15-292,-9-13-89,1-1 1,22 27 0,-28-38-284,1 0 0,-1 0 0,1 0 0,0 0 0,5 3 0,-6-5-266,0-1 0,0 1 0,0 0 0,0-1 1,0 0-1,0 0 0,0 0 0,6 0 0,24-1-7295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8372,'4'4'2481,"0"0"-1264,0-2 1616,0 0-976,9 0-1137,4-2-16,1 0-63,5 3-97,3-3 144,-1 0-192,0 2-336,-2-2-160,-7 0-32,-3 2-496,-7-2-1441,-2 0-2785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 2593,'-5'12'13715,"-2"9"-6463,0 5-4369,-22 84-937,-41 213-137,135-399-5243,-49 59 2486,30-23 1,-41 36 824,1 0 0,0 0 1,0 0-1,0 1 1,1 0-1,-1 0 1,1 0-1,0 1 0,11-3 1,-17 5 120,0 0 0,1 0 1,-1 0-1,0 0 0,0 0 1,1 0-1,-1 0 0,0 1 1,1-1-1,-1 0 0,0 1 1,0-1-1,1 1 0,-1 0 1,0-1-1,0 1 0,0 0 1,0-1-1,0 1 0,0 0 1,0 0-1,0 0 0,1 1 1,0 1 27,0 0 0,-1 0 0,0 0 0,1 0 0,-1 0 0,0 0 0,0 1 0,-1-1 0,2 4 0,-1 4 116,-1 1-1,0-1 1,0 0 0,-3 18-1,1-19 54,0 0 0,-1 0 0,0 0 0,0 0 0,-1 0 0,0-1 0,-1 0 0,0 1 0,-8 9 0,10-15-54,-1 1 1,0-1 0,0 0-1,0-1 1,-1 1-1,1-1 1,-1 0-1,0 0 1,0 0 0,0-1-1,0 0 1,0 0-1,-1 0 1,1-1-1,-1 1 1,1-1 0,-1-1-1,-9 1 1,1 0 19,0-1 1,0-1-1,-1-1 1,1 0-1,-20-5 0,29 6-254,1 0-1,0-1 1,0 1-1,0-1 0,1 0 1,-1 0-1,0 0 0,1 0 1,-1-1-1,1 0 1,0 1-1,0-1 0,0 0 1,0-1-1,0 1 1,1 0-1,-1-1 0,1 0 1,0 1-1,0-1 0,0 0 1,-1-6-1,1 2-631,1 0 0,0 0 0,0 1 0,1-1 0,0 0 0,1-12 0,0 16-136,-1 0-1,1 1 0,0-1 1,1 0-1,-1 1 0,0-1 1,1 1-1,0 0 0,3-6 1,7-4-4670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 7812,'-12'-11'8006,"20"11"-1162,10 6-3054,-2 1-4942,12 9 981,17 10-517,-14-12-7495,-26-12 1940,1-4-1515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 2881,'-5'0'1215,"0"-1"0,0 1 0,1-1 1,-1 2-1,0-1 0,0 0 0,0 1 0,1 0 0,-1 0 0,0 0 0,-8 4 0,11-4-917,0 1-1,0 0 1,0-1-1,0 1 1,0 0 0,0 0-1,0 0 1,0 0 0,1 0-1,-1 1 1,1-1-1,0 0 1,0 1 0,-1-1-1,2 1 1,-1-1-1,0 1 1,0-1 0,1 1-1,-1 0 1,1-1-1,0 6 1,-4 84 1213,-2 38-1045,-31 180 1,35-298-466,0-1 0,-2 0 0,1 0 0,-1 0-1,-1 0 1,0 0 0,0-1 0,-11 14 0,14-20 9,-1-1-1,0 0 1,1 0 0,-1 0 0,-1-1-1,1 1 1,0-1 0,-1 1-1,1-1 1,-1 0 0,0-1 0,1 1-1,-1-1 1,0 1 0,0-1-1,0 0 1,0 0 0,0-1 0,0 1-1,-1-1 1,1 0 0,0 0-1,0-1 1,0 1 0,0-1 0,0 0-1,-4-1 1,-5-2 168,1-1 0,-1 0 0,1-1 0,1 0-1,-1-1 1,-15-13 0,-63-57 547,34 25-755,29 31-26,7 5-982,-35-37 0,50 43-2289,6 9 2867,-1 0-1,0 1 1,1-1-1,-1 1 1,0-1-1,1 1 1,-1-1 0,1 1-1,-1-1 1,1 1-1,-1-1 1,1 1-1,0 0 1,-1-1 0,1 1-1,-1 0 1,1-1-1,0 1 1,-1 0-1,1 0 1,0 0 0,-1 0-1,2 0 1,15-4-5663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6179,'30'0'9845,"1"0"-4255,16 1-2758,64-4-2787,-87 0-184,23-1 268,-17 6-3136,-26-1-704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12214,'-2'10'7852,"-7"-2"-4189,-19 5-2436,16-8-398,5-2-661,-17 8-14,0 0 0,1 2 1,0 1-1,2 0 1,-28 24-1,47-37-165,1 0 0,-1 0 0,1 1 0,-1-1 0,1 1 0,0-1 0,-1 1 0,1-1 0,0 1 0,0-1 0,0 1 0,0 0 0,1 0 0,-1 0 0,0-1 0,1 1 0,-1 0 0,1 0 0,0 0 0,-1 0 0,1 0 0,0 0 0,0 0 0,1 0 0,-1 0-1,0 0 1,0 0 0,1 0 0,0-1 0,-1 1 0,1 0 0,0 0 0,0 0 0,0-1 0,0 1 0,0 0 0,0-1 0,0 1 0,0-1 0,1 1 0,-1-1 0,3 2 0,3 2-77,0-1 0,0 1 1,0-1-1,0-1 0,1 0 0,0 0 0,-1 0 0,1-1 0,9 2 0,-3-2-39,0 0 0,1-1 0,-1 0 0,1-1 0,-1-1-1,1 0 1,-1-1 0,17-4 0,-27 5 131,0 0 1,0 0-1,0-1 1,-1 1-1,1-1 1,0 0-1,-1 0 1,1 0-1,-1 0 1,0-1-1,0 1 1,0-1-1,0 0 1,0 0-1,-1 0 1,1 0-1,-1 0 1,0-1-1,0 1 1,0-1-1,0 1 1,0-1-1,-1 0 1,0 0-1,0 1 1,0-1-1,0 0 1,-1 0-1,1 0 1,-1 0-1,0 0 1,0 0-1,0 0 1,-2-5-1,2 5-33,-1 0-1,0 0 0,0-1 1,0 1-1,0 0 0,-1 0 1,0 0-1,0 0 0,0 0 1,0 0-1,0 1 1,-1-1-1,0 1 0,0 0 1,0 0-1,-5-5 0,5 6-341,1 1-1,-1-1 1,0 1-1,0-1 1,0 1-1,0 0 1,0 0-1,0 0 1,-5-1-1,4 2-615,0 0-1,-1 0 1,1 0 0,0 0 0,0 1-1,0-1 1,0 1 0,-6 2 0,-15 7-6750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10325,'4'-1'1492,"1"0"0,0 0 0,0 0 0,-1 1 0,1 0 0,0 0 0,9 1 0,-8-1-889,0 2 0,0-1-1,0 1 1,0 0 0,0 0 0,7 4 0,-10-5-515,0 0 0,0 1 0,0 0 1,-1 0-1,1 0 0,0 0 1,-1 0-1,1 0 0,-1 1 0,0-1 1,0 1-1,0-1 0,0 1 0,0 0 1,0 0-1,-1 0 0,0 0 0,1 0 1,-1 0-1,0 0 0,-1 1 1,1-1-1,0 0 0,-1 1 0,0-1 1,0 6-1,-2 3 33,-1-1 0,0 0 1,-1 0-1,0-1 0,0 1 0,-1-1 1,-1 0-1,0 0 0,0 0 1,-14 15-1,18-27-1490,4-10 663,7-14-111,-1 16 572,0 0 1,0 0-1,1 1 1,0 0-1,1 0 1,0 1 0,20-12-1,84-43 282,-94 54 289,-20 9-267,0-1-1,1 1 1,-1 0-1,0 0 1,1 0 0,-1 0-1,1 0 1,-1-1-1,0 1 1,1 0-1,-1 0 1,0 0 0,1 0-1,-1 0 1,1 0-1,-1 0 1,0 0 0,1 0-1,-1 0 1,0 1-1,1-1 1,-1 0-1,1 0 1,-1 0 0,0 0-1,1 0 1,-1 1-1,0-1 1,1 0 0,-1 0-1,0 1 1,0-1-1,1 0 1,-1 0-1,0 1 1,5 17 1141,-6 26-299,0-39-794,-9 59 432,0 0-1330,10-22-3327,2-32-77,4-8-3125,2-7-3832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6883,'-1'1'376,"0"0"-1,0 0 1,1 0-1,-1 0 1,0 0 0,0 1-1,1-1 1,-1 0-1,1 0 1,-1 1-1,1-1 1,-1 0-1,1 1 1,0-1 0,0 1-1,-1-1 1,1 0-1,0 1 1,0-1-1,1 1 1,-1-1 0,1 3-1,0-1-66,0 0 1,0 1-1,1-1 0,-1 0 0,1 0 1,0 0-1,0 0 0,0 0 0,4 3 0,-2-2-201,-1 0-1,1-1 0,1 1 0,-1-1 0,0 0 0,1 0 0,0 0 0,-1-1 1,1 1-1,0-1 0,0 0 0,1-1 0,5 2 0,-3-3-92,1-1 1,-1 1-1,1-2 0,-1 1 0,0-1 1,0-1-1,0 1 0,0-1 0,8-4 1,-11 4-4,1 0 0,-1 0 1,1 0-1,-1 0 0,0-1 0,0 0 1,-1 0-1,1 0 0,-1-1 1,0 1-1,0-1 0,6-11 0,-9 15 26,0-1 0,0 1 0,0-1 0,-1 0 0,1 0 0,0 0 0,-1 1 0,0-1 0,1 0 0,-1 0 0,0 0 0,0 0 0,0 0 0,0 0 0,0 1 0,0-1 0,-1 0 0,1 0 0,-1 0-1,1 0 1,-1 1 0,-1-3 0,1 2 37,0 1-1,-1-1 1,1 1-1,-1 0 1,0 0 0,0-1-1,1 1 1,-1 0-1,0 0 1,0 1-1,0-1 1,0 0-1,0 1 1,0-1-1,0 1 1,-3-1-1,-7 0 214,0 1-1,0 0 0,0 1 0,0 0 0,-18 5 0,18-4-85,4 0-18,-1 0 0,0 0 0,1 1 0,0 0 0,-9 4 0,15-6-122,-1 0-1,1 1 0,0-1 0,0 1 0,0 0 1,0 0-1,0 0 0,0 0 0,0 0 0,0 0 0,1 0 1,-1 1-1,1-1 0,0 1 0,-1-1 0,1 1 1,0-1-1,1 1 0,-1 0 0,0-1 0,1 1 0,-1 4 1,3 53 354,0-51-346,0 0 0,0 0 0,1 0 1,0 0-1,0 0 0,1 0 0,0-1 0,9 13 0,-1 0-47,-10-18-97,2 6 52,1 1-1,1-1 0,0 0 0,0 0 1,12 12-1,-16-19-225,1 0 0,-1 0 0,0-1 0,1 1-1,-1-1 1,1 0 0,-1 1 0,1-1 0,0 0 0,4 1 0,-4-2-404,1 0 0,-1 1-1,0-1 1,1-1 0,-1 1 0,0 0 0,0-1-1,0 0 1,1 1 0,-1-1 0,3-2 0,15-7-6875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10357,'5'13'10912,"4"4"-3881,5 9-2209,-6 0-4555,-8-24-357,0-1 0,0 0 0,0 0 0,0 0 1,0 1-1,0-1 0,0 0 0,0 0 0,-1 0 0,1 0 0,-1 0 0,1 0 0,-1 0 0,1 1 0,-1-1 0,1 0 0,-1-1 0,0 1 0,1 0 0,-1 0 0,0 0 0,0 0 0,0 0 0,0-1 0,0 1 0,0 0 0,0-1 0,0 1 0,0-1 0,0 1 0,0-1 1,0 0-1,0 1 0,-1-1 0,1 0 0,0 0 0,0 0 0,0 0 0,0 0 0,-1 0 0,-1 0 0,-12 0-6092,-3 0-3417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3634,'2'-19'4432,"-2"12"-3197,1 1 0,0 0 0,0 0-1,0-1 1,1 1 0,5-11 0,-6 15-1071,0 0 1,1 0-1,-1 1 1,1-1-1,0 0 1,0 1-1,-1-1 1,1 1-1,0-1 0,0 1 1,1 0-1,-1 0 1,0 0-1,0 0 1,0 0-1,1 0 0,-1 1 1,0-1-1,1 1 1,-1-1-1,1 1 1,2 0-1,-2 0-36,-1 0 1,1 0-1,-1 0 0,1 1 1,-1-1-1,1 1 0,-1-1 1,1 1-1,-1 0 0,0 0 1,1 0-1,-1 0 0,0 0 1,0 0-1,0 1 0,0-1 0,0 1 1,2 2-1,0-1-40,-1 2 0,0-1 0,0 0-1,0 1 1,0-1 0,-1 1 0,0 0 0,2 6 0,1 7-33,0 0 0,-2 0 0,3 34 1,-5-33 35,0-1 1,-1 0-1,-1 0 1,-1 1 0,-5 26-1,6-43-55,1-1-1,0 0 0,-1 0 1,1 1-1,-1-1 1,1 0-1,-1 0 0,0 1 1,1-1-1,-1 0 1,0 0-1,0 0 1,0 0-1,0 0 0,0 0 1,0 0-1,0 0 1,0-1-1,0 1 0,0 0 1,0-1-1,-2 2 1,2-2-18,0 0 0,0-1 1,0 1-1,0 0 1,0 0-1,0 0 1,0-1-1,1 1 0,-1 0 1,0-1-1,0 1 1,0-1-1,1 1 0,-1-1 1,0 1-1,0-1 1,1 0-1,-1 1 1,0-1-1,1 0 0,-1 0 1,1 1-1,-1-1 1,1 0-1,-1 0 1,1 0-1,0 1 0,-1-1 1,1 0-1,0 0 1,0 0-1,0 0 0,-1-1 1,-1-9 4,0 0 1,0 0-1,1-1 1,1 1-1,0 0 1,0-1-1,3-14 1,19-78-679,-17 85 139,0 1 0,2 1-1,0-1 1,14-25 0,-17 37-263,1-1 0,-1 1-1,1 0 1,1 0 0,10-9 0,-12 11-217,0 1 0,1 0 0,0 0 0,0 1 0,0-1 0,0 1 0,0 0 0,0 1 0,7-2 0,16-1-3971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34 4754,'17'-2'8552,"-24"6"-1485,-6 2-4554,-1 4-3578,7-4 1123,0 0 1,0 0 0,1 1 0,0 0 0,0 0 0,1 0-1,0 1 1,0 0 0,-4 10 0,7-15-72,1 0 0,0 0 0,0 0 0,0 0 1,0 0-1,0 0 0,1 0 0,0 0 0,-1 0 0,1 1 0,0-1 1,0 0-1,1 0 0,-1 0 0,1 0 0,-1 1 0,1-1 0,0 0 0,0 0 1,1 0-1,-1-1 0,1 1 0,-1 0 0,1 0 0,0-1 0,0 1 1,0-1-1,0 0 0,0 1 0,4 1 0,-4-2 5,1 0 0,-1-1 0,1 0-1,-1 1 1,1-1 0,0 0 0,0 0 0,-1 0-1,1-1 1,0 1 0,0-1 0,0 1 0,0-1 0,0 0-1,5-1 1,-2 0 13,0 0-1,1 0 1,-1-1 0,0 0-1,0 0 1,-1-1 0,8-3-1,-5 2 70,-1-1-1,1 0 1,-1 0-1,0-1 1,0 0-1,-1 0 1,0-1 0,0 0-1,0 0 1,6-11-1,-10 13 61,0-1 0,0 1 1,-1-1-1,0 0 0,0 0 0,-1 1 0,1-1 0,-1 0 1,0 0-1,-1 0 0,1 1 0,-1-1 0,-1 0 0,1 1 1,-1-1-1,-3-7 0,4 11-184,0-1 1,0 0-1,-1 1 1,1-1-1,-1 1 1,0 0-1,0-1 1,0 1-1,0 0 1,0 0-1,0 0 1,0 0-1,-1 1 1,-3-3-1,4 3-229,-1 1 0,1-1 0,0 0 1,-1 1-1,1 0 0,0-1 0,-1 1 0,1 0 0,0 0 0,-1 1 0,1-1 0,-1 0 0,1 1 0,0-1 0,-1 1 0,1 0 0,0 0 1,0 0-1,0 0 0,-3 1 0,-4 5-4174,3 1-984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7475,'-3'1'5975,"-14"11"-2190,-25 39-40,30-36-3418,1 1 1,1 0 0,-11 23-1,20-36-318,0-1-1,0 1 1,0 0-1,0 0 1,0-1-1,1 1 1,-1 0-1,1 0 1,0 0 0,-1 0-1,2 0 1,-1 0-1,0 0 1,0 0-1,1-1 1,0 1-1,-1 0 1,1 0-1,0-1 1,3 5-1,-2-3 10,1-1 0,0 1-1,0-1 1,0 1-1,0-1 1,0 0-1,1 0 1,0-1-1,-1 1 1,1-1-1,0 0 1,5 3 0,-1-2-12,-1 0 0,1-1 1,0 1-1,0-1 1,0-1-1,0 0 1,0 0-1,0 0 1,1-1-1,-1 0 1,0-1-1,0 0 1,0 0-1,11-3 0,-16 2 12,0 0-1,0 1 0,0-1 1,0 0-1,-1-1 0,1 1 1,-1 0-1,0-1 0,0 0 0,1 1 1,-2-1-1,1 0 0,0 0 1,-1 0-1,1 0 0,-1 0 1,0 0-1,0-1 0,0 1 1,0 0-1,-1-1 0,1 1 0,-1 0 1,0-1-1,0 1 0,0-1 1,0 1-1,-1 0 0,-1-7 1,2 6-140,-1 0 1,0 0 0,0 0 0,0 0 0,-1 0-1,0 0 1,1 0 0,-1 0 0,0 0 0,-1 1 0,1-1-1,-1 1 1,1 0 0,-1 0 0,0 0 0,0 0-1,-1 0 1,1 1 0,0-1 0,-1 1 0,0 0-1,1 0 1,-1 0 0,-5-1 0,7 2-312,1 1 0,-1 0 0,1 0 0,-1 0 0,1 0 0,-1 0 1,1 0-1,-1 0 0,1 1 0,-1-1 0,1 0 0,-1 1 0,1-1 0,-3 2 0,-5 4-4793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29 9076,'6'-28'12744,"-6"28"-12630,-6 17 1622,-43 121 2804,26-77-3855,2 0 0,-17 87 0,37-138-702,-9 68 162,9-70-262,1 1 0,0-1 1,1 1-1,0-1 0,0 0 0,0 0 1,5 11-1,-5-17-23,0 0 0,0 0-1,0 0 1,0-1 0,1 1 0,-1 0 0,1-1 0,-1 1-1,1-1 1,-1 1 0,1-1 0,0 0 0,0 0 0,0 0-1,0 0 1,0 0 0,0 0 0,0 0 0,0 0 0,0-1 0,0 1-1,0-1 1,0 0 0,1 0 0,-1 0 0,0 0 0,0 0-1,3 0 1,8-2-948,-1 1 0,0-2 0,19-5 0,-30 7 946,86-31-8886,-42 11 2566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 6403,'-4'-9'2881,"8"1"-944,11 2 480,6-1 16,4 3-912,6 4-320,3 0-209,4 4-48,3 0-703,7-1-241,3-1-48,9-2-1249,1-5-2193,4 1-3457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6867,'10'-11'9742,"4"-2"4083,-7 15-10631,1 8-4055,-2-7 667,-6-7-5727,0-1-2339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5683,'16'-20'4473,"-13"16"-3570,0 0 1,0 0-1,1 1 1,-1-1-1,1 1 1,0-1-1,4-2 1,-7 6-768,0-1-1,1 1 1,-1 0-1,0 0 1,0 0 0,0 0-1,0 0 1,0 1-1,0-1 1,1 0 0,-1 0-1,0 1 1,0-1-1,0 1 1,0-1 0,0 1-1,0-1 1,0 1-1,0 0 1,0-1 0,-1 1-1,1 0 1,0 0-1,0 0 1,-1 0 0,1-1-1,0 1 1,-1 0-1,1 0 1,-1 0 0,1 0-1,-1 1 1,1 0-1,16 38 910,-17-38-1004,6 16 201,0 0-1,-1 0 1,-2 0 0,4 36-1,-7-54-228,0 1 0,0-1 0,0 0-1,0 1 1,0-1 0,0 1 0,0-1-1,0 0 1,0 1 0,0-1 0,-1 1-1,1-1 1,0 0 0,0 1 0,0-1-1,-1 0 1,1 1 0,0-1-1,0 0 1,0 1 0,-1-1 0,1 0-1,0 1 1,-1-1 0,1 0 0,0 0-1,-1 1 1,1-1 0,0 0 0,-1 0-1,1 0 1,0 0 0,-1 0 0,1 1-1,-1-1 1,-18-5 161,-14-15-116,32 18-54,-1 0-1,1 0 0,0 0 0,0 0 0,0 0 0,0 0 0,0 0 0,1 0 0,-1 0 0,0 0 0,1-1 0,0 1 1,-1 0-1,1 0 0,0-1 0,0 1 0,0 0 0,1 0 0,-1-1 0,1 1 0,-1 0 0,1 0 0,-1 0 0,1 0 1,0-1-1,0 1 0,0 1 0,3-5 0,2-3-57,0-1 1,1 1-1,0 0 0,11-10 1,7-5-317,0 2 1,1 1-1,36-22 1,-45 33-1650,0 0 0,1 2 0,34-13 0,-30 16-2989,1 4-1197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98 6995,'-6'1'7741,"-6"-1"-4461,-2 1-1332,2 2-1124,-1 1 0,1 0 1,-15 8-1,23-10-769,0 0 0,0 0 0,0 0-1,0 1 1,1 0 0,-1-1 0,1 1 0,0 1-1,-1-1 1,2 0 0,-1 1 0,-5 7 0,8-8-39,-1 1 1,0-1 0,1 1 0,0-1 0,0 1 0,0-1-1,0 1 1,0-1 0,1 1 0,-1-1 0,1 0 0,0 1-1,0-1 1,3 6 0,23 44 8,-26-50-30,1-1-1,-1 1 1,1-1 0,0 1-1,0-1 1,0 1 0,0-1-1,1 0 1,-1 0 0,0 0-1,1 0 1,0-1 0,-1 1-1,1-1 1,0 1 0,0-1-1,0 0 1,0 0 0,4 1-1,-2-2-13,-1 0 0,1 0 1,-1-1-1,1 0 0,-1 1 0,1-1 0,-1-1 0,0 1 0,0-1 1,1 1-1,-1-1 0,7-5 0,1-1 10,-1 0 1,1 0 0,-2-1-1,1-1 1,-2 0-1,1 0 1,-1-1-1,-1 0 1,15-24-1,-20 30 24,0-1-1,0 0 0,-1 1 1,0-1-1,0 0 0,0 0 1,0 0-1,-1 0 1,0-1-1,-1 1 0,1 0 1,-1 0-1,0-1 1,-1 1-1,1 0 0,-1 0 1,-1-1-1,1 1 0,-1 0 1,0 0-1,0 0 1,-1 1-1,0-1 0,-4-7 1,5 11-129,1 1 0,0-1 0,-1 1 1,1-1-1,-1 1 0,0-1 0,1 1 0,-1 0 1,0 0-1,0 0 0,0 0 0,0 0 0,0 0 1,0 1-1,0-1 0,0 1 0,0-1 0,0 1 1,0 0-1,-1 0 0,-3 0 0,3 0-649,-1 1 0,1-1 0,0 1 1,-1 0-1,1 0 0,0 0 0,0 1 0,-1-1 0,1 1 0,0-1 0,1 1 0,-1 0 0,-3 3 0,-3 5-3423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30 4370,'16'-15'6266,"-16"15"-6057,0 0 0,1-1-1,-1 1 1,0 0 0,0-1 0,0 1 0,0 0-1,1-1 1,-1 1 0,0-1 0,0 1 0,0 0-1,0-1 1,0 1 0,0 0 0,0-1 0,0 1-1,0-1 1,0 1 0,0 0 0,0-1 0,-1 1-1,1 0 1,0-1 0,0 1 0,0 0 0,0-1-1,-1 1 1,-11-4 3950,-10 10-3583,9 1-167,0 1-1,0 0 1,1 0 0,-20 19 0,28-23-395,-1 1 0,1-1 1,0 1-1,1-1 1,-1 1-1,1 0 0,0 1 1,0-1-1,0 0 1,1 1-1,0-1 0,0 1 1,0 0-1,-1 10 1,3-14-44,0 0 0,0-1 0,0 1 0,0 0 1,0 0-1,0-1 0,1 1 0,-1 0 0,0-1 1,1 1-1,0 0 0,-1-1 0,1 1 1,0-1-1,0 1 0,0-1 0,0 1 0,0-1 1,0 1-1,0-1 0,2 2 0,0-2-6,-1 1 0,1-1 0,-1 0 0,1 0 0,0 0 0,-1 0 0,1 0 0,0-1 0,0 1 0,0-1 0,5 1 0,6-2-38,0 0-1,1-1 1,-1 0 0,15-5 0,-26 6 65,5-1 16,0-1 0,0 1 0,0-1-1,-1-1 1,0 1 0,1-1 0,-1-1 0,-1 1-1,1-1 1,7-7 0,-12 10 27,0 0 1,0 0-1,-1-1 0,1 1 1,-1 0-1,1-1 1,-1 1-1,0-1 0,0 1 1,0-1-1,0 1 0,0-1 1,-1 0-1,1 1 0,-1-1 1,0 0-1,0 0 0,0 1 1,0-1-1,0 0 0,0 0 1,-1 1-1,1-1 1,-1 0-1,0 1 0,0-1 1,0 1-1,0-1 0,0 1 1,-1-1-1,1 1 0,-1 0 1,1-1-1,-4-1 0,3 1-131,-1 0 0,0 0 0,-1 0 0,1 1 0,-1-1-1,1 1 1,-1 0 0,1 0 0,-1 0 0,0 1-1,0-1 1,0 1 0,0 0 0,-6-1 0,-13 1-3279,2 6-3525,12-1 1935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205 107 5202,'7'-19'1407,"14"-32"2831,-19 48-3547,-1 0 0,1 0 0,0 0 0,1 0 0,-1 0 0,0 0 0,1 1 0,0-1 0,-1 1 0,1 0 0,0-1 0,3 0 0,-5 3-604,-1 0 0,0 0 0,0 0-1,1 0 1,-1 0 0,0 0 0,0 0-1,1 1 1,-1-1 0,0 0-1,0 0 1,0 0 0,1 1 0,-1-1-1,0 0 1,0 0 0,0 0 0,0 1-1,0-1 1,0 0 0,1 0 0,-1 1-1,0-1 1,0 0 0,0 0-1,0 1 1,0-1 0,0 0 0,0 0-1,0 1 1,0-1 0,0 0 0,0 0-1,0 1 1,0-1 0,0 0-1,0 0 1,0 1 0,-1-1 0,1 0-1,0 0 1,0 1 0,0-1 0,0 0-1,0 0 1,-1 1 0,-3 18 943,4-18-774,-8 27 516,-1-1-1,-1-1 1,-21 39 0,-49 69 65,51-89-822,2 1 1,-35 80-1,61-121-29,-1-1 1,1 0-1,-1 0 0,1 1 1,0-1-1,1 1 1,-1-1-1,1 1 1,0-1-1,0 1 0,0-1 1,1 1-1,0-1 1,0 1-1,0-1 1,2 7-1,-1-8-69,0-1 1,-1 1-1,1-1 0,0 1 0,1-1 0,-1 0 1,0 0-1,1 0 0,-1 0 0,1 0 1,-1-1-1,1 1 0,0-1 0,0 1 1,0-1-1,0 0 0,0 0 0,0-1 1,0 1-1,0 0 0,0-1 0,0 0 0,0 0 1,6 0-1,0-1-947,1 1 0,0-2-1,0 1 1,-1-1 0,18-7 0,19-13-7993,-28 9 2646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59 6899,'-2'-14'2177,"2"1"-592,6 3 1040,5 1-272,5 3-1120,3 2-417,4 2-208,6 2-448,3 2-160,3 0-320,3 2-2017,0 0-3153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5507,'0'-1'271,"0"0"1,0 0-1,0 0 1,0-1-1,0 1 1,0 0-1,0 0 1,0 0-1,1 0 1,-1 0-1,0 0 1,1-1-1,-1 1 1,1 0-1,-1 0 1,1 0-1,0 0 1,-1 0-1,1 1 1,0-1-1,0 0 1,-1 0-1,1 0 1,0 1-1,0-1 1,0 0-1,0 1 1,0-1-1,0 1 1,0-1-1,2 0 1,37-18 2076,-37 18-2134,56-21 451,1 3 0,1 2 0,123-16 0,-177 32-677,2 0 99,1 0 1,0 0-1,-1 1 0,15 2 0,-22-2-44,0 0 0,0 1 0,0-1 0,0 1 0,0-1 0,0 1 0,0 0 0,0 0 0,-1 0 0,1 0 0,0 0 0,0 0 0,-1 1 0,1-1 0,-1 1 0,1-1 0,-1 1 0,0-1 0,1 1 0,-1 0 0,0-1 0,0 1 0,0 0 0,0 0 0,-1 0 0,2 3 0,1 16 506,-1 1 1,-1 0-1,-1 0 1,-1 0-1,0 0 1,-8 32-1,6-31-191,-11 70 1114,-3 0-1,-5 0 0,-59 156 1,73-228-1330,-34 92 381,39-102-475,1 0 0,-1 0-1,2 0 1,0 0-1,0 0 1,1 1-1,0-1 1,3 17-1,-3-28-68,0 0-1,0 0 1,0 0-1,0 0 0,0 0 1,0 1-1,0-1 1,0 0-1,0 0 0,0 0 1,0 0-1,0 0 1,0 0-1,0 0 0,0 0 1,0 0-1,0 1 0,0-1 1,0 0-1,0 0 1,0 0-1,1 0 0,-1 0 1,0 0-1,0 0 1,0 0-1,0 0 0,0 0 1,0 0-1,0 0 1,0 0-1,0 1 0,0-1 1,0 0-1,1 0 1,-1 0-1,0 0 0,0 0 1,0 0-1,0 0 1,0 0-1,0 0 0,0 0 1,0 0-1,0 0 1,1 0-1,-1 0 0,0 0 1,0 0-1,0 0 0,0 0 1,0-1-1,0 1 1,0 0-1,0 0 0,0 0 1,1 0-1,-1 0 1,0 0-1,0 0 0,0 0 1,0 0-1,0 0 1,0 0-1,0 0 0,0 0 1,6-10-2375,4-14-5160,-7 12 1822,-1 0-2275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7748,'0'-1'444,"0"1"0,-1-1 1,1 1-1,-1-1 0,1 1 1,0-1-1,-1 0 1,1 1-1,0-1 0,0 0 1,-1 1-1,1-1 1,0 0-1,0 1 0,0-1 1,0 0-1,0 1 1,0-1-1,0 0 0,0 1 1,0-2-1,3 1 3928,1 11-2980,-2 0-960,1-1 1,1 1-1,-1-1 0,2 0 1,-1 0-1,1 0 0,0 0 1,1-1-1,0 0 0,0 0 1,14 12-1,7 4-619,1-2-1,30 20 1,-21-17 19,-18-17-2532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44 3538,'13'-32'6057,"-14"20"7174,-19 31-8954,-82 113-1931,58-75-4553,29-36-1648,7-5-2548,6-4-1153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0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81 4178,'2'-1'482,"0"-1"0,0 0 0,0 0 0,0 1 0,0-1 0,0 0-1,0 0 1,0-1 0,-1 1 0,1 0 0,-1-1 0,0 1 0,0-1 0,0 1 0,0-1 0,0 1 0,0-1 0,-1 0 0,1 1 0,-1-1 0,0 0-1,0 0 1,0 1 0,0-1 0,0 0 0,0 0 0,-2-4 0,0 6-302,0 0-1,0 0 1,-1 0 0,1 0-1,0 0 1,0 1 0,0-1-1,-1 1 1,1-1 0,0 1 0,-1 0-1,1 0 1,0 0 0,-1 0-1,-3 1 1,-5-1 411,-9-1 165,-129-1 2702,127 4-3178,0 0 0,0 2-1,1 0 1,-39 13 0,41-9-82,-172 67 996,159-61-952,1 2 1,1 1-1,-51 39 0,71-48-165,0 1-1,1 0 0,0 0 1,0 1-1,1 0 1,1 1-1,0 0 1,0 0-1,1 0 1,1 1-1,-1 0 1,-4 20-1,6-16-19,1 0-1,1 0 0,1 0 0,0 0 0,1 0 0,1 1 0,0-1 0,1 0 0,7 25 0,-2-14-20,1 1 0,2-2 0,1 1 0,1-2 0,1 1 0,1-2 0,1 0 0,1 0 0,1-2 0,1 0 0,25 23 0,-27-31-9,0 0 1,1-1 0,0-1-1,0-1 1,2 0-1,-1-2 1,1 0-1,1-1 1,0-1-1,0 0 1,0-2 0,0 0-1,1-1 1,0-2-1,39 1 1,4-8 16,0-3 0,-1-2 1,0-4-1,105-36 0,-131 38-8,-2-1-1,0-2 0,0-2 1,58-37-1,-80 44-55,0 0 0,0-1 0,-1 0 0,-1-1 1,0 0-1,0-1 0,-1 0 0,-1 0 0,0-1 0,-1-1 0,-1 1 1,0-1-1,8-27 0,-8 17-29,-2-1 1,-1 0 0,-1 0-1,-1 0 1,-2-1-1,0 1 1,-2 0-1,-1-1 1,-7-33 0,6 42 48,-1-1 1,-1 1-1,0 0 1,-1 1-1,-1 0 0,-1 0 1,0 0-1,-2 1 1,1 1-1,-2-1 1,0 2-1,-1 0 1,-22-20-1,25 27 1,1 0 0,-1 1 0,0 0 0,-1 1 0,0 0 0,1 0 1,-2 1-1,1 1 0,0 0 0,-1 0 0,1 1 0,-1 1 0,0 0 0,1 0 0,-22 3 0,14 0-81,-1 2 1,1 1-1,0 0 1,0 1-1,1 1 1,0 1-1,0 1 1,-25 16-1,23-14-433,-10 5-1081,17-3-3030,24-14-13525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4418,'-5'6'9888,"-13"10"-4870,-54 45-51,10-13-2836,23-18-1440,1 1 0,-35 38 1,63-58-686,1 1 0,-1 0 0,2 0 1,0 0-1,0 1 0,1 1 0,1-1 0,0 1 1,1 0-1,0 1 0,-2 14 0,6-25-13,0-1 0,1 0 0,-1 0 0,1 1 0,0-1-1,0 0 1,0 1 0,0-1 0,1 0 0,-1 0 0,1 1-1,0-1 1,0 0 0,0 0 0,1 0 0,-1 0 0,1 0-1,-1 0 1,1 0 0,4 4 0,-3-4-41,1-1-1,-1 1 1,1 0-1,0-1 1,0 0-1,0 0 1,0 0 0,1-1-1,-1 1 1,0-1-1,1 0 1,-1 0 0,6 0-1,6 0-69,-1 0 0,0-2 0,0 0 1,0 0-1,0-2 0,-1 0 0,29-9 0,-37 9 136,0 0 0,0 0 0,0 0 1,0-1-1,-1 0 0,1-1 0,-1 1 0,0-1 0,0 0 1,-1 0-1,1 0 0,-1-1 0,0 1 0,-1-1 0,6-11 1,-8 14-1,0 0 1,0 0 0,0 0 0,0 1 0,-1-1-1,1 0 1,-1 0 0,0 0 0,0 0 0,0 0 0,0 0-1,0 0 1,-1 0 0,1 0 0,-1 0 0,0 0-1,0 0 1,0 1 0,0-1 0,0 0 0,-1 1 0,1-1-1,-1 1 1,0-1 0,0 1 0,1 0 0,-2-1 0,1 1-1,0 0 1,0 0 0,-1 1 0,1-1 0,-1 1-1,1-1 1,-1 1 0,0 0 0,-5-2 0,-10-3 38,-1 1 1,1 2-1,-1-1 1,0 2 0,-1 1-1,1 0 1,-33 4-1,1-2-245,86 1-6089,-11 0-1791,-7 0 307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6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8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7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4754,'2'-2'640,"0"0"-576,-4 0 33,4-3-97,-2 3-225,2 2-575,-2-2-641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7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524 478 5683,'14'-5'5662,"-11"9"1125,-9 6-1719,-6 2-4564,2-4-368,0 0 1,-1-1-1,0-1 0,0 0 0,-1-1 1,1 0-1,-1 0 0,0-1 1,-14 2-1,-19 4-231,-50 3 1,62-10 15,-46 0-1,70-3-14,0-1 0,1 0 0,-1 0-1,1-1 1,-1 0 0,1 0 0,-1-1 0,1 0-1,0 0 1,-13-8 0,18 8 41,-1 0 0,1 0 0,0 0 0,1 0-1,-1-1 1,0 1 0,1-1 0,0 1 0,0-1 0,0 0 0,0 0 0,1 0 0,-1 0 0,1 0 0,0 0 0,0 0 0,1-1 0,-1 1-1,1 0 1,0-1 0,0 1 0,0 0 0,1 0 0,-1-1 0,3-7 0,1-2-1,0 0 1,1 0-1,0 1 0,1 0 1,1 0-1,11-17 0,-2 8 52,1 1-1,1 1 1,1 1-1,1 1 1,0 0-1,1 1 1,1 2-1,38-21 1,12-2 89,115-41 0,-165 71-26,-6 1 90,0 1 0,0 1 0,22-5 0,-36 10-97,0 0 0,-1 0 0,1 0 0,0 0 0,0 0 0,-1 0 0,1 0 0,0 0 0,-1 1 0,1-1 0,0 0 0,-1 1 0,1 0 0,0-1 0,-1 1 0,1 0 0,-1 0 0,0 0 0,1 0 0,-1 0 0,0 0 0,1 0 0,-1 0 0,0 1 0,0-1 0,0 0 0,0 1 0,0-1 0,0 1 0,-1-1 0,1 1 0,0 0 0,-1-1 0,1 1 0,-1-1 0,1 1 0,-1 0 0,0 0 0,0 1 0,1 10 287,0 0 0,-1-1 0,-1 1 0,-3 16 0,3-15-210,-10 61 558,-4-1 0,-31 98 0,-66 140-557,102-288-668,-14 43-945,22-62 482,1-1 1,0 1-1,1 0 1,-1 0-1,1 0 0,1 8 1,-1-13 778,0 0 1,0 0-1,0 1 0,0-1 1,0 0-1,0 1 1,0-1-1,0 0 1,0 0-1,0 1 0,0-1 1,0 0-1,1 0 1,-1 1-1,0-1 1,0 0-1,0 0 0,0 1 1,1-1-1,-1 0 1,0 0-1,0 0 0,0 0 1,1 1-1,-1-1 1,0 0-1,0 0 1,1 0-1,-1 0 0,0 0 1,1 0-1,-1 0 1,0 0-1,0 0 1,1 0-1,-1 1 0,0-1 1,0-1-1,1 1 1,-1 0-1,0 0 0,1 0 1,-1 0-1,0 0 1,1 0-1,10-2-6842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8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48 3762,'12'-15'9555,"1"-9"-3381,-9 15-2905,0 10-1077,1 8-957,3 11-138,-4 35-227,-4-46-947,0-1-1,1 1 1,0-1 0,0 0-1,0 1 1,5 11 0,-5-19 21,0 0 1,-1-1 0,1 1 0,0 0-1,0-1 1,0 1 0,0-1 0,0 1 0,0-1-1,0 1 1,0-1 0,1 0 0,-1 0-1,0 1 1,0-1 0,0 0 0,0 0 0,0 0-1,0 0 1,1 0 0,-1 0 0,0-1-1,0 1 1,0 0 0,0-1 0,0 1-1,0 0 1,0-1 0,0 1 0,1-2 0,38-15-204,-39 16 223,64-34 25,-18 9 530,67-27 1,-114 53-496,1 0 1,-1 0 0,0 1-1,1-1 1,-1 0 0,0 0 0,0 0-1,1 0 1,-1 0 0,0 1 0,1-1-1,-1 0 1,0 0 0,0 1 0,1-1-1,-1 0 1,0 0 0,0 1-1,0-1 1,1 0 0,-1 1 0,0-1-1,0 0 1,0 1 0,0-1 0,0 0-1,0 1 1,0-1 0,1 0 0,-1 1-1,0-1 1,0 0 0,-1 1-1,5 23 86,0 1-2613,0-16-1241,0 1-3835,-2-4 1072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8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20 6387,'7'-6'1599,"2"-4"5094,-9 7-1123,-11 10-3833,-4 4-1279,1 1-1,0 1 1,1 1-1,-15 18 1,24-26-465,-1 0 0,1-1 0,1 1 0,-1 1 0,1-1 0,0 0 0,0 1 0,1 0 0,0 0 0,0-1 0,1 1 0,0 0-1,0 1 1,0 9 0,1-15 5,0 1 0,1-1 1,-1 0-1,1 1 0,-1-1 0,1 1 0,0-1 0,0 0 0,0 1 0,0-1 0,1 0 0,-1 0 0,0 0 0,1 0 0,0 0 0,-1 0 0,1 0 0,0-1 0,0 1 0,0-1 0,3 3 0,0-2 7,-1 0 0,1 0 1,0-1-1,-1 0 0,1 0 0,0 0 0,0 0 0,-1-1 1,1 0-1,8 0 0,-1-2-13,1 1 0,-1-1 0,-1-1 0,1 0 0,0-1 0,-1 0 0,1-1 0,12-8 0,-19 11 14,-1-1-1,0 0 1,-1 0 0,1-1 0,0 1 0,-1-1 0,0 1 0,0-1 0,0 0 0,0-1-1,-1 1 1,1 0 0,-1-1 0,0 1 0,-1-1 0,1 1 0,-1-1 0,0 0 0,0 0-1,0 0 1,0-5 0,-2 6-118,1 0-1,0 0 0,-1 0 0,0 1 1,0-1-1,0 0 0,-1 1 1,1-1-1,-1 1 0,0-1 1,0 1-1,0 0 0,0 0 1,0 0-1,-1 0 0,0 0 1,1 0-1,-1 1 0,0-1 1,0 1-1,-1 0 0,1 0 1,0 0-1,-1 0 0,1 1 1,-1-1-1,-5 0 0,4 0-894,0 0 0,1 1-1,-1 0 1,0 0 0,0 1-1,-7-1 1,-3 4-4846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9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71 6467,'1'-1'532,"0"1"1,0 0-1,0-1 0,0 1 1,0 0-1,0 0 0,0 0 1,0 0-1,0 0 1,0 0-1,0 0 0,0 0 1,0 1-1,0-1 0,0 0 1,0 0-1,-1 1 0,1-1 1,0 1-1,0-1 1,0 1-1,0-1 0,-1 1 1,1 0-1,0-1 0,1 2 1,-1 0 67,-1 1 0,1-1 1,0 1-1,0-1 0,-1 1 0,0 0 1,1-1-1,-1 5 0,0 5-676,5 105 2167,-5-105-1734,0-21 59,0-25-199,1 14-216,0 0 0,2 0-1,5-22 1,9-11-1390,-14 47 345,0-1 0,1 1 0,-1-1 0,9-9 0,-11 15 638,0 1 0,-1-1 0,1 1 0,0 0 0,-1-1 0,1 1 0,0 0 0,0-1 0,-1 1 0,1 0 0,0 0 0,0 0 0,-1 0-1,1-1 1,0 1 0,0 0 0,0 1 0,-1-1 0,1 0 0,0 0 0,0 0 0,-1 0 0,1 1 0,0-1 0,0 0 0,-1 0 0,1 1 0,0-1 0,-1 1 0,2 0-1,1 1-1264,13 5-4599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9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230 664 3826,'2'-1'805,"0"0"-1,-1 0 1,1 0 0,0-1 0,-1 1-1,1 0 1,-1-1 0,0 1 0,1-1 0,-1 1-1,0-1 1,0 0 0,0 1 0,0-1-1,0 0 1,0-3 0,0 5-505,-1-1 0,0 0 0,0 0 1,0 0-1,0 1 0,0-1 0,0 0 0,0 0 0,-1 1 0,1-1 1,0 0-1,0 0 0,-1 1 0,1-1 0,0 0 0,-1 1 1,1-1-1,-1 0 0,0-1-150,0 1 0,0 0 1,-1 0-1,1 0 0,0 0 1,0 0-1,-1 1 0,1-1 0,-1 0 1,1 1-1,-1-1 0,-1 0 1,-2 0 23,0 1 1,-1-1 0,1 1 0,-1 0-1,1 0 1,0 1 0,-1 0 0,1 0-1,0 0 1,-1 0 0,1 1 0,-5 2-1,-59 28 609,60-27-729,-37 23 39,43-26-100,0 0 0,1 0 0,-1 1 0,0-1-1,1 1 1,0-1 0,-1 1 0,1 0-1,0 0 1,1 0 0,-1 0 0,-1 4 0,2-6 3,1-1 1,0 1 0,0 0 0,0 0-1,-1-1 1,1 1 0,0 0 0,0 0-1,0-1 1,0 1 0,0 0 0,0 0-1,1-1 1,-1 1 0,0 0 0,0 0-1,0-1 1,1 1 0,-1 0 0,0-1-1,1 1 1,-1 0 0,1-1 0,-1 1-1,0-1 1,1 1 0,-1 0 0,1-1-1,1 1 1,0 0 6,0 0 0,0 0 0,0 0 0,0 0 0,0 0 0,1-1 0,-1 1 0,0-1 0,5 1-1,3-1 4,-1-1 0,1 1 0,15-4-1,-8-1-217,-1 0 1,0-1-1,0-1 0,-1 0 0,1-1 1,-2-1-1,1-1 0,-1 0 0,21-19 0,5-10-487,58-72 0,-59 63 887,-2-2 1,-3-1-1,-1-2 0,-3-2 0,-3 0 1,32-91-1,-52 112 755,-9 26-623,-9 20-190,-25 45 288,3 1 1,2 2-1,2 1 0,4 1 1,2 1-1,-19 87 1,41-144-471,-4 12-588,1 0-1,1 0 0,0 0 1,2 1-1,0 32 1,6-36-3027,-4-15 3344,-1 0 1,1 1-1,-1-1 0,1 0 1,-1 1-1,1-1 0,-1 0 1,1 0-1,0 0 0,-1 1 1,1-1-1,-1 0 0,1 0 1,0 0-1,-1 0 1,1 0-1,-1 0 0,1 0 1,0 0-1,-1 0 0,1 0 1,-1-1-1,2 1 0,12-5-7678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09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 8676,'4'1'1206,"0"-1"0,-1 0 0,1 1 0,-1 0 0,1 0 0,-1 0 0,5 2 0,41 25 1206,-20-10-1583,-20-13-758,0 0 0,0-1 1,1 0-1,-1-1 1,1 0-1,18 3 0,-26-6-54,1 1 0,-1-1 0,1 0 1,0-1-1,-1 1 0,1 0 0,-1-1 0,1 0 0,-1 1 0,0-1 0,1 0 0,-1 0 0,0 0 0,1-1 0,-1 1 0,0 0 0,0-1 0,0 0 0,0 1 0,0-1 0,-1 0 0,1 0 0,0 0 0,-1 0 0,0 0 0,1 0 0,-1-1 0,0 1 0,0 0 0,0-1 0,0 1 0,0-3 0,0 0 21,1 0-1,-1 0 1,0 1-1,-1-1 0,1 0 1,-1 0-1,0 0 1,0 0-1,0 0 0,-1 0 1,0 0-1,0 0 1,0 0-1,-3-7 0,3 10 12,0 0-1,-1 0 0,1 0 0,0 0 1,-1 0-1,1 0 0,-1 0 0,1 0 1,-1 1-1,0-1 0,0 1 0,0-1 1,0 1-1,0 0 0,0 0 0,0 0 1,0 0-1,0 0 0,-1 0 0,1 0 1,0 1-1,0-1 0,-1 1 0,1 0 1,-1 0-1,1 0 0,0 0 0,-1 0 1,1 0-1,0 1 0,-4 0 0,-3 1 58,0 0 0,0 1 0,1 0 0,-1 1 0,1-1-1,0 2 1,-13 8 0,17-11-104,1 1 0,0 0 0,0 0 0,0 0 0,0 0 0,0 0 0,1 0 0,-1 1 1,1-1-1,0 1 0,0 0 0,0 0 0,1-1 0,-1 1 0,1 0 0,0 1 0,0-1 0,0 7 0,0 5-609,1 0 1,1 0-1,1-1 0,0 1 1,1-1-1,4 16 0,-5-27 33,-1 1 0,0-1 0,1 0 0,0 1 0,0-1 0,0 0 0,1 0 0,-1-1 0,1 1 0,0 0 0,0-1 0,0 1 0,0-1 0,1 0 0,0 0 0,-1-1 0,1 1 0,0-1-1,0 0 1,0 0 0,1 0 0,-1 0 0,0-1 0,8 2 0,21-1-4620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0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6275,'22'-24'2124,"-8"7"1003,-8 13 3638,-17 88-432,1-11-4934,12-103-258,11-86-1316,-11 105 84,0-1 0,1 1 0,0 0 0,1 0 0,0 1 0,1-1-1,0 1 1,11-16 0,-15 24-55,0 1-1,0-1 1,1 1 0,-1 0-1,0-1 1,1 1-1,-1 0 1,1 0 0,-1 0-1,1 0 1,-1 0-1,1 0 1,0 1-1,0-1 1,-1 0 0,1 1-1,0 0 1,0-1-1,0 1 1,0 0-1,2 0 1,1 1-1102,0 0 1,1 0-1,-1 0 0,0 1 1,0 0-1,5 3 0,-3-2-152,21 9-3843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0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3 4018,'4'-2'7507,"-6"8"-5090,-6 4-592,-2 11-848,-9 4-801,-8 7-176,-7 3-3570,-1 1-3473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3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307 2 2737,'-3'-1'19365,"0"1"-15407,2 2-3855,-1 1 0,1 0 0,0 0 0,-1-1-1,1 1 1,0 0 0,1 0 0,-2 4 0,-4 14 372,-60 118 1591,34-65-1425,-4-2 1,-64 96 0,85-141-405,11-20-21,0 1-1,-1-1 1,1 0-1,-12 12 1,15-19-216,2-1 0,1 0 0,14-5-4,-1 0 0,1 1 1,0 0-1,29-3 0,3-1-105,205-35 26,-228 46 120,5-3 137,-40 2-1712,-14 1-11680,14 0 4875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5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4 3233,'0'-3'13324,"0"3"-13063,-6 2 5967,0 6-7243,-30 62 3030,-49 141-1,-11 24-224,87-209-1824,7-21-3903,2-25-4716,0 6 3031,0-2-1581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6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0 139 2913,'1'0'316,"0"-1"0,-1 1 0,1-1 0,0 1 0,0-1 0,0 1-1,0-1 1,0 1 0,0 0 0,-1 0 0,1-1 0,0 1 0,0 0-1,0 0 1,0 0 0,0 0 0,0 0 0,0 0 0,0 0 0,0 1 0,0-1-1,0 0 1,0 0 0,0 1 0,-1-1 0,1 1 0,0-1 0,0 1-1,0-1 1,0 1 0,-1-1 0,1 1 0,0 0 0,-1-1 0,1 1 0,0 0-1,-1-1 1,1 1 0,-1 0 0,1 0 0,-1 0 0,0 0 0,1 0 0,-1-1-1,1 2 1,5 9-351,13 17 1680,-1 1-1,-2 1 1,23 57 0,8 46 983,-46-129-2484,0-1-1,1 0 1,0 1 0,0-1 0,0 0-1,0 0 1,0 0 0,6 5 0,5-44 795,76-247-782,-85 272-194,2-9 232,0-1 1,-2 1 0,0-1 0,2-41 0,-11 41 73,3 13 22,0 10 270,2 0-732,0 0 1,-1 0-1,1 0 1,-1 0-1,1 0 1,-1-1-1,0 1 1,0 0-1,0 0 1,0 0-1,0-1 1,0 1-1,0 0 1,-1-1-1,1 1 1,0-1-1,-3 2 1,-20 14-11056,14-11 3753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7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1 5827,'1'0'271,"-1"0"0,0-1 0,0 1 0,1 0 0,-1 0 1,0 0-1,0 0 0,1 0 0,-1 0 0,0 0 0,0 0 0,1 0 1,-1 0-1,0 0 0,1 0 0,-1 0 0,0 1 0,0-1 1,1 0-1,-1 0 0,0 0 0,0 0 0,0 0 0,1 0 0,-1 1 1,0-1-1,0 0 0,1 0 0,-1 0 0,0 1 0,0-1 0,0 0 1,0 0-1,0 0 0,1 1 0,-1-1 0,0 0 0,0 0 1,0 1-1,4 18 3768,-2 27-2874,-2-41-322,-1 61 768,-10 74 0,6-107-1998,-10 36 1,8-47-1084,-1 1 0,-14 28 0,22-51 1391,-12 20-4707,1-15-1890,7-7 2708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18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10 293 2961,'16'-36'3029,"30"-49"0,-36 70-1965,1 1 0,1-1 1,0 2-1,0-1 0,21-15 0,-19 18-478,1 0 1,0 1-1,19-9 0,-27 16-478,0-1 0,1 2 1,-1-1-1,0 1 1,1 0-1,-1 0 0,1 1 1,0 0-1,14 1 1,-21 0-83,1 0 1,-1 1-1,0-1 1,1 1-1,-1-1 1,1 1-1,-1 0 1,0 0-1,0 0 1,1-1-1,-1 1 1,0 0-1,0 0 1,0 1 0,0-1-1,0 0 1,0 0-1,0 0 1,0 1-1,-1-1 1,1 0-1,0 1 1,-1-1-1,1 1 1,-1-1-1,0 0 1,1 1-1,-1-1 1,0 1-1,0-1 1,0 1 0,0 2-1,0 7-12,0 0 0,-1 0 1,-2 14-1,2-19 6,1 0-19,-1 1 0,0-1 1,-1 1-1,0-1 0,0 0 0,0 1 0,0-1 1,-1 0-1,0 0 0,-1-1 0,1 1 0,-1-1 0,0 0 1,0 0-1,-1 0 0,1 0 0,-1-1 0,0 1 1,-1-1-1,1-1 0,-1 1 0,1-1 0,-1 0 1,0 0-1,0-1 0,-11 4 0,-19 4-128,-57 7-1,-4 2 434,96-19-221,0 0 0,1 0 0,-1 0-1,0 1 1,1-1 0,-1 0 0,1 1 0,-1-1 0,0 1 0,1-1 0,-1 0 0,1 1 0,-1-1 0,1 1 0,0-1 0,-1 1-1,1 0 1,-1-1 0,1 1 0,0-1 0,-1 1 0,1 0 0,0-1 0,0 1 0,0 0 0,-1-1 0,1 1 0,0 0-1,0-1 1,0 1 0,0 0 0,0-1 0,0 1 0,0 0 0,1-1 0,-1 1 0,0 0 0,0-1 0,0 1 0,1 0 0,-1-1-1,0 1 1,1 0 0,-1-1 0,1 1 0,23 37 2902,-13-24-2311,12 37 164,-18-38-550,0-1 1,1 0-1,11 17 0,-14-25-196,1 0 0,-1 0 0,1 0 0,0 0 0,1 0 0,-1-1 0,0 0 0,1 1 0,0-2 0,0 1 0,0-1-1,6 3 1,27 7 233,-29-10-216,1 1 1,-1 0 0,0 1-1,0 0 1,0 0 0,-1 1-1,1 0 1,12 10 0,-10-5 43,0-1 0,1-1 0,0 1 1,17 7-1,-65-20-17902,22 1 10507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25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44 2401,'11'-6'7168,"-9"4"-6613,0 0-1,-1 0 1,1 0 0,-1 0 0,1 0 0,-1 0-1,0 0 1,0-1 0,0 1 0,0 0 0,0-1-1,-1 1 1,1-1 0,0-4 0,-4 27 10383,-9 23-8915,1-3-1741,-76 333 1351,85-368-1633,1 0 0,-1 0 0,-1-1 0,1 1 0,-1-1 0,0 1 0,0-1 0,0 0 0,0 0 0,-1 0 0,1 0 0,-1-1 0,0 1 0,-1-1 0,-4 3 0,31-14 0,1 1 0,-1 1 0,1 0 0,1 2 0,-1 1 0,39 0 0,-2 3 0,67-8 0,-78 4 0,-47 4 0,14-1 0,-12 2 0,-6 1 0,-12 4-996,-26 11-11510,23-5 3854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27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82 4978,'1'-9'1932,"0"0"0,0 0 0,1-1 0,0 1 0,7-17-1,-6 17-81,-31 120 6501,8 7-5862,12-59-1882,-3-1-1,-28 88 0,32-130-315,5-12-197,0 1-1,0 0 0,0-1 1,1 1-1,-2 8 0,3-12 67,2-5 502,7-4-686,0 0-1,1 1 1,-1 0 0,2 0 0,-1 1-1,1 1 1,0 0 0,0 0-1,23-6 1,4 3-121,67-7 0,-29 5 288,-58 7 5,0 2 0,24 0 0,-25 1-186,-15 1 38,-18-7-1627,0 9-6572,6 1 81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28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31 4354,'6'-9'3424,"10"-9"629,-16 17-3834,0 1 0,1 0 0,-1 0 0,1-1 0,-1 1 0,0 0 0,1 0 0,-1 0 0,1-1 0,-1 1 0,1 0 0,-1 0 0,1 0 0,-1 0 0,1 0 0,-1 0 0,0 0 0,1 0 0,-1 0 0,1 0 0,-1 0 0,1 0 1,-1 0-1,1 1 0,2 12 4050,-6 14-3120,3-27-1042,-58 286 4738,47-236-4244,-2 1 0,-2-2-1,-36 82 1,51-130-578,-1 0 0,1 0 0,0 0 0,-1 0 0,1-1 0,0 1 0,0 0-1,0 0 1,0 0 0,0 0 0,0 0 0,0 0 0,0-1 0,0 1 0,0 0 0,1 0-1,-1 0 1,0 0 0,1-1 0,-1 1 0,0 0 0,1 0 0,0 0 0,-1 0-10,1-1 0,-1 0 0,1 1 0,-1-1 1,0 0-1,1 1 0,-1-1 0,1 0 1,-1 0-1,1 0 0,-1 1 0,1-1 0,-1 0 1,1 0-1,-1 0 0,1 0 0,-1 0 1,1 0-1,-1 0 0,1 0 0,-1 0 0,1 0 1,-1 0-1,1-1 0,-1 1 0,1 0 0,-1 0 1,1 0-1,-1-1 0,1 1 0,-1 0 1,1-1-1,-1 1 0,0 0 0,1-1 0,-1 1 1,1 0-1,-1-1 0,1 0 0,8-7 25,0 1-1,1 0 1,0 0-1,0 1 1,1 0 0,0 1-1,0 0 1,0 1-1,0 0 1,1 1-1,0 0 1,15-1-1,0 1 166,1 0 0,0 3 0,0 0 0,29 5-1,-52-5-182,1 0-14,1 1 1,0-1-1,-1 1 0,1 1 0,0-1 0,-1 1 1,0 0-1,1 1 0,-1 0 0,0-1 0,0 2 1,0-1-1,6 6 0,-33-15-185,1 7-3113,0 2-4178,4-1-1278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31.9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53 2497,'11'-10'4066,"19"-20"-2091,-25 18 1871,-5 12-3744,0 0 0,0 0 1,0 0-1,0 0 0,-1 0 714,1 1-714,0-1 0,0 0 0,0 0 0,0 0 0,0 0 0,0 0 0,0 0 1,0 0-1,-1 0 0,1 0 0,0 0 0,0 0 0,0 0 0,0 0 0,0 0 0,0 0 0,0 0 0,0 0 0,0 0 0,0 0 0,0 0 0,0 0 0,-1 0 0,1 0 1,0 0-1,0 0 0,0 0 0,0-1 714,0 1-714,0 0 0,0 0 0,0 0 0,-1 0 0,1 0 0,0 0 1,-7 12 2275,-8 18-288,-35 82 1026,-87 214 555,119-265-2989,14-43-329,0-1 0,-14 31 1,17-47-340,1 0 0,-1 0-1,1 0 1,-1 0 0,1 0 0,-1 0 0,0 0-1,0 0 1,1 0 0,-1-1 0,0 1 0,0 0-1,0 0 1,0-1 0,0 1 0,0 0 0,-1 0-1,2-4 376,11-6-31,33-14-274,1 2 1,1 2-1,1 2 1,0 1-1,1 3 0,0 2 1,87-8-1,-133 19-84,-1 0 0,1 0 0,-1 0 0,1 0 0,0 0 0,-1 0 0,1 0 0,-1 1 0,1-1 0,0 1 0,-1-1 0,1 1 0,-1-1 0,0 1 0,1 0 0,-1 0 0,1 0 0,0 1 0,9 5 0,-26-2-2272,-12-1-11197,15-4 1869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39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180 136 1809,'2'5'2900,"-2"-4"-2732,5-2 660,-7 0 555,-3-1 709,5 2-2038,0-1-33,0 1 237,-1-1 0,1 1 0,0 0 0,0-1 0,0 1-1,0-1 1,0 1 0,0-1 0,0 1 0,0 0 0,0-1 0,0 1 0,0-1 0,0 1 0,1-1 0,-1 1 0,0 0-1,0-1 1,0 1 0,1 0 0,-1-1 0,0 1 0,0-1 0,1 1 0,-1 0 0,0 0 0,0-1 0,1 1 0,0-1 0,11-14 744,-10 10 77,-5 8-160,-12 21 497,11-17-1186,0 0 0,1 0 0,0 0 0,0 0 0,0 1 0,-2 13 0,3-11-81,1-1 1,-1 1 0,-1-1 0,0 1 0,0-1 0,-1 0 0,0 0 0,0-1 0,-1 1 0,-10 12 0,8-11-46,1 1 0,-1 0 0,2 0 0,0 1 0,0-1 0,-4 17 0,-1 37 305,6-35-141,-1-1-1,-10 35 0,13-57-154,-1 1-1,0-1 1,-1 0 0,1 0 0,-1-1 0,-8 10 0,16-21-121,0-1 1,-1 0-1,0-1 1,0 1-1,-1 0 1,1-1-1,-1 0 1,1-10-1,4-8-74,53-148-198,-46 142 245,1 0-1,2 0 1,26-36 0,-42 65 33,-1 1 0,1 0 0,0 0 0,-1 0 0,1 0 0,0 0 0,0 0 0,-1 0 0,1 0 0,0 0 0,0 0 0,0 0 0,0 0 0,1 1 0,-1-1 0,0 1 0,0-1 0,0 0 0,1 1 0,-1 0 0,0-1 0,0 1 0,1 0 0,-1 0 0,0-1 0,1 1 0,-1 0 0,0 0 0,0 0 0,1 1 0,-1-1 0,0 0 0,1 0 0,-1 1 0,0-1 0,0 1 0,1-1 0,-1 1 0,0 0 0,0-1 0,0 1 0,0 0 0,0 0 0,0 0 0,0-1 0,1 3 0,5 6 39,0 0 0,-1 0 1,-1 0-1,9 19 0,-3-7-65,9 15 51,-7-17 32,-2 1 1,0 1 0,-2 0-1,10 29 1,-14-35 54,0 0 1,1 0-1,1 0 0,0-1 0,11 15 1,-15-23-49,0 0 0,-1 0 1,1 0-1,-1 1 1,0-1-1,1 10 0,4 16 198,18-87 322,36-93-420,-28 73 255,-2-2-1,26-110 0,-49 155-149,-4 18 15,0 0 1,-2 0 0,3-25 0,-27 60 267,14-15-486,3-1-61,0 1 0,-1 0 1,2 0-1,-1 0 1,-4 9-1,-2 3-1427,-21 20-16621,22-22 9438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237 213 10533,'15'-19'3819,"-13"16"-3203,0-1 0,1 1 0,-1 0 1,1 0-1,0 0 0,0 0 0,5-3 0,-34 42 3623,-114 150-1711,121-156-2492,1 1 0,1 1 0,2 1 0,-16 49 0,28-72-75,1 0 1,0 0-1,0 1 0,1-1 0,0 0 1,1 1-1,1 13 0,-1-22 23,0 1 1,1 0-1,-1-1 0,1 1 0,0-1 0,-1 1 1,1-1-1,0 1 0,1-1 0,-1 1 1,0-1-1,1 0 0,-1 0 0,1 0 1,0 0-1,0 0 0,0 0 0,0 0 1,0-1-1,0 1 0,0-1 0,0 1 1,1-1-1,-1 0 0,0 0 0,1 0 1,-1 0-1,1 0 0,0-1 0,-1 1 1,1-1-1,-1 1 0,6-1 0,3-1 39,1 0 0,-1-1-1,0 0 1,0-1 0,0 0-1,-1-1 1,1 0-1,-1-1 1,0 0 0,0 0-1,0-1 1,14-11 0,0-2 111,0-2 1,-1 0-1,27-33 1,-16 11-43,-3-1 1,-1-1 0,-2-2-1,-3 0 1,-1-2-1,26-80 1,-30 53-59,-19 71-45,0-1 1,-1 1-1,0-1 0,0 0 0,0 1 0,0-1 0,-1 1 0,0-1 0,0 1 1,0-1-1,-4-7 0,4 12-45,1-1-1,-1 1 1,0-1 0,0 1 0,0-1 0,0 1-1,-1 0 1,1 0 0,0 0 0,0 0 0,-1 0-1,1 0 1,-1 0 0,1 0 0,-1 0-1,1 0 1,-1 1 0,1-1 0,-1 1 0,0-1-1,1 1 1,-1 0 0,0 0 0,1-1-1,-1 1 1,0 0 0,1 0 0,-1 1 0,0-1-1,1 0 1,-1 1 0,0-1 0,1 1 0,-1-1-1,1 1 1,-3 1 0,-4 1-813,0 1 1,1 1-1,0-1 1,-1 1-1,-11 11 1,-16 22-5402,-2 6-2006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8612,'9'-10'3571,"-7"7"-2655,0 1-1,-1 0 1,1 1-1,0-1 1,0 0-1,0 0 1,0 1-1,0-1 1,4-1-1,-5 3-782,0 0-1,0 0 1,0 1-1,0-1 0,-1 0 1,1 0-1,0 0 0,0 1 1,0-1-1,0 1 0,-1-1 1,1 0-1,0 1 0,0-1 1,-1 1-1,1 0 1,0-1-1,-1 1 0,1 0 1,0-1-1,-1 1 0,1 0 1,-1 0-1,1-1 0,-1 1 1,0 0-1,1 0 0,-1 0 1,0 0-1,1-1 0,-1 1 1,0 0-1,0 2 1,2 3-12,-1 0 1,0 0-1,0 1 1,0-1-1,-1 0 1,0 1-1,0-1 1,-1 0-1,-1 8 1,1-6-214,0 0 0,0 1 0,1-1 0,1 12-1,0-19 63,-1-1 0,0 0 0,0 0 0,0 1 0,0-1 0,1 0-1,-1 0 1,0 0 0,0 1 0,0-1 0,1 0 0,-1 0-1,0 0 1,0 1 0,1-1 0,-1 0 0,0 0 0,0 0-1,1 0 1,-1 0 0,0 0 0,1 0 0,-1 0 0,0 0-1,1 0 1,-1 0 0,0 0 0,0 0 0,1 0 0,-1 0-1,0 0 1,1 0 0,-1 0 0,0 0 0,0 0 0,1 0-1,-1 0 1,0-1 0,0 1 0,1 0 0,-1 0 0,0 0-1,0-1 1,1 1 0,-1 0 0,0 0 0,0 0 0,1-1-1,14-11-132,-13 11 84,71-56-257,-35 29 839,47-44-1,-84 103 834,0-26-1668,0 0 0,0 0 0,1 0 0,-1 0 0,5 8 0,-4-10-129,0-1 0,0 0 1,0 0-1,0-1 0,0 1 0,1 0 1,-1-1-1,1 1 0,-1-1 0,1 0 0,-1 1 1,1-1-1,0-1 0,0 1 0,-1 0 1,1-1-1,0 1 0,0-1 0,0 0 0,5 0 1,30-1-6026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61 10629,'5'-13'2320,"7"-35"5687,-21 103-989,-5 6-4176,4-18-2626,1-1 1,-3 52-1,12-74-319,0 0 1,5 38-1,-4-52-255,0 0 0,0 0-1,1-1 1,-1 1 0,1-1-1,1 1 1,-1-1 0,1 0-1,0 0 1,0 0 0,0 0-1,1 0 1,0-1 0,6 7-1,-8-10-169,0 0 0,0 1-1,0-1 1,0 0-1,0-1 1,0 1-1,0 0 1,0-1-1,0 1 1,0-1-1,0 1 1,1-1-1,-1 0 1,0 0-1,0 0 1,0 0-1,0-1 1,1 1-1,-1 0 1,0-1-1,3-1 1,23-11-9962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9492,'-7'6'2882,"14"-3"-2002,7-1 1585,9 0-1120,9 0-1217,7 4-128,80 21-2481,-104-20-2530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234 294 8884,'-100'244'14329,"36"-58"-10714,8 2-3852,49-162 649,0-4-4192,9-42-6162,11-32 6626,20-52 1,61-124 3289,-83 203-107,98-211 1346,-74 170 2055,62-89 1,-94 151-3007,2-5 519,1 1 1,0 0-1,1 1 0,-1-1 0,1 1 1,14-10-1,-20 17-654,-1-1 0,1 1 0,0-1 0,0 1 0,-1-1 0,1 1 0,0-1 0,0 1 0,0 0 0,0-1 0,0 1 0,-1 0 0,1 0 0,0 0 0,0 0 0,0 0 0,0 0 0,0 0 0,0 0-1,0 0 1,0 0 0,0 0 0,-1 1 0,1-1 0,0 0 0,1 1 0,-1 0 19,0 1 0,0-1 0,0 0 0,0 0 0,0 1 0,0-1 0,0 0-1,-1 1 1,1-1 0,-1 1 0,1-1 0,-1 0 0,0 1 0,1 2 0,0 6 406,0 0 0,-1 0 0,-2 18 0,-2-3-181,-1-1-1,-1 0 1,0 0 0,-2-1 0,-1 1 0,-1-2 0,-1 1-1,-17 25 1,25-44-323,0 1 0,0-1 1,0-1-1,-1 1 0,1 0 0,-1-1 0,0 0 0,0 0 0,-8 4 0,11-6-73,0-1 0,0 1 0,-1-1 1,1 0-1,0 1 0,-1-1 0,1 0 0,0 0 0,-1 0 0,1 0 0,0 0 0,-1 0 0,1-1 0,0 1 0,-1 0 0,1-1 0,0 1 0,0-1 0,-1 1 0,1-1 1,0 0-1,0 1 0,0-1 0,0 0 0,0 0 0,0 0 0,0 0 0,0 0 0,0 0 0,0 0 0,0 0 0,1 0 0,-1 0 0,0 0 0,1 0 0,-1-1 0,1 1 0,0 0 1,-1-1-1,1-1 0,-2-2-414,0 0-1,1 0 1,0 0 0,0 0 0,1 0 0,-1 0 0,1 0 0,0-1 0,0 1-1,1 0 1,1-7 0,0 4-1194,0 1 0,0 0 0,0 0-1,6-9 1,7-10-5631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5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6819,'2'1'790,"0"0"0,0 0 0,-1 1 1,1-1-1,-1 1 0,1-1 0,-1 1 0,1-1 0,-1 1 0,0 0 0,0-1 0,0 1 0,0 0 1,1 4-1,0 0 361,0 0 0,0 0 1,-1 0-1,1 11 0,-2 4-55,0-1-1,-4 22 1,1-25-943,2-11-204,0 0-1,0 1 1,0-1-1,1 0 1,0 1-1,0-1 1,2 10-1,-1-16-8,-1 1 0,1-1 0,-1 1-1,1 0 1,-1-1 0,1 1 0,-1-1 0,1 1-1,0-1 1,-1 1 0,1-1 0,0 0 0,-1 1-1,1-1 1,0 0 0,-1 0 0,1 1 0,0-1-1,0 0 1,-1 0 0,1 0 0,0 0 0,0 0-1,0 0 1,-1 0 0,1 0 0,0 0 0,0 0-1,-1-1 1,1 1 0,0 0 0,1-1 0,30-11-794,-28 10 728,176-85 1582,-179 87-1378,-1 0 0,1 0 0,-1 0-1,1 0 1,-1 0 0,1 0 0,-1 0 0,1 0 0,-1 0-1,1 0 1,-1 0 0,1 1 0,-1-1 0,1 0-1,-1 0 1,1 1 0,-1-1 0,1 0 0,-1 1-1,0-1 1,1 0 0,-1 1 0,0-1 0,1 1 0,-1-1-1,0 0 1,1 1 0,-1-1 0,0 1 0,0-1-1,0 1 1,1-1 0,-1 1 0,0-1 0,0 1 0,0-1-1,0 1 1,0 0 0,0-1 0,0 1 0,5 35 53,-4-19-54,4 12-420,7 27-3553,1-21-4409,-1-17 181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22 7139,'4'-21'13688,"-4"21"-13600,-27 28 6508,-48 82-1841,30-32-4504,-53 127-1,83-171-250,-14 54 0,27-78 0,0 0 0,0 0 0,0 0 0,2 0 0,-1 0 0,1 0 0,0 0 0,1 0 0,0 0 0,5 16 0,-5-23-193,0-1-1,0 0 1,0 1 0,0-1 0,0 0-1,1 1 1,-1-1 0,1 0 0,0 0-1,0 0 1,-1 0 0,1-1 0,0 1-1,1 0 1,-1-1 0,0 0 0,0 1-1,1-1 1,-1 0 0,0 0 0,5 1-1,-1-1-1069,0 0 0,1 0 0,-1-1 0,0 1-1,0-2 1,0 1 0,0-1 0,7-1 0,21-5-8921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5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16119,'2'-7'2690,"13"1"-289,10 0 1472,17 0-1776,10-1-1360,9 3-673,-1-2-64,-5 4-1185,-9 2-1488,-11 4-2609,-5 0-3714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10581,'2'8'7667,"-6"3"-4273,-4 1 1856,-5 3-880,5 2-2865,-1-1-1505,1 1 0,4-2 0,0-1 0,0 5 0,-3-2-1217,-5 6-3665,3 0-2801,1 0-5187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 15447,'-2'-7'4018,"-4"-1"3105,2 6-5090,6 2-1745,0 2-288,0 4-1072,0 3-1842,0 1-3040,-6 5-4979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4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117 155 2769,'9'-51'1905,"4"-17"2995,2 32 11340,-16 59-12275,0 8-2727,-49 253 564,15-104-1854,-15 59 52,35-173 0,14-56 0,2-13 0,3-14 0,-4 15-198,-1-19 333,-2 8-6683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7:54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166 170 4098,'-1'-1'251,"1"1"-1,-1-1 1,0 1 0,0-1 0,0 1 0,1 0-1,-1-1 1,0 1 0,0 0 0,0 0 0,0-1-1,0 1 1,0 0 0,1 0 0,-1 0 0,0 0-1,0 0 1,0 0 0,0 1 0,0-1 0,0 0-1,0 0 1,1 1 0,-1-1 0,0 0 0,0 1-1,0-1 1,1 1 0,-1-1 0,0 1 0,0-1-1,1 1 1,-1 0 0,1-1 0,-1 1 0,0 0-1,1-1 1,-1 2 0,-1 3 1103,0 0 1,0 0-1,1 0 0,0 0 0,-2 9 1,1 0-2916,-15 52 2836,-37 91-1,8-27-1056,43-105-40,2-19 154,1-12 486,0 6-802,9-35-64,13-38-332,65-140-1,-44 114 192,-35 78 74,2 0-1,0 0 0,2 1 1,21-30-1,-29 46 108,-1 0 0,1-1 0,-1 1 0,1 1 0,1-1 0,-1 0 0,0 1 1,1 0-1,0 0 0,0 1 0,-1-1 0,2 1 0,-1 0 0,0 0 0,0 1 0,1-1 0,-1 1 0,0 0 1,1 1-1,-1-1 0,1 1 0,0 0 0,-1 1 0,11 1 0,-13-1 28,0 0-1,0 1 1,0-1-1,0 1 0,0 0 1,-1-1-1,1 1 1,-1 0-1,1 1 1,-1-1-1,0 0 1,0 1-1,0-1 1,0 1-1,0 0 1,0-1-1,-1 1 1,0 0-1,1 0 0,-1 0 1,0 0-1,0 0 1,0 6-1,3 9 40,-1 0-1,0 37 1,-2-33-32,0-17-23,-1 1 1,0-1-1,0 0 1,0 0-1,-1 0 1,0 0-1,0 0 1,0 0-1,0 0 1,-1 0-1,0 0 1,0-1-1,0 1 1,0 0-1,-1-1 1,0 0-1,0 0 1,0 0-1,0 0 1,-1 0-1,1 0 1,-1-1-1,0 0 1,0 0-1,-1 0 1,1 0-1,0-1 1,-10 4-1,-13 6 121,-1-2-1,0-2 0,0 0 0,-1-2 0,-47 4 0,77-10 43,3 0 83,0-1 1,-1 0-1,1 1 1,0 0 0,0 0-1,0 0 1,0 1-1,0-1 1,-1 1-1,1 0 1,0 0 0,0 0-1,-1 0 1,1 1-1,-1 0 1,1-1 0,-1 1-1,0 0 1,0 1-1,5 3 1,164 176 2177,-58-70-1887,-81-76-495,-21-22-47,1 0 0,23 18 0,-36-32 4,0 0 0,0 1-1,0-1 1,0 0 0,1 0 0,-1 0 0,0 0-1,0 0 1,0 0 0,0 0 0,0 0 0,0 0-1,0 0 1,0 0 0,1 0 0,-1 1 0,0-1 0,0 0-1,0 0 1,0 0 0,0 0 0,0 0 0,1 0-1,-1 0 1,0 0 0,0 0 0,0 0 0,0 0-1,0 0 1,0-1 0,1 1 0,-1 0 0,0 0-1,0 0 1,0 0 0,0 0 0,0 0 0,0 0 0,0 0-1,1 0 1,-1 0 0,0 0 0,0 0 0,0-1-1,0 1 1,0 0 0,0 0 0,0 0 0,0 0-1,0 0 1,0 0 0,0 0 0,0-1 0,0 1-1,0 0 1,0 0 0,0 0 0,0 0 0,0 0-1,0 0 1,0-1 0,0 1-91,0 0-1,0-1 1,0 1 0,0 0 0,0 0-1,0-1 1,0 1 0,0 0-1,0-1 1,-1 1 0,1 0 0,0 0-1,0 0 1,0-1 0,0 1-1,-1 0 1,1 0 0,0 0 0,0-1-1,-1 1 1,1 0 0,0 0-1,0 0 1,-1 0 0,1 0 0,0 0-1,0-1 1,-1 1 0,1 0-1,0 0 1,0 0 0,-1 0 0,1 0-1,-1 0 1,-14 3-9522,-1 0 782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8:05.2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27 3073,'6'-15'3966,"-6"11"-617,0 6 1016,-21-12 1281,17 15-5498,0 0 0,0 0 0,0 0 0,1 0 0,0 0 0,0 1 0,0 0 0,1-1 0,0 1 1,0 0-1,0 0 0,1 0 0,0 0 0,0 1 0,0-1 0,1 7 0,0-13-139,-50 337 2427,44-295-2210,-2 42 751,3-66-226,2-3-378,3-14-353,3-5-158,-2-1-542,-2-1-7417,-1-1-974,2-1 7443,3-3-1373,1-4 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8:06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0 192 2113,'2'-6'1365,"-2"2"306,1 0-1,0 0 0,1 0 0,-1 1 0,1-1 1,-1 0-1,1 1 0,4-6 0,10-6-1113,-15 16-389,1 1-1,-1-1 0,0 0 0,1 1 0,-1-1 1,0 0-1,0 1 0,0 0 0,0-1 0,0 1 1,-1-1-1,1 1 0,0 0 0,-1 0 0,1 2 0,2 2 93,19 44 857,40 76 307,-50-106-1286,1-1 0,0 0 0,2 0 0,19 18 0,-12-16 238,1-1 0,26 17 0,-47-35-359,-1 0-1,1-1 0,0 1 0,0 0 0,-1 0 0,1 0 0,-1 1 0,0-1 1,0 0-1,0 0 0,0 1 0,0-1 0,0 1 0,0-1 0,-1 1 0,1-1 1,-1 1-1,0-1 0,0 1 0,0-1 0,0 5 0,-1-29-16,0 11 0,0 0 0,1 0 0,0 0 0,3-13 0,54-182 283,1 1 67,-52 181-126,2-15 1024,-8 39-1117,1-1-86,-1 1 0,1-1 0,-1 1 0,0-1 0,1 1 0,-1-1 0,0 1 0,1-1 0,-1 0 1,0 1-1,0-1 0,0 1 0,1-1 0,-1 0 0,0 1 0,0-1 0,0 0 0,0 1 0,0-1 0,0 0 0,-1 1 0,1-2 0,-1-5 3,1 10 234,-7 15 81,-7 4-4689,3-3-4979,5-9 2964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8:1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63 129 3938,'-6'-12'2314,"5"11"-1777,0 0 1,1 0-1,-1 1 1,1-1-1,-1 0 1,1 0-1,-1 0 1,1 0-1,-1 0 0,1 0 1,0 0-1,0 0 1,0 0-1,-1 0 1,1 0-1,0 0 1,0 0-1,1 0 1,-1 0-1,0 0 1,0-2-1,8-11 1706,-3 8-1929,0 1 1,1-1 0,0 1 0,0 0 0,0 0 0,1 1 0,-1 0-1,1 0 1,0 1 0,0-1 0,1 1 0,9-2 0,1 0-286,0 0 0,0 1 0,0 1 1,21-1-1,-32 5-25,-1-1 0,1 1 0,-1 0 0,1 1 0,-1 0 0,0 0-1,0 0 1,0 1 0,0-1 0,0 2 0,0-1 0,-1 0 0,0 1 0,1 0 0,-2 1 0,9 7 0,-5-3 12,1 1-1,-2-1 1,0 1 0,0 1-1,0-1 1,-1 1 0,-1 0-1,5 13 1,-9-20 52,0 0-1,0 0 1,0 0 0,-1 0 0,0 0-1,1 0 1,-1 0 0,0 0 0,-1 0-1,1 0 1,-1 0 0,0 0-1,0-1 1,0 1 0,-3 7 0,0-5 68,1 0-1,-1 0 1,0 0 0,-1 0 0,1-1 0,-1 0 0,0 0 0,-8 6-1,-2 0 43,0-1-1,0-1 0,-1 0 0,-1-1 0,1-1 0,-22 6 0,2-5-24,35-7-131,-1-1 0,0 0 1,0 1-1,0-1 0,0 0 0,0 0 0,0 0 1,1-1-1,-1 1 0,0 0 0,0-1 1,0 1-1,1-1 0,-1 0 0,0 1 0,-2-3 1,4 3-25,0 0 0,0 0 1,0 0-1,-1 0 1,1 0-1,0 0 0,0 0 1,0 0-1,0 0 1,0 0-1,0-1 1,0 1-1,0 0 0,-1 0 1,1 0-1,0 0 1,0 0-1,0 0 1,0 0-1,0-1 0,0 1 1,0 0-1,0 0 1,0 0-1,0 0 0,0 0 1,0-1-1,0 1 1,0 0-1,0 0 1,0 0-1,0 0 0,0 0 1,0 0-1,0-1 1,0 1-1,0 0 0,0 0 1,0 0-1,0 0 1,1 0-1,-1 0 1,0-1-1,0 1 0,0 0 1,0 0-1,0 0 1,0 0-1,0 0 1,0 0-1,1 0 0,-1 0 1,11-2-36,9 3 0,-3 1-119,23 3-507,65 17 1,-95-19 630,0 0-1,0 1 1,-1 0-1,1 0 1,-1 1-1,0 0 1,0 1 0,-1 0-1,1 0 1,-1 1-1,12 13 1,-17-16 38,-1 0 1,1 1-1,-1-1 1,0 0-1,0 1 1,-1-1-1,1 1 1,-1 0-1,0-1 1,-1 1-1,1 0 0,-1 0 1,0-1-1,0 1 1,0 0-1,0 0 1,-1 0-1,0-1 1,0 1-1,-1 0 1,-3 8-1,3-7 50,0-1-1,-1 1 1,0 0-1,0-1 1,-1 1-1,0-1 1,0 0-1,0 0 1,0-1-1,-1 1 1,1-1-1,-1 0 1,0 0-1,-1-1 1,1 1-1,-7 2 1,-24 5 356,-1-1 0,-1-3 0,1 0 1,-1-3-1,-59 0 0,83-3-11,-1-1 0,1-1-1,-23-4 1,32 4-348,0 0-1,1-1 1,-1 1 0,0-1-1,1 0 1,-1 0 0,1 0-1,0 0 1,0-1 0,0 0-1,0 0 1,0 0 0,0 0-1,-3-5 1,6 7-53,1 0 0,0 0 0,0-1 0,-1 1 0,1 0 0,0 0 0,0 0 0,0 0 0,0 0 0,0-1 0,0 1 0,0 0 0,1 0 0,-1 0 0,0 0 0,1 0 0,-1 0 0,1-1 0,-1 1 0,1 0 0,-1 0 0,1 0 0,0 1 0,0-1 0,-1 0 0,3-1 0,-1-2 0,1 1 0,0 0 0,0 0 0,1 0 0,-1 1 0,6-4 0,-7 6-164,0-1 0,0 1-1,0 0 1,0 1 0,0-1 0,0 0 0,0 0 0,0 1-1,0-1 1,0 1 0,0 0 0,0-1 0,-1 1 0,4 2-1,14 4-11005,-7-5 1784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8:16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135 152 4802,'2'-1'15775,"-51"205"-15046,32-102-617,3-19 535,-39 137 0,50-201-571,8-30 139,59-197-265,-42 145 6,-8 21 24,62-165-62,-61 173 91,1 0 0,2 0 0,39-53-1,-52 81-15,0-1 0,1 1 0,-1 0 0,2 0 0,-1 1 0,1-1 0,8-4 0,-13 9 7,-1 0 0,1 0 0,0 1-1,-1-1 1,1 0 0,-1 1-1,1-1 1,0 1 0,0 0 0,-1-1-1,1 1 1,0 0 0,0 0 0,-1 0-1,1 0 1,0 1 0,0-1 0,-1 0-1,1 1 1,0-1 0,-1 1 0,1 0-1,0-1 1,-1 1 0,1 0-1,-1 0 1,1 0 0,-1 0 0,0 0-1,1 1 1,-1-1 0,0 0 0,0 1-1,0-1 1,0 0 0,0 1 0,0-1-1,0 1 1,1 3 0,18 38 40,22 69 0,-40-107-29,0 0 0,-1-1 0,0 1 0,0 0 0,0 0-1,-1 0 1,1 0 0,-1 0 0,0 0 0,-1 1 0,1-1 0,-1 0 0,0-1 0,0 1 0,-1 0 0,-3 9 0,0-6 6,0-1 1,0 0-1,-1 0 1,1-1-1,-2 1 0,1-1 1,-1-1-1,0 1 1,-7 4-1,-18 12 16,-38 20 1,58-36-18,-1 0 0,0 0 1,0-2-1,0 1 1,0-2-1,-24 4 0,19-7 2574,42 9-465,3 9-1528,-2 1 0,44 41 1,10 8 707,-55-49-498,-6-8-682,-1 2 0,-1 0 0,-1 1 1,0 1-1,22 27 0,-36-41-128,-1-1-1,0 0 1,0 0 0,0 0 0,0 0-1,0 0 1,0 0 0,0 0 0,0 1-1,1-1 1,-1 0 0,0 0 0,0 0-1,0 0 1,0 0 0,0 1 0,0-1-1,0 0 1,0 0 0,0 0 0,0 0-1,0 0 1,0 1 0,0-1 0,0 0-1,0 0 1,0 0 0,0 0 0,0 1-1,0-1 1,0 0 0,0 0 0,0 0-1,0 0 1,-1 0 0,1 0-1,0 1 1,0-1 0,0 0 0,0 0-1,0 0 1,0 0 0,0 0 0,-1 0-1,1 0 1,0 1 0,0-1 0,0 0-1,0 0 1,0 0 0,-1 0 0,-11 0-2139,-3-4-3725,6 2-5481,2 0 1084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44 2401,'11'-6'7168,"-9"4"-6613,0 0-1,-1 0 1,1 0 0,-1 0 0,1 0 0,-1 0-1,0 0 1,0-1 0,0 1 0,0 0 0,0-1-1,-1 1 1,1-1 0,0-4 0,-4 27 10383,-9 23-8915,1-3-1741,-76 333 1351,85-368-1633,1 0 0,-1 0 0,-1-1 0,1 1 0,-1-1 0,0 1 0,0-1 0,0 0 0,0 0 0,-1 0 0,1 0 0,-1-1 0,0 1 0,-1-1 0,-4 3 0,31-14 0,1 1 0,-1 1 0,1 0 0,1 2 0,-1 1 0,39 0 0,-2 3 0,67-8 0,-78 4 0,-47 4 0,14-1 0,-12 2 0,-6 1 0,-12 4-996,-26 11-11510,23-5 3854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82 4978,'1'-9'1932,"0"0"0,0 0 0,1-1 0,0 1 0,7-17-1,-6 17-81,-31 120 6501,8 7-5862,12-59-1882,-3-1-1,-28 88 0,32-130-315,5-12-197,0 1-1,0 0 0,0-1 1,1 1-1,-2 8 0,3-12 67,2-5 502,7-4-686,0 0-1,1 1 1,-1 0 0,2 0 0,-1 1-1,1 1 1,0 0 0,0 0-1,23-6 1,4 3-121,67-7 0,-29 5 288,-58 7 5,0 2 0,24 0 0,-25 1-186,-15 1 38,-18-7-1627,0 9-6572,6 1 81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31 4354,'6'-9'3424,"10"-9"629,-16 17-3834,0 1 0,1 0 0,-1 0 0,1-1 0,-1 1 0,0 0 0,1 0 0,-1 0 0,1-1 0,-1 1 0,1 0 0,-1 0 0,1 0 0,-1 0 0,1 0 0,-1 0 0,0 0 0,1 0 0,-1 0 0,1 0 0,-1 0 0,1 0 1,-1 0-1,1 1 0,2 12 4050,-6 14-3120,3-27-1042,-58 286 4738,47-236-4244,-2 1 0,-2-2-1,-36 82 1,51-130-578,-1 0 0,1 0 0,0 0 0,-1 0 0,1-1 0,0 1 0,0 0-1,0 0 1,0 0 0,0 0 0,0 0 0,0 0 0,0-1 0,0 1 0,0 0 0,1 0-1,-1 0 1,0 0 0,1-1 0,-1 1 0,0 0 0,1 0 0,0 0 0,-1 0-10,1-1 0,-1 0 0,1 1 0,-1-1 1,0 0-1,1 1 0,-1-1 0,1 0 1,-1 0-1,1 0 0,-1 1 0,1-1 0,-1 0 1,1 0-1,-1 0 0,1 0 0,-1 0 1,1 0-1,-1 0 0,1 0 0,-1 0 0,1 0 1,-1 0-1,1-1 0,-1 1 0,1 0 0,-1 0 1,1 0-1,-1-1 0,1 1 0,-1 0 1,1-1-1,-1 1 0,0 0 0,1-1 0,-1 1 1,1 0-1,-1-1 0,1 0 0,8-7 25,0 1-1,1 0 1,0 0-1,0 1 1,1 0 0,0 1-1,0 0 1,0 1-1,0 0 1,1 1-1,0 0 1,15-1-1,0 1 166,1 0 0,0 3 0,0 0 0,29 5-1,-52-5-182,1 0-14,1 1 1,0-1-1,-1 1 0,1 1 0,0-1 0,-1 1 1,0 0-1,1 1 0,-1 0 0,0-1 0,0 2 1,0-1-1,6 6 0,-33-15-185,1 7-3113,0 2-4178,4-1-1278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53 2497,'11'-10'4066,"19"-20"-2091,-25 18 1871,-5 12-3744,0 0 0,0 0 1,0 0-1,0 0 0,-1 0 714,1 1-714,0-1 0,0 0 0,0 0 0,0 0 0,0 0 0,0 0 0,0 0 1,0 0-1,-1 0 0,1 0 0,0 0 0,0 0 0,0 0 0,0 0 0,0 0 0,0 0 0,0 0 0,0 0 0,0 0 0,0 0 0,0 0 0,0 0 0,-1 0 0,1 0 1,0 0-1,0 0 0,0 0 0,0-1 714,0 1-714,0 0 0,0 0 0,0 0 0,-1 0 0,1 0 0,0 0 1,-7 12 2275,-8 18-288,-35 82 1026,-87 214 555,119-265-2989,14-43-329,0-1 0,-14 31 1,17-47-340,1 0 0,-1 0-1,1 0 1,-1 0 0,1 0 0,-1 0 0,0 0-1,0 0 1,1 0 0,-1-1 0,0 1 0,0 0-1,0 0 1,0-1 0,0 1 0,0 0 0,-1 0-1,2-4 376,11-6-31,33-14-274,1 2 1,1 2-1,1 2 1,0 1-1,1 3 0,0 2 1,87-8-1,-133 19-84,-1 0 0,1 0 0,-1 0 0,1 0 0,0 0 0,-1 0 0,1 0 0,-1 1 0,1-1 0,0 1 0,-1-1 0,1 1 0,-1-1 0,0 1 0,1 0 0,-1 0 0,1 0 0,0 1 0,9 5 0,-26-2-2272,-12-1-11197,15-4 1869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180 136 1809,'2'5'2900,"-2"-4"-2732,5-2 660,-7 0 555,-3-1 709,5 2-2038,0-1-33,0 1 237,-1-1 0,1 1 0,0 0 0,0-1 0,0 1-1,0-1 1,0 1 0,0-1 0,0 1 0,0 0 0,0-1 0,0 1 0,0-1 0,0 1 0,1-1 0,-1 1 0,0 0-1,0-1 1,0 1 0,1 0 0,-1-1 0,0 1 0,0-1 0,1 1 0,-1 0 0,0 0 0,0-1 0,1 1 0,0-1 0,11-14 744,-10 10 77,-5 8-160,-12 21 497,11-17-1186,0 0 0,1 0 0,0 0 0,0 0 0,0 1 0,-2 13 0,3-11-81,1-1 1,-1 1 0,-1-1 0,0 1 0,0-1 0,-1 0 0,0 0 0,0-1 0,-1 1 0,-10 12 0,8-11-46,1 1 0,-1 0 0,2 0 0,0 1 0,0-1 0,-4 17 0,-1 37 305,6-35-141,-1-1-1,-10 35 0,13-57-154,-1 1-1,0-1 1,-1 0 0,1 0 0,-1-1 0,-8 10 0,16-21-121,0-1 1,-1 0-1,0-1 1,0 1-1,-1 0 1,1-1-1,-1 0 1,1-10-1,4-8-74,53-148-198,-46 142 245,1 0-1,2 0 1,26-36 0,-42 65 33,-1 1 0,1 0 0,0 0 0,-1 0 0,1 0 0,0 0 0,0 0 0,-1 0 0,1 0 0,0 0 0,0 0 0,0 0 0,0 0 0,1 1 0,-1-1 0,0 1 0,0-1 0,0 0 0,1 1 0,-1 0 0,0-1 0,0 1 0,1 0 0,-1 0 0,0-1 0,1 1 0,-1 0 0,0 0 0,0 0 0,1 1 0,-1-1 0,0 0 0,1 0 0,-1 1 0,0-1 0,0 1 0,1-1 0,-1 1 0,0 0 0,0-1 0,0 1 0,0 0 0,0 0 0,0 0 0,0-1 0,1 3 0,5 6 39,0 0 0,-1 0 1,-1 0-1,9 19 0,-3-7-65,9 15 51,-7-17 32,-2 1 1,0 1 0,-2 0-1,10 29 1,-14-35 54,0 0 1,1 0-1,1 0 0,0-1 0,11 15 1,-15-23-49,0 0 0,-1 0 1,1 0-1,-1 1 1,0-1-1,1 10 0,4 16 198,18-87 322,36-93-420,-28 73 255,-2-2-1,26-110 0,-49 155-149,-4 18 15,0 0 1,-2 0 0,3-25 0,-27 60 267,14-15-486,3-1-61,0 1 0,-1 0 1,2 0-1,-1 0 1,-4 9-1,-2 3-1427,-21 20-16621,22-22 9438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166 170 4098,'-1'-1'251,"1"1"-1,-1-1 1,0 1 0,0-1 0,0 1 0,1 0-1,-1-1 1,0 1 0,0 0 0,0 0 0,0-1-1,0 1 1,0 0 0,1 0 0,-1 0 0,0 0-1,0 0 1,0 0 0,0 1 0,0-1 0,0 0-1,0 0 1,1 1 0,-1-1 0,0 0 0,0 1-1,0-1 1,1 1 0,-1-1 0,0 1 0,0-1-1,1 1 1,-1 0 0,1-1 0,-1 1 0,0 0-1,1-1 1,-1 2 0,-1 3 1103,0 0 1,0 0-1,1 0 0,0 0 0,-2 9 1,1 0-2916,-15 52 2836,-37 91-1,8-27-1056,43-105-40,2-19 154,1-12 486,0 6-802,9-35-64,13-38-332,65-140-1,-44 114 192,-35 78 74,2 0-1,0 0 0,2 1 1,21-30-1,-29 46 108,-1 0 0,1-1 0,-1 1 0,1 1 0,1-1 0,-1 0 0,0 1 1,1 0-1,0 0 0,0 1 0,-1-1 0,2 1 0,-1 0 0,0 0 0,0 1 0,1-1 0,-1 1 0,0 0 1,1 1-1,-1-1 0,1 1 0,0 0 0,-1 1 0,11 1 0,-13-1 28,0 0-1,0 1 1,0-1-1,0 1 0,0 0 1,-1-1-1,1 1 1,-1 0-1,1 1 1,-1-1-1,0 0 1,0 1-1,0-1 1,0 1-1,0 0 1,0-1-1,-1 1 1,0 0-1,1 0 0,-1 0 1,0 0-1,0 0 1,0 6-1,3 9 40,-1 0-1,0 37 1,-2-33-32,0-17-23,-1 1 1,0-1-1,0 0 1,0 0-1,-1 0 1,0 0-1,0 0 1,0 0-1,0 0 1,-1 0-1,0 0 1,0-1-1,0 1 1,0 0-1,-1-1 1,0 0-1,0 0 1,0 0-1,0 0 1,-1 0-1,1 0 1,-1-1-1,0 0 1,0 0-1,-1 0 1,1 0-1,0-1 1,-10 4-1,-13 6 121,-1-2-1,0-2 0,0 0 0,-1-2 0,-47 4 0,77-10 43,3 0 83,0-1 1,-1 0-1,1 1 1,0 0 0,0 0-1,0 0 1,0 1-1,0-1 1,-1 1-1,1 0 1,0 0 0,0 0-1,-1 0 1,1 1-1,-1 0 1,1-1 0,-1 1-1,0 0 1,0 1-1,5 3 1,164 176 2177,-58-70-1887,-81-76-495,-21-22-47,1 0 0,23 18 0,-36-32 4,0 0 0,0 1-1,0-1 1,0 0 0,1 0 0,-1 0 0,0 0-1,0 0 1,0 0 0,0 0 0,0 0 0,0 0-1,0 0 1,0 0 0,1 0 0,-1 1 0,0-1 0,0 0-1,0 0 1,0 0 0,0 0 0,0 0 0,1 0-1,-1 0 1,0 0 0,0 0 0,0 0 0,0 0-1,0 0 1,0-1 0,1 1 0,-1 0 0,0 0-1,0 0 1,0 0 0,0 0 0,0 0 0,0 0 0,0 0-1,1 0 1,-1 0 0,0 0 0,0 0 0,0-1-1,0 1 1,0 0 0,0 0 0,0 0 0,0 0-1,0 0 1,0 0 0,0 0 0,0-1 0,0 1-1,0 0 1,0 0 0,0 0 0,0 0 0,0 0-1,0 0 1,0-1 0,0 1-91,0 0-1,0-1 1,0 1 0,0 0 0,0 0-1,0-1 1,0 1 0,0 0-1,0-1 1,-1 1 0,1 0 0,0 0-1,0 0 1,0-1 0,0 1-1,-1 0 1,1 0 0,0 0 0,0-1-1,-1 1 1,1 0 0,0 0-1,0 0 1,-1 0 0,1 0 0,0 0-1,0-1 1,-1 1 0,1 0-1,0 0 1,0 0 0,-1 0 0,1 0-1,-1 0 1,-14 3-9522,-1 0 782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27 3073,'6'-15'3966,"-6"11"-617,0 6 1016,-21-12 1281,17 15-5498,0 0 0,0 0 0,0 0 0,1 0 0,0 0 0,0 1 0,0 0 0,1-1 0,0 1 1,0 0-1,0 0 0,1 0 0,0 0 0,0 1 0,0-1 0,1 7 0,0-13-139,-50 337 2427,44-295-2210,-2 42 751,3-66-226,2-3-378,3-14-353,3-5-158,-2-1-542,-2-1-7417,-1-1-974,2-1 7443,3-3-1373,1-4 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0 192 2113,'2'-6'1365,"-2"2"306,1 0-1,0 0 0,1 0 0,-1 1 0,1-1 1,-1 0-1,1 1 0,4-6 0,10-6-1113,-15 16-389,1 1-1,-1-1 0,0 0 0,1 1 0,-1-1 1,0 0-1,0 1 0,0 0 0,0-1 0,0 1 1,-1-1-1,1 1 0,0 0 0,-1 0 0,1 2 0,2 2 93,19 44 857,40 76 307,-50-106-1286,1-1 0,0 0 0,2 0 0,19 18 0,-12-16 238,1-1 0,26 17 0,-47-35-359,-1 0-1,1-1 0,0 1 0,0 0 0,-1 0 0,1 0 0,-1 1 0,0-1 1,0 0-1,0 0 0,0 1 0,0-1 0,0 1 0,0-1 0,-1 1 0,1-1 1,-1 1-1,0-1 0,0 1 0,0-1 0,0 5 0,-1-29-16,0 11 0,0 0 0,1 0 0,0 0 0,3-13 0,54-182 283,1 1 67,-52 181-126,2-15 1024,-8 39-1117,1-1-86,-1 1 0,1-1 0,-1 1 0,0-1 0,1 1 0,-1-1 0,0 1 0,1-1 0,-1 0 1,0 1-1,0-1 0,0 1 0,1-1 0,-1 0 0,0 1 0,0-1 0,0 0 0,0 1 0,0-1 0,0 0 0,-1 1 0,1-2 0,-1-5 3,1 10 234,-7 15 81,-7 4-4689,3-3-4979,5-9 2964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135 152 4802,'2'-1'15775,"-51"205"-15046,32-102-617,3-19 535,-39 137 0,50-201-571,8-30 139,59-197-265,-42 145 6,-8 21 24,62-165-62,-61 173 91,1 0 0,2 0 0,39-53-1,-52 81-15,0-1 0,1 1 0,-1 0 0,2 0 0,-1 1 0,1-1 0,8-4 0,-13 9 7,-1 0 0,1 0 0,0 1-1,-1-1 1,1 0 0,-1 1-1,1-1 1,0 1 0,0 0 0,-1-1-1,1 1 1,0 0 0,0 0 0,-1 0-1,1 0 1,0 1 0,0-1 0,-1 0-1,1 1 1,0-1 0,-1 1 0,1 0-1,0-1 1,-1 1 0,1 0-1,-1 0 1,1 0 0,-1 0 0,0 0-1,1 1 1,-1-1 0,0 0 0,0 1-1,0-1 1,0 0 0,0 1 0,0-1-1,0 1 1,1 3 0,18 38 40,22 69 0,-40-107-29,0 0 0,-1-1 0,0 1 0,0 0 0,0 0-1,-1 0 1,1 0 0,-1 0 0,0 0 0,-1 1 0,1-1 0,-1 0 0,0-1 0,0 1 0,-1 0 0,-3 9 0,0-6 6,0-1 1,0 0-1,-1 0 1,1-1-1,-2 1 0,1-1 1,-1-1-1,0 1 1,-7 4-1,-18 12 16,-38 20 1,58-36-18,-1 0 0,0 0 1,0-2-1,0 1 1,0-2-1,-24 4 0,19-7 2574,42 9-465,3 9-1528,-2 1 0,44 41 1,10 8 707,-55-49-498,-6-8-682,-1 2 0,-1 0 0,-1 1 1,0 1-1,22 27 0,-36-41-128,-1-1-1,0 0 1,0 0 0,0 0 0,0 0-1,0 0 1,0 0 0,0 0 0,0 1-1,1-1 1,-1 0 0,0 0 0,0 0-1,0 0 1,0 0 0,0 1 0,0-1-1,0 0 1,0 0 0,0 0 0,0 0-1,0 0 1,0 1 0,0-1 0,0 0-1,0 0 1,0 0 0,0 0 0,0 1-1,0-1 1,0 0 0,0 0 0,0 0-1,0 0 1,-1 0 0,1 0-1,0 1 1,0-1 0,0 0 0,0 0-1,0 0 1,0 0 0,0 0 0,-1 0-1,1 0 1,0 1 0,0-1 0,0 0-1,0 0 1,0 0 0,-1 0 0,-11 0-2139,-3-4-3725,6 2-5481,2 0 1084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4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82 8692,'8'-7'512,"-6"-1"-80,-4-5-272,-6 1 817,4 3 127,-1 1-623,3 2-433,0 2-48,4-1 16,0 1-16,1 2 0,-1 0-16,0 0-64,2 2-417,-2 6-1423,0 3-1346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4578,'1'-1'421,"-1"1"0,1-1-1,0 1 1,-1 0 0,1-1 0,0 1-1,0-1 1,-1 1 0,1 0 0,0 0-1,0 0 1,0-1 0,-1 1 0,1 0-1,0 0 1,0 0 0,0 0 0,0 0-1,0 0 1,-1 1 0,1-1 0,1 0-1,2 17 6986,-1 3-8028,11 45 1375,14 91-60,-27-124-295,-1-27 276,0-21-271,2-11-407,1 1 0,2 0 1,1 0-1,11-33 0,-10 37-22,-3 7-39,28-83-206,-28 89 50,0-1 0,1 1-1,0 0 1,1 0 0,-1 0 0,2 1 0,10-12 0,-16 19 92,0 0-1,0 0 1,0 0-1,0 0 1,1 0 0,-1 0-1,0 0 1,0 1-1,1-1 1,-1 1 0,0-1-1,1 1 1,-1-1 0,0 1-1,1 0 1,-1 0-1,1-1 1,-1 1 0,1 0-1,-1 0 1,0 1-1,1-1 1,-1 0 0,1 0-1,-1 1 1,3 0-1,-1 1-608,1 0-1,-1 0 1,0 0-1,0 1 1,0-1-1,0 1 0,0 0 1,3 4-1,7 12-4095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74 8692,'1'0'206,"-1"-1"0,0 0 0,0 0 0,0 0 0,0 1 0,0-1 0,0 0 0,-1 0 0,1 0 0,0 1 0,0-1 0,0 0 0,-1 0 0,1 1 0,0-1 0,-1 0 0,1 1 0,-1-1 0,1 0 0,-1 1 0,1-1 0,-1 1 0,1-1 0,-1 1 0,0-1 0,1 1 0,-2-1 1,1 0-20,0 1 0,-1 0 1,1 0-1,0 0 1,-1 0-1,1 0 0,0 0 1,0 0-1,-1 1 1,1-1-1,0 0 1,0 1-1,-1-1 0,1 1 1,-1 0-1,-4 2 151,1 1-1,-1-1 0,1 1 1,0 0-1,-7 7 1,4-2 8,-2 2-119,1 0-1,-14 20 1,21-29-223,1 0-1,0-1 1,0 1-1,0 0 1,0 0-1,0 0 1,0 0-1,1 0 1,-1 0-1,0 0 1,1 0-1,0 1 1,-1-1-1,1 0 1,0 0-1,0 0 1,1 0-1,-1 1 1,0-1-1,1 0 1,-1 0-1,1 0 1,-1 0-1,1 0 1,2 4-1,-1-4-2,1 0-1,-1 0 0,1-1 0,0 1 0,-1 0 0,1-1 1,0 0-1,0 0 0,0 0 0,0 0 0,0 0 1,0 0-1,0-1 0,0 1 0,0-1 0,1 0 0,5-1 1,3 1-56,0-1 1,0-1 0,17-4 0,-15 3 0,0-1 1,0-1-1,0 0 0,0-1 1,22-14-1,-33 18 65,0 0 0,0 0 0,-1 0 0,1 0 0,-1 0 0,1 0 0,-1-1 0,0 0 1,0 1-1,0-1 0,0 0 0,-1 0 0,1 0 0,-1 0 0,1 0 0,-1 0 0,0 0 0,0-1 0,-1 1 0,1 0 0,-1-1 0,0 1 0,1 0 0,-1-1 1,-1 1-1,1 0 0,0-1 0,-1 1 0,0 0 0,0 0 0,-2-6 0,1 4-34,0 0 0,-1 0-1,0 0 1,1 0 0,-2 1 0,1-1 0,0 1 0,-1 0-1,0 0 1,0 0 0,0 1 0,0-1 0,-10-5-1,11 8-197,1 0-1,-1 0 1,0 0-1,1 0 0,-1 0 1,0 1-1,0-1 1,0 1-1,1-1 0,-1 1 1,0 0-1,-3 1 1,3-1-340,0 1 0,0 0 0,0 0 1,0 0-1,0 0 0,1 1 0,-1-1 1,0 1-1,1-1 0,-1 1 0,1 0 1,-1 0-1,-1 2 0,-9 11-4145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 6115,'17'-3'6078,"-27"9"-586,-17 10-3643,5 2-699,3-3-387,-34 34-1,49-45-756,0 0 0,0 1 0,1 0 0,-1 0 0,1 0 0,0 0 0,1 0 0,-1 1 0,1-1 0,0 1 0,1-1 0,-1 1 0,0 8 0,1-12-12,1 0 0,0 0-1,0 0 1,0-1 0,0 1 0,0 0 0,1 0 0,-1 0-1,0-1 1,1 1 0,0 0 0,-1 0 0,1-1 0,0 1 0,0-1-1,0 1 1,0-1 0,0 1 0,0-1 0,0 1 0,0-1-1,3 2 1,-2-1 1,1-1 1,-1 0-1,1 0 0,0 0 0,-1 0 0,1-1 0,0 1 0,0-1 1,-1 1-1,1-1 0,0 0 0,0 0 0,3-1 0,10-1 5,0-2-1,0 1 1,-1-2 0,16-6-1,-22 7 7,-7 4 4,2-1 36,0-1 0,0 1 0,0-1 0,0 0 0,0 0-1,0 0 1,-1 0 0,1-1 0,-1 1 0,0-1 0,4-3 0,-9 2-102,-1 1 1,1-1 0,-1 1 0,0 0-1,0 0 1,-4-3 0,-26-15-3197,9 13-6123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 9444,'-3'0'558,"0"-1"0,-1 1-1,1-1 1,-1 1 0,1 0 0,0 1-1,-1-1 1,1 0 0,-1 1 0,1 0-1,0 0 1,0 0 0,-1 0-1,1 0 1,0 1 0,0 0 0,0-1-1,0 1 1,1 0 0,-6 5-1,3-1-103,0 0-1,1 1 0,0 0 0,0 0 0,0 0 1,1 1-1,-5 14 0,-9 31 35,2 1 0,2 0 1,3 1-1,-5 89 0,14-132-645,1 0 0,1 0 0,0 0 0,0 0-1,1-1 1,6 19 0,-7-27-112,0 0-1,0 0 1,1 0-1,0 0 1,-1 0-1,1 0 0,0-1 1,1 1-1,-1-1 1,0 1-1,5 3 1,-4-5-207,0 1 1,-1-1-1,1 1 1,0-1-1,0 0 1,0 0-1,0-1 1,0 1-1,0-1 1,0 1-1,0-1 1,0 0 0,0 0-1,6-1 1,20-5-5798,0-8-1386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72 11525,'-8'0'2866,"8"-4"-2258,4-3 1905,11-1 208,12 0-1488,11-3-513,8 1-320,10-1-400,5 1-48,-1 8-1424,-3 2-1570,-5 2-2864,-4 2-2722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3762,'5'-12'1435,"8"-5"10943,-12 30-10509,6 221 5269,-1 90-6022,-5-294-1377,3-20-3071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5491,'-14'-7'3888,"14"7"-3771,0 0 0,0 0 0,0 0 0,0-1 0,0 1 0,0 0 0,0 0 0,0 0 0,0 0 0,0-1 820,-1 0-820,6 10 5160,5 11-2793,-8-18-2403,0-1 0,0 1 0,0 0 0,1-1 0,-1 1 0,0-1 0,0 1 0,1-1 0,-1 0 0,1 0 0,-1 0 0,1 0 0,0-1 0,-1 1 0,1-1 0,0 1 0,3-1 0,55-2 73,-41 1-102,69-3-415,993-66-1859,-758 22 5258,-328 50-2737,0 0 0,0 0 0,1 1-1,-1-1 1,1 1 0,0 0 0,0 0 0,0 0-1,0 0 1,0 1 0,1-1 0,0 1 0,-1 0-1,1-1 1,1 1 0,-1 0 0,0 0 0,1 0-1,-1 6 1,-4 10-134,0 0-1,-4 41 1,3 58 321,15 193 1,-8-311-486,3 31 85,1-1 0,13 43 0,-19-77-77,0 1-1,0 0 1,-1 0-1,1 0 1,0 0-1,-1 1 1,1-1-1,-1 0 1,1 1-1,-1 0 1,0 0-1,0 0 1,0 0-1,1 0 1,-6 0-1,-54-13-432,-478-24-919,362 31 1118,73 2 300,-149-4 486,199 9-388,1 4 0,-87 15 0,126-16-118,2 0 1277,31 2-1431,3-2-3320,2-3-4562,-7-1-1023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80 2289,'-4'-10'5212,"1"9"-4994,2 8 2214,10-10 1967,30-11-3966,-21 12-132,1 0 1,0 2-1,34 2 0,1 0 151,49-6 325,117-21 0,4-1-924,-175 23 155,1 3-1,77 8 1,-18 1 23,178-9 1,-121-3-42,-19 0 72,-67 0-79,0 3 0,99 13 0,-72 0 4,-58-8 3,-1 1 0,0 3 1,0 2-1,50 18 0,-78-19 19,-1 0-1,0 2 0,-1 1 1,0 0-1,28 28 0,7 4 14,-39-34-25,6 4 11,-1 1 1,29 30-1,-43-39 4,1-1-1,-1 2 1,-1-1 0,1 1 0,-1-1-1,-1 1 1,1 0 0,-1 1 0,-1-1 0,1 0-1,0 13 1,0 6 14,-2 0 1,0 0-1,-2 0 0,-1 0 1,-9 42-1,-44 135 812,15-60 572,-74 279 922,72-212-1235,28-130-382,-24 82 0,38-162-746,-4 17 273,8-19-2356,6-6-4870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8004,'2'0'262,"-1"-1"1,0 1 0,1-1 0,-1 1 0,0-1 0,1 1 0,-1 0-1,1-1 1,-1 1 0,0 0 0,1 0 0,-1 0 0,1 0-1,-1 1 1,1-1 0,-1 0 0,0 0 0,1 1 0,-1-1-1,0 1 1,1-1 0,-1 1 0,2 1 0,29 18 1334,-24-11-849,0 0 0,-1 1 1,0-1-1,-1 2 0,0-1 1,0 1-1,5 17 0,-3-11-206,0 0 0,12 19-1,-2-12-148,23 24 0,8 9-4658,-38-42-6246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30 4114,'0'-3'1617,"0"1"-1257,0 1 0,0-1-1,0 1 1,0-1 0,0 1 0,1-1 0,-1 1 0,0 0-1,1-1 1,-1 1 0,1-1 0,-1 1 0,1 0 0,0-1-1,0 1 1,1-2 0,-8 5 4625,-20 10-2639,-16 21-368,2 1 0,-44 47-1,69-67-1736,-16 15 106,-2-2 1,-2-2-1,-51 30 0,-13 10-178,85-51-785,14-14 474,0 0 1,0 1-1,0-1 0,0 1 0,1-1 1,-1 0-1,0 1 0,0-1 0,0 0 1,0 1-1,1-1 0,-1 0 0,0 1 1,0-1-1,1 0 0,-1 0 1,0 1-1,0-1 0,1 0 0,-1 0 1,0 1-1,1-1 0,-1 0 0,0 0 1,1 0-1,-1 0 0,1 0 0,-1 1 1,0-1-1,1 0 0,-1 0 0,0 0 1,1 0-1,-1 0 0,1 0 0,-1 0 1,0 0-1,1 0 0,0-1 0,7 2-6108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92 2817,'26'-64'6698,"-16"36"1753,-13 35-3628,-3 10-4144,0 0-1,1 1 1,0-1-1,2 1 1,-3 33 0,5 96 888,2-96-1088,13 477 1715,-5 493-528,-13-830-1666,4-191-11,0 1-1,0-1 1,0 0 0,0 0 0,0 0-1,0 0 1,0 0 0,1 0-1,-1 0 1,0 0 0,0 0-1,0 0 1,0 1 0,0-1-1,0 0 1,0 0 0,0 0 0,0 0-1,0 0 1,0 0 0,0 1-1,0-1 1,0 0 0,0 0-1,0 0 1,0 0 0,0 0 0,0 0-1,0 1 1,0-1 0,0 0-1,0 0 1,0 0 0,0 0-1,0 0 1,0 0 0,0 0 0,0 1-1,0-1 1,0 0 0,-1 0-1,1 0 1,0 0 0,0 0-1,0 0 1,0 0 0,0 0 0,0 0-1,0 0 1,0 0 0,-1 1-1,1-1 1,0 0 0,0 0-1,0 0 1,0 0 0,0 0 0,0 0-1,0 0 1,-1 0 0,1 0-1,0 0 1,0 0 0,0 0-1,0 0 1,0 0 0,-1 0 0,-4-12-1793,-4-19-2969,5 0-736,2-8-3007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286 257 4786,'-1'-5'9415,"-1"-8"-8804,0 1 0,-8-25 0,3 25 174,0 0 296,7 12-1037,0 0 0,0 0 0,0 0 0,0 0 0,0 0 0,0 0 0,0 0 0,0 0 0,0 0 0,-1 0 0,1 0 0,0 0 0,0-1 0,0 1 0,0 0 0,0 0 0,0 0 0,0 0 0,0 0 0,0 0 0,0 0 0,0 0-1,0 0 1,0-1 0,0 1 0,0 0 0,0 0 0,0 0 0,0 0 0,0 0 0,0 0 0,0 0 0,1 0 0,-1 0 0,0-1 0,0 1 0,0 0 0,0 0 0,0 0 0,0 0 0,0 0 0,0 0 0,0 0 0,0 0 0,0 0 0,0 0 0,0 0-1,1 0 1,-1 0 0,0 0 0,0 0 0,0 0 0,0 0 0,0 0 0,0-1 0,0 1 0,0 0 0,0 0 0,1 0 0,-1 0 0,0 1 0,0-1 0,0 0 0,0 0 0,0 0 0,0 0 0,0 0 0,0 0 0,1 0 0,8 1 512,1 0 1,-1 0 0,1-1-1,-1 0 1,11-2 0,20 1-72,174 8 193,629-2-518,-189-79-693,-483 50 204,-49 7-5,1 5 0,0 6 0,136 10 0,-149 6 187,9 2-762,145-5 1,545-73-6647,-773 61 7526,-5 2 3571,-38 6-3330,1 0 0,-1 0 0,1 0 0,0 1 0,0 0 0,0 1 0,1-1 0,-1 1 0,1 0-1,0 1 1,1-1 0,-1 1 0,1 0 0,0 0 0,0 0 0,1 0 0,0 1 0,0 0 0,1-1 0,-1 1 0,1 0-1,1 0 1,-2 8 0,0 17 676,0 1-1,2-1 0,7 62 1,-3-49 409,9 178 1728,59 811-653,-27-602-2372,-25-362 0,-19-69 0,0 0 0,0 0 0,0-1 0,0 1 0,-1 0 0,1-1 0,0 1 0,0 0 0,-1-1 0,1 1 0,0 0 0,-1-1 0,1 1 0,-1-1 0,1 1 0,-1 0 0,1-1 0,-1 1 0,1-1 0,-1 0 0,0 1 0,1-1 0,-1 1 0,1-1 0,-1 0 0,0 0 0,0 1 0,1-1 0,-1 0 0,0 0 0,1 0 0,-1 0 0,0 0 0,0 1 0,1-2 0,-1 1 0,0 0 0,0 0 0,1 0 0,-1 0 0,-1-1 0,-37-8 0,28 5 0,-50-6-341,1 3-1,-1 2 1,-120 7 0,81 0-215,36-1 461,-1324-11-802,266 2 937,895 8-119,-100 4-232,141 1 326,95-5 217,-160 22 1,223-17-666,-39 13-1,94-37-15509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94 110 3426,'-29'3'2108,"24"-3"-1742,0 0 0,-1 0 0,1 1 0,0 0 0,0 0 0,0 0 1,1 0-1,-1 1 0,0 0 0,0 0 0,-4 2 0,9-3-256,0-1 1,0 1-1,0-1 0,0 1 0,0-1 1,0 0-1,0 1 0,0-1 1,0 1-1,0-1 0,0 0 0,0 1 1,0-1-1,1 1 0,-1-1 0,0 0 1,0 1-1,0-1 0,1 0 0,-1 1 1,0-1-1,1 0 0,-1 1 0,0-1 1,1 0-1,-1 1 0,0-1 0,1 0 1,-1 0-1,0 0 0,1 1 0,-1-1 1,1 0-1,-1 0 0,0 0 0,1 0 1,-1 0-1,1 0 0,17 7 1758,43 7 452,68 7 0,-85-14-1987,16-1-218,0-1-1,90-7 1,122-23 915,-128 10-213,530-24-356,-390 28-431,173-2 456,240-16 410,-161-30-568,-342 53 2974,-165 6-1877,38 13 141,-112-3-5233,-26 9-7283,39-11 2522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54 3089,'0'-1'118,"0"0"0,0 0 0,0 0-1,0 0 1,0 1 0,0-1-1,0 0 1,0 0 0,0 0-1,0 0 1,1 1 0,-1-1-1,0 0 1,1 0 0,-1 1 0,0-1-1,1 0 1,-1 0 0,1 1-1,0-2 1,0 1-44,0 1 0,-1-1 1,1 0-1,-1 0 0,1 1 0,-1-1 1,1 0-1,-1 0 0,1 0 0,-1 0 0,0 1 1,0-1-1,1 0 0,-1 0 0,0 0 0,0 0 1,0 0-1,0 0 0,0 0 0,0 0 0,0 0 1,0 0-1,0 0 0,-1 1 0,1-1 1,0 0-1,0 0 0,-1 0 0,1 0 0,-1 0 1,1 1-1,-1-1 0,1 0 0,-2-1 0,3 2 152,0-1 0,-1 1-1,1-1 1,0 1 0,-1 0-1,1-1 1,0 1 0,0 0-1,-1-1 1,1 1 0,0 0-1,0 0 1,0-1 0,-1 1-1,1 0 1,0 0 0,0 0-1,0 0 1,-1 0 0,1 0-1,0 1 1,0-1 0,0 0-1,-1 0 1,1 1 0,0-1-1,0 0 1,1 1 0,22 5 1476,-22-6-1193,0 0 0,-1 0 0,1 0 0,0 0 1,-1 0-1,1 1 0,0-1 0,-1 1 0,1-1 0,0 1 1,-1 0-1,2 0 0,-1 14 3935,-9 15-2899,6-27-1241,-14 55 563,4 1-1,-8 88 0,12 122-517,-21 174 153,23-389-502,4 74 0,2-63 0,1-94-1705,0-1-5901,-2 14-675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24 2145,'12'-8'9176,"-9"6"-8444,0 0 0,0 0-1,0 1 1,0-1 0,0 0 0,0 1 0,6-2 0,-9 4-525,0 0 0,0 0 1,0 0-1,0 0 0,0 0 1,0 0-1,-1 0 0,1 0 1,0 0-1,0 0 0,-1 0 1,1 0-1,-1 0 0,1 0 1,-1 0-1,1 0 0,-1 0 0,0 0 1,0 0-1,0 1 0,-19 22 1096,-94 68 427,81-69-1423,1 2 0,2 1 0,0 2 0,-25 31 0,44-44-109,1 0 0,0 1 0,1 0 0,1 1 0,-8 21 0,13-29-146,0 1 1,0-1 0,1 1-1,0 0 1,0 0 0,1 0-1,1 1 1,0-1 0,0 0-1,1 0 1,2 10 0,-1-13-43,0 0 0,1 0 0,0-1 0,1 1 1,-1-1-1,1 0 0,0 0 0,1 0 0,-1 0 0,1-1 1,0 0-1,1 0 0,-1 0 0,1-1 0,0 0 0,0 0 0,13 6 1,-11-6-2,1 0 0,0-1 0,1 0 0,-1 0 0,0-1 0,1 0 0,-1-1 1,1 0-1,0 0 0,-1-1 0,1-1 0,18-2 0,-17 1-8,7-2 25,-1 0 0,29-11 0,-42 13-18,1 0 0,-1 0 0,-1 0 1,1 0-1,0 0 0,-1-1 0,1 0 1,-1 0-1,0 0 0,1 0 0,-2 0 1,1 0-1,0-1 0,-1 0 0,1 1 1,2-8-1,-4 8-3,-1 0 1,0 0-1,1 0 0,-1 0 1,0 0-1,-1-1 0,1 1 1,0 0-1,-1 0 0,0 0 0,0 0 1,0 0-1,0 0 0,0 0 1,0 0-1,-1 1 0,0-1 1,1 0-1,-1 1 0,0-1 1,-4-3-1,-6-7-9,0 1-1,-20-16 1,32 28 4,-12-8 4,0 1-1,0 1 1,-1 0-1,0 1 1,0 0-1,0 1 1,-1 0 0,-17-2-1,-3-1 29,28 6 70,0 1 1,-1 1-1,1-1 0,0 1 1,0 0-1,0 0 0,1 1 1,-1 0-1,0 0 0,0 0 1,1 1-1,-1 0 0,-9 6 1,8-4 664,5-4-100,5-4 625,7 3-2701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62 103 6243,'1'-3'10263,"-1"-3"-4791,1-7-3295,-1 11-2206,0 0 0,0 1 0,1-1 0,-1 0 0,0 0 0,1 0 0,-1 1 0,1-1 0,0 0 0,0 1 0,-1-1 0,1 0 0,0 1 0,2-3 0,-2 3 25,0 1 1,0-1-1,-1 0 0,1 1 1,0-1-1,0 1 0,0-1 0,0 1 1,0-1-1,0 1 0,0 0 1,0-1-1,0 1 0,0 0 0,0 0 1,0 0-1,0 0 0,0 0 1,0 0-1,0 0 0,0 0 0,0 0 1,0 0-1,0 1 0,0-1 1,0 0-1,0 1 0,0-1 0,0 1 1,0-1-1,0 1 0,0-1 1,-1 1-1,1 0 0,0-1 0,0 1 1,-1 0-1,2 1 0,-1-1 29,0 1-1,-1-1 1,1 0-1,0 1 1,-1-1-1,1 1 0,-1-1 1,0 1-1,0 0 1,1-1-1,-1 1 1,0-1-1,0 1 1,0-1-1,0 1 1,-1 0-1,1-1 0,0 1 1,-1-1-1,1 1 1,-1-1-1,1 1 1,-1-1-1,0 0 1,-1 3-1,-2 1 105,0 0-1,0 1 1,-1-2-1,1 1 1,-1 0-1,0-1 1,-1 0-1,1 0 1,-9 4 0,12-7-84,1-1 0,0 1 0,-1-1 0,1 1 0,0-1 0,-1 0 0,1 1 0,-1-1 0,1 0 1,-1 0-1,1 0 0,0 0 0,-1 0 0,1-1 0,-1 1 0,1 0 0,0-1 0,-1 1 0,-1-1 1,2-1 26,-1 1 0,0 0 0,1-1 0,-1 1 1,1-1-1,0 0 0,-1 1 0,1-1 0,0 0 0,0 0 1,0 0-1,0 0 0,1 0 0,-1 0 0,0 0 1,1 0-1,-1-2 0,0 0-45,0 1 0,1-1 0,-1 0 0,1 1 0,-1-1 0,1 1 0,0-1 0,1 0 0,-1 1 0,1-1 0,-1 1 0,1-1 0,0 0 0,0 1 0,1 0 0,-1-1 0,1 1 0,0 0 0,-1 0 0,2 0 0,1-3 0,0 2-38,0 1-1,0 0 0,0 0 1,0 0-1,0 1 0,1 0 1,-1 0-1,1 0 1,0 0-1,-1 0 0,1 1 1,0 0-1,0 0 0,0 1 1,6-1-1,-10 1 12,1-1 1,0 1-1,-1 0 0,1 0 0,-1 0 0,1 0 0,-1 0 0,1 0 1,0 1-1,-1-1 0,1 0 0,-1 1 0,1-1 0,-1 1 1,0 0-1,1-1 0,-1 1 0,1 0 0,-1 0 0,0 0 1,0 0-1,1 0 0,-1 0 0,0 0 0,0 0 0,0 1 0,0-1 1,-1 0-1,1 1 0,0-1 0,0 0 0,-1 1 0,1-1 1,-1 1-1,1-1 0,-1 1 0,0-1 0,0 1 0,1 0 1,-1-1-1,0 1 0,0-1 0,-1 1 0,1-1 0,0 1 0,-1 2 1,0 0 50,1-1 0,-1 1 0,0-1 0,-1 1-1,1-1 1,-1 0 0,1 0 0,-1 1 0,0-1 0,0 0 0,0 0 0,-1-1 0,1 1 0,-1 0 0,1-1 0,-1 0 0,0 1 0,0-1 0,0 0 0,-4 1 0,6-2 9,-1 0 1,0 0-1,0-1 1,0 1-1,0-1 1,0 0-1,0 1 1,0-1-1,0 0 1,-1 0-1,1 0 1,0 0-1,0-1 0,0 1 1,0 0-1,0-1 1,0 0-1,0 1 1,0-1-1,1 0 1,-1 0-1,0 0 1,0 0-1,1 0 0,-1-1 1,0 1-1,1 0 1,-1-1-1,1 1 1,-2-3-1,2 2-57,0 0 0,0 0-1,1 0 1,-1 0 0,0 0 0,1-1-1,-1 1 1,1 0 0,0 0-1,0-1 1,0 1 0,0 0 0,0-1-1,0 1 1,0 0 0,1 0-1,-1-1 1,1 1 0,0 0 0,0 0-1,0 0 1,0 0 0,0 0-1,0 0 1,0 0 0,0 0 0,3-2-1,-2 1-43,0 1-1,1-1 1,-1 1 0,1-1-1,-1 1 1,1 0-1,0 0 1,0 0 0,0 0-1,0 0 1,0 1-1,1-1 1,-1 1 0,0 0-1,1 0 1,4-1-1,-6 2 35,0 1 0,0-1-1,0 0 1,0 0-1,0 1 1,0 0 0,0-1-1,0 1 1,-1 0-1,1 0 1,0 0 0,0 0-1,-1 0 1,1 0-1,0 0 1,-1 1 0,1-1-1,-1 0 1,0 1-1,1 0 1,-1-1 0,0 1-1,0 0 1,0-1-1,0 1 1,0 0 0,-1 0-1,1 0 1,0 2-1,1 0 17,-1-1-1,0 1 1,0-1-1,0 1 0,0 0 1,-1 0-1,1 0 0,-1-1 1,0 1-1,0 0 0,-1 0 1,1 0-1,-2 4 1,1-6 19,0 0 1,0 1 0,0-1-1,-1 0 1,1 0 0,-1 0 0,1 0-1,-1 0 1,0 0 0,0 0 0,1 0-1,-1-1 1,-1 1 0,1-1-1,0 0 1,0 1 0,0-1 0,-1 0-1,1 0 1,-5 1 0,3-1 28,1 0 1,-1 0-1,1 0 1,-1-1-1,0 0 1,1 1-1,-1-1 1,1 0-1,-1-1 1,1 1-1,-1-1 1,0 1-1,1-1 1,-1 0-1,1 0 1,-5-3-1,7 3-47,-1 0-1,1 0 0,0 0 0,-1 0 0,1-1 0,0 1 0,0-1 1,0 1-1,0-1 0,0 1 0,0-1 0,0 1 0,0-1 0,1 0 1,-1 1-1,1-1 0,-1 0 0,1 0 0,0 0 0,0 1 1,0-1-1,0 0 0,0 0 0,0 0 0,0 0 0,0 1 0,1-1 1,-1 0-1,1 0 0,-1 1 0,1-1 0,0 0 0,1-2 0,1-3-44,1-1-1,-1 1 0,2 0 0,-1 0 0,1 0 0,5-6 1,-9 12 26,0 0 0,0 0 0,0 0 1,0 0-1,0 0 0,0 0 0,0 0 1,0 0-1,0 0 0,0 0 1,0 1-1,1-1 0,-1 1 0,0-1 1,1 1-1,-1-1 0,0 1 0,1 0 1,-1-1-1,0 1 0,1 0 0,-1 0 1,1 0-1,-1 0 0,0 0 1,1 0-1,-1 1 0,0-1 0,1 0 1,-1 1-1,0-1 0,1 1 0,-1-1 1,0 1-1,0 0 0,1 0 1,-1-1-1,0 1 0,0 0 0,0 0 1,0 0-1,0 0 0,1 2 0,3 3 20,0 0 0,0 0-1,0 1 1,0 0 0,-1 0-1,-1 0 1,1 0 0,-1 1 0,0-1-1,2 11 1,-5-16 18,-1-1-1,1 1 1,-1-1 0,1 1-1,-1-1 1,0 1 0,0-1-1,0 0 1,1 1-1,-1-1 1,-1 0 0,1 0-1,0 1 1,0-1 0,0 0-1,-1 0 1,1 0 0,0-1-1,-1 1 1,1 0 0,-1 0-1,1-1 1,-1 1 0,1-1-1,-1 1 1,1-1 0,-4 1-1,-43 5 237,46-6-274,0 0-1,1 0 0,-1 0 1,0-1-1,0 1 1,1 0-1,-1-1 1,0 1-1,0-1 1,1 0-1,-1 1 1,1-1-1,-2-1 1,2 2 24,0-1 0,1 1 0,-1-1 0,1 1-1,-1-1 1,1 0 0,0 1 0,-1-1 0,1 0 0,-1 1 0,1-1 0,0 0 0,0 1 0,-1-1 0,1 0 0,0 0 0,0 1 0,0-1 0,0 0-1,0 0 1,0-1 0,8-17-1455,12 3-3998,-3 7-968,5 1-3716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110 107 6003,'0'0'264,"0"1"0,0-1 0,0 1 0,0 0 0,1-1 1,-1 1-1,0-1 0,0 1 0,0-1 0,1 1 0,-1 0 0,0-1 1,1 1-1,-1-1 0,0 1 0,1-1 0,-1 0 0,1 1 0,-1-1 1,1 1-1,-1-1 0,1 0 0,-1 1 0,1-1 0,-1 0 0,1 1 1,23 12 2799,-9-4-1044,-14-8-1787,1 0 0,-1 0 0,0 0 0,0 0 0,1 0 0,-1 0 0,0 1 0,0-1 0,0 0 0,0 1 0,0-1 1,0 1-1,0 1 0,-1-2-143,0-1 0,0 0 0,0 1 0,0-1 0,0 1 0,0-1 0,0 1 0,0-1 0,-1 0 0,1 1 0,0-1 0,0 1 0,0-1 0,-1 0 0,1 1 0,0-1 0,0 0 0,-1 1 0,1-1 0,0 0 0,-1 1 0,1-1 0,0 0 0,-1 0 0,1 0 0,0 1 0,-1-1 0,1 0 0,0 0 0,-1 0 0,0 1 0,-5 0 480,-1 1 0,0-1 0,0 0 1,-13 0-1,11-1-728,-7 2 414,10-1-107,0 0 1,-1-1-1,1 0 0,-12 0 1,17 0-141,1-1 1,-1 1 0,0 0 0,1 0 0,-1 0 0,0-1-1,0 1 1,1 0 0,-1-1 0,1 1 0,-1 0 0,0-1-1,1 1 1,-1-1 0,1 1 0,-1-1 0,1 1 0,-1-1-1,1 0 1,-1 1 0,1-1 0,0 0 0,-1 1 0,1-1-1,0 0 1,0 1 0,-1-1 0,1 0 0,0 1 0,0-1-1,0 0 1,0 0 0,0 1 0,0-1 0,0 0 0,0 0-1,0 1 1,0-1 0,0 0 0,1 1 0,-1-1 0,0 0-1,0 0 1,1 1 0,-1-1 0,1-1 0,3-5-21,-1-1 1,1 1 0,0 0 0,1 0-1,-1 0 1,1 0 0,1 1 0,-1 0-1,1 0 1,0 0 0,1 1 0,0 0-1,-1 0 1,1 0 0,1 1 0,-1 0-1,1 1 1,14-5 0,-21 8 4,0-1 0,-1 1-1,1 0 1,0 0 0,0 0 0,0 0-1,0 0 1,-1 0 0,1 0 0,0 0-1,0 0 1,0 0 0,0 1 0,-1-1-1,1 0 1,0 0 0,0 1 0,-1-1 0,1 1-1,0-1 1,0 0 0,-1 1 0,1 0-1,0-1 1,-1 1 0,2 0 0,-1 1 4,0 0 0,0 0 0,0 0 0,-1 0 1,1 0-1,0 0 0,-1 0 0,1 0 0,-1 0 1,1 3-1,-1 0 30,0-1 1,0 1 0,0 0 0,0-1-1,-1 1 1,0-1 0,0 0-1,0 1 1,-3 7 0,0-7 66,1-1 1,-1 1-1,0-1 0,-1 0 1,1 0-1,0-1 1,-1 1-1,0-1 1,0 0-1,0 0 1,0-1-1,-1 0 0,-8 3 1,6-2 62,1-1 0,-1 0 1,0-1-1,0 0 0,0 0 0,0-1 1,0 0-1,0 0 0,-11-2 0,18 2-132,0 0-1,0-1 0,0 1 1,0 0-1,0 0 0,0-1 1,0 1-1,0-1 1,0 1-1,0-1 0,0 1 1,0-1-1,1 0 0,-1 1 1,0-1-1,0 0 0,1 0 1,-1 0-1,0 0 0,1 1 1,-1-1-1,1 0 1,-1 0-1,1 0 0,-1-2 1,0 0-18,1 1 1,0-1-1,0 1 1,0-1-1,0 1 1,1-1-1,-1 1 1,1 0-1,-1-1 1,1 1 0,1-3-1,1-3-21,1 1 0,-1-1 0,2 1 0,-1 0-1,11-13 1,-4 9-15,0 1 1,1 0-1,13-9 0,-20 15 9,0 1 0,0 0-1,0 0 1,1 1 0,-1 0 0,1 0 0,-1 0 0,1 0-1,0 1 1,-1 0 0,8 0 0,-12 1 17,0 0-1,1 0 1,-1 0-1,0 0 1,0 0 0,1 1-1,-1-1 1,0 0 0,0 1-1,0-1 1,0 1 0,1 0-1,-1-1 1,0 1 0,0 0-1,0-1 1,0 1 0,-1 0-1,1 0 1,0 0 0,0 0-1,0 0 1,0 1 0,1 1 4,-1 0 0,0 0 0,0 1 0,0-1 1,0 0-1,0 0 0,-1 0 0,1 6 1,-1 5 62,-1-1 0,0 0 0,-4 16 0,3-20 39,0-1 0,0 0 0,-1 0 1,0 0-1,-1-1 0,-7 14 0,9-18-98,1-1-1,-1 0 0,0 1 1,1-1-1,-1 0 1,0 0-1,-1 0 0,1 0 1,0 0-1,0-1 1,-1 1-1,1-1 0,-1 1 1,1-1-1,-1 0 1,0 0-1,1 0 1,-1-1-1,0 1 0,0 0 1,0-1-1,1 0 1,-6 0-1,6 0-5,1 0 0,-1-1 0,1 1 0,-1-1 0,1 1 0,0-1 0,-1 0 0,1 1 0,0-1 0,0 0 0,-1 0 0,1 0 0,0 0 0,0 0 0,0 0 0,0 0 0,0 0 0,0 0 0,1-1 0,-1 1 0,0 0 0,1-1 0,-1 1 0,0 0 0,1-1 0,0 1 0,-1-1 0,1 1 0,0-1 0,0 1 0,0-1 0,0 1 0,0-3 0,0-3 0,0 0 0,1 0 0,0 0 0,0 0 0,4-12 0,-1 12 0,-1 0 0,1-1 0,0 2 0,0-1 0,0 0 0,1 1 0,0 0 0,1 0 0,-1 0 0,1 1 0,10-8 0,-13 11 0,0-1 0,0 1 0,1 0 0,-1 0 0,1 0 0,-1 1 0,1-1 0,-1 1 0,1 0 0,0 0 0,0 0 0,0 0 0,0 1 0,-1 0 0,1-1 0,0 1 0,0 1 0,0-1 0,0 1 0,0-1 0,0 1 0,-1 0 0,1 0 0,0 1 0,5 2 0,-6-2 0,-1 0 0,0 1 0,1-1 0,-1 1 0,0-1 0,0 1 0,-1 0 0,1 0 0,-1-1 0,1 1 0,-1 0 0,0 0 0,0 1 0,0-1 0,0 0 0,-1 0 0,1 0 0,-1 1 0,0-1 0,0 0 0,0 0 0,0 1 0,0-1 0,-2 5 0,1-1 0,0-1 0,-1 0 0,1 0 0,-1 0 0,-1 0 0,1-1 0,-1 1 0,0 0 0,0-1 0,0 0 0,-1 0 0,-5 6 0,4-7 0,0 0 0,0 0 0,-1-1 0,1 0 0,-1 0 0,0 0 0,0-1 0,0 1 0,-12 1 0,16-3 0,0-1 0,0 1 0,0-1 0,0 0 0,0 1 0,0-1 0,1 0 0,-1 0 0,0-1 0,0 1 0,0 0 0,0-1 0,0 1 0,0-1 0,0 1 0,0-1 0,0 0 0,1 0 0,-1 0 0,0 0 0,0 0 0,1 0 0,-1 0 0,1-1 0,-1 1 0,1-1 0,0 1 0,0-1 0,-1 1 0,1-1 0,0 0 0,0 1 0,1-1 0,-1 0 0,-1-2 0,2 3 24,0 0-1,0 0 1,-1 1-1,1-1 1,0 0-1,0 0 1,0 1-1,0-1 1,0 0-1,0 0 1,0 0-1,0 0 1,0 1-1,1-1 1,-1 0-1,0 0 1,0 1-1,1-1 1,-1 0-1,0 0 1,1 1 0,-1-1-1,1 0 1,7 0-1278,1 9-5719,-1 1-556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30 117 6739,'-1'-1'135,"1"1"0,0-1-1,0 0 1,0 0 0,0 1-1,-1-1 1,1 0 0,0 0-1,1 1 1,-1-1 0,0 0 0,0 0-1,0 1 1,0-1 0,0 0-1,1 1 1,-1-1 0,0 0 0,1 1-1,-1-1 1,0 0 0,1 1-1,-1-1 1,1 1 0,-1-1 0,2 0-1,20-19 2013,2-2 425,-21 19-2088,0-1 0,-1 1 0,0-1 0,0 0 0,0 0 0,-1 0 0,1 0 0,-1-1 0,0 1 0,0 0 0,1-9 0,8 82 3403,-12-17-3126,-3 0-1,-1 0 1,-3 0 0,-16 51-1,-5 28 20,29-124-747,-11 50 491,3 1 0,2 1 0,1 72 0,6-129-510,-1 0-1,2 1 0,-1-1 0,0 0 1,0 1-1,1-1 0,0 0 0,-1 1 1,1-1-1,0 0 0,0 0 0,0 1 1,0-1-1,0 0 0,1 0 0,-1 0 1,1-1-1,-1 1 0,1 0 0,0 0 1,-1-1-1,1 1 0,0-1 0,0 0 1,3 2-1,4 3-35,-8-5-46,0 0 1,-1 0-1,1 0 0,0-1 1,-1 1-1,1 0 0,0 0 0,-1 0 1,1 0-1,-1 0 0,1 0 0,-1 0 1,0 0-1,0 0 0,1 1 0,-1-1 1,0 0-1,0 0 0,0 0 0,0 0 1,0 0-1,0 0 0,0 0 1,-1 0-1,1 1 0,0-1 0,0 0 1,-1 0-1,1 0 0,-1 0 0,0 1 1,-11 10-4131,11-11 3807,1-1 0,-1 0 0,0 0 0,1 0 0,-1 1 0,0-1 0,1 0 0,-1 0 0,0 0 0,1 0 0,-1 0 0,0 0 0,1 0 0,-1 0 0,0 0 0,1 0 0,-1-1 0,0 1 0,1 0 0,-1 0 0,-1-1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1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95 3586,'0'-2'401,"0"0"0,1 0 1,-1 0-1,1 1 0,0-1 1,-1 0-1,1 0 1,0 1-1,0-1 0,0 0 1,0 1-1,0-1 0,0 1 1,1 0-1,-1-1 1,0 1-1,3-1 0,-3 0-116,1 1-1,0-1 0,-1 1 0,0-1 1,1 1-1,-1-1 0,0 0 1,0 1-1,1-1 0,-1 0 0,-1 0 1,1 0-1,0 0 0,0 0 0,-1 0 1,1 0-1,-1-3 0,1 3-196,-1 0-1,1 0 0,0 0 0,-1 0 0,1 0 1,0 0-1,0 0 0,0 0 0,0 0 0,1 1 1,-1-1-1,3-2 0,3 2 1170,-10 19 410,-69 195 4327,-19 113-2506,33-54-1418,56-247-2008,-3 9-55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7780,'2'-4'1669,"0"0"1,0 1-1,1-1 1,-1 1-1,1-1 1,6-5-1,-8 8-1530,-1 0 0,1 1 0,0-1 0,0 1 0,0-1 0,0 0 0,0 1 0,0-1 0,0 1 0,0 0 0,0-1 0,0 1 0,0 0 0,1 0 0,-1 0 0,0 0 0,0 0 0,0 0 0,0 0 0,0 0 0,0 0 0,0 0 0,1 1 0,-1-1 0,0 0 0,0 1 0,0-1 0,0 1 0,0-1 0,0 1 0,0-1 0,-1 1 0,1 0 0,1 0 0,2 4 132,0-1 1,-1 1-1,0-1 0,0 1 0,0 0 0,0 0 0,-1 0 1,0 0-1,0 1 0,0-1 0,1 11 0,-1-5-197,0 0-1,-1 0 1,0 0-1,-1 0 1,-1 14-1,0-21-63,0-1 0,0 0 1,0 0-1,-1 0 0,1 1 0,-1-1 0,0-1 1,0 1-1,0 0 0,0 0 0,0-1 0,0 1 0,-1-1 1,0 0-1,-3 3 0,14-33 1345,12-26-1332,1 2 0,3 0-1,37-58 1,-61 109-88,1 0 0,-1 0 0,1 0 0,0 0 0,-1 0-1,1 0 1,0 0 0,0 0 0,0 0 0,0 0 0,-1 0 0,1 1 0,0-1 0,0 0 0,1 1 0,-1-1 0,0 1 0,0-1 0,0 1-1,0-1 1,0 1 0,1 0 0,-1-1 0,0 1 0,2 0 0,9 6-4230,2 5-3862,-9-6 4082,5 3-3019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15 7716,'2'-14'11683,"-21"25"-9104,-24 28-2696,36-32 195,0 0 0,1 1 0,0-1 0,0 2 0,0-1 1,1 1-1,-4 9 0,8-16-74,1 0-1,-1 0 1,0 0-1,1 0 1,0 0 0,-1 0-1,1 0 1,0 0-1,0 0 1,0 0-1,0 0 1,1 0 0,-1 0-1,0 0 1,1 0-1,1 4 1,-1-4 8,1 0 0,-1 0 0,1-1 0,-1 1 0,1 0 0,0-1 0,0 1 0,0-1 0,0 0 0,0 0 0,0 0 0,0 0 1,0 0-1,0 0 0,0 0 0,1-1 0,-1 1 0,4 0 0,3 0 24,0 0 0,0 0 1,0-1-1,0 0 0,1-1 1,17-3-1,-22 3 62,1 0-1,-1-1 1,0 0-1,1 0 1,-1 0 0,0 0-1,0-1 1,0 0 0,0 0-1,-1 0 1,1-1-1,5-6 1,-9 8-65,1 0 1,-1 0-1,-1 0 1,1 0-1,0 0 0,-1-1 1,1 1-1,-1 0 0,1-1 1,-1 1-1,0 0 0,0-1 1,0 1-1,0 0 1,-1-1-1,1 1 0,-1 0 1,1 0-1,-1-1 0,0 1 1,0 0-1,0 0 0,0 0 1,0 0-1,0 0 1,-1 0-1,-2-3 0,2 2-147,0-1 0,-1 1 0,1 0-1,-1 0 1,0 0 0,0 0 0,0 0-1,-1 1 1,1 0 0,0-1 0,-1 1-1,0 1 1,1-1 0,-1 0 0,-4 0-1,-8 4-3483,16-2 3322,0 0 1,-1 0-1,1 0 0,0 0 0,-1 1 0,-3 7-7446,4-7 7446,1-1 1,-1 1-1,0-1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30 7780,'1'-1'564,"0"1"0,1-1 0,-1 0 0,0 0 1,0 0-1,1 0 0,-1 0 0,0 0 0,0 0 1,0 0-1,0 0 0,0-1 0,-1 1 0,1 0 1,1-3-1,-5-2 3767,-13 8-3141,4 2-848,0 1 0,1 0 1,0 1-1,0 0 1,0 1-1,1 0 0,0 1 1,-12 11-1,20-17-338,-1 0 0,1 0-1,0 1 1,0-1 0,0 0 0,0 1-1,1 0 1,-1-1 0,1 1 0,-1 0-1,1 0 1,0 0 0,0 0 0,0 0 0,0 0-1,1 0 1,-1 0 0,1 0 0,0 0-1,0 0 1,0 0 0,0 0 0,1 0-1,-1 0 1,1 0 0,0 0 0,0 0-1,0 0 1,0 0 0,0 0 0,1 0-1,-1 0 1,1-1 0,0 1 0,-1-1-1,1 1 1,0-1 0,4 3 0,-2-2-5,-1 0 1,1 0 0,0-1-1,0 0 1,0 0-1,0 0 1,0 0 0,0 0-1,1-1 1,-1 0-1,0 0 1,1 0 0,-1-1-1,1 1 1,-1-1-1,1 0 1,-1 0 0,1-1-1,-1 1 1,1-1 0,-1 0-1,1 0 1,-1 0-1,0-1 1,0 0 0,1 0-1,3-2 1,1-1-2,0 0-1,-1 0 1,0 0 0,0-1 0,0 0 0,-1-1-1,0 0 1,0 0 0,0 0 0,-1-1 0,9-14-1,-13 18-45,0 0 0,0-1-1,0 1 1,-1 0 0,0-1-1,1 1 1,-2-1 0,1 1 0,0-1-1,-1 0 1,0-8 0,-1 11-126,1 0 0,-1 0 0,1 0 0,-1 0-1,0 0 1,0 0 0,0 0 0,0 0 0,0 1 0,0-1 0,0 0 0,-1 1 0,1-1 0,-1 1 0,1 0 0,-1-1 0,1 1 0,-1 0 0,0 0 0,0 0 0,1 0 0,-1 0 0,0 0 0,0 0 0,0 1 0,0-1 0,0 1 0,-4-1 0,-1 0-1386,0 0 1,0 1-1,0 0 0,0 0 1,-1 0-1,-6 2 1,0 2-3862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27 10277,'1'-1'377,"-1"0"0,0-1 0,0 1 1,0 0-1,0 0 0,0 0 0,0-1 1,0 1-1,0 0 0,-1 0 0,1 0 1,0-1-1,-1 1 0,1 0 0,-1 0 1,1 0-1,-1 0 0,1 0 0,-1 0 1,0 0-1,0 0 0,0-1 0,0 2-122,0 0 0,0 0 0,0 1 0,0-1 1,0 0-1,1 0 0,-1 0 0,0 1 0,0-1 0,0 1 0,1-1 0,-1 0 0,0 1 0,0 0 0,1-1 0,-1 1 0,0-1 0,1 1 0,-1 0 0,1-1 0,-2 2 0,-6 9 1092,0 0 0,-9 19 0,11-20-994,-54 116 1612,55-114-1937,1 1-1,0-1 0,1 1 0,0 0 1,1 0-1,0 0 0,1 0 1,2 21-1,-1-32-102,0 1-1,1 0 1,0-1-1,-1 1 1,1-1 0,0 0-1,0 1 1,1-1 0,-1 0-1,0 1 1,1-1-1,0 0 1,-1 0 0,1 0-1,0-1 1,0 1 0,0 0-1,0-1 1,0 1-1,0-1 1,0 1 0,1-1-1,-1 0 1,1 0-1,-1 0 1,1-1 0,-1 1-1,1 0 1,-1-1 0,1 0-1,-1 1 1,1-1-1,4-1 1,1 2-1043,-1-2 0,1 1 1,-1-1-1,14-3 0,22-14-9184,-30 8 3718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5:56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 8388,'-4'-11'6563,"4"5"-3746,4 2-368,7 2 673,3 2-1506,9 2-415,9 0 32,7-2-305,7-2-592,9 2-304,1-2-32,-4-3-800,-8 5-961,-14 0-1120,-18 2-1649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0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63 3954,'0'0'79,"0"0"1,1 0-1,-1 1 1,0-1-1,0 0 1,0 0-1,0 0 1,0 0-1,0 0 0,0 0 1,0 0-1,0 0 1,1 0-1,-1 1 1,0-1-1,0 0 1,0 0-1,0 0 1,0 0-1,1 0 1,-1 0-1,0 0 1,0 0-1,0 0 0,0 0 1,0 0-1,0 0 1,1 0-1,-1 0 1,0 0-1,0 0 1,0 0-1,0 0 1,0 0-1,1 0 1,-1-1-1,0 1 0,0 0 1,0 0-1,0 0 1,0 0-1,0 0 1,0 0-1,1 0 1,-1 0-1,0 0 1,0-1-1,0 1 1,0 0-1,0 0 1,2-11 2927,-2 11-2746,0-1 1,0 0 0,0 0 0,0 0-1,0 0 1,0 0 0,0 1 0,0-1 0,0 0-1,0 0 1,0 0 0,-1 1 0,1-1-1,0 0 1,-1 0 0,1 1 0,-1-1 0,1 0-1,-1 0 1,1 1 0,-2-2 1147,13-10 4676,12-10-5401,-23 23-614,0-1 1,1 0-1,-1 0 0,0 0 1,1 0-1,-1 1 1,0-1-1,0 0 1,0 0-1,1 0 1,-1 1-1,0-1 1,0 0-1,0 0 0,1 1 1,-1-1-1,0 0 1,0 1-1,0-1 1,0 0-1,0 1 1,0-1-1,0 0 0,0 0 1,0 1-1,0-1 1,0 0-1,0 1 1,0-1-1,0 0 1,0 1-1,0-1 1,0 0-1,0 1 0,0-1 1,0 0-1,0 0 1,0 1-1,-1-1 1,-3 32 1194,-10 33-741,-8 31 486,-13 157-1,18-111-288,-5-26-354,-3 16-126,25-132-243,0 0 0,0 0 0,0 1 0,0-1 0,0 0 0,0 0 0,0 1 0,0-1 0,0 0 0,0 1 0,0-1-1,0 0 1,0 0 0,0 1 0,0-1 0,0 0 0,0 1 0,0-1 0,0 0 0,0 0 0,0 1 0,1-1 0,-1 0 0,0 0 0,0 0 0,0 1-1,0-1 1,1 0 0,-1 0 0,0 0 0,0 1 0,1-1 0,-1 0 0,0 0 0,0 0 0,1 0 0,-1 0 0,0 0 0,0 1 0,1-1-1,-1 0 1,0 0 0,0 0 0,1 0 0,-1 0 0,0 0 0,1 0 0,17-9 401,0-9-2298,-9 0-5095,-13 6-2821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0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71 3073,'52'-24'5114,"-29"14"-3104,1-1 0,21-15 0,-82 51 2405,-37 24 165,37-23-3895,-39 37 0,61-50-688,0 2 1,1 0 0,1 0-1,0 2 1,1-1-1,1 2 1,1-1 0,0 1-1,1 1 1,-6 21-1,12-30 12,0 0-1,0 0 1,1 0 0,1 1-1,0-1 1,0 1 0,1-1-1,1 1 1,0-1-1,3 18 1,-3-24-4,1 1 0,0 0 0,-1-1 0,2 1-1,-1-1 1,0 0 0,1 0 0,0 0 0,0 0 0,0 0 0,0-1-1,1 1 1,-1-1 0,1 0 0,0 0 0,0 0 0,0-1 0,0 1 0,1-1-1,-1 0 1,1 0 0,-1 0 0,1-1 0,0 0 0,5 1 0,-4-1-3,0 1 0,1-2 1,-1 1-1,1-1 0,-1 0 1,0 0-1,1-1 0,-1 0 1,0 0-1,1 0 0,-1-1 1,0 0-1,0 0 0,0-1 1,9-5-1,-11 5 77,-1 0 0,1 1 0,-1-1 0,0-1 0,0 1 0,0 0 0,-1-1 0,1 1 0,-1-1 0,0 0 0,0 0 0,0 0 0,0 0 1,-1 0-1,0 0 0,0 0 0,0-1 0,0 1 0,0 0 0,-1-1 0,0 1 0,0 0 0,-1-9 0,0 10 13,1 0 1,0 1 0,-1-1-1,0 1 1,0-1-1,1 1 1,-2-1 0,1 1-1,0-1 1,0 1-1,-1 0 1,1 0 0,-1 0-1,0-1 1,0 2-1,1-1 1,-1 0 0,-1 0-1,-1-1 1,-1 0 10,0 1 0,0-1 1,0 1-1,0 0 0,-1 0 0,1 1 1,-1 0-1,-9-2 0,-5 2 123,-1 1 0,1 0-1,-39 7 1,53-6-182,-41 8 149,44-9-191,0 1 0,1 0 1,-1 0-1,0 0 0,0 0 0,1 0 0,-1 1 0,1-1 0,0 1 0,-1-1 0,1 1 0,-4 4 0,6-6-22,0 1 0,0-1 0,0 0 0,-1 1 0,1-1 0,0 1 0,0-1 0,0 0 0,0 1 0,0-1-1,1 1 1,-1-1 0,0 0 0,0 1 0,0-1 0,0 1 0,0-1 0,0 0 0,1 1 0,-1-1 0,0 0-1,0 1 1,1-1 0,-1 0 0,0 1 0,0-1 0,1 0 0,-1 0 0,0 1 0,1-1 0,-1 0 0,0 0 0,1 1-1,-1-1 1,1 0 0,-1 0 0,0 0 0,1 0 0,-1 0 0,1 0 0,-1 0 0,0 0 0,1 0 0,21 5-1646,-20-4 1417,13 1-3307,1-1 1,28 0 0,-11-2-4308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1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20 2673,'-20'-17'18104,"33"15"-16457,45 1-1497,93 4 209,-149-3-334,-1 0 0,0 0 0,1 0 0,-1 0-1,0 1 1,0-1 0,1 0 0,-1 0 0,0 1 0,1-1 0,-1 1-1,0-1 1,0 1 0,0 0 0,0-1 0,0 1 0,1 0 0,-1 0-1,-1 0 1,1 0 0,0 0 0,0 0 0,0 0 0,0 0 0,-1 0-1,1 0 1,0 0 0,-1 0 0,1 1 0,-1-1 0,1 0 0,-1 0 0,0 1-1,0-1 1,1 0 0,-1 1 0,0-1 0,0 0 0,0 1 0,0-1-1,-1 0 1,1 1 0,0-1 0,-1 2 0,-2 7 113,-1-1 0,0 1 1,0-1-1,-10 16 0,5-9-150,-67 120 1564,31-57-480,-46 112-1,89-184-1203,0-1 0,0 1 0,1 0 1,0 0-1,0-1 0,1 1 0,0 9 0,0-15 51,-4 5-4030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1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38 7011,'-1'0'151,"1"0"0,-1 0 1,1-1-1,0 1 0,-1 0 0,1 0 0,0-1 0,-1 1 0,1 0 1,0-1-1,0 1 0,-1 0 0,1-1 0,0 1 0,0 0 0,0-1 0,-1 1 1,1-1-1,0 1 0,0-1 0,0 1 0,0 0 0,0-1 0,0 1 1,0-1-1,0 1 0,0-1 0,0 1 0,0 0 0,0-1 0,0 1 1,0-1-1,0 1 0,1 0 0,-1-1 0,0 1 0,0-1 0,0 1 0,1 0 1,-1-1-1,0 1 0,0 0 0,1-1 0,-1 1 0,0 0 0,1-1 1,-1 1-1,0 0 0,1 0 0,-1 0 0,0-1 0,1 1 0,-1 0 0,1 0 1,-1 0-1,1 0 0,-1 0 0,0 0 0,1-1 0,0 1 0,35-5 3317,-22 4-2207,27-5-105,1 2-1,75 1 1,81 20-1198,-190-16-1509,-28-3-9970,2 1 4275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2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148 318 3490,'23'7'2482,"-20"-5"-1999,1-1 1,0 0 0,0 1-1,0-2 1,0 1 0,0 0-1,0-1 1,0 0-1,0 0 1,0 0 0,0 0-1,7-2 1,34-6 818,1 3-1,0 1 1,66 4 0,-19 0-456,1158-4-397,-605-10-483,25 1-18,-467 16-44,635-6-1843,-458-45 1903,-228 23 66,244-2-184,-328 24 148,112 1-277,129-8-440,-172-3 506,1 7-1,168 14 0,-246-6 461,0-4-1,-1-2 1,1-2 0,86-21 0,-33 5-335,-12 4 90,126-40 0,-209 52 95,1 1-1,0 1 1,0 1 0,0 1 0,34 1 0,103 14 990,-64-3-538,-78-9-316,17 0 870,-2 15 3071,-24-13-4065,0-2 0,1 1 0,-1-1 0,0 1 0,12-1 0,-12-1-107,0 1-1,0 0 1,1 0 0,-1 0 0,10 4-1,-15-4 7,0-1 0,0 1-1,0-1 1,0 1 0,0-1-1,-1 1 1,1-1 0,0 1-1,0 0 1,0 0 0,-1-1-1,1 1 1,0 0 0,-1 0-1,1 0 1,-1 0 0,1 0-1,-1 0 1,1 0 0,-1 0-1,0 0 1,1 0 0,-1 1-1,0 1 59,0-1 0,0 1 0,0-1 0,-1 0 0,1 1-1,-1-1 1,1 0 0,-1 0 0,0 0 0,-2 4 0,-3 5 383,0-1 0,-1 0 0,-11 13 0,12-16-206,-25 32 545,1 2 0,3 1 0,-34 67 0,48-79-587,1 0-1,2 1 1,0 0-1,2 1 1,2-1-1,-4 49 1,1 72 364,5-47-224,-26 148 0,-42 34-337,53-217 0,18-63 0,0 0 0,0-1 0,1 1 0,0-1 0,1 1 0,-1 0 0,1-1 0,3 13 0,-5-27 0,1 7 0,-1-1 0,1 1 0,0-1 0,-1 1 0,1-1 0,-1 1 0,1-1 0,-1 1 0,0 0 0,1-1 0,-1 1 0,0 0 0,0 0 0,0-1 0,0 1 0,0 0 0,0 0 0,0 0 0,0 0 0,-1 0 0,1 1 0,0-1 0,-2-1 0,-13-4 0,0 0 0,0 1 0,-1 1 0,1 0 0,-1 1 0,-27-1 0,0-1 0,-539-46 0,-121-25 0,525 52 0,-101-15 0,-441-43 0,491 68 0,-21-2 0,97 6 0,-315-8 0,310 37 0,-117-10 0,-22 2 0,218-5 0,-135 30 0,160-25 0,0-2 0,-82 2 0,-113-12 0,93-2 0,-134 13 0,222-4 0,-1 4 0,-77 21 0,-13 7 0,-240 26 0,83-13 0,93-12 0,213-37 0,-2-1 0,0 0 0,0 2 0,0 0 0,0 0 0,1 1 0,-1 0 0,1 2 0,-18 9 0,28-13 0,28-17-10269,-7 5 2274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6:2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385 117 4882,'-6'-47'3228,"6"44"-3048,-1-1 0,0 1 0,0-1 0,-1 1 0,1-1 0,-1 1 0,0 0-1,0 0 1,0 0 0,0 0 0,0 0 0,-1 0 0,1 0 0,-1 1 0,0-1-1,0 1 1,0 0 0,0 0 0,0 0 0,0 0 0,0 1 0,-1-1 0,1 1-1,-1 0 1,1 0 0,-1 0 0,0 0 0,1 1 0,-6-1 0,-10 0 801,0 1 0,0 1 1,1 1-1,-29 5 0,35-5-1170,1 0 347,-3 0 91,0 0 1,0 2-1,-17 5 1,29-8-232,0 0 1,0-1-1,0 1 0,-1 0 1,2 0-1,-1 0 0,0 0 0,0 1 1,0-1-1,0 0 0,1 1 1,-1-1-1,1 1 0,-1 0 1,1-1-1,0 1 0,-1 0 0,1 0 1,0 0-1,0 0 0,0 0 1,1 0-1,-1 0 0,0 0 1,1 0-1,0 0 0,-1 0 1,1 1-1,0 1 0,0-1-371,0 0-1,0 0 1,0 0 0,-1 0-1,1 0 1,-1 0 0,1 0-1,-1 0 1,0-1-1,0 1 1,-1 0 0,1 0-1,0-1 1,-1 1 0,0-1-1,1 1 1,-1-1-1,0 0 1,0 0 0,-4 4-1,2-3-295,-6 9-5383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7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4016 645 4338,'23'-8'9596,"-23"8"-9211,-35-4 7,-118-17-218,-212-58-1,186 37-99,-96-29 10,-45-9 142,-128 2 441,290 53-617,-128-40 216,106 20-110,-165-15-137,130 32 13,-133-11 29,296 39-77,-1 3 0,0 2-1,-54 12 1,74-11 60,23-4 39,0 0 0,0 0 0,1 1 1,-1 0-1,1 1 0,0 0 1,0 0-1,0 1 0,1 0 0,0 1 1,0 0-1,0 0 0,0 1 1,1 0-1,0 0 0,1 0 0,0 1 1,0 0-1,0 0 0,1 1 1,0 0-1,-5 15 0,-31 55 577,24-47-173,-14 34-1,26-54-304,1 0-1,1 1 0,0 0 1,0-1-1,1 1 0,0 21 1,2-10 240,-1-1 0,0 1 1,-7 26-1,5-39-294,0 0 0,-1 0 1,0 0-1,0 0 0,-2-1 1,1 0-1,-1 0 0,-12 14 1,12-16-18,-1 0-1,1 1 1,1 0 0,0 0 0,0 0 0,0 1 0,1 0-1,1-1 1,0 1 0,0 1 0,1-1 0,-2 16-1,5-11 451,1-15-1319,-4-8-3301,-8-1-5283,0 5 1408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7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5090,'4'-1'1065,"0"0"-1,0 1 0,1 0 0,-1 0 0,0 0 1,0 0-1,0 1 0,0-1 0,5 3 1,-6-2-601,0 0 0,-1 0 0,1 1 0,-1-1 0,1 1 0,-1 0 0,0 0 0,0 0 1,0 0-1,0 0 0,0 0 0,0 0 0,0 1 0,-1-1 0,3 5 0,21 49 446,-15-31-401,33 89 857,-17-43-539,-9-42-521,-1-2-1763,-12-7-6375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8.2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431 1 4034,'-4'3'10285,"-18"13"-5739,-24 11-2214,0-2 1,-68 25-1,-54 29-1339,166-77-995,-1-1-1,0 1 1,1-1-1,0 1 1,-1 0 0,1 0-1,0 0 1,0 0-1,0 1 1,0-1 0,-2 4-1,3-5-37,1-1-1,0 1 0,0-1 0,0 1 1,0-1-1,0 1 0,0-1 1,0 1-1,0-1 0,0 0 1,0 1-1,0-1 0,0 1 0,0-1 1,0 1-1,0-1 0,1 1 1,-1-1-1,0 0 0,0 1 1,0-1-1,1 1 0,-1-1 0,0 0 1,0 1-1,1 0 0,21 7-3156,-1-5-1682,3 1-2719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8:57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80 1985,'-2'-7'884,"7"12"629,17 12 2762,-21-16-4067,0-1 1,0 1-1,-1-1 1,1 0-1,0 1 1,0-1-1,0 0 1,-1 0-1,1 1 0,0-1 1,0 0-1,0 0 1,0 0-1,0 0 1,-1 0-1,1 0 1,0 0-1,0 0 1,0 0-1,0-1 1,-1 1-1,1 0 1,0-1-1,0 1 0,0 0 1,-1-1-1,1 1 1,0-1-1,0 0 1,31-25 2988,-25 21-2901,-1 0-1,1 0 0,-1 0 0,-1-1 1,1 0-1,-1 0 0,8-11 1,-9 4 2242,-10 16-713,-12 18-847,5 4-634,1 0 1,1 1-1,1 0 1,2 1-1,0 0 1,2 0-1,1 1 1,-2 32-1,4 4 159,2 1 1,12 92-1,-8-137-328,2 0 0,0-1 0,9 25 0,-6-22-56,-8-20-112,0 0 0,0 0-1,0 1 1,0-1 0,0 0 0,0 0 0,0 0 0,-1 0 0,1 0-1,-1 0 1,0 0 0,0 0 0,1 0 0,-1 0 0,0 0-1,-1-1 1,0 3 0,0-2-651,1 1 0,0-1 1,0 0-1,0 1 0,0-1 0,0 1 0,0-1 1,0 1-1,0 2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8:59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5 215 2225,'-2'-11'7406,"-1"-10"6069,8 31-12234,59 128 1737,-67-148-2936,1 1 0,0-1 1,0 0-1,1 0 1,1 0-1,0-18 1,0 20-23,0-9-17,2 0-1,0 0 1,0 0 0,2 1 0,7-25-1,-8 32-112,1 0 0,0 0-1,0 1 1,0 0 0,1-1 0,0 1-1,1 1 1,0-1 0,0 1-1,0 0 1,10-7 0,-15 13-50,0 0 1,-1 1 0,1-1 0,0 0-1,0 1 1,0-1 0,0 1-1,0-1 1,0 1 0,1 0-1,-1-1 1,0 1 0,0 0 0,0 0-1,0 0 1,0 0 0,0 0-1,0 0 1,1 0 0,-1 0-1,0 0 1,0 0 0,0 1-1,0-1 1,0 0 0,0 1 0,0-1-1,0 1 1,2 0 0,0 2-1295,1 1 0,-1-1 1,0 0-1,0 1 0,0 0 0,2 4 1,3 3-2612,2 2-561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8:59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3986,'3'-1'965,"-1"1"0,0-1 0,0 1 0,0-1 0,0 0 1,0 0-1,0 0 0,0 0 0,0 0 0,-1-1 0,3-1 0,6-2 4907,-17 26-3994,2-9-1807,1 0 0,0 0 0,0 0 0,1 1 0,1 0 0,-2 25 0,4-35-69,0 1 0,0 0 0,1-1 0,-1 1 1,1 0-1,-1-1 0,1 1 0,1-1 1,-1 1-1,0-1 0,1 1 0,0-1 0,-1 0 1,1 0-1,1 0 0,-1 0 0,0 0 1,1 0-1,-1-1 0,1 1 0,0-1 0,0 1 1,0-1-1,0 0 0,0 0 0,1-1 1,-1 1-1,0-1 0,6 2 0,-6-2 16,1 0 0,0 0-1,0-1 1,0 1-1,0-1 1,0 0 0,0 0-1,0-1 1,0 1-1,0-1 1,0 0 0,0 0-1,-1 0 1,8-3 0,-4 0-13,-1 1 0,0-1 1,0 0-1,0 0 0,0-1 1,-1 0-1,0 0 0,5-6 1,-5 6 29,0-1 1,0 0-1,-1 0 1,0 0-1,-1-1 1,1 1 0,-1-1-1,-1 0 1,1 0-1,-1 0 1,0 0-1,-1-1 1,0 1-1,0 0 1,0-1 0,-1 1-1,-1-10 1,1 16-51,0 0 1,0 0-1,-1 0 0,1-1 1,0 1-1,-1 0 1,1 0-1,-1 0 1,0 0-1,1 0 1,-1 0-1,0 0 0,1 0 1,-1 0-1,0 1 1,0-1-1,0 0 1,0 0-1,0 1 0,0-1 1,0 0-1,0 1 1,0-1-1,-1 1 1,-1-1-144,0 1 1,0-1-1,1 1 1,-1 0-1,0 0 1,1 0-1,-1 0 1,0 0-1,0 1 1,-3 1-1,0-1-1036,-1 1 0,1 1 0,0-1 0,0 1 0,0 0 0,1 1 0,-1-1 0,-7 7-1,4 1-3767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312 30 8836,'-2'-3'471,"-1"0"0,0 1 0,0-1 1,0 1-1,0 0 0,0 0 0,0 0 0,-1 0 0,1 0 1,0 1-1,-1 0 0,0 0 0,1 0 0,-1 0 0,0 0 0,1 1 1,-1-1-1,0 1 0,0 0 0,-5 1 0,-5 0 133,1 0 0,0 1-1,0 0 1,-20 7 0,19-4-254,-1 1 1,1 1 0,1 0 0,-1 0-1,2 1 1,-16 13 0,24-18-308,0 0 0,0 1 0,1 0 0,0 0 0,0 0 0,0 0 0,0 0 0,0 1 1,1-1-1,-2 6 0,3-7-41,0-1 1,1 1 0,-1 0-1,1 0 1,0 0 0,-1 0-1,1-1 1,1 1 0,-1 0-1,0 0 1,1 0 0,-1 0 0,1-1-1,0 1 1,0 0 0,0-1-1,0 1 1,1 0 0,1 2-1,-1-2-11,1 0 0,0-1 0,0 1 0,0 0 0,0-1 0,0 0 0,0 1 0,0-1-1,1-1 1,-1 1 0,1 0 0,0-1 0,-1 0 0,1 0 0,0 0 0,0 0 0,0 0 0,0-1 0,0 0-1,-1 0 1,8 0 0,3-1-182,0-1-1,0 0 1,0 0-1,23-8 0,-32 8 171,1-1 0,0 1 0,0-1 0,-1 0 0,0-1 0,1 1 0,-1-1 0,-1 0 0,1 0 0,0 0 0,-1-1-1,0 0 1,0 0 0,5-9 0,-8 12 28,1-1 0,-1 1 0,0-1 0,0 0 0,-1 0 0,1 0 0,0 1 0,-1-1 0,0 0 0,0 0 0,0 0 0,0 0 0,0 0 0,0 0-1,-1 1 1,1-1 0,-1 0 0,0 0 0,0 0 0,0 1 0,0-1 0,-1 1 0,1-1 0,-1 1 0,1-1 0,-1 1 0,0 0 0,0 0 0,0-1 0,0 1 0,0 1 0,0-1 0,-5-2-1,4 2 13,0 0-1,-1 0 0,1 1 0,-1-1 0,0 1 0,1 0 1,-1 0-1,0 1 0,1-1 0,-1 1 0,0 0 0,0 0 1,0 0-1,1 0 0,-1 1 0,-6 1 0,5-1-374,0 0 0,-1 0 0,1 1-1,0 0 1,0 0 0,0 1 0,0-1-1,0 1 1,1 0 0,-8 7 0,11-10 183,1 0 0,0 0 0,0 1 0,0-1 0,-1 0 0,1 0 0,0 1 0,0-1 0,0 0 0,0 0 1,0 1-1,0-1 0,0 0 0,0 0 0,0 1 0,0-1 0,0 0 0,0 1 0,0-1 0,0 0 0,0 0 0,0 1 0,0-1 0,0 0 1,0 0-1,0 1 0,0-1 0,0 0 0,0 0 0,0 1 0,1-1 0,-1 0 0,0 0 0,0 1 0,0-1 0,0 0 0,1 0 1,-1 0-1,0 1 0,0-1 0,1 0 0,-1 0 0,0 0 0,8 5-5907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0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97 6195,'1'-22'1739,"2"-20"2884,-3 40-4110,0 0-1,1 0 1,-1-1 0,1 1 0,0 0 0,-1 0 0,1 0-1,0 0 1,0 1 0,0-1 0,0 0 0,1 0 0,-1 0-1,3-2 1,-3 11 3485,-11 35-1369,-11 23-953,-42 138 234,50-154-2333,3 1-1,-5 56 1,14-100-14,0 1 1,1-1-1,0 0 0,1 1 0,-1-1 1,1 0-1,3 11 0,-4-16 126,1 1 0,0-1 0,0 1 0,0-1 0,0 1 0,0-1 0,0 0 0,0 1-1,0-1 1,0 0 0,1 0 0,-1 0 0,1 0 0,-1 0 0,1 0 0,-1 0 0,1 0 0,-1-1-1,1 1 1,0 0 0,-1-1 0,1 0 0,0 1 0,-1-1 0,1 0 0,0 0 0,0 0 0,-1 0-1,1 0 1,0 0 0,2-1 0,28-4-5587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0.9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11 8948,'-21'0'4994,"11"0"-2368,10-5 623,10 1-224,11 2-1744,90 2-465,-90 2-415,-1 0-401,-1 0-176,-2 3-1841,16 3-2497,-1 4-3762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1.1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 18985,'-11'8'4002,"3"-2"400,-1-4 256,5-2-3938,2 2-720,2 0 0,-2-2 0,0 0 0,0 3 0,0-1 0,0 0-2609,0 2-3122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1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225 114 1921,'23'-27'3815,"-7"10"-234,-9 5 2290,-7 11-5683,0 1 0,0-1 0,0 1 0,0 0 0,0-1 1,-1 1-1,1-1 0,0 1 0,0 0 0,0-1 0,0 1 0,-1 0 0,1-1 0,0 1 0,0 0 0,-1-1 0,1 1 0,0 0 0,-1-1 0,1 1 0,0 0 0,-1 0 0,1-1 0,0 1 0,-1 0 0,1 0 0,0 0 0,-1 0 0,1 0 0,-1 0 0,1-1 0,0 1 1,-1 0-1,1 0 0,-1 0 0,0 0 0,-18-2 1758,17 2-1387,-16 0 857,-1 0-1,1 1 0,-29 6 1,38-5-1286,-1 0 0,1 1 0,0 0 0,0 0 0,0 1 0,0 0 1,1 1-1,-13 8 0,20-12-135,0 0 1,0 0-1,0 1 0,0-1 1,0 0-1,0 1 1,0-1-1,0 1 1,0-1-1,1 1 0,-1-1 1,0 1-1,1 0 1,0-1-1,-1 1 1,1 0-1,0-1 0,0 1 1,0 0-1,0 0 1,0-1-1,0 1 0,0 0 1,1-1-1,-1 1 1,1 0-1,-1-1 1,1 1-1,0-1 0,-1 1 1,1-1-1,0 1 1,2 2-1,4 6-133,0 0-1,1-1 0,15 15 1,-16-16-27,22 20-320,-19-20 268,0 1 1,-1 1 0,0-1-1,0 2 1,-1-1-1,0 1 1,-1 0-1,11 23 1,-18-32 216,1 0 1,-1 0-1,1 0 1,-1 0-1,0 0 1,0 1-1,0-1 1,0 0-1,0 0 1,0 0-1,-1 0 1,1 1-1,-1-1 1,0 0-1,1 0 1,-1 0-1,0 0 1,-2 3-1,0-1 4,0 0-1,-1-1 1,1 1-1,0-1 1,-1 0 0,0 0-1,0 0 1,-5 3-1,-3 0 7,0 0-1,-1-1 1,1 0-1,-1-1 1,-18 4-1,24-8-46,1 1 1,-1-1-1,1 0 0,-1 0 0,-11-2 0,17 2 24,0 0 1,0 0-1,0 0 1,0 0-1,1 0 1,-1-1-1,0 1 1,0 0-1,0 0 1,1-1-1,-1 1 1,0 0-1,0-1 1,1 1-1,-1-1 1,0 1-1,1-1 1,-1 1-1,0-1 1,1 1-1,-1-1 1,1 1-1,-1-1 1,1 0-1,-1 0 1,1 1-1,0-1 1,-1 0-1,1 0 1,0 1-1,-1-1 1,1 0-1,0 0 1,0 0-1,0 1 0,0-1 1,0 0-1,0 0 1,0 0-1,0 1 1,0-1-1,0 0 1,0 0-1,1 0 1,-1 1-1,0-1 1,0 0-1,1 0 1,-1 1-1,1-1 1,-1 0-1,1 0 1,-1 1-1,1-1 1,-1 1-1,1-1 1,0 0-1,10-10-12,0 1 0,1 1 0,0 0 0,0 0 0,1 1 0,0 1 0,26-12 0,-13 7-82,56-26-629,-30 14 112,78-47-1,-117 63 656,0-1-1,0-1 0,-1 0 1,-1-1-1,1 0 0,-2-1 1,1 0-1,-2 0 0,0-1 1,11-21-1,-19 33 49,0-1 1,0 1-1,0-1 1,0 1-1,-1-1 1,1 0-1,0 1 1,-1-1-1,0 0 1,1 0-1,-1 1 0,0-1 1,0 0-1,0 0 1,0 0-1,0 1 1,0-1-1,0 0 1,-1 0-1,1 1 1,-1-1-1,1 0 0,-1 1 1,0-1-1,-1-2 1,1 3-10,-1 0 0,0 0 0,0 0 1,0 0-1,0 0 0,0 0 0,0 1 0,0-1 1,0 1-1,-1-1 0,1 1 0,0 0 1,0 0-1,0 0 0,0 0 0,-1 0 0,1 0 1,0 1-1,0-1 0,-3 2 0,-15 1 57,0 2 1,0 1-1,1 0 0,-1 2 0,2 0 0,-1 1 0,1 1 1,-19 13-1,35-21-208,0-1 0,0 0 0,1 1 1,-1-1-1,0 1 0,1 0 0,-1 0 0,1 0 1,0-1-1,0 1 0,-1 0 0,1 1 1,0-1-1,1 0 0,-1 0 0,0 0 0,1 0 1,-1 1-1,1-1 0,0 0 0,-1 1 0,1-1 1,0 0-1,1 1 0,-1-1 0,0 0 1,1 0-1,-1 1 0,1-1 0,-1 0 0,1 0 1,0 0-1,0 0 0,0 0 0,1 0 0,-1 0 1,0 0-1,1 0 0,2 3 0,5 4-1546,0 0 0,0-1-1,1 0 1,0 0 0,0-1-1,13 6 1,22 11-7513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2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3 14967,'-21'-2'2801,"2"8"-528,-1 11 2193,1 8-1825,-2 8-1136,2 11-288,0 4-257,7 2-480,1 3-448,5-7-32,4-3 0,6-3-528,2-8-576,5-7-1314,1-4-1295,5-7-2210,0-3-4162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2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25 11077,'-7'-8'2625,"14"0"-1872,9 3 1824,11 1-1969,11 6-608,8 2-1425,0 1-2929,2 1-2449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2.9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113 379 11749,'-9'11'2196,"0"0"0,1 0 0,-12 23-1,13-20-856,1 0-1,1 0 0,-4 15 1,1 7-49,2 1 1,-1 46 0,3-68-1192,-2-20-152,-2-25-503,8 9 202,1 1-1,1-1 1,0 1-1,2 0 1,1 0-1,9-27 1,5-3-649,32-60 0,-29 69 654,2 1 0,38-51 0,-50 75 451,2 0 0,0 1 0,1 0 1,1 1-1,0 1 0,0 0 0,31-16 0,-41 25 76,1 1 1,0 0-1,0 1 0,0 0 0,0 0 0,0 1 0,0-1 1,0 2-1,1-1 0,-1 1 0,13 1 0,-17-1-101,-1 1-1,1-1 1,-1 1 0,1 0-1,-1-1 1,1 1-1,-1 1 1,1-1 0,-1 0-1,0 0 1,0 1-1,0-1 1,0 1 0,0 0-1,0 0 1,0 0-1,-1 0 1,1 0 0,0 0-1,-1 0 1,0 0-1,1 1 1,-1-1 0,0 0-1,0 1 1,-1-1-1,1 1 1,0-1 0,-1 1-1,0 0 1,1-1-1,-1 1 1,0-1 0,0 1-1,-1 2 1,1 4-1,-1-1 0,0 0 0,-1 0 0,0 0 1,0 0-1,0 0 0,-1 0 0,0-1 0,-1 1 0,0-1 0,0 0 1,-6 8-1,2-5 34,-1 0 1,0-1-1,0 0 1,-1-1-1,0 0 1,-1 0-1,-11 6 0,-14 4 231,0-1 0,-1-2-1,-75 19 1,107-32-321,-4 0-5,0 0-1,1 1 1,-1 1 0,0 0-1,-10 5 1,18-8-15,-1 0 0,1 0 0,-1 1 0,1-1 0,0 0-1,-1 0 1,1 1 0,0-1 0,0 1 0,0-1 0,0 1 0,0-1 0,0 1-1,1 0 1,-1 0 0,0-1 0,1 1 0,-1 0 0,1 0 0,0-1 0,0 1-1,-1 0 1,1 0 0,0 0 0,1 0 0,-1 0 0,0-1 0,0 1 0,1 0-1,-1 0 1,1-1 0,1 4 0,3 5-183,0 0 0,1 0 0,0-1 0,1 0 0,0 0 0,0-1 0,1 0 0,0 0 0,1-1 0,11 9 1,20 9-4731,-1-7-4687,-6-8-335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3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9140,'-2'2'6643,"-2"-2"-3457,0 2 1152,0 0-1185,2 7-1136,-1 3-480,1 3-657,0 4-656,-2 2-224,0-5-304,2-1-960,0-2-1794,2-5-2272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3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17 13126,'-11'-10'2145,"1"4"-272,-3 6 432,3 6-1937,-1 4-368,3 5-640,2 4-1569,3 2-2625,3 0-2226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3.9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178 534 13142,'-10'22'8902,"-4"-3"-3557,-18 13-1938,25-26-3418,1 0-1,-1 1 1,1-1 0,1 1 0,-1 0 0,-5 11 0,8-12-247,1 1 0,0 0 0,1-1 0,0 1 0,0 0 0,0 0 0,1 0 1,0 0-1,0-1 0,2 11 0,-1-12 16,0 1 1,0 0 0,-1 0-1,0 0 1,0 0 0,-1 0-1,1 0 1,-1-1 0,-1 1-1,1 0 1,-1 0 0,0-1-1,-5 10 1,7-14 232,-1 0 1,1 0 0,-1 0-1,0 0 1,1 0-1,-1 0 1,0-1-1,1 1 1,-1 0 0,0 0-1,0-1 1,0 1-1,0-1 1,1 1-1,-1-1 1,0 1-1,0-1 1,0 1 0,0-1-1,0 0 1,0 0-1,0 1 1,0-1-1,-1 0 1,1 0 0,0 0-1,0 0 1,0 0-1,0 0 1,0-1-1,0 1 1,0 0 0,0-1-1,0 1 1,0 0-1,0-1 1,0 1-1,-1-2 1,1 1 1,-1 0 0,1 0 0,0-1 0,0 1 0,0 0 0,0-1 0,0 1 1,0-1-1,0 1 0,0-1 0,1 0 0,-1 1 0,0-1 0,1 0 0,0 1 0,-1-1 0,1 0 0,0 0 0,0 1 0,0-1 1,0 0-1,1-2 0,1-4-52,0 0 1,1 0 0,0 1 0,0-1 0,1 1-1,0 0 1,1 0 0,-1 1 0,1-1 0,9-8 0,9-9-741,33-25 1,-40 36 153,2-3-21,183-160-4353,-146 123 4895,71-89 0,-124 139 148,21-24 1241,-1-2 0,-1-1 0,-2 0 0,28-59 1,-47 87-1185,1 1 1,0-1-1,-1 0 1,1 1-1,-1-1 1,0 1-1,1-1 1,-1 0-1,0 1 1,0-1 0,0 0-1,0 1 1,0-1-1,-1 0 1,1 1-1,0-1 1,-1-2-1,0 4-46,1-1-1,-1 0 0,0 0 0,1 1 1,-1-1-1,0 1 0,0-1 1,1 1-1,-1-1 0,0 1 1,0-1-1,0 1 0,1 0 0,-1-1 1,0 1-1,0 0 0,0 0 1,0-1-1,0 1 0,0 0 0,0 0 1,-1 0-1,-4 1 151,-1 0 0,1 0 0,-1 0 1,1 1-1,0 0 0,0 0 0,-7 4 0,-6 4 160,1 1-1,0 0 1,1 1-1,0 2 1,0-1-1,2 2 0,0 0 1,0 1-1,2 0 1,0 1-1,0 1 1,-10 21-1,13-20-364,0-1-1,2 1 0,0 1 1,1 0-1,1 0 1,1 0-1,1 1 0,1-1 1,0 1-1,2 0 0,0 0 1,4 29-1,-3-45-14,1 0 1,0 0-1,0 0 0,1-1 1,-1 1-1,1-1 0,0 1 1,1-1-1,-1 0 0,1 0 0,5 8 1,-7-11 41,1 0-1,-1 0 1,0 0 0,1 0 0,-1 0-1,0 0 1,1 0 0,-1-1-1,1 1 1,0 0 0,-1-1 0,1 0-1,0 1 1,-1-1 0,1 0 0,0 0-1,-1 0 1,1 0 0,0 0 0,-1 0-1,1 0 1,0 0 0,-1-1 0,1 1-1,-1-1 1,1 1 0,0-1 0,-1 0-1,1 1 1,-1-1 0,0 0 0,1 0-1,-1 0 1,0 0 0,1 0 0,-1-1-1,1 0 1,0 0 53,-1 1 0,1-1 0,-1 1 0,0-1 0,0 0 0,0 1 0,0-1 0,0 0 0,0 0 0,0 1 1,-1-1-1,1 0 0,0-3 0,4-11 1273,7 41-2731,-2 36-4662,-5-25-1681,-1-13-918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4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17 15815,'-6'-13'3426,"-5"9"-929,-3 8 2033,-1 9-1296,3 8-1714,-5 10 1,-4 9-1297,2 8-224,0 2 0,3 2 0,3-1 0,5-5 0,1-7 0,5-5-512,7-9-2161,3-8-1777,7-7-3698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4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26 11797,'-9'-4'6675,"16"-1"-5314,11 1 3041,14-2-1905,16 2-2161,6 2-336,1 2-736,-7 0-2481,-13 0-3731,-16 0-5905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5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342 1 8580,'-4'5'6910,"-9"14"-297,-23 43-2568,7 5-833,-39 138 0,2 78-3174,36-143 119,-3-7-157,-26 137 0,58-266 0,0 1 0,0-1 0,1 1 0,0-1 0,-1 0 0,1 1 0,1-1 0,-1 1 0,2 5 0,-2-9-1,0-1 1,0 0-1,0 0 0,0 0 1,0 0-1,0 0 0,0 0 0,1 0 1,-1 1-1,0-1 0,0 0 1,0 0-1,0 0 0,0 0 1,0 0-1,0 0 0,0 0 0,1 0 1,-1 0-1,0 1 0,0-1 1,0 0-1,0 0 0,0 0 1,0 0-1,1 0 0,-1 0 0,0 0 1,0 0-1,0 0 0,0 0 1,0 0-1,0 0 0,1 0 1,-1 0-1,0 0 0,0 0 1,0 0-1,0 0 0,0 0 0,0-1 1,1 1-1,-1 0 0,0 0 1,0 0-1,0 0 0,0 0 1,9-8-819,4-11-3689,-2-4-1980,-1-5-3194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6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73 6755,'4'-1'8796,"2"-1"-4323,14-3-38,67-2 112,43-17-3415,3 0-1043,-131 24-80,114-10 724,-146 53 1041,-34 53-1763,-65 132 0,91-157-9,-56 129-2,93-200 13,1 0 0,0 0 0,-1 1 0,1-1-1,0 0 1,0 1 0,0-1 0,-1 0 0,1 1 0,0-1 0,0 0 0,0 1-1,0-1 1,-1 0 0,1 1 0,0-1 0,0 0 0,0 1 0,0-1-1,0 1 1,0-1 0,0 0 0,0 1 0,0-1 0,0 1 0,0-1 0,1 0-1,-1 1 1,0-1 0,0 0 0,0 1 0,0-1 0,1 0 0,-1 1 0,0-1-1,0 0 1,0 1 0,1-1 0,-1 0 0,0 0 0,1 1 0,-1-1 0,0 0-1,1 0 1,-1 0 0,0 1 0,1-1 0,-1 0 0,0 0 0,1 0 0,-1 0-1,0 0 1,1 0 0,-1 0 0,1 0 0,-1 0 0,0 0 0,1 0 0,-1 0-1,0 0 1,1 0 0,-1 0 0,1 0 0,-1 0 0,0 0 0,1-1 0,12-2-3953,-9 1-2367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6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24 8820,'-4'-8'4898,"2"1"-2128,2 3 1391,6 0-639,8 8-1649,5 2 128,4 3-512,4 1-897,1 3-448,-1-3-144,0 1-96,-2-3-1153,0-2-1808,2-2-2162,5 3-4321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6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1 10293,'-15'40'6883,"1"2"-2945,-3-3 512,-4-1-1361,-2 2-2561,0-5-528,-4-6-400,2-4-2113,0-6-3138,2-6-6194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8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65 3826,'4'-7'1395,"1"1"0,0 0 1,0 0-1,0 0 0,1 1 1,-1 0-1,2 0 0,-1 0 0,0 1 1,11-6-1,-17 10-1338,0 1 0,0-1-1,-1 0 1,1 0 0,0 0-1,0 1 1,0-1 0,0 0-1,0 0 1,0 0 0,0 1-1,0-1 1,0 0 0,0 0 0,0 0-1,0 1 1,0-1 0,0 0-1,0 0 1,0 0 0,0 1-1,0-1 1,0 0 0,0 0 0,0 0-1,1 0 1,-1 1 0,0-1-1,0 0 1,0 0 0,0 0-1,0 0 1,0 1 0,1-1 0,-1 0-1,0 0 1,0 0 0,0 0-1,0 0 1,1 0 0,-1 0-1,0 1 1,0-1 0,0 0 0,1 0-1,-1 0 1,0 0 0,0 0-1,0 0 1,1 0 0,-1 0-1,0 0 1,0 0 0,0 0-1,1 0 1,-1 0 0,0 0 0,0 0-1,0-1 1,1 1 0,-1 0-1,0 0 1,0 0 0,0 0-1,0 0 1,1 0 0,-1 0 0,0-1-1,-7 20 1478,6-17-1337,-44 94 2910,-37 95-867,73-166-2526,1 0 1,2 1-1,0 0 1,2 0-1,-2 47 0,6-70-223,0 0 0,0 1-1,0-1 1,0 0-1,1 1 1,-1-1 0,1 0-1,0 0 1,0 1 0,0-1-1,0 0 1,0 0-1,4 5 1,12 4-6788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269 176 7668,'1'0'9,"9"-6"1241,0 0 0,-1-1-1,1 0 1,8-9-1,-16 15-1007,-1 0-1,1 0 1,-1-1-1,0 1 1,0 0-1,0-1 1,1 1-1,-1-1 0,-1 1 1,1-1-1,0 0 1,0 1-1,-1-1 1,1 0-1,-1 1 1,1-1-1,-1 0 1,0 0-1,1 0 1,-1 1-1,0-1 1,0 0-1,-1 0 1,1 0-1,0 1 1,0-1-1,-1 0 1,1 0-1,-1 1 0,0-1 1,1 0-1,-1 1 1,0-1-1,0 1 1,-2-4-1,-4-2 13,-1 1-1,1 0 0,-1 0 1,0 0-1,-1 1 0,1 0 0,-1 1 1,0 0-1,0 0 0,0 1 1,-1 0-1,-12-2 0,7 2-123,-1 0 0,1 2 0,-1 0 0,0 0 0,1 2-1,-31 4 1,42-5-112,1 1-1,-1 0 0,0 0 0,1 0 0,-1 0 1,1 1-1,-1-1 0,1 1 0,0 0 1,0 0-1,-1 0 0,1 0 0,1 1 1,-1-1-1,0 1 0,1 0 0,-1 0 0,1 0 1,0 0-1,-3 5 0,4-5-16,0 1-1,0 0 1,0 0-1,0 0 1,1 0-1,-1 0 0,1 0 1,0 0-1,1 0 1,-1 0-1,0 0 1,1 0-1,0 0 1,0 0-1,0 0 1,1 0-1,-1-1 1,5 7-1,-3-2-13,1-1 1,1 0-1,-1-1 0,1 1 0,1-1 1,-1 0-1,1 0 0,0 0 0,0-1 1,14 9-1,-16-12-31,1 1 0,0-1 0,0 0 1,0 0-1,0-1 0,0 0 0,1 0 1,-1 0-1,0 0 0,1-1 0,-1 0 0,0 0 1,1 0-1,-1-1 0,1 1 0,-1-1 0,9-3 1,-2 0-49,-1-1 0,1 0 0,16-10 0,-25 13 302,1-1 0,0 1 0,0-1 0,-1 0 0,0 0 0,1 0 0,-1 0 0,0-1 0,-1 1 0,1-1 0,-1 0 0,1 0 0,1-5 0,-16 36 3791,-5 9-4070,-12 55 69,-27 154 0,37-154 0,16-77-263,-8 30-586,10-41 154,0-1 1,0 0-1,0 0 1,0 0-1,-1 0 1,1-1-1,-1 1 1,1 0-1,-4 2 1,-9 2-8249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11 3410,'-46'-7'0,"6"3"-1473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2593,'-36'13'0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1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24 659 4642,'0'0'324,"-1"0"-1,1 1 1,-1-1-1,1 0 1,-1 1-1,1-1 1,-1 0-1,0 0 0,1 1 1,-1-1-1,1 0 1,-1 0-1,0 0 1,1 0-1,-1 0 1,0 0-1,1 0 1,-1 0-1,0 0 1,1 0-1,-1-1 1,1 1-1,-1 0 1,0 0-1,1-1 1,-1 1-1,1 0 1,-1 0-1,1-1 1,-1 1-1,1-1 1,-1 1-1,1-1 1,-1 1-1,1-1 1,-1 1-1,1-1 0,0 1 1,-1-1-1,1 1 1,0-1-1,0 1 1,-1-1-1,1 0 1,0 1-1,0-2 1,0 1 104,0 0 0,0 0 1,0 0-1,0 0 0,1 0 1,-1 0-1,0 0 0,1 0 1,-1 0-1,1 0 0,-1 0 1,1 0-1,0 0 0,0-2 1,12-6-1782,9 0 1397,1 0 0,1 2 0,-1 1 0,42-5 0,-20 3-16,1297-184-209,-133 48-558,-406 34 1350,-323 42-88,267 9 289,1 65-557,551 43 2597,-611-52-2930,-659 0 126,35-7 0,3-1 577,-54 11-379,-10 4 277,-15 11 680,0-1-830,11-13-370,0 0 1,0 0 0,0 1-1,0-1 1,0 0 0,1 0 0,-1 1-1,0-1 1,1 1 0,-1-1-1,1 1 1,-1-1 0,1 1-1,0-1 1,0 1 0,0-1-1,-1 1 1,1-1 0,1 1-1,-1-1 1,0 1 0,0-1-1,1 1 1,-1-1 0,0 1-1,1-1 1,0 1 0,-1-1-1,1 1 1,0-1 0,0 0-1,0 0 1,0 1 0,0-1-1,0 0 1,0 0 0,0 0 0,0 0-1,0 0 1,3 1 0,6 4 45,1 0 1,-1-1-1,1 0 1,19 5-1,3 2 17,-22-7-63,-1 0 0,0 1 0,0 0 0,0 0-1,15 15 1,-22-19-3,-1 1 0,0-1 0,-1 0 0,1 0 0,0 1 0,-1-1 0,1 1 0,-1-1 0,0 1 0,0 0 0,0 0 0,0-1 0,0 1 0,0 0 0,-1 0 0,0 0 0,1 0 0,-1 0 0,0 0-1,0 0 1,-1-1 0,1 1 0,-1 0 0,1 0 0,-1 0 0,0 0 0,0-1 0,-2 5 0,-21 37 0,-32 46 0,33-56 0,1 2 0,-27 60 0,-17 115 0,49-148 0,-2 0 0,-32 70 0,5-31 0,-41 141 0,85-235 0,0 1 0,1 0 0,0 0 0,0 0 0,1 0 0,1 0 0,-1 0 0,1 0 0,4 15 0,2 37 0,-41-86 0,16 15 0,0 0 0,0 1 0,-1 1 0,0 0 0,-30-6 0,-104-16 0,129 26 0,-227-21 0,-14 24 0,123 3 0,-85-2 0,11-6 0,158 3 0,-708-76 0,580 50 0,-1 9 0,-280 4 0,225 39 0,165-16 0,0-3 0,0-4 0,-77-9 0,-102-1 0,215 14 0,0 1 0,0 2 0,-55 17 0,-43 9 0,15-13 0,9-3 0,0 5 0,-135 45 0,162-39 0,-122 22 0,-96-1 0,-48 10 0,280-42 0,28-6 0,-53 7 0,-58-5 0,-1-6 0,-202-17 0,-137-7 0,441 20 0,34-1 0,11 0 0,26 0 0,2-2-237,0 0 1067,-16 2-3706,-11 2-4275,4-2-1455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3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4 255 7892,'-1'-2'1010,"1"0"1,-1 0 0,1 0 0,-1 0 0,1-1 0,0 1 0,-1 0-1,1 0 1,1-4 0,-1 5-759,0 1-1,0-1 1,1 0-1,-1 1 1,0-1-1,1 0 1,-1 1-1,1-1 1,-1 1-1,1-1 1,-1 1-1,1-1 1,-1 1-1,1-1 1,-1 1-1,1-1 1,-1 1-1,1-1 1,0 1-1,-1 0 1,1 0-1,0-1 1,-1 1-1,1 0 1,0 0-1,0 0 1,-1-1-1,1 1 1,0 0-1,0 0 1,-1 0 0,2 1-1,1 0 6,0 1-1,0-1 1,0 1 0,0 0-1,-1 0 1,1 1-1,-1-1 1,1 0 0,-1 1-1,0 0 1,0-1 0,2 5-1,0-3-9,21 31-148,-1 0-1,-1 2 1,-3 1 0,27 66 0,-59-133 201,6 17-275,1 1 0,0-1 1,1 0-1,0 0 0,1 0 1,-3-21-1,6 16-3,1-1 0,0 1 0,1 0 0,1 0 0,1 0 0,0 0 0,1 1 0,1 0 0,1 0-1,8-17 1,-6 17-307,1 1-1,0-1 0,22-24 1,-23 30-524,1 0 1,0 1-1,1 0 1,0 1 0,16-10-1,-21 15-578,-1 1 0,1-1 0,0 1 0,0 0 1,0 0-1,7-1 0,7 2-6500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4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31 9748,'1'-1'462,"0"0"0,-1 0 0,1 0-1,-1 0 1,1 0 0,-1 0-1,0 0 1,1 0 0,-1 0 0,0 0-1,0-1 1,0 1 0,0 0-1,0 0 1,0 0 0,0 0 0,0-1-1,0 1 1,-1-1 0,1 1-218,-1 1-1,1-1 1,-1 0 0,1 1 0,-1-1 0,0 1 0,1 0 0,-1-1 0,1 1-1,-1-1 1,0 1 0,1 0 0,-1 0 0,0-1 0,1 1 0,-1 0 0,0 0-1,0 0 1,1 0 0,-1 0 0,0 0 0,0 0 0,-4 0 110,1 1-1,-1-1 1,1 1 0,0 0-1,0 0 1,-1 1 0,1-1 0,-6 5-1,-3 1-213,1 1-1,0 1 0,0 0 0,1 1 0,1 0 0,0 0 1,0 1-1,-11 17 0,18-25-174,1 0 0,0 1 0,0-1 0,0 0-1,1 1 1,-1 0 0,1-1 0,0 1 0,-1 0 0,2 0 0,-1 0 0,0-1 0,1 1 0,0 0 0,0 0-1,0 0 1,0 0 0,1 0 0,0 0 0,-1 0 0,1-1 0,1 1 0,-1 0 0,0 0 0,1-1 0,0 1 0,0-1-1,0 0 1,0 1 0,1-1 0,-1 0 0,1 0 0,0-1 0,-1 1 0,6 3 0,-2-2-25,1 1 1,0-1-1,0-1 1,0 1-1,1-1 1,-1-1-1,1 1 0,-1-1 1,1-1-1,0 1 1,0-1-1,0-1 1,-1 1-1,1-1 1,0-1-1,0 1 1,0-1-1,0-1 1,0 0-1,-1 0 1,13-5-1,-15 6 136,-1-1 1,1 0-1,-1-1 0,1 1 1,-1-1-1,0 0 1,0 0-1,-1 0 0,1 0 1,0-1-1,-1 0 0,0 1 1,0-1-1,0 0 1,0-1-1,-1 1 0,0 0 1,0-1-1,0 1 0,0-1 1,-1 0-1,1 0 1,-1 0-1,0 1 0,-1-1 1,1 0-1,-1 0 0,0 0 1,0 0-1,-1 0 0,1 0 1,-1 0-1,0 0 1,-4-8-1,2 3 56,-1 1 0,0-1 0,-1 1 0,0 0 0,-11-14 0,13 18-300,-1 1 0,1 0 0,-1 0 0,0 0 0,0 1 0,-1-1 0,1 1 0,-1 0 0,1 0-1,-1 1 1,0-1 0,-7-2 0,11 5-131,0 0 0,0 0 0,0-1-1,0 1 1,0 0 0,0 0 0,0 0-1,0 0 1,0 0 0,0 1 0,1-1-1,-1 0 1,0 0 0,0 0-1,0 1 1,0-1 0,0 1 0,0-1-1,1 0 1,-1 1 0,0 0 0,0-1-1,1 1 1,-1-1 0,0 1 0,1 0-1,-1-1 1,0 1 0,1 0 0,-1 0-1,1 0 1,0-1 0,-1 1 0,1 0-1,-1 0 1,1 0 0,0 0 0,0 0-1,0 0 1,-1 1 0,2 15-6923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4.7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32 12182,'1'-1'479,"-1"0"0,0 0 0,1 0 1,-1 0-1,0 0 0,0 0 1,0 0-1,0 0 0,0 0 0,0-1 1,0 1-1,0 0 0,0 0 1,0 0-1,-1 0 0,1 0 0,0 0 1,-1 0-1,1 0 0,-1 0 1,1 0-1,-1 1 0,1-1 0,-2-2 1,1 3-184,-1-1-1,1 0 1,-1 1 0,1-1 0,0 1 0,-1-1-1,1 1 1,-1 0 0,1-1 0,-1 1 0,1 0-1,-1 0 1,1 0 0,-1 0 0,-1 1 0,-8 1 142,1 0 1,-1 1-1,-17 7 1,25-9-20,-6 3-213,-17 6 137,1 0 1,-29 18-1,49-25-346,0 0-1,0 0 1,0 0 0,1 1-1,-1-1 1,1 1 0,0 0-1,0 1 1,1-1 0,-1 1-1,1-1 1,0 1 0,0 0-1,0 0 1,1 1 0,-4 10-1,5-14-30,1 0 0,0 1 0,0-1-1,0 0 1,0 1 0,0-1 0,0 0-1,0 0 1,1 1 0,-1-1 0,1 0-1,0 0 1,0 0 0,0 0-1,0 0 1,0 0 0,0 0 0,0 0-1,2 2 1,0-1-57,1 0 0,-1 0 0,0 0 0,1-1-1,0 1 1,0-1 0,0 0 0,0 0 0,5 2 0,4 0-226,0 0 0,0-2 0,0 1 0,1-1 1,20 0-1,-18-3-119,-1 0 1,0-1-1,1 0 1,26-9-1,-35 9 382,0 0 0,0-1-1,-1 0 1,1 0 0,-1 0-1,0-1 1,0 0 0,0 0-1,0-1 1,-1 1 0,1-1-1,5-8 1,-9 11 21,-1 1-1,0-1 1,0 0 0,0 1-1,-1-1 1,1 0 0,0 1-1,-1-1 1,1 0 0,-1 0-1,1 0 1,-1 0 0,0 0-1,0 0 1,0 1 0,0-1-1,0 0 1,0 0 0,0 0-1,-1 0 1,1 0 0,-1 0-1,1 1 1,-1-1 0,0 0-1,0 0 1,0 1 0,0-1 0,0 0-1,-2-1 1,-21-16-3431,-5 9-4170,6 8 428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1 13206,'-2'0'747,"-1"-1"-1,1 1 1,-1 0-1,1 0 1,0 1 0,-1-1-1,1 0 1,-1 1-1,1-1 1,0 1 0,0 0-1,-1 0 1,1 0-1,0 0 1,-3 2 0,1 0-68,0 0 1,0 1-1,0-1 1,1 1 0,-1 0-1,1 0 1,-3 4-1,-4 9-73,1 0-1,-13 37 0,16-39-242,-52 157-363,50-142 0,1 0 0,2 1 0,-2 58 0,7-84-22,0 1 0,0 0 0,1-1 0,0 1 0,0 0 0,0-1 0,1 1 0,0-1 0,0 0 0,0 1-1,1-1 1,4 7 0,-5-9-371,0-1-1,1 1 0,0 0 1,-1 0-1,1-1 0,0 0 1,1 1-1,2 1 0,-2-2-795,0 0 0,1-1 0,-1 1 0,0-1 0,1 0 0,-1 0 0,7 1 0,8-1-7047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5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36 107 15063,'-27'-4'4626,"18"-3"-1729,20 1 881,18-4-1889,21-1-1265,19-1-368,13-3-256,1 0-1889,-1 1-3009,-9 1-4594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18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15 121 4098,'-1'0'102,"0"0"0,0 0 0,1 0 0,-1-1 0,0 1 0,1 0 0,-1-1 0,1 1 0,-1 0 0,0-1 0,1 1 0,-1-1-1,1 1 1,-1-1 0,1 1 0,-1-1 0,1 1 0,-1-1 0,1 1 0,0-1 0,-1 0 0,1 1 0,0-1 0,0 0 0,-1 1 0,1-1 0,0 0 0,0 1 0,0-1 0,0 0 0,0 0 0,0 1 0,0-1 0,0 0 0,0 1 0,0-1 0,1-1 0,14-29 2088,-1 4 325,-14-15 4656,-2 64-2750,1 35-2781,2-1 0,16 101 0,0-17-1267,-13-67-260,-8 132 1,1-153-1232,3-36-4446,1-39-5440,1-4 3990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21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35 201 2673,'-11'-44'5003,"11"43"-4893,0 1 0,0 0 0,0-1 0,1 1 0,-1-1 0,0 1 0,0 0 0,0-1 0,1 1 0,-1 0 0,0-1 0,0 1 0,1 0 0,-1-1 0,0 1 0,1 0 0,-1-1 0,0 1 0,1 0 0,-1 0 0,0 0 0,1-1 0,-1 1 0,1 0 0,-1 0 0,0 0 0,1 0 0,0-1 1852,-3 1-321,-1 2 2858,2-1-4408,2-12-2910,-6 8-6010,4 2 8788,1 1 0,-1 0-1,0 0 1,1-1 0,-1 1-1,0 0 1,1 0 0,-1 0 0,0 0-1,1 0 1,-1 0 0,0 0-1,1 0 1,-1 0 0,0 0-1,1 0 1,-2 1 0,-7-1 529,12-2 319,-2 1-704,1 1 0,-1 0 0,0-1 0,1 1 1,-1 0-1,0 0 0,1 0 0,-1 0 0,0 0 0,1 0 0,-1 0 0,0 0 0,1 1 0,1 0 0,-1 0-110,-1 0 1,1 0-1,-1 0 1,1-1-1,0 1 0,-1 0 1,1-1-1,0 1 0,-1-1 1,1 0-1,0 1 1,0-1-1,0 0 0,-1 0 1,1 0-1,0 0 1,0 0-1,0-1 0,-1 1 1,1-1-1,0 1 1,2-2-1,-12 1 5590,4 0-934,5 10-4258,0-8-302,0 1-1,0-1 1,1 0-1,-1 1 0,0-1 1,1 0-1,-1 0 0,0 0 1,1 0-1,-1 0 0,1 0 1,0 0-1,-1-1 1,1 1-1,0 0 0,-1-1 1,1 1-1,0-1 0,0 0 1,-1 0-1,1 1 1,0-1-1,2-1 0,52 0 617,-44 0-668,969-33 420,-692 28-404,-83 0 462,-1-8-1,260-53 1,-452 63 480,-11 5 437,-3 7 3268,2-7-4689,0-1 0,-1 1-1,1 0 1,-1-1 0,1 1 0,0-1-1,-1 1 1,1 0 0,0-1-1,0 0 1,-1 1 0,1-1 0,0 1-1,0-1 1,0 0 0,0 0 0,-1 1-1,1-1 1,0 0 0,0 0 0,0 0-1,0 0 1,0 0 0,0 0 0,1 0-1,54-8-175,101-26 0,-141 31 231,-9 1 150,-14 3 15,-17 8 19,15-4-243,0 0 0,1 1 0,0 1 0,0-1 0,0 1 0,1 0 0,0 1 0,0 0 0,1 0 0,0 0 0,0 1 0,1 0 1,0 0-1,1 0 0,0 1 0,0-1 0,1 1 0,1 0 0,-3 12 0,-13 108-7,-2 132 0,16 134 0,4-269 0,0-129 0,-1 0 0,0 0 0,0 0 0,-1 0 0,1 0 0,0 1 0,-1-1 0,1 0 0,0 1 0,-1 0 0,0-1 0,1 1 0,-1 0 0,0 0 0,0-1 0,-3 0 0,-38-19 0,14 11 0,0 1 0,-1 2 0,-46-7 0,-95-1 0,150 14 0,-162-6 0,-241 23 0,-178 60 0,589-73 0,5-1 0,1-1 0,-1 0 0,1 0 0,-11-1 0,17 0 0,0 0 0,0 0 0,0 0 0,0 0 0,0-1 0,0 1 0,0 0 0,0 0 0,0-1 0,0 1 0,0-1 0,0 1 0,0-1 0,0 1 0,0-1 0,0 1 0,0-1 0,1 0 0,-1 0 0,0 1 0,1-1 0,-1 0 0,0 0 0,1 0 0,-1 0 0,1 0 0,-1 0 0,1 0 0,0 0 0,-1 0 0,1 0 0,0 0 0,0 0 0,0 0 0,0 0 0,0-2 0,9 6 270,5 0-1281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29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1 8644,'-3'17'10035,"-9"49"-6941,-34 363 4160,32-293-6361,6-57-542,3 0-1,11 147 1,-6-220-4457,-4-20-1026,-4-25-4834,3 9 2712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0.7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82 357 1665,'-3'-10'3702,"5"-5"-3000,-1-6-768,-1 18 449,0-1 1,1 1 0,-1-1-1,1 1 1,0-1 0,0 1-1,0-1 1,0 1 0,0 0-1,1-1 1,-1 1 0,1 0-1,0 0 1,0 0 0,0 1-1,1-1 1,-1 0 0,1 1-1,-1-1 1,1 1 0,0 0-1,0 0 1,0 0 0,0 0-1,0 1 1,0-1 0,1 1-1,-1 0 1,0 0 0,5-1-1,253-18 2213,-120 6-2527,614-28 5,-495 30-44,97-14-130,-275 15 961,1-3 1,100-31-1,-175 43-254,0-1-1,0-1 1,-1 1-1,1-1 1,9-7-1,-15 11-594,-1 0 0,1 0-1,0 0 1,-1 0-1,1 1 1,-1-1 0,1 1-1,-1-1 1,1 1 0,-1 0-1,1-1 1,-1 1 0,1 0-1,0 1 1,10 4-29,2-2 24,1-1-1,0 0 1,0-1 0,1-1 0,-1 0 0,0-1 0,0-1-1,24-3 1,-6-2 212,-1-2 0,58-20-1,-146 84 3272,33-29-3329,2 1 0,0 1 0,2 1 0,2 0 0,0 2 0,2 0 0,2 1 0,1 0 1,1 1-1,-7 39 0,-3 46-304,-9 195 0,24-224 271,3-40-128,2-20 0,-1 0 0,-1 0 0,-15 58 0,17-85 0,0-1 0,-1 1 0,1-1 0,0 0 0,-1 1 0,1-1 0,-1 0 0,1 0 0,-1 0 0,0 0 0,0 0 0,0 0 0,0-1 0,0 1 0,-1-1 0,1 1 0,0-1 0,-1 0 0,1 0 0,-1 0 0,1 0 0,-1-1 0,0 1 0,1 0 0,-5-1 0,-6 1 0,0-1 0,0 0 0,-1-1 0,-13-3 0,-3 1 0,-244-20 0,-273-20 0,2 26 0,386 19 0,1 7 0,-184 33 0,324-38 0,7-3 0,-1 1 0,1 1 0,-1 0 0,1 0 0,0 1 0,1 1 0,-1-1 0,-12 9 0,13-3 5,10-9-42,-1 0 0,1-1-1,-1 1 1,0 0 0,1 0 0,-1-1 0,0 1 0,1 0 0,-1-1 0,0 1 0,0-1 0,0 1 0,0-1 0,0 0 0,0 1-1,1-1 1,-1 0 0,0 1 0,0-1 0,0 0 0,-2 0 0,11 3-10360,5 0 2988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1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47 129 4386,'-12'-19'4959,"7"12"-3318,1 1 1,0-1 0,0 0-1,1 0 1,0 0 0,0 0-1,1 0 1,-1-1-1,0-10 1,6 21 3387,4 9-3330,6 16-1421,15 55-278,-13-36 0,2-1 0,36 70 0,-53-114 0,1 0 0,0 0 0,0-1 0,0 1 0,0 0 0,0-1 0,1 1 0,-1-1 0,0 1 0,1-1 0,-1 1 0,1-1 0,-1 0 0,1 0 0,0 0 0,0 0 0,-1 0 0,1 0 0,0 0 0,0-1 0,0 1 0,3 0 0,-3-2 0,0 1 0,0-1 0,-1 0 0,1 0 0,0 0 0,-1 0 0,1 0 0,-1 0 0,1 0 0,-1-1 0,0 1 0,1 0 0,-1-1 0,0 1 0,0-1 0,0 1 0,0-1 0,0 0 0,0 1 0,-1-1 0,1 0 0,-1 0 0,1 0 0,0-3 0,10-30 0,0-3 0,1 1 0,2 0 0,1 0 0,3 2 0,22-36 0,9 5 0,-50 70 182,-9 37-4535,9-35 2665,0-1 0,0 1 1,0-1-1,1 1 0,0-1 0,1 8 0,8 7-7954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2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195 32 10517,'0'-1'495,"1"0"-1,-1 0 1,0-1 0,-1 1 0,1 0-1,0 0 1,0-1 0,0 1 0,-1 0 0,1 0-1,-1 0 1,1 0 0,-1-1 0,1 1-1,-1 0 1,0 0 0,1 0 0,-1 0-1,0 0 1,0 0 0,0 1 0,0-1 0,0 0-1,-1-1 1,0 1-76,0 1 1,0-1-1,-1 1 0,1-1 1,0 1-1,0 0 0,0-1 0,0 1 1,-1 1-1,1-1 0,0 0 1,-4 1-1,-4 2 98,1 0 1,0 0-1,0 1 0,0 0 1,-9 6-1,4-2-151,1 1 1,-15 13-1,25-20-355,1 0-1,-1 0 1,1 0-1,0 0 0,0 1 1,0-1-1,0 1 1,0-1-1,1 1 0,-1 0 1,1 0-1,0 0 1,-1-1-1,1 1 0,1 0 1,-1 0-1,0 1 1,1-1-1,-1 5 0,2-7-11,-1 1 0,1 0 0,0-1 0,-1 1-1,1-1 1,0 1 0,0-1 0,0 1 0,0-1 0,0 0-1,0 0 1,1 1 0,-1-1 0,0 0 0,1 0 0,-1 0-1,0 0 1,1 0 0,0-1 0,-1 1 0,1 0 0,-1-1-1,1 1 1,0-1 0,-1 0 0,1 1 0,0-1 0,-1 0-1,3 0 1,5 1-118,0-1-1,0 0 1,-1-1-1,12-1 1,-11 0 27,0 1 0,0-1 0,0-1 0,-1 1 0,0-1 0,1-1 0,-1 0 0,0 0 0,0 0 0,-1-1 0,0-1 0,1 1-1,7-9 1,-14 13 109,-1 1-1,1-1 1,-1 1-1,0-1 1,1 0-1,-1 1 1,0-1-1,1 1 0,-1-1 1,0 0-1,0 1 1,0-1-1,0 0 1,1 1-1,-1-1 1,0 0-1,0 0 1,0 1-1,0-1 0,-1 0 1,1 1-1,0-1 1,0 0-1,0 1 1,0-1-1,-1 0 1,1 1-1,0-1 0,-1 1 1,1-1-1,0 0 1,-1 1-1,1-1 1,-1 1-1,1-1 1,-1 1-1,1-1 0,-1 1 1,1 0-1,-1-1 1,0 1-1,1 0 1,-1-1-1,1 1 1,-1 0-1,0 0 1,1-1-1,-1 1 0,0 0 1,1 0-1,-1 0 1,0 0-1,0 0 1,1 0-1,-1 0 1,0 0-1,0 1 1,0-2 4,0 1 1,-1 0-1,1 0 1,0 0-1,0 0 1,0 0-1,0 0 1,0 0-1,0 1 1,0-1-1,0 0 1,0 0-1,0 1 1,-1-1-1,1 1 1,1-1-1,-1 1 1,0-1-1,0 1 1,0 0-1,0 0 1,0-1-1,0 1 1,1 0-1,-1 0 1,0 0-1,1 0 1,-1 0-1,1-1 1,-1 1-1,1 0 1,-1 1-1,1-1 1,0 0-1,-1 0 1,1 0-1,0 0 1,0 2-1,0 3-289,1 0 0,1 0-1,-1 0 1,1 0 0,0 0 0,0 0-1,1 0 1,0-1 0,0 1 0,0-1-1,1 0 1,6 8 0,-6-8-868,1 0-1,0-1 1,0 0 0,1 1 0,-1-2-1,1 1 1,0-1 0,0 1 0,0-2-1,0 1 1,12 3 0,22 1-8311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2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229 21 9636,'0'-1'309,"0"0"0,-1 0 0,1 0-1,0 0 1,0 0 0,-1 0-1,1 0 1,0 0 0,-1 0 0,1 1-1,-1-1 1,1 0 0,-1 0-1,1 1 1,-1-1 0,0 0 0,1 1-1,-1-1 1,0 0 0,1 1 0,-1-1-1,0 1 1,0-1 0,0 1-1,1-1 1,-1 1 0,0 0 0,-1-1-1,0 1 89,0 0 0,0 1 0,0-1 0,0 0 0,0 1-1,1-1 1,-1 1 0,0 0 0,0-1 0,1 1 0,-1 0-1,0 0 1,-1 2 0,-5 2 709,1 2 0,-1-1 0,2 1 0,-13 14 0,5 0-633,1 1 0,1 0 0,1 1-1,1 0 1,1 0 0,-9 41 0,-22 151-691,38-201 218,-5 56 0,7-64 0,0 0 0,0-1 0,0 1 0,1 0 0,0 0 0,0-1 0,0 1 0,1-1 0,3 8 0,-5-12 0,1 0 0,0 0 0,-1 0 0,1 0 0,0 0 0,0 0 0,0 0 0,0 0 0,0 0 0,0 0 0,0 0 0,0-1 0,0 1 0,0 0 0,0-1 0,1 1 0,-1-1 0,0 1 0,0-1 0,1 0 0,2 1 0,-1-1 0,0 0 0,0 0 0,0-1 0,0 1 0,0-1 0,0 1 0,0-1 0,0 0 0,4-2 0,6-4 0,0 0 0,0-1 0,13-11 0,-17 13 0,22-15 0,-1-2 0,-1-1 0,41-42 0,-62 52 0,-14 15 0,-18 18 0,22-16 0,0 0 0,1 0 0,-1 0 0,1 1 0,-1-1 0,1 0 0,0 1 0,0-1 0,0 1 0,1 0 0,-1-1 0,1 1 0,0-1 0,0 1 0,0 0 0,1-1 0,-1 1 0,1 0 0,0-1 0,0 1 0,0-1 0,0 0 0,1 1 0,-1-1 0,1 0 0,0 0 0,0 0 0,0 0 0,0 0 0,0 0 0,1 0 0,0-1 0,-1 1 0,1-1 0,0 0 0,0 0 0,0 0 0,0 0 0,1-1 0,-1 1 0,0-1 0,1 0 0,-1 0 0,1 0 0,-1 0 0,6 0 0,-6-1 0,-1 0 0,1 0 0,-1-1 0,0 1 0,1-1 0,-1 1 0,0-1 0,1 0 0,-1 0 0,0 0 0,0 0 0,0 0 0,0-1 0,0 1 0,0 0 0,2-3 0,32-32 0,-23 23 0,6-9 0,-14 15 0,1 1 0,0 0 0,0 0 0,0 0 0,14-9 0,-30 42 0,5-15 103,0 0-1,1 0 0,0 1 1,1-1-1,-2 19 1,5-26-449,0 0 0,0 0-1,0 0 1,1 0 0,-1 0 0,1 0-1,3 7 1,-3-8-639,1-1 0,-1 0 0,1 0 0,0 0 0,0 0 0,0 0 0,0 0 0,1 0 0,-1-1 1,1 1-1,4 3 0,11 3-7563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3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84 9236,'-9'-2'9432,"13"10"-4650,14 11-2113,-11-15-2476,-1-1-1,1 1 1,0-1 0,0 0 0,1-1 0,-1 1 0,1-2 0,-1 1 0,1-1 0,0 0-1,-1 0 1,13-2 0,-2 1-179,1-2 0,0 0 0,36-9 0,-52 10 0,-1 1-1,1-1 1,-1 0-1,1 0 1,-1 0-1,1 0 1,-1-1-1,0 1 0,1-1 1,-1 1-1,0-1 1,0 0-1,2-2 1,-3 2 3,-1 1 0,1 0 0,-1 0 0,0 0 0,1 0 0,-1-1 0,0 1 0,0 0 0,0 0 0,0-1 0,0 1 1,0 0-1,0 0 0,0-1 0,0 1 0,-1 0 0,1 0 0,0 0 0,-1-1 0,1 1 0,-1 0 0,1 0 0,-1 0 1,0 0-1,1 0 0,-1 0 0,0 0 0,0 0 0,0 0 0,-1-1 0,-4-4 136,-1 0 0,0 0 0,0 1 0,0-1 0,-1 1 0,0 1 0,0 0 0,0 0 1,0 0-1,-1 1 0,1 0 0,-1 1 0,0 0 0,0 1 0,0-1 0,0 1 0,0 1 0,0 0 0,0 0 0,0 1 0,-15 3 0,22-3-153,-1 0 0,1 0 0,0 0 0,0 0 0,-1 1 0,1-1 0,0 1 0,0-1 0,0 1 0,1 0 0,-1 0 0,0-1 0,1 1 0,-1 0 0,1 1 0,0-1 0,-1 0 0,1 0 0,0 1 0,0-1 0,1 0 0,-1 1 0,0-1 0,1 1 0,-1-1 0,1 1 0,0-1 0,0 1 0,0-1 0,0 1 0,1-1 0,-1 1 0,0-1 0,1 1 0,1 2 0,1 6 0,0-1 0,0 0 0,1 0 0,1 0 0,0 0 0,12 17 0,-11-18-138,1 0-1,0-1 1,1 0-1,0 0 1,0 0-1,1-1 1,10 6-1,-13-10-940,0 1 0,0-1 0,1 0 0,-1-1 0,1 0 0,0 0 0,11 2 0,21-3-10343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4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207 108 3474,'-10'0'496,"0"-2"1,0 1 0,0-1-1,0-1 1,0 1 0,0-2-1,1 1 1,-18-11 0,7 3 1245,2-1 1,-35-28-1,43 28 9783,18 10-5839,29 13-3655,-26-8-1725,16 3-293,-1-2 0,1-1 0,41 0-1,85-10-17,-35 1 7,-22 6-2,-95 0 0,-1 0 0,0 0 0,1 0 0,-1 0 0,1 1 0,-1-1 0,0 0 0,1 0 0,-1 1 0,0-1 0,1 0 0,-1 1 0,0-1 0,1 0 0,-1 1 0,0-1 0,0 1 0,0-1 0,1 0 0,-1 1 0,0-1 0,0 1 0,0-1 0,0 0 0,0 1 0,1-1 0,-1 1 0,0-1 0,0 1 0,0-1 0,0 1 0,-1-1 0,1 1 0,0-1 0,0 0 0,0 1 0,0-1 0,0 1 0,0-1 0,-1 0 0,1 1 0,0-1 0,0 1 0,-1-1 0,1 0 0,0 1 0,-1-1 0,-15 28 0,13-23 0,-20 38 0,-25 66 0,15-32 0,-88 209 0,120-282-12,-8 24 40,8-28-31,1 1 0,0-1 0,0 0 0,0 1 0,0-1 0,0 0 0,0 1 0,0-1 0,0 0 0,0 1 0,0-1-1,0 1 1,0-1 0,0 0 0,0 1 0,0-1 0,0 0 0,0 1 0,0-1 0,0 0 0,1 1 0,-1-1 0,0 0 0,0 1 0,0-1-1,1 0 1,-1 1 0,0-1 0,0 0 0,1 0 0,-1 1 0,0-1 0,0 0 0,1 0 0,-1 0 0,0 1 0,1-1 0,-1 0-1,0 0 1,1 0 0,-1 0 0,1 0 0,-1 0 0,0 0 0,1 0 0,-1 1 0,0-1 0,1-1 0,-1 1 0,0 0 0,1 0 0,-1 0-1,1 0 1,-1 0 0,0 0 0,1 0 0,-1 0 0,0-1 0,1 1 0,2 0-1507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4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70 10597,'-1'-1'454,"0"-1"1,1 1-1,-1 0 0,0 0 1,1 0-1,-1-1 1,1 1-1,-1 0 0,1-1 1,0 1-1,-1 0 1,1-1-1,0 1 0,0 0 1,0-1-1,0 1 1,0-1-1,0 1 0,0 0 1,1-3-1,0 3-196,0 0 1,0 0-1,-1 0 0,1 0 1,0 0-1,0 0 0,0 0 1,0 1-1,0-1 0,0 0 0,1 1 1,-1-1-1,0 0 0,0 1 1,0 0-1,1-1 0,-1 1 1,1-1-1,10 0 430,-1 0 1,1 0 0,-1 1-1,14 2 1,-10-1 315,243 3 2306,-202-6-3322,1-2-1,85-19 1,-158 32 68,-23 15-551,15-7-7099,12-9-765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3.9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2785,'2'1'22,"32"20"3554,-31-20-2800,0-1 0,0 1 0,0-1-1,0 0 1,0 0 0,0 0 0,0 0-1,0 0 1,0-1 0,-1 1 0,6-2 0,-8 2-446,1 0 1,-1 0-1,1 0 1,0 0 0,-1 0-1,1 0 1,-1 0-1,1 0 1,0 1 0,-1-1-1,1 0 1,-1 0-1,1 1 1,-1-1 0,1 0-1,-1 1 1,1-1-1,-1 1 1,1-1 0,-1 0-1,0 1 1,1-1-1,-1 1 1,1-1 0,-1 2-1,12 22 2635,5 34-2640,-15-50 446,4 24-335,0 0 0,-2 0 0,-1 1 0,-2-1 0,-3 40 0,-31 161 448,28-179-1231,-9-69-12867,8 1 4722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5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20 3650,'-21'23'7945,"14"-15"-3454,17-7-602,1 0-4018,474 14 3021,-274-11-2884,1515-46 859,-1391 13 1463,-320 28-1204,-27 2 2739,-3 43-3449,-8 40-184,4 1 1,4 1-1,3 0 0,4 1 0,4 100 0,4-46-208,0-143-24,-1 1 0,1-1 0,0 1 0,-1-1 0,0 1 0,1 0 0,-1-1 0,0 1 0,0 0 0,1-1 0,-1 1 0,0 0 0,0 0 0,-1 0 0,1 0 0,0 0 0,-2-2 0,-36-20 0,24 15-5,-1 1 0,0 0 0,-1 1 0,1 1 1,-32-6-1,-395-10-1521,318 19 1424,-249-1-62,-377-14 430,542-4-242,103 9 262,-170 1-1,256 13-202,31-1 279,19 4 78,-30-4-2163,-14 3-11510,9-3 9957,-9 1-5485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5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1 180 6435,'14'-15'3954,"-12"11"-3304,1 1 1,0-1 0,-1 1-1,1 0 1,1 0 0,-1 0-1,0 0 1,1 1 0,-1-1-1,1 1 1,-1 0 0,1 0-1,0 1 1,0-1 0,0 1-1,8-2 1,-11 3-458,1 0 1,-1 1-1,0 0 1,0-1-1,0 1 0,0 0 1,0-1-1,0 1 1,0 0-1,0 0 1,0 0-1,0 0 0,0 0 1,0 0-1,-1 0 1,1 0-1,0 0 0,-1 0 1,1 0-1,-1 1 1,1-1-1,-1 0 1,1 3-1,9 33 1076,-9-32-1041,7 53 1402,-37-112 1745,28 48-3356,0 0 0,1 0 0,-1 1 0,1-1 0,0 0 0,1 0 0,-1 1 0,1-1 0,0 0 0,1 1 0,-1-1 0,1 1 1,0-1-1,0 1 0,1 0 0,0 0 0,0 0 0,0 0 0,0 0 0,1 1 0,0-1 0,7-6 0,-4 5-652,0-1 0,0 1 1,1 1-1,0-1 0,16-7 0,10 0-4779,0 9-3297,-12 4-2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6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23 3314,'-20'-8'11611,"-15"-5"-4021,34 12-7456,0 1-1,-1 0 0,1 0 1,-1 0-1,1 0 1,0 0-1,-1 0 0,1 0 1,-1 0-1,1 1 0,0-1 1,-1 1-1,1-1 0,0 1 1,-1-1-1,1 1 0,0 0 1,0-1-1,0 1 0,0 0 1,-1 0-1,0 1 0,-12 15 588,0 0-1,-19 32 1,29-42-731,0 0 1,0 0 0,1 0 0,0 1-1,0-1 1,1 1 0,0 0 0,0-1-1,1 1 1,-1 13 0,2-19 2,0-1 1,0 1-1,0-1 0,1 0 0,-1 1 1,0-1-1,1 1 0,-1-1 1,1 0-1,-1 1 0,1-1 1,-1 0-1,1 0 0,0 0 0,0 1 1,0-1-1,0 0 0,0 0 1,0 0-1,0 0 0,0 0 1,2 1-1,0-1-5,-1 0 0,0-1 1,1 1-1,-1 0 0,1-1 1,-1 0-1,1 1 0,0-1 0,-1 0 1,1 0-1,4-1 0,4-1-12,0-1 0,1 0-1,-1-1 1,15-7 0,-18 8 56,-1-1 1,0 0-1,0 0 0,-1-1 1,1 0-1,-1 0 0,0 0 1,0-1-1,8-10 1,-13 15-31,0-1 0,0 0 1,0 0-1,0 0 0,0 0 1,0 0-1,-1 0 1,1 0-1,-1 0 0,1 0 1,-1 0-1,0 0 0,0 0 1,0 0-1,0-1 1,-1-3-1,0 4-57,0-1-1,0 0 1,0 1 0,0-1 0,-1 1-1,1 0 1,-1-1 0,0 1-1,0 0 1,0 0 0,0 0 0,0 0-1,0 0 1,-1 1 0,-4-4 0,5 4-322,0 0 1,0 0-1,1 0 1,-2 0 0,1 1-1,0-1 1,0 0-1,0 1 1,0 0-1,0-1 1,0 1 0,0 0-1,-4 1 1,-16 6-7678,12 1 1571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6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25 8004,'1'-1'426,"-1"0"0,-1 0 0,1 0 0,0 0 0,0 0 0,0 0 0,0 1 1,-1-1-1,1 0 0,0 0 0,-1 0 0,1 1 0,0-1 0,-1 0 0,1 0 1,-1 1-1,0-1 0,1 0 0,-1 1 0,1-1 0,-1 1 0,-1-2 0,-20-3 4330,16 5-4247,-1 1-1,1-1 1,0 1 0,-1 1-1,-8 2 1,3 1-164,1 0 1,-1 1 0,1 0-1,0 1 1,0 0 0,-19 18-1,27-23-343,0 1-1,1 0 0,-1 0 0,1 0 0,0 1 0,0-1 0,0 0 0,0 1 0,0-1 1,1 1-1,-1 0 0,0 4 0,2-6 0,0 0-1,0 1 1,0-1 0,0 0-1,0 0 1,1 1 0,-1-1-1,1 0 1,-1 0-1,1 0 1,0 1 0,0-1-1,0 0 1,0 0 0,0 0-1,0-1 1,1 1 0,-1 0-1,1 0 1,-1-1 0,1 1-1,3 2 1,-1-1-50,1 0 0,0-1 0,0 1-1,0-1 1,0 0 0,1 0 0,-1 0 0,1-1 0,-1 0 0,1 0 0,-1 0 0,1-1-1,0 0 1,-1 0 0,1 0 0,0-1 0,6-1 0,-3 0 14,0 1 1,0-2-1,-1 1 0,1-1 1,-1 0-1,1-1 1,-1 0-1,0-1 0,-1 1 1,9-7-1,-15 9 32,1 0 0,-1 1 0,0-1 0,1 0 0,-1 0 0,0 0 0,0 0-1,0 0 1,-1 0 0,1 0 0,0 0 0,-1 0 0,1-1 0,-1 1 0,0 0 0,0 0-1,0 0 1,0-1 0,0 1 0,0 0 0,0 0 0,-1 0 0,1-1 0,-1 1 0,0 0 0,1 0-1,-1 0 1,0 0 0,0 0 0,-1 0 0,1 0 0,-2-1 0,-24-30-2172,-4 12-4931,21 17 797,-1 5-1081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6.8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19 10517,'0'-2'611,"0"1"0,-1 0 1,1 0-1,-1 0 0,1 0 0,-1 0 1,0 0-1,1 0 0,-1 0 1,0 0-1,0 0 0,0 1 0,0-1 1,0 0-1,0 0 0,0 1 0,0-1 1,0 0-1,-1 0 0,1 2-138,0 0-1,0 0 1,0 0-1,0 0 1,0 0-1,0 1 1,1-1-1,-1 0 1,0 0-1,1 0 1,-1 1-1,1-1 1,-1 3-1,-4 8-866,-54 106 3392,-8 15-2676,61-116-382,0-1 0,0 1 1,2 0-1,0 1 1,1-1-1,-1 22 0,4-35-116,0-1 1,0 1-1,0 0 0,1 0 0,-1-1 0,1 1 0,0 0 1,0 0-1,0-1 0,0 1 0,1-1 0,0 1 0,-1-1 1,1 0-1,1 0 0,-1 0 0,3 3 0,-3-4-301,0 0 0,1 0 0,0 0 0,-1-1 0,1 1 0,0-1 0,-1 0 0,1 0 0,0 0 0,0 0 0,0 0 0,0-1 0,0 1 0,0-1 0,0 0 0,0 0 0,0 0 0,0 0 0,0 0 0,0-1 0,4-1 0,22-7-6732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7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40 5491,'-25'-2'7299,"10"2"-4562,15-4-192,13 2 609,16-5-1041,13 3-353,14-2-287,18 2-608,7 2-769,3-1-96,-7-1-1377,-6 2-2065,-19 2-5282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8.0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17 4562,'-1'-6'839,"-3"-4"15002,4 19-12477,5 91 389,-14 54-3251,3-69-315,-5 32-74,-2 44-1667,17-136-2683,-3-25 4019,-1 0 0,0 1-1,1-1 1,-1 0 0,0 0 0,1 1 0,-1-1 0,1 0-1,-1 0 1,1 0 0,-1 1 0,1-1 0,-1 0 0,0 0-1,1 0 1,-1 0 0,1 0 0,-1 0 0,1 0 0,-1 0-1,1 0 1,-1 0 0,1 0 0,-1-1 0,1 1 0,-1 0-1,1 0 1,-1 0 0,0 0 0,1-1 0,-1 1-1,1 0 1,-1-1 0,0 1 0,1 0 0,-1 0 0,0-1-1,1 1 1,-1-1 0,0 1 0,1 0 0,-1-1 0,0 1-1,0-1 1,1 0 0,11-12-5352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19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183 239 7668,'0'-1'316,"0"1"0,0-1 0,0 1 0,0 0 0,0-1 1,1 1-1,-1-1 0,0 1 0,0 0 0,1-1 0,-1 1 1,0 0-1,1-1 0,-1 1 0,0 0 0,0 0 1,1-1-1,-1 1 0,1 0 0,-1 0 0,0-1 0,1 1 1,-1 0-1,1 0 0,-1 0 0,0 0 0,2 0 1,20-3 3276,34 5-3157,-37-1 725,541-6-384,486-125-887,-998 122 796,305-36 3326,-308 38-3785,-23 0 3831,118 9-4526,92-2 512,-191-4-30,28-1 143,113-20 0,-172 20 253,-14 3 256,-18 6-240,12 1-426,1 0 0,1 1 0,-1 0 0,1 0 0,1 1 0,-1 0 0,1 1 0,0-1 0,1 1 0,-8 16 0,-5 11 0,-20 59 0,23-52 0,-58 172 0,63-174 0,2 1 0,2-1 0,-3 59 0,11-88 0,-1-1 0,2 0 0,-1 0 0,2 1 0,6 18 0,4 23 0,-13-53 0,0 1 0,0-1 0,0 1 0,0 0 0,0-1 0,0 1 0,0 0 0,0-1 0,0 1 0,0 0 0,0-1 0,0 1 0,-1-1 0,1 1 0,0 0 0,-1-1 0,1 1 0,0-1 0,-1 1 0,1-1 0,0 1 0,-1-1 0,1 1 0,-1-1 0,1 1 0,-1-1 0,1 0 0,-2 1 0,-22 5 0,-38-12 0,48 4 0,-1145-83-571,816 66 750,-193-1 134,406 22-315,0 5 0,-140 27 0,251-31-26,11-3-33,1 2 0,0-1 0,-1 1 0,1 0 0,0 0 1,0 0-1,-9 6 0,96-30-8082,-40 10 1826,8-1-1273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0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38 171 2145,'-12'-22'4294,"-9"-24"6518,16 10-341,11 85-6592,14 35-3454,-16-65-140,3 8-253,2 0 1,13 31-1,-18-49-21,0-1-1,1 1 0,0-1 0,0 0 1,1 0-1,0 0 0,0-1 1,1 0-1,0 0 0,8 6 1,-13-12-11,0 0 1,0 0-1,0 0 1,1 0 0,-1 0-1,0 0 1,1-1-1,-1 1 1,1-1 0,-1 0-1,0 0 1,1 0-1,-1 0 1,1 0-1,-1 0 1,1 0 0,-1-1-1,1 1 1,2-2-1,-2 1 5,-1 0-2,1 0 1,-1-1 0,0 1 0,0-1 0,0 1 0,0-1 0,0 0 0,0 1 0,0-1 0,-1 0-1,1 0 1,-1-1 0,1 1 0,-1 0 0,0 0 0,0-1 0,0 1 0,0-1 0,0-2 0,5-8 24,95-223 20,-46 100 22,-55 138-762,-18 51-4717,9-12-3431,8-20 367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0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353 0 11317,'-68'15'11109,"1"6"-6060,42-12-4622,1 1-1,0 2 1,1 0 0,1 1-1,-42 33 1,61-44-421,0 1 1,0 0-1,0 0 0,0 0 1,1 0-1,-1 0 0,1 1 0,0-1 1,0 1-1,0 0 0,0-1 1,1 1-1,-1 0 0,0 5 0,2-7-21,0 0-1,0 0 1,0 0-1,0 0 1,1-1-1,-1 1 0,1 0 1,-1 0-1,1-1 1,-1 1-1,1 0 1,0-1-1,0 1 0,0 0 1,0-1-1,0 0 1,1 1-1,-1-1 1,0 0-1,1 1 1,-1-1-1,0 0 0,1 0 1,0 0-1,-1 0 1,1 0-1,-1-1 1,1 1-1,0 0 0,0-1 1,-1 1-1,1-1 1,4 1-1,2 0-162,0 1 0,1-2 0,-1 1-1,0-1 1,1 0 0,-1-1 0,1 0 0,-1 0-1,0-1 1,1 0 0,-1 0 0,9-5-1,-2 1 39,-1 0 0,0-2-1,-1 0 1,1 0 0,20-18-1,-33 25 208,0 0 0,0 1-1,0-1 1,0 0 0,0 0-1,0 0 1,0 0 0,-1 0-1,1 0 1,0 0 0,0 0 0,-1 0-1,1-1 1,-1 1 0,1 0-1,-1 0 1,0-1 0,1 1-1,-1-2 1,0 2-14,0 1 0,0-1 0,-1 1 0,1-1 0,0 1 0,0-1 1,-1 1-1,1-1 0,0 1 0,-1 0 0,1-1 0,-1 1 0,1 0 0,0-1 0,-1 1 0,1 0 1,-1 0-1,1-1 0,-1 1 0,1 0 0,-1 0 0,1 0 0,-1-1 0,1 1 0,-1 0 0,0 0 1,1 0-1,-1 0 0,1 0 0,-1 0 0,-1 0-24,0 0 1,0 1-1,1-1 0,-1 0 1,0 1-1,1-1 1,-1 1-1,1-1 0,-1 1 1,0 0-1,1 0 0,-1 0 1,1 0-1,0 0 0,-1 0 1,1 0-1,0 0 1,0 0-1,0 1 0,-1-1 1,1 0-1,0 1 0,1-1 1,-1 1-1,0-1 0,0 1 1,1-1-1,-1 1 0,1 0 1,-1 2-1,0 2-256,1 0 1,0 0-1,1 0 0,-1 1 0,1-1 0,0-1 0,0 1 0,1 0 1,0 0-1,0 0 0,5 8 0,-5-9-876,1 0-1,0-1 1,0 0-1,0 1 0,1-1 1,-1 0-1,1-1 1,5 5-1,13 5-7545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1.1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1 16327,'-11'2'979,"1"2"-1,1 0 0,-1 0 1,0 0-1,1 1 0,0 1 1,0-1-1,1 2 0,-10 8 1,6-4-155,0 1 0,2 1 1,-1 0-1,2 0 0,-13 21 1,10-9-581,1-1 0,0 1 1,2 1-1,1 0 0,1 0 1,-7 54-1,13-71-242,1 1-1,-1 0 1,1 0-1,1 0 1,0-1-1,0 1 1,5 15-1,-6-22-6,1-1 0,1 1 0,-1 0 0,0-1 0,1 1 0,-1-1 0,1 1 0,0-1 0,-1 0 0,1 1 0,0-1 0,1 0 0,-1 0 0,0-1 0,1 1 0,-1 0 0,1-1 0,-1 1 0,1-1 0,0 0 0,-1 0 0,1 0-1,0 0 1,0-1 0,0 1 0,0-1 0,0 1 0,-1-1 0,5 0 0,3-1-240,0 0-1,0-1 1,0 0-1,0-1 1,0 1-1,0-2 1,0 0-1,-1 0 1,0 0-1,0-1 1,15-12-1,-17 13 373,-1-1 0,1 0-1,-1-1 1,-1 0-1,1 1 1,-1-2 0,0 1-1,-1 0 1,1-1-1,-1 0 1,0 0-1,-1 0 1,0-1 0,0 1-1,3-15 1,-11 67 1025,4-42-1157,1 0 1,0 1-1,0-1 0,0 0 1,0 0-1,0 0 0,1 0 1,-1 0-1,1 0 0,0 0 1,0 0-1,0 0 1,0 0-1,0 0 0,1-1 1,-1 1-1,1 0 0,0-1 1,3 4-1,-3-5 3,0 0 1,0-1-1,0 1 0,0-1 1,0 0-1,0 0 1,0 0-1,0 0 0,0 0 1,0 0-1,0 0 0,0 0 1,0-1-1,0 1 0,0-1 1,0 0-1,3-1 1,38-20-158,-29 13 126,-3 4 17,-1 0 46,0 0-1,0 0 1,-1-1-1,0 0 1,0-1 0,0 0-1,10-11 1,-21 19-30,2 13 0,4 0-549,-2-4 725,1-1-1,0 1 1,0-1-1,1 0 1,5 9 0,-8-15-415,1-1 1,0 0 0,0 0 0,0 1 0,0-1 0,0-1 0,0 1 0,0 0 0,4 2 0,-4-3-515,1 0-1,0 0 1,-1 0 0,1 0 0,0 0-1,0-1 1,0 1 0,0-1 0,-1 0-1,6 0 1,19-3-10103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21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82 14775,'0'0'291,"-1"0"0,1 0 0,-1 0 0,1 0 0,-1-1 0,1 1 0,-1 0 0,1 0 0,-1 0 0,1 0 0,-1 0 0,1 0 0,0 0 0,-1 0 0,1 0 0,-1 0 0,1 1 0,-1-1 0,1 0 0,-1 0 0,1 0 0,0 0 0,-1 1 0,1-1 0,-1 0 0,1 1 0,0-1 0,-1 0 0,1 1 0,0-1 0,-1 0 0,1 1 0,0-1 0,-1 0 0,1 1 0,0-1 0,0 1 0,0-1 0,-1 1 0,16 15 3152,34 13-3004,-37-23-391,0-1 0,0 0 0,0-1 1,1 0-1,0-1 0,21 2 1,-26-4-40,1-1 0,0 0 1,0 0-1,-1 0 0,1-2 0,0 1 1,0-1-1,-1 0 0,0 0 0,14-7 1,-20 8 5,0 1-1,0-1 1,-1 0 0,1-1 0,0 1-1,0 0 1,-1-1 0,1 1 0,-1 0-1,1-1 1,-1 0 0,0 1 0,0-1 0,0 0-1,0 0 1,0 1 0,0-1 0,0 0-1,0 0 1,-1 0 0,1 0 0,-1 0-1,1 0 1,-1-1 0,0 1 0,0 0 0,0 0-1,0 0 1,0 0 0,-1 0 0,1 0-1,-1 0 1,1 0 0,-1 0 0,0 0-1,-1-3 1,0 0 92,-1 0-1,0 0 0,0 0 1,0 0-1,0 1 0,-1 0 1,0-1-1,0 1 0,0 0 1,-1 1-1,1-1 0,-7-3 1,3 3-100,0 1 0,-1 0 1,1 0-1,-1 0 0,0 1 1,0 1-1,0-1 0,0 2 1,0-1-1,0 1 0,0 0 1,0 1-1,1 0 1,-12 3-1,17-3-7,-1-1-1,1 1 1,0 0 0,-1 1 0,1-1 0,0 1-1,0-1 1,0 1 0,0 0 0,0 0-1,0 0 1,0 1 0,1-1 0,-1 1-1,1-1 1,0 1 0,0 0 0,0 0 0,0 0-1,0 0 1,0 0 0,1 0 0,0 0-1,-1 1 1,1-1 0,0 1 0,1-1 0,-1 0-1,1 1 1,-1 0 0,1-1 0,0 1-1,1-1 1,-1 1 0,0-1 0,1 1 0,0-1-1,1 5 1,0-1 12,1-1 0,-1 1 0,1 0 0,0-1 0,1 0 1,0 0-1,0 0 0,0 0 0,0 0 0,1-1 0,0 0 0,0 0 0,1 0 0,-1-1 0,1 0 0,9 5 0,-5-3-487,0-1-1,0 0 0,21 5 1,-18-6-1247,-1-2 0,1 0 0,14 1 0,17-2-6917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33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2273,'24'-18'4745,"-23"16"-4374,1 0 0,-1 1 1,1-1-1,-1 1 0,1-1 1,0 1-1,0-1 0,0 1 1,0 0-1,0 0 0,0 0 1,0 0-1,3-1 0,-12 4 8633,6 2-7923,1 4-5011,-4 5-3463,0-6 705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35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71 2529,'-5'-19'3550,"4"18"-3147,1 0 0,-1 0 1,1 0-1,-1 0 1,1 0-1,0 0 0,-1 0 1,1 0-1,0 0 0,0 0 1,0-1-1,0 1 1,0 0-1,0 0 0,0 0 1,0 0-1,0 0 0,0 0 1,1 0-1,-1 0 1,0 0-1,1-1 0,0 1-138,-1 1 0,0 0-1,1 0 1,-1 0-1,1-1 1,-1 1-1,0 0 1,1 0 0,-1 0-1,1 0 1,-1 0-1,0 0 1,1 0-1,-1 0 1,1 0 0,-1 0-1,1 0 1,-1 0-1,1 0 1,-1 0 0,0 0-1,1 1 1,-1-1-1,1 0 1,-1 0-1,0 0 1,1 1 0,-1-1-1,0 0 1,1 0-1,-1 1 1,1-1-1,22 16 1887,6 2-1043,-19-16-983,0 0 0,-1-1 1,2 0-1,-1-1 0,0 0 1,0-1-1,0 0 0,0 0 0,-1-1 1,1 0-1,14-6 0,-9 3-13,1 2 0,-1 0-1,26-2 1,12 6 101,-1-3-1,86-13 1,-113 5-148,-22 8-59,0 0 0,1 1 0,-1 0 1,0 0-1,1 0 0,-1 0 0,6-1 0,-11 3 51,0-1 0,0 1 0,0 0 0,1 0 0,-1 0 0,0 0 0,0 0 0,1 0 0,-1 0 1,1 1-1,-1-1 0,1 1 0,-1-1 0,1 1 0,-2 2 0,-22 34-162,17-26 199,-27 41-7,-51 73 176,65-97 26,2 1 1,0 1-1,-18 43 1,12-8-40,25-66-268,0 0 0,0 0 0,0 0 0,1 0 0,-1 0-1,0 0 1,0-1 0,0 1 0,0 0 0,0 0 0,0 0 0,0 0 0,1 0-1,-1 0 1,0 0 0,0 0 0,0 0 0,0 0 0,0 0 0,0 0-1,1 0 1,-1 0 0,0 0 0,0 0 0,0 0 0,0 0 0,0 0-1,1 0 1,-1 0 0,0 0 0,0 0 0,0 0 0,0 0 0,0 0-1,0 0 1,1 0 0,-1 0 0,0 0 0,0 1 0,0-1 0,0 0 0,0 0-1,0 0 1,0 0 0,0 0 0,0 0 0,1 0 0,-1 0 0,0 1-1,0-1 1,0 0 0,0 0 0,0 0 0,0 0 0,0 0 0,0 1-1,0-1 1,0 0 0,0 0 0,0 0 0,0 0 0,0 1 0,7-5-2261,0 0-5246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7:36.2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43 3970,'-9'-7'2830,"9"7"-2479,-1-1-1,1 1 1,0 0-1,0 0 1,0-1-1,-1 1 1,1 0-1,0 0 1,-1-1-1,1 1 1,0 0-1,0 0 1,-1 0-1,1 0 1,0 0-1,-1-1 1,1 1-1,0 0 1,-1 0-1,1 0 0,0 0 1,-1 0-1,1 0 1,-1 0-1,1 0 1,0 0-1,-1 0 1,1 0-1,0 0 1,-1 1-1,1-1 1,0 0-1,-1 0 1,1 0-1,0 0 1,0 0-1,-1 1 1,1-1-1,0 0 1,-1 0-1,1 1 1,0-1-1,0 0 1,0 0-1,-1 1 0,13-4 3442,19 1-3429,-10 1-292,253-20 1029,-177 19 740,-49-4 727,-48 6-2468,-1-1-86,-23 16-19345,14-8 9739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38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619 1 3410,'-84'50'48,"-16"11"-48,-7 8-80,-3 12 64,-1 13-64,4 15-657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2422 173 2449,'-5'-8'10608,"4"8"-10356,-12 5 8886,-3 0-5987,-40-20-405,-46 3-2034,-180 3 0,185 15-250,71-3-381,1-1-1,-1-1 1,1-1-1,-44-6 1,-139-20-90,37 6-9,-17-15 3,-70-11 33,92 33 76,110 9-18,39 4-14,0 0 0,0 1 0,0 1 0,0 0-1,-18 5 1,12-3 211,0-1-1,0-2 1,-34-1-1,-24 1 162,52 1-349,-43 6-77,61-6-8,0-1 0,0-1 0,0 0 0,0-1 0,-17-2 0,-33-1 0,24 6 0,35-2-56,0 0 1,0 1-1,0-1 1,0 1-1,1 0 1,-1 0-1,0 0 1,0 0-1,1 0 0,-3 2 1,4 2-3158,16-4-2981,1-4-46,9-2-2601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0 3185,'0'5'10053,"-5"4"-3449,-13 12-997,-26 24-5598,38-38 1287,-34 28-708,-2-1 1,-1-2-1,-1-2 1,-58 28-1,53-29-302,43-26-233,1 0 1,-1 0-1,1 1 0,1 0 1,-1 0-1,0 1 1,1-1-1,0 1 1,0 0-1,0 0 1,-3 7-1,6-10 7,0 1 0,0 0-1,0-1 1,0 1 0,1 0 0,-1 0-1,1 0 1,0-1 0,0 1-1,0 0 1,0 0 0,0 0 0,1 0-1,-1 0 1,1-1 0,0 1 0,0 0-1,0 0 1,0-1 0,0 1 0,0-1-1,1 1 1,0-1 0,-1 0 0,1 1-1,3 2 1,2 1 4,0-1 1,0 0-1,1 0 0,-1-1 0,1 1 0,0-2 1,16 6-1,-3 0-47,261 99-38,-311-116-17326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90 4466,'1'-7'1484,"0"0"-1,1 0 1,0 1-1,0-1 1,0 1 0,1-1-1,0 1 1,8-11-1,-1-2 2312,-19 45 208,0 19-2319,4-17-795,-6 39 193,2 2 1,4-1-1,6 123 1,40 210-882,-14-180-154,-18-109-47,-5 1 0,-18 198 0,-6-104 0,-54 396 0,69-572 0,1-1 0,2 1 0,1 0 0,1 0 0,2-1 0,9 49 0,-7-41 0,-2 1 0,-1-1 0,-9 72 0,1 19 0,8-122 807,2-20-11464,-3 3 3187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86 3698,'1'1'340,"0"-1"0,-1 1 0,1-1 0,0 1 0,0-1 0,0 0 1,0 1-1,0-1 0,0 0 0,0 0 0,0 0 0,0 0 0,0 0 0,0 0 1,0 0-1,0 0 0,0 0 0,0-1 0,-1 1 0,1 0 0,0 0 0,0-1 1,0 1-1,0-1 0,1 0 0,31-11 1735,-33 12-2047,6-2 436,-1 0 0,1 0 0,0 1 0,0 0 0,-1 0 0,1 0 0,0 1 0,0-1 0,0 1 0,0 1 0,-1-1 0,1 1 0,0 0 1,8 3-1,189 31 3507,105-8-3377,-165-16-485,505 21-74,-269-16 1005,-175-3-889,-47-1-89,193-10 0,128-65-76,-450 60 11,-1-2-1,0-2 0,0 0 1,-1-2-1,1 0 0,-2-2 1,40-23-1,-59 31-10,-1 0 0,1 0-1,0 1 1,0-1 0,0 2 0,0-1-1,0 1 1,0-1 0,0 2 0,10-1 0,68 5 59,-33 1-30,-13-3 102,-1-2 0,1-1-1,-1-2 1,70-15 0,-105 18-55,-1 0 0,0 0 0,1-1 0,-1 1 0,0 0 0,1-1 0,-1 1 0,0-1 0,0 0 0,1 1 0,-1-1 0,0 0 0,0 0 0,0 0 0,0 0 0,0 0 0,0 0 0,0 0 0,0 0 0,-1 0 0,1 0 0,1-2 0,-2 2 19,-1 0-1,1 0 0,0 0 0,-1 0 1,1 0-1,-1 0 0,1 0 0,-1 0 1,1 0-1,-1 0 0,0 0 1,1 1-1,-1-1 0,0 0 0,0 1 1,0-1-1,1 0 0,-1 1 0,0-1 1,0 1-1,0-1 0,0 1 1,0 0-1,0-1 0,0 1 0,0 0 1,-2-1-1,1 2-14,1-1 0,-1 1-1,1-1 1,-1 1 0,1 0 0,0 0 0,-1-1-1,1 1 1,0 0 0,-1 0 0,1 0 0,0 0-1,0 1 1,0-1 0,0 0 0,-1 3 0,-23 27-250,21-26 268,-13 19-84,2 1 0,0 1 0,1 1 0,2 0 0,0 0 0,2 2 0,1-1 0,-8 48 0,4 15 0,-1 134 0,12-183 0,-40 366 0,32-339 0,-27 147 0,18-119 0,-12 187 0,39 140 0,19-157 0,1 72 0,-28-286 0,5 116 0,-3-150 0,1 1 0,1-1 0,1 0 0,0-1 0,2 1 0,13 28 0,-12-34 0,-1 1 0,-1 0 0,0 1 0,-1 0 0,0-1 0,-2 2 0,5 28 0,-5-7 0,7 50 0,-10-114 0,1 24 0,-1 0 0,1 0 0,-1 0 0,1 0 0,-1 0 0,0 0 0,-1 0 0,1 0 0,0 0 0,-1 0 0,1 0 0,-1 0 0,0 0 0,0 0 0,0 0 0,-1 1 0,1-1 0,-1 0 0,1 1 0,-1-1 0,0 1 0,-3-3 0,-4-1 0,0 0 0,0 1 0,-1 1 0,0-1 0,0 1 0,0 1 0,-18-4 0,-81-8 0,69 11 0,-568-88 0,403 57 0,-926-109 0,709 108 0,294 31 0,-164 17 0,168 9 0,117-20 0,-26 3 0,-67-1 0,-173-13 0,262 11 0,18 2 0,18 1 0,-11-4-387,23-1-7414,-15-2-515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 3506,'-8'-1'815,"2"-1"-179,1 1 0,0 0 0,-1 1 0,1-1 0,-1 1 0,1 0 1,-1 1-1,1-1 0,0 1 0,-1 0 0,1 0 0,-7 3 0,17 4 5781,20 8-3384,-20-13-2311,6 4-322,1-1-1,0 0 0,0-1 0,1 0 0,-1-1 1,1 0-1,0-1 0,24 2 0,10-2-187,54-2 0,-51-2 53,346-4 1005,114-1 107,82-18-777,-287 10-79,-16 1-343,290-13 119,-502 24-44,-71 2-205,45-2 345,0 3 0,51 6 0,-55 0-393,1-2 0,91-3 0,-136-3-7,-7 0 9,-18 0 10,-34 4-99,-2 8-2816,1 3-5324,7-2-1917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 4690,'12'-5'2353,"-9"5"-1503,-1-1 0,1 0 1,16-11 14753,-38 34-12477,15-11-2613,0 0-1,0 1 1,1-1 0,0 0-1,1 1 1,1 0 0,0-1-1,0 18 1,4 10-654,8 48 0,3 22 239,-11-27-99,-3 0 0,-4 0 0,-3-1 0,-22 100 0,13-112 0,4 0 0,2 1 0,3 1 0,4 110 0,5-146 0,2 20 0,-2 0 0,-8 81 0,2-119 0,0-1 0,-1 1 0,-1-1 0,0-1 0,-9 17 0,8-19 0,1 1 0,0 0 0,0 1 0,2-1 0,0 1 0,-3 22 0,4-12 0,1-19 0,1 0 0,0-1 0,1 1 0,0 0 0,-1 0 0,2 0 0,-1 0 0,1 0 0,0 0 0,2 8 0,-7-38-3356,2 4-3501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2529,'-13'-2'3918,"12"1"-3742,1 1 1,0 0 0,-1 0 0,1 0-1,-1-1 1,1 1 0,0 0 0,-1 0 0,1 0-1,-1 0 1,1 0 0,-1 0 0,1 0 0,-1 0-1,1 0 1,-1 0 0,1 0 0,0 0 0,-1 0-1,1 0 1,-1 0 0,1 0 0,-1 0-1,1 0 1,0 1 0,-1-1 0,1 0 0,-1 0-1,1 1 1,0-1 0,-1 0 0,1 1 0,0-1-1,-1 0 1,1 1 0,0-1 0,-1 0-1,1 1 1,0-1 0,0 1 0,0-1 0,-1 0-1,1 1 1,0-1 0,0 1 0,0-1 0,0 1-1,0-1 1,0 0 0,0 1 0,0-1 0,0 1-1,0-1 1,0 1 0,0-1 0,0 1-1,0-1 1,1 1 0,-1 0 19,0-1 0,0 1 0,0 0 0,0-1 0,0 1 0,0-1 0,1 1 0,-1-1 0,0 1 0,0-1 0,1 1 0,-1-1 0,0 1 0,1-1 0,-1 0 0,0 1 0,1-1 0,-1 1 0,1-1 0,-1 0 0,0 0 0,1 1 0,-1-1 0,1 0 0,-1 1 0,2-1 0,20 4 1673,35-8-2397,-36 2 1048,94-5-210,150-4 2034,-199 17 25,-65-6-2073,-24 3 441,17 0-653,-1 0 0,1 0 0,1 1 0,-1 0-1,0 0 1,1 0 0,0 1 0,0 0 0,1 0 0,-5 6 0,-41 63 575,28-38-443,-21 32 5,4 2-1,2 1 1,-36 105 0,60-145-221,-21 38 0,12-28 0,47-50-2300,-15 1-2780,-6-5-3419,-4-1-1618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4770,'5'-6'8637,"-4"1"-7173,-5 7 731,4-1-2005,-1-1 0,0 1-1,1-1 1,-1 1 0,0-1-1,1 1 1,-1 0-1,1-1 1,-1 1 0,1 0-1,-1 0 1,1-1 0,-1 1-1,1 0 1,0 0-1,-1 0 1,1-1 0,0 1-1,0 0 1,0 0 0,0 0-1,-1 0 1,1 0-1,0-1 1,1 1 0,-1 0-1,0 0 1,0 0 0,0 0-1,0 0 1,1 0-1,0 1-27,1-1-1,-1 0 1,1 0-1,-1 0 1,1 0-1,-1 0 1,1 0-1,-1 0 1,1 0-1,0-1 1,0 1-1,-1 0 1,4 0-1,7 1-29,0-1-1,0 0 1,17 0-1,365 1 942,-352 1-610,-19-1 71,0 0 1,1-2-1,-1-1 0,35-5 0,-42 0 358,-23 1-198,3 5-581,0-1 1,1 1 0,-1 0-1,0 0 1,1 0 0,-1 1-1,-5 0 1,-20 8 30,42-10-989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24 163 5603,'3'-1'563,"-1"0"1,0 0-1,0 0 1,1-1 0,-1 1-1,0-1 1,0 1 0,0-1-1,-1 0 1,1 1 0,0-1-1,-1 0 1,1 0-1,-1 0 1,1-1 0,-1 1-1,0 0 1,0 0 0,0-1-1,0 1 1,0 0 0,-1-1-1,1 1 1,-1-1-1,0 1 1,1-1 0,-1 1-1,0-1 1,-1-3 0,1 5-512,0-1 0,0 1 0,0-1 0,0 1 0,0-1 0,0 1-1,1 0 1,-1-1 0,0 1 0,1-1 0,-1 1 0,1 0 0,-1-1 0,1 1 0,0 0 0,0 0 0,-1 0 0,1-1 0,0 1 0,0 0 0,0 0 0,0 0 0,0 0 0,0 1 0,1-1 0,-1 0 0,0 0 0,0 1 0,1-1 0,-1 1 0,0-1 0,1 1 0,2-1 0,-1 0-58,0 0 0,0 0 1,1 0-1,-1 0 0,0 1 0,1 0 0,-1 0 1,1 0-1,-1 0 0,1 0 0,-1 0 0,0 1 1,5 1-1,-5 0 14,0 0 0,0 1 0,0-1 0,0 1-1,0-1 1,-1 1 0,1 0 0,-1 0 0,0 1 0,0-1 0,0 0 0,0 1 0,0-1 0,-1 1 0,0-1 0,0 1 0,0 0 0,0-1 0,0 1-1,-1 0 1,1 0 0,-1 0 0,-1 7 0,1-6 77,0 1 1,0 0-1,-1 0 0,0-1 0,0 1 0,0 0 0,-1-1 0,0 1 0,0-1 1,0 0-1,-1 0 0,0 0 0,0 0 0,0 0 0,-5 6 0,5-9-38,1 0 0,-1 1 0,1-1-1,-1 0 1,0-1 0,0 1 0,0 0-1,0-1 1,0 0 0,0 1 0,-1-1-1,1 0 1,0-1 0,0 1 0,-1-1-1,1 1 1,-1-1 0,1 0 0,0 0-1,-1-1 1,1 1 0,0-1 0,-1 1-1,1-1 1,0 0 0,0 0 0,-1-1-1,1 1 1,0-1 0,0 1 0,1-1-1,-1 0 1,0 0 0,0 0 0,1 0-1,-4-5 1,2 3 7,1 0 1,0 0-1,0 0 1,0 0-1,0 0 0,1-1 1,0 1-1,0-1 1,0 0-1,0 1 0,1-1 1,0 0-1,0 0 1,0 0-1,1 0 0,-1 0 1,1 0-1,0 0 1,1 0-1,-1 0 0,1 0 1,0 0-1,0 0 0,3-7 1,1 3-53,0 0 1,0 0-1,1 1 1,0 0-1,1 0 0,9-9 1,-12 12-28,1 1 0,-1 0 1,1 0-1,1 0 0,-1 1 0,0 0 1,1 0-1,-1 0 0,1 1 0,0 0 0,9-3 1,-13 6 20,-1-1 0,1 0 1,-1 0-1,1 1 0,-1-1 1,0 1-1,1 0 0,-1-1 1,0 1-1,1 0 0,-1 0 1,0 0-1,0 0 0,0 0 0,1 0 1,-1 0-1,0 0 0,0 0 1,-1 0-1,1 1 0,0-1 1,0 0-1,-1 1 0,1-1 1,0 0-1,-1 1 0,0-1 1,1 1-1,-1 1 0,11 47 88,-11-43-36,0 0-1,0 0 1,0 0 0,-1 0 0,0 0-1,-1 0 1,0 0 0,0 0-1,0-1 1,-1 1 0,0-1-1,-5 9 1,7-12 4,-1-1-1,1 0 0,-1 1 1,0-1-1,0 0 1,0 0-1,0 0 1,0-1-1,0 1 1,0 0-1,-1-1 0,1 1 1,0-1-1,-1 0 1,1 0-1,-1 0 1,0 0-1,1 0 1,-1-1-1,0 1 0,1-1 1,-1 0-1,0 0 1,0 0-1,0 0 1,1 0-1,-1 0 0,0-1 1,1 1-1,-1-1 1,0 0-1,1 0 1,-6-2-1,6 2-27,0 0 1,-1 0-1,1 0 0,0 0 0,0 0 1,0 0-1,0 0 0,0-1 0,0 1 1,0-1-1,0 0 0,0 1 1,1-1-1,-1 0 0,1 0 0,0 0 1,-1 0-1,1 0 0,0-1 0,0 1 1,0 0-1,0 0 0,1-1 0,-1 1 1,1 0-1,-1-1 0,1 1 0,0-1 1,0 1-1,0-1 0,0 1 1,0 0-1,1-1 0,-1 1 0,1-1 1,-1 1-1,1 0 0,0-1 0,0 1 1,0 0-1,2-2 0,1-3-45,0 0 1,1 1-1,0 0 0,0 0 1,0 0-1,1 1 0,0 0 1,0 0-1,0 0 0,1 1 1,9-6-1,-9 7-3,-1 0-1,1 0 1,-1 1 0,1 0-1,0 0 1,10-1 0,-16 3 21,1 0 1,-1 0 0,1 0 0,-1 0 0,1 0-1,-1 0 1,1 1 0,0-1 0,-1 0 0,1 1-1,-1 0 1,0-1 0,1 1 0,-1 0 0,1 0-1,-1-1 1,0 1 0,0 0 0,0 0 0,1 0-1,-1 1 1,0-1 0,0 0 0,0 0 0,-1 1-1,1-1 1,0 0 0,0 1 0,-1-1 0,1 1-1,-1-1 1,1 1 0,0 2 0,0 4 81,0 1 1,0-1-1,-1 1 1,0-1-1,0 1 0,-1-1 1,0 1-1,-1-1 1,0 0-1,0 1 1,-6 13-1,7-20-69,0 1 0,0 0 0,0-1 0,0 1 0,-1-1 0,1 1 0,-1-1-1,1 0 1,-1 0 0,0 1 0,0-1 0,0-1 0,0 1 0,0 0 0,-1 0 0,1-1-1,-1 1 1,1-1 0,-1 0 0,1 0 0,-1 0 0,0 0 0,1 0 0,-1 0 0,0-1-1,0 1 1,0-1 0,1 0 0,-1 0 0,0 0 0,0 0 0,0-1 0,1 1 0,-1-1-1,0 1 1,0-1 0,1 0 0,-4-2 0,3 1-10,0 0 0,1 0 0,-1 0 0,1-1 0,-1 1 0,1-1 0,0 1 0,0-1 0,0 0 0,0 0 0,1 0 0,-1 0 0,1 0 0,0-1 0,-1 1 0,2 0 0,-2-6 0,1 6 0,0 0 0,0 0 0,1 0 0,-1 0 0,1-1 0,0 1 0,0 0 0,0 0 0,1 0 0,-1 0 0,1-1 0,-1 1 0,1 0 0,0 0 0,0 0 0,1 0 0,-1 1 0,0-1 0,4-4 0,-4 7 53,0-1 1,0 1-1,1 0 1,-1 0-1,0 0 1,1-1-1,-1 1 1,0 0-1,1 1 1,-1-1-1,0 0 1,1 0-1,-1 1 1,0-1-1,0 0 1,1 1-1,-1-1 1,0 1-1,2 1 1,15 9-3175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5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73 4130,'3'0'1012,"-1"0"1,1-1-1,-1 1 1,1-1 0,-1 0-1,1 0 1,-1 0-1,1 0 1,2-2-1,-3 2-317,1-1 0,-1 1 0,1 0 0,0 0 0,-1 0 0,1 0 0,0 1 0,-1-1-1,5 0 1,-4 2-472,0-1 0,0 1-1,-1 0 1,1 0 0,0 0 0,0 0-1,-1 0 1,1 1 0,-1-1-1,1 1 1,-1-1 0,0 1-1,1 0 1,-1 0 0,0 0 0,0 0-1,0 1 1,-1-1 0,1 0-1,-1 1 1,1-1 0,-1 1-1,0 0 1,0-1 0,0 1-1,0 0 1,1 3 0,-1-3-131,0 0 1,-1 0-1,1 0 1,0 0-1,-1 0 0,0 0 1,0 1-1,0-1 1,0 0-1,0 0 1,0 0-1,-1 1 0,0-1 1,1 0-1,-1 0 1,-1 0-1,1 0 1,0 0-1,-1 0 0,1-1 1,-1 1-1,0 0 1,0-1-1,0 1 1,-3 1-1,2-1-36,-1-1-1,0 1 1,1-1 0,-1 0-1,0 0 1,-1-1 0,1 1-1,0-1 1,0 0 0,-1 0-1,1-1 1,0 1 0,-1-1-1,1 0 1,-1 0 0,1 0-1,0-1 1,-1 0 0,1 1-1,0-2 1,-1 1 0,-7-4-1,10 4-26,-1 0 0,0-1 0,1 0 0,0 0 0,-1 0 0,1 0 0,0 0 0,0 0-1,0-1 1,0 1 0,0-1 0,1 1 0,-1-1 0,1 0 0,-1 1 0,1-1-1,0 0 1,0 0 0,0 0 0,1 0 0,-1 0 0,1 0 0,0 0 0,-1 0-1,1 0 1,1 0 0,-1 0 0,0 0 0,1 0 0,0 0 0,-1 0 0,1 0-1,2-4 1,0 0-36,-1 1 0,1 0 0,1 0-1,-1 1 1,1-1 0,0 1 0,0 0 0,1 0-1,-1 0 1,1 0 0,0 1 0,0 0-1,1 0 1,-1 0 0,1 1 0,0 0-1,0 0 1,0 0 0,13-3 0,-6 3-8,0 0-1,-1 0 1,1 2 0,0 0 0,1 0 0,-1 1 0,0 1 0,0 0-1,16 4 1,-24-5 29,-1 1-1,0 0 0,0 0 1,-1 1-1,1-1 0,0 1 1,0 0-1,-1 0 0,1 0 1,-1 0-1,1 1 1,-1-1-1,0 1 0,0 0 1,0 0-1,-1 0 0,1 0 1,-1 1-1,1-1 0,-1 1 1,0-1-1,-1 1 0,1 0 1,-1 0-1,1 0 0,-1 0 1,0 0-1,0 0 1,-1 0-1,1 0 0,-1 0 1,0 0-1,0 0 0,-1 0 1,1 1-1,-2 6 0,0-4 8,1 0 0,-1 0 1,-1 0-1,1-1 0,-1 1 0,0-1 0,0 0 0,-1 0 0,0 0 0,0 0 0,0 0 0,-1-1 0,0 0 0,0 0 0,0 0 1,-1-1-1,1 0 0,-1 0 0,0 0 0,0-1 0,-9 4 0,11-6-21,0 0 0,0 0 0,0 0 0,0 0 0,0-1 0,0 0 0,0 0 0,0 0 0,-1 0 0,1-1 0,0 1 0,0-1 0,0 0 0,0 0 0,0-1 0,1 1 0,-1-1 0,0 0 0,1 0 0,-1 0 0,1 0 0,-1-1 0,1 0 0,0 1 0,0-1 0,0 0 0,1 0 0,-1-1 0,1 1 0,-1 0 0,1-1 0,-2-5 0,2 4 0,0 1 0,0 0 0,0 0 0,1-1 0,0 1 0,0-1 0,0 1 0,1-1 0,-1 0 0,1 1 0,0-1 0,1 1 0,-1-1 0,1 0 0,0 1 0,0-1 0,0 1 0,0 0 0,1-1 0,0 1 0,0 0 0,0 0 0,0 0 0,1 0 0,0 0 0,0 1 0,0-1 0,0 1 0,4-4 0,0 2 0,0 0 0,1 1 0,-1 0 0,1 0 0,0 1 0,0 0 0,0 0 0,0 1 0,1 0 0,-1 1 0,1-1 0,-1 2 0,11-1 0,-18 1 0,0 1 0,1-1 0,-1 0 0,0 1 0,1-1 0,-1 1 0,0-1 0,0 1 0,1 0 0,-1-1 0,0 1 0,0 0 0,0 0 0,0 0 0,0 0 0,0 0 0,0 0 0,-1 0 0,1 0 0,0 0 0,0 0 0,-1 1 0,1-1 0,-1 0 0,1 0 0,-1 1 0,0-1 0,1 0 0,-1 1 0,0-1 0,0 0 0,0 1 0,0-1 0,0 0 0,0 3 0,-1 6 0,0 0 0,0 0 0,-5 16 0,5-21 0,-2 8 0,-1 1 0,-1-1 0,-9 21 0,13-31 0,-1 0 0,1 0 0,-1-1 0,0 1 0,0 0 0,0 0 0,0-1 0,0 1 0,-1-1 0,1 0 0,-1 0 0,0 0 0,1 0 0,-1 0 0,0 0 0,0-1 0,0 1 0,0-1 0,-1 0 0,-5 1 0,8-2 0,0 0 0,0 0 0,0 0 0,0 0 0,0 0 0,0 0 0,0 0 0,1 0 0,-1-1 0,0 1 0,0 0 0,0-1 0,0 1 0,0-1 0,0 1 0,0-1 0,1 1 0,-1-1 0,0 0 0,0 1 0,1-1 0,-1 0 0,0-1 0,-1 0 0,1-1 0,0 1 0,0-1 0,0 1 0,0-1 0,0 1 0,0-1 0,0-4 0,0 0 0,1 1 0,0 0 0,0-1 0,0 1 0,1-1 0,2-10 0,12-5 549,-10 19-1571,-6 15-5164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44 2401,'11'-6'7168,"-9"4"-6613,0 0-1,-1 0 1,1 0 0,-1 0 0,1 0 0,-1 0-1,0 0 1,0-1 0,0 1 0,0 0 0,0-1-1,-1 1 1,1-1 0,0-4 0,-4 27 10383,-9 23-8915,1-3-1741,-76 333 1351,85-368-1633,1 0 0,-1 0 0,-1-1 0,1 1 0,-1-1 0,0 1 0,0-1 0,0 0 0,0 0 0,-1 0 0,1 0 0,-1-1 0,0 1 0,-1-1 0,-4 3 0,31-14 0,1 1 0,-1 1 0,1 0 0,1 2 0,-1 1 0,39 0 0,-2 3 0,67-8 0,-78 4 0,-47 4 0,14-1 0,-12 2 0,-6 1 0,-12 4-996,-26 11-11510,23-5 3854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82 4978,'1'-9'1932,"0"0"0,0 0 0,1-1 0,0 1 0,7-17-1,-6 17-81,-31 120 6501,8 7-5862,12-59-1882,-3-1-1,-28 88 0,32-130-315,5-12-197,0 1-1,0 0 0,0-1 1,1 1-1,-2 8 0,3-12 67,2-5 502,7-4-686,0 0-1,1 1 1,-1 0 0,2 0 0,-1 1-1,1 1 1,0 0 0,0 0-1,23-6 1,4 3-121,67-7 0,-29 5 288,-58 7 5,0 2 0,24 0 0,-25 1-186,-15 1 38,-18-7-1627,0 9-6572,6 1 81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31 4354,'6'-9'3424,"10"-9"629,-16 17-3834,0 1 0,1 0 0,-1 0 0,1-1 0,-1 1 0,0 0 0,1 0 0,-1 0 0,1-1 0,-1 1 0,1 0 0,-1 0 0,1 0 0,-1 0 0,1 0 0,-1 0 0,0 0 0,1 0 0,-1 0 0,1 0 0,-1 0 0,1 0 1,-1 0-1,1 1 0,2 12 4050,-6 14-3120,3-27-1042,-58 286 4738,47-236-4244,-2 1 0,-2-2-1,-36 82 1,51-130-578,-1 0 0,1 0 0,0 0 0,-1 0 0,1-1 0,0 1 0,0 0-1,0 0 1,0 0 0,0 0 0,0 0 0,0 0 0,0-1 0,0 1 0,0 0 0,1 0-1,-1 0 1,0 0 0,1-1 0,-1 1 0,0 0 0,1 0 0,0 0 0,-1 0-10,1-1 0,-1 0 0,1 1 0,-1-1 1,0 0-1,1 1 0,-1-1 0,1 0 1,-1 0-1,1 0 0,-1 1 0,1-1 0,-1 0 1,1 0-1,-1 0 0,1 0 0,-1 0 1,1 0-1,-1 0 0,1 0 0,-1 0 0,1 0 1,-1 0-1,1-1 0,-1 1 0,1 0 0,-1 0 1,1 0-1,-1-1 0,1 1 0,-1 0 1,1-1-1,-1 1 0,0 0 0,1-1 0,-1 1 1,1 0-1,-1-1 0,1 0 0,8-7 25,0 1-1,1 0 1,0 0-1,0 1 1,1 0 0,0 1-1,0 0 1,0 1-1,0 0 1,1 1-1,0 0 1,15-1-1,0 1 166,1 0 0,0 3 0,0 0 0,29 5-1,-52-5-182,1 0-14,1 1 1,0-1-1,-1 1 0,1 1 0,0-1 0,-1 1 1,0 0-1,1 1 0,-1 0 0,0-1 0,0 2 1,0-1-1,6 6 0,-33-15-185,1 7-3113,0 2-4178,4-1-1278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53 2497,'11'-10'4066,"19"-20"-2091,-25 18 1871,-5 12-3744,0 0 0,0 0 1,0 0-1,0 0 0,-1 0 714,1 1-714,0-1 0,0 0 0,0 0 0,0 0 0,0 0 0,0 0 0,0 0 1,0 0-1,-1 0 0,1 0 0,0 0 0,0 0 0,0 0 0,0 0 0,0 0 0,0 0 0,0 0 0,0 0 0,0 0 0,0 0 0,0 0 0,0 0 0,-1 0 0,1 0 1,0 0-1,0 0 0,0 0 0,0-1 714,0 1-714,0 0 0,0 0 0,0 0 0,-1 0 0,1 0 0,0 0 1,-7 12 2275,-8 18-288,-35 82 1026,-87 214 555,119-265-2989,14-43-329,0-1 0,-14 31 1,17-47-340,1 0 0,-1 0-1,1 0 1,-1 0 0,1 0 0,-1 0 0,0 0-1,0 0 1,1 0 0,-1-1 0,0 1 0,0 0-1,0 0 1,0-1 0,0 1 0,0 0 0,-1 0-1,2-4 376,11-6-31,33-14-274,1 2 1,1 2-1,1 2 1,0 1-1,1 3 0,0 2 1,87-8-1,-133 19-84,-1 0 0,1 0 0,-1 0 0,1 0 0,0 0 0,-1 0 0,1 0 0,-1 1 0,1-1 0,0 1 0,-1-1 0,1 1 0,-1-1 0,0 1 0,1 0 0,-1 0 0,1 0 0,0 1 0,9 5 0,-26-2-2272,-12-1-11197,15-4 1869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180 136 1809,'2'5'2900,"-2"-4"-2732,5-2 660,-7 0 555,-3-1 709,5 2-2038,0-1-33,0 1 237,-1-1 0,1 1 0,0 0 0,0-1 0,0 1-1,0-1 1,0 1 0,0-1 0,0 1 0,0 0 0,0-1 0,0 1 0,0-1 0,0 1 0,1-1 0,-1 1 0,0 0-1,0-1 1,0 1 0,1 0 0,-1-1 0,0 1 0,0-1 0,1 1 0,-1 0 0,0 0 0,0-1 0,1 1 0,0-1 0,11-14 744,-10 10 77,-5 8-160,-12 21 497,11-17-1186,0 0 0,1 0 0,0 0 0,0 0 0,0 1 0,-2 13 0,3-11-81,1-1 1,-1 1 0,-1-1 0,0 1 0,0-1 0,-1 0 0,0 0 0,0-1 0,-1 1 0,-10 12 0,8-11-46,1 1 0,-1 0 0,2 0 0,0 1 0,0-1 0,-4 17 0,-1 37 305,6-35-141,-1-1-1,-10 35 0,13-57-154,-1 1-1,0-1 1,-1 0 0,1 0 0,-1-1 0,-8 10 0,16-21-121,0-1 1,-1 0-1,0-1 1,0 1-1,-1 0 1,1-1-1,-1 0 1,1-10-1,4-8-74,53-148-198,-46 142 245,1 0-1,2 0 1,26-36 0,-42 65 33,-1 1 0,1 0 0,0 0 0,-1 0 0,1 0 0,0 0 0,0 0 0,-1 0 0,1 0 0,0 0 0,0 0 0,0 0 0,0 0 0,1 1 0,-1-1 0,0 1 0,0-1 0,0 0 0,1 1 0,-1 0 0,0-1 0,0 1 0,1 0 0,-1 0 0,0-1 0,1 1 0,-1 0 0,0 0 0,0 0 0,1 1 0,-1-1 0,0 0 0,1 0 0,-1 1 0,0-1 0,0 1 0,1-1 0,-1 1 0,0 0 0,0-1 0,0 1 0,0 0 0,0 0 0,0 0 0,0-1 0,1 3 0,5 6 39,0 0 0,-1 0 1,-1 0-1,9 19 0,-3-7-65,9 15 51,-7-17 32,-2 1 1,0 1 0,-2 0-1,10 29 1,-14-35 54,0 0 1,1 0-1,1 0 0,0-1 0,11 15 1,-15-23-49,0 0 0,-1 0 1,1 0-1,-1 1 1,0-1-1,1 10 0,4 16 198,18-87 322,36-93-420,-28 73 255,-2-2-1,26-110 0,-49 155-149,-4 18 15,0 0 1,-2 0 0,3-25 0,-27 60 267,14-15-486,3-1-61,0 1 0,-1 0 1,2 0-1,-1 0 1,-4 9-1,-2 3-1427,-21 20-16621,22-22 9438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166 170 4098,'-1'-1'251,"1"1"-1,-1-1 1,0 1 0,0-1 0,0 1 0,1 0-1,-1-1 1,0 1 0,0 0 0,0 0 0,0-1-1,0 1 1,0 0 0,1 0 0,-1 0 0,0 0-1,0 0 1,0 0 0,0 1 0,0-1 0,0 0-1,0 0 1,1 1 0,-1-1 0,0 0 0,0 1-1,0-1 1,1 1 0,-1-1 0,0 1 0,0-1-1,1 1 1,-1 0 0,1-1 0,-1 1 0,0 0-1,1-1 1,-1 2 0,-1 3 1103,0 0 1,0 0-1,1 0 0,0 0 0,-2 9 1,1 0-2916,-15 52 2836,-37 91-1,8-27-1056,43-105-40,2-19 154,1-12 486,0 6-802,9-35-64,13-38-332,65-140-1,-44 114 192,-35 78 74,2 0-1,0 0 0,2 1 1,21-30-1,-29 46 108,-1 0 0,1-1 0,-1 1 0,1 1 0,1-1 0,-1 0 0,0 1 1,1 0-1,0 0 0,0 1 0,-1-1 0,2 1 0,-1 0 0,0 0 0,0 1 0,1-1 0,-1 1 0,0 0 1,1 1-1,-1-1 0,1 1 0,0 0 0,-1 1 0,11 1 0,-13-1 28,0 0-1,0 1 1,0-1-1,0 1 0,0 0 1,-1-1-1,1 1 1,-1 0-1,1 1 1,-1-1-1,0 0 1,0 1-1,0-1 1,0 1-1,0 0 1,0-1-1,-1 1 1,0 0-1,1 0 0,-1 0 1,0 0-1,0 0 1,0 6-1,3 9 40,-1 0-1,0 37 1,-2-33-32,0-17-23,-1 1 1,0-1-1,0 0 1,0 0-1,-1 0 1,0 0-1,0 0 1,0 0-1,0 0 1,-1 0-1,0 0 1,0-1-1,0 1 1,0 0-1,-1-1 1,0 0-1,0 0 1,0 0-1,0 0 1,-1 0-1,1 0 1,-1-1-1,0 0 1,0 0-1,-1 0 1,1 0-1,0-1 1,-10 4-1,-13 6 121,-1-2-1,0-2 0,0 0 0,-1-2 0,-47 4 0,77-10 43,3 0 83,0-1 1,-1 0-1,1 1 1,0 0 0,0 0-1,0 0 1,0 1-1,0-1 1,-1 1-1,1 0 1,0 0 0,0 0-1,-1 0 1,1 1-1,-1 0 1,1-1 0,-1 1-1,0 0 1,0 1-1,5 3 1,164 176 2177,-58-70-1887,-81-76-495,-21-22-47,1 0 0,23 18 0,-36-32 4,0 0 0,0 1-1,0-1 1,0 0 0,1 0 0,-1 0 0,0 0-1,0 0 1,0 0 0,0 0 0,0 0 0,0 0-1,0 0 1,0 0 0,1 0 0,-1 1 0,0-1 0,0 0-1,0 0 1,0 0 0,0 0 0,0 0 0,1 0-1,-1 0 1,0 0 0,0 0 0,0 0 0,0 0-1,0 0 1,0-1 0,1 1 0,-1 0 0,0 0-1,0 0 1,0 0 0,0 0 0,0 0 0,0 0 0,0 0-1,1 0 1,-1 0 0,0 0 0,0 0 0,0-1-1,0 1 1,0 0 0,0 0 0,0 0 0,0 0-1,0 0 1,0 0 0,0 0 0,0-1 0,0 1-1,0 0 1,0 0 0,0 0 0,0 0 0,0 0-1,0 0 1,0-1 0,0 1-91,0 0-1,0-1 1,0 1 0,0 0 0,0 0-1,0-1 1,0 1 0,0 0-1,0-1 1,-1 1 0,1 0 0,0 0-1,0 0 1,0-1 0,0 1-1,-1 0 1,1 0 0,0 0 0,0-1-1,-1 1 1,1 0 0,0 0-1,0 0 1,-1 0 0,1 0 0,0 0-1,0-1 1,-1 1 0,1 0-1,0 0 1,0 0 0,-1 0 0,1 0-1,-1 0 1,-14 3-9522,-1 0 782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27 3073,'6'-15'3966,"-6"11"-617,0 6 1016,-21-12 1281,17 15-5498,0 0 0,0 0 0,0 0 0,1 0 0,0 0 0,0 1 0,0 0 0,1-1 0,0 1 1,0 0-1,0 0 0,1 0 0,0 0 0,0 1 0,0-1 0,1 7 0,0-13-139,-50 337 2427,44-295-2210,-2 42 751,3-66-226,2-3-378,3-14-353,3-5-158,-2-1-542,-2-1-7417,-1-1-974,2-1 7443,3-3-1373,1-4 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0 192 2113,'2'-6'1365,"-2"2"306,1 0-1,0 0 0,1 0 0,-1 1 0,1-1 1,-1 0-1,1 1 0,4-6 0,10-6-1113,-15 16-389,1 1-1,-1-1 0,0 0 0,1 1 0,-1-1 1,0 0-1,0 1 0,0 0 0,0-1 0,0 1 1,-1-1-1,1 1 0,0 0 0,-1 0 0,1 2 0,2 2 93,19 44 857,40 76 307,-50-106-1286,1-1 0,0 0 0,2 0 0,19 18 0,-12-16 238,1-1 0,26 17 0,-47-35-359,-1 0-1,1-1 0,0 1 0,0 0 0,-1 0 0,1 0 0,-1 1 0,0-1 1,0 0-1,0 0 0,0 1 0,0-1 0,0 1 0,0-1 0,-1 1 0,1-1 1,-1 1-1,0-1 0,0 1 0,0-1 0,0 5 0,-1-29-16,0 11 0,0 0 0,1 0 0,0 0 0,3-13 0,54-182 283,1 1 67,-52 181-126,2-15 1024,-8 39-1117,1-1-86,-1 1 0,1-1 0,-1 1 0,0-1 0,1 1 0,-1-1 0,0 1 0,1-1 0,-1 0 1,0 1-1,0-1 0,0 1 0,1-1 0,-1 0 0,0 1 0,0-1 0,0 0 0,0 1 0,0-1 0,0 0 0,-1 1 0,1-2 0,-1-5 3,1 10 234,-7 15 81,-7 4-4689,3-3-4979,5-9 2964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135 152 4802,'2'-1'15775,"-51"205"-15046,32-102-617,3-19 535,-39 137 0,50-201-571,8-30 139,59-197-265,-42 145 6,-8 21 24,62-165-62,-61 173 91,1 0 0,2 0 0,39-53-1,-52 81-15,0-1 0,1 1 0,-1 0 0,2 0 0,-1 1 0,1-1 0,8-4 0,-13 9 7,-1 0 0,1 0 0,0 1-1,-1-1 1,1 0 0,-1 1-1,1-1 1,0 1 0,0 0 0,-1-1-1,1 1 1,0 0 0,0 0 0,-1 0-1,1 0 1,0 1 0,0-1 0,-1 0-1,1 1 1,0-1 0,-1 1 0,1 0-1,0-1 1,-1 1 0,1 0-1,-1 0 1,1 0 0,-1 0 0,0 0-1,1 1 1,-1-1 0,0 0 0,0 1-1,0-1 1,0 0 0,0 1 0,0-1-1,0 1 1,1 3 0,18 38 40,22 69 0,-40-107-29,0 0 0,-1-1 0,0 1 0,0 0 0,0 0-1,-1 0 1,1 0 0,-1 0 0,0 0 0,-1 1 0,1-1 0,-1 0 0,0-1 0,0 1 0,-1 0 0,-3 9 0,0-6 6,0-1 1,0 0-1,-1 0 1,1-1-1,-2 1 0,1-1 1,-1-1-1,0 1 1,-7 4-1,-18 12 16,-38 20 1,58-36-18,-1 0 0,0 0 1,0-2-1,0 1 1,0-2-1,-24 4 0,19-7 2574,42 9-465,3 9-1528,-2 1 0,44 41 1,10 8 707,-55-49-498,-6-8-682,-1 2 0,-1 0 0,-1 1 1,0 1-1,22 27 0,-36-41-128,-1-1-1,0 0 1,0 0 0,0 0 0,0 0-1,0 0 1,0 0 0,0 0 0,0 1-1,1-1 1,-1 0 0,0 0 0,0 0-1,0 0 1,0 0 0,0 1 0,0-1-1,0 0 1,0 0 0,0 0 0,0 0-1,0 0 1,0 1 0,0-1 0,0 0-1,0 0 1,0 0 0,0 0 0,0 1-1,0-1 1,0 0 0,0 0 0,0 0-1,0 0 1,-1 0 0,1 0-1,0 1 1,0-1 0,0 0 0,0 0-1,0 0 1,0 0 0,0 0 0,-1 0-1,1 0 1,0 1 0,0-1 0,0 0-1,0 0 1,0 0 0,-1 0 0,-11 0-2139,-3-4-3725,6 2-5481,2 0 1084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4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82 8692,'8'-7'512,"-6"-1"-80,-4-5-272,-6 1 817,4 3 127,-1 1-623,3 2-433,0 2-48,4-1 16,0 1-16,1 2 0,-1 0-16,0 0-64,2 2-417,-2 6-1423,0 3-1346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4578,'1'-1'421,"-1"1"0,1-1-1,0 1 1,-1 0 0,1-1 0,0 1-1,0-1 1,-1 1 0,1 0 0,0 0-1,0 0 1,0-1 0,-1 1 0,1 0-1,0 0 1,0 0 0,0 0 0,0 0-1,0 0 1,-1 1 0,1-1 0,1 0-1,2 17 6986,-1 3-8028,11 45 1375,14 91-60,-27-124-295,-1-27 276,0-21-271,2-11-407,1 1 0,2 0 1,1 0-1,11-33 0,-10 37-22,-3 7-39,28-83-206,-28 89 50,0-1 0,1 1-1,0 0 1,1 0 0,-1 0 0,2 1 0,10-12 0,-16 19 92,0 0-1,0 0 1,0 0-1,0 0 1,1 0 0,-1 0-1,0 0 1,0 1-1,1-1 1,-1 1 0,0-1-1,1 1 1,-1-1 0,0 1-1,1 0 1,-1 0-1,1-1 1,-1 1 0,1 0-1,-1 0 1,0 1-1,1-1 1,-1 0 0,1 0-1,-1 1 1,3 0-1,-1 1-608,1 0-1,-1 0 1,0 0-1,0 1 1,0-1-1,0 1 0,0 0 1,3 4-1,7 12-4095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74 8692,'1'0'206,"-1"-1"0,0 0 0,0 0 0,0 0 0,0 1 0,0-1 0,0 0 0,-1 0 0,1 0 0,0 1 0,0-1 0,0 0 0,-1 0 0,1 1 0,0-1 0,-1 0 0,1 1 0,-1-1 0,1 0 0,-1 1 0,1-1 0,-1 1 0,1-1 0,-1 1 0,0-1 0,1 1 0,-2-1 1,1 0-20,0 1 0,-1 0 1,1 0-1,0 0 1,-1 0-1,1 0 0,0 0 1,0 0-1,-1 1 1,1-1-1,0 0 1,0 1-1,-1-1 0,1 1 1,-1 0-1,-4 2 151,1 1-1,-1-1 0,1 1 1,0 0-1,-7 7 1,4-2 8,-2 2-119,1 0-1,-14 20 1,21-29-223,1 0-1,0-1 1,0 1-1,0 0 1,0 0-1,0 0 1,0 0-1,1 0 1,-1 0-1,0 0 1,1 0-1,0 1 1,-1-1-1,1 0 1,0 0-1,0 0 1,1 0-1,-1 1 1,0-1-1,1 0 1,-1 0-1,1 0 1,-1 0-1,1 0 1,2 4-1,-1-4-2,1 0-1,-1 0 0,1-1 0,0 1 0,-1 0 0,1-1 1,0 0-1,0 0 0,0 0 0,0 0 0,0 0 1,0 0-1,0-1 0,0 1 0,0-1 0,1 0 0,5-1 1,3 1-56,0-1 1,0-1 0,17-4 0,-15 3 0,0-1 1,0-1-1,0 0 0,0-1 1,22-14-1,-33 18 65,0 0 0,0 0 0,-1 0 0,1 0 0,-1 0 0,1 0 0,-1-1 0,0 0 1,0 1-1,0-1 0,0 0 0,-1 0 0,1 0 0,-1 0 0,1 0 0,-1 0 0,0 0 0,0-1 0,-1 1 0,1 0 0,-1-1 0,0 1 0,1 0 0,-1-1 1,-1 1-1,1 0 0,0-1 0,-1 1 0,0 0 0,0 0 0,-2-6 0,1 4-34,0 0 0,-1 0-1,0 0 1,1 0 0,-2 1 0,1-1 0,0 1 0,-1 0-1,0 0 1,0 0 0,0 1 0,0-1 0,-10-5-1,11 8-197,1 0-1,-1 0 1,0 0-1,1 0 0,-1 0 1,0 1-1,0-1 1,0 1-1,1-1 0,-1 1 1,0 0-1,-3 1 1,3-1-340,0 1 0,0 0 0,0 0 1,0 0-1,0 0 0,1 1 0,-1-1 1,0 1-1,1-1 0,-1 1 0,1 0 1,-1 0-1,-1 2 0,-9 11-4145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 6115,'17'-3'6078,"-27"9"-586,-17 10-3643,5 2-699,3-3-387,-34 34-1,49-45-756,0 0 0,0 1 0,1 0 0,-1 0 0,1 0 0,0 0 0,1 0 0,-1 1 0,1-1 0,0 1 0,1-1 0,-1 1 0,0 8 0,1-12-12,1 0 0,0 0-1,0 0 1,0-1 0,0 1 0,0 0 0,1 0 0,-1 0-1,0-1 1,1 1 0,0 0 0,-1 0 0,1-1 0,0 1 0,0-1-1,0 1 1,0-1 0,0 1 0,0-1 0,0 1 0,0-1-1,3 2 1,-2-1 1,1-1 1,-1 0-1,1 0 0,0 0 0,-1 0 0,1-1 0,0 1 0,0-1 1,-1 1-1,1-1 0,0 0 0,0 0 0,3-1 0,10-1 5,0-2-1,0 1 1,-1-2 0,16-6-1,-22 7 7,-7 4 4,2-1 36,0-1 0,0 1 0,0-1 0,0 0 0,0 0-1,0 0 1,-1 0 0,1-1 0,-1 1 0,0-1 0,4-3 0,-9 2-102,-1 1 1,1-1 0,-1 1 0,0 0-1,0 0 1,-4-3 0,-26-15-3197,9 13-6123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 9444,'-3'0'558,"0"-1"0,-1 1-1,1-1 1,-1 1 0,1 0 0,0 1-1,-1-1 1,1 0 0,-1 1 0,1 0-1,0 0 1,0 0 0,-1 0-1,1 0 1,0 1 0,0 0 0,0-1-1,0 1 1,1 0 0,-6 5-1,3-1-103,0 0-1,1 1 0,0 0 0,0 0 0,0 0 1,1 1-1,-5 14 0,-9 31 35,2 1 0,2 0 1,3 1-1,-5 89 0,14-132-645,1 0 0,1 0 0,0 0 0,0 0-1,1-1 1,6 19 0,-7-27-112,0 0-1,0 0 1,1 0-1,0 0 1,-1 0-1,1 0 0,0-1 1,1 1-1,-1-1 1,0 1-1,5 3 1,-4-5-207,0 1 1,-1-1-1,1 1 1,0-1-1,0 0 1,0 0-1,0-1 1,0 1-1,0-1 1,0 1-1,0-1 1,0 0 0,0 0-1,6-1 1,20-5-5798,0-8-1386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72 11525,'-8'0'2866,"8"-4"-2258,4-3 1905,11-1 208,12 0-1488,11-3-513,8 1-320,10-1-400,5 1-48,-1 8-1424,-3 2-1570,-5 2-2864,-4 2-2722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3762,'5'-12'1435,"8"-5"10943,-12 30-10509,6 221 5269,-1 90-6022,-5-294-1377,3-20-3071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5491,'-14'-7'3888,"14"7"-3771,0 0 0,0 0 0,0 0 0,0-1 0,0 1 0,0 0 0,0 0 0,0 0 0,0 0 0,0-1 820,-1 0-820,6 10 5160,5 11-2793,-8-18-2403,0-1 0,0 1 0,0 0 0,1-1 0,-1 1 0,0-1 0,0 1 0,1-1 0,-1 0 0,1 0 0,-1 0 0,1 0 0,0-1 0,-1 1 0,1-1 0,0 1 0,3-1 0,55-2 73,-41 1-102,69-3-415,993-66-1859,-758 22 5258,-328 50-2737,0 0 0,0 0 0,1 1-1,-1-1 1,1 1 0,0 0 0,0 0 0,0 0-1,0 0 1,0 1 0,1-1 0,0 1 0,-1 0-1,1-1 1,1 1 0,-1 0 0,0 0 0,1 0-1,-1 6 1,-4 10-134,0 0-1,-4 41 1,3 58 321,15 193 1,-8-311-486,3 31 85,1-1 0,13 43 0,-19-77-77,0 1-1,0 0 1,-1 0-1,1 0 1,0 0-1,-1 1 1,1-1-1,-1 0 1,1 1-1,-1 0 1,0 0-1,0 0 1,0 0-1,1 0 1,-6 0-1,-54-13-432,-478-24-919,362 31 1118,73 2 300,-149-4 486,199 9-388,1 4 0,-87 15 0,126-16-118,2 0 1277,31 2-1431,3-2-3320,2-3-4562,-7-1-1023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80 2289,'-4'-10'5212,"1"9"-4994,2 8 2214,10-10 1967,30-11-3966,-21 12-132,1 0 1,0 2-1,34 2 0,1 0 151,49-6 325,117-21 0,4-1-924,-175 23 155,1 3-1,77 8 1,-18 1 23,178-9 1,-121-3-42,-19 0 72,-67 0-79,0 3 0,99 13 0,-72 0 4,-58-8 3,-1 1 0,0 3 1,0 2-1,50 18 0,-78-19 19,-1 0-1,0 2 0,-1 1 1,0 0-1,28 28 0,7 4 14,-39-34-25,6 4 11,-1 1 1,29 30-1,-43-39 4,1-1-1,-1 2 1,-1-1 0,1 1 0,-1-1-1,-1 1 1,1 0 0,-1 1 0,-1-1 0,1 0-1,0 13 1,0 6 14,-2 0 1,0 0-1,-2 0 0,-1 0 1,-9 42-1,-44 135 812,15-60 572,-74 279 922,72-212-1235,28-130-382,-24 82 0,38-162-746,-4 17 273,8-19-2356,6-6-4870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8004,'2'0'262,"-1"-1"1,0 1 0,1-1 0,-1 1 0,0-1 0,1 1 0,-1 0-1,1-1 1,-1 1 0,0 0 0,1 0 0,-1 0 0,1 0-1,-1 1 1,1-1 0,-1 0 0,0 0 0,1 1 0,-1-1-1,0 1 1,1-1 0,-1 1 0,2 1 0,29 18 1334,-24-11-849,0 0 0,-1 1 1,0-1-1,-1 2 0,0-1 1,0 1-1,5 17 0,-3-11-206,0 0 0,12 19-1,-2-12-148,23 24 0,8 9-4658,-38-42-6246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30 4114,'0'-3'1617,"0"1"-1257,0 1 0,0-1-1,0 1 1,0-1 0,0 1 0,1-1 0,-1 1 0,0 0-1,1-1 1,-1 1 0,1-1 0,-1 1 0,1 0 0,0-1-1,0 1 1,1-2 0,-8 5 4625,-20 10-2639,-16 21-368,2 1 0,-44 47-1,69-67-1736,-16 15 106,-2-2 1,-2-2-1,-51 30 0,-13 10-178,85-51-785,14-14 474,0 0 1,0 1-1,0-1 0,0 1 0,1-1 1,-1 0-1,0 1 0,0-1 0,0 0 1,0 1-1,1-1 0,-1 0 0,0 1 1,0-1-1,1 0 0,-1 0 1,0 1-1,0-1 0,1 0 0,-1 0 1,0 1-1,1-1 0,-1 0 0,0 0 1,1 0-1,-1 0 0,1 0 0,-1 1 1,0-1-1,1 0 0,-1 0 0,0 0 1,1 0-1,-1 0 0,1 0 0,-1 0 1,0 0-1,1 0 0,0-1 0,7 2-6108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92 2817,'26'-64'6698,"-16"36"1753,-13 35-3628,-3 10-4144,0 0-1,1 1 1,0-1-1,2 1 1,-3 33 0,5 96 888,2-96-1088,13 477 1715,-5 493-528,-13-830-1666,4-191-11,0 1-1,0-1 1,0 0 0,0 0 0,0 0-1,0 0 1,0 0 0,1 0-1,-1 0 1,0 0 0,0 0-1,0 0 1,0 1 0,0-1-1,0 0 1,0 0 0,0 0 0,0 0-1,0 0 1,0 0 0,0 1-1,0-1 1,0 0 0,0 0-1,0 0 1,0 0 0,0 0 0,0 0-1,0 1 1,0-1 0,0 0-1,0 0 1,0 0 0,0 0-1,0 0 1,0 0 0,0 0 0,0 1-1,0-1 1,0 0 0,-1 0-1,1 0 1,0 0 0,0 0-1,0 0 1,0 0 0,0 0 0,0 0-1,0 0 1,0 0 0,-1 1-1,1-1 1,0 0 0,0 0-1,0 0 1,0 0 0,0 0 0,0 0-1,0 0 1,-1 0 0,1 0-1,0 0 1,0 0 0,0 0-1,0 0 1,0 0 0,-1 0 0,-4-12-1793,-4-19-2969,5 0-736,2-8-3007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286 257 4786,'-1'-5'9415,"-1"-8"-8804,0 1 0,-8-25 0,3 25 174,0 0 296,7 12-1037,0 0 0,0 0 0,0 0 0,0 0 0,0 0 0,0 0 0,0 0 0,0 0 0,0 0 0,-1 0 0,1 0 0,0 0 0,0-1 0,0 1 0,0 0 0,0 0 0,0 0 0,0 0 0,0 0 0,0 0 0,0 0 0,0 0-1,0 0 1,0-1 0,0 1 0,0 0 0,0 0 0,0 0 0,0 0 0,0 0 0,0 0 0,0 0 0,1 0 0,-1 0 0,0-1 0,0 1 0,0 0 0,0 0 0,0 0 0,0 0 0,0 0 0,0 0 0,0 0 0,0 0 0,0 0 0,0 0 0,0 0-1,1 0 1,-1 0 0,0 0 0,0 0 0,0 0 0,0 0 0,0 0 0,0-1 0,0 1 0,0 0 0,0 0 0,1 0 0,-1 0 0,0 1 0,0-1 0,0 0 0,0 0 0,0 0 0,0 0 0,0 0 0,0 0 0,1 0 0,8 1 512,1 0 1,-1 0 0,1-1-1,-1 0 1,11-2 0,20 1-72,174 8 193,629-2-518,-189-79-693,-483 50 204,-49 7-5,1 5 0,0 6 0,136 10 0,-149 6 187,9 2-762,145-5 1,545-73-6647,-773 61 7526,-5 2 3571,-38 6-3330,1 0 0,-1 0 0,1 0 0,0 1 0,0 0 0,0 1 0,1-1 0,-1 1 0,1 0-1,0 1 1,1-1 0,-1 1 0,1 0 0,0 0 0,0 0 0,1 0 0,0 1 0,0 0 0,1-1 0,-1 1 0,1 0-1,1 0 1,-2 8 0,0 17 676,0 1-1,2-1 0,7 62 1,-3-49 409,9 178 1728,59 811-653,-27-602-2372,-25-362 0,-19-69 0,0 0 0,0 0 0,0-1 0,0 1 0,-1 0 0,1-1 0,0 1 0,0 0 0,-1-1 0,1 1 0,0 0 0,-1-1 0,1 1 0,-1-1 0,1 1 0,-1 0 0,1-1 0,-1 1 0,1-1 0,-1 0 0,0 1 0,1-1 0,-1 1 0,1-1 0,-1 0 0,0 0 0,0 1 0,1-1 0,-1 0 0,0 0 0,1 0 0,-1 0 0,0 0 0,0 1 0,1-2 0,-1 1 0,0 0 0,0 0 0,1 0 0,-1 0 0,-1-1 0,-37-8 0,28 5 0,-50-6-341,1 3-1,-1 2 1,-120 7 0,81 0-215,36-1 461,-1324-11-802,266 2 937,895 8-119,-100 4-232,141 1 326,95-5 217,-160 22 1,223-17-666,-39 13-1,94-37-15509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94 110 3426,'-29'3'2108,"24"-3"-1742,0 0 0,-1 0 0,1 1 0,0 0 0,0 0 0,0 0 1,1 0-1,-1 1 0,0 0 0,0 0 0,-4 2 0,9-3-256,0-1 1,0 1-1,0-1 0,0 1 0,0-1 1,0 0-1,0 1 0,0-1 1,0 1-1,0-1 0,0 0 0,0 1 1,0-1-1,1 1 0,-1-1 0,0 0 1,0 1-1,0-1 0,1 0 0,-1 1 1,0-1-1,1 0 0,-1 1 0,0-1 1,1 0-1,-1 1 0,0-1 0,1 0 1,-1 0-1,0 0 0,1 1 0,-1-1 1,1 0-1,-1 0 0,0 0 0,1 0 1,-1 0-1,1 0 0,17 7 1758,43 7 452,68 7 0,-85-14-1987,16-1-218,0-1-1,90-7 1,122-23 915,-128 10-213,530-24-356,-390 28-431,173-2 456,240-16 410,-161-30-568,-342 53 2974,-165 6-1877,38 13 141,-112-3-5233,-26 9-7283,39-11 2522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54 3089,'0'-1'118,"0"0"0,0 0 0,0 0-1,0 0 1,0 1 0,0-1-1,0 0 1,0 0 0,0 0-1,0 0 1,1 1 0,-1-1-1,0 0 1,1 0 0,-1 1 0,0-1-1,1 0 1,-1 0 0,1 1-1,0-2 1,0 1-44,0 1 0,-1-1 1,1 0-1,-1 0 0,1 1 0,-1-1 1,1 0-1,-1 0 0,1 0 0,-1 0 0,0 1 1,0-1-1,1 0 0,-1 0 0,0 0 0,0 0 1,0 0-1,0 0 0,0 0 0,0 0 0,0 0 1,0 0-1,0 0 0,-1 1 0,1-1 1,0 0-1,0 0 0,-1 0 0,1 0 0,-1 0 1,1 1-1,-1-1 0,1 0 0,-2-1 0,3 2 152,0-1 0,-1 1-1,1-1 1,0 1 0,-1 0-1,1-1 1,0 1 0,0 0-1,-1-1 1,1 1 0,0 0-1,0 0 1,0-1 0,-1 1-1,1 0 1,0 0 0,0 0-1,0 0 1,-1 0 0,1 0-1,0 1 1,0-1 0,0 0-1,-1 0 1,1 1 0,0-1-1,0 0 1,1 1 0,22 5 1476,-22-6-1193,0 0 0,-1 0 0,1 0 0,0 0 1,-1 0-1,1 1 0,0-1 0,-1 1 0,1-1 0,0 1 1,-1 0-1,2 0 0,-1 14 3935,-9 15-2899,6-27-1241,-14 55 563,4 1-1,-8 88 0,12 122-517,-21 174 153,23-389-502,4 74 0,2-63 0,1-94-1705,0-1-5901,-2 14-675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24 2145,'12'-8'9176,"-9"6"-8444,0 0 0,0 0-1,0 1 1,0-1 0,0 0 0,0 1 0,6-2 0,-9 4-525,0 0 0,0 0 1,0 0-1,0 0 0,0 0 1,0 0-1,-1 0 0,1 0 1,0 0-1,0 0 0,-1 0 1,1 0-1,-1 0 0,1 0 1,-1 0-1,1 0 0,-1 0 0,0 0 1,0 0-1,0 1 0,-19 22 1096,-94 68 427,81-69-1423,1 2 0,2 1 0,0 2 0,-25 31 0,44-44-109,1 0 0,0 1 0,1 0 0,1 1 0,-8 21 0,13-29-146,0 1 1,0-1 0,1 1-1,0 0 1,0 0 0,1 0-1,1 1 1,0-1 0,0 0-1,1 0 1,2 10 0,-1-13-43,0 0 0,1 0 0,0-1 0,1 1 1,-1-1-1,1 0 0,0 0 0,1 0 0,-1 0 0,1-1 1,0 0-1,1 0 0,-1 0 0,1-1 0,0 0 0,0 0 0,13 6 1,-11-6-2,1 0 0,0-1 0,1 0 0,-1 0 0,0-1 0,1 0 0,-1-1 1,1 0-1,0 0 0,-1-1 0,1-1 0,18-2 0,-17 1-8,7-2 25,-1 0 0,29-11 0,-42 13-18,1 0 0,-1 0 0,-1 0 1,1 0-1,0 0 0,-1-1 0,1 0 1,-1 0-1,0 0 0,1 0 0,-2 0 1,1 0-1,0-1 0,-1 0 0,1 1 1,2-8-1,-4 8-3,-1 0 1,0 0-1,1 0 0,-1 0 1,0 0-1,-1-1 0,1 1 1,0 0-1,-1 0 0,0 0 0,0 0 1,0 0-1,0 0 0,0 0 1,0 0-1,-1 1 0,0-1 1,1 0-1,-1 1 0,0-1 1,-4-3-1,-6-7-9,0 1-1,-20-16 1,32 28 4,-12-8 4,0 1-1,0 1 1,-1 0-1,0 1 1,0 0-1,0 1 1,-1 0 0,-17-2-1,-3-1 29,28 6 70,0 1 1,-1 1-1,1-1 0,0 1 1,0 0-1,0 0 0,1 1 1,-1 0-1,0 0 0,0 0 1,1 1-1,-1 0 0,-9 6 1,8-4 664,5-4-100,5-4 625,7 3-2701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11 3410,'-46'-7'0,"6"3"-1473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2593,'-36'13'0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90 4466,'1'-7'1484,"0"0"-1,1 0 1,0 1-1,0-1 1,0 1 0,1-1-1,0 1 1,8-11-1,-1-2 2312,-19 45 208,0 19-2319,4-17-795,-6 39 193,2 2 1,4-1-1,6 123 1,40 210-882,-14-180-154,-18-109-47,-5 1 0,-18 198 0,-6-104 0,-54 396 0,69-572 0,1-1 0,2 1 0,1 0 0,1 0 0,2-1 0,9 49 0,-7-41 0,-2 1 0,-1-1 0,-9 72 0,1 19 0,8-122 807,2-20-11464,-3 3 3187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86 3698,'1'1'340,"0"-1"0,-1 1 0,1-1 0,0 1 0,0-1 0,0 0 1,0 1-1,0-1 0,0 0 0,0 0 0,0 0 0,0 0 0,0 0 0,0 0 1,0 0-1,0 0 0,0 0 0,0-1 0,-1 1 0,1 0 0,0 0 0,0-1 1,0 1-1,0-1 0,1 0 0,31-11 1735,-33 12-2047,6-2 436,-1 0 0,1 0 0,0 1 0,0 0 0,-1 0 0,1 0 0,0 1 0,0-1 0,0 1 0,0 1 0,-1-1 0,1 1 0,0 0 1,8 3-1,189 31 3507,105-8-3377,-165-16-485,505 21-74,-269-16 1005,-175-3-889,-47-1-89,193-10 0,128-65-76,-450 60 11,-1-2-1,0-2 0,0 0 1,-1-2-1,1 0 0,-2-2 1,40-23-1,-59 31-10,-1 0 0,1 0-1,0 1 1,0-1 0,0 2 0,0-1-1,0 1 1,0-1 0,0 2 0,10-1 0,68 5 59,-33 1-30,-13-3 102,-1-2 0,1-1-1,-1-2 1,70-15 0,-105 18-55,-1 0 0,0 0 0,1-1 0,-1 1 0,0 0 0,1-1 0,-1 1 0,0-1 0,0 0 0,1 1 0,-1-1 0,0 0 0,0 0 0,0 0 0,0 0 0,0 0 0,0 0 0,0 0 0,0 0 0,-1 0 0,1 0 0,1-2 0,-2 2 19,-1 0-1,1 0 0,0 0 0,-1 0 1,1 0-1,-1 0 0,1 0 0,-1 0 1,1 0-1,-1 0 0,0 0 1,1 1-1,-1-1 0,0 0 0,0 1 1,0-1-1,1 0 0,-1 1 0,0-1 1,0 1-1,0-1 0,0 1 1,0 0-1,0-1 0,0 1 0,0 0 1,-2-1-1,1 2-14,1-1 0,-1 1-1,1-1 1,-1 1 0,1 0 0,0 0 0,-1-1-1,1 1 1,0 0 0,-1 0 0,1 0 0,0 0-1,0 1 1,0-1 0,0 0 0,-1 3 0,-23 27-250,21-26 268,-13 19-84,2 1 0,0 1 0,1 1 0,2 0 0,0 0 0,2 2 0,1-1 0,-8 48 0,4 15 0,-1 134 0,12-183 0,-40 366 0,32-339 0,-27 147 0,18-119 0,-12 187 0,39 140 0,19-157 0,1 72 0,-28-286 0,5 116 0,-3-150 0,1 1 0,1-1 0,1 0 0,0-1 0,2 1 0,13 28 0,-12-34 0,-1 1 0,-1 0 0,0 1 0,-1 0 0,0-1 0,-2 2 0,5 28 0,-5-7 0,7 50 0,-10-114 0,1 24 0,-1 0 0,1 0 0,-1 0 0,1 0 0,-1 0 0,0 0 0,-1 0 0,1 0 0,0 0 0,-1 0 0,1 0 0,-1 0 0,0 0 0,0 0 0,0 0 0,-1 1 0,1-1 0,-1 0 0,1 1 0,-1-1 0,0 1 0,-3-3 0,-4-1 0,0 0 0,0 1 0,-1 1 0,0-1 0,0 1 0,0 1 0,-18-4 0,-81-8 0,69 11 0,-568-88 0,403 57 0,-926-109 0,709 108 0,294 31 0,-164 17 0,168 9 0,117-20 0,-26 3 0,-67-1 0,-173-13 0,262 11 0,18 2 0,18 1 0,-11-4-387,23-1-7414,-15-2-515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 3506,'-8'-1'815,"2"-1"-179,1 1 0,0 0 0,-1 1 0,1-1 0,-1 1 0,1 0 1,-1 1-1,1-1 0,0 1 0,-1 0 0,1 0 0,-7 3 0,17 4 5781,20 8-3384,-20-13-2311,6 4-322,1-1-1,0 0 0,0-1 0,1 0 0,-1-1 1,1 0-1,0-1 0,24 2 0,10-2-187,54-2 0,-51-2 53,346-4 1005,114-1 107,82-18-777,-287 10-79,-16 1-343,290-13 119,-502 24-44,-71 2-205,45-2 345,0 3 0,51 6 0,-55 0-393,1-2 0,91-3 0,-136-3-7,-7 0 9,-18 0 10,-34 4-99,-2 8-2816,1 3-5324,7-2-1917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 4690,'12'-5'2353,"-9"5"-1503,-1-1 0,1 0 1,16-11 14753,-38 34-12477,15-11-2613,0 0-1,0 1 1,1-1 0,0 0-1,1 1 1,1 0 0,0-1-1,0 18 1,4 10-654,8 48 0,3 22 239,-11-27-99,-3 0 0,-4 0 0,-3-1 0,-22 100 0,13-112 0,4 0 0,2 1 0,3 1 0,4 110 0,5-146 0,2 20 0,-2 0 0,-8 81 0,2-119 0,0-1 0,-1 1 0,-1-1 0,0-1 0,-9 17 0,8-19 0,1 1 0,0 0 0,0 1 0,2-1 0,0 1 0,-3 22 0,4-12 0,1-19 0,1 0 0,0-1 0,1 1 0,0 0 0,-1 0 0,2 0 0,-1 0 0,1 0 0,0 0 0,2 8 0,-7-38-3356,2 4-3501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2529,'-13'-2'3918,"12"1"-3742,1 1 1,0 0 0,-1 0 0,1 0-1,-1-1 1,1 1 0,0 0 0,-1 0 0,1 0-1,-1 0 1,1 0 0,-1 0 0,1 0 0,-1 0-1,1 0 1,-1 0 0,1 0 0,0 0 0,-1 0-1,1 0 1,-1 0 0,1 0 0,-1 0-1,1 0 1,0 1 0,-1-1 0,1 0 0,-1 0-1,1 1 1,0-1 0,-1 0 0,1 1 0,0-1-1,-1 0 1,1 1 0,0-1 0,-1 0-1,1 1 1,0-1 0,0 1 0,0-1 0,-1 0-1,1 1 1,0-1 0,0 1 0,0-1 0,0 1-1,0-1 1,0 0 0,0 1 0,0-1 0,0 1-1,0-1 1,0 1 0,0-1 0,0 1-1,0-1 1,1 1 0,-1 0 19,0-1 0,0 1 0,0 0 0,0-1 0,0 1 0,0-1 0,1 1 0,-1-1 0,0 1 0,0-1 0,1 1 0,-1-1 0,0 1 0,1-1 0,-1 0 0,0 1 0,1-1 0,-1 1 0,1-1 0,-1 0 0,0 0 0,1 1 0,-1-1 0,1 0 0,-1 1 0,2-1 0,20 4 1673,35-8-2397,-36 2 1048,94-5-210,150-4 2034,-199 17 25,-65-6-2073,-24 3 441,17 0-653,-1 0 0,1 0 0,1 1 0,-1 0-1,0 0 1,1 0 0,0 1 0,0 0 0,1 0 0,-5 6 0,-41 63 575,28-38-443,-21 32 5,4 2-1,2 1 1,-36 105 0,60-145-221,-21 38 0,12-28 0,47-50-2300,-15 1-2780,-6-5-3419,-4-1-1618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4770,'5'-6'8637,"-4"1"-7173,-5 7 731,4-1-2005,-1-1 0,0 1-1,1-1 1,-1 1 0,0-1-1,1 1 1,-1 0-1,1-1 1,-1 1 0,1 0-1,-1 0 1,1-1 0,-1 1-1,1 0 1,0 0-1,-1 0 1,1-1 0,0 1-1,0 0 1,0 0 0,0 0-1,-1 0 1,1 0-1,0-1 1,1 1 0,-1 0-1,0 0 1,0 0 0,0 0-1,0 0 1,1 0-1,0 1-27,1-1-1,-1 0 1,1 0-1,-1 0 1,1 0-1,-1 0 1,1 0-1,-1 0 1,1 0-1,0-1 1,0 1-1,-1 0 1,4 0-1,7 1-29,0-1-1,0 0 1,17 0-1,365 1 942,-352 1-610,-19-1 71,0 0 1,1-2-1,-1-1 0,35-5 0,-42 0 358,-23 1-198,3 5-581,0-1 1,1 1 0,-1 0-1,0 0 1,1 0 0,-1 1-1,-5 0 1,-20 8 30,42-10-989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24 163 5603,'3'-1'563,"-1"0"1,0 0-1,0 0 1,1-1 0,-1 1-1,0-1 1,0 1 0,0-1-1,-1 0 1,1 1 0,0-1-1,-1 0 1,1 0-1,-1 0 1,1-1 0,-1 1-1,0 0 1,0 0 0,0-1-1,0 1 1,0 0 0,-1-1-1,1 1 1,-1-1-1,0 1 1,1-1 0,-1 1-1,0-1 1,-1-3 0,1 5-512,0-1 0,0 1 0,0-1 0,0 1 0,0-1 0,0 1-1,1 0 1,-1-1 0,0 1 0,1-1 0,-1 1 0,1 0 0,-1-1 0,1 1 0,0 0 0,0 0 0,-1 0 0,1-1 0,0 1 0,0 0 0,0 0 0,0 0 0,0 0 0,0 1 0,1-1 0,-1 0 0,0 0 0,0 1 0,1-1 0,-1 1 0,0-1 0,1 1 0,2-1 0,-1 0-58,0 0 0,0 0 1,1 0-1,-1 0 0,0 1 0,1 0 0,-1 0 1,1 0-1,-1 0 0,1 0 0,-1 0 0,0 1 1,5 1-1,-5 0 14,0 0 0,0 1 0,0-1 0,0 1-1,0-1 1,-1 1 0,1 0 0,-1 0 0,0 1 0,0-1 0,0 0 0,0 1 0,0-1 0,-1 1 0,0-1 0,0 1 0,0 0 0,0-1 0,0 1-1,-1 0 1,1 0 0,-1 0 0,-1 7 0,1-6 77,0 1 1,0 0-1,-1 0 0,0-1 0,0 1 0,0 0 0,-1-1 0,0 1 0,0-1 1,0 0-1,-1 0 0,0 0 0,0 0 0,0 0 0,-5 6 0,5-9-38,1 0 0,-1 1 0,1-1-1,-1 0 1,0-1 0,0 1 0,0 0-1,0-1 1,0 0 0,0 1 0,-1-1-1,1 0 1,0-1 0,0 1 0,-1-1-1,1 1 1,-1-1 0,1 0 0,0 0-1,-1-1 1,1 1 0,0-1 0,-1 1-1,1-1 1,0 0 0,0 0 0,-1-1-1,1 1 1,0-1 0,0 1 0,1-1-1,-1 0 1,0 0 0,0 0 0,1 0-1,-4-5 1,2 3 7,1 0 1,0 0-1,0 0 1,0 0-1,0 0 0,1-1 1,0 1-1,0-1 1,0 0-1,0 1 0,1-1 1,0 0-1,0 0 1,0 0-1,1 0 0,-1 0 1,1 0-1,0 0 1,1 0-1,-1 0 0,1 0 1,0 0-1,0 0 0,3-7 1,1 3-53,0 0 1,0 0-1,1 1 1,0 0-1,1 0 0,9-9 1,-12 12-28,1 1 0,-1 0 1,1 0-1,1 0 0,-1 1 0,0 0 1,1 0-1,-1 0 0,1 1 0,0 0 0,9-3 1,-13 6 20,-1-1 0,1 0 1,-1 0-1,1 1 0,-1-1 1,0 1-1,1 0 0,-1-1 1,0 1-1,1 0 0,-1 0 1,0 0-1,0 0 0,0 0 0,1 0 1,-1 0-1,0 0 0,0 0 1,-1 0-1,1 1 0,0-1 1,0 0-1,-1 1 0,1-1 1,0 0-1,-1 1 0,0-1 1,1 1-1,-1 1 0,11 47 88,-11-43-36,0 0-1,0 0 1,0 0 0,-1 0 0,0 0-1,-1 0 1,0 0 0,0 0-1,0-1 1,-1 1 0,0-1-1,-5 9 1,7-12 4,-1-1-1,1 0 0,-1 1 1,0-1-1,0 0 1,0 0-1,0 0 1,0-1-1,0 1 1,0 0-1,-1-1 0,1 1 1,0-1-1,-1 0 1,1 0-1,-1 0 1,0 0-1,1 0 1,-1-1-1,0 1 0,1-1 1,-1 0-1,0 0 1,0 0-1,0 0 1,1 0-1,-1 0 0,0-1 1,1 1-1,-1-1 1,0 0-1,1 0 1,-6-2-1,6 2-27,0 0 1,-1 0-1,1 0 0,0 0 0,0 0 1,0 0-1,0 0 0,0-1 0,0 1 1,0-1-1,0 0 0,0 1 1,1-1-1,-1 0 0,1 0 0,0 0 1,-1 0-1,1 0 0,0-1 0,0 1 1,0 0-1,0 0 0,1-1 0,-1 1 1,1 0-1,-1-1 0,1 1 0,0-1 1,0 1-1,0-1 0,0 1 1,0 0-1,1-1 0,-1 1 0,1-1 1,-1 1-1,1 0 0,0-1 0,0 1 1,0 0-1,2-2 0,1-3-45,0 0 1,1 1-1,0 0 0,0 0 1,0 0-1,1 1 0,0 0 1,0 0-1,0 0 0,1 1 1,9-6-1,-9 7-3,-1 0-1,1 0 1,-1 1 0,1 0-1,0 0 1,10-1 0,-16 3 21,1 0 1,-1 0 0,1 0 0,-1 0 0,1 0-1,-1 0 1,1 1 0,0-1 0,-1 0 0,1 1-1,-1 0 1,0-1 0,1 1 0,-1 0 0,1 0-1,-1-1 1,0 1 0,0 0 0,0 0 0,1 0-1,-1 1 1,0-1 0,0 0 0,0 0 0,-1 1-1,1-1 1,0 0 0,0 1 0,-1-1 0,1 1-1,-1-1 1,1 1 0,0 2 0,0 4 81,0 1 1,0-1-1,-1 1 1,0-1-1,0 1 0,-1-1 1,0 1-1,-1-1 1,0 0-1,0 1 1,-6 13-1,7-20-69,0 1 0,0 0 0,0-1 0,0 1 0,-1-1 0,1 1 0,-1-1-1,1 0 1,-1 0 0,0 1 0,0-1 0,0-1 0,0 1 0,0 0 0,-1 0 0,1-1-1,-1 1 1,1-1 0,-1 0 0,1 0 0,-1 0 0,0 0 0,1 0 0,-1 0 0,0-1-1,0 1 1,0-1 0,1 0 0,-1 0 0,0 0 0,0 0 0,0-1 0,1 1 0,-1-1-1,0 1 1,0-1 0,1 0 0,-4-2 0,3 1-10,0 0 0,1 0 0,-1 0 0,1-1 0,-1 1 0,1-1 0,0 1 0,0-1 0,0 0 0,0 0 0,1 0 0,-1 0 0,1 0 0,0-1 0,-1 1 0,2 0 0,-2-6 0,1 6 0,0 0 0,0 0 0,1 0 0,-1 0 0,1-1 0,0 1 0,0 0 0,0 0 0,1 0 0,-1 0 0,1-1 0,-1 1 0,1 0 0,0 0 0,0 0 0,1 0 0,-1 1 0,0-1 0,4-4 0,-4 7 53,0-1 1,0 1-1,1 0 1,-1 0-1,0 0 1,1-1-1,-1 1 1,0 0-1,1 1 1,-1-1-1,0 0 1,1 0-1,-1 1 1,0-1-1,0 0 1,1 1-1,-1-1 1,0 1-1,2 1 1,15 9-3175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10 108 5026,'-2'-9'963,"-1"-1"0,2 0 0,-1 1 0,1-1 0,1-17-1,7-6 6411,0 48 34,23 19-6180,-16-20-230,22 32-326,-2 2 0,-2 2 0,35 72-1,16 28-186,57 115 177,-25 11-334,-93-224-320,14 26 161,80 130 0,-106-192-120,97 179 271,-18-32-264,33 62-66,24 41-130,-92-185 156,-32-51-11,-2 2 0,33 67 0,0 58-19,-52-152 11,4 9 8,5 21 86,11 56 0,-18-74-90,1-1 0,0 0 0,2-1 0,0 1 0,10 19 0,-13-29 0,-1 0 0,0 0 0,-1 0 0,3 13 0,-4-13 0,2 0 0,-1 1 0,1-1 0,4 12 0,-2-11 123,-14-23-12905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5795,'10'-19'12701,"-8"30"-9838,-7 5 1819,4-12-2572,7 8-1531,15 16 41,8 11 491,41 43 0,-59-71-991,1 1 0,1-2-1,0 0 1,0 0 0,1-2-1,0 1 1,24 9 0,-33-16-201,0-1 0,-1 1 0,1 0 0,-1 1 0,0-1 1,1 1-1,-1-1 0,0 1 0,3 4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7267,'5'1'10815,"-5"-1"-10615,-2 12 5780,-10 19-2212,9-23-2779,-16 37 770,-45 76 0,9-18-1529,11-4-230,57-119-13355,-3 6 2747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281 111 6963,'-11'10'8151,"-7"-2"-3295,-23 3-802,25-7-2597,8-1-667,-47 11 3024,52-14-3646,0 1-1,0-1 1,1 0-1,-1 0 1,0 0 0,0 0-1,0 0 1,0 0 0,0-1-1,0 0 1,1 1-1,-1-1 1,0 0 0,0-1-1,-4-1 1,6 1-168,0 1 0,-1-1 0,1 0 0,0 0 0,0 1 0,0-1 0,0 0 0,0 0 0,0 0 0,1 0 0,-1 0 0,1 0 0,-1 0 0,1 0 0,0-1 0,0 1 0,0 0 0,0 0 0,0 0 0,0 0 0,1 0 0,-1 0 0,1 0 0,-1 0 0,1 0 0,1-3 0,1-2 0,-1 1 0,1-1 0,1 1 0,-1 0 0,1 0 0,9-10 0,-9 11 0,1 1 0,0 0 0,0 0 0,1 1 0,-1 0 0,1 0 0,-1 0 0,1 0 0,0 1 0,0 0 0,0 0 0,1 1 0,-1-1 0,0 2 0,1-1 0,6 0 0,-9 1 0,0 0 0,0 1 0,0-1 0,0 0 0,0 1 0,0 0 0,0 0 0,0 0 0,-1 1 0,1-1 0,0 1 0,-1 0 0,1 0 0,-1 0 0,1 1 0,-1-1 0,0 1 0,0 0 0,0 0 0,-1 0 0,1 0 0,-1 0 0,1 0 0,-1 1 0,3 7 0,-4-10 0,0 1 0,-1 0 0,1 0 0,-1-1 0,0 1 0,1 0 0,-1 0 0,0 0 0,0 0 0,0-1 0,0 1 0,-1 0 0,1 0 0,0 0 0,-1-1 0,0 1 0,1 0 0,-1 0 0,0-1 0,-1 3 0,0-1 0,-1 1 0,0 0 0,0-1 0,0 0 0,0 0 0,-1 0 0,1 0 0,-5 2 0,-6 4 0,0-2 0,0 0 0,-24 8 0,-27 4 0,59-17 0,-1-1 0,1 0 0,0-1 0,-1 1 0,1-1 0,0 0 0,-1-1 0,-9-2 0,15 3 0,0 0 0,0 0 0,0-1 0,-1 1 0,1 0 0,0-1 0,0 0 0,0 1 0,0-1 0,0 1 0,0-1 0,0 0 0,0 0 0,0 0 0,0 0 0,0 1 0,1-1 0,-1 0 0,0 0 0,1 0 0,-1-1 0,1 1 0,-1 0 0,1 0 0,-1 0 0,0-2 0,1 0 0,0 1 0,1-1 0,-1 1 0,0-1 0,1 1 0,-1-1 0,1 1 0,0 0 0,0-1 0,0 1 0,0 0 0,2-3 0,3-4 0,0 0 0,0 1 0,1 0 0,0 0 0,12-9 0,-10 10 0,1 0 0,0 1 0,0 0 0,1 0 0,0 1 0,0 1 0,0 0 0,20-5 0,-28 8 0,0 1 0,0-1 0,1 0 0,-1 1 0,0 0 0,0 0 0,0 0 0,1 0 0,-1 1 0,0-1 0,0 1 0,0 0 0,1 0 0,-1 0 0,0 0 0,0 0 0,-1 1 0,1-1 0,0 1 0,0 0 0,-1 0 0,1 0 0,-1 0 0,1 0 0,-1 0 0,0 1 0,0-1 0,0 1 0,0 0 0,-1 0 0,1-1 0,-1 1 0,0 0 0,1 0 0,-1 0 0,0 4 0,1-1 0,0 0 0,-1 0 0,0 0 0,0 0 0,-1 0 0,0 1 0,0-1 0,0 0 0,-1 0 0,0 0 0,0 0 0,0 0 0,-1 0 0,0 0 0,0 0 0,-1-1 0,1 1 0,-1-1 0,0 0 0,-1 1 0,1-2 0,-1 1 0,0 0 0,0-1 0,-1 1 0,1-1 0,-1 0 0,0-1 0,0 1 0,0-1 0,-1 0 0,1 0 0,-1-1 0,0 1 0,1-1 0,-1-1 0,0 1 0,0-1 0,0 0 0,0 0 0,-1-1 0,1 0 0,0 0 0,0 0 0,-9-2 0,4 0 0,0-1 0,0 0 0,1 0 0,-1-1 0,-16-9 0,23 11 0,0 0 0,0-1 0,0 1 0,1-1 0,-1 1 0,1-1 0,0 0 0,-1 0 0,2-1 0,-1 1 0,0-1 0,1 0 0,-1 1 0,1-1 0,0 0 0,0 0 0,-1-5 0,3 7 0,-1 1 0,1-1 0,0 0 0,0 1 0,0-1 0,0 0 0,0 1 0,1-1 0,-1 1 0,0-1 0,1 0 0,-1 1 0,1-1 0,0 1 0,-1-1 0,1 1 0,0 0 0,0-1 0,0 1 0,0 0 0,0 0 0,0-1 0,0 1 0,0 0 0,1 0 0,-1 0 0,0 0 0,1 0 0,-1 1 0,1-1 0,-1 0 0,1 1 0,-1-1 0,1 1 0,-1-1 0,1 1 0,0 0 0,1 0 0,7-2 0,0 1 0,-1 0 0,1 1 0,0 0 0,10 1 0,-8 0 0,-1 0 0,1 1 0,0 0 0,-1 1 0,1 0 0,-1 1 0,0 0 0,0 1 0,0 0 0,18 13 0,-15 0-1062,-14-4-3617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2054 29 2401,'0'0'152,"0"0"-1,1 0 1,-1 1-1,1-1 1,-1 0-1,0 0 1,1 0-1,-1 0 1,0 0-1,1 0 1,-1 0 0,1 0-1,-1 0 1,1 0-1,-1 0 1,0 0-1,1 0 1,-1 0-1,0-1 1,1 1-1,-1 0 1,1 0-1,-1 0 1,0 0 0,1-1-1,-1 1 1,0 0-1,1-1 1,-1 1-1,0 0 1,0 0-1,1-1 1,-1 1-1,0 0 1,0-1-1,0 1 1,1 0 0,-1-1-1,0 1 1,0-1-1,0 1 1,0 0-1,0-1 1,0 1-1,0-1 1,0 1-1,0 0 1,0-1-1,0 1 1,0-1 0,0 1-1,0 0 1,0-1-1,0 1 1,0-1-1,0 1 1,-1 0-1,1-1 1,0 1-1,0 0 1,0-1-1,-1 1 1,1 0 0,0-1-1,-1 1 1,-3-14 1217,2 20-1215,0-1 0,1 1 0,-2 0 1,1-1-1,-1 0 0,1 0 0,-1 0 0,-8 9 1,-41 54 586,-43 37-244,-73 81 388,-53 122 109,184-251-703,-19 19 765,-129 134-1,121-143-735,34-30-253,1 1 1,2 1-1,-31 60 0,2-4 59,40-73-13,-1 0 0,0-2 0,-2 0 0,-36 30 0,-23 23 490,-40 49 290,-133 155 711,-34 99 2070,240-326-3409,31-36-203,-24 33 1,46-61-349,15-23-2480,-5 16-6452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4514,'21'-10'2450,"-17"8"-953,1-1 1,0 1 0,0 0 0,0 0 0,0 0 0,0 1-1,1 0 1,5-1 0,-10 3-1301,0-1-1,-1 1 1,1-1 0,0 1-1,0 0 1,-1-1 0,1 1-1,0 0 1,-1 0-1,1-1 1,-1 1 0,1 0-1,-1 0 1,1 0 0,-1 0-1,0 0 1,1 0 0,-1 0-1,0-1 1,0 1 0,0 0-1,0 1 1,4 24 568,-3 3-362,-2-1 1,-2 1 0,0-1-1,-2 0 1,-1 0 0,-11 35-1,8-34-237,1 0-1,1 1 0,2 0 1,1 0-1,1 39 1,3-67-98,0 0 0,0 1 1,1-1-1,0 1 1,-1-1-1,1 1 1,0-1-1,0 0 0,0 0 1,0 1-1,1-1 1,-1 0-1,0 0 1,1 0-1,0 0 1,-1-1-1,1 1 0,0 0 1,0-1-1,0 1 1,0-1-1,0 0 1,0 1-1,1-1 0,-1 0 1,0 0-1,1-1 1,-1 1-1,5 0 1,7 2 185,0-1 0,1-1 0,-1 0 0,17-1 1,-5-1-362,37 3-383,0-3 1,-1-3-1,92-18 1,-153 22-352,4-2-816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92 230 2225,'-14'-17'3477,"21"2"236,3 1-2907,36-70 2240,6-9 487,-52 93-3471,0 0 0,0-1 0,0 1 0,0 0 1,1-1-1,-1 1 0,0 0 0,0 0 0,0-1 0,0 1 1,0 0-1,0 0 0,1-1 0,-1 1 0,0 0 0,0 0 1,0 0-1,0-1 0,1 1 0,-1 0 0,0 0 0,0 0 1,1 0-1,-1-1 0,0 1 0,0 0 0,1 0 0,-1 0 1,0 0-1,0 0 0,1 0 0,-1 0 0,0 0 0,1 0 1,-1 0-1,0 0 0,0 0 0,1 0 0,-1 0 0,0 0 1,1 0-1,0 15 1798,-10 39 231,7-38-1642,-75 594 5338,27-126-4164,-4 41-290,44 96-1130,11-392-193,-1-112-10,2-106-250,2-12-806,5-17-1200,0-9-1630,7-38 0,-13 50 2588,15-69-6543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338 174 4562,'7'7'10509,"-3"-5"-10044,0 0 1,0 0-1,0-1 1,0 1-1,1-1 0,-1 0 1,0 0-1,1 0 1,-1-1-1,0 1 0,1-1 1,5 0-1,61-8 738,-47 5-639,918-52 1108,-858 52-1429,293-10 642,824-3 2715,-1050 15-2970,203-28-1,28-6 246,-118 12-402,-147 14 386,-156 44-846,25-22-13,2 0 0,0 1 0,1 1 0,0 0 0,1 0 0,1 1 0,0 1 0,-9 26 0,1 7 0,-16 88 0,29-121 0,-39 181 0,-78 452 0,43 500 0,63-939 0,-1 110 0,21-273 0,2-2 0,2 1 0,2-1 0,29 75 0,8 37 0,-39-134 0,-7-20 0,0 1 0,-1 0 0,1 0 0,-1-1 0,0 1 0,1 8 0,-4-13 0,0 1 0,0-1 0,0 1 0,0-1 0,0 0 0,0 0 0,0 0 0,-1 0 0,1 0 0,0-1 0,0 1 0,0 0 0,-3-2 0,0 1 0,-90-17 0,-156-52 0,-10-3 0,-400-22 0,-10 57 0,1 0 0,235-9 0,118 11 0,72 22 0,218 15 0,0 1 0,0 1 0,0 2 0,0 0 0,0 2 0,-48 19 0,42-11 0,22-9 0,-2-1 0,1 0 0,-1 0 0,1-1 0,-25 4 0,16-8 146,20 0-163,1 0 0,-1 0 0,1 0 0,0 0 0,-1 0 0,1 0 0,0 0 0,-1-1 0,1 1 0,-1 0 0,1 0 0,0 0-1,-1-1 1,1 1 0,0 0 0,-1-1 0,1 1 0,0 0 0,0-1 0,-1 1 0,1 0 0,0-1 0,0 1 0,0 0 0,-1-1 0,2-2-440,-1 1 1,0 0-1,1 0 1,-1-1-1,1 1 1,0 0-1,0 0 1,0 0-1,0 0 1,0-1-1,0 2 1,1-1-1,2-3 1,12-19-5902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232 152 8292,'-151'-62'389,"120"53"548,0 9 3907,13-2 6333,27-1-8712,214-31-954,433-8 0,224 74-2551,-440 2 1029,128 8 135,1-32-37,229-37 665,-729 23 753,-69 4-1501,0 0 0,0 0 0,1 0 0,-1 0 1,0 0-1,0 0 0,0 0 0,0 0 0,1 0 0,-1 0 0,0 0 0,0 0 1,0 0-1,1 0 0,-1 0 0,0 0 0,0 0 0,0 0 0,0 0 1,1 0-1,-1 0 0,0 0 0,0 0 0,0 0 0,0-1 0,0 1 0,1 0 1,-1 0-1,0 0 0,0 0 0,0 0 0,0 0 0,0-1 0,0 1 1,0 0-1,1 0 0,-1 0 0,0 0 0,0-1 0,0 1 0,0 0 0,0 0 1,0 0-1,0 0 0,0-1 0,0 1 0,0 0 0,0 0 0,0 0 1,0-1-1,-11-5 29,-14-1-53,12 5 148,2-1-2417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46 6483,'27'-34'6828,"-19"22"-619,-17 22 1577,-22 22-6346,-1-2 0,-70 52 0,58-49-1226,-47 45 1,90-76-213,-1-1 1,0 1-1,0 0 0,1 0 1,-1 0-1,1 0 1,0 0-1,-1 0 1,1 0-1,0 0 1,0 0-1,0 1 1,1-1-1,-1 0 0,1 1 1,-1 2-1,1-3 6,0-1-1,1 1 0,-1-1 1,1 1-1,0-1 0,-1 1 1,1-1-1,0 1 0,0-1 1,0 0-1,0 0 0,0 1 1,0-1-1,0 0 0,1 0 1,-1 0-1,0 0 0,1 0 0,-1-1 1,0 1-1,1 0 0,-1-1 1,1 1-1,-1-1 0,3 1 1,33 10 90,0-2 0,0-2 1,1-1-1,57 1 0,-25-2-109,-2 0-85,-11-1-643,99 20 0,-150-24-874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26 15543,'8'-10'3378,"-3"1"-1009,-8 3 1024,-3 10-735,-2 15-578,-5 12-1215,-3 11-657,-5 15-208,0 5-32,4 5-1345,2 0-1760,5 2-2642,-1-2-5074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2305,'4'-14'1710,"1"0"-1,0-1 1,1 1-1,1 1 1,0-1-1,1 1 1,12-16 0,19-15 9000,-26 49-6065,-5-3-3215,-5 8-1430,-1-1 0,0 1 0,0 0 0,-1-1 0,0 1 0,0 0 0,-1 0 0,-3 17 0,2-1 0,-43 565 0,34-481 0,8-99 0,-30 483 0,33-469 0,0 1 0,2-1 0,8 38 0,-9-79 561,-3 4-2932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53 232 2209,'3'-38'9936,"0"7"-6274,-2 26-3111,-1 0 0,1 1 0,0-1 0,1 0-1,-1 0 1,3-4 0,-4 8-358,1-1 1,-1 1-1,1-1 0,-1 1 1,1-1-1,0 1 0,0 0 1,0-1-1,0 1 0,0 0 1,0 0-1,0 0 0,0 0 1,0 0-1,0 0 0,1 0 1,-1 0-1,0 0 0,1 1 1,-1-1-1,1 0 0,1 0 1,-1 2-64,-1 1 0,0-1 0,0 0 1,1 1-1,-1-1 0,0 1 0,0 0 1,-1-1-1,1 1 0,0 0 0,0-1 0,-1 1 1,1 0-1,-1 0 0,1 2 0,0 0-7,4 10 203,-3-9-249,0-1 1,0 1-1,0 0 0,-1-1 1,1 1-1,-1 0 0,-1 0 1,1 0-1,-1 0 0,1 0 1,-2 0-1,0 7 0,1-12-55,-1 0 0,1 1 0,-1-1 1,1 0-1,-1 0 0,1 0 0,-1 0 0,1 0 0,-1 0 0,1 1 0,-1-1 0,1 0 0,-1 0 0,0-1 0,1 1 0,-1 0 0,1 0 0,-1 0 0,1 0 0,-1 0 0,1-1 0,-1 1 0,1 0 0,-1 0 1,1-1-1,-1 1 0,1 0 0,0-1 0,-2 0 0,-15-11 194,4-1 4,1 0 1,0-1-1,1-1 0,0 0 1,2 0-1,-14-26 0,23 40-220,0 0 0,-1 1 0,1-1-1,-1 0 1,1 0 0,0 0 0,0 0 0,-1 0 0,1 1 0,0-1-1,0 0 1,0 0 0,0 0 0,0 0 0,0 0 0,0 0-1,0 0 1,1 0 0,-1 0 0,0 1 0,1-1 0,-1 0-1,0 0 1,1 0 0,-1 0 0,1 1 0,-1-1 0,2-1 0,0 0-2,0 1 1,0-1-1,0 1 1,0-1-1,1 1 1,-1 0-1,0 0 1,1 0-1,-1 0 1,4 0-1,3-1-9,-1 1 1,1 0-1,-1 0 0,1 1 0,13 1 1,-19-1 7,1 1 0,0 0 0,-1 0-1,1 0 1,0 1 0,-1-1 0,1 1 0,-1 0 0,0 0 0,0 0 0,0 0 0,4 4 0,-6-5 14,-1-1 1,1 1-1,0 0 0,0 0 1,-1 1-1,1-1 0,-1 0 1,1 0-1,-1 0 1,0 0-1,1 0 0,-1 0 1,0 1-1,0-1 1,0 0-1,0 0 0,0 1 1,0-1-1,0 0 0,0 0 1,0 0-1,0 0 1,-1 1-1,1-1 0,-1 0 1,1 0-1,-1 0 1,1 0-1,-1 0 0,1 0 1,-1 0-1,0 0 0,0 0 1,1 0-1,-1 0 1,0 0-1,0-1 0,0 1 1,0 0-1,-2 0 1,-5 6 181,0 0 0,0-1 0,-1-1 0,0 1 0,0-1 1,-1-1-1,1 0 0,-1 0 0,-11 2 0,21-6-183,0 0 0,-1 1 0,1-1 0,0 0 0,0 0 0,-1 0 0,1 0 0,0-1 0,0 1 1,-1 0-1,1 0 0,0 0 0,-1 0 0,1 0 0,0 0 0,0 0 0,-1 0 0,1-1 0,0 1 0,0 0 0,0 0 0,-1 0 0,1 0 0,0-1 0,0 1 0,0 0 0,-1 0 0,1-1 0,0 1 0,0 0 0,0 0 0,0-1 0,0 1 0,0 0 0,0 0 0,-1-1 1,1 1-1,0 0 0,0-1 0,3-16 52,11-16-99,-9 26 37,-1 1 0,1 0 0,1 0 0,-1 0 0,11-8 0,-13 11 0,1 1 0,-1-1-1,0 1 1,1 0-1,0 0 1,0 0-1,-1 1 1,1 0-1,0-1 1,0 1 0,0 0-1,8 0 1,-10 1-3,0 1 1,-1-1-1,1 1 1,0 0 0,0 0-1,-1-1 1,1 1-1,-1 0 1,1 0 0,0 1-1,-1-1 1,0 0-1,1 0 1,-1 1 0,0-1-1,0 1 1,0-1-1,0 1 1,0 0 0,0-1-1,0 1 1,0 0-1,-1-1 1,1 1 0,0 0-1,-1 0 1,1 3-1,0-1 10,0 1 0,0-1-1,-1 1 1,1 0-1,-1-1 1,0 1 0,0-1-1,-1 1 1,1 0-1,-2 5 1,1-8-7,0-1 0,0 1 0,0 0 0,-1-1 0,1 1 0,0-1 0,-1 1 0,1-1 0,-1 0 0,1 0 0,-1 1 0,0-1 0,1 0 0,-1 0 0,0-1 0,0 1 0,0 0 0,0-1 0,0 1 0,0-1 0,1 1 0,-1-1 0,0 0 0,0 0 0,0 0 0,0 0 0,0 0 0,0 0 0,-3-1 0,2 0 0,0 1 0,1-1 0,-1 1 0,0-1 0,1 0 0,-1 0 0,1 0 0,-1 0 0,1-1 0,0 1 0,-1-1 0,1 1 0,0-1 0,0 0 0,0 0 0,0 0 0,0 0 0,1 0 0,-1 0 0,0 0 0,0-3 0,1 2 2,0 0 0,0 0 0,1 1 0,0-1 0,-1 0 0,1 0 0,0 0 0,1 0 0,-1 1 0,0-1 0,1 0 0,-1 0 0,1 0 0,0 1 0,0-1 0,0 0 0,0 1 0,2-3 1,0 0-12,0 1 0,0 0 0,0 0 0,1 0 1,-1 1-1,1-1 0,0 1 0,0 0 1,0 0-1,5-3 0,-6 4-3,0 0 1,1 1-1,-1-1 0,1 1 1,-1 0-1,1 0 1,-1 0-1,1 0 0,0 1 1,-1 0-1,1-1 0,0 1 1,5 1-1,-6 0 5,-1-1 0,0 1 0,1 0 0,-1 0 0,0 0 0,0 0 0,0 0 0,0 0 0,0 1 0,0-1 0,0 1 0,0-1 0,0 1 0,-1 0 0,1 0 0,-1-1 0,1 1 0,-1 0 0,0 1 0,0-1 0,0 0 0,1 3 1,0-1 23,-1 1 1,0-1-1,0 0 1,0 1-1,-1-1 1,1 1 0,-1-1-1,0 1 1,-1-1-1,1 0 1,-1 1-1,-1 4 1,2-8-14,0 1 1,-1-1-1,1 1 0,-1-1 0,0 1 1,0-1-1,1 1 0,-1-1 0,0 1 1,0-1-1,0 0 0,0 1 0,-1-1 1,1 0-1,0 0 0,0 0 0,-1 0 1,1 0-1,-1 0 0,1-1 0,-1 1 1,1 0-1,-1-1 0,1 1 0,-1-1 1,1 1-1,-1-1 0,0 0 0,1 0 1,-1 0-1,0 0 0,1 0 0,-1 0 1,0 0-1,-2-1 0,1 0-4,1 1 0,-1-1 0,1 0 0,-1 0 0,1-1 0,-1 1 0,1 0 0,-1-1 0,1 0 0,0 1 0,0-1 0,0 0 0,0 0 0,0 0 0,1 0 0,-1-1 0,0 1 0,1 0 0,0-1 0,-1 1 0,0-4 0,1 4 0,1 0 0,-1 1 0,1-1 0,-1 0 0,1 0 0,0 0 0,0 0 0,0 0 0,0 0 0,0 0 0,0 0 0,0 0 0,1 0 0,-1 0 0,1 0 0,-1 0 0,1 0 0,0 0 0,0 0 0,0 1 0,0-1 0,0 0 0,0 1 0,0-1 0,0 1 0,1-1 0,-1 1 0,1-1 0,-1 1 0,3-1 0,-1 0 0,0 0 0,0 0 0,0 1 0,0-1 0,0 1 0,0 0 0,1 0 0,-1 0 0,0 1 0,1-1 0,-1 1 0,1 0 0,-1 0 0,0 0 0,1 0 0,-1 0 0,1 1 0,4 1 0,-6-1 0,0 0 0,0 0 0,0 0 0,0 0 0,0 0 0,-1 0 0,1 1 0,0-1 0,-1 0 0,1 1 0,-1 0 0,1-1 0,-1 1 0,0 0 0,0 0 0,0 0 0,0 0 0,0 0 0,0 0 0,0 0 0,-1 0 0,1 0 0,-1 0 0,1 0 0,-1 0 0,0 1 0,0-1 0,0 0 0,0 0 0,-1 4 0,1-4 0,-1 0 0,0 0 0,1 1 0,-1-1 0,0 0 0,0 0 0,0 0 0,-1 0 0,1 0 0,0 0 0,-1-1 0,1 1 0,-1 0 0,0-1 0,0 1 0,1-1 0,-1 1 0,0-1 0,0 0 0,0 0 0,0 0 0,-1 0 0,1 0 0,-5 1 0,5-1 0,-1 0 0,0 0 0,-1-1 0,1 1 0,0-1 0,0 0 0,0 0 0,0 0 0,0 0 0,0 0 0,0-1 0,0 1 0,0-1 0,0 0 0,0 0 0,0 0 0,0 0 0,-4-3 0,6 3 0,0-1 0,-1 1 0,1-1 0,0 1 0,0-1 0,0 0 0,0 0 0,0 0 0,0 0 0,0 0 0,1 0 0,-1 0 0,1 0 0,0 0 0,-1 0 0,1 0 0,0 0 0,0 0 0,0 0 0,0 0 0,1 0 0,-1 0 0,0 0 0,1 0 0,0 0 0,-1 0 0,1 0 0,0 0 0,0 0 0,2-2 0,-1 0 0,0 0 0,0 0 0,0 1 0,1-1 0,-1 1 0,1-1 0,0 1 0,0 0 0,0 0 0,1 1 0,-1-1 0,1 1 0,5-4 0,-8 6 0,0-1 0,0 1 0,0 0 0,-1 0 0,1 0 0,0 0 0,0 0 0,0 0 0,-1 0 0,1 1 0,0-1 0,0 0 0,-1 0 0,1 1 0,0-1 0,0 0 0,-1 1 0,1-1 0,0 1 0,-1-1 0,1 1 0,0-1 0,-1 1 0,1-1 0,-1 1 0,1 0 0,-1-1 0,1 1 0,-1 0 0,0-1 0,1 1 0,-1 0 0,0-1 0,1 1 0,-1 0 0,0 0 0,0 0 0,0-1 0,0 1 0,0 0 0,0 0 0,0 0 0,0 0 0,1 46 0,-1-37 0,-13-21 0,13 7-917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0 3746,'9'0'13709,"-17"14"-8373,0 0-5319,-12 20 792,-1-2 0,-1-1 0,-2 0 0,-40 38 0,0 2-39,17-16-406,-276 340 2159,275-325-2127,-69 134 0,-58 81 418,85-148-486,-47 93-5,122-213-320,27-29-41,2 2-1478,14-11-5073,-4-5-6745,-15 14 5531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48 3618,'7'-32'5717,"-6"16"56,-2 50 357,-8 54 0,-17 27-2293,-54 108-5724,41-122 3533,36-96-1613,2-1 1,-1 1 0,1 0 0,-1-1 0,1 1 0,0 0 0,1 0 0,-1 0 0,1 0 0,0 0 0,1 0 0,0 5 0,0-7 15,0-1 0,0 0-1,1 0 1,-1 1 0,1-1 0,-1 0 0,1 0 0,0-1 0,-1 1 0,1 0 0,0 0 0,0-1 0,0 1-1,1-1 1,-1 0 0,0 0 0,1 0 0,-1 0 0,0 0 0,1 0 0,-1-1 0,1 1 0,-1-1-1,1 1 1,3-1 0,29 2-34,1-1-1,0-2 0,-1-1 1,1-2-1,38-9 0,12 0-9,-49 8-116,29-4-98,-24 10-3289,-27 2-1781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372 124 4802,'1'-10'582,"-1"-2"157,1 1 0,1-1 0,0 1 1,4-12-1,-4 18-63,0 1-1,0 0 1,0 0 0,0 0 0,1 0-1,-1 0 1,1 1 0,4-5 0,-7 8-599,0-1 0,0 1 1,1 0-1,-1 0 0,0 0 1,0-1-1,0 1 1,0 0-1,0 0 0,1-1 1,-1 1-1,0 0 0,0 0 1,0 0-1,0 0 0,1-1 1,-1 1-1,0 0 1,0 0-1,1 0 0,-1 0 1,0 0-1,0 0 0,1 0 1,-1 0-1,0 0 0,0 0 1,1 0-1,-1 0 1,0 0-1,0 0 0,1 0 1,-1 0-1,0 0 0,0 0 1,1 0-1,-1 0 0,0 0 1,0 0-1,1 0 1,-1 0-1,0 0 0,0 1 1,1-1-1,-1 0 0,0 0 1,0 0-1,0 0 0,0 1 1,1-1-1,-1 0 0,0 0 1,0 0-1,0 1 1,0-1-1,0 0 0,1 0 1,-1 1-1,0-1 0,0 0 1,0 0-1,0 1 0,0-1 1,0 1-1,0 21 3048,-15 101 1572,-22 61-2808,14-76-1125,-137 794 1063,146-812-1790,-4 0 0,-4-1-1,-59 154 1,45-147-1197,32-84-345,1 1 0,-3 26 0,6-38 1404,0-1 0,0 0-1,0 0 1,-1 0-1,1 1 1,0-1-1,0 0 1,0 0 0,0 1-1,0-1 1,0 0-1,0 0 1,0 0 0,0 1-1,0-1 1,0 0-1,0 1 1,0-1-1,0 0 1,0 0 0,0 1-1,0-1 1,0 0-1,0 0 1,0 1 0,0-1-1,0 0 1,0 0-1,0 0 1,1 1-1,-1-1 1,0 0 0,0 0-1,0 0 1,0 1-1,1-1 1,-1 0 0,0 0-1,0 0 1,0 0-1,1 1 1,-1-1-1,0 0 1,0 0 0,1 0-1,-1 0 1,0 0-1,0 0 1,0 0 0,1 0-1,-1 0 1,0 0-1,0 0 1,1 0-1,-1 0 1,1 0 0,10-13-5265,1-14-1488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2945,'1'1'284,"0"-1"0,-1 1 0,1 0 0,0 0-1,0-1 1,-1 1 0,1 0 0,-1 0 0,1 0-1,-1 0 1,1 0 0,-1 0 0,1 0 0,-1 0 0,0 0-1,0 0 1,1 0 0,-1 0 0,0 0 0,0 0-1,0 0 1,0 0 0,0 0 0,-1 1 0,1-1 0,0 0-1,0 0 1,-1 0 0,0 2 0,1-2-23,-1 0 0,1 0-1,-1 1 1,1-1 0,0 0 0,0 1 0,0-1 0,0 0 0,0 1 0,0-1 0,0 0 0,0 1-1,0-1 1,0 0 0,1 1 0,-1-1 0,1 0 0,-1 0 0,1 1 0,-1-1 0,1 0-1,0 0 1,0 0 0,-1 0 0,3 2 0,3 0 249,-1 1-1,1-2 1,0 1 0,1-1 0,-1 0-1,0 0 1,1 0 0,8 0-1,58 3 1057,-57-4-1228,341-13 1888,-226 4-1995,1674 25-1704,-1599-1 1735,423 11-846,-558-29 1421,-1-4 0,0-3 1,0-3-1,-1-2 0,0-4 1,116-47-1,-172 58-63,-14 7-204,-23 11-404,11 1-166,0-1 0,1 2 0,0 0 0,1 0 0,0 1 0,1 0 0,1 1 0,1 0 0,-10 21 0,-8 25 0,-18 71 0,35-105 0,-316 1233 0,273-1019 0,-27 114 0,-24-9 0,68-257 0,-67 126 0,102-214 0,0 0 0,0 0 0,-1 0 0,1 0 0,-1 0 0,1 0 0,-1 0 0,1 0 0,-1-1 0,1 1 0,-1 0 0,0 0 0,1 0 0,-1-1 0,0 1 0,0 0 0,1-1 0,-1 1 0,0-1 0,0 1 0,0-1 0,0 1 0,-1-1 0,-6-18 0,0-6 0,5 19 0,0-1 0,0 1 0,-1 0 0,0 0 0,0 0 0,0 0 0,-1 0 0,0 1 0,0 0 0,0 0 0,0 1 0,0-1 0,-1 1 0,0 0 0,1 0 0,-1 1 0,0 0 0,-1 0 0,1 0 0,0 1 0,-7-1 0,-16-2 0,-1 2 0,1 1 0,-41 4 0,35-1 0,-1248 22 0,640-39 0,4-34 0,605 45 0,21 3 0,0 0 0,-1 0 0,1-2 0,0 0 0,0 0 0,0-1 0,-21-10 0,34 14-2,0 0 0,-1 0 0,1-1-1,-1 1 1,1 0 0,0 0 0,-1-1 0,1 1 0,0 0-1,-1-1 1,1 1 0,0 0 0,-1-1 0,1 1 0,0-1 0,0 1-1,0 0 1,-1-1 0,1 1 0,0-1 0,0 1 0,0-1-1,0 1 1,0-1 0,0 1 0,0-1 0,0 1 0,0 0 0,0-1-1,0 1 1,0-1 0,0 1 0,0-1 0,0 1 0,1-1 0,-1 1-1,0 0 1,0-1 0,0 1 0,1-1 0,-1 1 0,0 0-1,1-1 1,-1 1 0,0 0 0,1-1 0,-1 1 0,0 0 0,1-1-1,-1 1 1,1 0 0,-1 0 0,0 0 0,1-1 0,-1 1-1,1 0 1,0 0 0,28-13-634,-28 13 573,56-16-6247,62-10 0,-86 19 2407,47-9-7019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59 2929,'-97'-24'2736,"-32"-6"4661,114 28-5795,-1 1 1,1 0 0,0 1-1,0 1 1,-25 4-1,36-4-1232,0 1 0,-1-1 1,1 1-1,0 0 0,0 1 0,-5 3 0,7-5-291,0 0 0,1 0 0,-1 0 0,1 1 0,-1-1 0,1 0 0,-1 1 0,1-1-1,0 1 1,0 0 0,0-1 0,0 1 0,0 0 0,0-1 0,0 1 0,0 3 0,2-4-17,0 1 0,-1-1 0,1 0 1,1 0-1,-1 0 0,0 0 0,0 0 1,0 0-1,0-1 0,1 1 1,-1 0-1,0-1 0,1 1 0,-1-1 1,0 1-1,1-1 0,-1 0 0,1 1 1,-1-1-1,1 0 0,-1 0 0,2 0 1,1 1 121,48 5 670,0-2-1,97-5 1,-92-1-696,888 13-167,-3 36-2498,-931-46 2459,125 7-395,332 15-410,-6-24 983,-393-1 1046,-1-4 0,1-2 0,131-35 0,-197 42-1104,1 0-7,1 0-1,0 0 1,-1-1 0,1 0-1,-1 0 1,1 0 0,-1-1-1,0 1 1,0-1 0,0 0-1,6-7 1,-9 10-65,-1 0 0,0-1 0,0 1 0,0 0 0,0 0 0,0 0 0,1 0 0,-1 0 0,0-1 0,0 1 0,0 0 0,0 0 0,0 0 0,0 0 0,0-1 0,0 1 0,0 0 0,0 0 0,1 0 0,-1 0 0,0-1 0,0 1 0,0 0 0,0 0 0,0 0 0,0-1 0,-1 1 0,1 0 0,0 0 0,0 0 0,0-1 0,0 1 0,0 0 0,0 0 0,0 0 0,0 0 0,0-1 0,0 1 0,-1 0 0,1 0 0,0 0 0,0 0 0,0 0 0,0 0 0,0-1 0,-1 1 0,1 0 0,0 0 0,0 0 0,-14 0 0,-15 5 0,18 0-30,0-1 0,0 2 1,0 0-1,1 0 0,-15 12 0,-1-1-2344,24-15 1381,-1-1 0,0 1 1,0-1-1,0 0 0,0 0 0,0 0 1,0 0-1,-5 0 0,-12 0-6616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3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5507,'64'-50'6895,"-6"4"-2189,-12 14 7539,-48 36-9747,-3 16-1902,-61 479-268,28-190-336,-18 156 8,54-438-696,3-13-2629,-1 3-6898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2593,'11'7'22534,"-2"-16"-21334,-2 5-1090,1 0 1,0 0 0,0 1-1,0 0 1,0 1-1,14-3 1,1 0 16,-1 0-120,-1 1-1,1 0 0,1 2 0,-1 0 0,0 2 0,1 1 0,-1 0 1,0 2-1,29 6 0,-44-8-41,0 0 1,0 0 0,-1 1-1,1 0 1,-1 0-1,1 1 1,-1 0-1,0 0 1,0 0-1,6 5 1,-11-7 39,-1-1-1,1 1 1,-1 0-1,0 0 1,1-1-1,-1 1 1,0 0-1,1 0 1,-1 0-1,0-1 1,0 1-1,0 0 1,1 0-1,-1 0 1,0 0-1,0 0 1,0 0-1,-1-1 1,1 1-1,0 0 1,0 0-1,0 0 1,-1 0-1,1-1 1,0 1-1,-1 0 1,1 0-1,0-1 1,-1 1 0,1 0-1,-1 0 1,0-1-1,1 1 1,-1-1-1,1 1 1,-1 0-1,0-1 1,0 1-1,1-1 1,-1 0-1,-1 1 1,-36 23 421,36-23-388,-30 14 403,-56 18 1,52-21-236,-40 20 1,76-32-208,-1 1-1,2-1 0,-1 0 1,0 0-1,0 1 1,0-1-1,0 0 0,0 0 1,0 1-1,0-1 0,0 0 1,0 0-1,0 1 1,0-1-1,1 0 0,-1 0 1,0 1-1,0-1 1,0 0-1,0 0 0,1 0 1,-1 0-1,0 1 1,0-1-1,1 0 0,-1 0 1,0 0-1,0 0 0,1 0 1,-1 0-1,0 1 1,0-1-1,1 0 0,-1 0 1,0 0-1,0 0 1,1 0-1,-1 0 0,0 0 1,0 0-1,1 0 1,-1 0-1,1-1 0,15 6 47,28 6-556,50 20 0,-82-26 437,0 0 1,0 1-1,-1 0 1,1 1-1,-2 0 1,1 1-1,-1 0 1,18 19-1,-26-25 109,0 1-1,1-1 1,-2 1-1,1 0 1,0-1-1,0 1 1,-1 0 0,0 0-1,1 0 1,-1 0-1,0 1 1,-1-1-1,1 0 1,0 0-1,-1 1 1,0-1 0,0 0-1,0 1 1,0-1-1,0 0 1,-1 0-1,0 4 1,-1-4 88,1 0 1,-1 0-1,1 0 1,-1 0-1,0-1 0,0 1 1,0-1-1,-1 0 1,1 1-1,-1-1 1,1 0-1,-1 0 0,1 0 1,-1-1-1,0 1 1,0-1-1,0 0 1,0 1-1,0-1 0,0 0 1,0-1-1,-5 2 1,-22 0 148,1 0 0,0-2 0,0-1 0,-1-1 0,1-2 0,-36-9 1,-12 0-196,72 13-101,10 1-1066,8 3-8484,-2-1 1149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67 1761,'3'-1'878,"0"-1"1,-1 1-1,1-1 1,0 0-1,-1 0 1,0 0-1,1 0 1,-1-1-1,0 1 1,0 0-1,0-1 1,0 0-1,-1 1 1,1-1-1,-1 0 1,0 0-1,1 0 0,-1 0 1,-1 0-1,1 0 1,0 0-1,-1 0 1,1 0-1,-1-5 1079,-7 37 454,-9 22-1011,-28 65 0,7-22-1017,-251 681 1797,72-200-1988,122-355-192,93-218 462,6-8-2085,0-1-3901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53 7267,'7'-24'1966,"-2"-4"15926,-17 50-15761,7-7-1936,1 0 0,0 0 0,1 1 0,0 0 0,1-1 0,1 1 0,1 0 0,0 0 1,1 0-1,1-1 0,0 1 0,1-1 0,1 1 0,0-1 0,1 0 0,1 0 0,7 15 0,-2-13-195,-1 0 0,-1 1 0,-1 1 0,-1 0 0,0 0 0,-2 0 0,0 0 0,3 22 0,-4 9-758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14807,'-7'0'3842,"-9"6"-945,-5 7 640,-2 10-703,-2 6-1009,2 3-481,2 1-447,0-4-545,4-2-128,3-1-224,1-8-16,0-1-945,5-2-895,0-5-1666,-1-1-2225,-3 3-4898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92 4866,'6'-14'1469,"10"-32"3108,-15 19 1655,-1 27-6100,0 0 1,0 0-1,0-1 0,0 1 1,0 0-1,0 0 0,0 0 1,0-1-1,0 1 0,0 0 1,0 0-1,-1-2 1192,0 2-1192,1 0 1,0 0-1,0 0 0,0 0 1,0 0-1,-1 0 0,1 0 1,0-1-1,0 1 0,0 0 1,-1 0-1,1 0 1,0 0-1,0 0 0,0 0 1,-1 0-1,1 0 0,0 0 1,0 0-1,-9 8 2143,-6 12-558,-3 15-542,1 2 0,2-1 0,1 2 1,-15 68-1,-16 162-979,20 290-81,20-235-275,-28-5-1361,28-297-566,2-14-864,3-36-11655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60 233 7363,'-1'-3'247,"0"1"359,0-1-1,1 1 0,-1-1 1,0 1-1,1 0 1,0-1-1,0 1 0,-1-1 1,1 1-1,1-1 1,0-4-1,0 6-401,0 0-1,0-1 1,1 1-1,-1 0 0,1 1 1,-1-1-1,0 0 1,1 0-1,0 1 1,-1-1-1,1 0 1,-1 1-1,1 0 1,0-1-1,-1 1 1,1 0-1,0 0 1,-1 0-1,4 0 1,340-21 5958,177 17-4121,-190 4-1910,-301 0-154,774-15-3550,-9-41 1665,-467 3 5102,-300 47-2460,-15 4 250,-1-1 0,1-1 1,0 0-1,23-11 1,-48 22-646,-54 31 650,-70 56 0,115-77-1011,1 0 0,1 0 0,0 2 0,1 0 1,1 2-1,1-1 0,-19 36 0,14-15 22,2 1 0,-16 59 0,-16 93 0,33-123 0,-115 428 0,-75 341 0,174-703 0,32-139 0,0 1 0,0-1 0,0 0 0,0 1 0,0-1 0,-1 1 0,1-1 0,0 1 0,-1 0 0,1 0 0,-1-1 0,0 1 0,1 0 0,-4-1 0,-34-19 0,10 13 0,0 1 0,-1 1 0,0 2 0,0 1 0,-60 1 0,32 1 0,-741-3 0,-327-16 0,953 2 0,138 12-518,72-2-14331,-4 7 5261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159 159 4466,'-50'-18'1798,"-58"-24"6665,129 48-2959,19-4-2829,-13 0-1538,394 17 2921,0-31-4403,-230 4 538,501-10-1844,416-17-732,-1106 35 2387,253-19 2113,-200 10-439,-37 1-518,-18 8-1140,0 0-1,0 0 1,0 0-1,0 0 0,1-1 1,-1 1-1,0 0 1,0 0-1,0 0 1,0-1-1,0 1 0,0 0 1,0 0-1,0 0 1,0 0-1,0-1 1,0 1-1,0 0 0,0 0 1,0 0-1,0 0 1,-1-1-1,1 1 0,0 0 1,0 0-1,0 0 1,0 0-1,0-1 1,0 1-1,0 0 0,0 0 1,-1 0-1,1 0 1,0 0-1,0 0 1,0-1-1,0 1 0,0 0 1,-1 0-1,1 0 1,0 0-1,0 0 0,0 0 1,-1 0-1,-30-8 615,3 5-657,-1 1 1,0 2-1,0 1 1,-50 9-1,-19 10-3615,3 4-6607,55-14 966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65 100 3169,'6'-6'1098,"-1"0"-1,-1 0 0,1-1 0,-1 0 0,0 0 0,3-8 1,-6 11 180,1-1 0,0 1 0,-1-1 0,0 1 0,0-1 0,0-7 0,-4 5 2825,-3 13-826,-6 12 118,6 7-3054,1 0 1,0 0-1,2 0 0,1 0 0,2 27 0,-1-34-192,-2 89-149,-1 110 0,-39 251 0,31-414 275,8-40-1677,9-36-4375,3-23-5613,-2 20 4184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48 6003,'0'-3'825,"-1"0"265,1 0 1,0 0-1,0 1 1,0-1-1,1 0 1,-1 0 0,1 0-1,-1 0 1,1 0-1,0 0 1,0 1-1,0-1 1,3-5-1,-3 14 3447,-1 15-2879,0-15-919,-9 259 2440,5-184-3194,2-68-326,0 5-1588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51 165 3730,'12'-13'4956,"-5"5"-2364,1 0 1,0 0-1,0 1 0,15-11 0,-22 17-2446,1 0-1,-1 0 1,0 1 0,1-1 0,-1 0-1,1 1 1,-1-1 0,1 1 0,0-1-1,-1 1 1,1-1 0,-1 1 0,1 0-1,0 0 1,-1 0 0,1 0 0,0 0 0,-1 1-1,1-1 1,-1 0 0,1 1 0,0-1-1,-1 1 1,1-1 0,-1 1 0,1 0-1,-1 0 1,0-1 0,1 1 0,-1 0-1,0 0 1,1 1 0,-1-1 0,0 0-1,0 0 1,0 1 0,1 2 0,-1-3-97,0 1 0,0-1 0,0 1 0,-1-1-1,1 1 1,0-1 0,-1 1 0,0 0 0,1 0 0,-1-1 0,0 1 0,0 0 0,0-1 0,0 1 0,0 0 0,0 0 0,0-1 0,-1 1-1,1 0 1,-1-1 0,1 1 0,-1 0 0,0-1 0,1 1 0,-1-1 0,0 1 0,0-1 0,0 1 0,0-1 0,0 0 0,-1 0-1,1 1 1,-3 1 0,1 0-22,-1 0 0,0 0 0,0-1 0,-1 1-1,1-1 1,-1 0 0,1 0 0,-1 0-1,0 0 1,-5 0 0,7-1-14,0-1 0,-1 1 0,1-1 1,-1 0-1,1 0 0,-1 0 0,1-1 0,0 1 0,-1-1 0,1 0 0,-1 0 1,1 0-1,0 0 0,0-1 0,0 1 0,0-1 0,-4-2 0,6 2 3,-1 1-1,1-1 0,0 1 0,0-1 0,0 0 1,0 1-1,0-1 0,0 0 0,1 0 1,-1 1-1,1-1 0,-1 0 0,1 0 1,0 0-1,-1 0 0,1 0 0,0 0 1,0 1-1,1-1 0,-1 0 0,0 0 0,0 0 1,1 0-1,-1 0 0,1 1 0,0-1 1,0 0-1,-1 0 0,1 1 0,0-1 1,0 0-1,3-1 0,3-9-21,2 1 0,0 0-1,0 0 1,1 1 0,0 0 0,1 1-1,0 0 1,23-13 0,-33 21 6,-1 1 1,1 0-1,0-1 1,-1 1-1,1 0 0,0 0 1,0-1-1,-1 1 1,1 0-1,0 0 0,0 0 1,0 0-1,-1 0 0,1 0 1,0 0-1,0 0 1,-1 0-1,1 1 0,0-1 1,0 0-1,-1 0 1,1 1-1,0-1 0,0 0 1,-1 1-1,1-1 1,-1 1-1,1-1 0,0 1 1,-1-1-1,1 1 1,-1-1-1,1 1 0,-1 0 1,1-1-1,-1 1 1,0 0-1,1-1 0,-1 1 1,0 0-1,1-1 0,-1 1 1,0 0-1,0 0 1,0 0-1,0-1 0,0 1 1,0 1-1,5 44 427,-5-42-377,1 12 188,-2 1 0,0-1-1,-4 21 1,4-31-127,0 0 0,-1 0 0,0-1 0,0 1 0,0 0 0,0-1 0,-1 1 0,0-1-1,0 0 1,-1 0 0,0 0 0,-4 5 0,7-10-109,1 1-1,-1-1 1,1 1-1,-1-1 1,1 1-1,-1-1 1,0 1-1,1-1 1,-1 0-1,0 1 1,1-1-1,-1 0 1,0 1-1,0-1 1,1 0-1,-1 0 1,0 0-1,0 0 1,1 0-1,-1 0 1,0 0-1,0 0 1,1 0-1,-1 0 1,0 0-1,0 0 1,1 0-1,-1-1 1,0 1-1,1 0 1,-2-1-1,0 0 0,1-1-1,-1 1 1,1-1-1,0 0 1,-1 0 0,1 1-1,0-1 1,0 0 0,0 0-1,0 0 1,0-3-1,-2-4-1,0-1 0,1 0 0,-2-18 0,2 10 1,0-58 0,2 71 0,0 0 0,1-1 0,-1 1 0,1 0 0,0 0 0,1 0 0,-1 0 0,1 0 0,0 0 0,0 1 0,4-7 0,-6 11 0,1-1 0,-1 0 0,1 1 0,-1-1 0,1 1 0,-1-1 0,1 1 0,0-1 0,-1 1 0,1-1 0,-1 1 0,1 0 0,0-1 0,0 1 0,-1 0 0,1-1 0,0 1 0,-1 0 0,1 0 0,0 0 0,0 0 0,0 0 0,-1 0 0,1 0 0,0 0 0,1 0 0,0 1 0,-1 0 0,1-1 0,-1 1 0,1 0 0,-1 0 0,1 0 0,-1 0 0,1 0 0,-1 1 0,0-1 0,2 2 0,23 40 0,-25-42 0,2 6 0,0 0 0,0 0 0,-1 0 0,0 0 0,0 1 0,0-1 0,-1 1 0,0-1 0,-1 1 0,0 13 0,0-19 0,-1 1 0,1-1 0,-1 1 0,0-1 0,1 1 0,-1-1 0,0 0 0,0 1 0,-1-1 0,1 0 0,0 0 0,-1 0 0,1 0 0,-1 0 0,0 0 0,1 0 0,-1 0 0,0-1 0,0 1 0,0-1 0,-1 0 0,1 1 0,0-1 0,0 0 0,-1 0 0,1 0 0,-1-1 0,1 1 0,-1 0 0,1-1 0,-1 0 0,1 1 0,-1-1 0,1 0 0,-4-1 0,-5 1 0,0-1 0,0 0 0,1-1 0,-17-4 0,23 5 0,1 0 0,0 0 0,-1 0 0,1-1 0,0 1 0,0-1 0,0 0 0,0 0 0,0 0 0,0 0 0,0 0 0,1 0 0,-1-1 0,1 0 0,-1 1 0,1-1 0,-3-6 0,5 8 2,-1 1 0,1-1 0,0 0 0,0 0 0,0 0-1,0 0 1,0 0 0,0 0 0,0 0 0,0 0 0,0 0 0,0 0 0,0 0 0,0 0 0,1 0 0,-1 1-1,0-1 1,1 0 0,-1 0 0,1 0 0,-1 0 0,1 1 0,-1-1 0,1 0 0,0 0 0,-1 1-1,1-1 1,0 0 0,0 1 0,-1-1 0,1 1 0,0-1 0,0 1 0,0 0 0,0-1 0,-1 1 0,1 0-1,0-1 1,0 1 0,0 0 0,0 0 0,1 0 0,4-2-893,0 1 0,0 1 0,0-1 0,0 1 0,7 0 0,17 3-6667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2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52 8244,'4'-5'9346,"8"-7"-6431,-11 12-2714,0-1 0,0 1-1,-1-1 1,1 1-1,0-1 1,0 1-1,0 0 1,0-1-1,0 1 1,-1 0 0,1 0-1,0 0 1,0-1-1,0 1 1,0 0-1,0 0 1,0 0 0,0 1-1,0-1 1,0 0-1,0 0 1,-1 0-1,1 1 1,0-1 0,0 0-1,0 1 1,1 0-1,-1 1 18,1-1 0,-1 1-1,0-1 1,0 1 0,0 0-1,0-1 1,0 1 0,-1 0-1,1 0 1,0 0 0,-1 0-1,1 3 1,1 8 207,-1 0 0,-1 0 0,-1 14 0,1-24-321,0 1-53,0-1 0,0 1 0,-1 0 0,0-1 0,1 0 0,-1 1 0,0-1 0,-1 1 0,1-1 0,0 0 0,-1 0-1,0 0 1,0 0 0,0 0 0,0 0 0,0 0 0,-1-1 0,-2 3 0,3-3-23,0-1 1,-1 0-1,1 0 1,-1 0-1,1 0 0,-1 0 1,1 0-1,-1-1 1,0 0-1,1 1 1,-1-1-1,0 0 0,1 0 1,-1 0-1,0 0 1,1-1-1,-1 1 1,0-1-1,1 0 0,-1 0 1,1 0-1,-1 0 1,1 0-1,-4-3 1,3 3-24,1 0 1,-1 0 0,1 0 0,-1 0-1,1-1 1,0 1 0,0-1 0,0 1-1,0-1 1,0 0 0,0 0 0,0 0-1,1 0 1,-1 0 0,1-1 0,-1 1 0,1 0-1,0-1 1,0 1 0,0-1 0,0 1-1,0-1 1,1 1 0,-1-1 0,1 0-1,-1 1 1,1-1 0,0 0 0,0 0 0,1 1-1,-1-1 1,0 1 0,1-1 0,0 0-1,-1 1 1,1-1 0,0 1 0,0-1-1,1 1 1,-1 0 0,3-4 0,2-3-32,0 1 0,0 1-1,1-1 1,0 1 0,0 1 0,1-1 0,0 1 0,0 0 0,18-8 0,-21 11 10,0 0 1,0 1-1,0 0 1,1 0 0,-1 1-1,1-1 1,-1 1-1,1 0 1,-1 1-1,1-1 1,0 1-1,-1 0 1,8 2-1,-9-1 17,-1 0 1,0 0-1,0 0 0,0 1 0,-1 0 0,1-1 0,0 1 0,-1 0 0,1 0 1,-1 1-1,1-1 0,-1 0 0,0 1 0,0 0 0,0-1 0,0 1 1,-1 0-1,1 0 0,-1 0 0,0 0 0,1 0 0,-1 0 0,0 5 0,2 2 70,0-1-1,-1 1 0,-1 0 0,0 0 1,1 11-1,-2-19-67,0 0 1,0 0-1,0-1 1,0 1-1,-1 0 1,1 0-1,0 0 0,-1 0 1,1 0-1,-1-1 1,0 1-1,0 0 1,0-1-1,1 1 0,-1 0 1,-1-1-1,1 1 1,0-1-1,0 1 1,-1-1-1,1 0 0,0 0 1,-1 1-1,1-1 1,-1 0-1,0 0 1,1 0-1,-1-1 0,0 1 1,0 0-1,1-1 1,-1 1-1,0-1 1,-3 1-1,-1-1-3,0 0 0,0 0 0,0-1 0,0 0 0,0 0 0,0 0 0,0-1 0,0 0 0,0 0 0,-7-4 0,10 5 0,0-1 0,1 1 0,-1 0 0,1-1 0,-1 0 0,1 0 0,0 0 0,-1 0 0,1 0 0,0 0 0,0-1 0,0 1 0,1 0 0,-1-1 0,1 0 0,-1 1 0,1-1 0,0 0 0,0 0 0,0 0 0,0 1 0,1-1 0,-1-5 0,1 6 0,1-1 0,-1 1 0,1-1 0,0 1 0,0 0 0,0-1 0,0 1 0,1 0 0,-1 0 0,0-1 0,1 1 0,0 0 0,-1 1 0,1-1 0,0 0 0,0 0 0,0 1 0,0-1 0,0 1 0,0 0 0,1-1 0,-1 1 0,0 0 0,3 0 0,3-3 0,0 2 0,0-1 0,0 1 0,0 0 0,0 1 0,10-1 0,-14 2 0,1 0 0,-1 0 0,0 1 0,1 0 0,-1-1 0,0 2 0,0-1 0,0 0 0,0 1 0,0 0 0,0 0 0,0 0 0,0 1 0,-1-1 0,1 1 0,-1 0 0,1 0 0,-1 0 0,0 0 0,2 4 0,-4-5 0,1 0 0,-1 0 0,0 0 0,0 0 0,0 0 0,-1 0 0,1 0 0,-1 0 0,1 1 0,-1-1 0,1 0 0,-1 0 0,0 1 0,0-1 0,0 0 0,-1 0 0,1 1 0,0-1 0,-1 0 0,1 0 0,-1 0 0,0 1 0,0-1 0,0 0 0,0 0 0,0 0 0,0-1 0,-1 1 0,1 0 0,0 0 0,-1-1 0,0 1 0,1-1 0,-1 1 0,0-1 0,0 1 0,0-1 0,0 0 0,-3 1 0,0 1 0,-1 0 0,1-1 0,0 0 0,-1 0 0,0 0 0,0-1 0,-5 1 0,8-1 0,0-1 0,0 1 0,0-1 0,0 0 0,0 0 0,0-1 0,1 1 0,-1 0 0,0-1 0,0 0 0,0 0 0,1 1 0,-1-2 0,0 1 0,1 0 0,-4-3 0,6 4 5,-1 0-1,1 0 1,0 0 0,-1 0 0,1 0-1,0-1 1,0 1 0,-1 0-1,1 0 1,0-1 0,0 1 0,-1 0-1,1 0 1,0-1 0,0 1 0,0 0-1,0 0 1,-1-1 0,1 1-1,0 0 1,0-1 0,0 1 0,0 0-1,0-1 1,0 1 0,0 0 0,0-1-1,0 1 1,0 0 0,0 0-1,0-1 1,0 1 0,0 0 0,0-1-1,0 1 1,0 0 0,0-1-1,0 1 1,0 0 0,1-1 0,-1 1-1,0 0 1,0 0 0,0-1 0,1 1-1,-1 0 1,0 0 0,0-1-1,1 1 1,-1 0 0,0 0 0,1-1-272,0 1 0,0 0 0,0-1 0,0 1 0,-1 0 0,1 0 0,0-1 0,0 1 0,0 0 0,0 0 0,0 0 0,0 0 0,-1 0 0,1 1 1,0-1-1,0 0 0,0 0 0,1 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2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3009,'-39'34'1393,"32"-29"-1375,-16 18-70,22-23 60,1 0 0,0 1 0,-1-1 0,1 0 0,0 1 0,-1-1 0,1 1 0,0-1 0,-1 0 0,1 1 0,0-1 1,0 1-1,-1-1 0,1 1 0,0-1 0,0 1 0,0-1 0,0 1 0,0-1 0,0 1 0,-1-1 0,1 1 0,0-1 0,1 1 0,-1-1 0,0 1 0,0-1 0,0 1 0,0-1 0,0 1 0,0-1 0,1 1 1,-1-1-1,0 1 0,0-1 0,1 1 0,-1-1 0,0 0 0,1 1 0,-1-1 0,0 1 0,1-1 0,-1 0 0,1 0 0,-1 1 0,15-13 5827,-14 11-5795,-1 1 0,0 0 0,1 0 0,-1-1 0,0 1 1,1 0-1,-1-1 0,0 1 0,1 0 0,-1-1 0,0 1 0,0-1 0,0 1 0,1 0 0,-1-1 0,0 1 0,0-1 0,0 1 0,0-1 0,0 1 0,0-1 1,0 1-1,0 0 0,0-1 0,0 1 0,0-1 0,0 1 0,0-1 0,0 1 0,0 0 0,0-1 0,-1 1 0,1-1 0,0 1 0,0-1 0,-1 1 0,1 0 0,0-1 1,0 1-1,-1 0 0,1-1 0,0 1 0,-1 0 0,1 0 0,0-1 0,-1 1 0,1 0 0,-1 0 0,1-1 0,0 1 0,-1 0 0,1 0 0,-1 0 0,0 0 1,-3-7 2524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6 118 5378,'11'-28'602,"-9"23"140,0-1 1,0 1-1,0 0 0,0 0 1,6-7-1,-8 11-599,0 1-1,1 0 1,-1 0-1,0-1 1,1 1-1,-1 0 1,0-1-1,0 1 1,1 0-1,-1-1 1,0 1 0,0-1-1,0 1 1,0 0-1,0-1 1,1 1-1,-1 0 1,0-1-1,0 1 1,0-1-1,0 1 1,0 0-1,0-1 1,0 1-1,0-1 1,0 1 0,0-1-1,0 1 1,-1 0-1,1-1 1,0 1-1,0 0 1,0-1-1,0 1 1,-1-1-1,1 1 1,0 0-1,0-1 1,-1 1-1,1 0 1,0 0 0,-1-1-1,1 1 1,0 0-1,-1 0 1,1-1-1,0 1 1,-1 0-1,1 0 1,0 0-1,-1 0 1,1 0-1,-1-1 1,1 1-1,-1 0 1,-25-1 2849,22 1-1325,29-8 779,-21 2-720,-4 6-1697,0 0 1,0-1-1,0 1 1,0 0-1,0 0 1,0 0-1,0-1 1,0 1-1,0 0 1,0 0-1,0 0 0,0-1 1,0 1-1,1 0 1,-1 0-1,0 0 1,0-1-1,0 1 1,0 0-1,0 0 1,1 0-1,-1 0 1,0 0-1,0-1 1,0 1-1,1 0 1,-1 0-1,0 0 1,0 0-1,0 0 1,1 0-1,-1 0 1,0 0-1,0 0 1,0 0-1,1 0 1,-1 0-1,0 0 0,0 0 1,1 0-1,-1 0 1,0 0-1,1 0-2,-1 0-51,45-10 1323,-43 9-1237,0 0 0,0 1-1,0-1 1,0 1 0,1 0 0,-1 0-1,0-1 1,0 1 0,0 1-1,0-1 1,0 0 0,1 0 0,-1 1-1,0-1 1,0 1 0,0 0-1,0 0 1,0 0 0,0 0 0,-1 0-1,1 0 1,0 0 0,3 3-1,6 5 70,0 1 0,16 18 0,3 2 324,56 36 123,-34-29-563,-2 3-1,60 62 1,-18 10-15,-61-72 0,2-1 0,51 47 0,233 220 0,-270-260 0,2-1 0,65 44 0,-89-68 0,-1 0 0,-1 2 0,27 33 0,32 32 0,-14-26 0,75 75 0,55 55 0,-60-63 0,-116-106 0,0-4 0,-1 2 0,-2 1 0,0 0 0,-1 2 0,-1 0 0,16 31 0,38 97 0,-71-152-7,0-1-1,0 1 1,0 0 0,0 0-1,0 0 1,0 0 0,1 0-1,-1 0 1,0 0 0,0 0-1,0 0 1,0 0 0,0 0-1,0 0 1,0 0 0,0 0-1,0-1 1,0 1 0,1 0-1,-1 0 1,0 0 0,0 0-1,0 0 1,0 0 0,0 0-1,0 0 1,0 0 0,0 0-1,1 0 1,-1 0 0,0 0-1,0 0 1,0 1 0,0-1-1,0 0 1,0 0 0,0 0-1,-2-23 699,-3-8-2451,-3 8-5872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18 6499,'-12'-17'13767,"18"22"-11875,-5-4-1813,16 17 1502,-1 1-1,-1 0 1,-1 1 0,-1 1 0,12 24-1,4 4-654,49 67-794,24 41-144,-102-155 12,1-1 0,0 1 0,-1-1 0,1 1 0,-1-1 0,1 1 0,-1-1 0,0 1 0,0 0 0,0-1 0,0 1 0,0 0 0,0-1 0,0 1 0,0-1 0,-1 1 0,1 0 0,-1-1 0,1 1 0,-1-1 0,0 1 0,1-1 0,-1 0 0,0 1 0,0-1 0,0 0 0,0 1 0,0-1 0,0 0 0,0 0 0,-1 0 0,1 0 0,-2 1 0,-6 5 0,-1-1 0,0 0 0,-20 7 0,11-4 0,-160 71 653,142-68-1612,-41 9 0,3-9-5259,52-12-161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269 393 4386,'-49'-160'4635,"-8"3"4131,53 148-7808,0 0-1,0 0 1,-1 1 0,0-1 0,-8-8 0,12 16-832,0-1 1,0 1-1,0 0 1,0 0-1,0 0 1,0 1-1,0-1 1,0 0-1,0 0 1,0 0-1,0 1 1,-1-1-1,1 1 1,0-1 0,0 1-1,-1-1 1,1 1-1,-1 0 1,1 0-1,0 0 1,-1-1-1,1 1 1,0 1-1,-1-1 1,1 0-1,-1 0 1,1 0-1,0 1 1,-1-1-1,1 1 1,0-1-1,0 1 1,-1-1-1,1 1 1,0 0-1,0-1 1,0 1 0,0 0-1,0 0 1,0 0-1,0 0 1,0 0-1,0 0 1,0 0-1,1 1 1,-2 1-1,-6 9 219,2 1 0,0-1-1,0 1 1,1 0 0,1 1-1,0-1 1,1 1 0,-3 26 0,4-27-270,-9 71-46,3 0 1,4 1 0,8 88 0,40 255-40,-27-308 10,50 519 0,-64-547 0,-3 1 0,-5-1 0,-4 0 0,-39 173 0,21-183-1659,20-72-2533,6-25-2541,4-18-2949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3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2065,'0'-2'894,"0"-18"513,0 1 0,1-1 0,1 1 0,8-34 0,-8 48-1204,-1 1 0,1-1 1,0 0-1,0 0 0,1 1 0,-1-1 0,1 1 1,0 0-1,0 0 0,1 0 0,-1 0 0,1 0 1,0 1-1,0 0 0,0 0 0,0 0 0,1 0 1,-1 1-1,1-1 0,0 1 0,0 0 0,-1 0 1,7 0-1,11-2 696,0 2 0,-1 0-1,1 2 1,0 0 0,34 5 0,-1 0 207,621-22 2018,-461 3-2964,2061-9-1329,-2070 30 1177,182 4 1281,-217-18 3508,-171 7-4752,0 0 0,1 0 0,-1 0 1,0-1-1,1 1 0,-1 0 0,0 0 0,1 0 1,-1 0-1,0 0 0,1 0 0,-1 0 0,1 0 1,-1 0-1,0 0 0,1 0 0,-1 0 0,0 1 1,1-1-1,-1 0 0,0 0 0,1 0 0,-1 0 1,0 0-1,0 1 0,1-1 0,-1 0 0,0 0 1,0 1-1,1-1 0,-1 0 0,0 0 0,0 1 0,1-1 1,-1 0-1,0 1 0,0-1 0,0 0 0,0 1 1,0-1-1,0 0 0,1 1 0,-1-1 0,0 0 1,0 1-1,0-1 0,0 0 0,0 1 0,0-1 1,0 0-1,0 1 0,-1-1 0,1 0 0,0 1 1,0-1-1,0 0 0,0 1 0,-1 0 0,-15 19 524,12-16-627,-31 40 61,1 1-1,2 2 0,2 1 1,-36 78-1,-69 217-3,85-189 1,7 1 0,6 2 0,-19 200 0,39-159 0,9 1 0,20 245 0,-8-393 0,7 139 0,-11-152 0,-2 0 0,-11 72 0,11-101 0,0-1 0,0 0 0,-1 0 0,1 0 0,-2-1 0,-7 15 0,9-20 0,1 0 0,-1 0 0,0 1 0,0-1 0,0 0 0,0-1 0,0 1 0,0 0 0,-1-1 0,1 1 0,-1-1 0,1 1 0,-1-1 0,1 0 0,-1 0 0,0-1 0,0 1 0,1 0 0,-1-1 0,0 0 0,0 1 0,0-1 0,-5-1 0,-30-4 0,0-2 0,-58-19 0,11 2-8,-212-40-149,-351-29-1,-305 32 318,574 54-97,5 33-99,335-21-406,0 3 0,1 1 0,-44 16 0,60-16-723,1 0-1,-26 16 1,32-15-729,0 1 0,0 0-1,-18 19 1,27-22-4018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90 4882,'-17'-7'350,"-25"-10"2257,18 4 2184,54 7-8,222-8-486,134 8-3761,-255 5-230,614-1-310,342-5 160,-904 2 676,299-6 1485,-159 14 2834,-284-5-3662,-31 1-1455,-1 0 1,1 1-1,0 0 0,0 0 0,-1 1 1,1 0-1,12 3 0,-18 0-121,-9 2-236,-10 1-830,-24 3-6311,-81 10 0,99-17 4533,-53 6-7741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4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170 239 2481,'26'-39'922,"-22"35"-720,0 0 1,-1-1-1,0 0 1,0 1-1,0-1 0,0 0 1,-1 0-1,0 0 1,0-1-1,0 1 1,1-10-1,-2 10-140,0 1-1,-1-1 1,0 0-1,0 1 1,0-1-1,0 0 1,-1 1-1,0-1 1,0 1-1,0-1 1,-1 1-1,1 0 1,-1-1 0,0 1-1,0 0 1,0 0-1,-1 0 1,0 0-1,-5-5 1,3 5-142,0 0 0,0 0 0,0 1 0,-1-1 0,0 1 0,0 1 0,0-1 0,0 1 1,0 0-1,0 1 0,0-1 0,-1 1 0,-10 0 0,17 1 84,-55-2-103,51 2 348,0 0-1,1 0 1,-1 0 0,0 1-1,1 0 1,-1 0 0,1 0-1,-1 0 1,1 0 0,-1 1-1,1 0 1,-5 3-1,7-5-62,1 1-1,0-1 1,-1 1 0,1-1-1,-1 1 1,1-1-1,0 1 1,-1-1-1,1 1 1,0-1-1,0 1 1,0 0-1,-1-1 1,1 1-1,0-1 1,0 1-1,0 0 1,0-1-1,0 1 1,0 0-1,0-1 1,0 1-1,0-1 1,1 1-1,-1 0 1,0-1-1,0 1 1,1-1-1,-1 1 1,0 0-1,0-1 1,1 1-1,-1-1 1,1 1-1,0 0 1,19 19 3967,-12-13-2776,-1 1-725,0 1 1,0 0-1,-1 0 0,-1 1 1,1 0-1,-1 0 1,-1 0-1,0 0 0,0 1 1,-1 0-1,2 15 1,2 16 566,1 70 0,-7-84-825,0-5-191,4 392 410,-13-217-613,9-186 0,-2 0 0,0-1 0,0 1 0,-1 0 0,-4 12 0,1-8 0,-14 66 0,1-12 0,-9 76 0,28-117-1481,5-21-2403,6-16-2351,2-11-1678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21 5939,'-2'-2'400,"0"0"0,0 0 0,0 0 0,-1 0 0,1 1 0,-1-1 0,1 1 1,-1 0-1,0 0 0,1 0 0,-1 0 0,0 0 0,0 1 0,0-1 0,0 1 0,1-1 0,-1 1 1,0 0-1,0 0 0,0 1 0,0-1 0,0 1 0,0-1 0,-5 3 0,-8 2 563,1 0 0,-1 2 0,-15 8 0,23-11-565,-7 4 204,0 0 1,1 0-1,0 1 1,1 1-1,-19 17 1,26-21-416,0 1 1,0 0-1,1 1 1,0-1-1,0 1 0,1 0 1,0 0-1,0 0 0,1 1 1,0 0-1,-3 15 1,3-12-116,1 1 1,1 0-1,-1 0 0,2 0 1,0 0-1,4 24 1,-4-33-64,1-1 1,-1 0-1,1 0 1,0 0-1,1 0 1,-1 0-1,0 0 1,1 0-1,0 0 1,0 0-1,0-1 1,0 1-1,0-1 1,0 1-1,0-1 1,1 0-1,-1 0 1,1 0-1,0 0 1,0-1-1,0 1 1,-1-1-1,1 1 1,1-1-1,-1 0 1,0 0-1,0 0 1,0-1-1,0 1 1,1-1-1,6 0 1,5 0-29,0-2 0,1 0 0,-1 0 0,0-2 0,0 0 0,-1 0 0,1-1 0,-1-1 0,0-1 0,0 0 0,-1-1 0,23-16 0,-25 16 202,-1-1 0,0 1 0,0-2 0,-1 1 0,0-1 0,0-1 0,-1 0 0,-1 0 0,0 0 0,0-1 0,-1 0 0,-1-1 0,0 1 0,-1-1 0,1-15 2697,-5 28-2801,-8 17 529,-11 26-772,6-7 164,1 1 0,2 0 0,2 1 0,1 0 0,2 0 0,1 1 0,4 66 0,22 72 0,-17-108 0,-5-74-181,1 1 0,0-1 0,0 1 0,0 0 0,1-1 0,3-6 0,3-10-4045,-4-1-4421,-4 10 489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1188 1 4818,'-8'8'8155,"-5"9"-3456,-36 59-1328,29-44-1596,-340 454 3536,33-52-5070,307-404-223,-346 474 1357,342-474-1308,23-28-74,15-18-266,17-16-2866,-9 12-4814,-17 16 5043,3-2-4298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20 117 3842,'1'-2'118,"7"-16"1884,2-1-1,14-22 1,-20 36-970,0-1 0,0 1 0,1 0 0,0 0 0,0 1 0,10-3 5207,-15 8-6163,-4 13 2005,-8 16-665,5-16-847,-53 130 2494,55-128-2955,0 0-1,1 1 0,1-1 0,1 1 1,0 0-1,1 0 0,1 19 0,1-32-76,-1 0 0,1 1-1,-1-1 1,1 1 0,0-1 0,1 0-1,-1 0 1,1 1 0,0-1-1,0 0 1,0-1 0,1 1 0,-1 0-1,1-1 1,0 1 0,0-1-1,0 0 1,0 0 0,1 0 0,-1 0-1,1 0 1,0-1 0,-1 0-1,1 0 1,0 0 0,1 0 0,-1-1-1,0 1 1,0-1 0,1 0 0,-1 0-1,1-1 1,-1 1 0,0-1-1,1 0 1,8-1 0,24-5 56,-1-2-1,0-1 1,55-21 0,20-6-469,-91 30 37,49-10-1520,-64 15 1239,0 1 0,1 0 0,-1 0 0,0 0 0,0 1 0,7 1 0,-11-2 297,0 1-1,0-1 1,0 0 0,0 1 0,0-1 0,0 1-1,0-1 1,0 1 0,0-1 0,0 1 0,0 0 0,-1-1-1,1 1 1,0 0 0,-1 0 0,1-1 0,1 3-1,1 16-9285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86 244 5026,'-5'-10'183,"-5"-9"889,1-1-1,-12-35 1,19 48-749,1 0 0,0 0 0,0-1-1,0 1 1,1-1 0,0 1 0,0 0 0,1-1 0,0 1 0,0 0 0,5-13 0,-5 16-356,16-32 8056,-17 36-7961,-2 24 1843,-26 563 5616,49-2-6025,-8-300-917,-10-167-521,-6 1 0,-5-1 0,-32 159 0,34-249-306,-5 35-682,11-25-3001,7-50-4788,-2-15 1972,1-13-632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 6179,'-7'-10'1560,"3"16"540,8 24 1569,2-18-3105,0-1 1,1 0-1,0-1 1,1 1-1,0-2 1,0 1-1,1-1 1,0 0-1,1-1 1,0 0-1,0 0 1,1-1-1,0-1 1,20 10-1,3-1 55,0-2-1,0-2 1,1 0-1,37 4 0,34 2 428,161 4-1,117-21-688,-328-1-369,2011-18-1074,-1740 14 3560,-316 5-2225,-8-1-106,0 1 0,1 0 0,-1 0 1,0 0-1,1 0 0,-1 1 0,0-1 0,0 1 0,1 0 0,-1 0 1,0 0-1,5 3 0,-8-4-114,0 0 1,0 0-1,0 1 1,1-1 0,-1 0-1,0 0 1,0 1-1,0-1 1,0 0-1,0 0 1,0 1-1,0-1 1,0 0-1,0 0 1,0 1-1,0-1 1,0 0-1,0 1 1,0-1-1,0 0 1,0 0-1,-1 1 1,1-1 0,0 0-1,0 0 1,0 0-1,0 1 1,0-1-1,-1 0 1,1 0-1,0 0 1,0 1-1,0-1 1,-1 0-1,1 0 1,0 0-1,0 0 1,0 1-1,-1-1 1,1 0 0,-12 7 342,12-7-328,-44 21 85,31-16-126,1 1 0,0 0 1,-19 13-1,28-17-3,-1 1 0,1 0 0,0 0-1,0 0 1,0 1 0,1-1 0,-1 1 0,1-1-1,0 1 1,0 0 0,0 0 0,0 0 0,1 0-1,-1 0 1,0 8 0,-33 222 0,-6 38 0,-20 90 0,-19 436 0,75-714 0,-30 156 0,32-225 0,3-12 0,0 0 0,-1 0 0,0 0 0,1 0 0,-1 0 0,0 0 0,0 0 0,0 0 0,-1-1 0,1 1 0,-3 3 0,1-4 0,1 0 0,-1-1 0,1 1 0,-1-1 0,0 1 0,0-1 0,1 0 0,-1 0 0,0 0 0,0-1 0,0 1 0,0-1 0,0 1 0,0-1 0,0 0 0,-6-1 0,-73-4-133,-119-23 1,31 2-17,-509-18 245,-3 44-29,479 2-56,-723-10 229,884 6-280,22 3-262,1-2 0,-1-1 0,-35-7-1,55 9 247,0 0 0,0 0-1,0 0 1,0-1 0,0 1-1,1 0 1,-1 0-1,0 0 1,0 0 0,0 0-1,0-1 1,0 1 0,0 0-1,0 0 1,0 0 0,1 0-1,-1-1 1,0 1-1,0 0 1,0 0 0,0 0-1,0-1 1,0 1 0,0 0-1,0 0 1,0 0 0,0 0-1,0-1 1,0 1-1,0 0 1,-1 0 0,1 0-1,0-1 1,0 1 0,0 0-1,0 0 1,0 0 0,0 0-1,0-1 1,0 1-1,-1 0 1,1 0 0,0 0-1,0 0 1,0 0 0,0 0-1,0-1 1,-1 1-1,1 0 1,0 0 0,0 0-1,0 0 1,0 0 0,-1 0-1,16-4-2391,-1 1 0,1 0 0,21-1-1,-11 1-718,58-7-7425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4546,'1'-3'229,"-1"1"0,1 0 0,-1-1 0,1 1-1,0-1 1,0 1 0,0 0 0,1 0 0,-1 0 0,1 0 0,-1 0 0,1 0-1,-1 0 1,1 0 0,0 0 0,0 1 0,0-1 0,0 1 0,3-2 0,47-26 2286,-42 25-1746,4-2 58,1 0-1,0 1 0,0 1 1,1 1-1,-1 0 0,19-1 1,99 1 2131,-69 4-1931,421-9 2249,961 10-3727,-665 54-186,-211-12 1464,-550-42-542,-8-1 220,0 0 0,-1-1 0,1 0-1,14-3 1,-27 1 150,-11-2-171,-14-2-81,-8 5-2161,0 0 0,1 3 0,-48 7 0,34-1-5451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 10277,'-3'-1'775,"0"1"0,0-1 0,0 0 1,1 1-1,-1 0 0,0 0 0,0 0 0,0 0 1,0 0-1,0 1 0,1-1 0,-1 1 0,0 0 1,0 0-1,1 0 0,-1 0 0,-4 2 0,4 0-342,0-1 0,1 0 0,-1 1 0,1-1 0,0 1 0,0 0-1,0 0 1,0 0 0,0 0 0,0 0 0,1 0 0,-2 6 0,-1 7 114,0 0 0,2 1 0,0-1 0,0 33 1,1 112-378,2-36-169,-21 178 1,1-197 12,-5 38-295,25-102-4112,8-2-5914,-5-28 3728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86 3666,'42'-43'4169,"-21"10"6657,-36 33-8882,-15 4 32,5-1-1207,0 1-1,1 1 1,0 2 0,0 0 0,1 2-1,-30 14 1,52-23-765,0 1 1,0-1-1,0 1 0,0 0 1,0-1-1,0 1 0,0 0 1,0 0-1,0-1 0,0 1 0,0 0 1,1 0-1,-1 0 0,0 0 1,1 0-1,-1 0 0,1 0 1,-1 0-1,1 1 0,-1-1 1,1 0-1,0 0 0,0 0 0,-1 0 1,1 1-1,0-1 0,0 0 1,0 0-1,0 0 0,1 1 1,-1-1-1,0 0 0,0 0 0,1 0 1,-1 0-1,1 0 0,-1 0 1,1 1-1,-1-1 0,2 1 1,3 5-16,1-1 1,-1 0 0,1 0-1,0-1 1,7 6 0,-1-1-30,6 4-57,-2 2 0,0 0 1,-1 1-1,0 1 0,-1 0 1,13 25-1,-23-37 99,-1 1 0,1 0 0,-2-1 0,1 2 0,-1-1 0,0 0 0,0 0-1,-1 1 1,0-1 0,0 1 0,-1-1 0,0 1 0,0-1 0,-1 0 0,0 1 0,0-1 0,-1 1 0,0-1 0,0 0 0,-1 0 0,0 0 0,-7 12 0,5-12 6,0-1 0,0 0 0,0 0 0,-1 0 0,0-1 0,0 0 0,-1 0 0,0 0 1,1-1-1,-1 0 0,-1 0 0,1-1 0,-1 0 0,1-1 0,-16 4 0,19-5-2,0 0-1,-1 0 0,1 0 0,0-1 1,-1 0-1,1 0 0,-1 0 1,1 0-1,-1-1 0,1 1 0,0-1 1,-1 0-1,1-1 0,0 1 0,0-1 1,0 0-1,0 0 0,0 0 1,0 0-1,1-1 0,-1 0 0,1 0 1,-1 0-1,1 0 0,0 0 1,0 0-1,1-1 0,-1 1 0,-3-9 1,4 9-9,0-1 0,1 1 0,0-1 0,0 0 0,0 0 0,0 0 0,0 0 0,1 0 0,0 1 0,0-1 0,0 0 0,0 0 0,1 0 0,-1 0 0,1 0 0,1-4 0,1 1 3,0 1 0,0 0 0,0 0 0,1 0 0,0 0 0,0 1 0,0-1 0,8-7 1,4-1 9,0 1 1,1 1-1,0 0 1,0 1-1,23-10 1,61-22 8,-71 32 3,1-2-1,-1-1 0,52-34 0,-79 46-9,0-1 0,0 1 0,1-1 0,-1 0 0,-1 0 0,1-1 0,0 1 0,-1 0 0,0-1 0,0 1 0,3-7-1,-5 8-1,1 0 0,-1 0 0,1 0-1,-1 0 1,0 0 0,0 0-1,0 0 1,0 0 0,0 0-1,0 0 1,-1 0 0,1 0-1,-1 0 1,1 0 0,-1 0-1,0 0 1,0 0 0,0 0-1,0 0 1,0 1 0,0-1-1,0 0 1,-1 1 0,1-1-1,-3-1 1,-3-4 92,-2 0-1,1 0 1,-1 0-1,0 1 1,0 1 0,-1-1-1,1 2 1,-1-1-1,-1 1 1,1 1 0,0 0-1,-1 0 1,-12-1-1,16 3-238,0 1 0,0 0-1,0 0 1,0 0 0,0 1 0,1 0-1,-1 0 1,0 1 0,0 0-1,1 0 1,-1 0 0,1 1 0,0 0-1,0 0 1,0 1 0,0 0-1,0 0 1,1 0 0,0 1-1,0-1 1,-8 11 0,-1 4-4219,-23 43 1,35-57 3565,-25 45-8216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61 5923,'-6'-4'7268,"17"0"-4724,7-7 894,-15 8-3018,1 1 0,0 0 0,-1-1 0,1 1 0,0 1 0,0-1 0,0 0 0,0 1 0,0 0 0,1 0 0,-1 0 0,0 1 0,0-1 0,7 1 0,-10 1-325,1 0-1,-1-1 1,0 1-1,0 0 1,0 0 0,0 0-1,0 0 1,0 0 0,0 0-1,0 0 1,0 1-1,0-1 1,-1 0 0,1 0-1,0 1 1,-1-1 0,1 0-1,-1 1 1,1-1-1,-1 0 1,0 1 0,0-1-1,0 1 1,0-1 0,0 1-1,0-1 1,0 1-1,0-1 1,-1 2 0,1 4 202,-1 0 1,0 0 0,0 0 0,-5 11-1,6-15-226,-1-1 0,1 0 0,-1 0 0,0 1 0,0-1 0,0 0 0,0 0 0,-1 0-1,1 0 1,0-1 0,-1 1 0,1 0 0,-1-1 0,0 1 0,0 0 0,1-1 0,-1 0 0,0 0-1,0 1 1,0-1 0,-1 0 0,1 0 0,0-1 0,-4 2 0,4-2-14,-1-1 0,0 1 0,0-1-1,1 0 1,-1 0 0,0 0 0,1 0 0,-1 0 0,1 0 0,-1-1 0,1 1 0,0-1 0,-1 0 0,1 0-1,0 1 1,0-1 0,0-1 0,1 1 0,-4-4 0,2 1-51,-1 1-1,1-1 1,0 0-1,0 0 1,1 0-1,0-1 1,0 1-1,0 0 1,0-1-1,-1-9 1,3 13-6,0 0 0,0 0 0,0 0-1,1 1 1,-1-1 0,0 0 0,1 0 0,-1 0 0,1 0 0,-1 1-1,1-1 1,0 0 0,0 1 0,0-1 0,0 1 0,0-1 0,0 1 0,0-1-1,1 1 1,-1 0 0,1-1 0,-1 1 0,0 0 0,1 0 0,0 0-1,-1 0 1,1 0 0,0 1 0,-1-1 0,1 0 0,0 1 0,0-1 0,0 1-1,-1 0 1,1 0 0,3-1 0,0 1 0,0-1 0,0 1 0,1 0 0,-1 0 0,0 0 0,0 1 0,0 0 0,0 0 0,5 2 0,-9-3 0,0 1 0,0-1 0,0 0 0,0 1 0,0-1 0,0 1 0,0 0 0,-1-1 0,1 1 0,0 0 0,0-1 0,-1 1 0,1 0 0,-1 0 0,1 0 0,0-1 0,-1 1 0,1 0 0,-1 0 0,1 1 0,-1 0 0,0-1 0,0 1 0,0-1 0,0 1 0,-1-1 0,1 1 0,0-1 0,-1 1 0,1-1 0,-1 1 0,1-1 0,-1 0 0,0 1 0,0-1 0,1 0 0,-1 1 0,0-1 0,-1 1 0,-23 22 0,24-23 0,-1 0 0,1 0 0,0 0 0,0 0 0,0 0 0,-1 0 0,1 0 0,-1-1 0,1 1 0,-1-1 0,1 1 0,0-1 0,-1 1 0,0-1 0,1 0 0,-1 0 0,1 0 0,-1 1 0,-1-2 0,2 1-7,1 0-1,0 0 1,0-1-1,0 1 1,-1 0-1,1 0 1,0-1-1,0 1 1,0 0-1,-1 0 1,1-1-1,0 1 1,0 0-1,0-1 1,0 1-1,0 0 1,0-1-1,0 1 1,0 0 0,0-1-1,0 1 1,0 0-1,0-1 1,0 1-1,0 0 1,0-1-1,0 1 1,0 0-1,0-1 1,1 1-1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125 133 8068,'15'-5'6487,"23"-2"10506,-67 7-16061,15 1-900,1 0 0,-1-1 0,1-1 0,0 0 0,-1-1-1,1 0 1,0-1 0,-19-7 0,31 10-32,1 0 0,-1-1 0,1 1 0,-1 0 0,1-1 0,-1 1 0,1 0 0,-1-1 0,1 1 0,-1 0 0,1-1 0,0 1 0,-1-1 0,1 1 0,0-1 0,-1 1 0,1 0 0,0-1 0,0 0 0,-1 1 0,1-1 0,0 1 0,0-1 0,0 1 0,0-1 0,0 1 0,0-1 0,0 0 0,0 1 0,0-1 0,0 0 0,12-17 0,25-10 0,-25 21 0,1 0 0,0 1 0,1 1 0,17-6 0,-25 10 0,-1-1 0,1 1 0,-1 0 0,1 0 0,0 0 0,-1 1 0,1 0 0,0 0 0,0 1 0,-1-1 0,1 1 0,-1 1 0,11 2 0,-14-3 0,-1 0 0,0-1 0,0 1 0,0 0 0,0 0 0,0 0 0,0 0 0,0 0 0,0 0 0,0 0 0,0 0 0,0 0 0,0 0 0,-1 0 0,1 1 0,-1-1 0,1 0 0,-1 1 0,1-1 0,-1 0 0,0 1 0,1-1 0,-1 0 0,0 1 0,0-1 0,0 0 0,0 1 0,0-1 0,0 1 0,-1-1 0,1 0 0,0 1 0,-1-1 0,1 0 0,-1 1 0,1-1 0,-1 0 0,0 0 0,0 0 0,1 1 0,-1-1 0,-1 1 0,-2 3 0,1 0 0,-1-1 0,0 0 0,0 1 0,0-1 0,-1-1 0,0 1 0,-8 5 0,7-6 0,0-1 0,0 0 0,0 0 0,0 0 0,-10 1 0,14-3 0,-1 0 0,1 1 0,0-1 0,-1 0 0,1 0 0,-1 0 0,1-1 0,0 1 0,-1-1 0,1 1 0,0-1 0,0 0 0,-1 1 0,1-1 0,0-1 0,0 1 0,0 0 0,-2-2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2977,'3'-25'2786,"-4"23"-2471,1-1-1,0 0 1,0 0-1,1 1 1,-1-1-1,1 0 0,-1 1 1,1-1-1,0 0 1,0 1-1,0-1 1,0 1-1,0-1 0,1 1 1,1-3-1,0 2 419,-1-1 0,0 1 0,0 0 0,0-1-1,-1 0 1,1 1 0,1-8 0,5-10 4199,-7 21-4787,1 0 1,-1 0 0,1 0-1,-1 0 1,1 1 0,-1-1-1,0 1 1,1-1 0,-1 1-1,1-1 1,-1 1 0,0 0-1,0 0 1,1 0 0,-1-1-1,0 1 1,0 0 0,2 2-1,0 0 76,49 37 1467,80 78 0,36 61-360,-105-109-737,-6-5-329,-2 3-1,-4 1 1,-3 3-1,54 109 1,-93-164-239,97 176 450,-90-169-326,1 0-1,1 0 0,1-2 0,1-1 0,32 27 1,-7-14 36,-31-25-180,-1 1 0,0 0 1,-1 0-1,0 2 1,0-1-1,-1 2 0,-1-1 1,16 26-1,-15-18-3,-1 1 0,-1 0 0,0 0 0,8 39 0,-17-60 0,0 0 0,0 0 0,0 0 0,0 0 0,0 0 0,0 0 0,0 0 0,0 0 0,0 0 0,0 0 0,0 0 0,0 0 0,0 0 0,0 0 0,0 0 0,0 0 0,0 0 0,0 1 0,0-1 0,0 0 0,0 0 0,0 0 0,-1 0 0,1 0 0,0 0 0,0 0 0,0 0 0,-4-10 0,-3-5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6915,'9'-34'5608,"-3"21"432,-2 19-1919,4 9-2199,-3-3-1416,1 0 1,1 0-1,0-1 0,1 0 1,0 0-1,0-1 1,1 0-1,0 0 0,1-1 1,0 0-1,1-1 1,0 0-1,0-1 0,13 6 1,13 5-484,2-3 0,-1-1 0,49 10 0,-38-11-1125,75 31 1,-108-33-2986,-12 1-4240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15 12678,'6'-11'3697,"-14"7"-847,-9 6 1104,-8 9-1009,-4 8-1024,-2 8-320,-3 4-641,1 1-224,-1-1-383,3-2-321,0-2-32,3-2-961,5-2-1904,7 0-2578,3-4-4817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68 6035,'0'-4'513,"-1"0"0,0 1 0,0-1 0,0 0 0,0 0 0,-1 0 0,1 1 0,-1-1 0,0 1 0,0-1 0,-1 1 0,-3-5 0,5 7-156,-1-1 0,1 1 0,-1 0-1,0 0 1,0-1 0,1 1 0,-1 0 0,0 0-1,0 0 1,0 1 0,0-1 0,0 0 0,0 1 0,0-1-1,0 1 1,0 0 0,0 0 0,0 0 0,0 0-1,0 0 1,-1 0 0,1 0 0,0 1 0,0-1 0,0 1-1,-2 0 1,2 0-118,1 0 0,-1 0 0,0 0 0,1 0 0,-1 0 0,1 0 0,-1 1 0,1-1 0,-1 1 0,1-1 1,0 1-1,0-1 0,0 1 0,0 0 0,0-1 0,0 1 0,0 0 0,0 0 0,0 2 0,-7 41 1669,6-31-1369,-39 475 2916,36 2-3939,5-377 714,-7 78-212,2-102-327,7 113 0,7-150-2860,4-21-7402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17 4642,'-1'1'215,"-21"15"5564,20-7-3055,15-1-560,8-2-1759,0-1-1,1-1 1,-1-1-1,1-1 1,25-1-1,115-10 235,-132 7-388,115-11 332,329-24 1009,1 27-1094,492 109-303,-949-96-141,389 43 265,-361-44 618,0-2-1,-1-2 0,1-3 1,0-1-1,-1-2 1,78-25-1,-116 31-524,-3 1-66,-1-1 0,1 1 0,0-1 0,0 0 0,-1 1 0,1-2 0,5-3 0,-17 11 615,-28 23-972,20-7 11,1 0 0,0 0 0,2 1 0,0 1 0,2 0 0,0 1 0,-8 32 0,-39 183 0,43-166 0,-72 308 0,-17 79 0,83-327 0,5 1 0,3 213 0,0-155 0,0-4 0,13-186 0,0-1 0,0 0 0,0 0 0,-1 0 0,1 1 0,0-1 0,-1 0 0,1 0 0,-1 0 0,1 0 0,-1 0 0,1 0 0,-1 0 0,0 0 0,1 0 0,-1 0 0,0 0 0,0 0 0,0 0 0,0 0 0,0-1 0,0 1 0,0 0 0,0-1 0,0 1 0,0-1 0,0 1 0,0-1 0,0 1 0,-1-1 0,1 0 0,-2 1 0,-5 0 0,0-1 0,0 1 0,-1-1 0,-7-2 0,-1 2 0,-86-5 0,-177-32 0,16 0 0,-756 13 0,185 14 0,812 8-26,-32 0-137,-80-15 0,120 12-2622,15 5 2759,0 0 0,-1 0 0,1 0 0,0 0 0,0 0 0,0 0 0,0 0 0,0 0 0,0 0 0,0 0 0,0 0 0,0 0 0,0 0 0,0-1 0,0 1 0,0 0 0,0 0 0,0 0 0,0 0 0,0 0 0,0 0 0,0 0 0,0 0 0,-1 0 0,1 0 0,0 0 0,0-1 0,0 1 0,0 0 0,1 0 0,-1 0 0,0 0 0,0 0 0,0 0 0,0 0 0,0 0 0,0 0 0,0 0 0,0 0 0,0-1 0,0 1 0,0 0 0,0 0 0,0 0 0,0 0 0,0 0 0,0 0 0,0 0 0,0 0 0,0 0 0,0 0 0,1 0 0,-1 0 0,0 0 0,0 0 0,0 0 0,0 0 0,0 0 0,0 0 0,0 0 0,0 0 0,0 0 0,0 0 0,0 0 0,1 0 0,-1 0 0,29-6-3437,2 0-6414,-23 1 3157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2881,'-32'10'1876,"16"-5"-182,0-1-1,1 2 0,0 0 0,0 1 0,-22 14 0,36-21-1563,1 0 1,-1 1-1,1-1 0,-1 0 0,1 0 1,-1 1-1,1-1 0,-1 0 0,1 1 1,0-1-1,-1 1 0,1-1 1,-1 1-1,1-1 0,0 1 0,-1-1 1,1 1-1,0-1 0,0 1 0,-1-1 1,1 1-1,0-1 0,0 1 0,0-1 1,0 1-1,0 0 0,0-1 0,0 1 1,0-1-1,0 1 0,0-1 0,0 1 1,0 0-1,0 0 0,2 0 31,-1 0-1,0 0 1,0 0-1,0 0 1,0-1 0,1 1-1,-1 0 1,0-1-1,1 1 1,-1 0-1,0-1 1,1 0-1,1 1 1,48 4 1404,219-30-224,-76 4-828,587-3-302,1 45-1207,-642-17 773,20 3 37,20 1 1956,217-17-1,-257-13 3490,-151 25-5257,0 1 1,1-1 0,-1 2-1,1-1 1,0 2 0,0-1-1,-13 11 1,15-4-403,8-11-73,0 0 0,-1 0 0,1 0-1,-1-1 1,1 1 0,-1 0 0,1 0 0,-1-1 0,1 1-1,-1 0 1,0-1 0,1 1 0,-1 0 0,0-1 0,0 1 0,1-1-1,-1 0 1,0 1 0,0-1 0,0 1 0,0-1 0,-1 0-1,-8 3-7068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5042,'14'-2'19004,"-18"22"-16561,-13 105 2372,6-56-4930,4 1 1,0 73 0,8-142-102,1 27-1327,3-15-1269,-4-13 2592,-1 0 0,0 0-1,0 1 1,1 0-661,0-1 661,-1 0 0,0 0 0,0 0-1,1 0 1,-1 1 0,0-1 0,1 0 0,-1 0-1,0 0 1,1 0 0,-1 0 0,0 0 0,1 0-1,-1 0 1,0 0 0,1 0 0,-1 0-1,0 0 1,1 0 0,0 0 0,10-8-9411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1665,'-15'6'16796,"3"10"-10516,-5 25-5581,11-24 1047,-49 145 388,54-159-2124,0 0 0,0 1 0,1-1 0,-1 1 0,1-1 0,-1 1 0,1-1 0,0 1 0,1-1 0,-1 1 0,1-1 0,-1 1 0,1-1 0,2 5 0,-2-6-19,0 0 0,0 0 0,1 0-1,-1 0 1,0 0 0,1-1 0,0 1-1,-1-1 1,1 1 0,0-1 0,0 0-1,0 1 1,0-1 0,0 0 0,0 0-1,3 1 1,2 0-80,1-1 0,-1 0 0,0 0 0,1 0 0,-1-1 0,1 0 0,-1-1 1,1 1-1,9-3 0,-4 0 4,0-1 0,0 0 0,-1-1 1,1-1-1,-1 0 0,0 0 0,-1-1 1,12-9-1,-18 13 97,-2 0 0,1-1 0,0 1 0,-1-1 0,0 0 0,0 0 0,0 0 1,0-1-1,0 1 0,3-9 0,-6 10 18,1 0 1,0 0 0,-1-1-1,1 1 1,-1 0 0,0 0-1,0 0 1,0-1-1,0 1 1,-1 0 0,1 0-1,-1 0 1,0 0 0,0 0-1,0 0 1,0 0-1,-1 0 1,-2-4 0,0 2-29,1 0 0,-1 1 0,0-1 0,0 1 0,-1 0 1,1 0-1,-1 1 0,0-1 0,0 1 0,0 0 0,-1 1 0,1-1 1,0 1-1,-1 0 0,0 0 0,0 1 0,1-1 0,-1 1 1,0 1-1,0-1 0,0 1 0,-12 1 0,5 0-779,0 0 0,-1 1 1,-23 7-1,24-5-1273,0 1-1,0 0 1,-14 8 0,-21 17-8264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55 121 3810,'0'-2'408,"0"-1"1,-1 1-1,2 0 1,-1-1-1,0 1 1,0 0-1,1 0 1,-1-1-1,1 1 1,0 0-1,0 0 1,0 0-1,0 0 0,0 0 1,0 0-1,0 0 1,1 0-1,-1 0 1,3-2-1,35-35 1555,-34 33-1176,1 1-137,-4 2-143,0 1 0,1-1-1,-1 1 1,1 0 0,0 0 0,0 0-1,0 0 1,0 0 0,0 1 0,0-1 0,5-1-1,-8 4-280,0 0-1,1 0 0,-1-1 0,0 1 1,0 0-1,1 0 0,-1 0 0,0 0 1,0 0-1,0-1 0,0 1 0,0 0 0,0 0 1,-1 0-1,1 0 0,0-1 0,0 1 1,0 0-1,-1 0 0,1 0 0,-1-1 0,1 1 1,0 0-1,-2 1 0,1 0 273,-34 104 4299,20-53-4670,3 1 0,-9 94 0,-37 419-127,58-566 0,-13 130 0,12-114 0,1 1 0,1-1 0,0 0 0,2 0 0,5 25 0,-7-41-57,-1 0-1,0 0 1,1 0 0,-1 0-1,1 0 1,0 0 0,-1 0-1,1-1 1,-1 1 0,1 0-1,0 0 1,0-1 0,-1 1-1,1 0 1,2 0 0,7 2-3399,-9-3 2835,0 0-1,-1-1 1,1 1-1,0 0 1,0 0-1,-1-1 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74 8884,'3'-1'5720,"11"0"-2118,-7 2-2459,-1 1 0,0 0 0,-1 1 0,1-1-1,10 7 1,-16-8-1059,1-1-1,0 1 0,-1-1 1,1 1-1,0-1 0,-1 1 1,1-1-1,-1 1 0,1 0 1,-1 0-1,0-1 0,1 1 0,-1 0 1,0-1-1,1 1 0,-1 0 1,0 0-1,0 0 0,0-1 1,1 3-1,-2-2-30,1 0 0,-1 0 0,1 0 0,-1 1 0,1-1 0,-1 0 0,1 0 0,-1 0 0,0 0 0,0 0 0,0 0 0,1 0 0,-1 0 1,0-1-1,0 1 0,0 0 0,0-1 0,-2 2 0,-5 3 190,0-1 1,0 0-1,0-1 1,-1 1-1,-12 2 1,18-5-222,1-1 1,0 1-1,-1-1 0,1 0 1,0 0-1,-1 0 0,1 0 1,0 0-1,-1-1 0,1 1 1,-5-2-1,6 1-16,0 1 0,0-1 0,1 1 0,-1-1 0,0 0 0,0 0 0,0 1 0,0-1 0,1 0 0,-1 0 0,0 0 0,1 0 0,-1 0 0,1 0 0,-1 0 0,1 0 0,-1 0 0,1 0 0,0 0 0,0 0 0,-1 0 0,1 0 0,0-1 0,0 1 0,0 0 0,0-1 0,1-3-5,0 1 0,0-1 0,0 1 0,0 0-1,1-1 1,-1 1 0,1 0 0,0 0 0,0 0 0,1 0 0,-1 0-1,1 1 1,0-1 0,0 1 0,0 0 0,7-6 0,0 1-1,0 0 0,0 1 1,1 0-1,20-9 0,-29 15 4,-1 0 0,0 0-1,1 1 1,-1-1 0,0 1-1,1-1 1,-1 1 0,1 0-1,-1-1 1,1 1 0,-1 0-1,1 0 1,-1 0 0,3 0-1,-3 1 14,-1-1 0,0 0 0,0 1 0,1-1 0,-1 0 0,0 1 0,0-1 0,1 0-1,-1 1 1,0-1 0,0 0 0,0 1 0,0-1 0,0 1 0,0-1 0,0 0 0,0 1 0,0-1 0,0 1 0,0-1-1,0 0 1,0 1 0,0-1 0,0 1 0,0-1 0,0 0 0,0 1 0,0-1 0,-1 0 0,1 1 0,0-1 0,-1 1-1,-1 4 140,-1 0 0,0 0 0,0-1 0,-1 1 0,1-1 0,-6 5 0,5-5-740,-25 21 2088,19-18-3984,1-3-4129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180 137 7603,'1'-14'7827,"-1"13"-7584,0 1 0,-1-1 0,1 1 0,0-1 0,0 1 0,0-1 0,0 0 0,0 1 0,0-1 0,0 1 0,0-1 0,0 1-1,0-1 1,0 1 0,0-1 0,1 1 0,-1-1 0,0 1 0,0-1 0,1 1 0,-1-1 0,0 1 0,0-1 0,1 1 0,-1-1 0,0 1 0,1 0 0,-1-1 0,1 1 0,-1 0 0,1-1 0,-1 1 0,1 0 0,0-1 0,-37 12 7906,-6-1-6763,33-8-1474,0-1 0,0 0 0,0-1 1,-1 1-1,1-2 0,0 1 1,-17-5-1,25 5 88,0 0 0,0 0 0,1 0 0,-1 0 0,0-1 0,0 1 0,0 0 0,0 0 0,0-1 0,1 1 0,-1-1 0,0 1 0,0-1 0,1 1 0,-1-1 0,0 0 0,1 1 0,-1-1 0,0 0 0,1 1 0,-1-1 0,1 0 0,-1 0 0,1 0 0,0 1 0,-1-1 0,1 0 0,0 0 0,0 0 0,-1 0 0,1 0 0,0 0 0,0 0 0,0 1 0,0-1 0,0 0 0,0 0 0,0 0 0,0 0 0,1 0 0,-1 0 0,0 0 0,1 0 0,-1 1 0,0-1 0,1 0 0,-1 0 0,1 0 0,-1 1 0,1-1 0,-1 0 0,1 1 0,1-2 0,2-4 0,1 1 0,1-1 0,-1 1 0,1 0 0,8-5 0,-5 3 0,0 1 0,1 0 0,0 1 0,0 0 0,0 0 0,1 1 0,0 1 0,0 0 0,0 0 0,17-1 0,-26 3 0,-1 1-1,0 0 1,1 0 0,-1 0 0,0 1-1,0-1 1,1 0 0,-1 0 0,0 1-1,0-1 1,1 0 0,-1 1-1,0-1 1,0 1 0,0 0 0,0-1-1,0 1 1,0 0 0,0 0 0,0 0-1,0-1 1,0 1 0,0 0-1,1 2 1,-2-1 1,1 0 0,-1-1 0,1 1 0,-1 0 1,0 0-1,0 0 0,0 0 0,0-1 0,0 1 0,0 0 0,0 0 0,0 0 0,-1 0 0,1-1 0,-2 3 0,0 2-13,0-1-1,0 0 1,-1 1-1,0-1 1,0 0-1,-1 0 1,1 0-1,-1-1 1,-8 8-1,3-8-1792,-2-5-4556,5 1 1604,-12-2-8729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5475,'-4'0'12336,"12"15"-6624,-3 10-4256,-2 0 1,0 0-1,-2 0 1,-1 0-1,-6 48 1,-33 122-1122,10-64-165,27-122-70,1 0-1,0 0 1,1 1 0,-1-1-1,3 18 1,-1-25-197,-1 0-1,1 0 1,-1 0 0,1 0-1,-1 0 1,1 0 0,0 0 0,0-1-1,0 1 1,0 0 0,0 0-1,1-1 1,-1 1 0,0-1-1,1 1 1,-1-1 0,3 2-1,-2-2-280,-1 0-1,1-1 0,0 1 0,-1-1 0,1 1 0,0-1 0,0 1 0,0-1 0,0 0 0,-1 0 0,1 0 0,0 0 0,0 0 0,2-1 0,10-2-8038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8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4034,'2'0'1809,"0"2"-1793,-2 1 32,5 1-48,-1 2-80,0 0-272,2-4-817,1 2 209,1 1-353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8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21 9684,'1'-2'1090,"-1"1"1,0-1-1,1 1 0,-1-1 0,0 0 0,0 1 0,0-1 0,-5-6 11506,2 24-11033,-70 866-1360,70-854-207,2-23-75,0 1-1,0 0 1,1 0-1,0 0 1,0 0-1,2 10 1,0-17-631,-1 0 0,1-1 0,-1 1 0,1-1 0,-1 1 0,1-1 0,-1 0 1,0 0-1,0 0 0,2-3 0,8-18-5352,5-9-2798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9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0 230 4402,'3'3'1666,"1"0"1,0 0-1,-1 0 0,1 0 0,0-1 1,1 0-1,-1 0 0,7 3 1,-3-3-617,-1 0 0,1-1 0,-1 1 0,14-1 0,5-2-1233,0 0 1,34-8-1,-29 4 1331,291-45-744,506-56 406,-182 88-764,-24 0-36,-584 16 5,531-27 555,0 25-395,485-7-28,450 1 152,-703 33-279,-644-20-59,519 40 18,84 1 680,-622-46 3631,-182 15-8255,17-7-1299,-9 2-3654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0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11 133 10981,'-10'-11'8282,"20"10"-3983,23 11-483,-30-7-3607,0 1 1,0-1 0,0 1-1,0 0 1,0-1 0,-1 1-1,0 0 1,1 1 0,-2-1-1,1 0 1,0 1-1,-1-1 1,0 1 0,1 6-1,1 11-136,1 36-1,-4-53-10,-2 54 19,2-57-73,-1 1-1,1 0 1,0-1 0,-1 1-1,0 0 1,1-1 0,-1 1-1,0-1 1,0 1 0,-1-1-1,1 0 1,0 0 0,-1 1-1,0-1 1,1 0 0,-1 0-1,0 0 1,0 0 0,-3 2 0,4-4-6,1 0 0,-1 0 1,1 0-1,-1 0 0,0 0 1,1 0-1,-1 0 0,1 0 1,-1 0-1,1 0 0,-1 0 1,1-1-1,-1 1 0,0 0 1,1 0-1,-1-1 1,1 1-1,-1 0 0,1 0 1,0-1-1,-1 1 0,1-1 1,-1 1-1,1 0 0,-1-1 1,1 1-1,0-1 0,-1 1 1,1-1-1,0 1 1,0-1-1,-1 1 0,1-1 1,0 1-1,0-1 0,0 1 1,0-1-1,0 0 0,0 0 1,-5-24 9,6 7-13,1 0 0,1 0-1,0 0 1,1 0 0,1 1-1,1-1 1,13-27 0,-5 17-17,1 0 1,2 1 0,31-40-1,-44 62-430,19-19 836,-11 20-3162,-12 5 2371,1-1-1,0 0 1,-1 0-1,1 1 0,-1-1 1,1 0-1,0 1 0,-1-1 1,1 0-1,-1 1 1,1-1-1,-1 1 0,1-1 1,-1 1-1,1-1 0,-1 1 1,0 0-1,1-1 0,-1 2 1,6 5-5322,0 0-1175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6 9620,'11'-5'7465,"-17"10"-1608,-12 10-3633,1 3-1262,0 0-63,-27 36 0,40-49-881,0 1-1,1-1 1,0 1 0,0 0 0,1 0 0,-1 1 0,1-1 0,1 0 0,-1 1 0,1-1 0,-1 12 0,2-16-22,0-1 0,0 0 0,0 1 1,0-1-1,0 0 0,0 1 0,0-1 0,0 0 0,1 1 1,-1-1-1,0 0 0,1 0 0,-1 1 0,1-1 1,0 0-1,-1 0 0,1 0 0,0 0 0,0 0 0,-1 0 1,1 0-1,0 0 0,0 0 0,0 0 0,0 0 1,0 0-1,1-1 0,1 2 0,0-1-27,-1-1 1,1 0-1,0 0 0,0 0 0,0 0 1,-1 0-1,1 0 0,0-1 0,0 0 1,-1 1-1,1-1 0,-1 0 0,4-1 1,6-4-78,1-1 1,-1 0 0,-1 0-1,17-13 1,-19 11 132,0 0-1,0 0 1,-1-1-1,14-21 1,-19 27 5,-1 1 1,0-1-1,0 0 1,0 0-1,0 0 0,-1 0 1,1 0-1,-1-1 1,0 1-1,-1 0 1,1-1-1,-1 1 1,0 0-1,0-1 1,0 1-1,0-1 1,-1 1-1,-1-5 1,1 8-69,1-1 1,-1 1 0,0-1-1,0 1 1,0 0 0,-1-1 0,1 1-1,0 0 1,0 0 0,-1 0-1,1 0 1,-1 0 0,1 0-1,-1 0 1,1 0 0,-1 1-1,1-1 1,-1 0 0,0 1 0,1 0-1,-1-1 1,0 1 0,1 0-1,-1 0 1,0 0 0,0 0-1,1 0 1,-4 1 0,2-1-395,0 0 1,1 1-1,-1 0 0,1-1 1,-1 1-1,1 0 1,0 0-1,-5 3 1,6-3-170,0 0 1,0 0-1,-1 0 1,1 0 0,0 0-1,0 0 1,0 0 0,0 0-1,1 0 1,-1 1 0,0-1-1,0 0 1,1 1-1,-1-1 1,0 2 0,2 5-5278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2 10053,'-11'-2'9745,"-13"8"-5940,17-2-3454,1-1 1,-1 1-1,1 0 1,0 1 0,0-1-1,0 1 1,1 1-1,-1-1 1,1 1-1,-6 9 1,-2 3-209,0 2-1,-11 23 1,23-42-147,0 0 1,0 1-1,1 0 0,-1-1 1,0 1-1,1 0 0,-1-1 1,0 1-1,1 0 0,0 0 1,-1-1-1,1 1 0,0 0 0,0 0 1,0-1-1,0 1 0,1 0 1,-1 0-1,0 0 0,1-1 1,0 4-1,0-4-17,1 0 0,-1 0 0,0 0-1,0 0 1,0 0 0,1 0 0,-1-1 0,0 1 0,1 0 0,-1-1 0,1 1-1,-1-1 1,1 1 0,-1-1 0,1 0 0,-1 0 0,1 0 0,-1 0 0,3 0-1,6-1-40,-1 0 0,1 0 0,-1-1 0,0-1-1,1 1 1,14-8 0,-13 4 92,0 0 0,-1 0 0,0-1 0,0 0 0,0-1 1,8-10-1,-15 16 35,-1 0 1,0 0 0,0 0-1,0 0 1,-1 0 0,1-1-1,0 1 1,-1-1 0,1 0-1,-1 1 1,0-1 0,0 0-1,0 1 1,-1-1 0,1 0-1,0 0 1,-1 0 0,0 0-1,0 0 1,0 0 0,0 0-1,0 0 1,0 0 0,-1 1-1,0-1 1,1 0 0,-1 0-1,0 0 1,0 1 0,-3-6-1,2 6-80,-1 0 0,1-1 0,-1 1 0,1 0 0,-1 1-1,0-1 1,0 0 0,0 1 0,0-1 0,0 1 0,0 0-1,0 0 1,0 0 0,0 1 0,0-1 0,-1 1-1,1-1 1,0 1 0,0 0 0,-1 0 0,1 1 0,0-1-1,0 1 1,-1 0 0,1-1 0,0 1 0,-4 2 0,0-1-421,0 1 0,0 0 0,1 0 1,-1 1-1,-6 4 0,10-6-295,-1 0 0,1 1 0,0 0 0,0-1 0,1 1 1,-1 0-1,1 0 0,-5 7 0,5 3-4221,6-2-1184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50 9973,'1'-5'1269,"0"1"0,-1-1 0,0 0 0,0 1 1,0-1-1,-1-5 0,1 9-1040,0 1 1,0-1-1,-1 0 1,1 1-1,0-1 1,0 1-1,0-1 1,-1 1-1,1-1 1,0 1-1,0-1 0,-1 1 1,1-1-1,0 1 1,-1-1-1,1 1 1,-1 0-1,1-1 1,0 1-1,-1 0 1,1-1-1,-1 1 1,0-1-1,0 2-57,0-1 0,0 0 0,0 0-1,1 0 1,-1 1 0,0-1 0,0 0 0,0 1 0,0-1 0,1 1-1,-1-1 1,0 1 0,0-1 0,1 1 0,-1-1 0,0 1-1,1 0 1,-1-1 0,1 1 0,-2 1 0,-53 66 3799,39-47-3662,1 1 0,1 1 0,-13 28 0,23-42-330,0 0 0,0 1 1,0 0-1,2 0 0,-1 0 1,1 0-1,0 0 1,1 0-1,1 1 0,-1-1 1,2 0-1,-1 0 0,1 1 1,1-1-1,0 0 0,0 0 1,1 0-1,1 0 1,7 17-1,-9-25-252,0 1-1,-1 0 1,1 0 0,0-1 0,1 1-1,-1-1 1,0 0 0,6 4-1,-6-4-702,0-1-1,1 1 0,-1-1 1,1 0-1,0 0 0,-1 0 0,1 0 1,0-1-1,-1 1 0,5 0 1,8-1-8840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2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53 12662,'-2'-6'7123,"8"4"-5586,6-2 1600,14-3-960,15 3-2017,18-2-160,12 0-1552,10-3-3475,9 1-6162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6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63 3121,'-1'-1'366,"0"0"-1,1 0 1,-1-1-1,0 1 0,0 0 1,1-1-1,-1 1 1,1-1-1,-1 1 0,1 0 1,0-1-1,0 1 1,0-1-1,-1 1 1,1-1-1,1 1 0,-1-1 1,0 1-1,0-1 1,0 1-1,1-1 0,-1 1 1,1-1-1,-1 1 1,1 0-1,1-3 0,14-10-667,6 7-6666,-12 6 4741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8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9212 43 6163,'6'-2'1373,"0"0"1,1 0-1,-1 0 1,0-1-1,0 1 1,0-1-1,0-1 1,-1 1-1,1-1 1,-1 0 0,7-7 767,-15 14 1293,-13 13-1254,5-1-1595,1 1 0,1 1 0,0-1 1,1 1-1,1 1 0,-8 29 0,-19 114-1232,28-128 938,-31 145-291,-17 130 0,51-271 0,-24 171 0,8-151 0,19-57 0,0 1 0,0-1 0,0 0 0,0 1 0,0-1 0,0 0 0,-1 1 0,1-1 0,0 0 0,0 1 0,0-1 0,0 0 0,-1 1 0,1-1 0,0 0 0,0 1 0,-1-1 0,1 0 0,0 0 0,-1 1 0,1-1 0,0 0 0,0 0 0,-1 0 0,1 1 0,-1-1 0,1 0 0,0 0 0,-1 0 0,1 0 0,0 0 0,-1 0 0,1 0 0,-1 0 0,1 0 0,0 0 0,-1 0 0,1 0 0,0 0 0,-1 0 0,1 0 0,-1 0 0,1 0 0,0 0 0,-1-1 0,1 1 0,0 0 0,-1 0 0,1 0 0,0-1 0,0 1 0,-1-1 0,-7-9 0,1 4 0,0 0 0,0 1 0,0-1 0,-1 2 0,0-1 0,0 1 0,0 1 0,-11-4 0,-74-17 0,42 12 0,-55-11 0,-180-15 0,226 32 0,-378-31 0,382 35 0,-63 8 0,-14 1 0,-454-32 0,47 1 0,297 21 0,-864 0 0,287-6 0,710 3 0,-489-6 0,348 41 0,3 0 0,-410-37 0,284-5 0,164 21 0,181-5 0,0 2 0,0 1 0,0 1 0,1 2 0,-31 13 0,41-15 0,-1 0 0,0-1 0,0-1 0,-33 4 0,-83 1 0,10-1 0,102-6 0,1 2 0,-1 1 0,1 0 0,0 2 0,-29 14 0,17-9 0,0-2 0,-2-1 0,1-2 0,-65 6 0,56-8 0,-17 3 0,1 2 0,1 3 0,-61 22 0,89-23 0,-1 1 0,-44 28 0,61-34 0,-1 0 0,0-1 0,0-1 0,-1-1 0,-29 7 0,-89 7 0,103-16 0,-13 2 0,28-7-349,24-7-1119,28-10-2547,27-9-2468,21-8-3372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9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50 6499,'-23'-10'4042,"21"3"-1145,13-1-1293,-6 5-829,27-13 2019,-31 15-2474,0 0 1,1 1 0,-1-1 0,1 0 0,-1 1 0,1 0 0,-1-1 0,1 1 0,0 0 0,-1 0 0,1 0 0,-1 0 0,1 0-1,0 0 1,-1 0 0,1 0 0,1 1 0,-2 0-151,-1 0-1,0-1 0,1 1 1,-1-1-1,0 1 0,0 0 1,1 0-1,-1-1 0,0 1 1,0 0-1,0-1 0,0 1 1,0 0-1,0 0 0,0-1 1,0 1-1,0 0 0,0 0 1,0-1-1,0 1 0,-1 0 1,1-1-1,-1 2 0,-8 22 1363,6-17-973,-12 32 767,-47 143-427,19-18-899,4-19 0,-22 159 0,58-232 0,2-74-1267,1-5-9082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3185,'0'1'453,"-1"-1"-1,1 0 0,0 1 0,-1-1 0,0 1 0,1-1 0,-1 0 0,1 1 0,-1-1 0,1 0 0,-1 0 1,0 0-1,1 1 0,-1-1 0,1 0 0,-1 0 0,0 0 0,1 0 0,-1 0 0,0 0 0,1 0 0,-1 0 1,1 0-1,-2-1 0,-3 2 5033,15 9-3032,-5-6-2321,0-1-1,0 0 0,1 0 0,-1 0 1,1-1-1,0 0 0,0 0 0,0 0 1,8 1-1,63 5 1370,-26-4-1033,-31-1-469,-6-1 1,0 0 0,-1 0 0,22 8 1,-35-10 1,1 0 0,-1 0 0,1 1 1,-1-1-1,0 0 0,1 0 0,-1 0 0,0 0 0,1 0 1,-1 1-1,0-1 0,1 0 0,-1 0 0,0 0 1,0 1-1,1-1 0,-1 0 0,0 1 0,0-1 1,1 0-1,-1 1 0,0-1 0,0 0 0,0 1 1,0-1-1,0 0 0,1 1 0,-1-1 0,0 0 0,0 1 1,0-1-1,0 1 0,0-1 0,0 0 0,0 1 1,0-1-1,0 0 0,0 1 0,0-1 0,-1 0 1,1 1-1,0-1 0,0 1 0,0-1 0,0 0 0,0 1 1,-1-1-1,1 0 0,0 0 0,0 1 0,-1-1 1,1 0-1,0 0 0,-1 1 0,1-1 0,-20 15 299,18-14-249,-24 13 781,-34 13 1,32-15-544,-43 25 0,64-33-256,0 1 1,0 0-1,1 0 0,0 0 1,0 1-1,0 0 0,1 0 1,-1 1-1,2 0 1,-8 11-1,11-16-1,0 0 0,0-1 0,-1 1 0,2 0-1,-1 0 1,0 0 0,0 0 0,1 0 0,-1 0 0,1 1 0,-1-1 0,1 0 0,0 0 0,0 0 0,0 0-1,0 1 1,0-1 0,1 0 0,-1 0 0,0 0 0,1 0 0,0 0 0,0 0 0,-1 0 0,1 0 0,0 0-1,1 0 1,-1 0 0,0-1 0,0 1 0,1 0 0,-1-1 0,1 1 0,-1-1 0,1 1 0,0-1 0,0 0-1,0 0 1,-1 0 0,1 0 0,0 0 0,0 0 0,0 0 0,4 0 0,10 3 91,-1-1-1,1 0 1,-1-1 0,30-1-1,-39-1-192,46 1-267,60-9-1,-86 5-2022,0-2 0,28-8 0,-44 8-3911,-11-1-3329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363 1 11589,'-4'1'9292,"-5"0"-3697,-12 4-2046,-34 7-2002,31-4-1130,0 1 0,-30 16 0,44-20-424,0 1 0,0 0 0,1 1 0,0 0 0,0 0 0,1 1 0,-13 14 0,20-20-8,0-1 0,0 0 0,1 0-1,-1 0 1,0 0 0,1 1 0,-1-1 0,1 0 0,-1 1 0,1-1-1,-1 0 1,1 1 0,0-1 0,0 1 0,0-1 0,0 0 0,0 1-1,0-1 1,0 1 0,0-1 0,1 0 0,-1 2 0,2-1-32,-1 1 1,0-1-1,0 0 1,1 0-1,0 0 1,-1 0-1,1 0 1,0 0-1,0 0 1,0-1-1,3 3 1,8 4-259,0-1 1,0-1 0,22 8 0,-20-8 53,4 1 36,24 10-67,-40-16 279,-1 0 0,1 0 0,-1 1 0,1-1-1,-1 1 1,0 0 0,1 0 0,-1 0 0,0 0 0,0 0 0,2 4 0,-3-6 24,-1 1-1,0 0 1,0 0 0,0-1 0,1 1-1,-1 0 1,0-1 0,0 1 0,0 0-1,0 0 1,0-1 0,-1 1-1,1 0 1,0-1 0,0 1 0,0 0-1,-1-1 1,1 1 0,0 0-1,-1-1 1,1 1 0,0 0 0,-1-1-1,1 1 1,-1-1 0,1 1 0,-1-1-1,1 1 1,-1-1 0,1 1-1,-1-1 1,0 0 0,1 1 0,-2-1-1,-25 13 812,23-12-746,-16 6 11,0-1-1,-1 0 1,1-2 0,-33 3-1,34-6-2637,0-1 1,-33-3-1,51 2 2210,0 1-52,0 1-1,1-1 0,-1 0 0,0 0 1,1 0-1,-1-1 0,0 1 1,0 0-1,1 0 0,-1 0 1,1 0-1,-1-1 0,0 1 1,1 0-1,-1-1 0,0 1 0,1 0 1,-1-1-1,1 1 0,-1-1 1,1 1-1,-1-1 0,1 1 1,0-1-1,-1 1 0,1-1 0,-1-1 1,5-7-6871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8180,'8'-4'6035,"-1"4"-3186,-1 4 1489,0 0-625,5 5-1215,7 1-609,7 3-49,9-1-911,8 1-433,6-3-496,0-2 0,0 1 0,-4-5-144,-9-2-1281,-7 0-1472,-16-2-2594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52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13131 14863 3922,'1'0'181,"-1"0"0,0 0-1,0 0 1,0 0 0,0 0 0,0 0 0,1 0 0,-1 0 0,0-1 542,0 1-542,0 0 0,0 0 0,0 0 0,0 0 0,1 0 0,-1-1 0,0 1-1,0 0 1,0 0 0,0 0 0,0 0 0,0 0 0,0 0 0,0-1 0,0 1 0,0 0-1,0 0 1,0 0 0,0 0 0,0 0 0,0-1 0,0 1 0,0 0 0,0 0 0,0 0-1,0 0 1,0 0 0,-1 0 0,1-1 0,0 1 0,0 0 0,0 0 542,0 0-542,0 0 0,0-1 0,-1 1 0,1 0 0,0 0 0,0 0 0,0 0 0,0 0-1,0 0 1,0 0 0,-1 0 0,1 0 0,0 0 0,0 0 0,-13 5 5197,-3 3-5646,-33 6 312,0-1-1,-1-3 0,0-2 0,-74 3 1,47-9-30,-89-9 1,-70 1 57,-208 42 333,361-28-352,0-3-1,-110-8 1,25-15-33,-173-41 0,201 30 29,-137-33-45,173 42 4,-15-4 74,105 20-81,0 0 1,1-2 0,-1 1-1,1-2 1,0 0 0,-15-10 0,-107-76-291,70 51 833,2-3 1,-104-95-1,160 133-405,0 0-1,1-1 1,0 1 0,1-1-1,-1 0 1,2-1 0,-1 1-1,1-1 1,-5-16-1,7 18-97,1 0 1,0-1-1,0 1 0,1-1 0,0 1 0,0 0 0,1-1 0,0 1 0,0-1 0,0 1 0,1 0 0,1 0 0,2-8 0,5-12 313,-1 0-1,-1-1 1,-2 0-1,-1 0 1,-1-1 0,-1 1-1,-2-1 1,-1 1-1,-1-1 1,-1 0 0,-2 1-1,-1-1 1,-1 1-1,-15-43 1,-48-109 129,35 97-177,-24-93-1,-24-300 486,37 167-731,29 220-84,-21-109 173,-14-237 1,47 337-113,-13-203 133,8 218-147,-31-131 0,-97-232-23,-15-63 0,65 101 0,-40-163 0,-32-11 0,50 192 0,-86-263 0,93 323 0,-31-93 0,-66-225 0,61 162 0,-98-374 0,204 729 0,-143-688 0,15-16 0,-79 20 0,234 803 0,-237-712 0,212 620 0,-5 2 0,-4 1 0,-5 2 0,-62-104 0,94 183-30,-5-10 53,-29-37 1,38 56-148,-1 1 0,-1 0 0,0 1 0,0 0 0,-1 0 0,-19-11 0,-51-23 81,-154-57 0,150 68 58,-154-84 0,211 101-15,0 1-1,-1 2 1,-1 0-1,0 2 1,-58-12 0,-162-9 56,94 14-25,-205-33-75,-353-44 31,-3 44 153,-38 69-304,3 39-787,740-57 957,-708 94-159,552-63-390,-2-7-1,-329 5 1,470-31 609,26-1 87,16-3 82,-6 2 386,-9 4 209,2-1-803,-37 15 2,25-9-148,1-1 0,-1 0 1,-16 4-1,38-31 223,1 8-2627,-4 10-9603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53.0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574 0 2065,'-1'3'8907,"-1"4"-5385,-4 17-323,-2 1-1935,-1-1-1,0-1 0,-16 26 0,13-28-845,-2-1-1,0 0 1,-19 20-1,12-18-352,0-2-1,-2-1 1,0-1-1,-1 0 0,0-2 1,-47 23-1,-163 65 385,286-120 3673,-38 13-3904,0 1 1,0 0 0,0 2 0,0-1-1,0 2 1,0 0 0,0 0 0,22 7-1,-3 2 441,54 27-1,-50-21-636,39 13 1,-64-25-23,-1-1 0,1-1 0,1 1-1,-1-2 1,0 0 0,0-1 0,21-1 0,-32 1 13,-1 0-1,0 0 1,1 0-1,-1 0 1,0 0-1,1 0 1,-1 0 0,0-1-1,0 1 1,1 0-1,-1 0 1,0 0 0,1 0-1,-1 0 1,0-1-1,0 1 1,1 0-1,-1 0 1,0-1 0,0 1-1,1 0 1,-1 0-1,0-1 1,0 1-1,0 0 1,1 0 0,-1-1-1,0 1 1,0 0-1,0-1 1,0 1-1,0 0 1,0-1 0,0 1-1,0 0 1,0-1-1,0 1 1,0 0 0,0-1-1,0 1 1,0 0-1,0-1 1,0 1-1,0-1 1,-4-7-1664,1 5-3718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36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7091,'1'-1'3290,"0"9"5764,-1-3-6556,-1-4-2353,0 1 1,1-1 0,-1 1-1,0-1 1,0 0-1,0 1 1,0-1 0,0 0-1,0 0 1,0 1 0,0-1-1,0 0 1,-1 0-1,1-1 1,0 1 0,-1 0-1,1 0 1,-1 0-1,1-1 1,-1 1 0,1-1-1,-3 1 1,2 0-87,-1 0-1,1 0 1,0 0-1,-1 0 1,1 0 0,0 1-1,0-1 1,0 1-1,0 0 1,0-1 0,0 1-1,-2 3 1,-3 12 404,0 1 0,1 0 1,1 0-1,1 1 0,0-1 0,2 1 0,-1 31 0,11 134 914,16-43-661,-15-101-411,-2 1 0,3 68-1,-10-97-302,-1 0 0,-1 0 0,0 0 0,-5 13 0,4-11-1,2-13 7,9-6-9818,1 3 2612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48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8 6083,'0'-1'237,"0"1"0,-1 0 0,1 0 1,0-1-1,0 1 0,0 0 0,0 0 0,0 0 1,0-1-1,0 1 0,0 0 0,1 0 0,-1 0 1,0-1-1,0 1 0,0 0 0,0 0 0,0-1 1,0 1-1,0 0 0,0 0 0,1 0 0,-1 0 0,0-1 1,0 1-1,0 0 0,0 0 0,0 0 0,1 0 1,-1 0-1,0-1 0,0 1 0,0 0 0,1 0 1,-1 0-1,0 0 0,0 0 0,0 0 0,1 0 1,-1 0-1,0 0 0,0 0 0,1 0 0,-1 0 1,0 0-1,0 0 0,1 0 0,3 13 4056,0 25-1467,-21 93 3515,-10 1-4511,8-41-1821,11-47-250,-65 362 907,49-202-1470,15 3-3310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52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72 23147,'-17'-13'4802,"-2"-3"-928,3-1-2930,1 2-944,9 11 0,4 0 0,4 2 0,2 2 0,0 2 0,4 2 0,1 2-768,-1 5-4579,-6 3-3297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0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203 345 5394,'16'-4'4549,"11"-10"-1942,-3 1-580,3-1 718,-19 7-707,-17 9-338,37-10-1374,1 1 0,-1 1 0,34-1 0,98-2-438,-47 4 156,356-43-60,53-4 77,777 12 123,-826 20 306,-293 7 44,-46 12 552,206 23 0,1 1-1158,-117-30 181,-192 3-92,0-1 0,-1-2 0,0-1 1,60-23-1,-62 19-17,0 3 1,0 0-1,1 2 0,55-6 1,123 2 5,-201 11-6,254 4-1,-218-3-1,8 2 118,468 28 558,358 22-346,-756-50 363,199 31-1,112 58-129,-387-80-150,-1-2-1,2-1 0,-1-3 1,90 1-1,283-13 142,-383 6-492,0 1 0,38 7 0,42 2 1009,-116-10-1064,1 3-5,-1 0 0,0 0 0,0 0 0,0 0 0,0 0 0,0 0 0,-1-1 0,-1 4 0,-9 23 0,7 3 0,-43 213 0,40-215 0,-18 68 0,-65 157 0,66-200 0,2 1 0,3 1 0,3 0 0,-19 112 0,34-172 0,0 0 0,0 0 0,-1 0 0,1 1 0,-1-1 0,0 1 0,0-1 0,1 1 0,-1 0 0,-1 0 0,1 1 0,0-1 0,-4-1 0,-8-5 0,0 1 0,-28-9 0,-24 0 0,-1 2 0,-1 4 0,-88-2 0,-212 15 0,-25-1 0,-251-41 0,29-15 0,164 10 0,-704-38 0,762 49 0,-445-17 0,-455 46 0,1120 4 0,-223 31 0,255-12 0,-184 2 0,189-25 0,-51 1 0,125 5 0,-98 7 0,157-7 0,0-1 0,0 1 0,1 0 0,-1 0 0,1 0 0,-1 0 0,1 1 0,-5 4 0,-15 9 0,-3-4 0,0-2 0,-1 0 0,-1-2 0,1-1 0,-1-2 0,-37 4 0,35-5 0,19-2 0,0 0 0,0-1 0,0 0 0,-1-1 0,-16-2 0,61-8 0,-2 3 403,37-5 1,-16 11-2729,-3 9-9246,-33-2-151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3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18286 10189 2961,'-19'-23'13819,"5"-4"-6119,0-7-3865,-1-21-3881,-5-12 1764,7 34-1050,-2 1 0,-1 1-1,-26-39 1,-68-80-460,62 89-258,-54-93 1,66 83 49,-30-87 0,36 83 0,-46-87 0,33 93 0,-84-107 0,-70-54 0,185 216 0,-611-659 0,424 461 0,-920-897 0,47 107 0,-781-633 0,888 870 0,246 201 0,102 78 0,-26 37 0,-542-227 0,875 525 0,-6 15 0,-6 13 0,-5 14 0,-431-85 0,500 139 0,-342-62 0,409 95 0,-200 4 0,-191 39 0,438-9 0,-179 41 0,237-33 0,1 3 0,1 5 0,-104 49 0,157-62 0,1 1 0,1 1 0,1 2 0,-42 36 0,53-39 0,1 0 0,0 2 0,2 0 0,0 0 0,1 2 0,0-1 0,-14 34 0,17-31 0,0 0 0,-2-1 0,-20 29 0,25-41 0,-1-1 0,0 0 0,0 0 0,-1 0 0,0-1 0,0 0 0,-1-1 0,0 0 0,-15 7 0,-66 23 0,-174 43 0,72-25 0,10 6 0,-285 80 0,-560 88 0,933-211 0,-52 18 0,2-7 0,-66 16 0,213-46 0,0 0 0,0 0 0,-1 0 0,1 0 0,-1-1 0,0 1 0,0 0 0,1 0 0,-2-1 0,1 1 0,0-1 0,0 1 0,-1-1 0,1-2 0,-1 4-49,0 1 0,1-1 0,-1 0 0,0 1 0,0-1 0,1 0 0,-1 1 0,0-1 0,1 1 0,-1-1 0,0 1 0,1-1 1,-1 1-1,1-1 0,-1 1 0,1-1 0,-1 1 0,1-1 0,0 1 0,-1 0 0,1-1 0,-1 1 0,1 0 0,0 0 0,-1-1 0,1 1 0,0 0 0,0 0 0,25 0-8372,-3-1-1782,-5-2-519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4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0 6211,'4'14'8466,"7"3"-3752,4 11-625,-14-22-3701,-1 0-1,0 0 1,0 0 0,0 0-1,-1 0 1,0 0-1,0 0 1,0 0 0,-1 0-1,0 0 1,0-1 0,-1 1-1,1-1 1,-1 1 0,0-1-1,-6 7 1,-8 11-32,-1-1 0,-27 25 1,23-25 140,-10 11-372,2 2 1,1 0 0,1 2 0,3 1-1,1 2 1,1 0 0,3 1-1,-26 73 1,43-105-126,-3 19 0,11-20 0,13-9 0,10-8 0,46-21 0,-47 18 0,40-13 0,-56 22 0,0 1 0,0 0 0,0 0 0,0 1 0,0 1 0,1 0 0,14 1 0,-10 2 0,-1-1 0,0 1 0,0-2 0,0 0 0,0-1 0,0 0 0,1-2 0,-1 1 0,20-7 0,-35 8-27,0 0 1,0 0-1,0 0 0,0 0 1,0 0-1,0 0 0,0 0 1,0 0-1,-1 0 0,1 0 1,0 0-1,0 0 0,0 0 1,0 0-1,0-1 0,0 1 1,0 0-1,0 0 0,0 0 1,0 0-1,0 0 0,0 0 1,0 0-1,0-1 0,0 1 1,0 0-1,0 0 0,0 0 1,0 0-1,0 0 0,0 0 1,0 0-1,0-1 0,0 1 1,0 0-1,0 0 0,0 0 1,0 0-1,0 0 0,0 0 1,0 0-1,0 0 0,0-1 1,0 1-1,0 0 0,0 0 1,0 0-1,0 0 0,1 0 1,-1 0-1,0 0 0,0 0 1,0 0-1,0 0 0,0 0 1,0 0-1,0 0 0,1-1 1,-10-1-4737,-1 4-3180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02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76 2865,'-5'-11'7426,"5"11"-7273,0-1-1,0 1 1,-1 0-1,1-1 1,0 1-1,0 0 1,0 0-1,-1-1 1,1 1-1,0 0 1,0-1-1,0 1 1,0 0-1,0-1 1,0 1-1,0 0 1,-1-1-1,1 1 1,0 0-1,0-1 1,0 1-1,1-1 1,-1 1-1,0 0 1,0-1-1,0 1 1,0 0-1,0-1 1,0 1-1,0 0 1,0-1-1,1 1 1,-1 0-1,0 0 1,0-1-1,1 1 1,-1 0-1,0-1 1,0 1-1,1 0 1,-1 0-1,0 0 1,0-1-1,1 1 1,-1 0-1,1 0 1,7-11 2881,-7 10-2927,-1 0-1,0 1 1,1-1 0,-1 0 0,1 0 0,-1 1-1,1-1 1,-1 1 0,1-1 0,0 0 0,-1 1-1,1-1 1,0 1 0,-1-1 0,1 1-1,0 0 1,0-1 0,0 1 0,-1 0 0,1 0-1,0-1 1,0 1 0,0 0 0,0 0-1,-1 0 1,1 0 0,1 0 0,154-11 974,-71 4-1060,-53 3-12,-24 2 6,0 0-1,-1 1 1,1 1 0,0-1 0,0 1 0,0 0-1,0 1 1,-1 0 0,1 0 0,0 1 0,8 3-1,-14-5 30,-1 1 0,0 0 1,0-1-1,0 1 0,0 0 0,0 0 0,0 0 0,0 0 0,-1 0 0,1 0 0,0 0 0,0 0 0,-1 0 0,1 0 0,-1 1 0,1-1 0,-1 0 0,1 0 1,-1 1-1,0-1 0,0 0 0,1 0 0,-1 3 0,-1 0 59,1-1 1,-1 1-1,1 0 1,-1-1-1,0 1 0,0-1 1,-1 1-1,-2 4 1,-2 3 65,0-1 1,-1-1-1,0 1 1,-12 12-1,9-11-62,-44 38 196,51-46-290,-1 0 0,0 0 0,0-1 0,0 1 0,0-1 0,0 0 0,0-1 0,-1 1 0,1 0 0,-1-1 0,1 0 0,-8 0 0,33-15-360,-15 13 239,-1 0 0,1 0 0,0 1 0,0 0 0,0 0 0,-1 0 0,1 1 0,0-1 0,0 1 0,-1 1 0,1-1 0,-1 1 0,8 3 0,-4-1 33,1 0-1,-1 1 1,0 0-1,-1 1 1,1 0-1,12 12 0,-18-16 73,0 1-1,-1-1 0,1 1 0,-1 0 0,1 0 0,-1 0 1,0 1-1,-1-1 0,1 0 0,0 1 0,-1-1 0,0 1 0,0-1 1,0 1-1,1 4 0,-3-5 36,1-1-1,0 1 1,-1-1 0,0 1 0,0-1 0,1 1-1,-1-1 1,-1 1 0,1-1 0,0 0 0,-1 0-1,1 0 1,-1 1 0,1-1 0,-1-1 0,0 1-1,0 0 1,0 0 0,0-1 0,0 1 0,0-1-1,-5 2 1,-12 8 489,-1-1 0,0-1 0,0-1 0,-40 10 0,-89 11 1116,146-29-1617,1 1-1,-1-1 1,1 0 0,-1 0 0,1 0-1,-1 0 1,1 0 0,-1 0-1,-2-2 1,0-5-150,12-9-465,-5 14 182,0-1 0,0 1 0,0 0 0,0-1 0,1 1-1,-1 0 1,0 0 0,1 0 0,0 1 0,-1-1 0,7-2 0,21-2-7786,-8 6 441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03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236 115 3986,'1'0'412,"-1"-1"1,1 0-1,-1 1 1,1-1 0,-1 0-1,0 1 1,1-1-1,-1 0 1,0 1-1,1-1 1,-1 0-1,0 0 1,0 1 0,0-1-1,1 0 1,-1 0-1,0 1 1,0-1-1,0 0 1,0 0-1,0 1 1,-1-1-1,1 0 1,0 0 0,0 1-1,0-1 1,-1 0-1,0-1 1,0 0 93,0 1 1,-1 0-1,1-1 1,0 1-1,-1 0 1,0 0-1,1 0 1,-1 0-1,1 0 1,-1 0-1,-3-1 1,-1 0 90,0 0-1,0 1 1,0 0 0,0 0-1,0 0 1,0 1 0,-10 0 0,8 2-328,-1 0 1,1 1 0,0 0-1,-1 0 1,1 1 0,1 0 0,-1 0-1,1 1 1,-1 0 0,1 0 0,-7 8-1,9-9-244,-1 1-1,1 1 0,0-1 1,1 1-1,-1 0 0,1 0 1,1 0-1,-1 0 0,1 1 1,0 0-1,0-1 1,1 1-1,-4 13 0,6-16-28,0 1 1,0-1-1,0 0 0,0 0 0,1 1 0,0-1 0,0 0 0,0 0 1,0 0-1,0 0 0,1 0 0,0 0 0,0 0 0,4 6 0,-2-4-74,1-1 0,0 1 0,0-1 0,1 0 0,-1 0 0,1-1 0,0 0 0,8 5 0,-4-4-37,1 0 0,-1 0 1,1-1-1,0 0 0,0-1 0,1 0 1,-1-1-1,0-1 0,1 1 1,21-2-1,-29 0 117,0-1 1,0 1-1,0-1 1,-1 0-1,1 0 1,0 0-1,0-1 1,-1 1-1,1-1 0,-1 0 1,0 0-1,1 0 1,-1-1-1,0 1 1,0-1-1,-1 1 1,6-7-1,-5 3 39,1 1 0,-1-1 0,-1 1 1,1-1-1,-1 0 0,0 0 0,0 0 0,-1-1 0,0 1 0,1-8 1,-1-3 167,-1 1 0,-1-1 0,0 1 0,-1-1 0,-1 1 0,0-1 0,-11-27 0,14 43-207,-1-4 41,-1 0 0,0 0 0,0-1 0,-1 1 1,1 0-1,-1 1 0,0-1 0,-1 0 1,1 1-1,-1 0 0,0 0 0,0 0 0,0 0 1,0 1-1,-1-1 0,-8-4 0,-36-11-45,47 18-73,1 1 0,-1-1 1,1 1-1,-1-1 0,0 1 1,1 0-1,-1 0 0,1 0 1,-1 0-1,1 0 0,-1 0 1,1 1-1,-1-1 0,0 1 1,-2 0-1,-10 12-6953,11-9 4216,-6 7-6880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5 170 4898,'0'0'274,"-1"-1"-1,1 1 0,-1 0 1,1-1-1,0 1 0,0-1 1,-1 1-1,1-1 0,0 1 0,0-1 1,-1 1-1,1-1 0,0 1 1,0-1-1,0 1 0,0-1 1,0 1-1,0-1 0,0 1 1,0-1-1,0 1 0,0-1 1,0 1-1,0-1 0,0 1 1,0-1-1,0 1 0,1-1 1,-1 1-1,0 0 0,1-2 1,15-12 3711,-11 11-3360,0 1 1,0-1-1,0 1 1,0 0 0,10-2-1,-13 4-403,0 0 0,1 0-1,-1 0 1,0 0 0,0 0 0,0 1-1,0-1 1,0 1 0,0-1 0,0 1-1,0 0 1,0 0 0,0 0 0,-1 0-1,1 0 1,0 0 0,0 0 0,-1 1-1,1-1 1,2 3 0,-1 0 31,0 0 0,0 1 0,-1-1 0,1 1 0,-1 0 0,0 0 0,0-1 1,1 7-1,1 9 68,0 0 0,-1 0 1,-1 24-1,-1 11-73,2-69-160,0 1 1,2 0-1,-1 0 1,2 0-1,9-17 1,6-9-698,2 2 0,2 0 0,1 1 1,58-60-1,-75 90-2192,4 7-6961,-7 1 6035,6 0-3207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44 4866,'8'1'2970,"-2"-4"5616,-11 2-1266,-5 4-6603,-3 3 25,1 1 0,0 0-1,0 1 1,-13 12 0,20-16-703,1 0 0,-1 1 0,1-1 0,-1 1 0,1 0 0,1 0 1,-1 1-1,1-1 0,0 1 0,0-1 0,-3 11 0,6-13-38,0-1-1,0 1 0,0 0 1,0 0-1,1-1 1,-1 1-1,1 0 1,-1-1-1,1 1 1,0-1-1,0 1 0,1-1 1,-1 0-1,0 1 1,1-1-1,-1 0 1,1 0-1,0 0 0,0 0 1,0 0-1,0 0 1,0 0-1,0-1 1,4 3-1,5 3-39,0 0-1,1-1 1,18 8-1,-25-12 32,-1 0 0,1 0 0,-1-1 0,1 0 0,0 0 1,-1 0-1,1 0 0,0-1 0,0 0 0,0 0 0,0 0 0,-1 0 0,1-1 0,0 0 0,0 0 0,-1 0 0,1-1 0,-1 0 0,1 0 0,-1 0 0,0 0 0,1 0 0,-1-1 0,0 0 0,-1 0 0,6-5 0,-3 2-6,-1 0 1,0-1-1,-1 0 1,1 0-1,-2 0 1,1 0-1,0-1 0,-1 1 1,-1-1-1,1 0 1,-1 0-1,-1 0 1,1 0-1,-1-16 1,-3-29-224,2 49 52,-1 0 0,0 0-1,0 0 1,0 1-1,0-1 1,0 0-1,-1 0 1,0 1 0,0-1-1,-4-6 1,6 10-21,-1-1 1,0 0-1,1 1 0,-1-1 1,0 1-1,1-1 1,-1 1-1,0-1 0,1 1 1,-1 0-1,0-1 1,0 1-1,0 0 0,1 0 1,-1-1-1,0 1 1,-1 0-1,-13 6-7354,7 2 1301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211 45 6723,'0'-2'625,"0"1"0,0-1 1,-1 1-1,1-1 0,0 0 0,-1 1 0,1-1 1,-1 1-1,1 0 0,-1-1 0,0 1 0,0-1 0,1 1 1,-1 0-1,0 0 0,-2-3 0,1 2-143,0 1 0,-1-1-1,1 1 1,0-1 0,0 1-1,-1 0 1,1 0 0,-1 0 0,-3-1-1,2 1-265,0 0 0,0 1-1,0-1 1,0 1 0,0 0-1,0 0 1,0 0 0,-1 0-1,1 1 1,0 0 0,0 0-1,1 0 1,-6 2 0,-1 2-41,0 1 1,0 1-1,1-1 1,-1 1 0,-12 14-1,18-17-163,0 0-1,0 1 1,1-1-1,-1 1 1,1 0-1,0 0 1,0 0-1,1 1 1,0-1-1,0 1 1,0-1-1,-2 12 1,4-15-14,0-1 1,-1 1 0,1-1-1,0 1 1,1-1 0,-1 1-1,0-1 1,0 1 0,1-1-1,-1 1 1,0-1-1,1 1 1,0-1 0,-1 0-1,1 1 1,0-1 0,0 0-1,-1 1 1,1-1 0,0 0-1,0 0 1,1 0 0,1 2-1,0-2-15,-1 1-1,1-1 0,0 1 1,0-1-1,1 0 0,-1-1 0,0 1 1,0 0-1,0-1 0,6 1 1,6-2-267,0 0 1,-1 0 0,26-7-1,-26 5 2,0 0 1,0-1-1,0-1 0,0 0 0,-1-1 0,0-1 1,21-12-1,-24 7-3,-13 5-1996,2 7 1730,-1 0-1,0 0 1,1-1 0,-1 1 0,1 0-1,-1 0 1,1 1 0,-1-1 0,1 0 0,-1 0-1,1 1 1,-1-1 0,1 1 0,-3 0-1,-10 6-5130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12 12902,'0'-1'226,"0"0"-1,0 1 1,-1-1-1,1 0 1,0 1 0,-1-1-1,1 1 1,0-1-1,-1 1 1,1-1 0,-1 1-1,1-1 1,-1 1 0,1 0-1,-1-1 1,0 1-1,1 0 1,-1-1 0,1 1-1,-1 0 1,0 0-1,1-1 1,-1 1 0,1 0-1,-1 0 1,0 0 0,1 0-1,-1 0 1,0 0-1,1 0 1,-1 0 0,0 0-1,1 0 1,-1 0-1,0 1 1,1-1 0,-1 0-1,0 0 1,1 1 0,-1-1-1,1 0 1,-1 1-1,1-1 1,-1 0 0,0 1-1,-31 19 2976,16-6-2447,0 1 0,0 0 0,2 0 0,0 2 0,0 0 0,-18 32 0,20-28-653,1 1-1,1-1 1,1 2 0,1-1 0,1 1 0,1 0 0,1 1-1,1-1 1,-1 47 0,5-66-143,0-1 0,0 0 1,0 1-1,0-1 0,1 1 0,-1-1 1,1 0-1,0 0 0,0 1 0,0-1 0,1 0 1,-1 0-1,1 0 0,0 0 0,0-1 1,0 1-1,0 0 0,0-1 0,0 1 0,4 2 1,-1-2-374,0 0 0,0-1 1,1 1-1,-1-1 0,1 0 1,-1 0-1,1-1 0,0 0 1,0 0-1,0 0 0,6-1 1,-1 1-1906,0-1 0,1-1 0,17-3 1,-4-2-6624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12438,'4'-11'4866,"15"3"-352,12 0-256,11-1-1505,10 7-1616,5 0-993,-1 0-144,-6 4-1761,-4 2-3169,-2-2-1985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6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90 2993,'1'2'718,"0"-1"0,0 1 0,0-1 0,1 0 0,-1 1 0,0-1 0,1 0 0,-1 0 0,1 0 0,0 0 0,-1 0 0,1 0 0,-1-1 0,1 1 0,0 0 0,2 0 0,-2-5-230,0 0 0,-1 0 0,0 0 0,1 1 0,-2-1 0,1-1 0,0 1 0,0-8 0,5-24 282,-3 25-491,3-7 1321,-5 30 278,-5 40-280,-8 202 1998,2 15-2475,9-264-1115,1 0 26,-1 1 1,1-1-1,0 0 1,0 1-1,0-1 1,1 0-1,0 0 1,2 9-1,-7-17-3504,-7-9-7097,5 4 2651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8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230 513 3506,'5'-2'9592,"10"-1"-4499,79-21-2845,607-104-1872,-527 101-235,1050-119-47,-668 76-82,-76 9 10,514 15-19,-839 43 24,-44 1 6,780 13 1222,567 137-1839,-290-28-1123,-1070-117 2267,1-5 0,127-19 0,-198 19-248,0 1 0,-1 1-1,1 1 1,37 7 0,108 30-31,-112-23-186,-9-2-11,-19-4 541,0-1-1,40 3 1,-73-11-501,1 1 0,-1-1-1,0 0 1,1 0 0,-1 0 0,0 0 0,1 0 0,-1 0 0,1 0 0,-1 0-1,0 0 1,1 0 0,-1 0 0,1 0 0,-1 0 0,0 0 0,1 0 0,-1 0-1,1 0 1,-1 0 0,0-1 0,1 1 0,-1 0 0,0 0 0,1 0 0,-1-1-1,0 1 1,1 0 0,-1 0 0,1-1 0,9-3 1481,-25 24-1560,10-13 25,-87 109 1205,-14 22-1007,94-119-271,1 0 0,0 0 1,2 1-1,1 1 0,0-1 0,-5 24 0,-14 140 3,0 2 0,19-155 0,1 7 0,-3-2 0,-1 1 0,-22 49 0,32-85 0,0-1 0,1 0 0,-1 0 0,0 1 0,1-1 0,-1 0 0,0 0 0,0 0 0,1 0 0,-1 0 0,0 0 0,0 0 0,1 0 0,-1 0 0,0 0 0,1-1 0,-1 1 0,0 0 0,1 0 0,-1-1 0,0 1 0,1 0 0,-1-1 0,1 1 0,-2-1 0,-27-15 0,14 7 0,-27-7 0,-1 2 0,0 2 0,0 2 0,-70-8 0,95 15 0,-773-54 0,468 45 0,-187-20 0,-559-17 0,582 64 0,-144-2 0,422-20 0,-234-4 0,0 32 0,251 0-209,-242-5-1,-30-36 242,-160-3-185,6 42 685,571-13-529,0 2-1,-58 18 1,91-22-3,1-1 0,-1-1 0,1-1 0,-1 0 0,0 0 0,1-1 0,-16-3 0,-14 1 0,-199-2 0,-427 2 0,661 2-8,10-1 10,24-1 12,43-3-121,-62 5-41,62 0-2803,-24 8-6289,-28-4-28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9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11 5090,'6'-1'11257,"-1"-1"-3861,2-4-1042,-4 5-6062,-10 14 1350,-57 120-1295,-66 193 0,120-299-305,-73 227-42,68-193 0,1 1 0,-5 78 0,19-104-990,-1-1-5231,1-30 4627,-1-1 0,1 0 0,-1 0 0,-1 0 0,1 0 1,-3 6-1,-8 9-8227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0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4 111 11861,'0'0'152,"0"0"-1,0 0 0,0 0 0,0 0 0,-1-1 0,1 1 0,0 0 0,0 0 0,0 0 0,0 0 1,0 0-1,-1 0 0,1 0 0,0 0 0,0 0 0,0 0 0,0-1 0,0 1 0,0 0 0,0 0 0,-1 0 1,1 0-1,0 0 0,0 0 0,0-1 0,0 1 0,0 0 0,0 0 0,0 0 0,0 0 0,0-1 1,0 1-1,0 0 0,0 0 0,0 0 0,0 0 0,0-1 0,0 1 0,0 0 0,0 0 0,0 0 1,0 0-1,0-1 0,0 1 0,0 0 0,0 0 0,1 0 0,8-6 3425,16 2-628,-22 4-2742,0 1-1,0 1 1,0-1 0,0 0-1,0 1 1,0-1-1,-1 1 1,1 0-1,-1 0 1,1 0-1,-1 0 1,1 0-1,-1 1 1,0-1-1,0 1 1,0-1 0,-1 1-1,1 0 1,0 0-1,-1-1 1,0 1-1,0 0 1,1 5-1,0-2-40,0 0-1,0 0 1,-1 0-1,0 0 1,-1 0-1,1 0 1,-1 1-1,0-1 1,-1 0-1,1 0 1,-4 10 0,4-16-162,0 0 0,0 0 0,0 0 0,0 0 0,0 0 0,0 0 1,0 0-1,0 0 0,0 0 0,0 0 0,0-1 0,0 1 1,0 0-1,-1 0 0,1 0 0,0 0 0,0 0 0,0 0 1,0 0-1,0 0 0,0 0 0,0 0 0,0 0 0,0 0 0,-1 0 1,1 0-1,0 0 0,0 0 0,0 0 0,0 0 0,0 0 1,0 0-1,0 0 0,0 0 0,0 0 0,0 0 0,-1 0 0,1 0 1,0 0-1,0 0 0,0 1 0,0-1 0,0 0 0,0 0 1,0 0-1,0 0 0,0 0 0,0 0 0,0 0 0,0 0 1,0 0-1,0 0 0,0 0 0,0 0 0,-1 1 0,1-1 0,0 0 1,0 0-1,0 0 0,0 0 0,0 0 0,0 0 0,0 0 1,0 0-1,0 1 0,-3-14 29,0-18-51,5 19 20,0 0 0,1 0-1,1 1 1,0-1 0,0 1 0,1-1 0,11-17 0,-12 22-7,0 1 0,1-1 0,0 1 0,0 1 1,0-1-1,0 1 0,1 0 0,0 0 0,0 0 1,1 1-1,-1 0 0,1 0 0,10-4 0,-15 8-172,-1-1 0,0 1-1,0 0 1,1-1-1,-1 1 1,0 0 0,0 0-1,1 0 1,-1 0 0,0 0-1,1 0 1,-1 1-1,0-1 1,0 0 0,2 1-1,14 14-9239,-6-2 1708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0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19 12742,'-21'2'10681,"-3"5"-4298,17-4-5625,-1 0 1,1 0-1,0 1 1,-11 7 0,15-9-787,1 0 0,-1-1 0,1 1 0,-1 0 0,1 0 1,0 0-1,0 1 0,0-1 0,0 0 0,0 1 1,0 0-1,1-1 0,-1 1 0,1 0 0,0 0 1,0-1-1,0 1 0,0 0 0,0 0 0,0 0 1,1 1-1,0-1 0,-1 0 0,1 0 0,1 0 1,-1 0-1,0 0 0,1 0 0,1 5 0,-2-7 16,1 1-1,0-1 1,0 1 0,0-1-1,0 0 1,0 1-1,0-1 1,0 0-1,0 0 1,1 0 0,-1 0-1,0 0 1,1 0-1,-1 0 1,1-1-1,-1 1 1,1 0-1,-1-1 1,1 1 0,-1-1-1,1 1 1,0-1-1,-1 0 1,1 0-1,0 0 1,-1 0-1,1 0 1,0 0 0,-1 0-1,1-1 1,0 1-1,-1 0 1,1-1-1,-1 0 1,1 1 0,1-2-1,5-1-36,0 0 1,0-1-1,-1 0 0,0 0 1,13-10-1,-12 7 54,-1 0 0,0-1 0,0 0 0,7-11 1,-12 17-17,0 0 0,-1-1 0,1 1 1,-1-1-1,0 1 0,1-1 0,-1 1 1,0-1-1,-1 0 0,1 1 0,0-1 1,-1 0-1,0 0 0,1 0 0,-1 1 1,0-1-1,0 0 0,-1 0 0,1 0 1,-2-4-1,2 6-167,-1 0 0,1 0 0,-1 1 1,1-1-1,-1 0 0,0 0 0,1 1 0,-1-1 0,0 1 1,0-1-1,1 1 0,-1-1 0,0 1 0,0-1 0,0 1 1,1 0-1,-1-1 0,0 1 0,0 0 0,0 0 0,0 0 1,-1 0-1,1 0-321,-1 0 0,2 0 1,-1 0-1,0 0 1,0 0-1,0 0 0,0 0 1,0 1-1,0-1 0,0 0 1,0 1-1,0-1 1,0 1-1,0-1 0,0 1 1,1 0-1,-1-1 0,0 1 1,0 0-1,0 0 1,-2 7-6796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36 11093,'0'-1'208,"1"1"0,-1 0 0,1 0 0,-1 0 0,1-1 0,-1 1 0,1 0 0,-1 0 0,1-1 0,-1 1 0,0 0 1,1-1-1,-1 1 0,1-1 0,-1 1 0,0 0 0,0-1 0,1 1 0,-1-1 0,0 1 0,0-1 0,1 1 0,-1-1 0,0 1 0,0-1 0,0 1 0,0-1 0,0 1 0,0-1 0,0 1 0,0-1 0,0 1 0,0-1 0,0 1 0,0-1 0,0 1 0,0-1 0,0 1 0,-1-1 0,1 1 1,0-1-1,0 1 0,-1-1 0,1 1 0,0-1 0,-1 1 0,1-1 0,0 1 0,-1 0 0,1-1 0,0 1 0,-1 0 0,1-1 0,-1 1 0,1 0 0,-1 0 0,1-1 0,-1 1 0,-2-1 237,0 0-1,0 0 1,0 0-1,0 1 1,-1-1 0,1 1-1,0 0 1,0 0-1,-4 0 1,-6 2-180,1 0 1,-1 1-1,1 1 1,0 0-1,0 0 0,0 1 1,1 1-1,0 0 1,0 0-1,0 1 1,-16 14-1,26-20-264,0 0-1,0 1 1,0-1-1,0 0 1,0 0 0,1 0-1,-1 1 1,0-1-1,1 0 1,-1 1-1,1-1 1,-1 0 0,1 1-1,0-1 1,0 1-1,-1-1 1,1 1-1,0-1 1,0 0 0,1 1-1,-1-1 1,0 1-1,1 2 1,1-1-17,-1 0 0,1 0 1,-1 0-1,1 0 0,0 0 1,1 0-1,-1 0 0,0-1 1,5 5-1,1-1-77,0 0-1,0 0 1,1-1-1,0 0 1,0 0-1,13 4 1,-21-8 82,1-1 0,0 1 1,-1-1-1,1 0 0,0 0 1,-1 0-1,1 0 0,0 0 1,-1 0-1,1 0 0,0 0 1,0-1-1,-1 1 0,1-1 1,-1 1-1,1-1 0,0 1 1,-1-1-1,1 0 0,1-1 1,0-1-36,0 1 0,-1-1 0,0 1 0,1-1 0,-1 0 0,0 0 0,0 0 0,0 0 0,1-5-1,1-2-518,0 0-1,-1 0 0,-1 0 0,0 0 0,2-20 0,-8-6-4640,-4 15-3314,-2 9-930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47 9620,'32'-46'19212,"-30"47"-16558,-2 8-1638,-4 10-770,-7 4-239,-2-1 0,-24 33 0,25-40-7,1 1-1,1 0 1,0 0 0,1 1 0,1 0-1,-8 26 1,14-38 3,1 0 0,1-1 0,-1 1 0,1 0-1,0 0 1,0-1 0,0 1 0,1 0 0,1 8 0,10 10-2289,-10-21 1644,0-1 1,-1 1-1,1-1 0,0 1 0,0-1 1,0 0-1,0 0 0,0 0 0,1 0 0,1 1 1,20 3-8403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51 17416,'-12'-17'4514,"10"5"-2161,12 1 1169,17 3-2690,15 6-832,10 4-896,7 4-2594,6 5-4353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2.1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55 4050,'-3'-2'1941,"0"0"1,0 0 0,1-1-1,-1 1 1,1-1-1,-1 0 1,1 1-1,-3-5 1,5 7-1713,0-1 1,0 1-1,0-1 1,-1 1-1,1-1 1,0 1-1,0 0 0,0-1 1,0 1-1,0-1 1,0 1-1,0-1 1,0 1-1,0-1 0,0 1 1,0 0-1,0-1 1,1 1-1,-1-1 1,0 1-1,0-1 0,0 1 1,1 0-1,-1-1 1,0 1-1,1-1 1,18-7 2372,-2 5-2331,-1 0 1,0 2 0,1 0 0,-1 1 0,1 0 0,-1 1-1,1 1 1,24 6 0,-39-8-272,0 1 0,-1-1 0,1 1 0,0 0 0,-1 0 0,1-1 0,0 1 0,-1 0 0,1 0 0,-1 0 0,0 1 0,1-1 0,-1 0 0,0 0 0,0 1 0,0-1 0,1 1 0,-2-1 0,3 3 0,-3-2 0,0-1 0,0 1 0,1-1 0,-1 1 0,0 0 0,0-1 0,-1 1 0,1-1 0,0 1 0,-1-1 0,1 1 0,0-1 0,-1 1 0,0-1 0,1 1 0,-1-1 0,-1 3 0,-3 2 0,0 0 0,0 0 0,-1 0 0,0 0 0,0-1 0,0 0 0,-10 6 0,-5 1 6,-38 16 0,9-6-159,50-22 131,0 0 1,-1 0 0,1 0 0,0 0 0,-1 1 0,1-1 0,0 0 0,0 0 0,-1 0-1,1 0 1,0 0 0,0 0 0,-1 1 0,1-1 0,0 0 0,0 0 0,-1 0 0,1 1-1,0-1 1,0 0 0,0 0 0,-1 1 0,1-1 0,0 0 0,0 0 0,0 1 0,0-1-1,0 0 1,0 1 0,0-1 0,0 0 0,0 0 0,-1 1 0,1-1 0,0 0 0,0 1-1,1-1 1,-1 0 0,0 0 0,0 1 0,0-1 0,0 0 0,0 1 0,0-1 0,16 9-681,27 1-35,-42-9 719,15 1-186,-10-2 171,-1 1-1,0 0 0,0-1 0,0 2 0,0-1 0,0 0 0,0 1 1,0 0-1,0 0 0,-1 1 0,1-1 0,-1 1 0,6 5 1,-9-7 58,-1 0 0,0 0 1,1 0-1,-1 0 1,1 0-1,-1 0 0,0 0 1,0 0-1,0 0 1,0 0-1,0 0 0,0 0 1,0 1-1,0-1 1,0 0-1,0 0 1,-1 0-1,1 0 0,0 0 1,-1 0-1,1 0 1,-1 0-1,1 0 0,-1 0 1,0 0-1,1 0 1,-1 0-1,0 0 0,0-1 1,1 1-1,-1 0 1,0 0-1,-1 0 1,-32 24 1001,13-13-799,0-1 1,-45 15-1,-10-6-3015,61-20-2241,16-1 4715,-1 1 0,0-1 0,0 1 1,0-1-1,0 1 0,0 0 0,0-1 0,1 1 0,-1-1 0,0 1 0,0-1 0,1 1 0,-1 0 1,0-1-1,1 1 0,-1 0 0,0-1 0,1 1 0,-1 0 0,0-1 0,1 1 0,-1 0 0,1 0 1,-1-1-1,1 1 0,-1 0 0,0 0 0,1 0 0,0 0 0,24-12-9385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2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48 6131,'8'-9'10646,"-16"8"-4699,-17 9-1069,14-2-3770,-10 5 578,-34 24-1,49-31-1668,1 0 0,0 1 0,0-1 0,1 1 0,-1 0 0,1 0 0,0 1 0,1-1-1,-1 1 1,1 0 0,-3 8 0,5-13-22,0 1 1,1 0-1,-1 0 0,1 0 1,-1 0-1,1-1 0,0 1 0,0 0 1,0 0-1,0 0 0,0 0 0,0 0 1,1 0-1,-1 0 0,0-1 1,1 1-1,0 0 0,-1 0 0,1 0 1,0-1-1,0 1 0,2 2 1,-1-1-36,1-1 0,-1 0 0,1 1 0,0-1 0,0 0 0,0-1 0,0 1 0,0 0 0,0-1 0,1 0 0,4 2 0,3-1-108,0 1 0,0-2 1,0 1-1,0-2 0,0 1 1,21-3-1,-23 0 147,0 0 0,1-1 0,-1 1 1,0-2-1,0 1 0,-1-1 0,1 0 0,-1-1 0,0 0 0,0-1 1,-1 1-1,11-12 0,-13 13 59,-1-1 0,0 1 0,0-1 0,-1-1 0,1 1 0,-1 0 0,-1-1 1,1 0-1,-1 1 0,0-1 0,0 0 0,0 0 0,-1 0 0,0 0 0,0-1 0,-1 1 0,0 0 0,0 0 0,0 0 1,-1-7-1,0 10-70,1 1 0,-1-1 1,0 1-1,1-1 0,-1 1 0,0 0 1,0-1-1,-1 1 0,1 0 1,0 0-1,-1 0 0,1 0 1,-1 0-1,0 0 0,0 0 1,1 1-1,-1-1 0,0 1 1,-1-1-1,1 1 0,0 0 1,0-1-1,-3 0 0,-1 1-539,1-1-1,-1 1 1,1 0-1,-1 0 1,0 1 0,1 0-1,-1 0 1,1 0-1,-11 2 1,-26 7-5116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5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18978 4026 3650,'0'0'262,"0"0"0,0-1 0,1 1 1,-1 0-1,0 0 0,0-1 0,0 1 0,0 0 1,1 0-1,-1-1 0,0 1 0,0 0 0,0 0 1,0-1-1,0 1 0,0 0 0,0-1 0,0 1 1,1 0-1,-1 0 0,0-1 0,0 1 1,0 0-1,-1-1 0,1 1 0,0 0 0,0 0 1,0-1-1,0 1 0,0 0 0,0-1 0,0 1 1,0 0-1,-1 0 0,1-1 0,0-2 4844,7 3-1907,-3-4 1147,-8-5-3797,-5-15-735,3-61 1452,11-159-1,-2 185-997,-3 0-1,-11-96 0,-5 57 633,-31-101 0,1 31-441,26 98 124,-56-128 0,49 144-615,-3 2 1,-41-55 0,22 42 31,-3 3 0,-2 2 0,-77-65 0,-201-141 0,146 132 0,-7 9 0,-296-144 0,-453-116 0,-161-10 0,398 174 0,-12 61 0,405 110 0,-368-12 0,-42 55 0,166 6 0,11-20-168,-569 1 101,-120 94 106,305-14 37,113 6-184,9 62 213,-64 90-664,238-54 179,483-129 229,-149 37-584,11 24 330,228-67 109,-60 37 0,-7 4-443,-18-4 607,-182 57 1,-161 22 286,343-105-130,-720 219-793,546-164 1223,-85 24 501,395-116-1166,10-3 556,2 1 266,-11 4-269,-63 21-409,-131 31 1,79-25 52,32-8-1,-134 42 668,382-98-4557,-154 31 3328,2 1-1181,-6 3-3124,-2 1-2030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5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301 4 2913,'0'0'240,"1"1"0,-1-1 0,0 1 0,0-1-1,0 0 1,1 1 0,-1-1 0,0 0 0,0 1-1,1-1 1,-1 0 0,0 1 0,1-1 0,-1 0 0,0 1-1,1-1 1,-1 0 0,1 0 0,-1 0 0,0 1-1,1-1 1,-1 0 0,1 0 0,-1 0 0,1 0 0,-1 0-1,0 0 1,1 0 0,-1 0 0,1 0 0,-1 0-1,1 0 1,-1 0 0,1 0 0,-1 0 0,0 0-1,1 0 1,-1-1 0,1 1 0,-1 0 0,0 0 0,1-1-1,-1 1 1,0 0 0,1 0 0,-1-1 0,0 1-1,1 0 1,-1-1 0,0 1 0,1 0 0,-1-1 0,8-5 4337,-27 17 1728,12-7-6173,1 0 1,-1 1 0,1 0-1,0 0 1,1 1-1,-7 7 1,-45 68 894,5 2-1,-53 112 1,92-169-786,9-18-114,-18 39 289,20-43-372,1-1-1,0 0 0,0 0 1,1 1-1,-1-1 1,1 0-1,-1 1 0,1-1 1,0 0-1,0 1 1,1-1-1,0 4 1,-1-5-13,1-1 0,-1 0 0,1 0 0,0 1 0,-1-1 0,1 0 0,0 0 0,0 0 1,0 1-1,0-1 0,0 0 0,0-1 0,0 1 0,1 0 0,-1 0 0,0 0 0,0-1 1,1 1-1,-1 0 0,0-1 0,1 1 0,-1-1 0,1 0 0,-1 0 0,0 1 0,1-1 0,-1 0 1,1 0-1,-1 0 0,3-1 0,5 1-62,-1-2 0,1 1 0,16-6 0,-10 3 95,47-12-64,-27 6 0,52-7 0,-38 13 0,-30 3 0,0 0 0,0-2 0,-1 0 0,1-1 0,31-11 0,-49 15 3,0-1 0,0 1 0,0-1-1,0 0 1,0 1 0,0-1 0,0 0 0,0 1 0,0-1-1,0 0 1,-1 0 0,1 0 0,0 0 0,-1 0 0,1 0 0,-1 0-1,1 0 1,-1 0 0,1 0 0,-1 0 0,1 0 0,-1-2 0,0 3-7,0-1 1,0 1 0,0 0-1,0 0 1,0-1 0,0 1-1,0 0 1,0 0 0,0-1-1,0 1 1,-1 0 0,1 0-1,0 0 1,0-1 0,0 1-1,0 0 1,0 0 0,-1 0-1,1-1 1,0 1 0,0 0-1,0 0 1,-1 0 0,1 0-1,0 0 1,0-1 0,-1 1-1,1 0 1,0 0 0,0 0-1,-1 0 1,1 0 0,-16 5-700,-1 6-3563,2 7-2871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48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36 4162,'5'-12'4563,"8"-4"-1910,-12 16-2445,0-1 0,0 0 0,0 0 0,0 1 0,0-1 0,0 0 0,0 1 0,0-1 0,1 1 0,-1-1 0,0 1 0,0 0 0,0 0 0,0-1 0,1 1 0,-1 0 0,0 0 0,0 0 0,1 0 0,-1 0 0,0 1 0,0-1 0,0 0 0,0 0 0,3 2 0,-3 0 86,-1 0 0,1 1 0,-1-1-1,0 1 1,1-1 0,-1 0 0,0 1-1,0-1 1,-1 1 0,1-1 0,0 0-1,-2 5 1,1-4-41,-43 358 5350,37-268-4934,11 175 0,-2-241-519,2 0-1,2 0 1,11 36-1,-17-63-288,0 0 0,0 0 0,0 0-1,0 0 1,0 0 0,0-1 0,0 1 0,0 0 0,0 0-1,0 0 1,0 0 0,0 0 0,1 0 0,-1 0 0,0 0 0,0 0-1,0 0 1,0 0 0,0 0 0,0 0 0,0 0 0,0 0-1,1-1 1,-1 1 0,0 0 0,0 0 0,0 0 0,0 0 0,0 0-1,0 0 1,0 0 0,1 1 0,-1-1 0,0 0 0,0 0-1,0 0 1,0 0 0,0 0 0,0 0 0,0 0 0,1 0 0,-1 0-1,2-19-5612,-2 13 3583,2-18-4463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0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103 452 5330,'0'-1'388,"0"0"-1,0-1 1,1 1-1,-1 0 1,0 0-1,1 0 0,-1 0 1,1 0-1,-1 0 1,1-1-1,0 1 0,0 0 1,-1 1-1,1-1 1,0 0-1,0 0 1,0 0-1,0 0 0,0 1 1,0-1-1,2-1 1,24 2 4306,-5 2-3574,63-4 942,98-17 0,83-26-2158,-145 23 326,107-19-28,722-99 247,747 50-1125,-1589 85 543,303-27-593,88-2 446,768 73-570,-396-3 1113,428 75 1320,-1184-97-478,116 18-682,-11 5-126,-126-24 2658,-99-13-2803,0-1 0,0 1-1,0 0 1,0 1-1,0-1 1,0 1 0,0 0-1,0 0 1,0 0 0,0 1-1,0 0 1,1 0-1,-1 0 1,-5 4 0,3-1-5,1 0 0,-1 1 0,1-1 0,0 1 0,1 0 0,0 1 0,0 0 0,-5 8 0,1 1-68,0 1 0,2 0 0,0 0 0,1 1 0,1 0-1,0 0 1,-3 26 0,6-11-79,0 1 0,2-1 0,6 39 0,21 100 0,2 30 0,-28-186 0,-1 0 0,-1 0 0,0-1 0,-2 1 0,1 0 0,-9 25 0,-2-7 0,-27 58 0,40-92 0,-1 1 0,1 0 0,0-1 0,0 1 0,0-1 0,0 1 0,-1 0 0,1-1 0,0 1 0,0-1 0,-1 1 0,1 0 0,-1-1 0,1 1 0,0-1 0,-1 1 0,1-1 0,-1 0 0,1 1 0,-1-1 0,1 1 0,-1-1 0,1 0 0,-1 1 0,0-1 0,1 0 0,-1 0 0,0 0 0,1 1 0,-1-1 0,1 0 0,-1 0 0,0 0 0,1 0 0,-2 0 0,-11-19 0,1-1 0,3 9 0,0 2 0,-2-1 0,1 1 0,-1 1 0,0 0 0,-1 0 0,0 1 0,0 1 0,0 0 0,-14-4 0,-25-8 0,-64-13 0,95 26 0,-477-91 0,-9 30 0,413 55 0,-1881-190 0,350 114 0,1343 76 0,-109 3 0,277 11 0,-161 26 0,-503 45 0,644-69 0,-261 21 0,371-22 0,1 2 0,0 0 0,-33 15 0,31-12 0,0 0 0,-32 6 0,-48 1 0,-165 2 0,77-9 0,182-8 0,0 1 0,0 0 0,0 1 0,0 0 0,1 0 0,-1 1 0,1 0 0,0 0 0,0 1 0,0 1 0,1-1 0,-11 10 0,10-10 0,0 0 0,-1-1 0,1 0 0,-1 0 0,0-1 0,0 0 0,-1-1 0,1 0 0,0-1 0,-1 0 0,-15-1 0,11 1 0,0 0 0,0 0 0,0 1 0,-27 9 0,40-11 8,1 1 0,-1-1 0,0 1 0,1 0 0,-1 0 0,1-1 1,-1 1-1,1 0 0,-1 0 0,1 1 0,-1-1 0,1 0 0,0 0 0,0 1 0,0-1 0,0 0 0,0 1 0,0-1 0,0 1 1,-1 3-1,2-5-132,0 1-1,0-1 1,0 1 0,0 0 0,0-1 0,0 1 0,0 0 0,0-1 0,1 1 0,-1-1 0,0 1 0,0 0 0,1-1 0,-1 1 0,0-1-1,1 1 1,-1-1 0,0 1 0,1-1 0,-1 1 0,1 0 0,21 8-9047,-6-5-180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1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128 0 6691,'0'0'605,"1"1"0,0-1-1,-1 0 1,1 0 0,0 1 0,-1-1 0,1 0 0,-1 1-1,1-1 1,-1 0 0,1 1 0,-1-1 0,1 1-1,-1-1 1,1 1 0,-1-1 0,1 1 0,-1-1-1,0 1 1,1 0 0,-1-1 0,0 1 0,1 1-1,-2 19 5304,-17 28-5010,12-33 893,-38 126 949,24-51-2628,-14 163 0,31-199-128,0 10-1947,-4-22-6279,3-32 135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2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7812,'2'-1'974,"-1"-1"0,1 1 0,0 0 0,0 0 0,-1-1 0,1 1 0,0 0 0,0 1 0,0-1 1,0 0-1,0 0 0,0 1 0,1-1 0,3 1 0,-5 0-762,1 1 1,0 0-1,-1 0 0,0 0 1,1 0-1,-1 0 0,1 0 1,-1 0-1,0 0 0,0 1 0,0-1 1,0 0-1,0 1 0,0-1 1,0 1-1,0-1 0,0 1 1,-1-1-1,1 1 0,0 2 1,5 14 342,-1 1 0,-1 0 0,0 0 0,-1 0 0,0 32 0,1-5-129,-6-60-421,2 1 0,-1 0 0,2 0 0,0-1 0,0 1 0,1 0-1,1 0 1,0 0 0,1 1 0,0-1 0,1 1 0,0 0 0,1 0 0,1 0 0,0 1 0,0 0 0,1 0-1,14-14 1,-22 25-90,1-1 0,-1 1 0,1-1-1,-1 1 1,1-1 0,-1 1 0,1 0-1,-1-1 1,1 1 0,0 0-1,-1-1 1,1 1 0,0 0 0,-1 0-1,1 0 1,-1 0 0,1-1 0,0 1-1,-1 0 1,1 0 0,0 0 0,-1 0-1,1 1 1,0-1 0,-1 0 0,1 0-1,0 0 1,-1 0 0,1 1-1,0-1 1,-1 0 0,1 1 0,-1-1-1,1 0 1,-1 1 0,1-1 0,-1 1-1,2 0 1,15 24-9970,-11-15 4693,4 2-2849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2.5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38 8500,'10'-11'10623,"-20"12"-4001,-22 11-3719,23-8-2810,0 1 1,1 0 0,0 1-1,0 0 1,1 0 0,-1 0-1,-6 8 1,12-11-94,0-1 0,0 1 0,0 0 0,0-1 0,0 1-1,0 0 1,1 0 0,-1 0 0,1 0 0,0 0 0,0 0 0,0 1 0,0-1 0,1 0 0,-1 1 0,1-1 0,0 0-1,0 1 1,0-1 0,0 0 0,0 1 0,1-1 0,0 0 0,1 4 0,-1-5-11,-1 0 1,1 0 0,0 0-1,1-1 1,-1 1 0,0 0 0,0-1-1,1 1 1,-1-1 0,1 0-1,-1 1 1,1-1 0,0 0-1,-1 0 1,1 0 0,0 0-1,0 0 1,3 1 0,0-1-48,-1 0 0,1 0 0,0-1 1,-1 1-1,1-1 0,-1 0 0,1-1 1,5 0-1,5-2-127,-1 0 0,1-2 0,-1 1 0,17-9 0,-21 8 140,1-1 0,-1 0 0,0 0 1,-1-1-1,1-1 0,-2 1 0,13-14 0,-19 20 17,-1-1 1,1 0-1,0 0 1,-1 0-1,1 0 1,-1 0-1,0 0 0,0 0 1,0 0-1,0-1 1,0 1-1,0 0 1,-1-1-1,1 1 0,-1-1 1,1 1-1,-1 0 1,0-1-1,0 1 1,0-1-1,0 1 0,-1-1 1,1 1-1,-1 0 1,1-1-1,-1 1 1,0-1-1,0 1 0,0 0 1,0 0-1,0 0 1,0 0-1,-1 0 0,1 0 1,-1 0-1,0 0 1,1 0-1,-1 1 1,0-1-1,0 0 0,0 1 1,-2-2-1,0 1-556,0 0-1,0 0 1,0 0-1,0 0 1,0 1-1,0-1 1,0 1-1,-1 0 1,1 0-1,-6 0 1,8 1-124,-1 0 0,1 0 0,0 0 0,0 0 0,0 1 0,0-1 1,0 1-1,0-1 0,0 1 0,0 0 0,0-1 0,0 1 0,0 0 0,-2 2 1,-4 7-5286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2.9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21 3634,'-12'-15'11829,"-4"10"-5103,13 4-6270,0 1 0,0 1-1,0-1 1,0 0 0,0 1 0,0-1 0,0 1 0,0 0-1,0 0 1,-4 2 0,2 0-389,0-1-1,1 1 1,-1 0-1,0 0 1,1 1 0,0-1-1,0 1 1,0 0-1,0 0 1,1 0 0,-6 8-1,8-10-87,-1 1 1,1-1-1,0 1 0,0 0 0,0 0 1,0-1-1,0 1 0,1 0 0,-1 0 0,1 0 1,0 0-1,0 0 0,0 0 0,0 0 1,0 0-1,1 0 0,-1 0 0,1-1 1,0 1-1,0 0 0,0 0 0,0-1 0,0 1 1,0 0-1,1-1 0,0 1 0,-1-1 1,1 0-1,0 1 0,0-1 0,0 0 0,0 0 1,5 3-1,-2-2-59,0-1 0,1 1 1,0-1-1,-1 0 0,1 0 0,0 0 1,0-1-1,0 0 0,0 0 0,0-1 1,0 0-1,0 0 0,0 0 0,0 0 1,10-3-1,-7 0 92,0 0 0,1-1 0,-2 0 0,1 0-1,0-1 1,-1 0 0,0 0 0,8-8 0,-13 11 34,-1 0 0,1-1 0,-1 1 0,0-1 0,0 0 0,0 1 0,0-1 0,0 0 0,-1 0 0,1 0-1,1-7 1,-2 8-22,-1 1-1,0-1 0,0 0 1,0 0-1,0 0 0,0 0 1,0 0-1,-1 0 0,1 0 1,-1 0-1,1 0 0,-1 0 1,0 1-1,0-1 0,0 0 1,1 0-1,-2 1 0,1-1 1,0 1-1,0-1 0,0 1 1,-3-2-1,1 0-146,0 1 0,0-1 0,0 1 0,-1 0 0,1 0 0,-1 0 0,0 1 0,1 0 0,-1-1 0,0 1 0,0 0 0,0 1 0,0-1 0,1 1 0,-1-1 0,-7 2 0,6-1-811,0 0 0,0 1 0,1 0 1,-1 0-1,0 0 0,1 1 0,-1 0 0,-4 2 1,-4 6-6023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3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14 11685,'-1'-1'505,"0"0"0,1 0 0,-1 0 0,0 0 0,0 1 0,0-1 0,0 0 0,0 0 0,0 0 0,0 1 0,0-1 0,0 0 0,0 1 0,-1-1 0,1 1 0,0 0 0,0-1 0,0 1 0,-3-1 0,2 2-108,1-1 0,-1 0 0,1 0 0,-1 1 0,1-1 0,-1 1 0,1-1 0,-1 1 0,1 0 0,0 0 0,-1-1 0,1 1 1,-3 2-1,-2 4 407,-1 0 1,1 1 0,0-1 0,-7 13 0,7-10-92,5-9-696,-9 12 108,1 1 0,0 1 1,1-1-1,1 1 1,-7 19-1,13-30-139,0 0 0,0 1 0,0-1 0,1 1 1,-1-1-1,1 1 0,0-1 0,0 1 0,1 0 0,-1-1 0,1 0 0,0 1 1,1-1-1,-1 1 0,1-1 0,-1 0 0,1 0 0,0 0 0,1 0 0,-1 0 0,1-1 1,0 1-1,0-1 0,4 5 0,-3-5-406,-1 0 1,1 0-1,0 0 0,0 0 1,1-1-1,-1 1 0,0-1 0,1 0 1,-1 0-1,1-1 0,0 0 1,5 1-1,-7-1-621,1-1 0,0 1 0,0-1 0,-1 0 0,1-1 0,0 1 0,0-1 0,-1 1 0,1-1 0,4-2 0,9-6-7736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3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5587,'2'-2'9012,"6"0"-6227,11-2 833,6 2-1201,8 0-2017,5 0-400,2 2-224,-1 0-2561,-1-2-2882,2 0 112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4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67 3298,'7'-6'2287,"-1"0"1,1 1 0,0 0 0,0 0 0,1 1 0,13-6 0,-8 5-761,0 0 1,0 1 0,26-3 0,-22 4-1340,1 2 0,-1 0-1,1 2 1,-1-1-1,1 2 1,32 7 0,-49-9-186,0 1 1,0-1 0,0 0-1,0 0 1,0 0 0,0 1 0,0-1-1,0 0 1,0 1 0,0-1-1,0 1 1,0-1 0,0 1-1,0 0 1,-1-1 0,1 1 0,0 0-1,0-1 1,-1 1 0,1 0-1,-1 0 1,1 0 0,-1 0 0,1 0-1,-1-1 1,1 1 0,-1 0-1,0 0 1,1 2 0,-1-1 6,-1 0 0,1-1 0,-1 1 0,0 0 0,1 0 1,-1-1-1,0 1 0,0 0 0,0-1 0,0 1 0,0-1 1,-1 1-1,1-1 0,-2 2 0,-9 7 132,1-1 1,-26 16 0,-67 31 84,104-56-230,0 0 0,-1 0 0,1 0 0,0 1 0,-1-1 0,1 0 0,0 0 0,0 0 0,-1 0 0,1 0 0,0 1 0,0-1 0,0 0 0,-1 0 0,1 0 0,0 1 0,0-1 0,0 0 0,0 0 0,-1 1 0,1-1 0,0 0 0,0 1 0,0-1 0,0 0 0,0 0 0,0 1 0,0-1 0,0 0 0,0 1 0,0-1 0,0 0 0,0 0 0,0 1 0,0-1 0,0 0 0,0 1 0,0-1 0,0 0 0,0 1 0,13 6-65,21 1 22,-32-7 26,9 2-169,0 2-1,-1-1 1,1 1 0,-1 1-1,-1 0 1,18 14 0,-20-15 161,-6-5 51,0 1 0,0-1 0,0 1-1,-1-1 1,1 1 0,0 0 0,0-1 0,0 1-1,-1 0 1,1 0 0,0-1 0,-1 1 0,1 0-1,-1 0 1,1 0 0,-1 0 0,1 0 0,-1 0-1,0 0 1,1 0 0,-1 0 0,0 0 0,0 0-1,0 0 1,0 0 0,0 0 0,0 0 0,0 0-1,0 0 1,0 0 0,0 0 0,0 0 0,-1 0-1,1 0 1,0 0 0,-1 0 0,1 0 0,-1 0-1,1 0 1,-1 0 0,0 0 0,1-1 0,-1 1 0,0 0-1,1 0 1,-1-1 0,0 1 0,0-1 0,0 1-1,0 0 1,0-1 0,1 1 0,-1-1 0,-1 1-1,-9 4 390,0 1 0,0-1 0,-20 5 0,23-7-412,-26 8-512,-1-1 1,-56 7 0,89-16 19,-8-1-854,6-5-3808,6-5-2230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4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55 9668,'11'-5'10046,"-21"6"-4719,-23 8-1651,17-1-3062,0 0 0,0 2 0,1 0 0,-25 21 0,35-26-609,0 0 0,0 0 1,1 0-1,-1 0 1,1 0-1,0 1 0,1 0 1,-1 0-1,1 0 1,0 0-1,1 1 1,-1-1-1,1 1 0,1-1 1,-3 13-1,4-16-2,0 0 0,1 0-1,-1 0 1,0 0 0,1-1-1,-1 1 1,1 0 0,0 0-1,0-1 1,0 1 0,1-1-1,-1 1 1,0-1 0,1 1-1,0-1 1,-1 0 0,1 0-1,0 0 1,0 0 0,0 0-1,1 0 1,-1 0 0,0-1-1,1 1 1,-1-1 0,1 0-1,-1 1 1,1-1 0,0 0-1,-1-1 1,1 1 0,0 0-1,0-1 1,3 1 0,6 0-37,0 0 1,0 0-1,0-1 0,0-1 1,0 0-1,21-5 1,-22 3 39,0 0 1,-1-1-1,0 0 0,1-1 1,-2 0-1,1 0 1,-1-1-1,1-1 0,-2 1 1,1-2-1,-1 1 0,0-1 1,8-10-1,-13 14-23,0 0 0,0 0-1,-1 0 1,1 0 0,-1-1-1,0 1 1,-1-1-1,1 1 1,-1-1 0,1 0-1,-1 1 1,-1-1 0,1 0-1,-1 0 1,0 0 0,0 0-1,0 1 1,-1-1 0,1 0-1,-1 0 1,0 1 0,-1-1-1,1 0 1,-1 1 0,0-1-1,0 1 1,0 0 0,-1 0-1,0 0 1,0 0 0,0 0-1,-4-4 1,3 3-316,0 1 1,-1 0-1,0 0 0,0 1 1,0-1-1,0 1 0,0 0 1,0 1-1,-7-3 1,1 1-1442,0 1 0,0 0 1,-23-2-1,-29 1-7833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7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21503 4324 3169,'4'7'16143,"-5"-7"-15814,12-3 4009,-2-1-4551,-3-3 565,1-1 0,-1 1 1,0-1-1,-1 0 1,0 0-1,0-1 1,-1 1-1,0-1 0,4-13 1,1-1-25,30-69-141,-4-2-1,23-102 1,-43 130-89,-4 0-1,-2 0 1,-3-1 0,-3-69-1,-9-15 335,-8 0 0,-6 1 0,-6 1 0,-7 1 0,-7 2 0,-6 2 0,-97-211-1,116 305-424,-1 0-1,-3 3 0,-2 0 1,-2 2-1,-1 1 0,-3 2 1,-1 2-1,-48-36 0,-48-27 45,-202-117-1,104 86-52,-6 10 0,-6 11 1,-268-84-1,108 71-11,-506-88 1,86 88 8,-7 35 14,432 50-8,-1641-58 54,1365 120-29,-684 111-1,965-66-86,4 16-1,-625 218 1,205 45-92,755-316 147,1 3 1,1 2 0,2 3 0,2 2 0,1 2 0,-67 73-1,-18 46 55,76-88-31,-2-2 0,-97 86 0,36-63-59,-185 107-1,77-54 31,-451 339 14,539-381-8,-374 303-72,143-110-56,177-158-119,-276 146 1,-54 62-163,359-229 343,80-58 24,-449 285-647,500-326 676,-30 16-71,3 2 0,-66 50 1,-353 266-250,194-148 351,73-27-14,139-110 3,-138 94-1,-241 99 114,-10-27 724,7-3 595,301-139-1415,139-79-25,0 0-1,1 2 0,1-1 1,0 2-1,1 0 1,-14 21-1,9-9 49,0-1 0,-2-1 1,-1-1-1,-42 35 0,60-58-36,0 1 0,0-1 0,0 1 0,0-1 0,0-1 0,0 1 0,0-1 0,-1 0 0,1 0 0,-7 0 0,5 0-4,0 0 0,0 0 0,0 1 0,0 0 0,0 0 1,-7 4-1,-36 24-3,-65 52 1,-29 20-29,80-64-167,21-11 185,-2-1-1,-59 24 0,103-49-5,0-1 0,1 1 0,-1-1 0,0 1 0,0-1 0,0 0 0,0 1 0,0-1 0,0 0 0,0 1 0,0-1 0,0 0 0,0 0 0,0 0 0,0 0 0,0 0 0,0 0 0,0 0 0,0 0 0,0-1 0,0 1 0,0 0 0,0-1 0,-1 0 0,2 0-43,0 0 0,0 0-1,0 0 1,0 0 0,1 0 0,-1 0-1,0 0 1,0 0 0,1 0-1,-1 0 1,0 0 0,1 0-1,-1 0 1,1 1 0,0-1 0,-1 0-1,2-1 1,36-41-2347,2 11-1844,-12 12-3741,-17 13 796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58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313 4 6483,'2'0'482,"0"-1"-1,0 0 1,-1 1 0,1-1 0,0 1-1,0 0 1,0-1 0,0 1 0,0 0-1,-1 0 1,1 0 0,0 1 0,0-1-1,0 0 1,0 1 0,0-1 0,-1 1-1,1-1 1,0 1 0,-1 0 0,1 0-1,3 2 1,-4-2-240,-1 0 0,1 1 0,0-1 0,0 1 0,0-1 0,-1 0 0,1 1 0,-1-1 0,1 1 0,-1 0 0,0-1 0,0 1 0,1-1 0,-1 1 0,0-1 0,0 1 0,-1 0 0,1-1 0,0 1 0,0-1 0,-1 1-1,1-1 1,-1 1 0,1-1 0,-1 1 0,-1 1 0,-33 85 1394,22-53-1212,-28 57 0,-94 120 1968,0 1-467,136-207-1492,9-6 26,18-8 216,-20 5-615,54-9-11,1 2-1,0 3 1,0 3-1,94 6 1,-96-2-49,0-2 0,0-3 0,0-2 0,-1-4 0,0-1 0,59-22 0,-147 50 0,26-15 76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5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1 172 3282,'0'-36'5858,"2"0"1,11-61 0,-13 97-5810,0 0 1,0 0-1,0 0 1,0 0 0,0 0-1,0 0 1,0 0-1,0 0 1,0 0 0,1 0-1,-1 0 1,0 0-1,0 0 1,0 0-1,0 1 1,0-1 0,0 0-1,0 0 1,0 0-1,0 0 1,0 0 0,1 0-1,-1 0 1,0-1-1,0 1 1,0 0 0,0 0-1,0 0 1,0 0-1,0 0 1,0 0 0,0 0-1,0 0 1,0 0-1,1 0 1,-1 0 0,0 0-1,0 0 1,0 0-1,0 0 1,0 0 0,0 0-1,0 0 1,0 0-1,0-1 1,0 1 0,0 0-1,0 0 1,0 0-1,0 0 1,0 0 0,0 0-1,0 0 1,0 0-1,0 0 1,0 0 0,0-1-1,0 1 1,0 0-1,0 0 1,0 0 0,0 0-1,0 0 1,0 0-1,0 0 1,0 0-1,0 0 1,0-1 0,4 11 1279,1 16-107,14 195 1680,10 186-2813,-28-374-405,1-1 1,1 0 0,2 0-1,11 40 1,-13-67-2421,-3-9-411,-1-10-2901,-1-1-886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7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18 536 6707,'-1'-5'303,"-3"-7"600,0-1 0,1 0 0,-1-16 1,3 26-673,1 0 1,0 1 0,0-1 0,0 0 0,0 1-1,0-1 1,1 0 0,-1 1 0,1-1 0,0 1-1,-1-1 1,1 1 0,0-1 0,1 1 0,-1-1-1,0 1 1,1 0 0,-1 0 0,1 0 0,0 0-1,0 0 1,3-3 0,-1 4 9,-1 0 1,0 1-1,0-1 0,1 1 1,-1 0-1,1 0 1,-1 0-1,0 0 0,1 0 1,-1 1-1,0 0 0,4 0 1,10 2 115,45-2 366,0-3 0,121-20 1,-87 9-448,1632-233 127,-1367 191 135,3 15 0,404 10 0,1104 119 1388,-1495-70-1902,278 27 155,-168 34-131,-75-10-86,6-30 18,245-48 652,-558-2 3052,43 24-1427,-148-13-2250,-1 0 0,1 0 0,0-1 0,0 1 0,-1 0-1,1 0 1,0-1 0,0 1 0,0 0 0,0 0 0,0 0-1,0-1 1,0 1 0,0 0 0,0 0 0,1 0 0,-1-1 0,0 1-1,0 0 1,1 0 0,-1-1 0,0 1 0,1 0 0,-1-1 0,2 2-1,-1 1-7,0 0 0,0-1-1,0 1 1,-1 0-1,1 0 1,-1-1 0,1 1-1,-1 0 1,0 0-1,0 6 1,-9 7 1,0-1 0,-1 1 0,0-1 0,-24 25 0,-8 13 0,14-14 0,3 2 0,1 1 0,2 1 0,2 1 0,-16 52 0,25-60 0,2 2 0,1-1 0,3 1 0,0 0 0,3 1 0,4 74 0,-2-110 0,1-1 0,-1 1 0,0-1 0,0 1 0,0-1 0,0 1 0,-1-1 0,1 1 0,0-1 0,-1 1 0,0-1 0,0 0 0,0 1 0,0-1 0,0 0 0,-2 4 0,1-5 0,1 0 0,-1 0 0,0 0 0,0 0 0,1 0 0,-1 0 0,0-1 0,0 1 0,0-1 0,0 1 0,0-1 0,0 0 0,0 1 0,0-1 0,0 0 0,0 0 0,1 0 0,-1-1 0,0 1 0,0 0 0,-3-2 0,-186-40 0,-58-12 0,-1100-91 0,-10 109 0,1137 34 0,-73-2 0,-816-30 0,685 13 0,-568 42 0,171-14 0,686-12 0,-240 22 0,346-11 0,-50 15 0,10-2 0,-129 15 0,-58 14 0,247-46 0,1 1 0,0 0 0,0 0 0,1 1 0,-1 0 0,1 1 0,0 0 0,0 1 0,-10 8 0,18-14 0,1 0 0,0 0 0,0 1 0,0-1 0,-1 0 0,1 0 0,0 0 0,0 0 0,0 1 0,-1-1 0,1 0 0,0 0 0,0 0 0,0 1 0,0-1 0,-1 0 0,1 0 0,0 1 0,0-1 0,0 0 0,0 0 0,0 1 0,0-1 0,0 0 0,0 1 0,0-1 0,0 0 0,0 0 0,0 1 0,0-1 0,0 0 0,0 0 0,0 1 0,0-1 0,10 2 0,18-7 0,-27 4 0,86-26-2578,-59 16-1980,0 0-3388,-2 0-5209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7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0 174 10053,'14'-22'2765,"-10"15"-1522,0 0-1,0 1 1,1-1 0,0 1-1,0 0 1,6-6 0,-10 11-1085,0 1 1,-1-1-1,1 1 1,0-1-1,0 1 1,-1 0-1,1-1 1,0 1-1,0 0 1,0-1-1,0 1 1,-1 0-1,1 0 1,0 0 0,0 0-1,0 0 1,0 0-1,0 0 1,0 0-1,0 0 1,-1 0-1,1 1 1,1-1-1,0 2-17,0-1-1,0 0 0,-1 1 0,1-1 1,-1 1-1,1 0 0,-1-1 1,1 1-1,-1 0 0,0 0 1,0 0-1,0 0 0,0 0 1,0 2-1,3 4 145,-1 0 0,0 1 0,-1-1-1,0 1 1,0 0 0,-1-1 0,0 1 0,-1 0 0,0 11 0,-1-14-131,0 0 1,0 0-1,0 0 1,-1 0 0,0-1-1,0 1 1,-1 0-1,0-1 1,0 0 0,0 1-1,0-1 1,-1-1-1,0 1 1,-5 5 0,8-10-150,1 0 1,0-1 0,-1 1 0,1 0 0,0-1 0,0 1 0,-1 0 0,1-1 0,0 1 0,0-1-1,-1 1 1,1 0 0,0-1 0,0 1 0,0-1 0,0 1 0,0-1 0,0 1 0,0-1-1,0 1 1,0-1 0,0 1 0,0 0 0,0-1 0,0 1 0,0-1 0,0 1 0,0-1 0,0 1-1,1-1 1,-1 0 0,2-23-21,2 5 18,-1 0 0,2 0 0,1 0 0,0 0 0,1 1 0,12-20 0,-14 27-25,2 1 0,-1 0 0,1 0 0,1 1 0,-1 0 0,2 0 0,-1 0 0,1 1 0,0 1 0,1 0 0,13-8 0,-22 14-187,0 0 0,0 1-1,0-1 1,1 1 0,-1-1 0,0 1-1,0-1 1,1 1 0,-1 0 0,0-1-1,1 1 1,-1 0 0,0 0 0,1 0-1,-1 0 1,0 0 0,0 1 0,1-1-1,-1 0 1,0 0 0,2 1 0,16 19-10436,-11-8 5102,8 5-2973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8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15 3874,'1'0'630,"0"0"0,0 0 1,0 1-1,0-1 0,0 0 0,-1 0 1,1 0-1,0 1 0,0-1 0,0 0 1,-1 1-1,1-1 0,0 1 0,-1-1 1,1 1-1,0-1 0,-1 1 1,1 0-1,0-1 0,-1 1 0,1 0 1,-1-1-1,1 1 0,-1 0 0,0 0 1,1 0-1,-1-1 0,1 3 0,-8 8 8927,-2 0-8786,5-7-2367,-3 3 1714,1 1-1,0-1 0,1 1 0,0 0 1,-6 12-1,10-18-123,0-1 1,1 0-1,-1 1 0,1-1 1,-1 0-1,1 1 1,-1-1-1,1 1 0,0-1 1,0 1-1,0-1 1,0 1-1,0-1 0,0 1 1,0-1-1,0 0 1,1 1-1,-1-1 0,0 1 1,1-1-1,-1 1 0,1-1 1,0 0-1,-1 0 1,1 1-1,0-1 0,0 0 1,0 0-1,0 0 1,0 0-1,0 0 0,0 0 1,0 0-1,0 0 1,1 0-1,-1 0 0,0-1 1,0 1-1,1 0 1,-1-1-1,1 1 0,-1-1 1,0 0-1,1 1 1,2-1-1,1 1-17,1-1 0,-1 0 0,0 0 0,1-1 0,-1 0 0,0 1 0,1-2 0,-1 1 0,0-1 0,0 1 0,0-1 0,0-1 1,0 1-1,-1-1 0,1 0 0,-1 0 0,7-6 0,4-3 105,-1-1 0,0 0 0,20-26 0,-33 38-57,0-1 0,0 1 0,0 0 0,0 0 0,0-1 0,0 1 0,0 0 1,0-1-1,-1 1 0,1-1 0,-1 1 0,1-1 0,-1 1 0,1-1 0,-1 1 0,0-1 1,0 0-1,0 1 0,0-1 0,0 0 0,0 1 0,0-1 0,0 1 0,-1-1 1,1 1-1,0-1 0,-2-2 0,1 3-50,-1-1 1,0 1 0,1 0-1,-1 0 1,0 0-1,0 0 1,0 0-1,0 0 1,0 0-1,0 0 1,0 1 0,0-1-1,0 1 1,0-1-1,0 1 1,0 0-1,0 0 1,0 0-1,0 0 1,-1 0 0,-1 1-1,-7 0-859,0 1-1,1 0 1,-17 5 0,0 7-3932,25-12 3966,0-1 0,0 0 0,1 1 0,-1-1 0,1 1-1,-1-1 1,1 1 0,0 0 0,0 0 0,-2 3 0,1 6-6356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8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165 47 6403,'1'-1'654,"-1"0"1,1 0 0,-1 0-1,0-1 1,1 1-1,-1 0 1,0 0-1,0-1 1,0 1-1,0 0 1,0 0 0,0-1-1,0 1 1,0 0-1,0 0 1,-1-1-1,1 1 1,-1 0-1,1 0 1,-2-2-1,1 1-132,0 1-1,0 0 0,0-1 0,0 1 0,-1 0 0,1 0 0,-1 0 0,1 0 1,-1 0-1,1 0 0,-1 1 0,1-1 0,-4 0 0,1 0-141,0 0 0,0 0-1,0 0 1,0 1 0,0 0-1,0 0 1,0 0 0,0 0-1,0 1 1,0-1 0,0 1-1,-7 3 1,5-1-350,0 0 0,0 0 0,1 1 0,-1-1 0,1 1 0,0 1 0,0-1 1,0 1-1,1 0 0,0 0 0,0 0 0,0 1 0,-5 9 0,7-12-31,1 1-1,0-1 1,0 0 0,0 1 0,0 0-1,0-1 1,1 1 0,-1-1 0,1 1-1,0 0 1,0-1 0,0 1 0,1 0-1,0-1 1,-1 1 0,1-1 0,0 1-1,1-1 1,-1 1 0,0-1 0,1 0-1,0 0 1,0 0 0,0 0-1,0 0 1,3 3 0,28 26 3,-32-30-3,1 0-1,0-1 1,0 0-1,-1 1 0,1-1 1,0 0-1,0 0 0,0 0 1,0 0-1,0-1 1,1 1-1,-1 0 0,0-1 1,0 1-1,0-1 1,1 0-1,3 0 0,-5 0-2,0-1 0,0 0 0,0 1-1,-1-1 1,1 0 0,0 1 0,0-1-1,0 0 1,0 0 0,-1 0-1,1 0 1,0 0 0,-1 0 0,1 0-1,-1 0 1,1 0 0,-1 0 0,1 0-1,-1 0 1,0 0 0,1 0 0,-1-2-1,4-29-70,-4 25 59,3-53-223,4-38-3220,-11 113-18063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8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43 10133,'12'-23'5188,"-1"3"5391,-16 39-4075,-13 29-6221,6-20-272,2-1 1,1 2-1,2-1 1,0 1-1,2 0 1,-2 33-1,7-60-179,0 0 1,0 0-1,0 0 1,0 0-1,1 0 1,-1 0-1,1 0 0,-1 0 1,1 0-1,0 0 1,0 0-1,-1 0 0,1-1 1,1 1-1,-1 0 1,0-1-1,0 1 1,1-1-1,2 3 0,-1-2-1004,-1 0 0,1-1 0,0 1 0,0-1 0,0 0 0,0 0 0,0 0 0,0-1 0,0 1 0,1-1 0,5 1 0,18-2-9665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8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20 15895,'-18'-9'2786,"13"3"-1474,20 2 1361,16 4-1856,20 2-769,13 2-48,12 0-2625,1 3-3170,2-1-4850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49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84 4098,'5'-5'980,"1"0"0,-1 0 0,-1 0 0,1-1-1,-1 1 1,0-1 0,5-8 0,7-18 18724,-19 41-19584,-1 0 0,1 0-1,0 1 1,1-1 0,0 1-1,1-1 1,0 1 0,0 19-1,-1 10-70,-24 108-49,-5 0 0,-56 156 0,82-288 0,-10 36 0,14-49 0,1 0 0,-1 1 0,1-1 0,0 0 0,-1 0 0,1 0 0,0 0 0,1 0 0,-1 1 0,0-1 0,1 0 0,-1 0 0,1 0 0,-1 0 0,1 0 0,0 0 0,0 0 0,0 0 0,1 2 0,13 3-1122,-10-8-2290,0-1-3971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50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71 10469,'-1'-1'511,"0"-1"0,0 0 1,0 1-1,0-1 0,0 0 1,0 0-1,1 0 0,-1 0 1,1 1-1,-1-1 0,1 0 1,0 0-1,-1 0 0,1 0 1,0 0-1,0 0 0,1 0 0,-1 0 1,0 0-1,1 0 0,-1 0 1,1 0-1,-1 0 0,1 0 1,1-2-1,0 2-203,1 0 0,-1 0 0,0 0-1,0 1 1,1-1 0,-1 1 0,1 0 0,-1 0 0,1-1-1,0 1 1,0 1 0,-1-1 0,1 0 0,0 1 0,0 0-1,0-1 1,4 1 0,9 1-87,-1-1 0,0 2 0,0 0 0,-1 1 0,1 1 0,17 6-1,-2 1-191,54 29-1,-82-40-21,-1 1 0,0 0-1,1-1 1,-1 1-1,0 0 1,0 0-1,1 0 1,-1 0 0,0 0-1,0 0 1,0 0-1,0 0 1,-1 0-1,1 1 1,0-1 0,0 0-1,-1 0 1,2 3-1,-2-4 31,0 1-1,0 0 1,-1 0-1,1 0 1,0 0-1,0 0 1,0-1-1,-1 1 1,1 0 0,0 0-1,-1-1 1,1 1-1,-1 0 1,1 0-1,-1-1 1,1 1-1,-1 0 1,1-1-1,-1 1 1,0-1-1,1 1 1,-2 0-1,-6 4 169,1-1 0,-1 0 0,0-1 0,-14 5 0,17-6-335,-28 8 130,-33 12 0,60-20 0,0 1 0,0-1 0,1 2 0,-1-1 0,1 0 0,0 1 0,-9 8 0,13-11-3,1-1 1,-1 1-1,1 0 0,0-1 0,-1 1 1,1-1-1,0 1 0,0 0 1,-1 0-1,1-1 0,0 1 1,0 0-1,0-1 0,0 1 0,0 0 1,0 0-1,0-1 0,0 1 1,0 0-1,0 0 0,0-1 1,1 1-1,-1 0 0,0-1 0,0 1 1,1 0-1,-1-1 0,0 1 1,1 0-1,-1-1 0,1 1 0,-1-1 1,1 1-1,-1-1 0,1 1 1,-1-1-1,2 1 0,26 18-480,-23-16 322,94 57-1258,-98-60 1423,-1 0 0,0 0 1,0 0-1,0 0 0,1 0 1,-1 0-1,0 0 1,0 1-1,1-1 0,-1 0 1,0 0-1,0 0 0,0 0 1,1 1-1,-1-1 0,0 0 1,0 0-1,0 0 1,0 1-1,0-1 0,1 0 1,-1 0-1,0 0 0,0 1 1,0-1-1,0 0 0,0 0 1,0 1-1,0-1 1,0 0-1,0 0 0,0 1 1,0-1-1,0 0 0,0 0 1,0 1-1,0-1 0,0 0 1,0 0-1,0 1 0,-12 5 429,-28 2 574,29-7-776,-35 7-389,-42 9 695,78-14-2439,1 1-1,0-1 1,-17 10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50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56 13254,'15'-1'4293,"-13"5"565,-21 13 3219,2-2-6824,5-2-1093,1 0 0,1 0 1,1 1-1,-1 1 1,2-1-1,-10 26 1,15-35-165,1 1 0,0-1 0,0 1 0,0 0 0,1 0 0,0 0 0,0 0 0,1-1 0,-1 1 0,1 0 0,1 0 0,-1 0 0,1 0 0,0 0 0,0 0 1,1 0-1,0 0 0,0-1 0,0 1 0,0-1 0,1 0 0,4 6 0,-5-8 4,1 0 0,0 0 0,-1 0 0,1 0 0,1-1 0,-1 0 0,0 1 0,0-1 0,1 0 0,-1-1 0,1 1 0,0-1 0,-1 1 0,1-1 0,5 1 0,-2-1 0,0-1 0,-1 0 0,1 0 0,0 0 0,-1-1 0,1 0 0,-1 0 0,11-4 0,-4 1 0,0-1 0,-1-1 0,0 0 0,0-1 0,0 0 0,-1-1 0,0 0 0,13-13 0,-17 14 29,-1-1 1,1 0-1,-2 0 1,1 0-1,-1 0 0,0-1 1,-1 0-1,0 0 1,0 0-1,-1-1 0,0 1 1,-1-1-1,0 0 1,1-14-1,-3 18-130,0-1 0,-1 1-1,1-1 1,-1 1 0,0-1 0,-1 1-1,0 0 1,0 0 0,0 0 0,-3-7 0,2 8-349,0 0 0,-1 0 0,1 0-1,-1 1 1,0-1 0,0 1 0,-1 0 0,1 0 0,-1 1 0,0-1 0,0 1 0,-6-3 0,-54-21-9306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3:55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197 198 2321,'-2'-9'27602,"6"17"-24888,2 20-2584,-6-28-130,0 1 0,-1-1 0,1 0 0,0 0 0,0 0 0,0 0 0,0 0 0,-1 0 0,1 0 0,0 0 0,0 0 0,0 0 0,-1 0 0,1 0 0,0 0 0,0 0 0,0 0 0,0 0 0,-1 0 0,1 0 0,0 0 0,0 0 0,0 0 0,-1 0 0,1 0 0,0 0 0,0-1 0,0 1 0,0 0 0,0 0 0,-1 0 0,1 0 0,0 0 0,0 0 0,0-1 0,0 1 0,0 0 0,0 0 0,0 0 0,-1 0 0,1-1 0,0 1 0,0 0 0,0 0 0,0 0 0,0 0 0,0-1 0,0 1 0,0 0 0,0 0 0,-6-11 0,2 1 0,0-1 0,0 0 0,-2-16 0,5 24 0,0-1 0,0 0 0,1 0 0,0 0 0,0 0 0,0 0 0,0 0 0,0 0 0,1 0 0,0 0 0,0 1 0,0-1 0,3-6 0,-3 8 0,0 1 0,0-1 0,1 1 0,-1-1 0,1 1 0,-1 0 0,1 0 0,0 0 0,-1 0 0,1 0 0,0 0 0,0 0 0,-1 0 0,1 1 0,0-1 0,0 0 0,0 1 0,0 0 0,0 0 0,0-1 0,0 1 0,0 0 0,0 1 0,0-1 0,0 0 0,3 1 0,-2 0 0,-1-1 0,1 1 0,0 0 0,0 0 0,-1 0 0,1 0 0,-1 0 0,1 1 0,-1-1 0,1 1 0,-1 0 0,0 0 0,0 0 0,0 0 0,0 0 0,0 0 0,3 4 0,-3-1 0,0 1 0,-1-1 0,1 0 0,-1 0 0,0 1 0,0-1 0,0 0 0,-1 1 0,0-1 0,0 1 0,0-1 0,-1 1 0,0-1 0,0 0 0,0 1 0,0-1 0,-1 0 0,0 0 0,0 0 0,-1 0 0,-2 5 0,3-7 0,0 0 0,-1 0 0,1 0 0,0 0 0,-1-1 0,0 1 0,0-1 0,1 1 0,-1-1 0,-1 0 0,1 0 0,0 0 0,0-1 0,-1 1 0,1-1 0,-1 0 0,1 0 0,-1 0 0,0 0 0,1-1 0,-1 1 0,0-1 0,0 0 0,1 0 0,-1 0 0,0-1 0,1 1 0,-1-1 0,0 0 0,1 0 0,-5-2 0,-16-7 0,2-1 0,-1-1 0,2-1 0,-32-24 0,52 36 0,0 1 0,0-1 0,0 0 0,0 0 0,0 1 0,0-1 0,0 0 0,1 0 0,-1 0 0,0 0 0,0 0 0,1 0 0,-1 0 0,0-1 0,1 1 0,0 0 0,-1 0 0,1 0 0,-1 0 0,1-1 0,0 1 0,0 0 0,0 0 0,0-1 0,0 1 0,0-2 0,1 1 0,0 0 0,0 0 0,0 1 0,0-1 0,0 0 0,1 1 0,-1-1 0,0 1 0,1-1 0,0 1 0,-1-1 0,1 1 0,0 0 0,2-1 0,8-5 0,0 2 0,1 0 0,23-7 0,-27 10 0,1-1 0,-1 1 0,1 1 0,-1 0 0,1 0 0,0 1 0,11 1 0,-19-1 0,1 1 0,0-1 0,-1 1 0,1 0 0,-1-1 0,1 1 0,-1 1 0,1-1 0,-1 0 0,0 0 0,1 1 0,-1 0 0,0-1 0,0 1 0,0 0 0,0 0 0,-1 0 0,1 0 0,0 0 0,-1 0 0,0 1 0,1-1 0,-1 0 0,0 1 0,0-1 0,0 1 0,0 0 0,-1-1 0,1 1 0,-1 2 0,1 0 0,0 0 0,-1-1 0,1 1 0,-1-1 0,0 1 0,-1 0 0,1-1 0,-1 1 0,0 0 0,0-1 0,-1 0 0,1 1 0,-1-1 0,0 0 0,0 1 0,0-1 0,0 0 0,-1-1 0,0 1 0,-6 7 0,5-8 0,0-1 0,0 1 0,0 0 0,-1-1 0,1 0 0,-1 0 0,1 0 0,-1-1 0,0 1 0,1-1 0,-1 0 0,0 0 0,0-1 0,0 0 0,0 0 0,0 0 0,0 0 0,0-1 0,-8-1 0,9 1 0,-1-1 0,1 1 0,0-1 0,0 1 0,1-1 0,-1 0 0,0-1 0,1 1 0,-1 0 0,1-1 0,0 0 0,-1 0 0,2 0 0,-1 0 0,0-1 0,0 1 0,1-1 0,0 1 0,0-1 0,0 0 0,0 0 0,1 0 0,-1 0 0,1 0 0,0 0 0,0-1 0,1 1 0,-1 0 0,1 0 0,0-1 0,0 1 0,0 0 0,1 0 0,-1-1 0,1 1 0,0 0 0,0 0 0,1 0 0,-1 0 0,1 0 0,0 0 0,0 0 0,0 0 0,1 1 0,-1-1 0,1 1 0,0 0 0,0 0 0,0 0 0,0 0 0,0 0 0,6-3 0,-3 3 0,0-1 0,-1 1 0,1 1 0,0-1 0,0 1 0,1 0 0,-1 0 0,0 1 0,1-1 0,-1 2 0,1-1 0,-1 1 0,1 0 0,-1 0 0,1 0 0,11 4 0,-13-3 0,0 0 0,-1 1 0,1 0 0,0 0 0,-1 0 0,0 0 0,1 1 0,-1-1 0,0 1 0,0 1 0,0-1 0,-1 0 0,1 1 0,-1 0 0,0-1 0,0 1 0,0 1 0,-1-1 0,1 0 0,-1 1 0,0-1 0,2 8 0,-3-8 0,0 0 0,0 1 0,-1-1 0,0 0 0,1 0 0,-2 0 0,1 1 0,0-1 0,-1 0 0,0 0 0,0 0 0,0 0 0,0 0 0,-1 0 0,0 0 0,1 0 0,-1-1 0,-1 1 0,1-1 0,0 1 0,-1-1 0,0 0 0,0 0 0,0 0 0,0 0 0,0 0 0,-5 2 0,3-1 0,0-1 0,0 0 0,1-1 0,-2 1 0,1-1 0,0 0 0,0 0 0,-1-1 0,1 1 0,-1-1 0,1-1 0,-1 1 0,1-1 0,-1 0 0,0 0 0,1 0 0,-1-1 0,1 0 0,-11-3 0,12 3 0,1 0 0,-1-1 0,1 0 0,-1 1 0,1-1 0,0-1 0,-1 1 0,1 0 0,0-1 0,1 0 0,-1 1 0,0-1 0,1 0 0,0-1 0,-1 1 0,1 0 0,0-1 0,-2-5 0,3 5 0,1 1 0,-1-1 0,1 1 0,0-1 0,0 0 0,0 1 0,0-1 0,0 1 0,1-1 0,0 0 0,0 1 0,0-1 0,0 1 0,0 0 0,1-1 0,-1 1 0,1 0 0,0 0 0,0 0 0,3-4 0,3-2 0,0 0 0,1 1 0,-1 0 0,2 0 0,-1 1 0,1 0 0,0 1 0,13-6 0,-15 7 0,0 1 0,1 1 0,0 0 0,0 0 0,0 1 0,0 0 0,0 0 0,0 1 0,0 0 0,0 1 0,10 0 0,-17 0 0,0 0 0,0 0 0,0 1 0,0-1 0,0 0 0,0 1 0,0 0 0,0-1 0,0 1 0,0 0 0,0 0 0,0 0 0,-1 0 0,1 0 0,0 0 0,-1 1 0,1-1 0,-1 0 0,1 1 0,-1 0 0,0-1 0,0 1 0,0 0 0,1-1 0,-2 1 0,2 2 0,-1 0 0,-1 0 0,1-1 0,-1 1 0,0 0 0,-1-1 0,1 1 0,-1 0 0,1-1 0,-1 1 0,0-1 0,0 1 0,-1-1 0,-1 4 0,-5 9 0,0-1 0,-2 0 0,-20 25 0,27-36 0,-1 0 0,0-1 0,0 1 0,0-1 0,-1 0 0,1 0 0,-1 0 0,0 0 0,0-1 0,0 0 0,0 0 0,0 0 0,0-1 0,0 0 0,-1 0 0,1 0 0,0-1 0,-1 1 0,-6-2 0,10 1 0,0 0 0,1 0 0,-1-1 0,0 1 0,0 0 0,1-1 0,-1 0 0,0 1 0,1-1 0,-1 0 0,0 0 0,1 0 0,-1 0 0,1 0 0,0 0 0,-1-1 0,1 1 0,0 0 0,0-1 0,0 1 0,0-1 0,0 1 0,0-1 0,0 1 0,0-1 0,1 0 0,-1 1 0,1-1 0,-1 0 0,1 0 0,-1 1 0,1-1 0,0 0 0,0-3 0,0-4 0,0 0 0,0-1 0,1 1 0,0 0 0,3-13 0,-1 12 0,0 0 0,1 0 0,0 0 0,1 0 0,0 1 0,0 0 0,12-14 0,-15 19 0,1 0 0,0 1 0,0-1 0,1 1 0,-1 0 0,1 0 0,0 1 0,0-1 0,0 1 0,0-1 0,0 1 0,0 0 0,1 1 0,-1-1 0,0 1 0,1 0 0,-1 0 0,1 0 0,8 0 0,-11 1 0,0 0 0,-1 1 0,1-1 0,0 0 0,-1 0 0,1 1 0,0-1 0,-1 1 0,1 0 0,-1-1 0,1 1 0,-1 0 0,0 0 0,1 0 0,-1 0 0,0 0 0,1 0 0,-1 0 0,0 0 0,0 1 0,1 1 0,-1 0 0,1-1 0,-1 1 0,0 0 0,0 0 0,-1 0 0,1 0 0,0 0 0,-1 0 0,0 0 0,0 0 0,0 3 0,-1 4 0,0 0 0,-1 0 0,0 0 0,-1 0 0,-7 19 0,6-22 0,1 0 0,-1 1 0,-1-1 0,1-1 0,-1 1 0,0-1 0,-1 0 0,-8 8 0,11-12 0,1 0 0,-1 0 0,1 0 0,-1-1 0,0 1 0,1-1 0,-1 1 0,0-1 0,0 0 0,0 0 0,0-1 0,0 1 0,0 0 0,-1-1 0,1 0 0,0 0 0,0 0 0,0 0 0,0 0 0,0-1 0,0 1 0,-1-1 0,1 0 0,-5-2 0,6 2 0,0 0 0,1 0 0,-1 0 0,1-1 0,-1 1 0,1 0 0,0-1 0,-1 1 0,1-1 0,0 1 0,0-1 0,0 1 0,0-1 0,0 0 0,0 0 0,1 0 0,-1 1 0,1-1 0,-1 0 0,1 0 0,-1 0 0,1 0 0,0 0 0,0 0 0,0 0 0,0 0 0,1 0 0,-1 1 0,0-1 0,1 0 0,-1 0 0,1 0 0,0 0 0,1-3 0,1-3 0,1 1 0,0-1 0,0 1 0,0 0 0,1 0 0,10-12 0,-9 13 0,0 0 0,0 0 0,1 1 0,0-1 0,0 1 0,0 1 0,1 0 0,-1 0 0,1 0 0,0 1 0,0 0 0,1 0 0,-1 1 0,0 0 0,1 1 0,-1 0 0,16 0 0,-23 1 0,0 0 0,0 0 0,0 0 0,0 1 0,0-1 0,1 0 0,-1 1 0,0-1 0,0 1 0,0-1 0,0 1 0,0-1 0,0 1 0,0 0 0,0-1 0,-1 1 0,1 0 0,0 0 0,0 0 0,0 0 0,-1 0 0,1 0 0,-1 0 0,1 0 0,0 2 0,0-1 0,-1 0 0,0 1 0,1-1 0,-1 1 0,0-1 0,0 1 0,-1-1 0,1 1 0,0-1 0,-1 1 0,-1 3 0,-1 2 0,0 1 0,-1-1 0,0 0 0,0 0 0,-10 12 0,8-12 0,-1-1 0,-1 1 0,1-1 0,-10 6 0,15-12 0,0 1 0,0-1 0,0 1 0,0-1 0,0 0 0,0 0 0,0 0 0,0 0 0,0 0 0,-1 0 0,1-1 0,0 1 0,-1-1 0,1 0 0,-1 1 0,1-1 0,0 0 0,-1-1 0,1 1 0,-1 0 0,1-1 0,0 1 0,-4-2 0,5 1 0,0 0 0,-1 0 0,1-1 0,0 1 0,0 0 0,0-1 0,0 1 0,0-1 0,0 1 0,0-1 0,0 1 0,1-1 0,-1 0 0,1 0 0,-1 1 0,1-1 0,0 0 0,-1 0 0,1 1 0,0-1 0,0 0 0,0 0 0,1 1 0,-1-1 0,0 0 0,2-3 0,-2 1 0,1 0 0,1 0 0,-1 0 0,0 0 0,1 0 0,0 0 0,0 0 0,0 0 0,1 1 0,2-5 0,-5 8 0,0 0 0,0 0-1,0 0 1,0 1 0,0-1 0,0 0 0,0 0 0,0 0-1,0 0 1,1 0 0,-1 0 0,0 0 0,0 0 0,0 0-1,0 0 1,0 0 0,0 0 0,0 1 0,0-1-1,0 0 1,0 0 0,0 0 0,0 0 0,0 0 0,0 0-1,0 0 1,0 0 0,0 0 0,0 0 0,0 0 0,1 0-1,-1 0 1,0 0 0,0 0 0,0 0 0,0 0 0,0 0-1,0 0 1,0 0 0,0 0 0,0 0 0,0 0-1,0 0 1,0 0 0,1 0 0,-1 0 0,0 0 0,0 0-1,0 0 1,0 0 0,0 0 0,0 0 0,0 0 0,0 0-1,0 0 1,0 0 0,0 0 0,0 0 0,0 0-1,0 0 1,1-1 0,-4 13-165,-4 13-2471,-5-1-4765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44 2401,'11'-6'7168,"-9"4"-6613,0 0-1,-1 0 1,1 0 0,-1 0 0,1 0 0,-1 0-1,0 0 1,0-1 0,0 1 0,0 0 0,0-1-1,-1 1 1,1-1 0,0-4 0,-4 27 10383,-9 23-8915,1-3-1741,-76 333 1351,85-368-1633,1 0 0,-1 0 0,-1-1 0,1 1 0,-1-1 0,0 1 0,0-1 0,0 0 0,0 0 0,-1 0 0,1 0 0,-1-1 0,0 1 0,-1-1 0,-4 3 0,31-14 0,1 1 0,-1 1 0,1 0 0,1 2 0,-1 1 0,39 0 0,-2 3 0,67-8 0,-78 4 0,-47 4 0,14-1 0,-12 2 0,-6 1 0,-12 4-996,-26 11-11510,23-5 3854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82 4978,'1'-9'1932,"0"0"0,0 0 0,1-1 0,0 1 0,7-17-1,-6 17-81,-31 120 6501,8 7-5862,12-59-1882,-3-1-1,-28 88 0,32-130-315,5-12-197,0 1-1,0 0 0,0-1 1,1 1-1,-2 8 0,3-12 67,2-5 502,7-4-686,0 0-1,1 1 1,-1 0 0,2 0 0,-1 1-1,1 1 1,0 0 0,0 0-1,23-6 1,4 3-121,67-7 0,-29 5 288,-58 7 5,0 2 0,24 0 0,-25 1-186,-15 1 38,-18-7-1627,0 9-6572,6 1 81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31 4354,'6'-9'3424,"10"-9"629,-16 17-3834,0 1 0,1 0 0,-1 0 0,1-1 0,-1 1 0,0 0 0,1 0 0,-1 0 0,1-1 0,-1 1 0,1 0 0,-1 0 0,1 0 0,-1 0 0,1 0 0,-1 0 0,0 0 0,1 0 0,-1 0 0,1 0 0,-1 0 0,1 0 1,-1 0-1,1 1 0,2 12 4050,-6 14-3120,3-27-1042,-58 286 4738,47-236-4244,-2 1 0,-2-2-1,-36 82 1,51-130-578,-1 0 0,1 0 0,0 0 0,-1 0 0,1-1 0,0 1 0,0 0-1,0 0 1,0 0 0,0 0 0,0 0 0,0 0 0,0-1 0,0 1 0,0 0 0,1 0-1,-1 0 1,0 0 0,1-1 0,-1 1 0,0 0 0,1 0 0,0 0 0,-1 0-10,1-1 0,-1 0 0,1 1 0,-1-1 1,0 0-1,1 1 0,-1-1 0,1 0 1,-1 0-1,1 0 0,-1 1 0,1-1 0,-1 0 1,1 0-1,-1 0 0,1 0 0,-1 0 1,1 0-1,-1 0 0,1 0 0,-1 0 0,1 0 1,-1 0-1,1-1 0,-1 1 0,1 0 0,-1 0 1,1 0-1,-1-1 0,1 1 0,-1 0 1,1-1-1,-1 1 0,0 0 0,1-1 0,-1 1 1,1 0-1,-1-1 0,1 0 0,8-7 25,0 1-1,1 0 1,0 0-1,0 1 1,1 0 0,0 1-1,0 0 1,0 1-1,0 0 1,1 1-1,0 0 1,15-1-1,0 1 166,1 0 0,0 3 0,0 0 0,29 5-1,-52-5-182,1 0-14,1 1 1,0-1-1,-1 1 0,1 1 0,0-1 0,-1 1 1,0 0-1,1 1 0,-1 0 0,0-1 0,0 2 1,0-1-1,6 6 0,-33-15-185,1 7-3113,0 2-4178,4-1-1278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53 2497,'11'-10'4066,"19"-20"-2091,-25 18 1871,-5 12-3744,0 0 0,0 0 1,0 0-1,0 0 0,-1 0 714,1 1-714,0-1 0,0 0 0,0 0 0,0 0 0,0 0 0,0 0 0,0 0 1,0 0-1,-1 0 0,1 0 0,0 0 0,0 0 0,0 0 0,0 0 0,0 0 0,0 0 0,0 0 0,0 0 0,0 0 0,0 0 0,0 0 0,0 0 0,-1 0 0,1 0 1,0 0-1,0 0 0,0 0 0,0-1 714,0 1-714,0 0 0,0 0 0,0 0 0,-1 0 0,1 0 0,0 0 1,-7 12 2275,-8 18-288,-35 82 1026,-87 214 555,119-265-2989,14-43-329,0-1 0,-14 31 1,17-47-340,1 0 0,-1 0-1,1 0 1,-1 0 0,1 0 0,-1 0 0,0 0-1,0 0 1,1 0 0,-1-1 0,0 1 0,0 0-1,0 0 1,0-1 0,0 1 0,0 0 0,-1 0-1,2-4 376,11-6-31,33-14-274,1 2 1,1 2-1,1 2 1,0 1-1,1 3 0,0 2 1,87-8-1,-133 19-84,-1 0 0,1 0 0,-1 0 0,1 0 0,0 0 0,-1 0 0,1 0 0,-1 1 0,1-1 0,0 1 0,-1-1 0,1 1 0,-1-1 0,0 1 0,1 0 0,-1 0 0,1 0 0,0 1 0,9 5 0,-26-2-2272,-12-1-11197,15-4 1869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180 136 1809,'2'5'2900,"-2"-4"-2732,5-2 660,-7 0 555,-3-1 709,5 2-2038,0-1-33,0 1 237,-1-1 0,1 1 0,0 0 0,0-1 0,0 1-1,0-1 1,0 1 0,0-1 0,0 1 0,0 0 0,0-1 0,0 1 0,0-1 0,0 1 0,1-1 0,-1 1 0,0 0-1,0-1 1,0 1 0,1 0 0,-1-1 0,0 1 0,0-1 0,1 1 0,-1 0 0,0 0 0,0-1 0,1 1 0,0-1 0,11-14 744,-10 10 77,-5 8-160,-12 21 497,11-17-1186,0 0 0,1 0 0,0 0 0,0 0 0,0 1 0,-2 13 0,3-11-81,1-1 1,-1 1 0,-1-1 0,0 1 0,0-1 0,-1 0 0,0 0 0,0-1 0,-1 1 0,-10 12 0,8-11-46,1 1 0,-1 0 0,2 0 0,0 1 0,0-1 0,-4 17 0,-1 37 305,6-35-141,-1-1-1,-10 35 0,13-57-154,-1 1-1,0-1 1,-1 0 0,1 0 0,-1-1 0,-8 10 0,16-21-121,0-1 1,-1 0-1,0-1 1,0 1-1,-1 0 1,1-1-1,-1 0 1,1-10-1,4-8-74,53-148-198,-46 142 245,1 0-1,2 0 1,26-36 0,-42 65 33,-1 1 0,1 0 0,0 0 0,-1 0 0,1 0 0,0 0 0,0 0 0,-1 0 0,1 0 0,0 0 0,0 0 0,0 0 0,0 0 0,1 1 0,-1-1 0,0 1 0,0-1 0,0 0 0,1 1 0,-1 0 0,0-1 0,0 1 0,1 0 0,-1 0 0,0-1 0,1 1 0,-1 0 0,0 0 0,0 0 0,1 1 0,-1-1 0,0 0 0,1 0 0,-1 1 0,0-1 0,0 1 0,1-1 0,-1 1 0,0 0 0,0-1 0,0 1 0,0 0 0,0 0 0,0 0 0,0-1 0,1 3 0,5 6 39,0 0 0,-1 0 1,-1 0-1,9 19 0,-3-7-65,9 15 51,-7-17 32,-2 1 1,0 1 0,-2 0-1,10 29 1,-14-35 54,0 0 1,1 0-1,1 0 0,0-1 0,11 15 1,-15-23-49,0 0 0,-1 0 1,1 0-1,-1 1 1,0-1-1,1 10 0,4 16 198,18-87 322,36-93-420,-28 73 255,-2-2-1,26-110 0,-49 155-149,-4 18 15,0 0 1,-2 0 0,3-25 0,-27 60 267,14-15-486,3-1-61,0 1 0,-1 0 1,2 0-1,-1 0 1,-4 9-1,-2 3-1427,-21 20-16621,22-22 9438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166 170 4098,'-1'-1'251,"1"1"-1,-1-1 1,0 1 0,0-1 0,0 1 0,1 0-1,-1-1 1,0 1 0,0 0 0,0 0 0,0-1-1,0 1 1,0 0 0,1 0 0,-1 0 0,0 0-1,0 0 1,0 0 0,0 1 0,0-1 0,0 0-1,0 0 1,1 1 0,-1-1 0,0 0 0,0 1-1,0-1 1,1 1 0,-1-1 0,0 1 0,0-1-1,1 1 1,-1 0 0,1-1 0,-1 1 0,0 0-1,1-1 1,-1 2 0,-1 3 1103,0 0 1,0 0-1,1 0 0,0 0 0,-2 9 1,1 0-2916,-15 52 2836,-37 91-1,8-27-1056,43-105-40,2-19 154,1-12 486,0 6-802,9-35-64,13-38-332,65-140-1,-44 114 192,-35 78 74,2 0-1,0 0 0,2 1 1,21-30-1,-29 46 108,-1 0 0,1-1 0,-1 1 0,1 1 0,1-1 0,-1 0 0,0 1 1,1 0-1,0 0 0,0 1 0,-1-1 0,2 1 0,-1 0 0,0 0 0,0 1 0,1-1 0,-1 1 0,0 0 1,1 1-1,-1-1 0,1 1 0,0 0 0,-1 1 0,11 1 0,-13-1 28,0 0-1,0 1 1,0-1-1,0 1 0,0 0 1,-1-1-1,1 1 1,-1 0-1,1 1 1,-1-1-1,0 0 1,0 1-1,0-1 1,0 1-1,0 0 1,0-1-1,-1 1 1,0 0-1,1 0 0,-1 0 1,0 0-1,0 0 1,0 6-1,3 9 40,-1 0-1,0 37 1,-2-33-32,0-17-23,-1 1 1,0-1-1,0 0 1,0 0-1,-1 0 1,0 0-1,0 0 1,0 0-1,0 0 1,-1 0-1,0 0 1,0-1-1,0 1 1,0 0-1,-1-1 1,0 0-1,0 0 1,0 0-1,0 0 1,-1 0-1,1 0 1,-1-1-1,0 0 1,0 0-1,-1 0 1,1 0-1,0-1 1,-10 4-1,-13 6 121,-1-2-1,0-2 0,0 0 0,-1-2 0,-47 4 0,77-10 43,3 0 83,0-1 1,-1 0-1,1 1 1,0 0 0,0 0-1,0 0 1,0 1-1,0-1 1,-1 1-1,1 0 1,0 0 0,0 0-1,-1 0 1,1 1-1,-1 0 1,1-1 0,-1 1-1,0 0 1,0 1-1,5 3 1,164 176 2177,-58-70-1887,-81-76-495,-21-22-47,1 0 0,23 18 0,-36-32 4,0 0 0,0 1-1,0-1 1,0 0 0,1 0 0,-1 0 0,0 0-1,0 0 1,0 0 0,0 0 0,0 0 0,0 0-1,0 0 1,0 0 0,1 0 0,-1 1 0,0-1 0,0 0-1,0 0 1,0 0 0,0 0 0,0 0 0,1 0-1,-1 0 1,0 0 0,0 0 0,0 0 0,0 0-1,0 0 1,0-1 0,1 1 0,-1 0 0,0 0-1,0 0 1,0 0 0,0 0 0,0 0 0,0 0 0,0 0-1,1 0 1,-1 0 0,0 0 0,0 0 0,0-1-1,0 1 1,0 0 0,0 0 0,0 0 0,0 0-1,0 0 1,0 0 0,0 0 0,0-1 0,0 1-1,0 0 1,0 0 0,0 0 0,0 0 0,0 0-1,0 0 1,0-1 0,0 1-91,0 0-1,0-1 1,0 1 0,0 0 0,0 0-1,0-1 1,0 1 0,0 0-1,0-1 1,-1 1 0,1 0 0,0 0-1,0 0 1,0-1 0,0 1-1,-1 0 1,1 0 0,0 0 0,0-1-1,-1 1 1,1 0 0,0 0-1,0 0 1,-1 0 0,1 0 0,0 0-1,0-1 1,-1 1 0,1 0-1,0 0 1,0 0 0,-1 0 0,1 0-1,-1 0 1,-14 3-9522,-1 0 782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27 3073,'6'-15'3966,"-6"11"-617,0 6 1016,-21-12 1281,17 15-5498,0 0 0,0 0 0,0 0 0,1 0 0,0 0 0,0 1 0,0 0 0,1-1 0,0 1 1,0 0-1,0 0 0,1 0 0,0 0 0,0 1 0,0-1 0,1 7 0,0-13-139,-50 337 2427,44-295-2210,-2 42 751,3-66-226,2-3-378,3-14-353,3-5-158,-2-1-542,-2-1-7417,-1-1-974,2-1 7443,3-3-1373,1-4 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0 192 2113,'2'-6'1365,"-2"2"306,1 0-1,0 0 0,1 0 0,-1 1 0,1-1 1,-1 0-1,1 1 0,4-6 0,10-6-1113,-15 16-389,1 1-1,-1-1 0,0 0 0,1 1 0,-1-1 1,0 0-1,0 1 0,0 0 0,0-1 0,0 1 1,-1-1-1,1 1 0,0 0 0,-1 0 0,1 2 0,2 2 93,19 44 857,40 76 307,-50-106-1286,1-1 0,0 0 0,2 0 0,19 18 0,-12-16 238,1-1 0,26 17 0,-47-35-359,-1 0-1,1-1 0,0 1 0,0 0 0,-1 0 0,1 0 0,-1 1 0,0-1 1,0 0-1,0 0 0,0 1 0,0-1 0,0 1 0,0-1 0,-1 1 0,1-1 1,-1 1-1,0-1 0,0 1 0,0-1 0,0 5 0,-1-29-16,0 11 0,0 0 0,1 0 0,0 0 0,3-13 0,54-182 283,1 1 67,-52 181-126,2-15 1024,-8 39-1117,1-1-86,-1 1 0,1-1 0,-1 1 0,0-1 0,1 1 0,-1-1 0,0 1 0,1-1 0,-1 0 1,0 1-1,0-1 0,0 1 0,1-1 0,-1 0 0,0 1 0,0-1 0,0 0 0,0 1 0,0-1 0,0 0 0,-1 1 0,1-2 0,-1-5 3,1 10 234,-7 15 81,-7 4-4689,3-3-4979,5-9 2964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2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135 152 4802,'2'-1'15775,"-51"205"-15046,32-102-617,3-19 535,-39 137 0,50-201-571,8-30 139,59-197-265,-42 145 6,-8 21 24,62-165-62,-61 173 91,1 0 0,2 0 0,39-53-1,-52 81-15,0-1 0,1 1 0,-1 0 0,2 0 0,-1 1 0,1-1 0,8-4 0,-13 9 7,-1 0 0,1 0 0,0 1-1,-1-1 1,1 0 0,-1 1-1,1-1 1,0 1 0,0 0 0,-1-1-1,1 1 1,0 0 0,0 0 0,-1 0-1,1 0 1,0 1 0,0-1 0,-1 0-1,1 1 1,0-1 0,-1 1 0,1 0-1,0-1 1,-1 1 0,1 0-1,-1 0 1,1 0 0,-1 0 0,0 0-1,1 1 1,-1-1 0,0 0 0,0 1-1,0-1 1,0 0 0,0 1 0,0-1-1,0 1 1,1 3 0,18 38 40,22 69 0,-40-107-29,0 0 0,-1-1 0,0 1 0,0 0 0,0 0-1,-1 0 1,1 0 0,-1 0 0,0 0 0,-1 1 0,1-1 0,-1 0 0,0-1 0,0 1 0,-1 0 0,-3 9 0,0-6 6,0-1 1,0 0-1,-1 0 1,1-1-1,-2 1 0,1-1 1,-1-1-1,0 1 1,-7 4-1,-18 12 16,-38 20 1,58-36-18,-1 0 0,0 0 1,0-2-1,0 1 1,0-2-1,-24 4 0,19-7 2574,42 9-465,3 9-1528,-2 1 0,44 41 1,10 8 707,-55-49-498,-6-8-682,-1 2 0,-1 0 0,-1 1 1,0 1-1,22 27 0,-36-41-128,-1-1-1,0 0 1,0 0 0,0 0 0,0 0-1,0 0 1,0 0 0,0 0 0,0 1-1,1-1 1,-1 0 0,0 0 0,0 0-1,0 0 1,0 0 0,0 1 0,0-1-1,0 0 1,0 0 0,0 0 0,0 0-1,0 0 1,0 1 0,0-1 0,0 0-1,0 0 1,0 0 0,0 0 0,0 1-1,0-1 1,0 0 0,0 0 0,0 0-1,0 0 1,-1 0 0,1 0-1,0 1 1,0-1 0,0 0 0,0 0-1,0 0 1,0 0 0,0 0 0,-1 0-1,1 0 1,0 1 0,0-1 0,0 0-1,0 0 1,0 0 0,-1 0 0,-11 0-2139,-3-4-3725,6 2-5481,2 0 1084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0:34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82 8692,'8'-7'512,"-6"-1"-80,-4-5-272,-6 1 817,4 3 127,-1 1-623,3 2-433,0 2-48,4-1 16,0 1-16,1 2 0,-1 0-16,0 0-64,2 2-417,-2 6-1423,0 3-1346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4578,'1'-1'421,"-1"1"0,1-1-1,0 1 1,-1 0 0,1-1 0,0 1-1,0-1 1,-1 1 0,1 0 0,0 0-1,0 0 1,0-1 0,-1 1 0,1 0-1,0 0 1,0 0 0,0 0 0,0 0-1,0 0 1,-1 1 0,1-1 0,1 0-1,2 17 6986,-1 3-8028,11 45 1375,14 91-60,-27-124-295,-1-27 276,0-21-271,2-11-407,1 1 0,2 0 1,1 0-1,11-33 0,-10 37-22,-3 7-39,28-83-206,-28 89 50,0-1 0,1 1-1,0 0 1,1 0 0,-1 0 0,2 1 0,10-12 0,-16 19 92,0 0-1,0 0 1,0 0-1,0 0 1,1 0 0,-1 0-1,0 0 1,0 1-1,1-1 1,-1 1 0,0-1-1,1 1 1,-1-1 0,0 1-1,1 0 1,-1 0-1,1-1 1,-1 1 0,1 0-1,-1 0 1,0 1-1,1-1 1,-1 0 0,1 0-1,-1 1 1,3 0-1,-1 1-608,1 0-1,-1 0 1,0 0-1,0 1 1,0-1-1,0 1 0,0 0 1,3 4-1,7 12-4095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74 8692,'1'0'206,"-1"-1"0,0 0 0,0 0 0,0 0 0,0 1 0,0-1 0,0 0 0,-1 0 0,1 0 0,0 1 0,0-1 0,0 0 0,-1 0 0,1 1 0,0-1 0,-1 0 0,1 1 0,-1-1 0,1 0 0,-1 1 0,1-1 0,-1 1 0,1-1 0,-1 1 0,0-1 0,1 1 0,-2-1 1,1 0-20,0 1 0,-1 0 1,1 0-1,0 0 1,-1 0-1,1 0 0,0 0 1,0 0-1,-1 1 1,1-1-1,0 0 1,0 1-1,-1-1 0,1 1 1,-1 0-1,-4 2 151,1 1-1,-1-1 0,1 1 1,0 0-1,-7 7 1,4-2 8,-2 2-119,1 0-1,-14 20 1,21-29-223,1 0-1,0-1 1,0 1-1,0 0 1,0 0-1,0 0 1,0 0-1,1 0 1,-1 0-1,0 0 1,1 0-1,0 1 1,-1-1-1,1 0 1,0 0-1,0 0 1,1 0-1,-1 1 1,0-1-1,1 0 1,-1 0-1,1 0 1,-1 0-1,1 0 1,2 4-1,-1-4-2,1 0-1,-1 0 0,1-1 0,0 1 0,-1 0 0,1-1 1,0 0-1,0 0 0,0 0 0,0 0 0,0 0 1,0 0-1,0-1 0,0 1 0,0-1 0,1 0 0,5-1 1,3 1-56,0-1 1,0-1 0,17-4 0,-15 3 0,0-1 1,0-1-1,0 0 0,0-1 1,22-14-1,-33 18 65,0 0 0,0 0 0,-1 0 0,1 0 0,-1 0 0,1 0 0,-1-1 0,0 0 1,0 1-1,0-1 0,0 0 0,-1 0 0,1 0 0,-1 0 0,1 0 0,-1 0 0,0 0 0,0-1 0,-1 1 0,1 0 0,-1-1 0,0 1 0,1 0 0,-1-1 1,-1 1-1,1 0 0,0-1 0,-1 1 0,0 0 0,0 0 0,-2-6 0,1 4-34,0 0 0,-1 0-1,0 0 1,1 0 0,-2 1 0,1-1 0,0 1 0,-1 0-1,0 0 1,0 0 0,0 1 0,0-1 0,-10-5-1,11 8-197,1 0-1,-1 0 1,0 0-1,1 0 0,-1 0 1,0 1-1,0-1 1,0 1-1,1-1 0,-1 1 1,0 0-1,-3 1 1,3-1-340,0 1 0,0 0 0,0 0 1,0 0-1,0 0 0,1 1 0,-1-1 1,0 1-1,1-1 0,-1 1 0,1 0 1,-1 0-1,-1 2 0,-9 11-4145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 6115,'17'-3'6078,"-27"9"-586,-17 10-3643,5 2-699,3-3-387,-34 34-1,49-45-756,0 0 0,0 1 0,1 0 0,-1 0 0,1 0 0,0 0 0,1 0 0,-1 1 0,1-1 0,0 1 0,1-1 0,-1 1 0,0 8 0,1-12-12,1 0 0,0 0-1,0 0 1,0-1 0,0 1 0,0 0 0,1 0 0,-1 0-1,0-1 1,1 1 0,0 0 0,-1 0 0,1-1 0,0 1 0,0-1-1,0 1 1,0-1 0,0 1 0,0-1 0,0 1 0,0-1-1,3 2 1,-2-1 1,1-1 1,-1 0-1,1 0 0,0 0 0,-1 0 0,1-1 0,0 1 0,0-1 1,-1 1-1,1-1 0,0 0 0,0 0 0,3-1 0,10-1 5,0-2-1,0 1 1,-1-2 0,16-6-1,-22 7 7,-7 4 4,2-1 36,0-1 0,0 1 0,0-1 0,0 0 0,0 0-1,0 0 1,-1 0 0,1-1 0,-1 1 0,0-1 0,4-3 0,-9 2-102,-1 1 1,1-1 0,-1 1 0,0 0-1,0 0 1,-4-3 0,-26-15-3197,9 13-6123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1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 9444,'-3'0'558,"0"-1"0,-1 1-1,1-1 1,-1 1 0,1 0 0,0 1-1,-1-1 1,1 0 0,-1 1 0,1 0-1,0 0 1,0 0 0,-1 0-1,1 0 1,0 1 0,0 0 0,0-1-1,0 1 1,1 0 0,-6 5-1,3-1-103,0 0-1,1 1 0,0 0 0,0 0 0,0 0 1,1 1-1,-5 14 0,-9 31 35,2 1 0,2 0 1,3 1-1,-5 89 0,14-132-645,1 0 0,1 0 0,0 0 0,0 0-1,1-1 1,6 19 0,-7-27-112,0 0-1,0 0 1,1 0-1,0 0 1,-1 0-1,1 0 0,0-1 1,1 1-1,-1-1 1,0 1-1,5 3 1,-4-5-207,0 1 1,-1-1-1,1 1 1,0-1-1,0 0 1,0 0-1,0-1 1,0 1-1,0-1 1,0 1-1,0-1 1,0 0 0,0 0-1,6-1 1,20-5-5798,0-8-1386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72 11525,'-8'0'2866,"8"-4"-2258,4-3 1905,11-1 208,12 0-1488,11-3-513,8 1-320,10-1-400,5 1-48,-1 8-1424,-3 2-1570,-5 2-2864,-4 2-2722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3762,'5'-12'1435,"8"-5"10943,-12 30-10509,6 221 5269,-1 90-6022,-5-294-1377,3-20-3071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1:2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5491,'-14'-7'3888,"14"7"-3771,0 0 0,0 0 0,0 0 0,0-1 0,0 1 0,0 0 0,0 0 0,0 0 0,0 0 0,0-1 820,-1 0-820,6 10 5160,5 11-2793,-8-18-2403,0-1 0,0 1 0,0 0 0,1-1 0,-1 1 0,0-1 0,0 1 0,1-1 0,-1 0 0,1 0 0,-1 0 0,1 0 0,0-1 0,-1 1 0,1-1 0,0 1 0,3-1 0,55-2 73,-41 1-102,69-3-415,993-66-1859,-758 22 5258,-328 50-2737,0 0 0,0 0 0,1 1-1,-1-1 1,1 1 0,0 0 0,0 0 0,0 0-1,0 0 1,0 1 0,1-1 0,0 1 0,-1 0-1,1-1 1,1 1 0,-1 0 0,0 0 0,1 0-1,-1 6 1,-4 10-134,0 0-1,-4 41 1,3 58 321,15 193 1,-8-311-486,3 31 85,1-1 0,13 43 0,-19-77-77,0 1-1,0 0 1,-1 0-1,1 0 1,0 0-1,-1 1 1,1-1-1,-1 0 1,1 1-1,-1 0 1,0 0-1,0 0 1,0 0-1,1 0 1,-6 0-1,-54-13-432,-478-24-919,362 31 1118,73 2 300,-149-4 486,199 9-388,1 4 0,-87 15 0,126-16-118,2 0 1277,31 2-1431,3-2-3320,2-3-4562,-7-1-1023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80 2289,'-4'-10'5212,"1"9"-4994,2 8 2214,10-10 1967,30-11-3966,-21 12-132,1 0 1,0 2-1,34 2 0,1 0 151,49-6 325,117-21 0,4-1-924,-175 23 155,1 3-1,77 8 1,-18 1 23,178-9 1,-121-3-42,-19 0 72,-67 0-79,0 3 0,99 13 0,-72 0 4,-58-8 3,-1 1 0,0 3 1,0 2-1,50 18 0,-78-19 19,-1 0-1,0 2 0,-1 1 1,0 0-1,28 28 0,7 4 14,-39-34-25,6 4 11,-1 1 1,29 30-1,-43-39 4,1-1-1,-1 2 1,-1-1 0,1 1 0,-1-1-1,-1 1 1,1 0 0,-1 1 0,-1-1 0,1 0-1,0 13 1,0 6 14,-2 0 1,0 0-1,-2 0 0,-1 0 1,-9 42-1,-44 135 812,15-60 572,-74 279 922,72-212-1235,28-130-382,-24 82 0,38-162-746,-4 17 273,8-19-2356,6-6-4870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8004,'2'0'262,"-1"-1"1,0 1 0,1-1 0,-1 1 0,0-1 0,1 1 0,-1 0-1,1-1 1,-1 1 0,0 0 0,1 0 0,-1 0 0,1 0-1,-1 1 1,1-1 0,-1 0 0,0 0 0,1 1 0,-1-1-1,0 1 1,1-1 0,-1 1 0,2 1 0,29 18 1334,-24-11-849,0 0 0,-1 1 1,0-1-1,-1 2 0,0-1 1,0 1-1,5 17 0,-3-11-206,0 0 0,12 19-1,-2-12-148,23 24 0,8 9-4658,-38-42-6246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30 4114,'0'-3'1617,"0"1"-1257,0 1 0,0-1-1,0 1 1,0-1 0,0 1 0,1-1 0,-1 1 0,0 0-1,1-1 1,-1 1 0,1-1 0,-1 1 0,1 0 0,0-1-1,0 1 1,1-2 0,-8 5 4625,-20 10-2639,-16 21-368,2 1 0,-44 47-1,69-67-1736,-16 15 106,-2-2 1,-2-2-1,-51 30 0,-13 10-178,85-51-785,14-14 474,0 0 1,0 1-1,0-1 0,0 1 0,1-1 1,-1 0-1,0 1 0,0-1 0,0 0 1,0 1-1,1-1 0,-1 0 0,0 1 1,0-1-1,1 0 0,-1 0 1,0 1-1,0-1 0,1 0 0,-1 0 1,0 1-1,1-1 0,-1 0 0,0 0 1,1 0-1,-1 0 0,1 0 0,-1 1 1,0-1-1,1 0 0,-1 0 0,0 0 1,1 0-1,-1 0 0,1 0 0,-1 0 1,0 0-1,1 0 0,0-1 0,7 2-6108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92 2817,'26'-64'6698,"-16"36"1753,-13 35-3628,-3 10-4144,0 0-1,1 1 1,0-1-1,2 1 1,-3 33 0,5 96 888,2-96-1088,13 477 1715,-5 493-528,-13-830-1666,4-191-11,0 1-1,0-1 1,0 0 0,0 0 0,0 0-1,0 0 1,0 0 0,1 0-1,-1 0 1,0 0 0,0 0-1,0 0 1,0 1 0,0-1-1,0 0 1,0 0 0,0 0 0,0 0-1,0 0 1,0 0 0,0 1-1,0-1 1,0 0 0,0 0-1,0 0 1,0 0 0,0 0 0,0 0-1,0 1 1,0-1 0,0 0-1,0 0 1,0 0 0,0 0-1,0 0 1,0 0 0,0 0 0,0 1-1,0-1 1,0 0 0,-1 0-1,1 0 1,0 0 0,0 0-1,0 0 1,0 0 0,0 0 0,0 0-1,0 0 1,0 0 0,-1 1-1,1-1 1,0 0 0,0 0-1,0 0 1,0 0 0,0 0 0,0 0-1,0 0 1,-1 0 0,1 0-1,0 0 1,0 0 0,0 0-1,0 0 1,0 0 0,-1 0 0,-4-12-1793,-4-19-2969,5 0-736,2-8-3007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4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286 257 4786,'-1'-5'9415,"-1"-8"-8804,0 1 0,-8-25 0,3 25 174,0 0 296,7 12-1037,0 0 0,0 0 0,0 0 0,0 0 0,0 0 0,0 0 0,0 0 0,0 0 0,0 0 0,-1 0 0,1 0 0,0 0 0,0-1 0,0 1 0,0 0 0,0 0 0,0 0 0,0 0 0,0 0 0,0 0 0,0 0 0,0 0-1,0 0 1,0-1 0,0 1 0,0 0 0,0 0 0,0 0 0,0 0 0,0 0 0,0 0 0,0 0 0,1 0 0,-1 0 0,0-1 0,0 1 0,0 0 0,0 0 0,0 0 0,0 0 0,0 0 0,0 0 0,0 0 0,0 0 0,0 0 0,0 0 0,0 0-1,1 0 1,-1 0 0,0 0 0,0 0 0,0 0 0,0 0 0,0 0 0,0-1 0,0 1 0,0 0 0,0 0 0,1 0 0,-1 0 0,0 1 0,0-1 0,0 0 0,0 0 0,0 0 0,0 0 0,0 0 0,0 0 0,1 0 0,8 1 512,1 0 1,-1 0 0,1-1-1,-1 0 1,11-2 0,20 1-72,174 8 193,629-2-518,-189-79-693,-483 50 204,-49 7-5,1 5 0,0 6 0,136 10 0,-149 6 187,9 2-762,145-5 1,545-73-6647,-773 61 7526,-5 2 3571,-38 6-3330,1 0 0,-1 0 0,1 0 0,0 1 0,0 0 0,0 1 0,1-1 0,-1 1 0,1 0-1,0 1 1,1-1 0,-1 1 0,1 0 0,0 0 0,0 0 0,1 0 0,0 1 0,0 0 0,1-1 0,-1 1 0,1 0-1,1 0 1,-2 8 0,0 17 676,0 1-1,2-1 0,7 62 1,-3-49 409,9 178 1728,59 811-653,-27-602-2372,-25-362 0,-19-69 0,0 0 0,0 0 0,0-1 0,0 1 0,-1 0 0,1-1 0,0 1 0,0 0 0,-1-1 0,1 1 0,0 0 0,-1-1 0,1 1 0,-1-1 0,1 1 0,-1 0 0,1-1 0,-1 1 0,1-1 0,-1 0 0,0 1 0,1-1 0,-1 1 0,1-1 0,-1 0 0,0 0 0,0 1 0,1-1 0,-1 0 0,0 0 0,1 0 0,-1 0 0,0 0 0,0 1 0,1-2 0,-1 1 0,0 0 0,0 0 0,1 0 0,-1 0 0,-1-1 0,-37-8 0,28 5 0,-50-6-341,1 3-1,-1 2 1,-120 7 0,81 0-215,36-1 461,-1324-11-802,266 2 937,895 8-119,-100 4-232,141 1 326,95-5 217,-160 22 1,223-17-666,-39 13-1,94-37-15509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94 110 3426,'-29'3'2108,"24"-3"-1742,0 0 0,-1 0 0,1 1 0,0 0 0,0 0 0,0 0 1,1 0-1,-1 1 0,0 0 0,0 0 0,-4 2 0,9-3-256,0-1 1,0 1-1,0-1 0,0 1 0,0-1 1,0 0-1,0 1 0,0-1 1,0 1-1,0-1 0,0 0 0,0 1 1,0-1-1,1 1 0,-1-1 0,0 0 1,0 1-1,0-1 0,1 0 0,-1 1 1,0-1-1,1 0 0,-1 1 0,0-1 1,1 0-1,-1 1 0,0-1 0,1 0 1,-1 0-1,0 0 0,1 1 0,-1-1 1,1 0-1,-1 0 0,0 0 0,1 0 1,-1 0-1,1 0 0,17 7 1758,43 7 452,68 7 0,-85-14-1987,16-1-218,0-1-1,90-7 1,122-23 915,-128 10-213,530-24-356,-390 28-431,173-2 456,240-16 410,-161-30-568,-342 53 2974,-165 6-1877,38 13 141,-112-3-5233,-26 9-7283,39-11 2522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54 3089,'0'-1'118,"0"0"0,0 0 0,0 0-1,0 0 1,0 1 0,0-1-1,0 0 1,0 0 0,0 0-1,0 0 1,1 1 0,-1-1-1,0 0 1,1 0 0,-1 1 0,0-1-1,1 0 1,-1 0 0,1 1-1,0-2 1,0 1-44,0 1 0,-1-1 1,1 0-1,-1 0 0,1 1 0,-1-1 1,1 0-1,-1 0 0,1 0 0,-1 0 0,0 1 1,0-1-1,1 0 0,-1 0 0,0 0 0,0 0 1,0 0-1,0 0 0,0 0 0,0 0 0,0 0 1,0 0-1,0 0 0,-1 1 0,1-1 1,0 0-1,0 0 0,-1 0 0,1 0 0,-1 0 1,1 1-1,-1-1 0,1 0 0,-2-1 0,3 2 152,0-1 0,-1 1-1,1-1 1,0 1 0,-1 0-1,1-1 1,0 1 0,0 0-1,-1-1 1,1 1 0,0 0-1,0 0 1,0-1 0,-1 1-1,1 0 1,0 0 0,0 0-1,0 0 1,-1 0 0,1 0-1,0 1 1,0-1 0,0 0-1,-1 0 1,1 1 0,0-1-1,0 0 1,1 1 0,22 5 1476,-22-6-1193,0 0 0,-1 0 0,1 0 0,0 0 1,-1 0-1,1 1 0,0-1 0,-1 1 0,1-1 0,0 1 1,-1 0-1,2 0 0,-1 14 3935,-9 15-2899,6-27-1241,-14 55 563,4 1-1,-8 88 0,12 122-517,-21 174 153,23-389-502,4 74 0,2-63 0,1-94-1705,0-1-5901,-2 14-675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2:5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24 2145,'12'-8'9176,"-9"6"-8444,0 0 0,0 0-1,0 1 1,0-1 0,0 0 0,0 1 0,6-2 0,-9 4-525,0 0 0,0 0 1,0 0-1,0 0 0,0 0 1,0 0-1,-1 0 0,1 0 1,0 0-1,0 0 0,-1 0 1,1 0-1,-1 0 0,1 0 1,-1 0-1,1 0 0,-1 0 0,0 0 1,0 0-1,0 1 0,-19 22 1096,-94 68 427,81-69-1423,1 2 0,2 1 0,0 2 0,-25 31 0,44-44-109,1 0 0,0 1 0,1 0 0,1 1 0,-8 21 0,13-29-146,0 1 1,0-1 0,1 1-1,0 0 1,0 0 0,1 0-1,1 1 1,0-1 0,0 0-1,1 0 1,2 10 0,-1-13-43,0 0 0,1 0 0,0-1 0,1 1 1,-1-1-1,1 0 0,0 0 0,1 0 0,-1 0 0,1-1 1,0 0-1,1 0 0,-1 0 0,1-1 0,0 0 0,0 0 0,13 6 1,-11-6-2,1 0 0,0-1 0,1 0 0,-1 0 0,0-1 0,1 0 0,-1-1 1,1 0-1,0 0 0,-1-1 0,1-1 0,18-2 0,-17 1-8,7-2 25,-1 0 0,29-11 0,-42 13-18,1 0 0,-1 0 0,-1 0 1,1 0-1,0 0 0,-1-1 0,1 0 1,-1 0-1,0 0 0,1 0 0,-2 0 1,1 0-1,0-1 0,-1 0 0,1 1 1,2-8-1,-4 8-3,-1 0 1,0 0-1,1 0 0,-1 0 1,0 0-1,-1-1 0,1 1 1,0 0-1,-1 0 0,0 0 0,0 0 1,0 0-1,0 0 0,0 0 1,0 0-1,-1 1 0,0-1 1,1 0-1,-1 1 0,0-1 1,-4-3-1,-6-7-9,0 1-1,-20-16 1,32 28 4,-12-8 4,0 1-1,0 1 1,-1 0-1,0 1 1,0 0-1,0 1 1,-1 0 0,-17-2-1,-3-1 29,28 6 70,0 1 1,-1 1-1,1-1 0,0 1 1,0 0-1,0 0 0,1 1 1,-1 0-1,0 0 0,0 0 1,1 1-1,-1 0 0,-9 6 1,8-4 664,5-4-100,5-4 625,7 3-2701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11 3410,'-46'-7'0,"6"3"-1473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29:09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0 2593,'-36'13'0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90 4466,'1'-7'1484,"0"0"-1,1 0 1,0 1-1,0-1 1,0 1 0,1-1-1,0 1 1,8-11-1,-1-2 2312,-19 45 208,0 19-2319,4-17-795,-6 39 193,2 2 1,4-1-1,6 123 1,40 210-882,-14-180-154,-18-109-47,-5 1 0,-18 198 0,-6-104 0,-54 396 0,69-572 0,1-1 0,2 1 0,1 0 0,1 0 0,2-1 0,9 49 0,-7-41 0,-2 1 0,-1-1 0,-9 72 0,1 19 0,8-122 807,2-20-11464,-3 3 3187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86 3698,'1'1'340,"0"-1"0,-1 1 0,1-1 0,0 1 0,0-1 0,0 0 1,0 1-1,0-1 0,0 0 0,0 0 0,0 0 0,0 0 0,0 0 0,0 0 1,0 0-1,0 0 0,0 0 0,0-1 0,-1 1 0,1 0 0,0 0 0,0-1 1,0 1-1,0-1 0,1 0 0,31-11 1735,-33 12-2047,6-2 436,-1 0 0,1 0 0,0 1 0,0 0 0,-1 0 0,1 0 0,0 1 0,0-1 0,0 1 0,0 1 0,-1-1 0,1 1 0,0 0 1,8 3-1,189 31 3507,105-8-3377,-165-16-485,505 21-74,-269-16 1005,-175-3-889,-47-1-89,193-10 0,128-65-76,-450 60 11,-1-2-1,0-2 0,0 0 1,-1-2-1,1 0 0,-2-2 1,40-23-1,-59 31-10,-1 0 0,1 0-1,0 1 1,0-1 0,0 2 0,0-1-1,0 1 1,0-1 0,0 2 0,10-1 0,68 5 59,-33 1-30,-13-3 102,-1-2 0,1-1-1,-1-2 1,70-15 0,-105 18-55,-1 0 0,0 0 0,1-1 0,-1 1 0,0 0 0,1-1 0,-1 1 0,0-1 0,0 0 0,1 1 0,-1-1 0,0 0 0,0 0 0,0 0 0,0 0 0,0 0 0,0 0 0,0 0 0,0 0 0,-1 0 0,1 0 0,1-2 0,-2 2 19,-1 0-1,1 0 0,0 0 0,-1 0 1,1 0-1,-1 0 0,1 0 0,-1 0 1,1 0-1,-1 0 0,0 0 1,1 1-1,-1-1 0,0 0 0,0 1 1,0-1-1,1 0 0,-1 1 0,0-1 1,0 1-1,0-1 0,0 1 1,0 0-1,0-1 0,0 1 0,0 0 1,-2-1-1,1 2-14,1-1 0,-1 1-1,1-1 1,-1 1 0,1 0 0,0 0 0,-1-1-1,1 1 1,0 0 0,-1 0 0,1 0 0,0 0-1,0 1 1,0-1 0,0 0 0,-1 3 0,-23 27-250,21-26 268,-13 19-84,2 1 0,0 1 0,1 1 0,2 0 0,0 0 0,2 2 0,1-1 0,-8 48 0,4 15 0,-1 134 0,12-183 0,-40 366 0,32-339 0,-27 147 0,18-119 0,-12 187 0,39 140 0,19-157 0,1 72 0,-28-286 0,5 116 0,-3-150 0,1 1 0,1-1 0,1 0 0,0-1 0,2 1 0,13 28 0,-12-34 0,-1 1 0,-1 0 0,0 1 0,-1 0 0,0-1 0,-2 2 0,5 28 0,-5-7 0,7 50 0,-10-114 0,1 24 0,-1 0 0,1 0 0,-1 0 0,1 0 0,-1 0 0,0 0 0,-1 0 0,1 0 0,0 0 0,-1 0 0,1 0 0,-1 0 0,0 0 0,0 0 0,0 0 0,-1 1 0,1-1 0,-1 0 0,1 1 0,-1-1 0,0 1 0,-3-3 0,-4-1 0,0 0 0,0 1 0,-1 1 0,0-1 0,0 1 0,0 1 0,-18-4 0,-81-8 0,69 11 0,-568-88 0,403 57 0,-926-109 0,709 108 0,294 31 0,-164 17 0,168 9 0,117-20 0,-26 3 0,-67-1 0,-173-13 0,262 11 0,18 2 0,18 1 0,-11-4-387,23-1-7414,-15-2-515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 3506,'-8'-1'815,"2"-1"-179,1 1 0,0 0 0,-1 1 0,1-1 0,-1 1 0,1 0 1,-1 1-1,1-1 0,0 1 0,-1 0 0,1 0 0,-7 3 0,17 4 5781,20 8-3384,-20-13-2311,6 4-322,1-1-1,0 0 0,0-1 0,1 0 0,-1-1 1,1 0-1,0-1 0,24 2 0,10-2-187,54-2 0,-51-2 53,346-4 1005,114-1 107,82-18-777,-287 10-79,-16 1-343,290-13 119,-502 24-44,-71 2-205,45-2 345,0 3 0,51 6 0,-55 0-393,1-2 0,91-3 0,-136-3-7,-7 0 9,-18 0 10,-34 4-99,-2 8-2816,1 3-5324,7-2-1917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 4690,'12'-5'2353,"-9"5"-1503,-1-1 0,1 0 1,16-11 14753,-38 34-12477,15-11-2613,0 0-1,0 1 1,1-1 0,0 0-1,1 1 1,1 0 0,0-1-1,0 18 1,4 10-654,8 48 0,3 22 239,-11-27-99,-3 0 0,-4 0 0,-3-1 0,-22 100 0,13-112 0,4 0 0,2 1 0,3 1 0,4 110 0,5-146 0,2 20 0,-2 0 0,-8 81 0,2-119 0,0-1 0,-1 1 0,-1-1 0,0-1 0,-9 17 0,8-19 0,1 1 0,0 0 0,0 1 0,2-1 0,0 1 0,-3 22 0,4-12 0,1-19 0,1 0 0,0-1 0,1 1 0,0 0 0,-1 0 0,2 0 0,-1 0 0,1 0 0,0 0 0,2 8 0,-7-38-3356,2 4-3501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2529,'-13'-2'3918,"12"1"-3742,1 1 1,0 0 0,-1 0 0,1 0-1,-1-1 1,1 1 0,0 0 0,-1 0 0,1 0-1,-1 0 1,1 0 0,-1 0 0,1 0 0,-1 0-1,1 0 1,-1 0 0,1 0 0,0 0 0,-1 0-1,1 0 1,-1 0 0,1 0 0,-1 0-1,1 0 1,0 1 0,-1-1 0,1 0 0,-1 0-1,1 1 1,0-1 0,-1 0 0,1 1 0,0-1-1,-1 0 1,1 1 0,0-1 0,-1 0-1,1 1 1,0-1 0,0 1 0,0-1 0,-1 0-1,1 1 1,0-1 0,0 1 0,0-1 0,0 1-1,0-1 1,0 0 0,0 1 0,0-1 0,0 1-1,0-1 1,0 1 0,0-1 0,0 1-1,0-1 1,1 1 0,-1 0 19,0-1 0,0 1 0,0 0 0,0-1 0,0 1 0,0-1 0,1 1 0,-1-1 0,0 1 0,0-1 0,1 1 0,-1-1 0,0 1 0,1-1 0,-1 0 0,0 1 0,1-1 0,-1 1 0,1-1 0,-1 0 0,0 0 0,1 1 0,-1-1 0,1 0 0,-1 1 0,2-1 0,20 4 1673,35-8-2397,-36 2 1048,94-5-210,150-4 2034,-199 17 25,-65-6-2073,-24 3 441,17 0-653,-1 0 0,1 0 0,1 1 0,-1 0-1,0 0 1,1 0 0,0 1 0,0 0 0,1 0 0,-5 6 0,-41 63 575,28-38-443,-21 32 5,4 2-1,2 1 1,-36 105 0,60-145-221,-21 38 0,12-28 0,47-50-2300,-15 1-2780,-6-5-3419,-4-1-1618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4770,'5'-6'8637,"-4"1"-7173,-5 7 731,4-1-2005,-1-1 0,0 1-1,1-1 1,-1 1 0,0-1-1,1 1 1,-1 0-1,1-1 1,-1 1 0,1 0-1,-1 0 1,1-1 0,-1 1-1,1 0 1,0 0-1,-1 0 1,1-1 0,0 1-1,0 0 1,0 0 0,0 0-1,-1 0 1,1 0-1,0-1 1,1 1 0,-1 0-1,0 0 1,0 0 0,0 0-1,0 0 1,1 0-1,0 1-27,1-1-1,-1 0 1,1 0-1,-1 0 1,1 0-1,-1 0 1,1 0-1,-1 0 1,1 0-1,0-1 1,0 1-1,-1 0 1,4 0-1,7 1-29,0-1-1,0 0 1,17 0-1,365 1 942,-352 1-610,-19-1 71,0 0 1,1-2-1,-1-1 0,35-5 0,-42 0 358,-23 1-198,3 5-581,0-1 1,1 1 0,-1 0-1,0 0 1,1 0 0,-1 1-1,-5 0 1,-20 8 30,42-10-989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1:2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24 163 5603,'3'-1'563,"-1"0"1,0 0-1,0 0 1,1-1 0,-1 1-1,0-1 1,0 1 0,0-1-1,-1 0 1,1 1 0,0-1-1,-1 0 1,1 0-1,-1 0 1,1-1 0,-1 1-1,0 0 1,0 0 0,0-1-1,0 1 1,0 0 0,-1-1-1,1 1 1,-1-1-1,0 1 1,1-1 0,-1 1-1,0-1 1,-1-3 0,1 5-512,0-1 0,0 1 0,0-1 0,0 1 0,0-1 0,0 1-1,1 0 1,-1-1 0,0 1 0,1-1 0,-1 1 0,1 0 0,-1-1 0,1 1 0,0 0 0,0 0 0,-1 0 0,1-1 0,0 1 0,0 0 0,0 0 0,0 0 0,0 0 0,0 1 0,1-1 0,-1 0 0,0 0 0,0 1 0,1-1 0,-1 1 0,0-1 0,1 1 0,2-1 0,-1 0-58,0 0 0,0 0 1,1 0-1,-1 0 0,0 1 0,1 0 0,-1 0 1,1 0-1,-1 0 0,1 0 0,-1 0 0,0 1 1,5 1-1,-5 0 14,0 0 0,0 1 0,0-1 0,0 1-1,0-1 1,-1 1 0,1 0 0,-1 0 0,0 1 0,0-1 0,0 0 0,0 1 0,0-1 0,-1 1 0,0-1 0,0 1 0,0 0 0,0-1 0,0 1-1,-1 0 1,1 0 0,-1 0 0,-1 7 0,1-6 77,0 1 1,0 0-1,-1 0 0,0-1 0,0 1 0,0 0 0,-1-1 0,0 1 0,0-1 1,0 0-1,-1 0 0,0 0 0,0 0 0,0 0 0,-5 6 0,5-9-38,1 0 0,-1 1 0,1-1-1,-1 0 1,0-1 0,0 1 0,0 0-1,0-1 1,0 0 0,0 1 0,-1-1-1,1 0 1,0-1 0,0 1 0,-1-1-1,1 1 1,-1-1 0,1 0 0,0 0-1,-1-1 1,1 1 0,0-1 0,-1 1-1,1-1 1,0 0 0,0 0 0,-1-1-1,1 1 1,0-1 0,0 1 0,1-1-1,-1 0 1,0 0 0,0 0 0,1 0-1,-4-5 1,2 3 7,1 0 1,0 0-1,0 0 1,0 0-1,0 0 0,1-1 1,0 1-1,0-1 1,0 0-1,0 1 0,1-1 1,0 0-1,0 0 1,0 0-1,1 0 0,-1 0 1,1 0-1,0 0 1,1 0-1,-1 0 0,1 0 1,0 0-1,0 0 0,3-7 1,1 3-53,0 0 1,0 0-1,1 1 1,0 0-1,1 0 0,9-9 1,-12 12-28,1 1 0,-1 0 1,1 0-1,1 0 0,-1 1 0,0 0 1,1 0-1,-1 0 0,1 1 0,0 0 0,9-3 1,-13 6 20,-1-1 0,1 0 1,-1 0-1,1 1 0,-1-1 1,0 1-1,1 0 0,-1-1 1,0 1-1,1 0 0,-1 0 1,0 0-1,0 0 0,0 0 0,1 0 1,-1 0-1,0 0 0,0 0 1,-1 0-1,1 1 0,0-1 1,0 0-1,-1 1 0,1-1 1,0 0-1,-1 1 0,0-1 1,1 1-1,-1 1 0,11 47 88,-11-43-36,0 0-1,0 0 1,0 0 0,-1 0 0,0 0-1,-1 0 1,0 0 0,0 0-1,0-1 1,-1 1 0,0-1-1,-5 9 1,7-12 4,-1-1-1,1 0 0,-1 1 1,0-1-1,0 0 1,0 0-1,0 0 1,0-1-1,0 1 1,0 0-1,-1-1 0,1 1 1,0-1-1,-1 0 1,1 0-1,-1 0 1,0 0-1,1 0 1,-1-1-1,0 1 0,1-1 1,-1 0-1,0 0 1,0 0-1,0 0 1,1 0-1,-1 0 0,0-1 1,1 1-1,-1-1 1,0 0-1,1 0 1,-6-2-1,6 2-27,0 0 1,-1 0-1,1 0 0,0 0 0,0 0 1,0 0-1,0 0 0,0-1 0,0 1 1,0-1-1,0 0 0,0 1 1,1-1-1,-1 0 0,1 0 0,0 0 1,-1 0-1,1 0 0,0-1 0,0 1 1,0 0-1,0 0 0,1-1 0,-1 1 1,1 0-1,-1-1 0,1 1 0,0-1 1,0 1-1,0-1 0,0 1 1,0 0-1,1-1 0,-1 1 0,1-1 1,-1 1-1,1 0 0,0-1 0,0 1 1,0 0-1,2-2 0,1-3-45,0 0 1,1 1-1,0 0 0,0 0 1,0 0-1,1 1 0,0 0 1,0 0-1,0 0 0,1 1 1,9-6-1,-9 7-3,-1 0-1,1 0 1,-1 1 0,1 0-1,0 0 1,10-1 0,-16 3 21,1 0 1,-1 0 0,1 0 0,-1 0 0,1 0-1,-1 0 1,1 1 0,0-1 0,-1 0 0,1 1-1,-1 0 1,0-1 0,1 1 0,-1 0 0,1 0-1,-1-1 1,0 1 0,0 0 0,0 0 0,1 0-1,-1 1 1,0-1 0,0 0 0,0 0 0,-1 1-1,1-1 1,0 0 0,0 1 0,-1-1 0,1 1-1,-1-1 1,1 1 0,0 2 0,0 4 81,0 1 1,0-1-1,-1 1 1,0-1-1,0 1 0,-1-1 1,0 1-1,-1-1 1,0 0-1,0 1 1,-6 13-1,7-20-69,0 1 0,0 0 0,0-1 0,0 1 0,-1-1 0,1 1 0,-1-1-1,1 0 1,-1 0 0,0 1 0,0-1 0,0-1 0,0 1 0,0 0 0,-1 0 0,1-1-1,-1 1 1,1-1 0,-1 0 0,1 0 0,-1 0 0,0 0 0,1 0 0,-1 0 0,0-1-1,0 1 1,0-1 0,1 0 0,-1 0 0,0 0 0,0 0 0,0-1 0,1 1 0,-1-1-1,0 1 1,0-1 0,1 0 0,-4-2 0,3 1-10,0 0 0,1 0 0,-1 0 0,1-1 0,-1 1 0,1-1 0,0 1 0,0-1 0,0 0 0,0 0 0,1 0 0,-1 0 0,1 0 0,0-1 0,-1 1 0,2 0 0,-2-6 0,1 6 0,0 0 0,0 0 0,1 0 0,-1 0 0,1-1 0,0 1 0,0 0 0,0 0 0,1 0 0,-1 0 0,1-1 0,-1 1 0,1 0 0,0 0 0,0 0 0,1 0 0,-1 1 0,0-1 0,4-4 0,-4 7 53,0-1 1,0 1-1,1 0 1,-1 0-1,0 0 1,1-1-1,-1 1 1,0 0-1,1 1 1,-1-1-1,0 0 1,1 0-1,-1 1 1,0-1-1,0 0 1,1 1-1,-1-1 1,0 1-1,2 1 1,15 9-3175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10 108 5026,'-2'-9'963,"-1"-1"0,2 0 0,-1 1 0,1-1 0,1-17-1,7-6 6411,0 48 34,23 19-6180,-16-20-230,22 32-326,-2 2 0,-2 2 0,35 72-1,16 28-186,57 115 177,-25 11-334,-93-224-320,14 26 161,80 130 0,-106-192-120,97 179 271,-18-32-264,33 62-66,24 41-130,-92-185 156,-32-51-11,-2 2 0,33 67 0,0 58-19,-52-152 11,4 9 8,5 21 86,11 56 0,-18-74-90,1-1 0,0 0 0,2-1 0,0 1 0,10 19 0,-13-29 0,-1 0 0,0 0 0,-1 0 0,3 13 0,-4-13 0,2 0 0,-1 1 0,1-1 0,4 12 0,-2-11 123,-14-23-12905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5795,'10'-19'12701,"-8"30"-9838,-7 5 1819,4-12-2572,7 8-1531,15 16 41,8 11 491,41 43 0,-59-71-991,1 1 0,1-2-1,0 0 1,0 0 0,1-2-1,0 1 1,24 9 0,-33-16-201,0-1 0,-1 1 0,1 0 0,-1 1 0,0-1 1,1 1-1,-1-1 0,0 1 0,3 4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3:4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7267,'5'1'10815,"-5"-1"-10615,-2 12 5780,-10 19-2212,9-23-2779,-16 37 770,-45 76 0,9-18-1529,11-4-230,57-119-13355,-3 6 2747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281 111 6963,'-11'10'8151,"-7"-2"-3295,-23 3-802,25-7-2597,8-1-667,-47 11 3024,52-14-3646,0 1-1,0-1 1,1 0-1,-1 0 1,0 0 0,0 0-1,0 0 1,0 0 0,0-1-1,0 0 1,1 1-1,-1-1 1,0 0 0,0-1-1,-4-1 1,6 1-168,0 1 0,-1-1 0,1 0 0,0 0 0,0 1 0,0-1 0,0 0 0,0 0 0,0 0 0,1 0 0,-1 0 0,1 0 0,-1 0 0,1 0 0,0-1 0,0 1 0,0 0 0,0 0 0,0 0 0,0 0 0,1 0 0,-1 0 0,1 0 0,-1 0 0,1 0 0,1-3 0,1-2 0,-1 1 0,1-1 0,1 1 0,-1 0 0,1 0 0,9-10 0,-9 11 0,1 1 0,0 0 0,0 0 0,1 1 0,-1 0 0,1 0 0,-1 0 0,1 0 0,0 1 0,0 0 0,0 0 0,1 1 0,-1-1 0,0 2 0,1-1 0,6 0 0,-9 1 0,0 0 0,0 1 0,0-1 0,0 0 0,0 1 0,0 0 0,0 0 0,0 0 0,-1 1 0,1-1 0,0 1 0,-1 0 0,1 0 0,-1 0 0,1 1 0,-1-1 0,0 1 0,0 0 0,0 0 0,-1 0 0,1 0 0,-1 0 0,1 0 0,-1 1 0,3 7 0,-4-10 0,0 1 0,-1 0 0,1 0 0,-1-1 0,0 1 0,1 0 0,-1 0 0,0 0 0,0 0 0,0-1 0,0 1 0,-1 0 0,1 0 0,0 0 0,-1-1 0,0 1 0,1 0 0,-1 0 0,0-1 0,-1 3 0,0-1 0,-1 1 0,0 0 0,0-1 0,0 0 0,0 0 0,-1 0 0,1 0 0,-5 2 0,-6 4 0,0-2 0,0 0 0,-24 8 0,-27 4 0,59-17 0,-1-1 0,1 0 0,0-1 0,-1 1 0,1-1 0,0 0 0,-1-1 0,-9-2 0,15 3 0,0 0 0,0 0 0,0-1 0,-1 1 0,1 0 0,0-1 0,0 0 0,0 1 0,0-1 0,0 1 0,0-1 0,0 0 0,0 0 0,0 0 0,0 0 0,0 1 0,1-1 0,-1 0 0,0 0 0,1 0 0,-1-1 0,1 1 0,-1 0 0,1 0 0,-1 0 0,0-2 0,1 0 0,0 1 0,1-1 0,-1 1 0,0-1 0,1 1 0,-1-1 0,1 1 0,0 0 0,0-1 0,0 1 0,0 0 0,2-3 0,3-4 0,0 0 0,0 1 0,1 0 0,0 0 0,12-9 0,-10 10 0,1 0 0,0 1 0,0 0 0,1 0 0,0 1 0,0 1 0,0 0 0,20-5 0,-28 8 0,0 1 0,0-1 0,1 0 0,-1 1 0,0 0 0,0 0 0,0 0 0,1 0 0,-1 1 0,0-1 0,0 1 0,0 0 0,1 0 0,-1 0 0,0 0 0,0 0 0,-1 1 0,1-1 0,0 1 0,0 0 0,-1 0 0,1 0 0,-1 0 0,1 0 0,-1 0 0,0 1 0,0-1 0,0 1 0,0 0 0,-1 0 0,1-1 0,-1 1 0,0 0 0,1 0 0,-1 0 0,0 4 0,1-1 0,0 0 0,-1 0 0,0 0 0,0 0 0,-1 0 0,0 1 0,0-1 0,0 0 0,-1 0 0,0 0 0,0 0 0,0 0 0,-1 0 0,0 0 0,0 0 0,-1-1 0,1 1 0,-1-1 0,0 0 0,-1 1 0,1-2 0,-1 1 0,0 0 0,0-1 0,-1 1 0,1-1 0,-1 0 0,0-1 0,0 1 0,0-1 0,-1 0 0,1 0 0,-1-1 0,0 1 0,1-1 0,-1-1 0,0 1 0,0-1 0,0 0 0,0 0 0,-1-1 0,1 0 0,0 0 0,0 0 0,-9-2 0,4 0 0,0-1 0,0 0 0,1 0 0,-1-1 0,-16-9 0,23 11 0,0 0 0,0-1 0,0 1 0,1-1 0,-1 1 0,1-1 0,0 0 0,-1 0 0,2-1 0,-1 1 0,0-1 0,1 0 0,-1 1 0,1-1 0,0 0 0,0 0 0,-1-5 0,3 7 0,-1 1 0,1-1 0,0 0 0,0 1 0,0-1 0,0 0 0,0 1 0,1-1 0,-1 1 0,0-1 0,1 0 0,-1 1 0,1-1 0,0 1 0,-1-1 0,1 1 0,0 0 0,0-1 0,0 1 0,0 0 0,0 0 0,0-1 0,0 1 0,0 0 0,1 0 0,-1 0 0,0 0 0,1 0 0,-1 1 0,1-1 0,-1 0 0,1 1 0,-1-1 0,1 1 0,-1-1 0,1 1 0,0 0 0,1 0 0,7-2 0,0 1 0,-1 0 0,1 1 0,0 0 0,10 1 0,-8 0 0,-1 0 0,1 1 0,0 0 0,-1 1 0,1 0 0,-1 1 0,0 0 0,0 1 0,0 0 0,18 13 0,-15 0-1062,-14-4-3617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2054 29 2401,'0'0'152,"0"0"-1,1 0 1,-1 1-1,1-1 1,-1 0-1,0 0 1,1 0-1,-1 0 1,0 0-1,1 0 1,-1 0 0,1 0-1,-1 0 1,1 0-1,-1 0 1,0 0-1,1 0 1,-1 0-1,0-1 1,1 1-1,-1 0 1,1 0-1,-1 0 1,0 0 0,1-1-1,-1 1 1,0 0-1,1-1 1,-1 1-1,0 0 1,0 0-1,1-1 1,-1 1-1,0 0 1,0-1-1,0 1 1,1 0 0,-1-1-1,0 1 1,0-1-1,0 1 1,0 0-1,0-1 1,0 1-1,0-1 1,0 1-1,0 0 1,0-1-1,0 1 1,0-1 0,0 1-1,0 0 1,0-1-1,0 1 1,0-1-1,0 1 1,-1 0-1,1-1 1,0 1-1,0 0 1,0-1-1,-1 1 1,1 0 0,0-1-1,-1 1 1,-3-14 1217,2 20-1215,0-1 0,1 1 0,-2 0 1,1-1-1,-1 0 0,1 0 0,-1 0 0,-8 9 1,-41 54 586,-43 37-244,-73 81 388,-53 122 109,184-251-703,-19 19 765,-129 134-1,121-143-735,34-30-253,1 1 1,2 1-1,-31 60 0,2-4 59,40-73-13,-1 0 0,0-2 0,-2 0 0,-36 30 0,-23 23 490,-40 49 290,-133 155 711,-34 99 2070,240-326-3409,31-36-203,-24 33 1,46-61-349,15-23-2480,-5 16-6452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4514,'21'-10'2450,"-17"8"-953,1-1 1,0 1 0,0 0 0,0 0 0,0 0 0,0 1-1,1 0 1,5-1 0,-10 3-1301,0-1-1,-1 1 1,1-1 0,0 1-1,0 0 1,-1-1 0,1 1-1,0 0 1,-1 0-1,1-1 1,-1 1 0,1 0-1,-1 0 1,1 0 0,-1 0-1,0 0 1,1 0 0,-1 0-1,0-1 1,0 1 0,0 0-1,0 1 1,4 24 568,-3 3-362,-2-1 1,-2 1 0,0-1-1,-2 0 1,-1 0 0,-11 35-1,8-34-237,1 0-1,1 1 0,2 0 1,1 0-1,1 39 1,3-67-98,0 0 0,0 1 1,1-1-1,0 1 1,-1-1-1,1 1 1,0-1-1,0 0 0,0 0 1,0 1-1,1-1 1,-1 0-1,0 0 1,1 0-1,0 0 1,-1-1-1,1 1 0,0 0 1,0-1-1,0 1 1,0-1-1,0 0 1,0 1-1,1-1 0,-1 0 1,0 0-1,1-1 1,-1 1-1,5 0 1,7 2 185,0-1 0,1-1 0,-1 0 0,17-1 1,-5-1-362,37 3-383,0-3 1,-1-3-1,92-18 1,-153 22-352,4-2-816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92 230 2225,'-14'-17'3477,"21"2"236,3 1-2907,36-70 2240,6-9 487,-52 93-3471,0 0 0,0-1 0,0 1 0,0 0 1,1-1-1,-1 1 0,0 0 0,0 0 0,0-1 0,0 1 1,0 0-1,0 0 0,1-1 0,-1 1 0,0 0 0,0 0 1,0 0-1,0-1 0,1 1 0,-1 0 0,0 0 0,0 0 1,1 0-1,-1-1 0,0 1 0,0 0 0,1 0 0,-1 0 1,0 0-1,0 0 0,1 0 0,-1 0 0,0 0 0,1 0 1,-1 0-1,0 0 0,0 0 0,1 0 0,-1 0 0,0 0 1,1 0-1,0 15 1798,-10 39 231,7-38-1642,-75 594 5338,27-126-4164,-4 41-290,44 96-1130,11-392-193,-1-112-10,2-106-250,2-12-806,5-17-1200,0-9-1630,7-38 0,-13 50 2588,15-69-6543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338 174 4562,'7'7'10509,"-3"-5"-10044,0 0 1,0 0-1,0-1 1,0 1-1,1-1 0,-1 0 1,0 0-1,1 0 1,-1-1-1,0 1 0,1-1 1,5 0-1,61-8 738,-47 5-639,918-52 1108,-858 52-1429,293-10 642,824-3 2715,-1050 15-2970,203-28-1,28-6 246,-118 12-402,-147 14 386,-156 44-846,25-22-13,2 0 0,0 1 0,1 1 0,0 0 0,1 0 0,1 1 0,0 1 0,-9 26 0,1 7 0,-16 88 0,29-121 0,-39 181 0,-78 452 0,43 500 0,63-939 0,-1 110 0,21-273 0,2-2 0,2 1 0,2-1 0,29 75 0,8 37 0,-39-134 0,-7-20 0,0 1 0,-1 0 0,1 0 0,-1-1 0,0 1 0,1 8 0,-4-13 0,0 1 0,0-1 0,0 1 0,0-1 0,0 0 0,0 0 0,0 0 0,-1 0 0,1 0 0,0-1 0,0 1 0,0 0 0,-3-2 0,0 1 0,-90-17 0,-156-52 0,-10-3 0,-400-22 0,-10 57 0,1 0 0,235-9 0,118 11 0,72 22 0,218 15 0,0 1 0,0 1 0,0 2 0,0 0 0,0 2 0,-48 19 0,42-11 0,22-9 0,-2-1 0,1 0 0,-1 0 0,1-1 0,-25 4 0,16-8 146,20 0-163,1 0 0,-1 0 0,1 0 0,0 0 0,-1 0 0,1 0 0,0 0 0,-1-1 0,1 1 0,-1 0 0,1 0 0,0 0-1,-1-1 1,1 1 0,0 0 0,-1-1 0,1 1 0,0 0 0,0-1 0,-1 1 0,1 0 0,0-1 0,0 1 0,0 0 0,-1-1 0,2-2-440,-1 1 1,0 0-1,1 0 1,-1-1-1,1 1 1,0 0-1,0 0 1,0 0-1,0 0 1,0-1-1,0 2 1,1-1-1,2-3 1,12-19-5902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232 152 8292,'-151'-62'389,"120"53"548,0 9 3907,13-2 6333,27-1-8712,214-31-954,433-8 0,224 74-2551,-440 2 1029,128 8 135,1-32-37,229-37 665,-729 23 753,-69 4-1501,0 0 0,0 0 0,1 0 0,-1 0 1,0 0-1,0 0 0,0 0 0,0 0 0,1 0 0,-1 0 0,0 0 0,0 0 1,0 0-1,1 0 0,-1 0 0,0 0 0,0 0 0,0 0 0,0 0 1,1 0-1,-1 0 0,0 0 0,0 0 0,0 0 0,0-1 0,0 1 0,1 0 1,-1 0-1,0 0 0,0 0 0,0 0 0,0 0 0,0-1 0,0 1 1,0 0-1,1 0 0,-1 0 0,0 0 0,0-1 0,0 1 0,0 0 0,0 0 1,0 0-1,0 0 0,0-1 0,0 1 0,0 0 0,0 0 0,0 0 1,0-1-1,-11-5 29,-14-1-53,12 5 148,2-1-2417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46 6483,'27'-34'6828,"-19"22"-619,-17 22 1577,-22 22-6346,-1-2 0,-70 52 0,58-49-1226,-47 45 1,90-76-213,-1-1 1,0 1-1,0 0 0,1 0 1,-1 0-1,1 0 1,0 0-1,-1 0 1,1 0-1,0 0 1,0 0-1,0 1 1,1-1-1,-1 0 0,1 1 1,-1 2-1,1-3 6,0-1-1,1 1 0,-1-1 1,1 1-1,0-1 0,-1 1 1,1-1-1,0 1 0,0-1 1,0 0-1,0 0 0,0 1 1,0-1-1,0 0 0,1 0 1,-1 0-1,0 0 0,1 0 0,-1-1 1,0 1-1,1 0 0,-1-1 1,1 1-1,-1-1 0,3 1 1,33 10 90,0-2 0,0-2 1,1-1-1,57 1 0,-25-2-109,-2 0-85,-11-1-643,99 20 0,-150-24-874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26 15543,'8'-10'3378,"-3"1"-1009,-8 3 1024,-3 10-735,-2 15-578,-5 12-1215,-3 11-657,-5 15-208,0 5-32,4 5-1345,2 0-1760,5 2-2642,-1-2-5074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2305,'4'-14'1710,"1"0"-1,0-1 1,1 1-1,1 1 1,0-1-1,1 1 1,12-16 0,19-15 9000,-26 49-6065,-5-3-3215,-5 8-1430,-1-1 0,0 1 0,0 0 0,-1-1 0,0 1 0,0 0 0,-1 0 0,-3 17 0,2-1 0,-43 565 0,34-481 0,8-99 0,-30 483 0,33-469 0,0 1 0,2-1 0,8 38 0,-9-79 561,-3 4-2932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4:5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53 232 2209,'3'-38'9936,"0"7"-6274,-2 26-3111,-1 0 0,1 1 0,0-1 0,1 0-1,-1 0 1,3-4 0,-4 8-358,1-1 1,-1 1-1,1-1 0,-1 1 1,1-1-1,0 1 0,0 0 1,0-1-1,0 1 0,0 0 1,0 0-1,0 0 0,0 0 1,0 0-1,0 0 0,1 0 1,-1 0-1,0 0 0,1 1 1,-1-1-1,1 0 0,1 0 1,-1 2-64,-1 1 0,0-1 0,0 0 1,1 1-1,-1-1 0,0 1 0,0 0 1,-1-1-1,1 1 0,0 0 0,0-1 0,-1 1 1,1 0-1,-1 0 0,1 2 0,0 0-7,4 10 203,-3-9-249,0-1 1,0 1-1,0 0 0,-1-1 1,1 1-1,-1 0 0,-1 0 1,1 0-1,-1 0 0,1 0 1,-2 0-1,0 7 0,1-12-55,-1 0 0,1 1 0,-1-1 1,1 0-1,-1 0 0,1 0 0,-1 0 0,1 0 0,-1 0 0,1 1 0,-1-1 0,1 0 0,-1 0 0,0-1 0,1 1 0,-1 0 0,1 0 0,-1 0 0,1 0 0,-1 0 0,1-1 0,-1 1 0,1 0 0,-1 0 1,1-1-1,-1 1 0,1 0 0,0-1 0,-2 0 0,-15-11 194,4-1 4,1 0 1,0-1-1,1-1 0,0 0 1,2 0-1,-14-26 0,23 40-220,0 0 0,-1 1 0,1-1-1,-1 0 1,1 0 0,0 0 0,0 0 0,-1 0 0,1 1 0,0-1-1,0 0 1,0 0 0,0 0 0,0 0 0,0 0 0,0 0-1,0 0 1,1 0 0,-1 0 0,0 1 0,1-1 0,-1 0-1,0 0 1,1 0 0,-1 0 0,1 1 0,-1-1 0,2-1 0,0 0-2,0 1 1,0-1-1,0 1 1,0-1-1,1 1 1,-1 0-1,0 0 1,1 0-1,-1 0 1,4 0-1,3-1-9,-1 1 1,1 0-1,-1 0 0,1 1 0,13 1 1,-19-1 7,1 1 0,0 0 0,-1 0-1,1 0 1,0 1 0,-1-1 0,1 1 0,-1 0 0,0 0 0,0 0 0,0 0 0,4 4 0,-6-5 14,-1-1 1,1 1-1,0 0 0,0 0 1,-1 1-1,1-1 0,-1 0 1,1 0-1,-1 0 1,0 0-1,1 0 0,-1 0 1,0 1-1,0-1 1,0 0-1,0 0 0,0 1 1,0-1-1,0 0 0,0 0 1,0 0-1,0 0 1,-1 1-1,1-1 0,-1 0 1,1 0-1,-1 0 1,1 0-1,-1 0 0,1 0 1,-1 0-1,0 0 0,0 0 1,1 0-1,-1 0 1,0 0-1,0-1 0,0 1 1,0 0-1,-2 0 1,-5 6 181,0 0 0,0-1 0,-1-1 0,0 1 0,0-1 1,-1-1-1,1 0 0,-1 0 0,-11 2 0,21-6-183,0 0 0,-1 1 0,1-1 0,0 0 0,0 0 0,-1 0 0,1 0 0,0-1 0,0 1 1,-1 0-1,1 0 0,0 0 0,-1 0 0,1 0 0,0 0 0,0 0 0,-1 0 0,1-1 0,0 1 0,0 0 0,0 0 0,-1 0 0,1 0 0,0-1 0,0 1 0,0 0 0,-1 0 0,1-1 0,0 1 0,0 0 0,0 0 0,0-1 0,0 1 0,0 0 0,0 0 0,-1-1 1,1 1-1,0 0 0,0-1 0,3-16 52,11-16-99,-9 26 37,-1 1 0,1 0 0,1 0 0,-1 0 0,11-8 0,-13 11 0,1 1 0,-1-1-1,0 1 1,1 0-1,0 0 1,0 0-1,-1 1 1,1 0-1,0-1 1,0 1 0,0 0-1,8 0 1,-10 1-3,0 1 1,-1-1-1,1 1 1,0 0 0,0 0-1,-1-1 1,1 1-1,-1 0 1,1 0 0,0 1-1,-1-1 1,0 0-1,1 0 1,-1 1 0,0-1-1,0 1 1,0-1-1,0 1 1,0 0 0,0-1-1,0 1 1,0 0-1,-1-1 1,1 1 0,0 0-1,-1 0 1,1 3-1,0-1 10,0 1 0,0-1-1,-1 1 1,1 0-1,-1-1 1,0 1 0,0-1-1,-1 1 1,1 0-1,-2 5 1,1-8-7,0-1 0,0 1 0,0 0 0,-1-1 0,1 1 0,0-1 0,-1 1 0,1-1 0,-1 0 0,1 0 0,-1 1 0,0-1 0,1 0 0,-1 0 0,0-1 0,0 1 0,0 0 0,0-1 0,0 1 0,0-1 0,1 1 0,-1-1 0,0 0 0,0 0 0,0 0 0,0 0 0,0 0 0,0 0 0,-3-1 0,2 0 0,0 1 0,1-1 0,-1 1 0,0-1 0,1 0 0,-1 0 0,1 0 0,-1 0 0,1-1 0,0 1 0,-1-1 0,1 1 0,0-1 0,0 0 0,0 0 0,0 0 0,0 0 0,1 0 0,-1 0 0,0 0 0,0-3 0,1 2 2,0 0 0,0 0 0,1 1 0,0-1 0,-1 0 0,1 0 0,0 0 0,1 0 0,-1 1 0,0-1 0,1 0 0,-1 0 0,1 0 0,0 1 0,0-1 0,0 0 0,0 1 0,2-3 1,0 0-12,0 1 0,0 0 0,0 0 0,1 0 1,-1 1-1,1-1 0,0 1 0,0 0 1,0 0-1,5-3 0,-6 4-3,0 0 1,1 1-1,-1-1 0,1 1 1,-1 0-1,1 0 1,-1 0-1,1 0 0,0 1 1,-1 0-1,1-1 0,0 1 1,5 1-1,-6 0 5,-1-1 0,0 1 0,1 0 0,-1 0 0,0 0 0,0 0 0,0 0 0,0 0 0,0 1 0,0-1 0,0 1 0,0-1 0,0 1 0,-1 0 0,1 0 0,-1-1 0,1 1 0,-1 0 0,0 1 0,0-1 0,0 0 0,1 3 1,0-1 23,-1 1 1,0-1-1,0 0 1,0 1-1,-1-1 1,1 1 0,-1-1-1,0 1 1,-1-1-1,1 0 1,-1 1-1,-1 4 1,2-8-14,0 1 1,-1-1-1,1 1 0,-1-1 0,0 1 1,0-1-1,1 1 0,-1-1 0,0 1 1,0-1-1,0 0 0,0 1 0,-1-1 1,1 0-1,0 0 0,0 0 0,-1 0 1,1 0-1,-1 0 0,1-1 0,-1 1 1,1 0-1,-1-1 0,1 1 0,-1-1 1,1 1-1,-1-1 0,0 0 0,1 0 1,-1 0-1,0 0 0,1 0 0,-1 0 1,0 0-1,-2-1 0,1 0-4,1 1 0,-1-1 0,1 0 0,-1 0 0,1-1 0,-1 1 0,1 0 0,-1-1 0,1 0 0,0 1 0,0-1 0,0 0 0,0 0 0,0 0 0,1 0 0,-1-1 0,0 1 0,1 0 0,0-1 0,-1 1 0,0-4 0,1 4 0,1 0 0,-1 1 0,1-1 0,-1 0 0,1 0 0,0 0 0,0 0 0,0 0 0,0 0 0,0 0 0,0 0 0,0 0 0,1 0 0,-1 0 0,1 0 0,-1 0 0,1 0 0,0 0 0,0 0 0,0 1 0,0-1 0,0 0 0,0 1 0,0-1 0,0 1 0,1-1 0,-1 1 0,1-1 0,-1 1 0,3-1 0,-1 0 0,0 0 0,0 0 0,0 1 0,0-1 0,0 1 0,0 0 0,1 0 0,-1 0 0,0 1 0,1-1 0,-1 1 0,1 0 0,-1 0 0,0 0 0,1 0 0,-1 0 0,1 1 0,4 1 0,-6-1 0,0 0 0,0 0 0,0 0 0,0 0 0,0 0 0,-1 0 0,1 1 0,0-1 0,-1 0 0,1 1 0,-1 0 0,1-1 0,-1 1 0,0 0 0,0 0 0,0 0 0,0 0 0,0 0 0,0 0 0,0 0 0,-1 0 0,1 0 0,-1 0 0,1 0 0,-1 0 0,0 1 0,0-1 0,0 0 0,0 0 0,-1 4 0,1-4 0,-1 0 0,0 0 0,1 1 0,-1-1 0,0 0 0,0 0 0,0 0 0,-1 0 0,1 0 0,0 0 0,-1-1 0,1 1 0,-1 0 0,0-1 0,0 1 0,1-1 0,-1 1 0,0-1 0,0 0 0,0 0 0,0 0 0,-1 0 0,1 0 0,-5 1 0,5-1 0,-1 0 0,0 0 0,-1-1 0,1 1 0,0-1 0,0 0 0,0 0 0,0 0 0,0 0 0,0 0 0,0-1 0,0 1 0,0-1 0,0 0 0,0 0 0,0 0 0,0 0 0,-4-3 0,6 3 0,0-1 0,-1 1 0,1-1 0,0 1 0,0-1 0,0 0 0,0 0 0,0 0 0,0 0 0,0 0 0,1 0 0,-1 0 0,1 0 0,0 0 0,-1 0 0,1 0 0,0 0 0,0 0 0,0 0 0,0 0 0,1 0 0,-1 0 0,0 0 0,1 0 0,0 0 0,-1 0 0,1 0 0,0 0 0,0 0 0,2-2 0,-1 0 0,0 0 0,0 0 0,0 1 0,1-1 0,-1 1 0,1-1 0,0 1 0,0 0 0,0 0 0,1 1 0,-1-1 0,1 1 0,5-4 0,-8 6 0,0-1 0,0 1 0,0 0 0,-1 0 0,1 0 0,0 0 0,0 0 0,0 0 0,-1 0 0,1 1 0,0-1 0,0 0 0,-1 0 0,1 1 0,0-1 0,0 0 0,-1 1 0,1-1 0,0 1 0,-1-1 0,1 1 0,0-1 0,-1 1 0,1-1 0,-1 1 0,1 0 0,-1-1 0,1 1 0,-1 0 0,0-1 0,1 1 0,-1 0 0,0-1 0,1 1 0,-1 0 0,0 0 0,0 0 0,0-1 0,0 1 0,0 0 0,0 0 0,0 0 0,0 0 0,1 46 0,-1-37 0,-13-21 0,13 7-917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0 3746,'9'0'13709,"-17"14"-8373,0 0-5319,-12 20 792,-1-2 0,-1-1 0,-2 0 0,-40 38 0,0 2-39,17-16-406,-276 340 2159,275-325-2127,-69 134 0,-58 81 418,85-148-486,-47 93-5,122-213-320,27-29-41,2 2-1478,14-11-5073,-4-5-6745,-15 14 5531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48 3618,'7'-32'5717,"-6"16"56,-2 50 357,-8 54 0,-17 27-2293,-54 108-5724,41-122 3533,36-96-1613,2-1 1,-1 1 0,1 0 0,-1-1 0,1 1 0,0 0 0,1 0 0,-1 0 0,1 0 0,0 0 0,1 0 0,0 5 0,0-7 15,0-1 0,0 0-1,1 0 1,-1 1 0,1-1 0,-1 0 0,1 0 0,0-1 0,-1 1 0,1 0 0,0 0 0,0-1 0,0 1-1,1-1 1,-1 0 0,0 0 0,1 0 0,-1 0 0,0 0 0,1 0 0,-1-1 0,1 1 0,-1-1-1,1 1 1,3-1 0,29 2-34,1-1-1,0-2 0,-1-1 1,1-2-1,38-9 0,12 0-9,-49 8-116,29-4-98,-24 10-3289,-27 2-1781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372 124 4802,'1'-10'582,"-1"-2"157,1 1 0,1-1 0,0 1 1,4-12-1,-4 18-63,0 1-1,0 0 1,0 0 0,0 0 0,1 0-1,-1 0 1,1 1 0,4-5 0,-7 8-599,0-1 0,0 1 1,1 0-1,-1 0 0,0 0 1,0-1-1,0 1 1,0 0-1,0 0 0,1-1 1,-1 1-1,0 0 0,0 0 1,0 0-1,0 0 0,1-1 1,-1 1-1,0 0 1,0 0-1,1 0 0,-1 0 1,0 0-1,0 0 0,1 0 1,-1 0-1,0 0 0,0 0 1,1 0-1,-1 0 1,0 0-1,0 0 0,1 0 1,-1 0-1,0 0 0,0 0 1,1 0-1,-1 0 0,0 0 1,0 0-1,1 0 1,-1 0-1,0 0 0,0 1 1,1-1-1,-1 0 0,0 0 1,0 0-1,0 0 0,0 1 1,1-1-1,-1 0 0,0 0 1,0 0-1,0 1 1,0-1-1,0 0 0,1 0 1,-1 1-1,0-1 0,0 0 1,0 0-1,0 1 0,0-1 1,0 1-1,0 21 3048,-15 101 1572,-22 61-2808,14-76-1125,-137 794 1063,146-812-1790,-4 0 0,-4-1-1,-59 154 1,45-147-1197,32-84-345,1 1 0,-3 26 0,6-38 1404,0-1 0,0 0-1,0 0 1,-1 0-1,1 1 1,0-1-1,0 0 1,0 0 0,0 1-1,0-1 1,0 0-1,0 0 1,0 0 0,0 1-1,0-1 1,0 0-1,0 1 1,0-1-1,0 0 1,0 0 0,0 1-1,0-1 1,0 0-1,0 0 1,0 1 0,0-1-1,0 0 1,0 0-1,0 0 1,1 1-1,-1-1 1,0 0 0,0 0-1,0 0 1,0 1-1,1-1 1,-1 0 0,0 0-1,0 0 1,0 0-1,1 1 1,-1-1-1,0 0 1,0 0 0,1 0-1,-1 0 1,0 0-1,0 0 1,0 0 0,1 0-1,-1 0 1,0 0-1,0 0 1,1 0-1,-1 0 1,1 0 0,10-13-5265,1-14-1488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2945,'1'1'284,"0"-1"0,-1 1 0,1 0 0,0 0-1,0-1 1,-1 1 0,1 0 0,-1 0 0,1 0-1,-1 0 1,1 0 0,-1 0 0,1 0 0,-1 0 0,0 0-1,0 0 1,1 0 0,-1 0 0,0 0 0,0 0-1,0 0 1,0 0 0,0 0 0,-1 1 0,1-1 0,0 0-1,0 0 1,-1 0 0,0 2 0,1-2-23,-1 0 0,1 0-1,-1 1 1,1-1 0,0 0 0,0 1 0,0-1 0,0 0 0,0 1 0,0-1 0,0 0 0,0 1-1,0-1 1,0 0 0,1 1 0,-1-1 0,1 0 0,-1 0 0,1 1 0,-1-1 0,1 0-1,0 0 1,0 0 0,-1 0 0,3 2 0,3 0 249,-1 1-1,1-2 1,0 1 0,1-1 0,-1 0-1,0 0 1,1 0 0,8 0-1,58 3 1057,-57-4-1228,341-13 1888,-226 4-1995,1674 25-1704,-1599-1 1735,423 11-846,-558-29 1421,-1-4 0,0-3 1,0-3-1,-1-2 0,0-4 1,116-47-1,-172 58-63,-14 7-204,-23 11-404,11 1-166,0-1 0,1 2 0,0 0 0,1 0 0,0 1 0,1 0 0,1 1 0,1 0 0,-10 21 0,-8 25 0,-18 71 0,35-105 0,-316 1233 0,273-1019 0,-27 114 0,-24-9 0,68-257 0,-67 126 0,102-214 0,0 0 0,0 0 0,-1 0 0,1 0 0,-1 0 0,1 0 0,-1 0 0,1 0 0,-1-1 0,1 1 0,-1 0 0,0 0 0,1 0 0,-1-1 0,0 1 0,0 0 0,1-1 0,-1 1 0,0-1 0,0 1 0,0-1 0,0 1 0,-1-1 0,-6-18 0,0-6 0,5 19 0,0-1 0,0 1 0,-1 0 0,0 0 0,0 0 0,0 0 0,-1 0 0,0 1 0,0 0 0,0 0 0,0 1 0,0-1 0,-1 1 0,0 0 0,1 0 0,-1 1 0,0 0 0,-1 0 0,1 0 0,0 1 0,-7-1 0,-16-2 0,-1 2 0,1 1 0,-41 4 0,35-1 0,-1248 22 0,640-39 0,4-34 0,605 45 0,21 3 0,0 0 0,-1 0 0,1-2 0,0 0 0,0 0 0,0-1 0,-21-10 0,34 14-2,0 0 0,-1 0 0,1-1-1,-1 1 1,1 0 0,0 0 0,-1-1 0,1 1 0,0 0-1,-1-1 1,1 1 0,0 0 0,-1-1 0,1 1 0,0-1 0,0 1-1,0 0 1,-1-1 0,1 1 0,0-1 0,0 1 0,0-1-1,0 1 1,0-1 0,0 1 0,0-1 0,0 1 0,0 0 0,0-1-1,0 1 1,0-1 0,0 1 0,0-1 0,0 1 0,1-1 0,-1 1-1,0 0 1,0-1 0,0 1 0,1-1 0,-1 1 0,0 0-1,1-1 1,-1 1 0,0 0 0,1-1 0,-1 1 0,0 0 0,1-1-1,-1 1 1,1 0 0,-1 0 0,0 0 0,1-1 0,-1 1-1,1 0 1,0 0 0,28-13-634,-28 13 573,56-16-6247,62-10 0,-86 19 2407,47-9-7019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59 2929,'-97'-24'2736,"-32"-6"4661,114 28-5795,-1 1 1,1 0 0,0 1-1,0 1 1,-25 4-1,36-4-1232,0 1 0,-1-1 1,1 1-1,0 0 0,0 1 0,-5 3 0,7-5-291,0 0 0,1 0 0,-1 0 0,1 1 0,-1-1 0,1 0 0,-1 1 0,1-1-1,0 1 1,0 0 0,0-1 0,0 1 0,0 0 0,0-1 0,0 1 0,0 3 0,2-4-17,0 1 0,-1-1 0,1 0 1,1 0-1,-1 0 0,0 0 0,0 0 1,0 0-1,0-1 0,1 1 1,-1 0-1,0-1 0,1 1 0,-1-1 1,0 1-1,1-1 0,-1 0 0,1 1 1,-1-1-1,1 0 0,-1 0 0,2 0 1,1 1 121,48 5 670,0-2-1,97-5 1,-92-1-696,888 13-167,-3 36-2498,-931-46 2459,125 7-395,332 15-410,-6-24 983,-393-1 1046,-1-4 0,1-2 0,131-35 0,-197 42-1104,1 0-7,1 0-1,0 0 1,-1-1 0,1 0-1,-1 0 1,1 0 0,-1-1-1,0 1 1,0-1 0,0 0-1,6-7 1,-9 10-65,-1 0 0,0-1 0,0 1 0,0 0 0,0 0 0,0 0 0,1 0 0,-1 0 0,0-1 0,0 1 0,0 0 0,0 0 0,0 0 0,0 0 0,0-1 0,0 1 0,0 0 0,0 0 0,1 0 0,-1 0 0,0-1 0,0 1 0,0 0 0,0 0 0,0 0 0,0-1 0,-1 1 0,1 0 0,0 0 0,0 0 0,0-1 0,0 1 0,0 0 0,0 0 0,0 0 0,0 0 0,0-1 0,0 1 0,-1 0 0,1 0 0,0 0 0,0 0 0,0 0 0,0 0 0,0-1 0,-1 1 0,1 0 0,0 0 0,0 0 0,-14 0 0,-15 5 0,18 0-30,0-1 0,0 2 1,0 0-1,1 0 0,-15 12 0,-1-1-2344,24-15 1381,-1-1 0,0 1 1,0-1-1,0 0 0,0 0 0,0 0 1,0 0-1,-5 0 0,-12 0-6616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3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5507,'64'-50'6895,"-6"4"-2189,-12 14 7539,-48 36-9747,-3 16-1902,-61 479-268,28-190-336,-18 156 8,54-438-696,3-13-2629,-1 3-6898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0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2593,'11'7'22534,"-2"-16"-21334,-2 5-1090,1 0 1,0 0 0,0 1-1,0 0 1,0 1-1,14-3 1,1 0 16,-1 0-120,-1 1-1,1 0 0,1 2 0,-1 0 0,0 2 0,1 1 0,-1 0 1,0 2-1,29 6 0,-44-8-41,0 0 1,0 0 0,-1 1-1,1 0 1,-1 0-1,1 1 1,-1 0-1,0 0 1,0 0-1,6 5 1,-11-7 39,-1-1-1,1 1 1,-1 0-1,0 0 1,1-1-1,-1 1 1,0 0-1,1 0 1,-1 0-1,0-1 1,0 1-1,0 0 1,1 0-1,-1 0 1,0 0-1,0 0 1,0 0-1,-1-1 1,1 1-1,0 0 1,0 0-1,0 0 1,-1 0-1,1-1 1,0 1-1,-1 0 1,1 0-1,0-1 1,-1 1 0,1 0-1,-1 0 1,0-1-1,1 1 1,-1-1-1,1 1 1,-1 0-1,0-1 1,0 1-1,1-1 1,-1 0-1,-1 1 1,-36 23 421,36-23-388,-30 14 403,-56 18 1,52-21-236,-40 20 1,76-32-208,-1 1-1,2-1 0,-1 0 1,0 0-1,0 1 1,0-1-1,0 0 0,0 0 1,0 1-1,0-1 0,0 0 1,0 0-1,0 1 1,0-1-1,1 0 0,-1 0 1,0 1-1,0-1 1,0 0-1,0 0 0,1 0 1,-1 0-1,0 1 1,0-1-1,1 0 0,-1 0 1,0 0-1,0 0 0,1 0 1,-1 0-1,0 1 1,0-1-1,1 0 0,-1 0 1,0 0-1,0 0 1,1 0-1,-1 0 0,0 0 1,0 0-1,1 0 1,-1 0-1,1-1 0,15 6 47,28 6-556,50 20 0,-82-26 437,0 0 1,0 1-1,-1 0 1,1 1-1,-2 0 1,1 1-1,-1 0 1,18 19-1,-26-25 109,0 1-1,1-1 1,-2 1-1,1 0 1,0-1-1,0 1 1,-1 0 0,0 0-1,1 0 1,-1 0-1,0 1 1,-1-1-1,1 0 1,0 0-1,-1 1 1,0-1 0,0 0-1,0 1 1,0-1-1,0 0 1,-1 0-1,0 4 1,-1-4 88,1 0 1,-1 0-1,1 0 1,-1 0-1,0-1 0,0 1 1,0-1-1,-1 0 1,1 1-1,-1-1 1,1 0-1,-1 0 0,1 0 1,-1-1-1,0 1 1,0-1-1,0 0 1,0 1-1,0-1 0,0 0 1,0-1-1,-5 2 1,-22 0 148,1 0 0,0-2 0,0-1 0,-1-1 0,1-2 0,-36-9 1,-12 0-196,72 13-101,10 1-1066,8 3-8484,-2-1 1149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67 1761,'3'-1'878,"0"-1"1,-1 1-1,1-1 1,0 0-1,-1 0 1,0 0-1,1 0 1,-1-1-1,0 1 1,0 0-1,0-1 1,0 0-1,-1 1 1,1-1-1,-1 0 1,0 0-1,1 0 0,-1 0 1,-1 0-1,1 0 1,0 0-1,-1 0 1,1 0-1,-1-5 1079,-7 37 454,-9 22-1011,-28 65 0,7-22-1017,-251 681 1797,72-200-1988,122-355-192,93-218 462,6-8-2085,0-1-3901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53 7267,'7'-24'1966,"-2"-4"15926,-17 50-15761,7-7-1936,1 0 0,0 0 0,1 1 0,0 0 0,1-1 0,1 1 0,1 0 0,0 0 1,1 0-1,1-1 0,0 1 0,1-1 0,1 1 0,0-1 0,1 0 0,1 0 0,7 15 0,-2-13-195,-1 0 0,-1 1 0,-1 1 0,-1 0 0,0 0 0,-2 0 0,0 0 0,3 22 0,-4 9-758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14807,'-7'0'3842,"-9"6"-945,-5 7 640,-2 10-703,-2 6-1009,2 3-481,2 1-447,0-4-545,4-2-128,3-1-224,1-8-16,0-1-945,5-2-895,0-5-1666,-1-1-2225,-3 3-4898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92 4866,'6'-14'1469,"10"-32"3108,-15 19 1655,-1 27-6100,0 0 1,0 0-1,0-1 0,0 1 1,0 0-1,0 0 0,0 0 1,0-1-1,0 1 0,0 0 1,0 0-1,-1-2 1192,0 2-1192,1 0 1,0 0-1,0 0 0,0 0 1,0 0-1,-1 0 0,1 0 1,0-1-1,0 1 0,0 0 1,-1 0-1,1 0 1,0 0-1,0 0 0,0 0 1,-1 0-1,1 0 0,0 0 1,0 0-1,-9 8 2143,-6 12-558,-3 15-542,1 2 0,2-1 0,1 2 1,-15 68-1,-16 162-979,20 290-81,20-235-275,-28-5-1361,28-297-566,2-14-864,3-36-11655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60 233 7363,'-1'-3'247,"0"1"359,0-1-1,1 1 0,-1-1 1,0 1-1,1 0 1,0-1-1,0 1 0,-1-1 1,1 1-1,1-1 1,0-4-1,0 6-401,0 0-1,0-1 1,1 1-1,-1 0 0,1 1 1,-1-1-1,0 0 1,1 0-1,0 1 1,-1-1-1,1 0 1,-1 1-1,1 0 1,0-1-1,-1 1 1,1 0-1,0 0 1,-1 0-1,4 0 1,340-21 5958,177 17-4121,-190 4-1910,-301 0-154,774-15-3550,-9-41 1665,-467 3 5102,-300 47-2460,-15 4 250,-1-1 0,1-1 1,0 0-1,23-11 1,-48 22-646,-54 31 650,-70 56 0,115-77-1011,1 0 0,1 0 0,0 2 0,1 0 1,1 2-1,1-1 0,-19 36 0,14-15 22,2 1 0,-16 59 0,-16 93 0,33-123 0,-115 428 0,-75 341 0,174-703 0,32-139 0,0 1 0,0-1 0,0 0 0,0 1 0,0-1 0,-1 1 0,1-1 0,0 1 0,-1 0 0,1 0 0,-1-1 0,0 1 0,1 0 0,-4-1 0,-34-19 0,10 13 0,0 1 0,-1 1 0,0 2 0,0 1 0,-60 1 0,32 1 0,-741-3 0,-327-16 0,953 2 0,138 12-518,72-2-14331,-4 7 5261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159 159 4466,'-50'-18'1798,"-58"-24"6665,129 48-2959,19-4-2829,-13 0-1538,394 17 2921,0-31-4403,-230 4 538,501-10-1844,416-17-732,-1106 35 2387,253-19 2113,-200 10-439,-37 1-518,-18 8-1140,0 0-1,0 0 1,0 0-1,0 0 0,1-1 1,-1 1-1,0 0 1,0 0-1,0 0 1,0-1-1,0 1 0,0 0 1,0 0-1,0 0 1,0 0-1,0-1 1,0 1-1,0 0 0,0 0 1,0 0-1,0 0 1,-1-1-1,1 1 0,0 0 1,0 0-1,0 0 1,0 0-1,0-1 1,0 1-1,0 0 0,0 0 1,-1 0-1,1 0 1,0 0-1,0 0 1,0-1-1,0 1 0,0 0 1,-1 0-1,1 0 1,0 0-1,0 0 0,0 0 1,-1 0-1,-30-8 615,3 5-657,-1 1 1,0 2-1,0 1 1,-50 9-1,-19 10-3615,3 4-6607,55-14 966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65 100 3169,'6'-6'1098,"-1"0"-1,-1 0 0,1-1 0,-1 0 0,0 0 0,3-8 1,-6 11 180,1-1 0,0 1 0,-1-1 0,0 1 0,0-1 0,0-7 0,-4 5 2825,-3 13-826,-6 12 118,6 7-3054,1 0 1,0 0-1,2 0 0,1 0 0,2 27 0,-1-34-192,-2 89-149,-1 110 0,-39 251 0,31-414 275,8-40-1677,9-36-4375,3-23-5613,-2 20 4184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48 6003,'0'-3'825,"-1"0"265,1 0 1,0 0-1,0 1 1,0-1-1,1 0 1,-1 0 0,1 0-1,-1 0 1,1 0-1,0 0 1,0 1-1,0-1 1,3-5-1,-3 14 3447,-1 15-2879,0-15-919,-9 259 2440,5-184-3194,2-68-326,0 5-1588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1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51 165 3730,'12'-13'4956,"-5"5"-2364,1 0 1,0 0-1,0 1 0,15-11 0,-22 17-2446,1 0-1,-1 0 1,0 1 0,1-1 0,-1 0-1,1 1 1,-1-1 0,1 1 0,0-1-1,-1 1 1,1-1 0,-1 1 0,1 0-1,0 0 1,-1 0 0,1 0 0,0 0 0,-1 1-1,1-1 1,-1 0 0,1 1 0,0-1-1,-1 1 1,1-1 0,-1 1 0,1 0-1,-1 0 1,0-1 0,1 1 0,-1 0-1,0 0 1,1 1 0,-1-1 0,0 0-1,0 0 1,0 1 0,1 2 0,-1-3-97,0 1 0,0-1 0,0 1 0,-1-1-1,1 1 1,0-1 0,-1 1 0,0 0 0,1 0 0,-1-1 0,0 1 0,0 0 0,0-1 0,0 1 0,0 0 0,0 0 0,0-1 0,-1 1-1,1 0 1,-1-1 0,1 1 0,-1 0 0,0-1 0,1 1 0,-1-1 0,0 1 0,0-1 0,0 1 0,0-1 0,0 0 0,-1 0-1,1 1 1,-3 1 0,1 0-22,-1 0 0,0 0 0,0-1 0,-1 1-1,1-1 1,-1 0 0,1 0 0,-1 0-1,0 0 1,-5 0 0,7-1-14,0-1 0,-1 1 0,1-1 1,-1 0-1,1 0 0,-1 0 0,1-1 0,0 1 0,-1-1 0,1 0 0,-1 0 1,1 0-1,0 0 0,0-1 0,0 1 0,0-1 0,-4-2 0,6 2 3,-1 1-1,1-1 0,0 1 0,0-1 0,0 0 1,0 1-1,0-1 0,0 0 0,1 0 1,-1 1-1,1-1 0,-1 0 0,1 0 1,0 0-1,-1 0 0,1 0 0,0 0 1,0 1-1,1-1 0,-1 0 0,0 0 0,0 0 1,1 0-1,-1 0 0,1 1 0,0-1 1,0 0-1,-1 0 0,1 1 0,0-1 1,0 0-1,3-1 0,3-9-21,2 1 0,0 0-1,0 0 1,1 1 0,0 0 0,1 1-1,0 0 1,23-13 0,-33 21 6,-1 1 1,1 0-1,0-1 1,-1 1-1,1 0 0,0 0 1,0-1-1,-1 1 1,1 0-1,0 0 0,0 0 1,0 0-1,-1 0 0,1 0 1,0 0-1,0 0 1,-1 0-1,1 1 0,0-1 1,0 0-1,-1 0 1,1 1-1,0-1 0,0 0 1,-1 1-1,1-1 1,-1 1-1,1-1 0,0 1 1,-1-1-1,1 1 1,-1-1-1,1 1 0,-1 0 1,1-1-1,-1 1 1,0 0-1,1-1 0,-1 1 1,0 0-1,1-1 0,-1 1 1,0 0-1,0 0 1,0 0-1,0-1 0,0 1 1,0 1-1,5 44 427,-5-42-377,1 12 188,-2 1 0,0-1-1,-4 21 1,4-31-127,0 0 0,-1 0 0,0-1 0,0 1 0,0 0 0,0-1 0,-1 1 0,0-1-1,0 0 1,-1 0 0,0 0 0,-4 5 0,7-10-109,1 1-1,-1-1 1,1 1-1,-1-1 1,1 1-1,-1-1 1,0 1-1,1-1 1,-1 0-1,0 1 1,1-1-1,-1 0 1,0 1-1,0-1 1,1 0-1,-1 0 1,0 0-1,0 0 1,1 0-1,-1 0 1,0 0-1,0 0 1,1 0-1,-1 0 1,0 0-1,0 0 1,1 0-1,-1-1 1,0 1-1,1 0 1,-2-1-1,0 0 0,1-1-1,-1 1 1,1-1-1,0 0 1,-1 0 0,1 1-1,0-1 1,0 0 0,0 0-1,0 0 1,0-3-1,-2-4-1,0-1 0,1 0 0,-2-18 0,2 10 1,0-58 0,2 71 0,0 0 0,1-1 0,-1 1 0,1 0 0,0 0 0,1 0 0,-1 0 0,1 0 0,0 0 0,0 1 0,4-7 0,-6 11 0,1-1 0,-1 0 0,1 1 0,-1-1 0,1 1 0,-1-1 0,1 1 0,0-1 0,-1 1 0,1-1 0,-1 1 0,1 0 0,0-1 0,0 1 0,-1 0 0,1-1 0,0 1 0,-1 0 0,1 0 0,0 0 0,0 0 0,0 0 0,-1 0 0,1 0 0,0 0 0,1 0 0,0 1 0,-1 0 0,1-1 0,-1 1 0,1 0 0,-1 0 0,1 0 0,-1 0 0,1 0 0,-1 1 0,0-1 0,2 2 0,23 40 0,-25-42 0,2 6 0,0 0 0,0 0 0,-1 0 0,0 0 0,0 1 0,0-1 0,-1 1 0,0-1 0,-1 1 0,0 13 0,0-19 0,-1 1 0,1-1 0,-1 1 0,0-1 0,1 1 0,-1-1 0,0 0 0,0 1 0,-1-1 0,1 0 0,0 0 0,-1 0 0,1 0 0,-1 0 0,0 0 0,1 0 0,-1 0 0,0-1 0,0 1 0,0-1 0,-1 0 0,1 1 0,0-1 0,0 0 0,-1 0 0,1 0 0,-1-1 0,1 1 0,-1 0 0,1-1 0,-1 0 0,1 1 0,-1-1 0,1 0 0,-4-1 0,-5 1 0,0-1 0,0 0 0,1-1 0,-17-4 0,23 5 0,1 0 0,0 0 0,-1 0 0,1-1 0,0 1 0,0-1 0,0 0 0,0 0 0,0 0 0,0 0 0,0 0 0,1 0 0,-1-1 0,1 0 0,-1 1 0,1-1 0,-3-6 0,5 8 2,-1 1 0,1-1 0,0 0 0,0 0 0,0 0-1,0 0 1,0 0 0,0 0 0,0 0 0,0 0 0,0 0 0,0 0 0,0 0 0,0 0 0,1 0 0,-1 1-1,0-1 1,1 0 0,-1 0 0,1 0 0,-1 0 0,1 1 0,-1-1 0,1 0 0,0 0 0,-1 1-1,1-1 1,0 0 0,0 1 0,-1-1 0,1 1 0,0-1 0,0 1 0,0 0 0,0-1 0,-1 1 0,1 0-1,0-1 1,0 1 0,0 0 0,0 0 0,1 0 0,4-2-893,0 1 0,0 1 0,0-1 0,0 1 0,7 0 0,17 3-6667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2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52 8244,'4'-5'9346,"8"-7"-6431,-11 12-2714,0-1 0,0 1-1,-1-1 1,1 1-1,0-1 1,0 1-1,0 0 1,0-1-1,0 1 1,-1 0 0,1 0-1,0 0 1,0-1-1,0 1 1,0 0-1,0 0 1,0 0 0,0 1-1,0-1 1,0 0-1,0 0 1,-1 0-1,1 1 1,0-1 0,0 0-1,0 1 1,1 0-1,-1 1 18,1-1 0,-1 1-1,0-1 1,0 1 0,0 0-1,0-1 1,0 1 0,-1 0-1,1 0 1,0 0 0,-1 0-1,1 3 1,1 8 207,-1 0 0,-1 0 0,-1 14 0,1-24-321,0 1-53,0-1 0,0 1 0,-1 0 0,0-1 0,1 0 0,-1 1 0,0-1 0,-1 1 0,1-1 0,0 0 0,-1 0-1,0 0 1,0 0 0,0 0 0,0 0 0,0 0 0,-1-1 0,-2 3 0,3-3-23,0-1 1,-1 0-1,1 0 1,-1 0-1,1 0 0,-1 0 1,1 0-1,-1-1 1,0 0-1,1 1 1,-1-1-1,0 0 0,1 0 1,-1 0-1,0 0 1,1-1-1,-1 1 1,0-1-1,1 0 0,-1 0 1,1 0-1,-1 0 1,1 0-1,-4-3 1,3 3-24,1 0 1,-1 0 0,1 0 0,-1 0-1,1-1 1,0 1 0,0-1 0,0 1-1,0-1 1,0 0 0,0 0 0,0 0-1,1 0 1,-1 0 0,1-1 0,-1 1 0,1 0-1,0-1 1,0 1 0,0-1 0,0 1-1,0-1 1,1 1 0,-1-1 0,1 0-1,-1 1 1,1-1 0,0 0 0,0 0 0,1 1-1,-1-1 1,0 1 0,1-1 0,0 0-1,-1 1 1,1-1 0,0 1 0,0-1-1,1 1 1,-1 0 0,3-4 0,2-3-32,0 1 0,0 1-1,1-1 1,0 1 0,0 1 0,1-1 0,0 1 0,0 0 0,18-8 0,-21 11 10,0 0 1,0 1-1,0 0 1,1 0 0,-1 1-1,1-1 1,-1 1-1,1 0 1,-1 1-1,1-1 1,0 1-1,-1 0 1,8 2-1,-9-1 17,-1 0 1,0 0-1,0 0 0,0 1 0,-1 0 0,1-1 0,0 1 0,-1 0 0,1 0 1,-1 1-1,1-1 0,-1 0 0,0 1 0,0 0 0,0-1 0,0 1 1,-1 0-1,1 0 0,-1 0 0,0 0 0,1 0 0,-1 0 0,0 5 0,2 2 70,0-1-1,-1 1 0,-1 0 0,0 0 1,1 11-1,-2-19-67,0 0 1,0 0-1,0-1 1,0 1-1,-1 0 1,1 0-1,0 0 0,-1 0 1,1 0-1,-1-1 1,0 1-1,0 0 1,0-1-1,1 1 0,-1 0 1,-1-1-1,1 1 1,0-1-1,0 1 1,-1-1-1,1 0 0,0 0 1,-1 1-1,1-1 1,-1 0-1,0 0 1,1 0-1,-1-1 0,0 1 1,0 0-1,1-1 1,-1 1-1,0-1 1,-3 1-1,-1-1-3,0 0 0,0 0 0,0-1 0,0 0 0,0 0 0,0 0 0,0-1 0,0 0 0,0 0 0,-7-4 0,10 5 0,0-1 0,1 1 0,-1 0 0,1-1 0,-1 0 0,1 0 0,0 0 0,-1 0 0,1 0 0,0 0 0,0-1 0,0 1 0,1 0 0,-1-1 0,1 0 0,-1 1 0,1-1 0,0 0 0,0 0 0,0 0 0,0 1 0,1-1 0,-1-5 0,1 6 0,1-1 0,-1 1 0,1-1 0,0 1 0,0 0 0,0-1 0,0 1 0,1 0 0,-1 0 0,0-1 0,1 1 0,0 0 0,-1 1 0,1-1 0,0 0 0,0 0 0,0 1 0,0-1 0,0 1 0,0 0 0,1-1 0,-1 1 0,0 0 0,3 0 0,3-3 0,0 2 0,0-1 0,0 1 0,0 0 0,0 1 0,10-1 0,-14 2 0,1 0 0,-1 0 0,0 1 0,1 0 0,-1-1 0,0 2 0,0-1 0,0 0 0,0 1 0,0 0 0,0 0 0,0 0 0,0 1 0,-1-1 0,1 1 0,-1 0 0,1 0 0,-1 0 0,0 0 0,2 4 0,-4-5 0,1 0 0,-1 0 0,0 0 0,0 0 0,0 0 0,-1 0 0,1 0 0,-1 0 0,1 1 0,-1-1 0,1 0 0,-1 0 0,0 1 0,0-1 0,0 0 0,-1 0 0,1 1 0,0-1 0,-1 0 0,1 0 0,-1 0 0,0 1 0,0-1 0,0 0 0,0 0 0,0 0 0,0-1 0,-1 1 0,1 0 0,0 0 0,-1-1 0,0 1 0,1-1 0,-1 1 0,0-1 0,0 1 0,0-1 0,0 0 0,-3 1 0,0 1 0,-1 0 0,1-1 0,0 0 0,-1 0 0,0 0 0,0-1 0,-5 1 0,8-1 0,0-1 0,0 1 0,0-1 0,0 0 0,0 0 0,0-1 0,1 1 0,-1 0 0,0-1 0,0 0 0,0 0 0,1 1 0,-1-2 0,0 1 0,1 0 0,-4-3 0,6 4 5,-1 0-1,1 0 1,0 0 0,-1 0 0,1 0-1,0-1 1,0 1 0,-1 0-1,1 0 1,0-1 0,0 1 0,-1 0-1,1 0 1,0-1 0,0 1 0,0 0-1,0 0 1,-1-1 0,1 1-1,0 0 1,0-1 0,0 1 0,0 0-1,0-1 1,0 1 0,0 0 0,0-1-1,0 1 1,0 0 0,0 0-1,0-1 1,0 1 0,0 0 0,0-1-1,0 1 1,0 0 0,0-1-1,0 1 1,0 0 0,1-1 0,-1 1-1,0 0 1,0 0 0,0-1 0,1 1-1,-1 0 1,0 0 0,0-1-1,1 1 1,-1 0 0,0 0 0,1-1-272,0 1 0,0 0 0,0-1 0,0 1 0,-1 0 0,1 0 0,0-1 0,0 1 0,0 0 0,0 0 0,0 0 0,0 0 0,-1 0 0,1 1 1,0-1-1,0 0 0,0 0 0,1 1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2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3009,'-39'34'1393,"32"-29"-1375,-16 18-70,22-23 60,1 0 0,0 1 0,-1-1 0,1 0 0,0 1 0,-1-1 0,1 1 0,0-1 0,-1 0 0,1 1 0,0-1 1,0 1-1,-1-1 0,1 1 0,0-1 0,0 1 0,0-1 0,0 1 0,0-1 0,0 1 0,-1-1 0,1 1 0,0-1 0,1 1 0,-1-1 0,0 1 0,0-1 0,0 1 0,0-1 0,0 1 0,0-1 0,1 1 1,-1-1-1,0 1 0,0-1 0,1 1 0,-1-1 0,0 0 0,1 1 0,-1-1 0,0 1 0,1-1 0,-1 0 0,1 0 0,-1 1 0,15-13 5827,-14 11-5795,-1 1 0,0 0 0,1 0 0,-1-1 0,0 1 1,1 0-1,-1-1 0,0 1 0,1 0 0,-1-1 0,0 1 0,0-1 0,0 1 0,1 0 0,-1-1 0,0 1 0,0-1 0,0 1 0,0-1 0,0 1 0,0-1 1,0 1-1,0 0 0,0-1 0,0 1 0,0-1 0,0 1 0,0-1 0,0 1 0,0 0 0,0-1 0,-1 1 0,1-1 0,0 1 0,0-1 0,-1 1 0,1 0 0,0-1 1,0 1-1,-1 0 0,1-1 0,0 1 0,-1 0 0,1 0 0,0-1 0,-1 1 0,1 0 0,-1 0 0,1-1 0,0 1 0,-1 0 0,1 0 0,-1 0 0,0 0 1,-3-7 2524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6 118 5378,'11'-28'602,"-9"23"140,0-1 1,0 1-1,0 0 0,0 0 1,6-7-1,-8 11-599,0 1-1,1 0 1,-1 0-1,0-1 1,1 1-1,-1 0 1,0-1-1,0 1 1,1 0-1,-1-1 1,0 1 0,0-1-1,0 1 1,0 0-1,0-1 1,1 1-1,-1 0 1,0-1-1,0 1 1,0-1-1,0 1 1,0 0-1,0-1 1,0 1-1,0-1 1,0 1 0,0-1-1,0 1 1,-1 0-1,1-1 1,0 1-1,0 0 1,0-1-1,0 1 1,-1-1-1,1 1 1,0 0-1,0-1 1,-1 1-1,1 0 1,0 0 0,-1-1-1,1 1 1,0 0-1,-1 0 1,1-1-1,0 1 1,-1 0-1,1 0 1,0 0-1,-1 0 1,1 0-1,-1-1 1,1 1-1,-1 0 1,-25-1 2849,22 1-1325,29-8 779,-21 2-720,-4 6-1697,0 0 1,0-1-1,0 1 1,0 0-1,0 0 1,0 0-1,0-1 1,0 1-1,0 0 1,0 0-1,0 0 0,0-1 1,0 1-1,1 0 1,-1 0-1,0 0 1,0-1-1,0 1 1,0 0-1,0 0 1,1 0-1,-1 0 1,0 0-1,0-1 1,0 1-1,1 0 1,-1 0-1,0 0 1,0 0-1,0 0 1,1 0-1,-1 0 1,0 0-1,0 0 1,0 0-1,1 0 1,-1 0-1,0 0 0,0 0 1,1 0-1,-1 0 1,0 0-1,1 0-2,-1 0-51,45-10 1323,-43 9-1237,0 0 0,0 1-1,0-1 1,0 1 0,1 0 0,-1 0-1,0-1 1,0 1 0,0 1-1,0-1 1,0 0 0,1 0 0,-1 1-1,0-1 1,0 1 0,0 0-1,0 0 1,0 0 0,0 0 0,-1 0-1,1 0 1,0 0 0,3 3-1,6 5 70,0 1 0,16 18 0,3 2 324,56 36 123,-34-29-563,-2 3-1,60 62 1,-18 10-15,-61-72 0,2-1 0,51 47 0,233 220 0,-270-260 0,2-1 0,65 44 0,-89-68 0,-1 0 0,-1 2 0,27 33 0,32 32 0,-14-26 0,75 75 0,55 55 0,-60-63 0,-116-106 0,0-4 0,-1 2 0,-2 1 0,0 0 0,-1 2 0,-1 0 0,16 31 0,38 97 0,-71-152-7,0-1-1,0 1 1,0 0 0,0 0-1,0 0 1,0 0 0,1 0-1,-1 0 1,0 0 0,0 0-1,0 0 1,0 0 0,0 0-1,0 0 1,0 0 0,0 0-1,0-1 1,0 1 0,1 0-1,-1 0 1,0 0 0,0 0-1,0 0 1,0 0 0,0 0-1,0 0 1,0 0 0,0 0-1,1 0 1,-1 0 0,0 0-1,0 0 1,0 1 0,0-1-1,0 0 1,0 0 0,0 0-1,-2-23 699,-3-8-2451,-3 8-5872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18 6499,'-12'-17'13767,"18"22"-11875,-5-4-1813,16 17 1502,-1 1-1,-1 0 1,-1 1 0,-1 1 0,12 24-1,4 4-654,49 67-794,24 41-144,-102-155 12,1-1 0,0 1 0,-1-1 0,1 1 0,-1-1 0,1 1 0,-1-1 0,0 1 0,0 0 0,0-1 0,0 1 0,0 0 0,0-1 0,0 1 0,0-1 0,-1 1 0,1 0 0,-1-1 0,1 1 0,-1-1 0,0 1 0,1-1 0,-1 0 0,0 1 0,0-1 0,0 0 0,0 1 0,0-1 0,0 0 0,0 0 0,-1 0 0,1 0 0,-2 1 0,-6 5 0,-1-1 0,0 0 0,-20 7 0,11-4 0,-160 71 653,142-68-1612,-41 9 0,3-9-5259,52-12-161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269 393 4386,'-49'-160'4635,"-8"3"4131,53 148-7808,0 0-1,0 0 1,-1 1 0,0-1 0,-8-8 0,12 16-832,0-1 1,0 1-1,0 0 1,0 0-1,0 0 1,0 1-1,0-1 1,0 0-1,0 0 1,0 0-1,0 1 1,-1-1-1,1 1 1,0-1 0,0 1-1,-1-1 1,1 1-1,-1 0 1,1 0-1,0 0 1,-1-1-1,1 1 1,0 1-1,-1-1 1,1 0-1,-1 0 1,1 0-1,0 1 1,-1-1-1,1 1 1,0-1-1,0 1 1,-1-1-1,1 1 1,0 0-1,0-1 1,0 1 0,0 0-1,0 0 1,0 0-1,0 0 1,0 0-1,0 0 1,0 0-1,1 1 1,-2 1-1,-6 9 219,2 1 0,0-1-1,0 1 1,1 0 0,1 1-1,0-1 1,1 1 0,-3 26 0,4-27-270,-9 71-46,3 0 1,4 1 0,8 88 0,40 255-40,-27-308 10,50 519 0,-64-547 0,-3 1 0,-5-1 0,-4 0 0,-39 173 0,21-183-1659,20-72-2533,6-25-2541,4-18-2949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3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2065,'0'-2'894,"0"-18"513,0 1 0,1-1 0,1 1 0,8-34 0,-8 48-1204,-1 1 0,1-1 1,0 0-1,0 0 0,1 1 0,-1-1 0,1 1 1,0 0-1,0 0 0,1 0 0,-1 0 0,1 0 1,0 1-1,0 0 0,0 0 0,0 0 0,1 0 1,-1 1-1,1-1 0,0 1 0,0 0 0,-1 0 1,7 0-1,11-2 696,0 2 0,-1 0-1,1 2 1,0 0 0,34 5 0,-1 0 207,621-22 2018,-461 3-2964,2061-9-1329,-2070 30 1177,182 4 1281,-217-18 3508,-171 7-4752,0 0 0,1 0 0,-1 0 1,0-1-1,1 1 0,-1 0 0,0 0 0,1 0 1,-1 0-1,0 0 0,1 0 0,-1 0 0,1 0 1,-1 0-1,0 0 0,1 0 0,-1 0 0,0 1 1,1-1-1,-1 0 0,0 0 0,1 0 0,-1 0 1,0 0-1,0 1 0,1-1 0,-1 0 0,0 0 1,0 1-1,1-1 0,-1 0 0,0 0 0,0 1 0,1-1 1,-1 0-1,0 1 0,0-1 0,0 0 0,0 1 1,0-1-1,0 0 0,1 1 0,-1-1 0,0 0 1,0 1-1,0-1 0,0 0 0,0 1 0,0-1 1,0 0-1,0 1 0,-1-1 0,1 0 0,0 1 1,0-1-1,0 0 0,0 1 0,-1 0 0,-15 19 524,12-16-627,-31 40 61,1 1-1,2 2 0,2 1 1,-36 78-1,-69 217-3,85-189 1,7 1 0,6 2 0,-19 200 0,39-159 0,9 1 0,20 245 0,-8-393 0,7 139 0,-11-152 0,-2 0 0,-11 72 0,11-101 0,0-1 0,0 0 0,-1 0 0,1 0 0,-2-1 0,-7 15 0,9-20 0,1 0 0,-1 0 0,0 1 0,0-1 0,0 0 0,0-1 0,0 1 0,0 0 0,-1-1 0,1 1 0,-1-1 0,1 1 0,-1-1 0,1 0 0,-1 0 0,0-1 0,0 1 0,1 0 0,-1-1 0,0 0 0,0 1 0,0-1 0,-5-1 0,-30-4 0,0-2 0,-58-19 0,11 2-8,-212-40-149,-351-29-1,-305 32 318,574 54-97,5 33-99,335-21-406,0 3 0,1 1 0,-44 16 0,60-16-723,1 0-1,-26 16 1,32-15-729,0 1 0,0 0-1,-18 19 1,27-22-4018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90 4882,'-17'-7'350,"-25"-10"2257,18 4 2184,54 7-8,222-8-486,134 8-3761,-255 5-230,614-1-310,342-5 160,-904 2 676,299-6 1485,-159 14 2834,-284-5-3662,-31 1-1455,-1 0 1,1 1-1,0 0 0,0 0 0,-1 1 1,1 0-1,12 3 0,-18 0-121,-9 2-236,-10 1-830,-24 3-6311,-81 10 0,99-17 4533,-53 6-7741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4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170 239 2481,'26'-39'922,"-22"35"-720,0 0 1,-1-1-1,0 0 1,0 1-1,0-1 0,0 0 1,-1 0-1,0 0 1,0-1-1,0 1 1,1-10-1,-2 10-140,0 1-1,-1-1 1,0 0-1,0 1 1,0-1-1,0 0 1,-1 1-1,0-1 1,0 1-1,0-1 1,-1 1-1,1 0 1,-1-1 0,0 1-1,0 0 1,0 0-1,-1 0 1,0 0-1,-5-5 1,3 5-142,0 0 0,0 0 0,0 1 0,-1-1 0,0 1 0,0 1 0,0-1 0,0 1 1,0 0-1,0 1 0,0-1 0,-1 1 0,-10 0 0,17 1 84,-55-2-103,51 2 348,0 0-1,1 0 1,-1 0 0,0 1-1,1 0 1,-1 0 0,1 0-1,-1 0 1,1 0 0,-1 1-1,1 0 1,-5 3-1,7-5-62,1 1-1,0-1 1,-1 1 0,1-1-1,-1 1 1,1-1-1,0 1 1,-1-1-1,1 1 1,0-1-1,0 1 1,0 0-1,-1-1 1,1 1-1,0-1 1,0 1-1,0 0 1,0-1-1,0 1 1,0 0-1,0-1 1,0 1-1,0-1 1,1 1-1,-1 0 1,0-1-1,0 1 1,1-1-1,-1 1 1,0 0-1,0-1 1,1 1-1,-1-1 1,1 1-1,0 0 1,19 19 3967,-12-13-2776,-1 1-725,0 1 1,0 0-1,-1 0 0,-1 1 1,1 0-1,-1 0 1,-1 0-1,0 0 0,0 1 1,-1 0-1,2 15 1,2 16 566,1 70 0,-7-84-825,0-5-191,4 392 410,-13-217-613,9-186 0,-2 0 0,0-1 0,0 1 0,-1 0 0,-4 12 0,1-8 0,-14 66 0,1-12 0,-9 76 0,28-117-1481,5-21-2403,6-16-2351,2-11-1678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21 5939,'-2'-2'400,"0"0"0,0 0 0,0 0 0,-1 0 0,1 1 0,-1-1 0,1 1 1,-1 0-1,0 0 0,1 0 0,-1 0 0,0 0 0,0 1 0,0-1 0,0 1 0,1-1 0,-1 1 1,0 0-1,0 0 0,0 1 0,0-1 0,0 1 0,0-1 0,-5 3 0,-8 2 563,1 0 0,-1 2 0,-15 8 0,23-11-565,-7 4 204,0 0 1,1 0-1,0 1 1,1 1-1,-19 17 1,26-21-416,0 1 1,0 0-1,1 1 1,0-1-1,0 1 0,1 0 1,0 0-1,0 0 0,1 1 1,0 0-1,-3 15 1,3-12-116,1 1 1,1 0-1,-1 0 0,2 0 1,0 0-1,4 24 1,-4-33-64,1-1 1,-1 0-1,1 0 1,0 0-1,1 0 1,-1 0-1,0 0 1,1 0-1,0 0 1,0 0-1,0-1 1,0 1-1,0-1 1,0 1-1,0-1 1,1 0-1,-1 0 1,1 0-1,0 0 1,0-1-1,0 1 1,-1-1-1,1 1 1,1-1-1,-1 0 1,0 0-1,0 0 1,0-1-1,0 1 1,1-1-1,6 0 1,5 0-29,0-2 0,1 0 0,-1 0 0,0-2 0,0 0 0,-1 0 0,1-1 0,-1-1 0,0-1 0,0 0 0,-1-1 0,23-16 0,-25 16 202,-1-1 0,0 1 0,0-2 0,-1 1 0,0-1 0,0-1 0,-1 0 0,-1 0 0,0 0 0,0-1 0,-1 0 0,-1-1 0,0 1 0,-1-1 0,1-15 2697,-5 28-2801,-8 17 529,-11 26-772,6-7 164,1 1 0,2 0 0,2 1 0,1 0 0,2 0 0,1 1 0,4 66 0,22 72 0,-17-108 0,-5-74-181,1 1 0,0-1 0,0 1 0,0 0 0,1-1 0,3-6 0,3-10-4045,-4-1-4421,-4 10 489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1188 1 4818,'-8'8'8155,"-5"9"-3456,-36 59-1328,29-44-1596,-340 454 3536,33-52-5070,307-404-223,-346 474 1357,342-474-1308,23-28-74,15-18-266,17-16-2866,-9 12-4814,-17 16 5043,3-2-4298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20 117 3842,'1'-2'118,"7"-16"1884,2-1-1,14-22 1,-20 36-970,0-1 0,0 1 0,1 0 0,0 0 0,0 1 0,10-3 5207,-15 8-6163,-4 13 2005,-8 16-665,5-16-847,-53 130 2494,55-128-2955,0 0-1,1 1 0,1-1 0,1 1 1,0 0-1,1 0 0,1 19 0,1-32-76,-1 0 0,1 1-1,-1-1 1,1 1 0,0-1 0,1 0-1,-1 0 1,1 1 0,0-1-1,0 0 1,0-1 0,1 1 0,-1 0-1,1-1 1,0 1 0,0-1-1,0 0 1,0 0 0,1 0 0,-1 0-1,1 0 1,0-1 0,-1 0-1,1 0 1,0 0 0,1 0 0,-1-1-1,0 1 1,0-1 0,1 0 0,-1 0-1,1-1 1,-1 1 0,0-1-1,1 0 1,8-1 0,24-5 56,-1-2-1,0-1 1,55-21 0,20-6-469,-91 30 37,49-10-1520,-64 15 1239,0 1 0,1 0 0,-1 0 0,0 0 0,0 1 0,7 1 0,-11-2 297,0 1-1,0-1 1,0 0 0,0 1 0,0-1 0,0 1-1,0-1 1,0 1 0,0-1 0,0 1 0,0 0 0,-1-1-1,1 1 1,0 0 0,-1 0 0,1-1 0,1 3-1,1 16-9285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3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86 244 5026,'-5'-10'183,"-5"-9"889,1-1-1,-12-35 1,19 48-749,1 0 0,0 0 0,0-1-1,0 1 1,1-1 0,0 1 0,0 0 0,1-1 0,0 1 0,0 0 0,5-13 0,-5 16-356,16-32 8056,-17 36-7961,-2 24 1843,-26 563 5616,49-2-6025,-8-300-917,-10-167-521,-6 1 0,-5-1 0,-32 159 0,34-249-306,-5 35-682,11-25-3001,7-50-4788,-2-15 1972,1-13-632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 6179,'-7'-10'1560,"3"16"540,8 24 1569,2-18-3105,0-1 1,1 0-1,0-1 1,1 1-1,0-2 1,0 1-1,1-1 1,0 0-1,1-1 1,0 0-1,0 0 1,1-1-1,0-1 1,20 10-1,3-1 55,0-2-1,0-2 1,1 0-1,37 4 0,34 2 428,161 4-1,117-21-688,-328-1-369,2011-18-1074,-1740 14 3560,-316 5-2225,-8-1-106,0 1 0,1 0 0,-1 0 1,0 0-1,1 0 0,-1 1 0,0-1 0,0 1 0,1 0 0,-1 0 1,0 0-1,5 3 0,-8-4-114,0 0 1,0 0-1,0 1 1,1-1 0,-1 0-1,0 0 1,0 1-1,0-1 1,0 0-1,0 0 1,0 1-1,0-1 1,0 0-1,0 0 1,0 1-1,0-1 1,0 0-1,0 1 1,0-1-1,0 0 1,0 0-1,-1 1 1,1-1 0,0 0-1,0 0 1,0 0-1,0 1 1,0-1-1,-1 0 1,1 0-1,0 0 1,0 1-1,0-1 1,-1 0-1,1 0 1,0 0-1,0 0 1,0 1-1,-1-1 1,1 0 0,-12 7 342,12-7-328,-44 21 85,31-16-126,1 1 0,0 0 1,-19 13-1,28-17-3,-1 1 0,1 0 0,0 0-1,0 0 1,0 1 0,1-1 0,-1 1 0,1-1-1,0 1 1,0 0 0,0 0 0,0 0 0,1 0-1,-1 0 1,0 8 0,-33 222 0,-6 38 0,-20 90 0,-19 436 0,75-714 0,-30 156 0,32-225 0,3-12 0,0 0 0,-1 0 0,0 0 0,1 0 0,-1 0 0,0 0 0,0 0 0,0 0 0,-1-1 0,1 1 0,-3 3 0,1-4 0,1 0 0,-1-1 0,1 1 0,-1-1 0,0 1 0,0-1 0,1 0 0,-1 0 0,0 0 0,0-1 0,0 1 0,0-1 0,0 1 0,0-1 0,0 0 0,-6-1 0,-73-4-133,-119-23 1,31 2-17,-509-18 245,-3 44-29,479 2-56,-723-10 229,884 6-280,22 3-262,1-2 0,-1-1 0,-35-7-1,55 9 247,0 0 0,0 0-1,0 0 1,0-1 0,0 1-1,1 0 1,-1 0-1,0 0 1,0 0 0,0 0-1,0-1 1,0 1 0,0 0-1,0 0 1,0 0 0,1 0-1,-1-1 1,0 1-1,0 0 1,0 0 0,0 0-1,0-1 1,0 1 0,0 0-1,0 0 1,0 0 0,0 0-1,0-1 1,0 1-1,0 0 1,-1 0 0,1 0-1,0-1 1,0 1 0,0 0-1,0 0 1,0 0 0,0 0-1,0-1 1,0 1-1,-1 0 1,1 0 0,0 0-1,0 0 1,0 0 0,0 0-1,0-1 1,-1 1-1,1 0 1,0 0 0,0 0-1,0 0 1,0 0 0,-1 0-1,16-4-2391,-1 1 0,1 0 0,21-1-1,-11 1-718,58-7-7425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4546,'1'-3'229,"-1"1"0,1 0 0,-1-1 0,1 1-1,0-1 1,0 1 0,0 0 0,1 0 0,-1 0 0,1 0 0,-1 0 0,1 0-1,-1 0 1,1 0 0,0 0 0,0 1 0,0-1 0,0 1 0,3-2 0,47-26 2286,-42 25-1746,4-2 58,1 0-1,0 1 0,0 1 1,1 1-1,-1 0 0,19-1 1,99 1 2131,-69 4-1931,421-9 2249,961 10-3727,-665 54-186,-211-12 1464,-550-42-542,-8-1 220,0 0 0,-1-1 0,1 0-1,14-3 1,-27 1 150,-11-2-171,-14-2-81,-8 5-2161,0 0 0,1 3 0,-48 7 0,34-1-5451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 10277,'-3'-1'775,"0"1"0,0-1 0,0 0 1,1 1-1,-1 0 0,0 0 0,0 0 0,0 0 1,0 0-1,0 1 0,1-1 0,-1 1 0,0 0 1,0 0-1,1 0 0,-1 0 0,-4 2 0,4 0-342,0-1 0,1 0 0,-1 1 0,1-1 0,0 1 0,0 0-1,0 0 1,0 0 0,0 0 0,0 0 0,1 0 0,-2 6 0,-1 7 114,0 0 0,2 1 0,0-1 0,0 33 1,1 112-378,2-36-169,-21 178 1,1-197 12,-5 38-295,25-102-4112,8-2-5914,-5-28 3728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86 3666,'42'-43'4169,"-21"10"6657,-36 33-8882,-15 4 32,5-1-1207,0 1-1,1 1 1,0 2 0,0 0 0,1 2-1,-30 14 1,52-23-765,0 1 1,0-1-1,0 1 0,0 0 1,0-1-1,0 1 0,0 0 1,0 0-1,0-1 0,0 1 0,0 0 1,1 0-1,-1 0 0,0 0 1,1 0-1,-1 0 0,1 0 1,-1 0-1,1 1 0,-1-1 1,1 0-1,0 0 0,0 0 0,-1 0 1,1 1-1,0-1 0,0 0 1,0 0-1,0 0 0,1 1 1,-1-1-1,0 0 0,0 0 0,1 0 1,-1 0-1,1 0 0,-1 0 1,1 1-1,-1-1 0,2 1 1,3 5-16,1-1 1,-1 0 0,1 0-1,0-1 1,7 6 0,-1-1-30,6 4-57,-2 2 0,0 0 1,-1 1-1,0 1 0,-1 0 1,13 25-1,-23-37 99,-1 1 0,1 0 0,-2-1 0,1 2 0,-1-1 0,0 0 0,0 0-1,-1 1 1,0-1 0,0 1 0,-1-1 0,0 1 0,0-1 0,-1 0 0,0 1 0,0-1 0,-1 1 0,0-1 0,0 0 0,-1 0 0,0 0 0,-7 12 0,5-12 6,0-1 0,0 0 0,0 0 0,-1 0 0,0-1 0,0 0 0,-1 0 0,0 0 1,1-1-1,-1 0 0,-1 0 0,1-1 0,-1 0 0,1-1 0,-16 4 0,19-5-2,0 0-1,-1 0 0,1 0 0,0-1 1,-1 0-1,1 0 0,-1 0 1,1 0-1,-1-1 0,1 1 0,0-1 1,-1 0-1,1-1 0,0 1 0,0-1 1,0 0-1,0 0 0,0 0 1,0 0-1,1-1 0,-1 0 0,1 0 1,-1 0-1,1 0 0,0 0 1,0 0-1,1-1 0,-1 1 0,-3-9 1,4 9-9,0-1 0,1 1 0,0-1 0,0 0 0,0 0 0,0 0 0,0 0 0,1 0 0,0 1 0,0-1 0,0 0 0,0 0 0,1 0 0,-1 0 0,1 0 0,1-4 0,1 1 3,0 1 0,0 0 0,0 0 0,1 0 0,0 0 0,0 1 0,0-1 0,8-7 1,4-1 9,0 1 1,1 1-1,0 0 1,0 1-1,23-10 1,61-22 8,-71 32 3,1-2-1,-1-1 0,52-34 0,-79 46-9,0-1 0,0 1 0,1-1 0,-1 0 0,-1 0 0,1-1 0,0 1 0,-1 0 0,0-1 0,0 1 0,3-7-1,-5 8-1,1 0 0,-1 0 0,1 0-1,-1 0 1,0 0 0,0 0-1,0 0 1,0 0 0,0 0-1,0 0 1,-1 0 0,1 0-1,-1 0 1,1 0 0,-1 0-1,0 0 1,0 0 0,0 0-1,0 0 1,0 1 0,0-1-1,0 0 1,-1 1 0,1-1-1,-3-1 1,-3-4 92,-2 0-1,1 0 1,-1 0-1,0 1 1,0 1 0,-1-1-1,1 2 1,-1-1-1,-1 1 1,1 1 0,0 0-1,-1 0 1,-12-1-1,16 3-238,0 1 0,0 0-1,0 0 1,0 0 0,0 1 0,1 0-1,-1 0 1,0 1 0,0 0-1,1 0 1,-1 0 0,1 1 0,0 0-1,0 0 1,0 1 0,0 0-1,0 0 1,1 0 0,0 1-1,0-1 1,-8 11 0,-1 4-4219,-23 43 1,35-57 3565,-25 45-8216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61 5923,'-6'-4'7268,"17"0"-4724,7-7 894,-15 8-3018,1 1 0,0 0 0,-1-1 0,1 1 0,0 1 0,0-1 0,0 0 0,0 1 0,0 0 0,1 0 0,-1 0 0,0 1 0,0-1 0,7 1 0,-10 1-325,1 0-1,-1-1 1,0 1-1,0 0 1,0 0 0,0 0-1,0 0 1,0 0 0,0 0-1,0 0 1,0 1-1,0-1 1,-1 0 0,1 0-1,0 1 1,-1-1 0,1 0-1,-1 1 1,1-1-1,-1 0 1,0 1 0,0-1-1,0 1 1,0-1 0,0 1-1,0-1 1,0 1-1,0-1 1,-1 2 0,1 4 202,-1 0 1,0 0 0,0 0 0,-5 11-1,6-15-226,-1-1 0,1 0 0,-1 0 0,0 1 0,0-1 0,0 0 0,0 0 0,-1 0-1,1 0 1,0-1 0,-1 1 0,1 0 0,-1-1 0,0 1 0,0 0 0,1-1 0,-1 0 0,0 0-1,0 1 1,0-1 0,-1 0 0,1 0 0,0-1 0,-4 2 0,4-2-14,-1-1 0,0 1 0,0-1-1,1 0 1,-1 0 0,0 0 0,1 0 0,-1 0 0,1 0 0,-1-1 0,1 1 0,0-1 0,-1 0 0,1 0-1,0 1 1,0-1 0,0-1 0,1 1 0,-4-4 0,2 1-51,-1 1-1,1-1 1,0 0-1,0 0 1,1 0-1,0-1 1,0 1-1,0 0 1,0-1-1,-1-9 1,3 13-6,0 0 0,0 0 0,0 0-1,1 1 1,-1-1 0,0 0 0,1 0 0,-1 0 0,1 0 0,-1 1-1,1-1 1,0 0 0,0 1 0,0-1 0,0 1 0,0-1 0,0 1 0,0-1-1,1 1 1,-1 0 0,1-1 0,-1 1 0,0 0 0,1 0 0,0 0-1,-1 0 1,1 0 0,0 1 0,-1-1 0,1 0 0,0 1 0,0-1 0,0 1-1,-1 0 1,1 0 0,3-1 0,0 1 0,0-1 0,0 1 0,1 0 0,-1 0 0,0 0 0,0 1 0,0 0 0,0 0 0,5 2 0,-9-3 0,0 1 0,0-1 0,0 0 0,0 1 0,0-1 0,0 1 0,0 0 0,-1-1 0,1 1 0,0 0 0,0-1 0,-1 1 0,1 0 0,-1 0 0,1 0 0,0-1 0,-1 1 0,1 0 0,-1 0 0,1 1 0,-1 0 0,0-1 0,0 1 0,0-1 0,0 1 0,-1-1 0,1 1 0,0-1 0,-1 1 0,1-1 0,-1 1 0,1-1 0,-1 0 0,0 1 0,0-1 0,1 0 0,-1 1 0,0-1 0,-1 1 0,-23 22 0,24-23 0,-1 0 0,1 0 0,0 0 0,0 0 0,0 0 0,-1 0 0,1 0 0,-1-1 0,1 1 0,-1-1 0,1 1 0,0-1 0,-1 1 0,0-1 0,1 0 0,-1 0 0,1 0 0,-1 1 0,-1-2 0,2 1-7,1 0-1,0 0 1,0-1-1,0 1 1,-1 0-1,1 0 1,0-1-1,0 1 1,0 0-1,-1 0 1,1-1-1,0 1 1,0 0-1,0-1 1,0 1-1,0 0 1,0-1-1,0 1 1,0 0 0,0-1-1,0 1 1,0 0-1,0-1 1,0 1-1,0 0 1,0-1-1,0 1 1,0 0-1,0-1 1,1 1-1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125 133 8068,'15'-5'6487,"23"-2"10506,-67 7-16061,15 1-900,1 0 0,-1-1 0,1-1 0,0 0 0,-1-1-1,1 0 1,0-1 0,-19-7 0,31 10-32,1 0 0,-1-1 0,1 1 0,-1 0 0,1-1 0,-1 1 0,1 0 0,-1-1 0,1 1 0,-1 0 0,1-1 0,0 1 0,-1-1 0,1 1 0,0-1 0,-1 1 0,1 0 0,0-1 0,0 0 0,-1 1 0,1-1 0,0 1 0,0-1 0,0 1 0,0-1 0,0 1 0,0-1 0,0 0 0,0 1 0,0-1 0,0 0 0,12-17 0,25-10 0,-25 21 0,1 0 0,0 1 0,1 1 0,17-6 0,-25 10 0,-1-1 0,1 1 0,-1 0 0,1 0 0,0 0 0,-1 1 0,1 0 0,0 0 0,0 1 0,-1-1 0,1 1 0,-1 1 0,11 2 0,-14-3 0,-1 0 0,0-1 0,0 1 0,0 0 0,0 0 0,0 0 0,0 0 0,0 0 0,0 0 0,0 0 0,0 0 0,0 0 0,0 0 0,-1 0 0,1 1 0,-1-1 0,1 0 0,-1 1 0,1-1 0,-1 0 0,0 1 0,1-1 0,-1 0 0,0 1 0,0-1 0,0 0 0,0 1 0,0-1 0,0 1 0,-1-1 0,1 0 0,0 1 0,-1-1 0,1 0 0,-1 1 0,1-1 0,-1 0 0,0 0 0,0 0 0,1 1 0,-1-1 0,-1 1 0,-2 3 0,1 0 0,-1-1 0,0 0 0,0 1 0,0-1 0,-1-1 0,0 1 0,-8 5 0,7-6 0,0-1 0,0 0 0,0 0 0,0 0 0,-10 1 0,14-3 0,-1 0 0,1 1 0,0-1 0,-1 0 0,1 0 0,-1 0 0,1-1 0,0 1 0,-1-1 0,1 1 0,0-1 0,0 0 0,-1 1 0,1-1 0,0-1 0,0 1 0,0 0 0,-2-2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2977,'3'-25'2786,"-4"23"-2471,1-1-1,0 0 1,0 0-1,1 1 1,-1-1-1,1 0 0,-1 1 1,1-1-1,0 0 1,0 1-1,0-1 1,0 1-1,0-1 0,1 1 1,1-3-1,0 2 419,-1-1 0,0 1 0,0 0 0,0-1-1,-1 0 1,1 1 0,1-8 0,5-10 4199,-7 21-4787,1 0 1,-1 0 0,1 0-1,-1 0 1,1 1 0,-1-1-1,0 1 1,1-1 0,-1 1-1,1-1 1,-1 1 0,0 0-1,0 0 1,1 0 0,-1-1-1,0 1 1,0 0 0,2 2-1,0 0 76,49 37 1467,80 78 0,36 61-360,-105-109-737,-6-5-329,-2 3-1,-4 1 1,-3 3-1,54 109 1,-93-164-239,97 176 450,-90-169-326,1 0-1,1 0 0,1-2 0,1-1 0,32 27 1,-7-14 36,-31-25-180,-1 1 0,0 0 1,-1 0-1,0 2 1,0-1-1,-1 2 0,-1-1 1,16 26-1,-15-18-3,-1 1 0,-1 0 0,0 0 0,8 39 0,-17-60 0,0 0 0,0 0 0,0 0 0,0 0 0,0 0 0,0 0 0,0 0 0,0 0 0,0 0 0,0 0 0,0 0 0,0 0 0,0 0 0,0 0 0,0 0 0,0 0 0,0 0 0,0 1 0,0-1 0,0 0 0,0 0 0,0 0 0,-1 0 0,1 0 0,0 0 0,0 0 0,0 0 0,-4-10 0,-3-5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6915,'9'-34'5608,"-3"21"432,-2 19-1919,4 9-2199,-3-3-1416,1 0 1,1 0-1,0-1 0,1 0 1,0 0-1,0-1 1,1 0-1,0 0 0,1-1 1,0 0-1,1-1 1,0 0-1,0-1 0,13 6 1,13 5-484,2-3 0,-1-1 0,49 10 0,-38-11-1125,75 31 1,-108-33-2986,-12 1-4240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6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15 12678,'6'-11'3697,"-14"7"-847,-9 6 1104,-8 9-1009,-4 8-1024,-2 8-320,-3 4-641,1 1-224,-1-1-383,3-2-321,0-2-32,3-2-961,5-2-1904,7 0-2578,3-4-4817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68 6035,'0'-4'513,"-1"0"0,0 1 0,0-1 0,0 0 0,0 0 0,-1 0 0,1 1 0,-1-1 0,0 1 0,0-1 0,-1 1 0,-3-5 0,5 7-156,-1-1 0,1 1 0,-1 0-1,0 0 1,0-1 0,1 1 0,-1 0 0,0 0-1,0 0 1,0 1 0,0-1 0,0 0 0,0 1 0,0-1-1,0 1 1,0 0 0,0 0 0,0 0 0,0 0-1,0 0 1,-1 0 0,1 0 0,0 1 0,0-1 0,0 1-1,-2 0 1,2 0-118,1 0 0,-1 0 0,0 0 0,1 0 0,-1 0 0,1 0 0,-1 1 0,1-1 0,-1 1 0,1-1 1,0 1-1,0-1 0,0 1 0,0 0 0,0-1 0,0 1 0,0 0 0,0 0 0,0 2 0,-7 41 1669,6-31-1369,-39 475 2916,36 2-3939,5-377 714,-7 78-212,2-102-327,7 113 0,7-150-2860,4-21-7402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17 4642,'-1'1'215,"-21"15"5564,20-7-3055,15-1-560,8-2-1759,0-1-1,1-1 1,-1-1-1,1-1 1,25-1-1,115-10 235,-132 7-388,115-11 332,329-24 1009,1 27-1094,492 109-303,-949-96-141,389 43 265,-361-44 618,0-2-1,-1-2 0,1-3 1,0-1-1,-1-2 1,78-25-1,-116 31-524,-3 1-66,-1-1 0,1 1 0,0-1 0,0 0 0,-1 1 0,1-2 0,5-3 0,-17 11 615,-28 23-972,20-7 11,1 0 0,0 0 0,2 1 0,0 1 0,2 0 0,0 1 0,-8 32 0,-39 183 0,43-166 0,-72 308 0,-17 79 0,83-327 0,5 1 0,3 213 0,0-155 0,0-4 0,13-186 0,0-1 0,0 0 0,0 0 0,-1 0 0,1 1 0,0-1 0,-1 0 0,1 0 0,-1 0 0,1 0 0,-1 0 0,1 0 0,-1 0 0,0 0 0,1 0 0,-1 0 0,0 0 0,0 0 0,0 0 0,0 0 0,0-1 0,0 1 0,0 0 0,0-1 0,0 1 0,0-1 0,0 1 0,0-1 0,0 1 0,-1-1 0,1 0 0,-2 1 0,-5 0 0,0-1 0,0 1 0,-1-1 0,-7-2 0,-1 2 0,-86-5 0,-177-32 0,16 0 0,-756 13 0,185 14 0,812 8-26,-32 0-137,-80-15 0,120 12-2622,15 5 2759,0 0 0,-1 0 0,1 0 0,0 0 0,0 0 0,0 0 0,0 0 0,0 0 0,0 0 0,0 0 0,0 0 0,0 0 0,0 0 0,0-1 0,0 1 0,0 0 0,0 0 0,0 0 0,0 0 0,0 0 0,0 0 0,0 0 0,0 0 0,-1 0 0,1 0 0,0 0 0,0-1 0,0 1 0,0 0 0,1 0 0,-1 0 0,0 0 0,0 0 0,0 0 0,0 0 0,0 0 0,0 0 0,0 0 0,0 0 0,0-1 0,0 1 0,0 0 0,0 0 0,0 0 0,0 0 0,0 0 0,0 0 0,0 0 0,0 0 0,0 0 0,0 0 0,1 0 0,-1 0 0,0 0 0,0 0 0,0 0 0,0 0 0,0 0 0,0 0 0,0 0 0,0 0 0,0 0 0,0 0 0,0 0 0,1 0 0,-1 0 0,29-6-3437,2 0-6414,-23 1 3157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2881,'-32'10'1876,"16"-5"-182,0-1-1,1 2 0,0 0 0,0 1 0,-22 14 0,36-21-1563,1 0 1,-1 1-1,1-1 0,-1 0 0,1 0 1,-1 1-1,1-1 0,-1 0 0,1 1 1,0-1-1,-1 1 0,1-1 1,-1 1-1,1-1 0,0 1 0,-1-1 1,1 1-1,0-1 0,0 1 0,-1-1 1,1 1-1,0-1 0,0 1 0,0-1 1,0 1-1,0 0 0,0-1 0,0 1 1,0-1-1,0 1 0,0-1 0,0 1 1,0 0-1,0 0 0,2 0 31,-1 0-1,0 0 1,0 0-1,0 0 1,0-1 0,1 1-1,-1 0 1,0-1-1,1 1 1,-1 0-1,0-1 1,1 0-1,1 1 1,48 4 1404,219-30-224,-76 4-828,587-3-302,1 45-1207,-642-17 773,20 3 37,20 1 1956,217-17-1,-257-13 3490,-151 25-5257,0 1 1,1-1 0,-1 2-1,1-1 1,0 2 0,0-1-1,-13 11 1,15-4-403,8-11-73,0 0 0,-1 0 0,1 0-1,-1-1 1,1 1 0,-1 0 0,1 0 0,-1-1 0,1 1-1,-1 0 1,0-1 0,1 1 0,-1 0 0,0-1 0,0 1 0,1-1-1,-1 0 1,0 1 0,0-1 0,0 1 0,0-1 0,-1 0-1,-8 3-7068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4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5042,'14'-2'19004,"-18"22"-16561,-13 105 2372,6-56-4930,4 1 1,0 73 0,8-142-102,1 27-1327,3-15-1269,-4-13 2592,-1 0 0,0 0-1,0 1 1,1 0-661,0-1 661,-1 0 0,0 0 0,0 0-1,1 0 1,-1 1 0,0-1 0,1 0 0,-1 0-1,0 0 1,1 0 0,-1 0 0,0 0 0,1 0-1,-1 0 1,0 0 0,1 0 0,-1 0-1,0 0 1,1 0 0,0 0 0,10-8-9411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1665,'-15'6'16796,"3"10"-10516,-5 25-5581,11-24 1047,-49 145 388,54-159-2124,0 0 0,0 1 0,1-1 0,-1 1 0,1-1 0,-1 1 0,1-1 0,0 1 0,1-1 0,-1 1 0,1-1 0,-1 1 0,1-1 0,2 5 0,-2-6-19,0 0 0,0 0 0,1 0-1,-1 0 1,0 0 0,1-1 0,0 1-1,-1-1 1,1 1 0,0-1 0,0 0-1,0 1 1,0-1 0,0 0 0,0 0-1,3 1 1,2 0-80,1-1 0,-1 0 0,0 0 0,1 0 0,-1-1 0,1 0 0,-1-1 1,1 1-1,9-3 0,-4 0 4,0-1 0,0 0 0,-1-1 1,1-1-1,-1 0 0,0 0 0,-1-1 1,12-9-1,-18 13 97,-2 0 0,1-1 0,0 1 0,-1-1 0,0 0 0,0 0 0,0 0 1,0-1-1,0 1 0,3-9 0,-6 10 18,1 0 1,0 0 0,-1-1-1,1 1 1,-1 0 0,0 0-1,0 0 1,0-1-1,0 1 1,-1 0 0,1 0-1,-1 0 1,0 0 0,0 0-1,0 0 1,0 0-1,-1 0 1,-2-4 0,0 2-29,1 0 0,-1 1 0,0-1 0,0 1 0,-1 0 1,1 0-1,-1 1 0,0-1 0,0 1 0,0 0 0,-1 1 0,1-1 1,0 1-1,-1 0 0,0 0 0,0 1 0,1-1 0,-1 1 1,0 1-1,0-1 0,0 1 0,-12 1 0,5 0-779,0 0 0,-1 1 1,-23 7-1,24-5-1273,0 1-1,0 0 1,-14 8 0,-21 17-8264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55 121 3810,'0'-2'408,"0"-1"1,-1 1-1,2 0 1,-1-1-1,0 1 1,0 0-1,1 0 1,-1-1-1,1 1 1,0 0-1,0 0 1,0 0-1,0 0 0,0 0 1,0 0-1,0 0 1,1 0-1,-1 0 1,3-2-1,35-35 1555,-34 33-1176,1 1-137,-4 2-143,0 1 0,1-1-1,-1 1 1,1 0 0,0 0 0,0 0-1,0 0 1,0 0 0,0 1 0,0-1 0,5-1-1,-8 4-280,0 0-1,1 0 0,-1-1 0,0 1 1,0 0-1,1 0 0,-1 0 0,0 0 1,0 0-1,0-1 0,0 1 0,0 0 0,0 0 1,-1 0-1,1 0 0,0-1 0,0 1 1,0 0-1,-1 0 0,1 0 0,-1-1 0,1 1 1,0 0-1,-2 1 0,1 0 273,-34 104 4299,20-53-4670,3 1 0,-9 94 0,-37 419-127,58-566 0,-13 130 0,12-114 0,1 1 0,1-1 0,0 0 0,2 0 0,5 25 0,-7-41-57,-1 0-1,0 0 1,1 0 0,-1 0-1,1 0 1,0 0 0,-1 0-1,1-1 1,-1 1 0,1 0-1,0 0 1,0-1 0,-1 1-1,1 0 1,2 0 0,7 2-3399,-9-3 2835,0 0-1,-1-1 1,1 1-1,0 0 1,0 0-1,-1-1 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74 8884,'3'-1'5720,"11"0"-2118,-7 2-2459,-1 1 0,0 0 0,-1 1 0,1-1-1,10 7 1,-16-8-1059,1-1-1,0 1 0,-1-1 1,1 1-1,0-1 0,-1 1 1,1-1-1,-1 1 0,1 0 1,-1 0-1,0-1 0,1 1 0,-1 0 1,0-1-1,1 1 0,-1 0 1,0 0-1,0 0 0,0-1 1,1 3-1,-2-2-30,1 0 0,-1 0 0,1 0 0,-1 1 0,1-1 0,-1 0 0,1 0 0,-1 0 0,0 0 0,0 0 0,0 0 0,1 0 0,-1 0 1,0-1-1,0 1 0,0 0 0,0-1 0,-2 2 0,-5 3 190,0-1 1,0 0-1,0-1 1,-1 1-1,-12 2 1,18-5-222,1-1 1,0 1-1,-1-1 0,1 0 1,0 0-1,-1 0 0,1 0 1,0 0-1,-1-1 0,1 1 1,-5-2-1,6 1-16,0 1 0,0-1 0,1 1 0,-1-1 0,0 0 0,0 0 0,0 1 0,0-1 0,1 0 0,-1 0 0,0 0 0,1 0 0,-1 0 0,1 0 0,-1 0 0,1 0 0,-1 0 0,1 0 0,0 0 0,0 0 0,-1 0 0,1 0 0,0-1 0,0 1 0,0 0 0,0-1 0,1-3-5,0 1 0,0-1 0,0 1 0,0 0-1,1-1 1,-1 1 0,1 0 0,0 0 0,0 0 0,1 0 0,-1 0-1,1 1 1,0-1 0,0 1 0,0 0 0,7-6 0,0 1-1,0 0 0,0 1 1,1 0-1,20-9 0,-29 15 4,-1 0 0,0 0-1,1 1 1,-1-1 0,0 1-1,1-1 1,-1 1 0,1 0-1,-1-1 1,1 1 0,-1 0-1,1 0 1,-1 0 0,3 0-1,-3 1 14,-1-1 0,0 0 0,0 1 0,1-1 0,-1 0 0,0 1 0,0-1 0,1 0-1,-1 1 1,0-1 0,0 0 0,0 1 0,0-1 0,0 1 0,0-1 0,0 0 0,0 1 0,0-1 0,0 1 0,0-1-1,0 0 1,0 1 0,0-1 0,0 1 0,0-1 0,0 0 0,0 1 0,0-1 0,-1 0 0,1 1 0,0-1 0,-1 1-1,-1 4 140,-1 0 0,0 0 0,0-1 0,-1 1 0,1-1 0,-6 5 0,5-5-740,-25 21 2088,19-18-3984,1-3-4129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180 137 7603,'1'-14'7827,"-1"13"-7584,0 1 0,-1-1 0,1 1 0,0-1 0,0 1 0,0-1 0,0 0 0,0 1 0,0-1 0,0 1 0,0-1 0,0 1-1,0-1 1,0 1 0,0-1 0,1 1 0,-1-1 0,0 1 0,0-1 0,1 1 0,-1-1 0,0 1 0,0-1 0,1 1 0,-1-1 0,0 1 0,1 0 0,-1-1 0,1 1 0,-1 0 0,1-1 0,-1 1 0,1 0 0,0-1 0,-37 12 7906,-6-1-6763,33-8-1474,0-1 0,0 0 0,0-1 1,-1 1-1,1-2 0,0 1 1,-17-5-1,25 5 88,0 0 0,0 0 0,1 0 0,-1 0 0,0-1 0,0 1 0,0 0 0,0 0 0,0-1 0,1 1 0,-1-1 0,0 1 0,0-1 0,1 1 0,-1-1 0,0 0 0,1 1 0,-1-1 0,0 0 0,1 1 0,-1-1 0,1 0 0,-1 0 0,1 0 0,0 1 0,-1-1 0,1 0 0,0 0 0,0 0 0,-1 0 0,1 0 0,0 0 0,0 0 0,0 1 0,0-1 0,0 0 0,0 0 0,0 0 0,0 0 0,1 0 0,-1 0 0,0 0 0,1 0 0,-1 1 0,0-1 0,1 0 0,-1 0 0,1 0 0,-1 1 0,1-1 0,-1 0 0,1 1 0,1-2 0,2-4 0,1 1 0,1-1 0,-1 1 0,1 0 0,8-5 0,-5 3 0,0 1 0,1 0 0,0 1 0,0 0 0,0 0 0,1 1 0,0 1 0,0 0 0,0 0 0,17-1 0,-26 3 0,-1 1-1,0 0 1,1 0 0,-1 0 0,0 1-1,0-1 1,1 0 0,-1 0 0,0 1-1,0-1 1,1 0 0,-1 1-1,0-1 1,0 1 0,0 0 0,0-1-1,0 1 1,0 0 0,0 0 0,0 0-1,0-1 1,0 1 0,0 0-1,1 2 1,-2-1 1,1 0 0,-1-1 0,1 1 0,-1 0 1,0 0-1,0 0 0,0 0 0,0-1 0,0 1 0,0 0 0,0 0 0,0 0 0,-1 0 0,1-1 0,-2 3 0,0 2-13,0-1-1,0 0 1,-1 1-1,0-1 1,0 0-1,-1 0 1,1 0-1,-1-1 1,-8 8-1,3-8-1792,-2-5-4556,5 1 1604,-12-2-8729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5:5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5475,'-4'0'12336,"12"15"-6624,-3 10-4256,-2 0 1,0 0-1,-2 0 1,-1 0-1,-6 48 1,-33 122-1122,10-64-165,27-122-70,1 0-1,0 0 1,1 1 0,-1-1-1,3 18 1,-1-25-197,-1 0-1,1 0 1,-1 0 0,1 0-1,-1 0 1,1 0 0,0 0 0,0-1-1,0 1 1,0 0 0,0 0-1,1-1 1,-1 1 0,0-1-1,1 1 1,-1-1 0,3 2-1,-2-2-280,-1 0-1,1-1 0,0 1 0,-1-1 0,1 1 0,0-1 0,0 1 0,0-1 0,0 0 0,-1 0 0,1 0 0,0 0 0,0 0 0,2-1 0,10-2-8038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8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4034,'2'0'1809,"0"2"-1793,-2 1 32,5 1-48,-1 2-80,0 0-272,2-4-817,1 2 209,1 1-353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8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21 9684,'1'-2'1090,"-1"1"1,0-1-1,1 1 0,-1-1 0,0 0 0,0 1 0,0-1 0,-5-6 11506,2 24-11033,-70 866-1360,70-854-207,2-23-75,0 1-1,0 0 1,1 0-1,0 0 1,0 0-1,2 10 1,0-17-631,-1 0 0,1-1 0,-1 1 0,1-1 0,-1 1 0,1-1 0,-1 0 1,0 0-1,0 0 0,2-3 0,8-18-5352,5-9-2798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09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0 230 4402,'3'3'1666,"1"0"1,0 0-1,-1 0 0,1 0 0,0-1 1,1 0-1,-1 0 0,7 3 1,-3-3-617,-1 0 0,1-1 0,-1 1 0,14-1 0,5-2-1233,0 0 1,34-8-1,-29 4 1331,291-45-744,506-56 406,-182 88-764,-24 0-36,-584 16 5,531-27 555,0 25-395,485-7-28,450 1 152,-703 33-279,-644-20-59,519 40 18,84 1 680,-622-46 3631,-182 15-8255,17-7-1299,-9 2-3654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0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11 133 10981,'-10'-11'8282,"20"10"-3983,23 11-483,-30-7-3607,0 1 1,0-1 0,0 1-1,0 0 1,0-1 0,-1 1-1,0 0 1,1 1 0,-2-1-1,1 0 1,0 1-1,-1-1 1,0 1 0,1 6-1,1 11-136,1 36-1,-4-53-10,-2 54 19,2-57-73,-1 1-1,1 0 1,0-1 0,-1 1-1,0 0 1,1-1 0,-1 1-1,0-1 1,0 1 0,-1-1-1,1 0 1,0 0 0,-1 1-1,0-1 1,1 0 0,-1 0-1,0 0 1,0 0 0,-3 2 0,4-4-6,1 0 0,-1 0 1,1 0-1,-1 0 0,0 0 1,1 0-1,-1 0 0,1 0 1,-1 0-1,1 0 0,-1 0 1,1-1-1,-1 1 0,0 0 1,1 0-1,-1-1 1,1 1-1,-1 0 0,1 0 1,0-1-1,-1 1 0,1-1 1,-1 1-1,1 0 0,-1-1 1,1 1-1,0-1 0,-1 1 1,1-1-1,0 1 1,0-1-1,-1 1 0,1-1 1,0 1-1,0-1 0,0 1 1,0-1-1,0 0 0,0 0 1,-5-24 9,6 7-13,1 0 0,1 0-1,0 0 1,1 0 0,1 1-1,1-1 1,13-27 0,-5 17-17,1 0 1,2 1 0,31-40-1,-44 62-430,19-19 836,-11 20-3162,-12 5 2371,1-1-1,0 0 1,-1 0-1,1 1 0,-1-1 1,1 0-1,0 1 0,-1-1 1,1 0-1,-1 1 1,1-1-1,-1 1 0,1-1 1,-1 1-1,1-1 0,-1 1 1,0 0-1,1-1 0,-1 2 1,6 5-5322,0 0-1175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6 9620,'11'-5'7465,"-17"10"-1608,-12 10-3633,1 3-1262,0 0-63,-27 36 0,40-49-881,0 1-1,1-1 1,0 1 0,0 0 0,1 0 0,-1 1 0,1-1 0,1 0 0,-1 1 0,1-1 0,-1 12 0,2-16-22,0-1 0,0 0 0,0 1 1,0-1-1,0 0 0,0 1 0,0-1 0,0 0 0,1 1 1,-1-1-1,0 0 0,1 0 0,-1 1 0,1-1 1,0 0-1,-1 0 0,1 0 0,0 0 0,0 0 0,-1 0 1,1 0-1,0 0 0,0 0 0,0 0 0,0 0 1,0 0-1,1-1 0,1 2 0,0-1-27,-1-1 1,1 0-1,0 0 0,0 0 0,0 0 1,-1 0-1,1 0 0,0-1 0,0 0 1,-1 1-1,1-1 0,-1 0 0,4-1 1,6-4-78,1-1 1,-1 0 0,-1 0-1,17-13 1,-19 11 132,0 0-1,0 0 1,-1-1-1,14-21 1,-19 27 5,-1 1 1,0-1-1,0 0 1,0 0-1,0 0 0,-1 0 1,1 0-1,-1-1 1,0 1-1,-1 0 1,1-1-1,-1 1 1,0 0-1,0-1 1,0 1-1,0-1 1,-1 1-1,-1-5 1,1 8-69,1-1 1,-1 1 0,0-1-1,0 1 1,0 0 0,-1-1 0,1 1-1,0 0 1,0 0 0,-1 0-1,1 0 1,-1 0 0,1 0-1,-1 0 1,1 0 0,-1 1-1,1-1 1,-1 0 0,0 1 0,1 0-1,-1-1 1,0 1 0,1 0-1,-1 0 1,0 0 0,0 0-1,1 0 1,-4 1 0,2-1-395,0 0 1,1 1-1,-1 0 0,1-1 1,-1 1-1,1 0 1,0 0-1,-5 3 1,6-3-170,0 0 1,0 0-1,-1 0 1,1 0 0,0 0-1,0 0 1,0 0 0,0 0-1,1 0 1,-1 1 0,0-1-1,0 0 1,1 1-1,-1-1 1,0 2 0,2 5-5278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2 10053,'-11'-2'9745,"-13"8"-5940,17-2-3454,1-1 1,-1 1-1,1 0 1,0 1 0,0-1-1,0 1 1,1 1-1,-1-1 1,1 1-1,-6 9 1,-2 3-209,0 2-1,-11 23 1,23-42-147,0 0 1,0 1-1,1 0 0,-1-1 1,0 1-1,1 0 0,-1-1 1,0 1-1,1 0 0,0 0 1,-1-1-1,1 1 0,0 0 0,0 0 1,0-1-1,0 1 0,1 0 1,-1 0-1,0 0 0,1-1 1,0 4-1,0-4-17,1 0 0,-1 0 0,0 0-1,0 0 1,0 0 0,1 0 0,-1-1 0,0 1 0,1 0 0,-1-1 0,1 1-1,-1-1 1,1 1 0,-1-1 0,1 0 0,-1 0 0,1 0 0,-1 0 0,3 0-1,6-1-40,-1 0 0,1 0 0,-1-1 0,0-1-1,1 1 1,14-8 0,-13 4 92,0 0 0,-1 0 0,0-1 0,0 0 0,0-1 1,8-10-1,-15 16 35,-1 0 1,0 0 0,0 0-1,0 0 1,-1 0 0,1-1-1,0 1 1,-1-1 0,1 0-1,-1 1 1,0-1 0,0 0-1,0 1 1,-1-1 0,1 0-1,0 0 1,-1 0 0,0 0-1,0 0 1,0 0 0,0 0-1,0 0 1,0 0 0,-1 1-1,0-1 1,1 0 0,-1 0-1,0 0 1,0 1 0,-3-6-1,2 6-80,-1 0 0,1-1 0,-1 1 0,1 0 0,-1 1-1,0-1 1,0 0 0,0 1 0,0-1 0,0 1 0,0 0-1,0 0 1,0 0 0,0 1 0,0-1 0,-1 1-1,1-1 1,0 1 0,0 0 0,-1 0 0,1 1 0,0-1-1,0 1 1,-1 0 0,1-1 0,0 1 0,-4 2 0,0-1-421,0 1 0,0 0 0,1 0 1,-1 1-1,-6 4 0,10-6-295,-1 0 0,1 1 0,0 0 0,0-1 0,1 1 1,-1 0-1,1 0 0,-5 7 0,5 3-4221,6-2-1184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1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50 9973,'1'-5'1269,"0"1"0,-1-1 0,0 0 0,0 1 1,0-1-1,-1-5 0,1 9-1040,0 1 1,0-1-1,-1 0 1,1 1-1,0-1 1,0 1-1,0-1 1,-1 1-1,1-1 1,0 1-1,0-1 0,-1 1 1,1-1-1,0 1 1,-1-1-1,1 1 1,-1 0-1,1-1 1,0 1-1,-1 0 1,1-1-1,-1 1 1,0-1-1,0 2-57,0-1 0,0 0 0,0 0-1,1 0 1,-1 1 0,0-1 0,0 0 0,0 1 0,0-1 0,1 1-1,-1-1 1,0 1 0,0-1 0,1 1 0,-1-1 0,0 1-1,1 0 1,-1-1 0,1 1 0,-2 1 0,-53 66 3799,39-47-3662,1 1 0,1 1 0,-13 28 0,23-42-330,0 0 0,0 1 1,0 0-1,2 0 0,-1 0 1,1 0-1,0 0 1,1 0-1,1 1 0,-1-1 1,2 0-1,-1 0 0,1 1 1,1-1-1,0 0 0,0 0 1,1 0-1,1 0 1,7 17-1,-9-25-252,0 1-1,-1 0 1,1 0 0,0-1 0,1 1-1,-1-1 1,0 0 0,6 4-1,-6-4-702,0-1-1,1 1 0,-1-1 1,1 0-1,0 0 0,-1 0 0,1 0 1,0-1-1,-1 1 0,5 0 1,8-1-8840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2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53 12662,'-2'-6'7123,"8"4"-5586,6-2 1600,14-3-960,15 3-2017,18-2-160,12 0-1552,10-3-3475,9 1-6162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6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63 3121,'-1'-1'366,"0"0"-1,1 0 1,-1-1-1,0 1 0,0 0 1,1-1-1,-1 1 1,1-1-1,-1 1 0,1 0 1,0-1-1,0 1 1,0-1-1,-1 1 1,1-1-1,1 1 0,-1-1 1,0 1-1,0-1 1,0 1-1,1-1 0,-1 1 1,1-1-1,-1 1 1,1 0-1,1-3 0,14-10-667,6 7-6666,-12 6 4741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8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9212 43 6163,'6'-2'1373,"0"0"1,1 0-1,-1 0 1,0-1-1,0 1 1,0-1-1,0-1 1,-1 1-1,1-1 1,-1 0 0,7-7 767,-15 14 1293,-13 13-1254,5-1-1595,1 1 0,1 1 0,0-1 1,1 1-1,1 1 0,-8 29 0,-19 114-1232,28-128 938,-31 145-291,-17 130 0,51-271 0,-24 171 0,8-151 0,19-57 0,0 1 0,0-1 0,0 0 0,0 1 0,0-1 0,0 0 0,-1 1 0,1-1 0,0 0 0,0 1 0,0-1 0,0 0 0,-1 1 0,1-1 0,0 0 0,0 1 0,-1-1 0,1 0 0,0 0 0,-1 1 0,1-1 0,0 0 0,0 0 0,-1 0 0,1 1 0,-1-1 0,1 0 0,0 0 0,-1 0 0,1 0 0,0 0 0,-1 0 0,1 0 0,-1 0 0,1 0 0,0 0 0,-1 0 0,1 0 0,0 0 0,-1 0 0,1 0 0,-1 0 0,1 0 0,0 0 0,-1-1 0,1 1 0,0 0 0,-1 0 0,1 0 0,0-1 0,0 1 0,-1-1 0,-7-9 0,1 4 0,0 0 0,0 1 0,0-1 0,-1 2 0,0-1 0,0 1 0,0 1 0,-11-4 0,-74-17 0,42 12 0,-55-11 0,-180-15 0,226 32 0,-378-31 0,382 35 0,-63 8 0,-14 1 0,-454-32 0,47 1 0,297 21 0,-864 0 0,287-6 0,710 3 0,-489-6 0,348 41 0,3 0 0,-410-37 0,284-5 0,164 21 0,181-5 0,0 2 0,0 1 0,0 1 0,1 2 0,-31 13 0,41-15 0,-1 0 0,0-1 0,0-1 0,-33 4 0,-83 1 0,10-1 0,102-6 0,1 2 0,-1 1 0,1 0 0,0 2 0,-29 14 0,17-9 0,0-2 0,-2-1 0,1-2 0,-65 6 0,56-8 0,-17 3 0,1 2 0,1 3 0,-61 22 0,89-23 0,-1 1 0,-44 28 0,61-34 0,-1 0 0,0-1 0,0-1 0,-1-1 0,-29 7 0,-89 7 0,103-16 0,-13 2 0,28-7-349,24-7-1119,28-10-2547,27-9-2468,21-8-3372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19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50 6499,'-23'-10'4042,"21"3"-1145,13-1-1293,-6 5-829,27-13 2019,-31 15-2474,0 0 1,1 1 0,-1-1 0,1 0 0,-1 1 0,1 0 0,-1-1 0,1 1 0,0 0 0,-1 0 0,1 0 0,-1 0 0,1 0-1,0 0 1,-1 0 0,1 0 0,1 1 0,-2 0-151,-1 0-1,0-1 0,1 1 1,-1-1-1,0 1 0,0 0 1,1 0-1,-1-1 0,0 1 1,0 0-1,0-1 0,0 1 1,0 0-1,0 0 0,0-1 1,0 1-1,0 0 0,0 0 1,0-1-1,0 1 0,-1 0 1,1-1-1,-1 2 0,-8 22 1363,6-17-973,-12 32 767,-47 143-427,19-18-899,4-19 0,-22 159 0,58-232 0,2-74-1267,1-5-9082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3185,'0'1'453,"-1"-1"-1,1 0 0,0 1 0,-1-1 0,0 1 0,1-1 0,-1 0 0,1 1 0,-1-1 0,1 0 0,-1 0 1,0 0-1,1 1 0,-1-1 0,1 0 0,-1 0 0,0 0 0,1 0 0,-1 0 0,0 0 0,1 0 0,-1 0 1,1 0-1,-2-1 0,-3 2 5033,15 9-3032,-5-6-2321,0-1-1,0 0 0,1 0 0,-1 0 1,1-1-1,0 0 0,0 0 0,0 0 1,8 1-1,63 5 1370,-26-4-1033,-31-1-469,-6-1 1,0 0 0,-1 0 0,22 8 1,-35-10 1,1 0 0,-1 0 0,1 1 1,-1-1-1,0 0 0,1 0 0,-1 0 0,0 0 0,1 0 1,-1 1-1,0-1 0,1 0 0,-1 0 0,0 0 1,0 1-1,1-1 0,-1 0 0,0 1 0,0-1 1,1 0-1,-1 1 0,0-1 0,0 0 0,0 1 1,0-1-1,0 0 0,1 1 0,-1-1 0,0 0 0,0 1 1,0-1-1,0 1 0,0-1 0,0 0 0,0 1 1,0-1-1,0 0 0,0 1 0,0-1 0,-1 0 1,1 1-1,0-1 0,0 1 0,0-1 0,0 0 0,0 1 1,-1-1-1,1 0 0,0 0 0,0 1 0,-1-1 1,1 0-1,0 0 0,-1 1 0,1-1 0,-20 15 299,18-14-249,-24 13 781,-34 13 1,32-15-544,-43 25 0,64-33-256,0 1 1,0 0-1,1 0 0,0 0 1,0 1-1,0 0 0,1 0 1,-1 1-1,2 0 1,-8 11-1,11-16-1,0 0 0,0-1 0,-1 1 0,2 0-1,-1 0 1,0 0 0,0 0 0,1 0 0,-1 0 0,1 1 0,-1-1 0,1 0 0,0 0 0,0 0 0,0 0-1,0 1 1,0-1 0,1 0 0,-1 0 0,0 0 0,1 0 0,0 0 0,0 0 0,-1 0 0,1 0 0,0 0-1,1 0 1,-1 0 0,0-1 0,0 1 0,1 0 0,-1-1 0,1 1 0,-1-1 0,1 1 0,0-1 0,0 0-1,0 0 1,-1 0 0,1 0 0,0 0 0,0 0 0,0 0 0,4 0 0,10 3 91,-1-1-1,1 0 1,-1-1 0,30-1-1,-39-1-192,46 1-267,60-9-1,-86 5-2022,0-2 0,28-8 0,-44 8-3911,-11-1-3329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363 1 11589,'-4'1'9292,"-5"0"-3697,-12 4-2046,-34 7-2002,31-4-1130,0 1 0,-30 16 0,44-20-424,0 1 0,0 0 0,1 1 0,0 0 0,0 0 0,1 1 0,-13 14 0,20-20-8,0-1 0,0 0 0,1 0-1,-1 0 1,0 0 0,1 1 0,-1-1 0,1 0 0,-1 1 0,1-1-1,-1 0 1,1 1 0,0-1 0,0 1 0,0-1 0,0 0 0,0 1-1,0-1 1,0 1 0,0-1 0,1 0 0,-1 2 0,2-1-32,-1 1 1,0-1-1,0 0 1,1 0-1,0 0 1,-1 0-1,1 0 1,0 0-1,0 0 1,0-1-1,3 3 1,8 4-259,0-1 1,0-1 0,22 8 0,-20-8 53,4 1 36,24 10-67,-40-16 279,-1 0 0,1 0 0,-1 1 0,1-1-1,-1 1 1,0 0 0,1 0 0,-1 0 0,0 0 0,0 0 0,2 4 0,-3-6 24,-1 1-1,0 0 1,0 0 0,0-1 0,1 1-1,-1 0 1,0-1 0,0 1 0,0 0-1,0 0 1,0-1 0,-1 1-1,1 0 1,0-1 0,0 1 0,0 0-1,-1-1 1,1 1 0,0 0-1,-1-1 1,1 1 0,0 0 0,-1-1-1,1 1 1,-1-1 0,1 1 0,-1-1-1,1 1 1,-1-1 0,1 1-1,-1-1 1,0 0 0,1 1 0,-2-1-1,-25 13 812,23-12-746,-16 6 11,0-1-1,-1 0 1,1-2 0,-33 3-1,34-6-2637,0-1 1,-33-3-1,51 2 2210,0 1-52,0 1-1,1-1 0,-1 0 0,0 0 1,1 0-1,-1-1 0,0 1 1,0 0-1,1 0 0,-1 0 1,1 0-1,-1-1 0,0 1 1,1 0-1,-1-1 0,0 1 0,1 0 1,-1-1-1,1 1 0,-1-1 1,1 1-1,-1-1 0,1 1 1,0-1-1,-1 1 0,1-1 0,-1-1 1,5-7-6871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34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8180,'8'-4'6035,"-1"4"-3186,-1 4 1489,0 0-625,5 5-1215,7 1-609,7 3-49,9-1-911,8 1-433,6-3-496,0-2 0,0 1 0,-4-5-144,-9-2-1281,-7 0-1472,-16-2-2594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52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13131 14863 3922,'1'0'181,"-1"0"0,0 0-1,0 0 1,0 0 0,0 0 0,0 0 0,1 0 0,-1 0 0,0-1 542,0 1-542,0 0 0,0 0 0,0 0 0,0 0 0,1 0 0,-1-1 0,0 1-1,0 0 1,0 0 0,0 0 0,0 0 0,0 0 0,0 0 0,0-1 0,0 1 0,0 0-1,0 0 1,0 0 0,0 0 0,0 0 0,0-1 0,0 1 0,0 0 0,0 0 0,0 0-1,0 0 1,0 0 0,-1 0 0,1-1 0,0 1 0,0 0 0,0 0 542,0 0-542,0 0 0,0-1 0,-1 1 0,1 0 0,0 0 0,0 0 0,0 0 0,0 0-1,0 0 1,0 0 0,-1 0 0,1 0 0,0 0 0,0 0 0,-13 5 5197,-3 3-5646,-33 6 312,0-1-1,-1-3 0,0-2 0,-74 3 1,47-9-30,-89-9 1,-70 1 57,-208 42 333,361-28-352,0-3-1,-110-8 1,25-15-33,-173-41 0,201 30 29,-137-33-45,173 42 4,-15-4 74,105 20-81,0 0 1,1-2 0,-1 1-1,1-2 1,0 0 0,-15-10 0,-107-76-291,70 51 833,2-3 1,-104-95-1,160 133-405,0 0-1,1-1 1,0 1 0,1-1-1,-1 0 1,2-1 0,-1 1-1,1-1 1,-5-16-1,7 18-97,1 0 1,0-1-1,0 1 0,1-1 0,0 1 0,0 0 0,1-1 0,0 1 0,0-1 0,0 1 0,1 0 0,1 0 0,2-8 0,5-12 313,-1 0-1,-1-1 1,-2 0-1,-1 0 1,-1-1 0,-1 1-1,-2-1 1,-1 1-1,-1-1 1,-1 0 0,-2 1-1,-1-1 1,-1 1-1,-15-43 1,-48-109 129,35 97-177,-24-93-1,-24-300 486,37 167-731,29 220-84,-21-109 173,-14-237 1,47 337-113,-13-203 133,8 218-147,-31-131 0,-97-232-23,-15-63 0,65 101 0,-40-163 0,-32-11 0,50 192 0,-86-263 0,93 323 0,-31-93 0,-66-225 0,61 162 0,-98-374 0,204 729 0,-143-688 0,15-16 0,-79 20 0,234 803 0,-237-712 0,212 620 0,-5 2 0,-4 1 0,-5 2 0,-62-104 0,94 183-30,-5-10 53,-29-37 1,38 56-148,-1 1 0,-1 0 0,0 1 0,0 0 0,-1 0 0,-19-11 0,-51-23 81,-154-57 0,150 68 58,-154-84 0,211 101-15,0 1-1,-1 2 1,-1 0-1,0 2 1,-58-12 0,-162-9 56,94 14-25,-205-33-75,-353-44 31,-3 44 153,-38 69-304,3 39-787,740-57 957,-708 94-159,552-63-390,-2-7-1,-329 5 1,470-31 609,26-1 87,16-3 82,-6 2 386,-9 4 209,2-1-803,-37 15 2,25-9-148,1-1 0,-1 0 1,-16 4-1,38-31 223,1 8-2627,-4 10-9603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39:53.0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574 0 2065,'-1'3'8907,"-1"4"-5385,-4 17-323,-2 1-1935,-1-1-1,0-1 0,-16 26 0,13-28-845,-2-1-1,0 0 1,-19 20-1,12-18-352,0-2-1,-2-1 1,0-1-1,-1 0 0,0-2 1,-47 23-1,-163 65 385,286-120 3673,-38 13-3904,0 1 1,0 0 0,0 2 0,0-1-1,0 2 1,0 0 0,0 0 0,22 7-1,-3 2 441,54 27-1,-50-21-636,39 13 1,-64-25-23,-1-1 0,1-1 0,1 1-1,-1-2 1,0 0 0,0-1 0,21-1 0,-32 1 13,-1 0-1,0 0 1,1 0-1,-1 0 1,0 0-1,1 0 1,-1 0 0,0-1-1,0 1 1,1 0-1,-1 0 1,0 0 0,1 0-1,-1 0 1,0-1-1,0 1 1,1 0-1,-1 0 1,0-1 0,0 1-1,1 0 1,-1 0-1,0-1 1,0 1-1,0 0 1,1 0 0,-1-1-1,0 1 1,0 0-1,0-1 1,0 1-1,0 0 1,0-1 0,0 1-1,0 0 1,0-1-1,0 1 1,0 0 0,0-1-1,0 1 1,0 0-1,0-1 1,0 1-1,0-1 1,-4-7-1664,1 5-3718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36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7091,'1'-1'3290,"0"9"5764,-1-3-6556,-1-4-2353,0 1 1,1-1 0,-1 1-1,0-1 1,0 0-1,0 1 1,0-1 0,0 0-1,0 0 1,0 1 0,0-1-1,0 0 1,-1 0-1,1-1 1,0 1 0,-1 0-1,1 0 1,-1 0-1,1-1 1,-1 1 0,1-1-1,-3 1 1,2 0-87,-1 0-1,1 0 1,0 0-1,-1 0 1,1 0 0,0 1-1,0-1 1,0 1-1,0 0 1,0-1 0,0 1-1,-2 3 1,-3 12 404,0 1 0,1 0 1,1 0-1,1 1 0,0-1 0,2 1 0,-1 31 0,11 134 914,16-43-661,-15-101-411,-2 1 0,3 68-1,-10-97-302,-1 0 0,-1 0 0,0 0 0,-5 13 0,4-11-1,2-13 7,9-6-9818,1 3 2612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48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8 6083,'0'-1'237,"0"1"0,-1 0 0,1 0 1,0-1-1,0 1 0,0 0 0,0 0 0,0 0 1,0-1-1,0 1 0,0 0 0,1 0 0,-1 0 1,0-1-1,0 1 0,0 0 0,0 0 0,0-1 1,0 1-1,0 0 0,0 0 0,1 0 0,-1 0 0,0-1 1,0 1-1,0 0 0,0 0 0,0 0 0,1 0 1,-1 0-1,0-1 0,0 1 0,0 0 0,1 0 1,-1 0-1,0 0 0,0 0 0,0 0 0,1 0 1,-1 0-1,0 0 0,0 0 0,1 0 0,-1 0 1,0 0-1,0 0 0,1 0 0,3 13 4056,0 25-1467,-21 93 3515,-10 1-4511,8-41-1821,11-47-250,-65 362 907,49-202-1470,15 3-3310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0:52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72 23147,'-17'-13'4802,"-2"-3"-928,3-1-2930,1 2-944,9 11 0,4 0 0,4 2 0,2 2 0,0 2 0,4 2 0,1 2-768,-1 5-4579,-6 3-3297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0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203 345 5394,'16'-4'4549,"11"-10"-1942,-3 1-580,3-1 718,-19 7-707,-17 9-338,37-10-1374,1 1 0,-1 1 0,34-1 0,98-2-438,-47 4 156,356-43-60,53-4 77,777 12 123,-826 20 306,-293 7 44,-46 12 552,206 23 0,1 1-1158,-117-30 181,-192 3-92,0-1 0,-1-2 0,0-1 1,60-23-1,-62 19-17,0 3 1,0 0-1,1 2 0,55-6 1,123 2 5,-201 11-6,254 4-1,-218-3-1,8 2 118,468 28 558,358 22-346,-756-50 363,199 31-1,112 58-129,-387-80-150,-1-2-1,2-1 0,-1-3 1,90 1-1,283-13 142,-383 6-492,0 1 0,38 7 0,42 2 1009,-116-10-1064,1 3-5,-1 0 0,0 0 0,0 0 0,0 0 0,0 0 0,0 0 0,-1-1 0,-1 4 0,-9 23 0,7 3 0,-43 213 0,40-215 0,-18 68 0,-65 157 0,66-200 0,2 1 0,3 1 0,3 0 0,-19 112 0,34-172 0,0 0 0,0 0 0,-1 0 0,1 1 0,-1-1 0,0 1 0,0-1 0,1 1 0,-1 0 0,-1 0 0,1 1 0,0-1 0,-4-1 0,-8-5 0,0 1 0,-28-9 0,-24 0 0,-1 2 0,-1 4 0,-88-2 0,-212 15 0,-25-1 0,-251-41 0,29-15 0,164 10 0,-704-38 0,762 49 0,-445-17 0,-455 46 0,1120 4 0,-223 31 0,255-12 0,-184 2 0,189-25 0,-51 1 0,125 5 0,-98 7 0,157-7 0,0-1 0,0 1 0,1 0 0,-1 0 0,1 0 0,-1 0 0,1 1 0,-5 4 0,-15 9 0,-3-4 0,0-2 0,-1 0 0,-1-2 0,1-1 0,-1-2 0,-37 4 0,35-5 0,19-2 0,0 0 0,0-1 0,0 0 0,-1-1 0,-16-2 0,61-8 0,-2 3 403,37-5 1,-16 11-2729,-3 9-9246,-33-2-151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3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18286 10189 2961,'-19'-23'13819,"5"-4"-6119,0-7-3865,-1-21-3881,-5-12 1764,7 34-1050,-2 1 0,-1 1-1,-26-39 1,-68-80-460,62 89-258,-54-93 1,66 83 49,-30-87 0,36 83 0,-46-87 0,33 93 0,-84-107 0,-70-54 0,185 216 0,-611-659 0,424 461 0,-920-897 0,47 107 0,-781-633 0,888 870 0,246 201 0,102 78 0,-26 37 0,-542-227 0,875 525 0,-6 15 0,-6 13 0,-5 14 0,-431-85 0,500 139 0,-342-62 0,409 95 0,-200 4 0,-191 39 0,438-9 0,-179 41 0,237-33 0,1 3 0,1 5 0,-104 49 0,157-62 0,1 1 0,1 1 0,1 2 0,-42 36 0,53-39 0,1 0 0,0 2 0,2 0 0,0 0 0,1 2 0,0-1 0,-14 34 0,17-31 0,0 0 0,-2-1 0,-20 29 0,25-41 0,-1-1 0,0 0 0,0 0 0,-1 0 0,0-1 0,0 0 0,-1-1 0,0 0 0,-15 7 0,-66 23 0,-174 43 0,72-25 0,10 6 0,-285 80 0,-560 88 0,933-211 0,-52 18 0,2-7 0,-66 16 0,213-46 0,0 0 0,0 0 0,-1 0 0,1 0 0,-1-1 0,0 1 0,0 0 0,1 0 0,-2-1 0,1 1 0,0-1 0,0 1 0,-1-1 0,1-2 0,-1 4-49,0 1 0,1-1 0,-1 0 0,0 1 0,0-1 0,1 0 0,-1 1 0,0-1 0,1 1 0,-1-1 0,0 1 0,1-1 1,-1 1-1,1-1 0,-1 1 0,1-1 0,-1 1 0,1-1 0,0 1 0,-1 0 0,1-1 0,-1 1 0,1 0 0,0 0 0,-1-1 0,1 1 0,0 0 0,0 0 0,25 0-8372,-3-1-1782,-5-2-519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24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0 6211,'4'14'8466,"7"3"-3752,4 11-625,-14-22-3701,-1 0-1,0 0 1,0 0 0,0 0-1,-1 0 1,0 0-1,0 0 1,0 0 0,-1 0-1,0 0 1,0-1 0,-1 1-1,1-1 1,-1 1 0,0-1-1,-6 7 1,-8 11-32,-1-1 0,-27 25 1,23-25 140,-10 11-372,2 2 1,1 0 0,1 2 0,3 1-1,1 2 1,1 0 0,3 1-1,-26 73 1,43-105-126,-3 19 0,11-20 0,13-9 0,10-8 0,46-21 0,-47 18 0,40-13 0,-56 22 0,0 1 0,0 0 0,0 0 0,0 1 0,0 1 0,1 0 0,14 1 0,-10 2 0,-1-1 0,0 1 0,0-2 0,0 0 0,0-1 0,0 0 0,1-2 0,-1 1 0,20-7 0,-35 8-27,0 0 1,0 0-1,0 0 0,0 0 1,0 0-1,0 0 0,0 0 1,0 0-1,-1 0 0,1 0 1,0 0-1,0 0 0,0 0 1,0 0-1,0-1 0,0 1 1,0 0-1,0 0 0,0 0 1,0 0-1,0 0 0,0 0 1,0 0-1,0-1 0,0 1 1,0 0-1,0 0 0,0 0 1,0 0-1,0 0 0,0 0 1,0 0-1,0-1 0,0 1 1,0 0-1,0 0 0,0 0 1,0 0-1,0 0 0,0 0 1,0 0-1,0 0 0,0-1 1,0 1-1,0 0 0,0 0 1,0 0-1,0 0 0,1 0 1,-1 0-1,0 0 0,0 0 1,0 0-1,0 0 0,0 0 1,0 0-1,0 0 0,1-1 1,-10-1-4737,-1 4-3180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02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76 2865,'-5'-11'7426,"5"11"-7273,0-1-1,0 1 1,-1 0-1,1-1 1,0 1-1,0 0 1,0 0-1,-1-1 1,1 1-1,0 0 1,0-1-1,0 1 1,0 0-1,0-1 1,0 1-1,0 0 1,-1-1-1,1 1 1,0 0-1,0-1 1,0 1-1,1-1 1,-1 1-1,0 0 1,0-1-1,0 1 1,0 0-1,0-1 1,0 1-1,0 0 1,0-1-1,1 1 1,-1 0-1,0 0 1,0-1-1,1 1 1,-1 0-1,0-1 1,0 1-1,1 0 1,-1 0-1,0 0 1,0-1-1,1 1 1,-1 0-1,1 0 1,7-11 2881,-7 10-2927,-1 0-1,0 1 1,1-1 0,-1 0 0,1 0 0,-1 1-1,1-1 1,-1 1 0,1-1 0,0 0 0,-1 1-1,1-1 1,0 1 0,-1-1 0,1 1-1,0 0 1,0-1 0,0 1 0,-1 0 0,1 0-1,0-1 1,0 1 0,0 0 0,0 0-1,-1 0 1,1 0 0,1 0 0,154-11 974,-71 4-1060,-53 3-12,-24 2 6,0 0-1,-1 1 1,1 1 0,0-1 0,0 1 0,0 0-1,0 1 1,-1 0 0,1 0 0,0 1 0,8 3-1,-14-5 30,-1 1 0,0 0 1,0-1-1,0 1 0,0 0 0,0 0 0,0 0 0,0 0 0,-1 0 0,1 0 0,0 0 0,0 0 0,-1 0 0,1 0 0,-1 1 0,1-1 0,-1 0 0,1 0 1,-1 1-1,0-1 0,0 0 0,1 0 0,-1 3 0,-1 0 59,1-1 1,-1 1-1,1 0 1,-1-1-1,0 1 0,0-1 1,-1 1-1,-2 4 1,-2 3 65,0-1 1,-1-1-1,0 1 1,-12 12-1,9-11-62,-44 38 196,51-46-290,-1 0 0,0 0 0,0-1 0,0 1 0,0-1 0,0 0 0,0-1 0,-1 1 0,1 0 0,-1-1 0,1 0 0,-8 0 0,33-15-360,-15 13 239,-1 0 0,1 0 0,0 1 0,0 0 0,0 0 0,-1 0 0,1 1 0,0-1 0,0 1 0,-1 1 0,1-1 0,-1 1 0,8 3 0,-4-1 33,1 0-1,-1 1 1,0 0-1,-1 1 1,1 0-1,12 12 0,-18-16 73,0 1-1,-1-1 0,1 1 0,-1 0 0,1 0 0,-1 0 1,0 1-1,-1-1 0,1 0 0,0 1 0,-1-1 0,0 1 0,0-1 1,0 1-1,1 4 0,-3-5 36,1-1-1,0 1 1,-1-1 0,0 1 0,0-1 0,1 1-1,-1-1 1,-1 1 0,1-1 0,0 0 0,-1 0-1,1 0 1,-1 1 0,1-1 0,-1-1 0,0 1-1,0 0 1,0 0 0,0-1 0,0 1 0,0-1-1,-5 2 1,-12 8 489,-1-1 0,0-1 0,0-1 0,-40 10 0,-89 11 1116,146-29-1617,1 1-1,-1-1 1,1 0 0,-1 0 0,1 0-1,-1 0 1,1 0 0,-1 0-1,-2-2 1,0-5-150,12-9-465,-5 14 182,0-1 0,0 1 0,0 0 0,0-1 0,1 1-1,-1 0 1,0 0 0,1 0 0,0 1 0,-1-1 0,7-2 0,21-2-7786,-8 6 441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03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236 115 3986,'1'0'412,"-1"-1"1,1 0-1,-1 1 1,1-1 0,-1 0-1,0 1 1,1-1-1,-1 0 1,0 1-1,1-1 1,-1 0-1,0 0 1,0 1 0,0-1-1,1 0 1,-1 0-1,0 1 1,0-1-1,0 0 1,0 0-1,0 1 1,-1-1-1,1 0 1,0 0 0,0 1-1,0-1 1,-1 0-1,0-1 1,0 0 93,0 1 1,-1 0-1,1-1 1,0 1-1,-1 0 1,0 0-1,1 0 1,-1 0-1,1 0 1,-1 0-1,-3-1 1,-1 0 90,0 0-1,0 1 1,0 0 0,0 0-1,0 0 1,0 1 0,-10 0 0,8 2-328,-1 0 1,1 1 0,0 0-1,-1 0 1,1 1 0,1 0 0,-1 0-1,1 1 1,-1 0 0,1 0 0,-7 8-1,9-9-244,-1 1-1,1 1 0,0-1 1,1 1-1,-1 0 0,1 0 1,1 0-1,-1 0 0,1 1 1,0 0-1,0-1 1,1 1-1,-4 13 0,6-16-28,0 1 1,0-1-1,0 0 0,0 0 0,1 1 0,0-1 0,0 0 0,0 0 1,0 0-1,0 0 0,1 0 0,0 0 0,0 0 0,4 6 0,-2-4-74,1-1 0,0 1 0,0-1 0,1 0 0,-1 0 0,1-1 0,0 0 0,8 5 0,-4-4-37,1 0 0,-1 0 1,1-1-1,0 0 0,0-1 0,1 0 1,-1-1-1,0-1 0,1 1 1,21-2-1,-29 0 117,0-1 1,0 1-1,0-1 1,-1 0-1,1 0 1,0 0-1,0-1 1,-1 1-1,1-1 0,-1 0 1,0 0-1,1 0 1,-1-1-1,0 1 1,0-1-1,-1 1 1,6-7-1,-5 3 39,1 1 0,-1-1 0,-1 1 1,1-1-1,-1 0 0,0 0 0,0 0 0,-1-1 0,0 1 0,1-8 1,-1-3 167,-1 1 0,-1-1 0,0 1 0,-1-1 0,-1 1 0,0-1 0,-11-27 0,14 43-207,-1-4 41,-1 0 0,0 0 0,0-1 0,-1 1 1,1 0-1,-1 1 0,0-1 0,-1 0 1,1 1-1,-1 0 0,0 0 0,0 0 0,0 0 1,0 1-1,-1-1 0,-8-4 0,-36-11-45,47 18-73,1 1 0,-1-1 1,1 1-1,-1-1 0,0 1 1,1 0-1,-1 0 0,1 0 1,-1 0-1,1 0 0,-1 0 1,1 1-1,-1-1 0,0 1 1,-2 0-1,-10 12-6953,11-9 4216,-6 7-6880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5 170 4898,'0'0'274,"-1"-1"-1,1 1 0,-1 0 1,1-1-1,0 1 0,0-1 1,-1 1-1,1-1 0,0 1 0,0-1 1,-1 1-1,1-1 0,0 1 1,0-1-1,0 1 0,0-1 1,0 1-1,0-1 0,0 1 1,0-1-1,0 1 0,0-1 1,0 1-1,0-1 0,0 1 1,0-1-1,0 1 0,1-1 1,-1 1-1,0 0 0,1-2 1,15-12 3711,-11 11-3360,0 1 1,0-1-1,0 1 1,0 0 0,10-2-1,-13 4-403,0 0 0,1 0-1,-1 0 1,0 0 0,0 0 0,0 1-1,0-1 1,0 1 0,0-1 0,0 1-1,0 0 1,0 0 0,0 0 0,-1 0-1,1 0 1,0 0 0,0 0 0,-1 1-1,1-1 1,2 3 0,-1 0 31,0 0 0,0 1 0,-1-1 0,1 1 0,-1 0 0,0 0 0,0-1 1,1 7-1,1 9 68,0 0 0,-1 0 1,-1 24-1,-1 11-73,2-69-160,0 1 1,2 0-1,-1 0 1,2 0-1,9-17 1,6-9-698,2 2 0,2 0 0,1 1 1,58-60-1,-75 90-2192,4 7-6961,-7 1 6035,6 0-3207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44 4866,'8'1'2970,"-2"-4"5616,-11 2-1266,-5 4-6603,-3 3 25,1 1 0,0 0-1,0 1 1,-13 12 0,20-16-703,1 0 0,-1 1 0,1-1 0,-1 1 0,1 0 0,1 0 1,-1 1-1,1-1 0,0 1 0,0-1 0,-3 11 0,6-13-38,0-1-1,0 1 0,0 0 1,0 0-1,1-1 1,-1 1-1,1 0 1,-1-1-1,1 1 1,0-1-1,0 1 0,1-1 1,-1 0-1,0 1 1,1-1-1,-1 0 1,1 0-1,0 0 0,0 0 1,0 0-1,0 0 1,0 0-1,0-1 1,4 3-1,5 3-39,0 0-1,1-1 1,18 8-1,-25-12 32,-1 0 0,1 0 0,-1-1 0,1 0 0,0 0 1,-1 0-1,1 0 0,0-1 0,0 0 0,0 0 0,0 0 0,-1 0 0,1-1 0,0 0 0,0 0 0,-1 0 0,1-1 0,-1 0 0,1 0 0,-1 0 0,0 0 0,1 0 0,-1-1 0,0 0 0,-1 0 0,6-5 0,-3 2-6,-1 0 1,0-1-1,-1 0 1,1 0-1,-2 0 1,1 0-1,0-1 0,-1 1 1,-1-1-1,1 0 1,-1 0-1,-1 0 1,1 0-1,-1-16 1,-3-29-224,2 49 52,-1 0 0,0 0-1,0 0 1,0 1-1,0-1 1,0 0-1,-1 0 1,0 1 0,0-1-1,-4-6 1,6 10-21,-1-1 1,0 0-1,1 1 0,-1-1 1,0 1-1,1-1 1,-1 1-1,0-1 0,1 1 1,-1 0-1,0-1 1,0 1-1,0 0 0,1 0 1,-1-1-1,0 1 1,-1 0-1,-13 6-7354,7 2 1301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211 45 6723,'0'-2'625,"0"1"0,0-1 1,-1 1-1,1-1 0,0 0 0,-1 1 0,1-1 1,-1 1-1,1 0 0,-1-1 0,0 1 0,0-1 0,1 1 1,-1 0-1,0 0 0,-2-3 0,1 2-143,0 1 0,-1-1-1,1 1 1,0-1 0,0 1-1,-1 0 1,1 0 0,-1 0 0,-3-1-1,2 1-265,0 0 0,0 1-1,0-1 1,0 1 0,0 0-1,0 0 1,0 0 0,-1 0-1,1 1 1,0 0 0,0 0-1,1 0 1,-6 2 0,-1 2-41,0 1 1,0 1-1,1-1 1,-1 1 0,-12 14-1,18-17-163,0 0-1,0 1 1,1-1-1,-1 1 1,1 0-1,0 0 1,0 0-1,1 1 1,0-1-1,0 1 1,0-1-1,-2 12 1,4-15-14,0-1 1,-1 1 0,1-1-1,0 1 1,1-1 0,-1 1-1,0-1 1,0 1 0,1-1-1,-1 1 1,0-1-1,1 1 1,0-1 0,-1 0-1,1 1 1,0-1 0,0 0-1,-1 1 1,1-1 0,0 0-1,0 0 1,1 0 0,1 2-1,0-2-15,-1 1-1,1-1 0,0 1 1,0-1-1,1 0 0,-1-1 0,0 1 1,0 0-1,0-1 0,6 1 1,6-2-267,0 0 1,-1 0 0,26-7-1,-26 5 2,0 0 1,0-1-1,0-1 0,0 0 0,-1-1 0,0-1 1,21-12-1,-24 7-3,-13 5-1996,2 7 1730,-1 0-1,0 0 1,1-1 0,-1 1 0,1 0-1,-1 0 1,1 1 0,-1-1 0,1 0 0,-1 0-1,1 1 1,-1-1 0,1 1 0,-3 0-1,-10 6-5130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12 12902,'0'-1'226,"0"0"-1,0 1 1,-1-1-1,1 0 1,0 1 0,-1-1-1,1 1 1,0-1-1,-1 1 1,1-1 0,-1 1-1,1-1 1,-1 1 0,1 0-1,-1-1 1,0 1-1,1 0 1,-1-1 0,1 1-1,-1 0 1,0 0-1,1-1 1,-1 1 0,1 0-1,-1 0 1,0 0 0,1 0-1,-1 0 1,0 0-1,1 0 1,-1 0 0,0 0-1,1 0 1,-1 0-1,0 1 1,1-1 0,-1 0-1,0 0 1,1 1 0,-1-1-1,1 0 1,-1 1-1,1-1 1,-1 0 0,0 1-1,-31 19 2976,16-6-2447,0 1 0,0 0 0,2 0 0,0 2 0,0 0 0,-18 32 0,20-28-653,1 1-1,1-1 1,1 2 0,1-1 0,1 1 0,1 0 0,1 1-1,1-1 1,-1 47 0,5-66-143,0-1 0,0 0 1,0 1-1,0-1 0,1 1 0,-1-1 1,1 0-1,0 0 0,0 1 0,0-1 0,1 0 1,-1 0-1,1 0 0,0 0 0,0-1 1,0 1-1,0 0 0,0-1 0,0 1 0,4 2 1,-1-2-374,0 0 0,0-1 1,1 1-1,-1-1 0,1 0 1,-1 0-1,1-1 0,0 0 1,0 0-1,0 0 0,6-1 1,-1 1-1906,0-1 0,1-1 0,17-3 1,-4-2-6624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1:31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12438,'4'-11'4866,"15"3"-352,12 0-256,11-1-1505,10 7-1616,5 0-993,-1 0-144,-6 4-1761,-4 2-3169,-2-2-1985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6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90 2993,'1'2'718,"0"-1"0,0 1 0,0-1 0,1 0 0,-1 1 0,0-1 0,1 0 0,-1 0 0,1 0 0,0 0 0,-1 0 0,1 0 0,-1-1 0,1 1 0,0 0 0,2 0 0,-2-5-230,0 0 0,-1 0 0,0 0 0,1 1 0,-2-1 0,1-1 0,0 1 0,0-8 0,5-24 282,-3 25-491,3-7 1321,-5 30 278,-5 40-280,-8 202 1998,2 15-2475,9-264-1115,1 0 26,-1 1 1,1-1-1,0 0 1,0 1-1,0-1 1,1 0-1,0 0 1,2 9-1,-7-17-3504,-7-9-7097,5 4 2651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8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230 513 3506,'5'-2'9592,"10"-1"-4499,79-21-2845,607-104-1872,-527 101-235,1050-119-47,-668 76-82,-76 9 10,514 15-19,-839 43 24,-44 1 6,780 13 1222,567 137-1839,-290-28-1123,-1070-117 2267,1-5 0,127-19 0,-198 19-248,0 1 0,-1 1-1,1 1 1,37 7 0,108 30-31,-112-23-186,-9-2-11,-19-4 541,0-1-1,40 3 1,-73-11-501,1 1 0,-1-1-1,0 0 1,1 0 0,-1 0 0,0 0 0,1 0 0,-1 0 0,1 0 0,-1 0-1,0 0 1,1 0 0,-1 0 0,1 0 0,-1 0 0,0 0 0,1 0 0,-1 0-1,1 0 1,-1 0 0,0-1 0,1 1 0,-1 0 0,0 0 0,1 0 0,-1-1-1,0 1 1,1 0 0,-1 0 0,1-1 0,9-3 1481,-25 24-1560,10-13 25,-87 109 1205,-14 22-1007,94-119-271,1 0 0,0 0 1,2 1-1,1 1 0,0-1 0,-5 24 0,-14 140 3,0 2 0,19-155 0,1 7 0,-3-2 0,-1 1 0,-22 49 0,32-85 0,0-1 0,1 0 0,-1 0 0,0 1 0,1-1 0,-1 0 0,0 0 0,0 0 0,1 0 0,-1 0 0,0 0 0,0 0 0,1 0 0,-1 0 0,0 0 0,1-1 0,-1 1 0,0 0 0,1 0 0,-1-1 0,0 1 0,1 0 0,-1-1 0,1 1 0,-2-1 0,-27-15 0,14 7 0,-27-7 0,-1 2 0,0 2 0,0 2 0,-70-8 0,95 15 0,-773-54 0,468 45 0,-187-20 0,-559-17 0,582 64 0,-144-2 0,422-20 0,-234-4 0,0 32 0,251 0-209,-242-5-1,-30-36 242,-160-3-185,6 42 685,571-13-529,0 2-1,-58 18 1,91-22-3,1-1 0,-1-1 0,1-1 0,-1 0 0,0 0 0,1-1 0,-16-3 0,-14 1 0,-199-2 0,-427 2 0,661 2-8,10-1 10,24-1 12,43-3-121,-62 5-41,62 0-2803,-24 8-6289,-28-4-28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09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11 5090,'6'-1'11257,"-1"-1"-3861,2-4-1042,-4 5-6062,-10 14 1350,-57 120-1295,-66 193 0,120-299-305,-73 227-42,68-193 0,1 1 0,-5 78 0,19-104-990,-1-1-5231,1-30 4627,-1-1 0,1 0 0,-1 0 0,-1 0 0,1 0 1,-3 6-1,-8 9-8227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0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4 111 11861,'0'0'152,"0"0"-1,0 0 0,0 0 0,0 0 0,-1-1 0,1 1 0,0 0 0,0 0 0,0 0 0,0 0 1,0 0-1,-1 0 0,1 0 0,0 0 0,0 0 0,0 0 0,0-1 0,0 1 0,0 0 0,0 0 0,-1 0 1,1 0-1,0 0 0,0 0 0,0-1 0,0 1 0,0 0 0,0 0 0,0 0 0,0 0 0,0-1 1,0 1-1,0 0 0,0 0 0,0 0 0,0 0 0,0-1 0,0 1 0,0 0 0,0 0 0,0 0 1,0 0-1,0-1 0,0 1 0,0 0 0,0 0 0,1 0 0,8-6 3425,16 2-628,-22 4-2742,0 1-1,0 1 1,0-1 0,0 0-1,0 1 1,0-1-1,-1 1 1,1 0-1,-1 0 1,1 0-1,-1 0 1,1 0-1,-1 1 1,0-1-1,0 1 1,0-1 0,-1 1-1,1 0 1,0 0-1,-1-1 1,0 1-1,0 0 1,1 5-1,0-2-40,0 0-1,0 0 1,-1 0-1,0 0 1,-1 0-1,1 0 1,-1 1-1,0-1 1,-1 0-1,1 0 1,-4 10 0,4-16-162,0 0 0,0 0 0,0 0 0,0 0 0,0 0 0,0 0 1,0 0-1,0 0 0,0 0 0,0 0 0,0-1 0,0 1 1,0 0-1,-1 0 0,1 0 0,0 0 0,0 0 0,0 0 1,0 0-1,0 0 0,0 0 0,0 0 0,0 0 0,0 0 0,-1 0 1,1 0-1,0 0 0,0 0 0,0 0 0,0 0 0,0 0 1,0 0-1,0 0 0,0 0 0,0 0 0,0 0 0,-1 0 0,1 0 1,0 0-1,0 0 0,0 1 0,0-1 0,0 0 0,0 0 1,0 0-1,0 0 0,0 0 0,0 0 0,0 0 0,0 0 1,0 0-1,0 0 0,0 0 0,0 0 0,-1 1 0,1-1 0,0 0 1,0 0-1,0 0 0,0 0 0,0 0 0,0 0 0,0 0 1,0 0-1,0 1 0,-3-14 29,0-18-51,5 19 20,0 0 0,1 0-1,1 1 1,0-1 0,0 1 0,1-1 0,11-17 0,-12 22-7,0 1 0,1-1 0,0 1 0,0 1 1,0-1-1,0 1 0,1 0 0,0 0 0,0 0 1,1 1-1,-1 0 0,1 0 0,10-4 0,-15 8-172,-1-1 0,0 1-1,0 0 1,1-1-1,-1 1 1,0 0 0,0 0-1,1 0 1,-1 0 0,0 0-1,1 0 1,-1 1-1,0-1 1,0 0 0,2 1-1,14 14-9239,-6-2 1708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0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19 12742,'-21'2'10681,"-3"5"-4298,17-4-5625,-1 0 1,1 0-1,0 1 1,-11 7 0,15-9-787,1 0 0,-1-1 0,1 1 0,-1 0 0,1 0 1,0 0-1,0 1 0,0-1 0,0 0 0,0 1 1,0 0-1,1-1 0,-1 1 0,1 0 0,0 0 1,0-1-1,0 1 0,0 0 0,0 0 0,0 0 1,1 1-1,0-1 0,-1 0 0,1 0 0,1 0 1,-1 0-1,0 0 0,1 0 0,1 5 0,-2-7 16,1 1-1,0-1 1,0 1 0,0-1-1,0 0 1,0 1-1,0-1 1,0 0-1,0 0 1,1 0 0,-1 0-1,0 0 1,1 0-1,-1 0 1,1-1-1,-1 1 1,1 0-1,-1-1 1,1 1 0,-1-1-1,1 1 1,0-1-1,-1 0 1,1 0-1,0 0 1,-1 0-1,1 0 1,0 0 0,-1 0-1,1-1 1,0 1-1,-1 0 1,1-1-1,-1 0 1,1 1 0,1-2-1,5-1-36,0 0 1,0-1-1,-1 0 0,0 0 1,13-10-1,-12 7 54,-1 0 0,0-1 0,0 0 0,7-11 1,-12 17-17,0 0 0,-1-1 0,1 1 1,-1-1-1,0 1 0,1-1 0,-1 1 1,0-1-1,-1 0 0,1 1 0,0-1 1,-1 0-1,0 0 0,1 0 0,-1 1 1,0-1-1,0 0 0,-1 0 0,1 0 1,-2-4-1,2 6-167,-1 0 0,1 0 0,-1 1 1,1-1-1,-1 0 0,0 0 0,1 1 0,-1-1 0,0 1 1,0-1-1,1 1 0,-1-1 0,0 1 0,0-1 0,0 1 1,1 0-1,-1-1 0,0 1 0,0 0 0,0 0 0,0 0 1,-1 0-1,1 0-321,-1 0 0,2 0 1,-1 0-1,0 0 1,0 0-1,0 0 0,0 0 1,0 1-1,0-1 0,0 0 1,0 1-1,0-1 1,0 1-1,0-1 0,0 1 1,1 0-1,-1-1 0,0 1 1,0 0-1,0 0 1,-2 7-6796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36 11093,'0'-1'208,"1"1"0,-1 0 0,1 0 0,-1 0 0,1-1 0,-1 1 0,1 0 0,-1 0 0,1-1 0,-1 1 0,0 0 1,1-1-1,-1 1 0,1-1 0,-1 1 0,0 0 0,0-1 0,1 1 0,-1-1 0,0 1 0,0-1 0,1 1 0,-1-1 0,0 1 0,0-1 0,0 1 0,0-1 0,0 1 0,0-1 0,0 1 0,0-1 0,0 1 0,0-1 0,0 1 0,0-1 0,0 1 0,0-1 0,0 1 0,-1-1 0,1 1 1,0-1-1,0 1 0,-1-1 0,1 1 0,0-1 0,-1 1 0,1-1 0,0 1 0,-1 0 0,1-1 0,0 1 0,-1 0 0,1-1 0,-1 1 0,1 0 0,-1 0 0,1-1 0,-1 1 0,-2-1 237,0 0-1,0 0 1,0 0-1,0 1 1,-1-1 0,1 1-1,0 0 1,0 0-1,-4 0 1,-6 2-180,1 0 1,-1 1-1,1 1 1,0 0-1,0 0 0,0 1 1,1 1-1,0 0 1,0 0-1,0 1 1,-16 14-1,26-20-264,0 0-1,0 1 1,0-1-1,0 0 1,0 0 0,1 0-1,-1 1 1,0-1-1,1 0 1,-1 1-1,1-1 1,-1 0 0,1 1-1,0-1 1,0 1-1,-1-1 1,1 1-1,0-1 1,0 0 0,1 1-1,-1-1 1,0 1-1,1 2 1,1-1-17,-1 0 0,1 0 1,-1 0-1,1 0 0,0 0 1,1 0-1,-1 0 0,0-1 1,5 5-1,1-1-77,0 0-1,0 0 1,1-1-1,0 0 1,0 0-1,13 4 1,-21-8 82,1-1 0,0 1 1,-1-1-1,1 0 0,0 0 1,-1 0-1,1 0 0,0 0 1,-1 0-1,1 0 0,0 0 1,0-1-1,-1 1 0,1-1 1,-1 1-1,1-1 0,0 1 1,-1-1-1,1 0 0,1-1 1,0-1-36,0 1 0,-1-1 0,0 1 0,1-1 0,-1 0 0,0 0 0,0 0 0,0 0 0,1-5-1,1-2-518,0 0-1,-1 0 0,-1 0 0,0 0 0,2-20 0,-8-6-4640,-4 15-3314,-2 9-930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47 9620,'32'-46'19212,"-30"47"-16558,-2 8-1638,-4 10-770,-7 4-239,-2-1 0,-24 33 0,25-40-7,1 1-1,1 0 1,0 0 0,1 1 0,1 0-1,-8 26 1,14-38 3,1 0 0,1-1 0,-1 1 0,1 0-1,0 0 1,0-1 0,0 1 0,1 0 0,1 8 0,10 10-2289,-10-21 1644,0-1 1,-1 1-1,1-1 0,0 1 0,0-1 1,0 0-1,0 0 0,0 0 0,1 0 0,1 1 1,20 3-8403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1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51 17416,'-12'-17'4514,"10"5"-2161,12 1 1169,17 3-2690,15 6-832,10 4-896,7 4-2594,6 5-4353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2.1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55 4050,'-3'-2'1941,"0"0"1,0 0 0,1-1-1,-1 1 1,1-1-1,-1 0 1,1 1-1,-3-5 1,5 7-1713,0-1 1,0 1-1,0-1 1,-1 1-1,1-1 1,0 1-1,0 0 0,0-1 1,0 1-1,0-1 1,0 1-1,0-1 1,0 1-1,0-1 0,0 1 1,0 0-1,0-1 1,1 1-1,-1-1 1,0 1-1,0-1 0,0 1 1,1 0-1,-1-1 1,0 1-1,1-1 1,18-7 2372,-2 5-2331,-1 0 1,0 2 0,1 0 0,-1 1 0,1 0 0,-1 1-1,1 1 1,24 6 0,-39-8-272,0 1 0,-1-1 0,1 1 0,0 0 0,-1 0 0,1-1 0,0 1 0,-1 0 0,1 0 0,-1 0 0,0 1 0,1-1 0,-1 0 0,0 0 0,0 1 0,0-1 0,1 1 0,-2-1 0,3 3 0,-3-2 0,0-1 0,0 1 0,1-1 0,-1 1 0,0 0 0,0-1 0,-1 1 0,1-1 0,0 1 0,-1-1 0,1 1 0,0-1 0,-1 1 0,0-1 0,1 1 0,-1-1 0,-1 3 0,-3 2 0,0 0 0,0 0 0,-1 0 0,0 0 0,0-1 0,0 0 0,-10 6 0,-5 1 6,-38 16 0,9-6-159,50-22 131,0 0 1,-1 0 0,1 0 0,0 0 0,-1 1 0,1-1 0,0 0 0,0 0 0,-1 0-1,1 0 1,0 0 0,0 0 0,-1 1 0,1-1 0,0 0 0,0 0 0,-1 0 0,1 1-1,0-1 1,0 0 0,0 0 0,-1 1 0,1-1 0,0 0 0,0 0 0,0 1 0,0-1-1,0 0 1,0 1 0,0-1 0,0 0 0,0 0 0,-1 1 0,1-1 0,0 0 0,0 1-1,1-1 1,-1 0 0,0 0 0,0 1 0,0-1 0,0 0 0,0 1 0,0-1 0,16 9-681,27 1-35,-42-9 719,15 1-186,-10-2 171,-1 1-1,0 0 0,0-1 0,0 2 0,0-1 0,0 0 0,0 1 1,0 0-1,0 0 0,-1 1 0,1-1 0,-1 1 0,6 5 1,-9-7 58,-1 0 0,0 0 1,1 0-1,-1 0 1,1 0-1,-1 0 0,0 0 1,0 0-1,0 0 1,0 0-1,0 0 0,0 0 1,0 1-1,0-1 1,0 0-1,0 0 1,-1 0-1,1 0 0,0 0 1,-1 0-1,1 0 1,-1 0-1,1 0 0,-1 0 1,0 0-1,1 0 1,-1 0-1,0 0 0,0-1 1,1 1-1,-1 0 1,0 0-1,-1 0 1,-32 24 1001,13-13-799,0-1 1,-45 15-1,-10-6-3015,61-20-2241,16-1 4715,-1 1 0,0-1 0,0 1 1,0-1-1,0 1 0,0 0 0,0-1 0,1 1 0,-1-1 0,0 1 0,0-1 0,1 1 0,-1 0 1,0-1-1,1 1 0,-1 0 0,0-1 0,1 1 0,-1 0 0,0-1 0,1 1 0,-1 0 0,1 0 1,-1-1-1,1 1 0,-1 0 0,0 0 0,1 0 0,0 0 0,24-12-9385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2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48 6131,'8'-9'10646,"-16"8"-4699,-17 9-1069,14-2-3770,-10 5 578,-34 24-1,49-31-1668,1 0 0,0 1 0,0-1 0,1 1 0,-1 0 0,1 0 0,0 1 0,1-1-1,-1 1 1,1 0 0,-3 8 0,5-13-22,0 1 1,1 0-1,-1 0 0,1 0 1,-1 0-1,1-1 0,0 1 0,0 0 1,0 0-1,0 0 0,0 0 0,0 0 1,1 0-1,-1 0 0,0-1 1,1 1-1,0 0 0,-1 0 0,1 0 1,0-1-1,0 1 0,2 2 1,-1-1-36,1-1 0,-1 0 0,1 1 0,0-1 0,0 0 0,0-1 0,0 1 0,0 0 0,0-1 0,1 0 0,4 2 0,3-1-108,0 1 0,0-2 1,0 1-1,0-2 0,0 1 1,21-3-1,-23 0 147,0 0 0,1-1 0,-1 1 1,0-2-1,0 1 0,-1-1 0,1 0 0,-1-1 0,0 0 0,0-1 1,-1 1-1,11-12 0,-13 13 59,-1-1 0,0 1 0,0-1 0,-1-1 0,1 1 0,-1 0 0,-1-1 1,1 0-1,-1 1 0,0-1 0,0 0 0,0 0 0,-1 0 0,0 0 0,0-1 0,-1 1 0,0 0 0,0 0 0,0 0 1,-1-7-1,0 10-70,1 1 0,-1-1 1,0 1-1,1-1 0,-1 1 0,0 0 1,0-1-1,-1 1 0,1 0 1,0 0-1,-1 0 0,1 0 1,-1 0-1,0 0 0,0 0 1,1 1-1,-1-1 0,0 1 1,-1-1-1,1 1 0,0 0 1,0-1-1,-3 0 0,-1 1-539,1-1-1,-1 1 1,1 0-1,-1 0 1,0 1 0,1 0-1,-1 0 1,1 0-1,-11 2 1,-26 7-5116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2:15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301 4 2913,'0'0'240,"1"1"0,-1-1 0,0 1 0,0-1-1,0 0 1,1 1 0,-1-1 0,0 0 0,0 1-1,1-1 1,-1 0 0,0 1 0,1-1 0,-1 0 0,0 1-1,1-1 1,-1 0 0,1 0 0,-1 0 0,0 1-1,1-1 1,-1 0 0,1 0 0,-1 0 0,1 0 0,-1 0-1,0 0 1,1 0 0,-1 0 0,1 0 0,-1 0-1,1 0 1,-1 0 0,1 0 0,-1 0 0,0 0-1,1 0 1,-1-1 0,1 1 0,-1 0 0,0 0 0,1-1-1,-1 1 1,0 0 0,1 0 0,-1-1 0,0 1-1,1 0 1,-1-1 0,0 1 0,1 0 0,-1-1 0,8-5 4337,-27 17 1728,12-7-6173,1 0 1,-1 1 0,1 0-1,0 0 1,1 1-1,-7 7 1,-45 68 894,5 2-1,-53 112 1,92-169-786,9-18-114,-18 39 289,20-43-372,1-1-1,0 0 0,0 0 1,1 1-1,-1-1 1,1 0-1,-1 1 0,1-1 1,0 0-1,0 1 1,1-1-1,0 4 1,-1-5-13,1-1 0,-1 0 0,1 0 0,0 1 0,-1-1 0,1 0 0,0 0 0,0 0 1,0 1-1,0-1 0,0 0 0,0-1 0,0 1 0,1 0 0,-1 0 0,0 0 0,0-1 1,1 1-1,-1 0 0,0-1 0,1 1 0,-1-1 0,1 0 0,-1 0 0,0 1 0,1-1 0,-1 0 1,1 0-1,-1 0 0,3-1 0,5 1-62,-1-2 0,1 1 0,16-6 0,-10 3 95,47-12-64,-27 6 0,52-7 0,-38 13 0,-30 3 0,0 0 0,0-2 0,-1 0 0,1-1 0,31-11 0,-49 15 3,0-1 0,0 1 0,0-1-1,0 0 1,0 1 0,0-1 0,0 0 0,0 1 0,0-1-1,0 0 1,-1 0 0,1 0 0,0 0 0,-1 0 0,1 0 0,-1 0-1,1 0 1,-1 0 0,1 0 0,-1 0 0,1 0 0,-1-2 0,0 3-7,0-1 1,0 1 0,0 0-1,0 0 1,0-1 0,0 1-1,0 0 1,0 0 0,0-1-1,0 1 1,-1 0 0,1 0-1,0 0 1,0-1 0,0 1-1,0 0 1,0 0 0,-1 0-1,1-1 1,0 1 0,0 0-1,0 0 1,-1 0 0,1 0-1,0 0 1,0-1 0,-1 1-1,1 0 1,0 0 0,0 0-1,-1 0 1,1 0 0,-16 5-700,-1 6-3563,2 7-2871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5:06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97 9732,'9'-35'5371,"-8"30"-4789,0-1 1,0 1 0,0-1 0,1 1 0,0 0 0,4-9-1,-5 13-351,0-1 0,0 1 0,0 0 0,0 0 0,1 0-1,-1 0 1,0 0 0,0 0 0,1 0 0,-1 0 0,0 1 0,1-1-1,-1 0 1,1 1 0,-1-1 0,1 1 0,-1 0 0,1-1 0,-1 1-1,1 0 1,0 0 0,-1 0 0,1 0 0,-1 0 0,1 1 0,-1-1-1,1 0 1,0 1 0,1 0 0,-2-1 14,-1 0-1,1 1 1,0-1 0,-1 0 0,1 0-1,-1 1 1,1-1 0,0 1 0,-1-1-1,1 1 1,-1-1 0,1 1 0,-1-1-1,1 1 1,-1-1 0,0 1 0,1-1-1,-1 1 1,0 0 0,1 0 0,2 18 1279,-8 23-1909,4-36 741,-7 27-351,0-1 0,-2 0 1,-1-1-1,-30 56 0,-78 111-8,29-54 4,89-143-1,0 0 0,0 1 0,0-1 0,0 1 0,0-1 0,0 1 0,0 0 0,1-1 0,-1 1 0,1 0 0,-1-1 0,1 1 0,0 0 0,0 0 0,0-1 0,0 1 0,0 0 0,0 3 0,2-4 0,-1-1 0,0 1 0,1 0 0,-1-1 0,0 1 0,1-1 0,-1 1 0,1-1 0,-1 0 0,1 0 0,-1 0 0,1 0 0,-1 0 0,1 0 0,-1 0 0,1 0 0,-1 0 0,1-1 0,-1 1 0,1-1 0,-1 1 0,1-1 0,1 0 0,142-43 0,64-15 0,-133 43 0,1 3 0,133-6 0,-210 19 0,1 0 1,-1 0-1,0 0 0,1 0 1,-1 0-1,1 0 0,-1 0 1,1 0-1,-1 0 1,0 0-1,1 0 0,-1-1 1,1 1-1,-1 0 0,0 0 1,1 0-1,-1-1 0,0 1 1,1 0-1,-1 0 0,0-1 1,1 1-1,-1 0 1,0-1-1,1 1 0,-1 0 1,0-1-1,0 1 0,0-1 1,1 1-1,-1 0 0,0-1 1,0 1-1,0-1 0,0 1 1,0-1-1,0 1 1,0 0-1,0-1 0,0 1 1,0-1-1,0 1 0,0-1 1,-6-5-3189,0 5-3196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5:07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64 7299,'34'-37'7851,"-10"11"5417,-31 37-9316,-1 16-3354,-3 4-799,-71 129 201,-43 98 0,124-254 0,-3 4 0,1 0 0,0 1 0,1 0 0,-3 17 0,5-24 0,0 0 0,0 0 0,0 0 0,0 0 0,0 0 0,1 0 0,-1 0 0,1 0 0,-1-1 0,1 1 0,-1 0 0,1 0 0,0 0 0,0 0 0,0-1 0,0 1 0,0-1 0,1 1 0,-1-1 0,0 1 0,1-1 0,-1 1 0,1-1 0,0 0 0,-1 0 0,1 0 0,0 0 0,2 1 0,8 2 0,0 0 0,1 0 0,-1-2 0,1 1 0,0-2 0,0 0 0,24 0 0,96-14 0,-110 10 0,95-14 0,-1-4 0,-1-6 0,203-76 0,-334 109-3175,-2-2-3414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5:09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261 14 8180,'11'-14'20675,"-16"22"-18076,-153 235-1330,90-145-1225,65-94-44,-4 6 0,1-1 0,1 1 0,-1 0 0,-3 11 0,8-20 0,1 1 0,-1-1 0,0 1 0,1-1 0,0 1 0,-1-1 0,1 1 0,0-1 0,0 1 0,-1 0 0,1-1 0,0 1 0,1-1 0,-1 1 0,0 0 0,0-1 0,1 1 0,-1-1 0,1 1 0,-1-1 0,1 1 0,0-1 0,0 1 0,0-1 0,-1 0 0,1 1 0,0-1 0,1 0 0,-1 0 0,0 0 0,0 0 0,0 0 0,1 0 0,-1 0 0,0 0 0,3 1 0,15 3 0,1 0 0,0-1 0,0 0 0,0-2 0,1-1 0,34-1 0,-20 0 0,220-3 0,253-36 0,-494 38 0,-10 1 0,-1-1 0,1 1 0,0-1 0,-1 0 0,1 0 0,0 0 0,-1 0 0,1 0 0,2-3 0,-24 18-2308,1-10-5261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5:14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104 267 2977,'33'-17'9365,"-19"9"-5823,0-1 0,-1 0 0,19-18 1,-44 65 2122,-4 12-5298,-14 13-257,-60 94 0,28-55-106,107-213-4,-22 62 0,2 0 0,1 2 0,3 1 0,2 1 0,1 2 0,48-49 0,-63 78 0,-8 14 0,-8 2 0,0 0 0,0 0 0,0 0 0,0-1 0,0 1 0,-1 0 0,1 1 0,-1-1 0,1 0 0,-1 0 0,0 3 0,3 11 0,16 142 0,0 5 0,-14-142 0,0-1 0,1 1 0,0-1 0,2-1 0,17 33 0,-24-50 0,0-1 0,0 1 0,0-1 0,-1 1 0,1-1 0,1 0 0,-1 0 0,0 1 0,0-1 0,0 0 0,1 0 0,-1 0 0,0 0 0,1 0 0,-1-1 0,1 1 0,-1 0 0,4 0 0,-4-1 0,1 0 0,-1 0 0,0 0 0,1 0 0,-1 0 0,0-1 0,1 1 0,-1 0 0,0-1 0,0 1 0,1-1 0,-1 0 0,0 1 0,0-1 0,0 0 0,0 0 0,0 0 0,1-1 0,3-3 0,0 0 0,-1 0 0,0-1 0,-1 0 0,1 0 0,-1 0 0,4-11 0,242-544 0,-240 541 0,-9 17 0,1 7 0,-1 0 0,-1-2 0,-10 3-3074,5-3-5463,-2 2-1446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5:28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14 5523,'4'2'10797,"-2"5"-4242,-4 13-2279,-9 20-3785,-28 57 401,7-16-249,-39 141-1,64-188-535,1-1-1,-4 66 1,8-94-83,1-1 0,-2 1 0,1-1 0,0 1 0,-1-1 0,0 0 0,0 0 0,0 0 0,-6 5 0,9-41-106,5 1-134,2 0 0,1 0 1,1 0-1,25-56 1,-11 41-318,1 0 0,40-53 1,-42 67 289,3 1 0,0 1 0,2 2 1,1 0-1,1 2 0,2 1 0,34-21 0,-62 44 241,0 0-1,0 0 0,0 1 0,0-1 0,0 1 1,0-1-1,1 1 0,-1 0 0,0 1 0,1-1 0,-1 0 1,1 1-1,-1 0 0,1 0 0,-1 0 0,1 0 0,4 2 1,-5-1 11,-1 0 0,1 0 0,-1 1 0,0 0 0,0-1 0,0 1 0,0 0 0,0 0 0,0 0 0,-1 0 0,1 0 0,-1 0 0,1 0 0,-1 1 0,0-1 0,0 1 0,0-1 0,0 1 0,0-1 0,0 1 0,-1 0 0,1-1 0,-1 4 0,2 0 48,-1 1 0,0 0 0,-1 0-1,0-1 1,0 1 0,0 0 0,-1 0 0,0 0 0,0-1 0,-1 1 0,1 0 0,-1-1 0,-1 1 0,0-1-1,-4 8 1,2-7-13,0-1-1,0 1 1,-1-1-1,0 0 1,0 0-1,-1 0 0,0-1 1,0 0-1,0-1 1,0 0-1,-1 0 1,-8 3-1,-79 28 386,61-24 145,-44 20 0,78-30-535,-1-1 0,1 0-1,-1 0 1,1 1 0,-1-1 0,1 0 0,0 1 0,-1-1 0,1 1 0,0-1-1,-1 0 1,1 1 0,0-1 0,-1 1 0,1-1 0,0 1 0,0-1-1,-1 1 1,1-1 0,0 1 0,0-1 0,0 1 0,0 0 0,0-1 0,0 1-1,0-1 1,0 1 0,0-1 0,0 1 0,0-1 0,0 1 0,0-1-1,1 1 1,-1-1 0,0 1 0,0-1 0,0 1 0,1-1 0,-1 1-1,0-1 1,1 1 0,-1-1 0,0 1 0,1-1 0,-1 0 0,1 1 0,-1-1-1,1 0 1,0 1 0,31 25 582,-17-14-349,72 62 245,178 117 1,-257-186-518,0-1 0,0 0 0,1 0 0,-1-1 0,1 0 0,0 0 0,0-1 0,0 0 0,0-1 0,0 0 0,14 0 0,-16 7 0,24-14 0,-20 0 68,6-4-2858,-8 1-6397,-4 2-306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6:41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1662 2705,'0'-2'170,"0"1"-1,0-1 0,0 1 1,0 0-1,-1-1 0,1 1 1,0 0-1,-1-1 0,1 1 1,-1 0-1,0-1 0,1 1 1,-1 0-1,0 0 0,0 0 1,-1-1-1,2 1 223,-1 0 0,0 1 0,0-1-1,0 1 1,0-1 0,0 1 0,1-1 0,-1 1 0,0-1-1,0 1 1,0 0 0,0 0 0,0-1 0,0 1 0,-2 0-1,-3 7 3525,-9 14-3632,9-11-194,-5 4-1167,-1-1-1,-24 23 1,0-12 481,32-22 942,0-1 0,0 0-1,0 1 1,0-1 0,0 0 0,-1-1 0,-7 1 0,36-21 7047,-6 3-5780,-12 14-1553,0 0-1,0 0 0,-1 1 0,2 0 1,-1 0-1,0 1 0,0 0 0,1 0 1,-1 0-1,0 1 0,12 0 0,23-3-1,-11-4-36,0-1 1,-1-2 0,0-1 0,44-23 0,44-16-49,146-30-37,-11 4 51,584-157-15,-419 147-21,264-62-114,-595 125 155,990-233-8,-824 206-13,412-68 72,339 11-12,-817 90-42,437-32 69,488-58-97,-775 56 33,468-66 1051,5 48-278,554 82-226,-1098-5-393,1115 89 627,-1159-74-647,783 103 620,-735-82-627,725 149 738,-855-152-763,-1 6 1,227 113 0,-79-23 6,307 100 0,-570-230-97,521 151 181,-483-142 67,-1 3 0,0 3 0,110 57 0,38 15 435,-4-4-253,-140-58-397,2-3-1,104 31 0,-29-22-39,-2 7 0,-2 6 0,180 93 0,-249-105 0,-2 3 0,103 86 0,104 120 0,-15-12 0,-32-63 0,-136-114 0,157 134 0,-247-193 0,1 1 0,-1 0 0,1-1 0,-1 1 0,1 0 0,-1-1 0,1 1 0,0-1 0,-1 1 0,1-1 0,0 1 0,0-1 0,-1 1 0,1-1 0,0 0 0,0 1 0,0-1 0,-1 0 0,1 0 0,0 0 0,0 0 0,0 0 0,0 0 0,1 0 0,-2 0 0,0-1 0,0 0 0,0 0 0,0 1 0,0-1 0,0 0 0,-1 0 0,1 1 0,0-1 0,0 0 0,-1 0 0,1 1 0,0-1 0,-1 1 0,1-1 0,-1 0 0,1 1 0,0-1 0,-1 1 0,0-1 0,1 1 0,-1-1 0,0 0 0,1 1 0,0 0 0,0 0 0,0 0 0,0 0 0,0 0 0,0 0 0,0 1 0,0-1 0,0 0 0,0 0 0,0 0 0,0 0 0,0 0 0,0 0 0,0 0 0,-1 0 0,1 0 0,0 0 0,0 0 0,0 0 0,0 0 0,0 1 0,0-1 0,0 0 0,0 0 0,0 0 0,0 0 0,0 0 0,0 0 0,0 0 0,0 0 0,0 0 0,0 0 0,-1 0 0,1 0 0,0 0 0,0 0 0,0 0 0,0 0 0,0 0 0,0 0 0,0 0 0,0 0 0,0 0 0,0 0 0,0 0 0,-1 0 0,1 0 0,0 0 0,0 0 0,0 0 0,0 0 0,0 0 0,0 0 0,0 0 0,0 0 0,0-1 0,0 1 0,0 0 0,3 7 0,51 25 0,-40-25 0,-1 0 0,19 14 0,-10 1 0,-18-17 0,0-1 0,0 0 0,0 0 0,1-1 0,-1 1 0,10 5 0,-9-6 0,0 2 0,0-1 0,0 1 0,0-1 0,-1 1 0,1 0 0,3 7 0,-7-10 0,-22-9 0,3 2-12,-19-4-2014,10 3-4238,5 2-1249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6:51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234 106 8244,'1'-7'1570,"0"-1"-1,0 1 1,-1-1 0,-1-12 0,-1-8 3184,3 18-3563,-1-6 2270,-2 15-1823,-2 9-567,-22 49 723,-57 92 0,53-100-1546,2 1 0,-32 80 0,60-130-243,0 0 0,0 1 0,-1-1 0,1 0 0,0 1 0,0-1 0,0 0 1,0 1-1,0-1 0,0 0 0,0 1 0,0-1 0,0 0 0,0 1 0,0-1 0,0 0 0,0 1 0,0-1 0,0 0 0,0 1 0,0-1 0,0 0 0,0 1 0,0-1 0,0 0 0,1 1 0,-1-1 0,0 0 0,0 0 0,0 1 0,1-1 0,-1 0 0,0 0 0,0 1 1,1-1-1,-1 0 0,16 0 53,28-17-93,-31 11 52,292-78-17,-186 56 0,-119 28-10,0 0 0,0 0 0,-1 0 1,1 0-1,0 0 0,0 0 0,0 0 0,0 0 0,0 0 0,-1 0 1,1 0-1,0 0 0,0 0 0,0 0 0,0 0 0,-1 0 0,1 0 1,0 0-1,0-1 0,0 1 0,0 0 0,0 0 0,0 0 0,-1 0 1,1 0-1,0 0 0,0 0 0,0-1 0,0 1 0,0 0 0,0 0 1,0 0-1,0 0 0,0 0 0,0 0 0,0-1 0,-1 1 1,1 0-1,0 0 0,0 0 0,0 0 0,0-1 0,0 1 0,0 0 1,0 0-1,2-13-5636,10-11-8318,5 6 3725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6:53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152 192 2353,'5'-4'1385,"0"0"-1,-1 0 1,1-1-1,-1 0 1,0 0-1,6-10 1,13-16 9052,-27 55-5549,-5 6-3732,-1 0 0,-19 36 1,-73 111-742,45-97-391,75-157 112,-6 47-316,2 0 0,1 1 0,1 1 0,1 1 0,35-43 0,-24 34 41,-7 7 56,-7 7 49,1 1-1,1 1 1,1 0 0,1 2 0,39-33 0,-57 50 40,1 1 0,0-1 0,-1 1 0,1-1 0,0 1 0,-1-1 0,1 1 0,0-1 0,0 1 0,0 0 0,-1-1 0,1 1 0,0 0 0,0 0 0,0 0 0,-1-1 0,1 1 0,0 0 0,0 0 0,0 0 0,0 0 0,0 1 1,-1-1-1,1 0 0,0 0 0,0 0 0,0 1 0,0-1 0,-1 0 0,1 1 0,0-1 0,0 1 0,-1-1 0,1 1 0,0-1 0,-1 1 0,1-1 0,-1 1 0,1 0 0,-1-1 0,1 1 0,-1 0 0,1-1 0,-1 1 0,1 0 0,-1 0 0,1 1 0,1 6 76,0 0 0,0 0 0,-1 0-1,1 12 1,1 5-4,10 19 270,1-1-1,3-1 0,1 0 0,2-2 1,40 62-1,-56-96-347,-1-1 0,0 0 0,0-1 0,0 1 0,1-1 0,-1 0 0,1 1 0,0-2 0,9 8 0,-12-11 0,-1 0 0,1 0 0,-1 0 0,1-1 0,-1 1 0,1 0 0,0 0 0,-1 0 0,1 0 0,-1 0 0,1-1 0,-1 1 0,1 0 0,-1 0 0,1-1 0,-1 1 0,1-1 0,-1 1 0,1 0 0,-1-1 0,0 1 0,1-1 0,-1 1 0,1-1 0,-1 1 0,0-1 0,0 1 0,1-1 0,-1 0 0,11-20 0,-10 18 0,76-185 0,12-25 0,-73 182 0,-15 29 0,-2 5 0,-8 16 0,-24 44 0,41-78 775,-7 8-2193,-7 9-7247,-1 2-2452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47:02.2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70 321 4290,'7'-15'5896,"-2"-18"-2929,-6-5 2835,3 52-5365,0 0-1,-2 0 0,1-1 0,-4 27 1,-14 62 150,6-45-168,8-32-357,2-13-34,-1 0 1,0-1 0,0 1-1,-1-1 1,-1 0-1,-6 15 1,10-26-16,-1 1-1,1 0 1,0-1 0,0 1-1,0-1 1,-1 1 0,1-1-1,0 1 1,-1-1 0,1 1-1,-1-1 1,1 1 0,0-1 0,-1 0-1,1 1 1,-1-1 0,1 0-1,-1 1 1,1-1 0,-1 0-1,0 0 1,1 1 0,-1-1-1,1 0 1,-1 0 0,1 0-1,-1 0 1,0 0 0,1 0-1,-1 0 1,1 0 0,-1 0 0,0 0-1,1 0 1,-1 0 0,0 0-1,0-1 7,1 0 0,-1 1 0,0-1-1,0 0 1,1 0 0,-1 1 0,1-1 0,-1 0 0,1 0-1,-1 0 1,1 0 0,-1 0 0,1 0 0,0 1-1,-1-1 1,1 0 0,0 0 0,0 0 0,0 0-1,0 0 1,0-2 0,1-19 5,1 1 0,2-1 1,0 0-1,1 1 0,1 0 0,0 0 0,2 1 0,13-25 1,1 3-82,3 0 1,49-63-1,-50 73-96,48-46 0,-61 67 127,1 1-1,0 1 1,0 0 0,1 1 0,0 0 0,0 1 0,23-9 0,-33 15 23,-1 0 0,0 0 0,0 1 0,0-1-1,0 0 1,1 1 0,-1 0 0,0-1 0,0 1 0,1 0 0,-1 0-1,0 0 1,1 0 0,-1 1 0,0-1 0,0 1 0,1-1 0,-1 1-1,0 0 1,0 0 0,0 0 0,0 0 0,0 0 0,0 0 0,0 1 0,0-1-1,-1 1 1,1-1 0,2 4 0,-1-1 6,-1 1 1,0-1 0,0 1-1,0 0 1,-1-1-1,1 1 1,-1 0-1,0 0 1,-1 0-1,1 0 1,-1 0 0,-1 9-1,1-7 25,0 1 0,-1-1 1,0 1-1,-1-1 0,0 1 0,0-1 0,0 0 1,-1 0-1,0 0 0,-1 0 0,1-1 0,-1 1 1,-9 10-1,5-8 71,-1-1 1,0-1 0,0 1-1,0-1 1,-1-1 0,0 0-1,-1 0 1,-12 5-1,-30 11 398,32-15-274,0 2 0,1 0 0,1 1 0,-35 25 0,51-34-188,1 0 0,1 1 1,-1 0-1,0-1 0,0 1 1,1 0-1,-1 0 1,1 0-1,-1 0 0,1 0 1,0 0-1,0 1 0,0-1 1,0 0-1,0 1 0,1-1 1,-1 1-1,1-1 0,-1 0 1,1 1-1,0-1 0,0 1 1,0-1-1,0 1 0,0-1 1,1 1-1,-1-1 0,1 1 1,0-1-1,0 0 1,-1 1-1,2-1 0,-1 0 1,0 0-1,0 0 0,1 0 1,-1 0-1,3 2 0,4 6 395,1 0 0,0-2-1,1 1 1,0-1 0,23 14-1,37 18 355,3-4 0,1-3-1,116 36 1,-213-74 224,4-8-2943,18 11 1214,0 1 0,0 0 0,0 0 0,1 0-1,-1-1 1,0 1 0,1 0 0,-1-1 0,1 1 0,-1 0 0,1-1 0,-1 1 0,1-1 0,0 1 0,0-3 0,0-7-6440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8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338 472 4242,'0'0'182,"0"0"1,0 0-1,1 0 0,-1 0 1,0 0-1,0-1 0,0 1 1,0 0-1,1 0 1,-1 0-1,0 0 0,0 0 1,0-1-1,0 1 0,0 0 1,0 0-1,1 0 0,-1 0 1,0-1-1,0 1 1,0 0-1,0 0 0,0 0 1,0-1-1,0 1 0,0 0 1,0 0-1,0 0 0,0-1 1,0 1-1,0 0 1,0 0-1,0 0 0,0-1 1,0 1-1,0 0 0,-1 0 1,1 0-1,0-1 0,0 1 1,0 0-1,-11-2 3184,-22 4-2025,28-1-677,-81 10 919,-58 5-1355,141-16-246,1 0 0,-1 1 0,1-1-1,0 0 1,-1 0 0,1-1-1,-1 1 1,1 0 0,0-1-1,-1 0 1,1 1 0,0-1 0,0 0-1,-1 0 1,1 0 0,0-1-1,0 1 1,0 0 0,0-1-1,0 1 1,-2-3 0,3 1-45,0 0-1,-1 0 1,1 0 0,1 0 0,-1 0 0,0 0-1,1 0 1,-1-1 0,1 1 0,0 0 0,0 0-1,0 0 1,1 0 0,-1-1 0,2-4-1,3-13 20,1 0-1,1 0 0,1 1 0,0 0 0,2 1 0,0 0 0,1 1 0,1-1 0,1 2 0,0 0 0,1 1 1,24-22-1,-18 20 45,1 1 1,1 1-1,0 1 1,1 1-1,0 0 1,1 2-1,1 1 1,0 1-1,44-11 0,-62 19 57,0 0-1,1 1 0,-1 0 0,0 1 0,1-1 0,-1 1 0,13 2 0,-18-1 11,1-1 0,0 1-1,-1 0 1,1 0-1,-1 0 1,0 0-1,1 1 1,-1-1-1,0 1 1,0-1 0,0 1-1,0 0 1,0 0-1,0 0 1,0 0-1,-1 0 1,1 0 0,-1 0-1,1 0 1,-1 1-1,0-1 1,0 1-1,0-1 1,0 4-1,3 7 260,-2 1 1,0 0-1,-1 0 0,0 0 0,-1 0 0,0 0 0,-3 16 0,-22 98 1025,5-46-1141,-4-2 0,-3-1 0,-4-1 1,-49 91-1,31-61-1036,33-70-960,13-34 112,3-7-1634,1-8-3166,3-3 682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9044,'0'20'9933,"2"2"-5146,-1 2-4251,-3 49-1,1-69-423,0 15-510,4-18-367,5-8-347,5-11 971,2 1 0,0 1 0,1 0 0,0 1 1,1 1-1,1 1 0,0 0 0,26-13 0,-44 26 192,0 0-1,1-1 0,-1 1 0,1 0 1,-1 0-1,1-1 0,-1 1 0,1 0 1,-1 0-1,1 0 0,-1 0 0,1 0 1,-1 0-1,1 0 0,0 0 0,-1 0 1,1 0-1,-1 0 0,1 0 0,-1 0 0,1 0 1,-1 1-1,1-1 0,-1 0 0,1 0 1,-1 0-1,1 1 0,0 0 0,2 15 893,-13 31-198,6-32-733,2-5-169,-3 20-15,8-14-3360,-2-15 3255,-1-1-1,1 0 1,0 0-1,-1 1 1,1-1-1,-1 0 1,1 0-1,0 0 1,-1 0-1,1 0 1,0 0-1,-1 0 1,1 0-1,0 0 1,-1 0-1,1 0 1,0 0-1,-1 0 1,1-1-1,-1 1 1,1 0 0,0 0-1,-1-1 1,1 1-1,0-1 1,1 0-1035,17-6-4587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 9973,'0'0'311,"1"0"0,-1-1 0,0 1 0,1 0 0,-1-1 1,0 1-1,1-1 0,-1 1 0,0 0 0,0-1 0,1 1 0,-1-1 1,0 1-1,0-1 0,0 1 0,0-1 0,1 1 0,-1-1 1,0 0-1,0 1 0,0-1 0,0 1 0,0-1 0,0 1 1,-1-1-1,1 1 0,0-1 0,0 1 0,-1-2 0,-14 7 3842,-27 22-2738,37-24-980,-5 4-281,-1-1-140,1 1 0,0 0 0,0 1 0,1 0 0,-13 15 0,21-23-65,1 1 1,0-1-1,0 0 1,0 1 0,-1-1-1,1 1 1,0-1-1,0 1 1,0-1-1,0 0 1,0 1 0,0-1-1,0 1 1,0-1-1,0 1 1,0-1 0,0 1-1,0-1 1,0 0-1,1 1 1,-1-1-1,0 1 1,0-1 0,0 1-1,0-1 1,1 0-1,-1 1 1,0-1 0,1 0-1,-1 1 1,0-1-1,0 0 1,1 1-1,-1-1 1,1 0 0,-1 0-1,0 1 1,1-1-1,22 12-962,-11-7 588,-8-3 408,-1 0 0,0 0 0,0 0 0,1 1 0,-1-1 0,-1 1 0,1-1 0,0 1 0,-1 0 0,1 0 0,-1 1-1,0-1 1,0 0 0,0 1 0,0-1 0,-1 1 0,0 0 0,1-1 0,-1 1 0,-1 0 0,1 0 0,0 0-1,-1-1 1,0 1 0,0 0 0,0 0 0,0 0 0,-1 0 0,1 0 0,-1 0 0,0-1 0,0 1 0,-1 0-1,1-1 1,-1 1 0,0-1 0,0 1 0,0-1 0,0 0 0,0 0 0,-5 5 0,0 0-59,0 0-1,-1 0 1,0-1 0,-14 9 0,-4-1-4564,19-14-85,3-6-856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6035,'4'4'6748,"2"11"-3589,-1-5-2235,-2-5-790,0-2 0,0 1-1,0 0 1,0 0-1,1-1 1,0 0 0,-1 0-1,1 0 1,1 0-1,-1 0 1,0-1-1,1 0 1,-1 0 0,1 0-1,-1-1 1,1 1-1,0-1 1,0 0 0,0 0-1,-1-1 1,1 0-1,9 0 1,-7 0-73,0-1 0,0 0 0,0-1 0,-1 1-1,1-1 1,0-1 0,-1 1 0,1-1 0,-1 0 0,0-1 0,0 0 0,0 0 0,-1 0 0,1 0 0,8-10 0,-13 13-16,-1 1 0,1-1 0,0 0 1,-1 0-1,1 0 0,-1 1 1,1-1-1,-1 0 0,1 0 1,-1 0-1,0 0 0,1 0 0,-1 0 1,0 0-1,0 0 0,0 0 1,0 0-1,0 0 0,0 0 0,0 0 1,0 0-1,0 0 0,0 0 1,0 0-1,-1 0 0,1 0 1,-1-1-1,0 0 41,-1-1 1,1 1-1,-1 0 0,0 0 1,1 0-1,-1 0 0,0 1 1,0-1-1,-1 0 0,-2-1 1,-1-1 109,1 1 0,-1 0 0,0 1 0,0 0 0,0-1 0,0 2 1,0-1-1,-9 0 0,11 2-148,0 0 0,0 1 0,0 0 0,0 0 0,1 0 0,-1 0 0,0 1 0,1-1 0,-1 1-1,1 0 1,-1 0 0,1 0 0,0 1 0,0-1 0,0 1 0,0-1 0,0 1 0,1 0 0,-1 0 0,1 1 0,0-1 0,0 0 0,0 1 0,0-1 0,1 1 0,-1 0 0,0 3 0,-3 7-266,1 0 0,1 0 1,0 1-1,1-1 0,1 1 0,0 15 0,1-24-333,0 1 0,1 0 0,0 0 0,0-1-1,0 1 1,1 0 0,4 9 0,-5-13-75,1 1-1,0 0 1,0-1 0,1 1 0,-1-1-1,1 0 1,0 0 0,0 0 0,0 0 0,0 0-1,0 0 1,0-1 0,6 3 0,20 7-4350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86 6803,'0'0'321,"1"-1"1,-1 0-1,1 1 0,0-1 0,-1 1 1,1-1-1,0 1 0,-1-1 0,1 1 0,0-1 1,0 1-1,-1 0 0,1-1 0,0 1 1,0 0-1,-1 0 0,1 0 0,0 0 1,0 0-1,0-1 0,0 1 0,-1 1 1,1-1-1,0 0 0,0 0 0,0 0 0,-1 0 1,1 0-1,0 1 0,0-1 0,-1 0 1,1 1-1,0-1 0,0 1 0,0 0 1,0 1-96,0-1 0,0 1 0,-1-1 0,1 1 0,-1 0 0,1-1 0,-1 1 0,0 0 0,0 0 0,1-1 0,-1 1 0,-1 0 1,1-1-1,0 1 0,0 0 0,-1 0 0,1 1 0,0-2-181,0 0 1,0-1-1,0 1 0,0 0 1,-1 0-1,1 0 0,0-1 1,0 1-1,0 0 0,-1 0 1,1-1-1,0 1 0,-1 0 1,1-1-1,0 1 1,-1 0-1,1-1 0,-1 1 1,1-1-1,-1 1 0,1 0 1,-1-1-1,0 1 0,1-1 1,-1 0-1,0 1 0,1-1 1,-1 0-1,0 1 0,1-1 1,-1 0-1,0 0 0,0 1 1,1-1-1,-1 0 1,0 0-1,0 0 0,0 0 1,1 0-1,-2 0 0,0-1-5,1 0 0,0 0-1,0 0 1,-1 0 0,1 0-1,0 0 1,0 0 0,0 0-1,0 0 1,0 0 0,1-1-1,-1 1 1,0 0 0,0-1-1,1 1 1,-1 0 0,1-1-1,-1 1 1,1-1 0,0 1-1,0-3 1,-1-1 21,0-1-1,1 0 1,0 1-1,0-1 1,1 0 0,0 1-1,0-1 1,0 0 0,0 1-1,4-9 1,-4 11-259,1 1 0,-1 0 0,0-1 0,1 1 0,0 0 0,-1 0-1,1 0 1,0 0 0,0 0 0,4-2 0,-4 2-501,0 1 0,0 0 0,0 0 0,1 0 0,-1 0 0,1 1 0,-1-1 0,0 1 0,1-1 0,-1 1 0,1 0-1,-1 0 1,4 0 0,13 2-4271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9 11157,'-2'-8'8948,"-3"18"-5321,-3 21-1256,-21 121 2932,-22 74-3942,49-217-1417,-8 33 149,-6 50 0,14-81-232,1 0 0,1 0 1,0 1-1,0-1 0,1 0 1,1 0-1,0 0 1,0-1-1,1 1 0,4 10 1,-6-19-211,0 0-1,0 0 1,0 0 0,1 0 0,-1 0 0,0 0-1,1 0 1,-1-1 0,4 4 0,-4-5-86,1 1 0,-1 0 1,1-1-1,-1 1 0,0-1 0,1 1 0,-1-1 1,1 1-1,-1-1 0,1 0 0,-1 0 1,1 0-1,-1 0 0,1 0 0,-1 0 1,1 0-1,-1-1 0,1 1 0,-1 0 0,1-1 1,-1 1-1,1-1 0,0 0 0,15-9-6333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11957,'2'-4'2642,"11"-4"-433,8-3 848,10 1-1376,19-1-1137,9-1-512,3 1-32,9-1-1184,3 1-1794,-5 3-4833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18 4866,'4'-5'4260,"7"-8"617,-8 14-3310,-4 11-52,-24 118-976,18-44-10335,7-77 6882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10325,'4'-29'2129,"2"6"-1233,-2 12 545,-2 7 143,5 6-991,3 4-561,-2 7-32,3 4-592,-3 1-1057,-4 7-1745,-4 1-1376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6947,'-16'6'3099,"14"-5"-606,7 0 108,2 0-1107,-3 0-1208,-1 0 1,1 0-1,0 0 0,-1 0 0,1 1 0,-1-1 0,0 1 0,1 0 0,4 4 0,-4-3-250,0 1 0,0 0 0,0 0 0,0 0 0,-1 0 0,0 1 0,1-1-1,-2 1 1,1 0 0,0 0 0,-1 0 0,0 0 0,0 1 0,-1-1 0,1 0 0,-1 1-1,0-1 1,0 7 0,-1-15-67,1 0 0,0 1 0,-1-1 0,1 0-1,1 1 1,-1-1 0,0 1 0,1 0 0,-1-1 0,1 1 0,0 0-1,0 0 1,-1 0 0,1 0 0,1 0 0,2-2 0,38-26 40,-41 29 28,1-1 1,-1 1-1,0 0 1,1-1-1,-1 1 1,1 0-1,0 1 1,-1-1-1,1 0 1,0 1-1,-1-1 1,1 1-1,5 0 1,-7 1 8,0-1 1,1 1 0,-1 0 0,0-1 0,1 1 0,-1 0-1,0 0 1,0 0 0,0 0 0,0 0 0,0 0 0,0 1-1,0-1 1,0 0 0,0 0 0,-1 1 0,1-1 0,0 0-1,-1 1 1,1-1 0,-1 1 0,1-1 0,-1 1-1,0-1 1,0 4 0,2 3-389,-1 0-1,0 0 0,-1 0 1,-1 15-1,-6 13-6612,3-23 1940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8180,'-4'8'3185,"-7"9"-1600,-5 10 800,-5 9 272,2 12-928,0 8-544,-2 7-145,4 4-144,1 0-415,1-4-289,3-7-144,1-10-48,5-8-304,4-13-609,2-6-928,2-9-784,0-6-1777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5875,'0'0'4290,"2"0"-3266,3 0 257,3 3 832,7-3-1025,3 2-736,8 0 209,5 0-209,4-2-144,5-2-96,2-2-112,0-1-272,0 1-641,-7 0-960,-1 0-1040,-3 2-1505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27 2145,'-11'7'3133,"-31"21"3525,7 3-3490,32-28-3106,1 1 1,0-1-1,-1 1 0,1 0 1,0-1-1,1 1 0,-1 0 1,1 0-1,0 0 0,0 0 1,0 1-1,0-1 0,1 0 1,0 0-1,-1 0 0,2 1 1,-1-1-1,0 0 0,1 0 1,2 8-1,-1-4-32,0 0 1,1 0-1,0 0 1,0-1-1,0 0 1,1 1-1,1-1 1,-1 0-1,1-1 1,0 1 0,0-1-1,1 0 1,0-1-1,0 1 1,11 7-1,-15-13-42,0 1 0,0-1 0,0 1 0,0-1-1,0 0 1,1 0 0,-1 0 0,0 0 0,0 0 0,0-1 0,0 1-1,0-1 1,0 1 0,1-1 0,-1 0 0,0 1 0,0-1 0,-1 0-1,1 0 1,0-1 0,0 1 0,0 0 0,-1-1 0,1 1 0,-1-1-1,1 1 1,1-4 0,5-3-14,-1-1-1,-1 0 1,0 0-1,6-12 1,-8 12 107,0 1 0,-1-1-1,0 0 1,-1 0 0,0-1 0,0 1 0,-1 0 0,0-1-1,0 1 1,-2-14 0,1 17-164,-1 0 1,0 0-1,0 1 0,0-1 0,-1 0 1,0 0-1,0 1 0,0-1 0,-1 1 1,0-1-1,0 1 0,0 0 0,-1 0 1,1 1-1,-1-1 0,-1 1 0,-5-6 1,8 8-568,0 1 1,0 0-1,1 0 1,-1 0-1,0 1 1,0-1-1,0 0 1,0 1-1,0-1 0,-4 1 1,-5-1-5234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43 6547,'1'0'307,"-1"-1"0,1 0 0,-1 0 0,0 0 0,1 0 0,-1 1 0,0-1 0,0 0-1,0 0 1,0 0 0,0 0 0,0 0 0,0 0 0,0 0 0,0 1 0,0-1 0,0 0 0,0 0 0,-1 0 0,1 0 0,0 0 0,-1 1 0,0-2 0,0 0-57,0 1 0,0 0 1,0 0-1,-1-1 0,1 1 1,-1 0-1,1 0 1,0 0-1,-1 0 0,0 1 1,-1-2-1,-1 0-32,-1 1 0,1 0 0,0 0 0,-1 0 0,1 0 0,-1 1 1,1-1-1,-8 1 0,-4 3 98,0 0 0,0 1 0,0 0 0,1 1 0,-1 1 0,1 0 0,1 1 0,-1 1 0,1 1 0,-26 19 0,39-27-327,-1 1 1,0-1-1,1 0 0,-1 1 0,1 0 1,-1-1-1,1 1 0,0 0 1,0 0-1,0-1 0,0 1 1,0 0-1,0 0 0,0 0 0,1 0 1,-1 0-1,1 1 0,-1-1 1,1 0-1,0 0 0,0 0 1,0 0-1,0 0 0,0 1 0,0-1 1,1 0-1,-1 0 0,1 0 1,-1 0-1,1 0 0,0 0 1,0 0-1,0 0 0,0 0 0,0 0 1,0-1-1,3 3 0,-2-1-42,1-1 1,0 1-1,0-1 0,0 0 0,1 0 0,-1 0 0,0 0 0,1 0 0,0-1 0,-1 0 0,1 1 0,0-1 0,-1-1 0,1 1 0,0 0 1,0-1-1,0 0 0,0 0 0,-1 0 0,6-1 0,0-1 15,0-1 0,0 1 0,-1-1 1,1-1-1,-1 0 0,0 0 0,0 0 1,0-1-1,7-6 0,-10 7 149,0 0 0,-1 0 0,1-1 0,-1 1 0,0-1-1,-1 0 1,1 0 0,-1 0 0,0-1 0,0 1 0,-1-1 0,1 1 0,-1-1 0,2-8 0,-4 5 1414,-4 9-522,-10 20-130,-16 36-646,29-53-314,0-1-1,0 1 1,0-1-1,0 1 1,1 0-1,-1-1 1,1 1-1,-1 0 1,1 0 0,0-1-1,0 1 1,0 0-1,1 0 1,-1-1-1,1 1 1,-1 0-1,1-1 1,0 1-1,0-1 1,0 1-1,1-1 1,-1 1 0,0-1-1,1 0 1,-1 1-1,3 1 1,1 0-847,-1-1 0,1 0 1,0 0-1,0 0 0,0 0 0,0-1 1,1 1-1,-1-1 0,1-1 0,-1 1 1,12 1-1,23 2-5650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 5891,'2'-9'2273,"-2"1"-961,0-1 785,3 5 1249,-1 8-1954,0 11-175,-2 8 368,0 11-305,-4 9-127,-3 8-641,1 1-416,2-4-96,0-8-352,2-7-929,-1-8-1056,3-6-2177,3-9-1328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94 4434,'0'-4'466,"0"1"-1,0 0 1,0-1 0,0 1 0,1 0-1,0-1 1,0 1 0,-1 0 0,2 0-1,-1-1 1,0 1 0,1 0-1,-1 0 1,1 0 0,0 1 0,0-1-1,4-4 1,-2 4-243,0 0 1,0 1-1,1-1 1,-1 1-1,1 0 0,0 0 1,-1 0-1,1 1 1,0-1-1,0 1 0,8-1 1,8-1 204,0 0 0,0 2 0,0 0 0,0 1 0,0 2 0,34 5 0,-53-7-360,0 1 0,0-1 1,0 1-1,0 0 0,0 0 1,0 0-1,0 0 0,0 0 1,0 0-1,0 0 0,0 1 0,-1-1 1,1 1-1,-1-1 0,1 1 1,-1-1-1,0 1 0,1 0 1,-1 0-1,0 0 0,0 0 1,1 4-1,-1-2-14,0 0 1,-1 0-1,0 0 0,0 0 1,0 0-1,0 0 0,0-1 1,-1 1-1,0 0 0,0 0 1,-2 7-1,-2 1-24,0-1 0,-1 0 0,0 0 0,0 0 0,-1-1-1,-1 1 1,-9 9 0,-10 3-39,20-17-152,0 0 0,0 0 1,1 1-1,0 0 0,-7 9 0,13-16 99,0 1-1,0-1 0,0 1 1,0-1-1,0 0 0,0 1 0,0-1 1,1 1-1,-1-1 0,0 1 0,0-1 1,0 0-1,0 1 0,1-1 0,-1 1 1,0-1-1,0 0 0,1 1 0,-1-1 1,0 0-1,0 0 0,1 1 0,-1-1 1,0 0-1,1 1 0,-1-1 0,1 0 1,-1 0-1,0 0 0,1 0 1,-1 1-1,1-1 0,19 8-566,-15-5 420,6 1-14,0 2-1,0 0 1,-1 0-1,19 16 0,-27-20 284,1 0 0,-1 0 0,0 0 0,0 0 0,0 0 0,-1 1 0,1-1-1,-1 1 1,1-1 0,-1 1 0,0 0 0,0 0 0,0-1 0,0 1 0,0 0 0,-1 0-1,1 0 1,-1 0 0,0 0 0,0 0 0,0 0 0,0 0 0,-1-1 0,1 1 0,-1 0-1,0 3 1,-2 1 124,0 1 0,0-1 0,0 0 0,-1-1 0,0 1 0,-1-1 1,1 1-1,-1-1 0,0-1 0,-1 1 0,1-1 0,-1 0 0,0 0 0,-1 0 0,1-1 0,-1 0 0,0 0 0,0-1 0,0 0 0,0 0 0,0-1 0,-1 1 0,1-2 0,-1 1 0,0-1 0,1 0 0,-1-1 0,0 0 0,0 0 0,1-1 0,-1 1 0,0-2 0,1 1 0,-1-1 0,1 0 0,-1-1 0,1 0 0,0 0 0,-11-7 0,18 10-246,-39-27-13,26 9-3468,13 17 3158,0 1 0,0-1 0,-1 0-1,1 1 1,0-1 0,0 0 0,1 1 0,-1-1 0,0 0 0,0 1 0,0-1 0,0 1-1,1-1 1,-1 0 0,0 1 0,0-1 0,1 1 0,-1-1 0,0 1 0,1-1-1,-1 1 1,1-1 0,-1 1 0,1-1 0,-1 1 0,1 0 0,-1-1 0,1 1 0,0-1-1,9-3-6129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34 4594,'0'-2'608,"-1"0"0,0 1 0,0-1 0,0 0 0,0 1 1,0-1-1,0 1 0,0-1 0,0 1 0,-1-1 0,1 1 0,-1 0 0,1 0 0,-1-1 0,1 1 0,-1 0 0,-3-1 1,1 1-131,0-1 0,0 1 1,0 0-1,-1 0 1,1 1-1,0-1 0,-7 1 1,-4 1 135,1 0 0,-1 2 0,-22 5 0,19-4-453,0 2-1,0-1 1,0 2-1,1 1 1,-22 12-1,38-20-206,1 1-1,-1-1 0,1 0 0,-1 1 0,1-1 0,-1 0 0,1 1 0,-1-1 0,1 0 0,-1 1 0,1-1 0,0 1 0,-1-1 0,1 1 1,0-1-1,-1 1 0,1-1 0,0 1 0,0-1 0,-1 1 0,1-1 0,0 1 0,0-1 0,0 1 0,0 0 0,0-1 0,0 1 1,0-1-1,0 1 0,0 0 0,0 0 0,1 0-49,0 0 1,-1 0-1,1 0 1,0 0-1,0 0 1,0 0-1,0 0 1,0 0-1,0 0 0,0-1 1,1 1-1,-1 0 1,2 0-1,47 15-2270,-45-14 1926,86 27-3272,-82-26 3705,0 1-1,-1 0 1,0 1-1,0 0 0,0 0 1,0 1-1,-1 0 0,8 8 1,-14-13 150,1 1 1,-1-1-1,0 0 0,0 1 1,0 0-1,0-1 1,0 1-1,-1 0 1,1-1-1,0 1 0,-1 0 1,0 0-1,1-1 1,-1 1-1,0 0 0,0 0 1,0 0-1,0 0 1,0 0-1,0-1 1,-1 4-1,0-2 125,0 1-1,-1-1 1,0 0-1,1 1 1,-1-1 0,0 0-1,0 0 1,-1 0-1,1-1 1,-4 4 0,-6 4 481,1-1 0,-2 0 0,1-1 0,-17 8 0,0-1-712,0-2-1,-40 13 1,59-24-1442,6-3-769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5186,'-7'12'9388,"5"-10"-8587,1 0 0,0 0 0,0 0 0,0 0 0,0 0 0,0 0 0,0 1 0,1-1 0,-1 3 0,-5 28 1419,-15 46-1,-16 28-1096,-18 64-3100,55-155 330,0-12-1369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92 5635,'-30'-2'4296,"25"1"-707,21 0-1200,103-5 660,59-18-3013,-53 6 125,-11 4 803,91-12 5783,-232 44-5286,13-9-4967,2-2-3776,5-3-156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2145,'8'4'3105,"-1"-2"-1776,-1-2 176,-2 0 272,0 0-49,2 0-239,-3 4 32,3 13 31,-12-7-143,-3 3-336,-1 0-513,-7 3-416,-12 18-144,-7 3-16,-4 1-1009,3-3-2160,10-3-2946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 4818,'8'9'9067,"-19"-6"-2795,-2 0-5433,-11 5 353,1 1 0,-35 18 0,48-22-1141,0 1 1,1 0-1,-1 1 1,1 0-1,1 0 1,0 1-1,0 0 1,-8 10-1,15-16-49,0-1 0,0 0 0,0 1-1,0-1 1,0 1 0,0 0-1,0-1 1,0 1 0,0 0-1,1-1 1,-1 1 0,1 0-1,-1 0 1,1 0 0,0-1-1,0 1 1,-1 0 0,1 0-1,1 0 1,-1 0 0,0-1-1,0 1 1,1 0 0,-1 0 0,1 0-1,-1-1 1,1 1 0,0 0-1,0-1 1,0 1 0,0 0-1,0-1 1,0 1 0,0-1-1,0 0 1,1 1 0,-1-1-1,0 0 1,1 0 0,-1 0-1,1 0 1,1 1 0,4 1 7,-1 0 0,0 0 0,1-1 0,-1 0 0,1 0-1,0-1 1,0 0 0,0 0 0,0 0 0,7-1 0,-4-1 8,0 0 0,1 0 0,-1-1 0,0 0 0,0-1 0,0 0 0,0-1 0,-1 0 0,1-1 0,-1 0 0,12-8 0,-18 10-13,0 1 0,1 0 0,-2-1 0,1 0-1,0 0 1,-1 0 0,1 0 0,-1 0 0,0-1 0,0 1-1,0-1 1,0 1 0,-1-1 0,1 1 0,-1-1 0,0 0 0,0 0-1,0 0 1,-1 0 0,0 0 0,1 0 0,-1 0 0,-1 0-1,1 1 1,0-1 0,-1 0 0,0 0 0,0 0 0,0 0-1,0 0 1,-1 1 0,-3-7 0,2 5-39,-1 0-1,0 1 1,0-1 0,0 1 0,0 0-1,0 0 1,-1 1 0,0-1-1,0 1 1,0 0 0,0 0-1,0 0 1,-1 1 0,1 0 0,-1 0-1,1 1 1,-11-3 0,-23 2-2566,35 3 1829,1-1-1,-1 1 1,0 0 0,1 0-1,-1 0 1,0 0-1,-4 3 1,2 2-4404,5 0-536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7443,'28'5'9475,"-5"9"-3335,-20-10-5629,0-1 0,0 1-1,0-1 1,0 1 0,-1 0-1,1 1 1,-1-1-1,0 0 1,2 7 0,-1-2-392,-1 0 1,0 0 0,-1 0 0,0 0 0,0 0 0,-1 0-1,0 0 1,-1 0 0,1 0 0,-4 11 0,4-20-131,0 0 1,0 0-1,0 1 0,-1-1 1,1 0-1,0 0 1,0 0-1,0 0 0,0 0 1,0 0-1,0 1 0,0-1 1,0 0-1,0 0 1,0 0-1,0 0 0,0 0 1,0 1-1,0-1 1,0 0-1,0 0 0,0 0 1,0 0-1,0 0 1,0 1-1,0-1 0,0 0 1,0 0-1,0 0 0,0 0 1,0 0-1,0 1 1,0-1-1,0 0 0,0 0 1,0 0-1,0 0 1,0 0-1,1 0 0,-1 1 1,0-1-1,0 0 0,0 0 1,0 0-1,0 0 1,0 0-1,1 0 0,-1 0 1,0 0-1,0 0 1,0 0-1,0 0 0,0 0 1,1 0-1,-1 0 1,0 0-1,0 0 0,0 0 1,1 0-1,11-9-428,27-32-37,-15 15 286,-11 13 234,1 0-1,1 1 1,0 1 0,1 0 0,0 1 0,0 1 0,1 0 0,33-11 0,-50 20-6,1 0 1,0 0 0,-1-1 0,1 1 0,-1 0 0,1 0-1,0 0 1,-1 0 0,1 0 0,-1 0 0,1 0 0,-1 0-1,1 1 1,0-1 0,-1 0 0,1 0 0,-1 0 0,1 0-1,-1 1 1,1-1 0,-1 0 0,1 1 0,-1-1 0,1 0-1,-1 1 1,1-1 0,-1 1 0,1 0 0,3 18 460,-11 26-250,7-42-205,-3 9-182,-6 32 192,9-43-266,0 1-1,0 0 1,0-1 0,0 1 0,0 0 0,0-1 0,0 1 0,1 0 0,-1-1 0,1 1 0,-1-1 0,2 3-1,-2-3-132,1-1-1,0 1 0,-1-1 1,1 1-1,0-1 0,0 0 0,0 1 1,-1-1-1,1 0 0,0 1 0,0-1 1,0 0-1,-1 0 0,1 0 1,0 0-1,0 0 0,0 0 0,0 0 1,0 0-1,0 0 0,-1 0 1,1 0-1,0-1 0,0 1 0,0 0 1,0-1-1,3 0-1010,12-2-5177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35 6611,'10'10'10116,"13"12"-6226,-12-16-3358,0-1-1,0 1 0,0-2 1,1 1-1,20 4 0,-27-8-551,1 0-1,0 0 1,0-1-1,-1 0 1,1 0 0,0 0-1,0 0 1,0-1-1,-1 0 1,1 0-1,-1-1 1,1 0 0,-1 0-1,7-3 1,-11 4 13,0 1 1,0-1-1,1 0 1,-1 0-1,0 0 1,-1 0-1,1-1 0,0 1 1,0 0-1,0 0 1,-1 0-1,1-1 1,0 1-1,-1 0 1,1-1-1,-1 1 1,0-1-1,1 1 1,-1 0-1,0-1 0,0 1 1,0-1-1,0 1 1,0-1-1,0 1 1,-1 0-1,1-1 1,0 1-1,-1-1 1,1 1-1,-1 0 1,1-1-1,-1 1 0,0 0 1,1 0-1,-1-1 1,-2-1-1,2 0 23,-1 0-1,-1 0 0,1 0 0,0 0 1,-1 0-1,1 0 0,-1 1 0,0-1 1,0 1-1,0 0 0,0 0 1,-1 0-1,-5-3 0,1 4 52,1 1 1,-1-1-1,0 1 0,1 1 1,-1-1-1,0 1 0,1 0 1,-1 1-1,1 0 0,-10 4 0,1 0 163,1 0 0,0 1 0,-24 15-1,38-21-206,0 0 0,0 0 0,0-1 0,1 1-1,-1 0 1,0 1 0,0-1 0,0 0-1,1 0 1,-1 0 0,1 0 0,-1 0-1,1 1 1,-1-1 0,1 0 0,0 1-1,-1-1 1,1 0 0,0 0 0,0 1-1,0-1 1,0 0 0,0 1 0,0-1-1,1 0 1,-1 1 0,0-1 0,1 0-1,-1 0 1,1 1 0,-1-1 0,2 2-1,2 6 35,1 0-1,1-1 0,8 12 1,-4-6-20,8 15-292,-9-13-89,1-1 1,22 27 0,-28-38-284,1 0 0,-1 0 0,1 0 0,0 0 0,5 3 0,-6-5-266,0-1 0,0 1 0,0 0 0,0-1 1,0 0-1,0 0 0,0 0 0,6 0 0,24-1-7295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8372,'4'4'2481,"0"0"-1264,0-2 1616,0 0-976,9 0-1137,4-2-16,1 0-63,5 3-97,3-3 144,-1 0-192,0 2-336,-2-2-160,-7 0-32,-3 2-496,-7-2-1441,-2 0-2785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 2593,'-5'12'13715,"-2"9"-6463,0 5-4369,-22 84-937,-41 213-137,135-399-5243,-49 59 2486,30-23 1,-41 36 824,1 0 0,0 0 1,0 0-1,0 1 1,1 0-1,-1 0 1,1 0-1,0 1 0,11-3 1,-17 5 120,0 0 0,1 0 1,-1 0-1,0 0 0,0 0 1,1 0-1,-1 0 0,0 1 1,1-1-1,-1 0 0,0 1 1,0-1-1,1 1 0,-1 0 1,0-1-1,0 1 0,0 0 1,0-1-1,0 1 0,0 0 1,0 0-1,0 0 0,1 1 1,0 1 27,0 0 0,-1 0 0,0 0 0,1 0 0,-1 0 0,0 0 0,0 1 0,-1-1 0,2 4 0,-1 4 116,-1 1-1,0-1 1,0 0 0,-3 18-1,1-19 54,0 0 0,-1 0 0,0 0 0,0 0 0,-1 0 0,0-1 0,-1 0 0,0 1 0,-8 9 0,10-15-54,-1 1 1,0-1 0,0 0-1,0-1 1,-1 1-1,1-1 1,-1 0-1,0 0 1,0 0 0,0-1-1,0 0 1,0 0-1,-1 0 1,1-1-1,-1 1 1,1-1 0,-1-1-1,-9 1 1,1 0 19,0-1 1,0-1-1,-1-1 1,1 0-1,-20-5 0,29 6-254,1 0-1,0-1 1,0 1-1,0-1 0,1 0 1,-1 0-1,0 0 0,1 0 1,-1-1-1,1 0 1,0 1-1,0-1 0,0 0 1,0-1-1,0 1 1,1 0-1,-1-1 0,1 0 1,0 1-1,0-1 0,0 0 1,-1-6-1,1 2-631,1 0 0,0 0 0,0 1 0,1-1 0,0 0 0,1-12 0,0 16-136,-1 0-1,1 1 0,0-1 1,1 0-1,-1 1 0,0-1 1,1 1-1,0 0 0,3-6 1,7-4-4670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 7812,'-12'-11'8006,"20"11"-1162,10 6-3054,-2 1-4942,12 9 981,17 10-517,-14-12-7495,-26-12 1940,1-4-1515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 2881,'-5'0'1215,"0"-1"0,0 1 0,1-1 1,-1 2-1,0-1 0,0 0 0,0 1 0,1 0 0,-1 0 0,0 0 0,-8 4 0,11-4-917,0 1-1,0 0 1,0-1-1,0 1 1,0 0 0,0 0-1,0 0 1,0 0 0,1 0-1,-1 1 1,1-1-1,0 0 1,0 1 0,-1-1-1,2 1 1,-1-1-1,0 1 1,0-1 0,1 1-1,-1 0 1,1-1-1,0 6 1,-4 84 1213,-2 38-1045,-31 180 1,35-298-466,0-1 0,-2 0 0,1 0 0,-1 0-1,-1 0 1,0 0 0,0-1 0,-11 14 0,14-20 9,-1-1-1,0 0 1,1 0 0,-1 0 0,-1-1-1,1 1 1,0-1 0,-1 1-1,1-1 1,-1 0 0,0-1 0,1 1-1,-1-1 1,0 1 0,0-1-1,0 0 1,0 0 0,0-1 0,0 1-1,-1-1 1,1 0 0,0 0-1,0-1 1,0 1 0,0-1 0,0 0-1,-4-1 1,-5-2 168,1-1 0,-1 0 0,1-1 0,1 0-1,-1-1 1,-15-13 0,-63-57 547,34 25-755,29 31-26,7 5-982,-35-37 0,50 43-2289,6 9 2867,-1 0-1,0 1 1,1-1-1,-1 1 1,0-1-1,1 1 1,-1-1 0,1 1-1,-1-1 1,1 1-1,-1-1 1,1 1-1,0 0 1,-1-1 0,1 1-1,-1 0 1,1-1-1,0 1 1,-1 0-1,1 0 1,0 0 0,-1 0-1,2 0 1,15-4-5663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6179,'30'0'9845,"1"0"-4255,16 1-2758,64-4-2787,-87 0-184,23-1 268,-17 6-3136,-26-1-704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12214,'-2'10'7852,"-7"-2"-4189,-19 5-2436,16-8-398,5-2-661,-17 8-14,0 0 0,1 2 1,0 1-1,2 0 1,-28 24-1,47-37-165,1 0 0,-1 0 0,1 1 0,-1-1 0,1 1 0,0-1 0,-1 1 0,1-1 0,0 1 0,0-1 0,0 1 0,0 0 0,1 0 0,-1 0 0,0-1 0,1 1 0,-1 0 0,1 0 0,0 0 0,-1 0 0,1 0 0,0 0 0,0 0 0,1 0 0,-1 0-1,0 0 1,0 0 0,1 0 0,0-1 0,-1 1 0,1 0 0,0 0 0,0 0 0,0-1 0,0 1 0,0 0 0,0-1 0,0 1 0,0-1 0,1 1 0,-1-1 0,3 2 0,3 2-77,0-1 0,0 1 1,0-1-1,0-1 0,1 0 0,0 0 0,-1 0 0,1-1 0,9 2 0,-3-2-39,0 0 0,1-1 0,-1 0 0,1-1 0,-1-1-1,1 0 1,-1-1 0,17-4 0,-27 5 131,0 0 1,0 0-1,0-1 1,-1 1-1,1-1 1,0 0-1,-1 0 1,1 0-1,-1 0 1,0-1-1,0 1 1,0-1-1,0 0 1,0 0-1,-1 0 1,1 0-1,-1 0 1,0-1-1,0 1 1,0-1-1,0 1 1,0-1-1,-1 0 1,0 0-1,0 1 1,0-1-1,0 0 1,-1 0-1,1 0 1,-1 0-1,0 0 1,0 0-1,0 0 1,-2-5-1,2 5-33,-1 0-1,0 0 0,0-1 1,0 1-1,0 0 0,-1 0 1,0 0-1,0 0 0,0 0 1,0 0-1,0 1 1,-1-1-1,0 1 0,0 0 1,0 0-1,-5-5 0,5 6-341,1 1-1,-1-1 1,0 1-1,0-1 1,0 1-1,0 0 1,0 0-1,0 0 1,-5-1-1,4 2-615,0 0-1,-1 0 1,1 0 0,0 0 0,0 1-1,0-1 1,0 1 0,-6 2 0,-15 7-6750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10325,'4'-1'1492,"1"0"0,0 0 0,0 0 0,-1 1 0,1 0 0,0 0 0,9 1 0,-8-1-889,0 2 0,0-1-1,0 1 1,0 0 0,0 0 0,7 4 0,-10-5-515,0 0 0,0 1 0,0 0 1,-1 0-1,1 0 0,0 0 1,-1 0-1,1 0 0,-1 1 0,0-1 1,0 1-1,0-1 0,0 1 0,0 0 1,0 0-1,-1 0 0,0 0 0,1 0 1,-1 0-1,0 0 0,-1 1 1,1-1-1,0 0 0,-1 1 0,0-1 1,0 6-1,-2 3 33,-1-1 0,0 0 1,-1 0-1,0-1 0,0 1 0,-1-1 1,-1 0-1,0 0 0,0 0 1,-14 15-1,18-27-1490,4-10 663,7-14-111,-1 16 572,0 0 1,0 0-1,1 1 1,0 0-1,1 0 1,0 1 0,20-12-1,84-43 282,-94 54 289,-20 9-267,0-1-1,1 1 1,-1 0-1,0 0 1,1 0 0,-1 0-1,1 0 1,-1-1-1,0 1 1,1 0-1,-1 0 1,0 0 0,1 0-1,-1 0 1,1 0-1,-1 0 1,0 0 0,1 0-1,-1 0 1,0 1-1,1-1 1,-1 0-1,1 0 1,-1 0 0,0 0-1,1 0 1,-1 1-1,0-1 1,1 0 0,-1 0-1,0 1 1,0-1-1,1 0 1,-1 0-1,0 1 1,5 17 1141,-6 26-299,0-39-794,-9 59 432,0 0-1330,10-22-3327,2-32-77,4-8-3125,2-7-3832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6883,'-1'1'376,"0"0"-1,0 0 1,1 0-1,-1 0 1,0 0 0,0 1-1,1-1 1,-1 0-1,1 0 1,-1 1-1,1-1 1,-1 0-1,1 1 1,0-1 0,0 1-1,-1-1 1,1 0-1,0 1 1,0-1-1,1 1 1,-1-1 0,1 3-1,0-1-66,0 0 1,0 1-1,1-1 0,-1 0 0,1 0 1,0 0-1,0 0 0,0 0 0,4 3 0,-2-2-201,-1 0-1,1-1 0,1 1 0,-1-1 0,0 0 0,1 0 0,0 0 0,-1-1 1,1 1-1,0-1 0,0 0 0,1-1 0,5 2 0,-3-3-92,1-1 1,-1 1-1,1-2 0,-1 1 0,0-1 1,0-1-1,0 1 0,0-1 0,8-4 1,-11 4-4,1 0 0,-1 0 1,1 0-1,-1 0 0,0-1 0,0 0 1,-1 0-1,1 0 0,-1-1 1,0 1-1,0-1 0,6-11 0,-9 15 26,0-1 0,0 1 0,0-1 0,-1 0 0,1 0 0,0 0 0,-1 1 0,0-1 0,1 0 0,-1 0 0,0 0 0,0 0 0,0 0 0,0 0 0,0 1 0,0-1 0,-1 0 0,1 0 0,-1 0-1,1 0 1,-1 1 0,-1-3 0,1 2 37,0 1-1,-1-1 1,1 1-1,-1 0 1,0 0 0,0-1-1,1 1 1,-1 0-1,0 0 1,0 1-1,0-1 1,0 0-1,0 1 1,0-1-1,0 1 1,-3-1-1,-7 0 214,0 1-1,0 0 0,0 1 0,0 0 0,-18 5 0,18-4-85,4 0-18,-1 0 0,0 0 0,1 1 0,0 0 0,-9 4 0,15-6-122,-1 0-1,1 1 0,0-1 0,0 1 0,0 0 1,0 0-1,0 0 0,0 0 0,0 0 0,0 0 0,1 0 1,-1 1-1,1-1 0,0 1 0,-1-1 0,1 1 1,0-1-1,1 1 0,-1 0 0,0-1 0,1 1 0,-1 4 1,3 53 354,0-51-346,0 0 0,0 0 0,1 0 1,0 0-1,0 0 0,1 0 0,0-1 0,9 13 0,-1 0-47,-10-18-97,2 6 52,1 1-1,1-1 0,0 0 0,0 0 1,12 12-1,-16-19-225,1 0 0,-1 0 0,0-1 0,1 1-1,-1-1 1,1 0 0,-1 1 0,1-1 0,0 0 0,4 1 0,-4-2-404,1 0 0,-1 1-1,0-1 1,1-1 0,-1 1 0,0 0 0,0-1-1,0 0 1,1 1 0,-1-1 0,3-2 0,15-7-6875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10357,'5'13'10912,"4"4"-3881,5 9-2209,-6 0-4555,-8-24-357,0-1 0,0 0 0,0 0 0,0 0 1,0 1-1,0-1 0,0 0 0,0 0 0,-1 0 0,1 0 0,-1 0 0,1 0 0,-1 0 0,1 1 0,-1-1 0,1 0 0,-1-1 0,0 1 0,1 0 0,-1 0 0,0 0 0,0 0 0,0 0 0,0-1 0,0 1 0,0 0 0,0-1 0,0 1 0,0-1 0,0 1 0,0-1 1,0 0-1,0 1 0,-1-1 0,1 0 0,0 0 0,0 0 0,0 0 0,0 0 0,-1 0 0,-1 0 0,-12 0-6092,-3 0-3417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3634,'2'-19'4432,"-2"12"-3197,1 1 0,0 0 0,0 0-1,0-1 1,1 1 0,5-11 0,-6 15-1071,0 0 1,1 0-1,-1 1 1,1-1-1,0 0 1,0 1-1,-1-1 1,1 1-1,0-1 0,0 1 1,1 0-1,-1 0 1,0 0-1,0 0 1,0 0-1,1 0 0,-1 1 1,0-1-1,1 1 1,-1-1-1,1 1 1,2 0-1,-2 0-36,-1 0 1,1 0-1,-1 0 0,1 1 1,-1-1-1,1 1 0,-1-1 1,1 1-1,-1 0 0,0 0 1,1 0-1,-1 0 0,0 0 1,0 0-1,0 1 0,0-1 0,0 1 1,2 2-1,0-1-40,-1 2 0,0-1 0,0 0-1,0 1 1,0-1 0,-1 1 0,0 0 0,2 6 0,1 7-33,0 0 0,-2 0 0,3 34 1,-5-33 35,0-1 1,-1 0-1,-1 0 1,-1 1 0,-5 26-1,6-43-55,1-1-1,0 0 0,-1 0 1,1 1-1,-1-1 1,1 0-1,-1 0 0,0 1 1,1-1-1,-1 0 1,0 0-1,0 0 1,0 0-1,0 0 0,0 0 1,0 0-1,0 0 1,0-1-1,0 1 0,0 0 1,0-1-1,-2 2 1,2-2-18,0 0 0,0-1 1,0 1-1,0 0 1,0 0-1,0 0 1,0-1-1,1 1 0,-1 0 1,0-1-1,0 1 1,0-1-1,1 1 0,-1-1 1,0 1-1,0-1 1,1 0-1,-1 1 1,0-1-1,1 0 0,-1 0 1,1 1-1,-1-1 1,1 0-1,-1 0 1,1 0-1,0 1 0,-1-1 1,1 0-1,0 0 1,0 0-1,0 0 0,-1-1 1,-1-9 4,0 0 1,0 0-1,1-1 1,1 1-1,0 0 1,0-1-1,3-14 1,19-78-679,-17 85 139,0 1 0,2 1-1,0-1 1,14-25 0,-17 37-263,1-1 0,-1 1-1,1 0 1,1 0 0,10-9 0,-12 11-217,0 1 0,1 0 0,0 0 0,0 1 0,0-1 0,0 1 0,0 0 0,0 1 0,7-2 0,16-1-3971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34 4754,'17'-2'8552,"-24"6"-1485,-6 2-4554,-1 4-3578,7-4 1123,0 0 1,0 0 0,1 1 0,0 0 0,0 0 0,1 0-1,0 1 1,0 0 0,-4 10 0,7-15-72,1 0 0,0 0 0,0 0 0,0 0 1,0 0-1,0 0 0,1 0 0,0 0 0,-1 0 0,1 1 0,0-1 1,0 0-1,1 0 0,-1 0 0,1 0 0,-1 1 0,1-1 0,0 0 0,0 0 1,1 0-1,-1-1 0,1 1 0,-1 0 0,1 0 0,0-1 0,0 1 1,0-1-1,0 0 0,0 1 0,4 1 0,-4-2 5,1 0 0,-1-1 0,1 0-1,-1 1 1,1-1 0,0 0 0,0 0 0,-1 0-1,1-1 1,0 1 0,0-1 0,0 1 0,0-1 0,0 0-1,5-1 1,-2 0 13,0 0-1,1 0 1,-1-1 0,0 0-1,0 0 1,-1-1 0,8-3-1,-5 2 70,-1-1-1,1 0 1,-1 0-1,0-1 1,0 0-1,-1 0 1,0-1 0,0 0-1,0 0 1,6-11-1,-10 13 61,0-1 0,0 1 1,-1-1-1,0 0 0,0 0 0,-1 1 0,1-1 0,-1 0 1,0 0-1,-1 0 0,1 1 0,-1-1 0,-1 0 0,1 1 1,-1-1-1,-3-7 0,4 11-184,0-1 1,0 0-1,-1 1 1,1-1-1,-1 1 1,0 0-1,0-1 1,0 1-1,0 0 1,0 0-1,0 0 1,0 0-1,-1 1 1,-3-3-1,4 3-229,-1 1 0,1-1 0,0 0 1,-1 1-1,1 0 0,0-1 0,-1 1 0,1 0 0,0 0 0,-1 1 0,1-1 0,-1 0 0,1 1 0,0-1 0,-1 1 0,1 0 0,0 0 1,0 0-1,0 0 0,-3 1 0,-4 5-4174,3 1-984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7475,'-3'1'5975,"-14"11"-2190,-25 39-40,30-36-3418,1 1 1,1 0 0,-11 23-1,20-36-318,0-1-1,0 1 1,0 0-1,0 0 1,0-1-1,1 1 1,-1 0-1,1 0 1,0 0 0,-1 0-1,2 0 1,-1 0-1,0 0 1,0 0-1,1-1 1,0 1-1,-1 0 1,1 0-1,0-1 1,3 5-1,-2-3 10,1-1 0,0 1-1,0-1 1,0 1-1,0-1 1,0 0-1,1 0 1,0-1-1,-1 1 1,1-1-1,0 0 1,5 3 0,-1-2-12,-1 0 0,1-1 1,0 1-1,0-1 1,0-1-1,0 0 1,0 0-1,0 0 1,1-1-1,-1 0 1,0-1-1,0 0 1,0 0-1,11-3 0,-16 2 12,0 0-1,0 1 0,0-1 1,0 0-1,-1-1 0,1 1 1,-1 0-1,0-1 0,0 0 0,1 1 1,-2-1-1,1 0 0,0 0 1,-1 0-1,1 0 0,-1 0 1,0 0-1,0-1 0,0 1 1,0 0-1,-1-1 0,1 1 0,-1 0 1,0-1-1,0 1 0,0-1 1,0 1-1,-1 0 0,-1-7 1,2 6-140,-1 0 1,0 0 0,0 0 0,0 0 0,-1 0-1,0 0 1,1 0 0,-1 0 0,0 0 0,-1 1 0,1-1-1,-1 1 1,1 0 0,-1 0 0,0 0 0,0 0-1,-1 0 1,1 1 0,0-1 0,-1 1 0,0 0-1,1 0 1,-1 0 0,-5-1 0,7 2-312,1 1 0,-1 0 0,1 0 0,-1 0 0,1 0 0,-1 0 1,1 0-1,-1 0 0,1 1 0,-1-1 0,1 0 0,-1 1 0,1-1 0,-3 2 0,-5 4-4793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29 9076,'6'-28'12744,"-6"28"-12630,-6 17 1622,-43 121 2804,26-77-3855,2 0 0,-17 87 0,37-138-702,-9 68 162,9-70-262,1 1 0,0-1 1,1 1-1,0-1 0,0 0 0,0 0 1,5 11-1,-5-17-23,0 0 0,0 0-1,0 0 1,0-1 0,1 1 0,-1 0 0,1-1 0,-1 1-1,1-1 1,-1 1 0,1-1 0,0 0 0,0 0 0,0 0-1,0 0 1,0 0 0,0 0 0,0 0 0,0 0 0,0-1 0,0 1-1,0-1 1,0 0 0,1 0 0,-1 0 0,0 0 0,0 0-1,3 0 1,8-2-948,-1 1 0,0-2 0,19-5 0,-30 7 946,86-31-8886,-42 11 2566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 6403,'-4'-9'2881,"8"1"-944,11 2 480,6-1 16,4 3-912,6 4-320,3 0-209,4 4-48,3 0-703,7-1-241,3-1-48,9-2-1249,1-5-2193,4 1-3457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6867,'10'-11'9742,"4"-2"4083,-7 15-10631,1 8-4055,-2-7 667,-6-7-5727,0-1-2339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5683,'16'-20'4473,"-13"16"-3570,0 0 1,0 0-1,1 1 1,-1-1-1,1 1 1,0-1-1,4-2 1,-7 6-768,0-1-1,1 1 1,-1 0-1,0 0 1,0 0 0,0 0-1,0 0 1,0 1-1,0-1 1,1 0 0,-1 0-1,0 1 1,0-1-1,0 1 1,0-1 0,0 1-1,0-1 1,0 1-1,0 0 1,0-1 0,-1 1-1,1 0 1,0 0-1,0 0 1,-1 0 0,1-1-1,0 1 1,-1 0-1,1 0 1,-1 0 0,1 0-1,-1 1 1,1 0-1,16 38 910,-17-38-1004,6 16 201,0 0-1,-1 0 1,-2 0 0,4 36-1,-7-54-228,0 1 0,0-1 0,0 0-1,0 1 1,0-1 0,0 1 0,0-1-1,0 0 1,0 1 0,0-1 0,-1 1-1,1-1 1,0 0 0,0 1 0,0-1-1,-1 0 1,1 1 0,0-1-1,0 0 1,0 1 0,-1-1 0,1 0-1,0 1 1,-1-1 0,1 0 0,0 0-1,-1 1 1,1-1 0,0 0 0,-1 0-1,1 0 1,0 0 0,-1 0 0,1 1-1,-1-1 1,-18-5 161,-14-15-116,32 18-54,-1 0-1,1 0 0,0 0 0,0 0 0,0 0 0,0 0 0,0 0 0,1 0 0,-1 0 0,0 0 0,1-1 0,0 1 1,-1 0-1,1 0 0,0-1 0,0 1 0,0 0 0,1 0 0,-1-1 0,1 1 0,-1 0 0,1 0 0,-1 0 0,1 0 1,0-1-1,0 1 0,0 1 0,3-5 0,2-3-57,0-1 1,1 1-1,0 0 0,11-10 1,7-5-317,0 2 1,1 1-1,36-22 1,-45 33-1650,0 0 0,1 2 0,34-13 0,-30 16-2989,1 4-1197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98 6995,'-6'1'7741,"-6"-1"-4461,-2 1-1332,2 2-1124,-1 1 0,1 0 1,-15 8-1,23-10-769,0 0 0,0 0 0,0 0-1,0 1 1,1 0 0,-1-1 0,1 1 0,0 1-1,-1-1 1,2 0 0,-1 1 0,-5 7 0,8-8-39,-1 1 1,0-1 0,1 1 0,0-1 0,0 1 0,0-1-1,0 1 1,0-1 0,1 1 0,-1-1 0,1 0 0,0 1-1,0-1 1,3 6 0,23 44 8,-26-50-30,1-1-1,-1 1 1,1-1 0,0 1-1,0-1 1,0 1 0,0-1-1,1 0 1,-1 0 0,0 0-1,1 0 1,0-1 0,-1 1-1,1-1 1,0 1 0,0-1-1,0 0 1,0 0 0,4 1-1,-2-2-13,-1 0 0,1 0 1,-1-1-1,1 0 0,-1 1 0,1-1 0,-1-1 0,0 1 0,0-1 1,1 1-1,-1-1 0,7-5 0,1-1 10,-1 0 1,1 0 0,-2-1-1,1-1 1,-2 0-1,1 0 1,-1-1-1,-1 0 1,15-24-1,-20 30 24,0-1-1,0 0 0,-1 1 1,0-1-1,0 0 0,0 0 1,0 0-1,-1 0 1,0-1-1,-1 1 0,1 0 1,-1 0-1,0-1 1,-1 1-1,1 0 0,-1 0 1,-1-1-1,1 1 0,-1 0 1,0 0-1,0 0 1,-1 1-1,0-1 0,-4-7 1,5 11-129,1 1 0,0-1 0,-1 1 1,1-1-1,-1 1 0,0-1 0,1 1 0,-1 0 1,0 0-1,0 0 0,0 0 0,0 0 0,0 0 1,0 1-1,0-1 0,0 1 0,0-1 0,0 1 1,0 0-1,-1 0 0,-3 0 0,3 0-649,-1 1 0,1-1 0,0 1 1,-1 0-1,1 0 0,0 0 0,0 1 0,-1-1 0,1 1 0,0-1 0,1 1 0,-1 0 0,-3 3 0,-3 5-3423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30 4370,'16'-15'6266,"-16"15"-6057,0 0 0,1-1-1,-1 1 1,0 0 0,0-1 0,0 1 0,0 0-1,1-1 1,-1 1 0,0-1 0,0 1 0,0 0-1,0-1 1,0 1 0,0 0 0,0-1 0,0 1-1,0-1 1,0 1 0,0 0 0,0-1 0,-1 1-1,1 0 1,0-1 0,0 1 0,0 0 0,0-1-1,-1 1 1,-11-4 3950,-10 10-3583,9 1-167,0 1-1,0 0 1,1 0 0,-20 19 0,28-23-395,-1 1 0,1-1 1,0 1-1,1-1 1,-1 1-1,1 0 0,0 1 1,0-1-1,0 0 1,1 1-1,0-1 0,0 1 1,0 0-1,-1 10 1,3-14-44,0 0 0,0-1 0,0 1 0,0 0 1,0 0-1,0-1 0,1 1 0,-1 0 0,0-1 1,1 1-1,0 0 0,-1-1 0,1 1 1,0-1-1,0 1 0,0-1 0,0 1 0,0-1 1,0 1-1,0-1 0,2 2 0,0-2-6,-1 1 0,1-1 0,-1 0 0,1 0 0,0 0 0,-1 0 0,1 0 0,0-1 0,0 1 0,0-1 0,5 1 0,6-2-38,0 0-1,1-1 1,-1 0 0,15-5 0,-26 6 65,5-1 16,0-1 0,0 1 0,0-1-1,-1-1 1,0 1 0,1-1 0,-1-1 0,-1 1-1,1-1 1,7-7 0,-12 10 27,0 0 1,0 0-1,-1-1 0,1 1 1,-1 0-1,1-1 1,-1 1-1,0-1 0,0 1 1,0-1-1,0 1 0,0-1 1,-1 0-1,1 1 0,-1-1 1,0 0-1,0 0 0,0 1 1,0-1-1,0 0 0,0 0 1,-1 1-1,1-1 1,-1 0-1,0 1 0,0-1 1,0 1-1,0-1 0,0 1 1,-1-1-1,1 1 0,-1 0 1,1-1-1,-4-1 0,3 1-131,-1 0 0,0 0 0,-1 0 0,1 1 0,-1-1-1,1 1 1,-1 0 0,1 0 0,-1 0 0,0 1-1,0-1 1,0 1 0,0 0 0,-6-1 0,-13 1-3279,2 6-3525,12-1 1935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205 107 5202,'7'-19'1407,"14"-32"2831,-19 48-3547,-1 0 0,1 0 0,0 0 0,1 0 0,-1 0 0,0 0 0,1 1 0,0-1 0,-1 1 0,1 0 0,0-1 0,3 0 0,-5 3-604,-1 0 0,0 0 0,0 0-1,1 0 1,-1 0 0,0 0 0,0 0-1,1 1 1,-1-1 0,0 0-1,0 0 1,0 0 0,1 1 0,-1-1-1,0 0 1,0 0 0,0 0 0,0 1-1,0-1 1,0 0 0,1 0 0,-1 1-1,0-1 1,0 0 0,0 0-1,0 1 1,0-1 0,0 0 0,0 0-1,0 1 1,0-1 0,0 0 0,0 0-1,0 1 1,0-1 0,0 0-1,0 0 1,0 1 0,-1-1 0,1 0-1,0 0 1,0 1 0,0-1 0,0 0-1,0 0 1,-1 1 0,-3 18 943,4-18-774,-8 27 516,-1-1-1,-1-1 1,-21 39 0,-49 69 65,51-89-822,2 1 1,-35 80-1,61-121-29,-1-1 1,1 0-1,-1 0 0,1 1 1,0-1-1,1 1 1,-1-1-1,1 1 1,0-1-1,0 1 0,0-1 1,1 1-1,0-1 1,0 1-1,0-1 1,2 7-1,-1-8-69,0-1 1,-1 1-1,1-1 0,0 1 0,1-1 0,-1 0 1,0 0-1,1 0 0,-1 0 0,1 0 1,-1-1-1,1 1 0,0-1 0,0 1 1,0-1-1,0 0 0,0 0 0,0-1 1,0 1-1,0 0 0,0-1 0,0 0 0,0 0 1,6 0-1,0-1-947,1 1 0,0-2-1,0 1 1,-1-1 0,18-7 0,19-13-7993,-28 9 2646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59 6899,'-2'-14'2177,"2"1"-592,6 3 1040,5 1-272,5 3-1120,3 2-417,4 2-208,6 2-448,3 2-160,3 0-320,3 2-2017,0 0-3153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5507,'0'-1'271,"0"0"1,0 0-1,0 0 1,0-1-1,0 1 1,0 0-1,0 0 1,0 0-1,1 0 1,-1 0-1,0 0 1,1-1-1,-1 1 1,1 0-1,-1 0 1,1 0-1,0 0 1,-1 0-1,1 1 1,0-1-1,0 0 1,-1 0-1,1 0 1,0 1-1,0-1 1,0 0-1,0 1 1,0-1-1,0 1 1,0-1-1,2 0 1,37-18 2076,-37 18-2134,56-21 451,1 3 0,1 2 0,123-16 0,-177 32-677,2 0 99,1 0 1,0 0-1,-1 1 0,15 2 0,-22-2-44,0 0 0,0 1 0,0-1 0,0 1 0,0-1 0,0 1 0,0 0 0,0 0 0,-1 0 0,1 0 0,0 0 0,0 0 0,-1 1 0,1-1 0,-1 1 0,1-1 0,-1 1 0,0-1 0,1 1 0,-1 0 0,0-1 0,0 1 0,0 0 0,0 0 0,-1 0 0,2 3 0,1 16 506,-1 1 1,-1 0-1,-1 0 1,-1 0-1,0 0 1,-8 32-1,6-31-191,-11 70 1114,-3 0-1,-5 0 0,-59 156 1,73-228-1330,-34 92 381,39-102-475,1 0 0,-1 0-1,2 0 1,0 0-1,0 0 1,1 1-1,0-1 1,3 17-1,-3-28-68,0 0-1,0 0 1,0 0-1,0 0 0,0 0 1,0 1-1,0-1 1,0 0-1,0 0 0,0 0 1,0 0-1,0 0 1,0 0-1,0 0 0,0 0 1,0 0-1,0 1 0,0-1 1,0 0-1,0 0 1,0 0-1,1 0 0,-1 0 1,0 0-1,0 0 1,0 0-1,0 0 0,0 0 1,0 0-1,0 0 1,0 0-1,0 1 0,0-1 1,0 0-1,1 0 1,-1 0-1,0 0 0,0 0 1,0 0-1,0 0 1,0 0-1,0 0 0,0 0 1,0 0-1,0 0 1,1 0-1,-1 0 0,0 0 1,0 0-1,0 0 0,0 0 1,0-1-1,0 1 1,0 0-1,0 0 0,0 0 1,1 0-1,-1 0 1,0 0-1,0 0 0,0 0 1,0 0-1,0 0 1,0 0-1,0 0 0,0 0 1,6-10-2375,4-14-5160,-7 12 1822,-1 0-2275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7748,'0'-1'444,"0"1"0,-1-1 1,1 1-1,-1-1 0,1 1 1,0-1-1,-1 0 1,1 1-1,0-1 0,0 0 1,-1 1-1,1-1 1,0 0-1,0 1 0,0-1 1,0 0-1,0 1 1,0-1-1,0 0 0,0 1 1,0-2-1,3 1 3928,1 11-2980,-2 0-960,1-1 1,1 1-1,-1-1 0,2 0 1,-1 0-1,1 0 0,0 0 1,1-1-1,0 0 0,0 0 1,14 12-1,7 4-619,1-2-1,30 20 1,-21-17 19,-18-17-2532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44 3538,'13'-32'6057,"-14"20"7174,-19 31-8954,-82 113-1931,58-75-4553,29-36-1648,7-5-2548,6-4-1153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0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81 4178,'2'-1'482,"0"-1"0,0 0 0,0 0 0,0 1 0,0-1 0,0 0-1,0 0 1,0-1 0,-1 1 0,1 0 0,-1-1 0,0 1 0,0-1 0,0 1 0,0-1 0,0 1 0,0-1 0,-1 0 0,1 1 0,-1-1 0,0 0-1,0 0 1,0 1 0,0-1 0,0 0 0,0 0 0,-2-4 0,0 6-302,0 0-1,0 0 1,-1 0 0,1 0-1,0 0 1,0 1 0,0-1-1,-1 1 1,1-1 0,0 1 0,-1 0-1,1 0 1,0 0 0,-1 0-1,-3 1 1,-5-1 411,-9-1 165,-129-1 2702,127 4-3178,0 0 0,0 2-1,1 0 1,-39 13 0,41-9-82,-172 67 996,159-61-952,1 2 1,1 1-1,-51 39 0,71-48-165,0 1-1,1 0 0,0 0 1,0 1-1,1 0 1,1 1-1,0 0 1,0 0-1,1 0 1,1 1-1,-1 0 1,-4 20-1,6-16-19,1 0-1,1 0 0,1 0 0,0 0 0,1 0 0,1 1 0,0-1 0,1 0 0,7 25 0,-2-14-20,1 1 0,2-2 0,1 1 0,1-2 0,1 1 0,1-2 0,1 0 0,1 0 0,1-2 0,1 0 0,25 23 0,-27-31-9,0 0 1,1-1 0,0-1-1,0-1 1,2 0-1,-1-2 1,1 0-1,1-1 1,0-1-1,0 0 1,0-2 0,0 0-1,1-1 1,0-2-1,39 1 1,4-8 16,0-3 0,-1-2 1,0-4-1,105-36 0,-131 38-8,-2-1-1,0-2 0,0-2 1,58-37-1,-80 44-55,0 0 0,0-1 0,-1 0 0,-1-1 1,0 0-1,0-1 0,-1 0 0,-1 0 0,0-1 0,-1-1 0,-1 1 1,0-1-1,8-27 0,-8 17-29,-2-1 1,-1 0 0,-1 0-1,-1 0 1,-2-1-1,0 1 1,-2 0-1,-1-1 1,-7-33 0,6 42 48,-1-1 1,-1 1-1,0 0 1,-1 1-1,-1 0 0,-1 0 1,0 0-1,-2 1 1,1 1-1,-2-1 1,0 2-1,-1 0 1,-22-20-1,25 27 1,1 0 0,-1 1 0,0 0 0,-1 1 0,0 0 0,1 0 1,-2 1-1,1 1 0,0 0 0,-1 0 0,1 1 0,-1 1 0,0 0 0,1 0 0,-22 3 0,14 0-81,-1 2 1,1 1-1,0 0 1,0 1-1,1 1 1,0 1-1,0 1 1,-25 16-1,23-14-433,-10 5-1081,17-3-3030,24-14-13525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4418,'-5'6'9888,"-13"10"-4870,-54 45-51,10-13-2836,23-18-1440,1 1 0,-35 38 1,63-58-686,1 1 0,-1 0 0,2 0 1,0 0-1,0 1 0,1 1 0,1-1 0,0 1 1,1 0-1,0 1 0,-2 14 0,6-25-13,0-1 0,1 0 0,-1 0 0,1 1 0,0-1-1,0 0 1,0 1 0,0-1 0,1 0 0,-1 0 0,1 1-1,0-1 1,0 0 0,0 0 0,1 0 0,-1 0 0,1 0-1,-1 0 1,1 0 0,4 4 0,-3-4-41,1-1-1,-1 1 1,1 0-1,0-1 1,0 0-1,0 0 1,0 0 0,1-1-1,-1 1 1,0-1-1,1 0 1,-1 0 0,6 0-1,6 0-69,-1 0 0,0-2 0,0 0 1,0 0-1,0-2 0,-1 0 0,29-9 0,-37 9 136,0 0 0,0 0 0,0 0 1,0-1-1,-1 0 0,1-1 0,-1 1 0,0-1 0,0 0 1,-1 0-1,1 0 0,-1-1 0,0 1 0,-1-1 0,6-11 1,-8 14-1,0 0 1,0 0 0,0 0 0,0 1 0,-1-1-1,1 0 1,-1 0 0,0 0 0,0 0 0,0 0 0,0 0-1,0 0 1,-1 0 0,1 0 0,-1 0 0,0 0-1,0 0 1,0 1 0,0-1 0,0 0 0,-1 1 0,1-1-1,-1 1 1,0-1 0,0 1 0,1 0 0,-2-1 0,1 1-1,0 0 1,0 0 0,-1 1 0,1-1 0,-1 1-1,1-1 1,-1 1 0,0 0 0,-5-2 0,-10-3 38,-1 1 1,1 2-1,-1-1 1,0 2 0,-1 1-1,1 0 1,-33 4-1,1-2-245,86 1-6089,-11 0-1791,-7 0 307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6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8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3.6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428 204 6931,'0'0'21,"17"-27"2445,-17 26-2400,1 1 1,-1-1-1,0 1 1,1-1 0,-1 1-1,0-1 1,0 1-1,0-1 1,0 1-1,0-1 1,0 0 0,1 1-1,-1-1 1,0 1-1,-1-1 1,1 0 0,0 1-1,0-1 1,0 1-1,0-1 1,0 1 0,-1-1-1,1 0 1,0 1-1,0-1 1,-1 1-1,1-1 1,0 1 0,-1-1-1,1 1 1,0 0-1,-1-1 1,1 1 0,-1-1-1,1 1 1,-1 0-1,1-1 1,-1 1-1,1 0 1,-1 0 0,1-1-1,-1 1 1,0 0-1,1 0 1,-1 0 0,1 0-1,-2 0 1,1 0 27,-1 0 1,1 0 0,-1 0-1,0 0 1,1 1 0,-1-1-1,1 1 1,-1-1-1,1 1 1,-1-1 0,1 1-1,0 0 1,-1 0-1,1 0 1,0 0 0,0 0-1,-1 0 1,1 0 0,-1 2-1,-5 3 233,-26 23 563,2 1-1,-56 70 0,-38 79 472,100-139-1040,-38 80-1,57-106-302,0 0-1,1 1 1,1 0-1,0 0 1,1 0-1,0 1 1,2-1-1,-1 1 1,3 23-1,-1-36-11,0 1 1,0 0-1,1 0 0,0-1 0,0 1 0,0 0 0,0-1 1,1 1-1,-1-1 0,1 1 0,0-1 0,0 0 0,0 0 0,1 0 1,-1 0-1,1 0 0,-1 0 0,1-1 0,0 1 0,0-1 0,0 0 1,0 0-1,0 0 0,1 0 0,-1 0 0,1-1 0,-1 0 0,1 1 1,0-1-1,-1-1 0,1 1 0,0 0 0,0-1 0,-1 0 0,1 0 1,0 0-1,5-1 0,9-1 32,-1-1 0,1-1 1,-1 0-1,1-1 0,-1-1 1,27-13-1,8-8-13,0-3 1,-2-1-1,-1-3 1,-2-2-1,-2-1 1,-1-3-1,-2-2 1,72-92-1,-99 113 24,-1 0-1,-1-1 1,-1-1-1,-2 0 0,0 0 1,-1-1-1,8-37 1,-15 50 5,0 0-1,-1 0 1,0 0 0,-1 0 0,0-1 0,-1 1 0,0 0 0,-5-16 0,4 19-18,-1 0-1,0 1 1,0-1-1,-1 1 0,0 0 1,0 0-1,-1 0 1,0 1-1,0 0 1,0 0-1,-1 0 1,-12-9-1,11 9-24,-1 1 0,0 0 1,0 0-1,-1 1 0,1 0 0,-1 1 0,0 0 0,0 0 0,0 1 0,-15-2 0,10 3-8,-1 0 0,1 1 0,-1 1 0,1 0-1,-1 1 1,-17 5 0,4 1-54,0 2 1,0 1-1,1 1 0,0 1 0,1 2 1,-26 19-1,27-17-584,1 1 0,0 2 0,-22 25 0,36-34-684,0 1 1,1 1-1,0-1 1,-11 24 0,-2 21-5686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4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 9588,'3'-1'521,"-1"0"-1,1 0 0,-1 0 1,1 0-1,-1 1 0,1-1 0,0 1 1,-1-1-1,1 1 0,0 0 0,-1 0 1,4 0-1,-5 1-310,0 0-1,0-1 1,0 1-1,0 0 1,0 0-1,0 0 1,0-1-1,-1 1 1,1 0-1,0 0 1,-1 0-1,1 0 1,0 0-1,-1 1 1,1-1-1,-1 0 1,0 0-1,1 0 1,-1 0-1,0 1 1,0-1-1,0 0 1,0 0-1,0 0 1,0 1-1,0-1 1,0 0-1,0 0 1,-1 2-1,-10 58 2180,8-50-2313,0 0-1,1 0 1,1 1-1,-1 21 1,2-32-80,0 0 1,0 0-1,0 0 1,0 0-1,0 0 1,0 0 0,1 0-1,-1 0 1,0 0-1,1 0 1,-1 0-1,1 0 1,-1 0 0,1 0-1,0 0 1,-1-1-1,1 1 1,0 0-1,-1 0 1,1-1-1,0 1 1,0 0 0,0-1-1,0 1 1,0-1-1,0 1 1,2 0-8,-1-1 0,1 1-1,-1-1 1,0 0 0,1 1 0,-1-1 0,1-1 0,-1 1 0,1 0 0,-1-1 0,3 0-1,10-3-64,-1-2 0,0 1 0,14-9 0,-17 9 14,53-28-191,70-29 7,-134 62 251,0 0 0,0 0-1,0 0 1,1 0 0,-1-1-1,0 1 1,1 0-1,-1 0 1,0 0 0,0 0-1,1 0 1,-1 0-1,0 0 1,1 0 0,-1 0-1,0 0 1,0 0-1,1 0 1,-1 0 0,0 0-1,1 0 1,-1 0 0,0 0-1,1 0 1,-1 0-1,0 1 1,0-1 0,1 0-1,-1 0 1,0 0-1,0 0 1,1 1 0,-1-1-1,0 0 1,0 0 0,0 0-1,1 1 1,-1-1-1,-2 15 229,-16 24 124,13-31-345,3-2-83,-1-1 0,1 0 0,0 1 0,0 0 0,1 0 0,0-1 0,-1 12 0,2-15-127,0-1 0,0 1 1,0-1-1,0 0 1,0 1-1,1-1 0,-1 0 1,1 1-1,-1-1 1,1 0-1,-1 1 0,1-1 1,0 0-1,0 0 1,1 2-1,-1-2-240,1 0 0,-1 0 1,1 0-1,0 0 0,-1 0 0,1 0 0,-1 0 0,1-1 0,0 1 1,0-1-1,-1 1 0,1-1 0,0 0 0,0 0 0,2 0 1,20-1-5406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4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275 46 12710,'0'-2'189,"0"0"-1,0 0 1,1 0 0,-1 0 0,0 0-1,-1 0 1,1 0 0,0 0 0,-1 0-1,1 0 1,-1 0 0,1 0 0,-1 0-1,0 0 1,0 0 0,0 1 0,0-1-1,0 0 1,0 1 0,-3-4 0,2 5-23,1-1 0,-1 1-1,0-1 1,1 1 0,-1 0 0,0 0 0,1 0 0,-1 0 0,0 0 0,0 0 0,1 0 0,-1 0 0,0 1 0,1-1 0,-1 1-1,1-1 1,-1 1 0,0 0 0,1 0 0,-1-1 0,1 1 0,0 0 0,-1 0 0,1 1 0,0-1 0,-2 2 0,-20 18 888,2 0 0,1 2 0,0 1 1,2 0-1,-22 39 0,28-44-787,1 0 1,1 1-1,1 1 0,0 0 0,-8 36 0,14-47-290,1 0 1,1 0-1,0 0 0,0 0 0,1 0 1,0 0-1,1 0 0,0 0 1,1 0-1,0 0 0,0-1 0,1 1 1,0 0-1,9 17 0,-3-14-582,0 1 0,0-1-1,2-1 1,-1 0 0,1 0 0,19 14-1,-19-17-1089,1-1 0,23 13 0,-26-17-114,0 0-1,0 0 0,1-1 0,14 3 0,10-4-5311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4.5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56 11285,'-34'-4'2049,"13"0"-1249,15-2 337,8-3 1008,17 1-784,8 0-1025,11 1-256,4 3-80,1 0-721,6 2-1440,-1 2-2369,2 2-944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4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316 1 8788,'-21'65'2737,"-8"12"-624,-5 5 528,3 5 161,6 5-673,4 0-1217,-2-2-544,0-8-288,0-11-80,-2-4-80,6-13-1040,2-12-1057,7-13-1297,3-6-1920,-1-21-1153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4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0 481 5362,'4'-11'427,"79"-200"5740,-71 184-5018,2 2 0,0 0 1,2 1-1,0 0 0,36-38 0,-42 53-747,-1 1-1,1 0 1,0 1 0,1 0-1,-1 0 1,14-5-1,-19 10-280,-1 0 0,0 0 0,1 0 0,-1 1-1,1 0 1,0 0 0,-1 0 0,1 0 0,0 1-1,0 0 1,-1 0 0,1 0 0,0 1 0,0-1-1,-1 1 1,1 0 0,0 0 0,8 4 0,-11-4-64,-1 0 0,1 0-1,-1 0 1,1 0 0,-1 0 0,1 1 0,-1-1 0,0 0 0,0 1 0,0-1 0,0 1 0,0-1 0,0 1 0,0 0 0,0-1 0,0 1 0,-1 0 0,1 0 0,0 3 0,-1-1 4,0-1 1,0 1 0,0 0 0,0-1 0,-1 1 0,1-1 0,-1 1 0,0 0 0,-2 5 0,-2 1 94,0 0 1,0-1-1,-1 1 1,0-1-1,-14 16 1,-3-3-350,-1-2 1,-1 0 0,-1-2-1,0 0 1,-2-2 0,0-1-1,0-2 1,-57 19-1,81-30-333,-12 3-2471,13-6-920,7-3-2801,9-7-1998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5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0 14263,'-1'9'1422,"0"0"1,-1-1 0,0 1-1,-1-1 1,0 0 0,-7 15-1,-3 10 542,8-19-1287,-14 51 453,18-61-1123,0-1 0,0 1-1,1 0 1,-1 0-1,1 0 1,0 0 0,1 0-1,-1 0 1,0 0-1,1-1 1,0 1 0,0 0-1,3 5 1,-3-7-41,0-1 0,0 0 0,0 0 0,0 0 0,0 0 0,0 0 0,1-1 1,-1 1-1,0 0 0,1-1 0,-1 1 0,1 0 0,-1-1 0,0 0 0,1 1 0,-1-1 0,1 0 0,-1 0 0,1 0 1,-1 0-1,1 0 0,-1 0 0,1 0 0,-1 0 0,1-1 0,-1 1 0,1-1 0,-1 1 0,1-1 0,1 0 0,45-23-1422,-15 2 1001,-1-2-1,31-29 1,23-18 978,-80 70 636,-10 12-440,-15 23 119,12-23-355,4-7-491,1 0 1,0 0-1,0 0 0,1 0 1,-1 0-1,1 1 1,0-1-1,0 0 0,0 1 1,0-1-1,1 8 1,1-9-241,-1-1 0,1 0 1,0 0-1,-1 0 0,1 0 1,0 0-1,1 0 0,-1 0 0,0 0 1,1 0-1,-1 0 0,1-1 1,-1 1-1,1 0 0,0-1 1,0 1-1,-1-1 0,1 0 1,0 0-1,0 0 0,0 0 1,1 0-1,-1 0 0,0 0 0,3 0 1,14 3-4641,5-3-2134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5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8 4498,'0'-1'419,"0"1"-1,-1-1 1,1 1-1,0-1 1,-1 1 0,1-1-1,0 1 1,-1 0-1,1-1 1,-1 1 0,1 0-1,0-1 1,-1 1-1,1 0 1,-1-1 0,1 1-1,-1 0 1,1 0-1,-1 0 1,0-1 0,1 1-1,-1 0 1,1 0-1,-2 0 1,-15 5 2957,-18 20-2276,29-20 89,-10 8-344,1 1 1,0 0-1,1 1 0,1 1 1,0 0-1,1 1 0,1 1 0,0-1 1,2 2-1,0-1 0,-6 21 0,7-15-623,1 1 0,1 0 0,1 0-1,2 0 1,0 1 0,2-1 0,0 1-1,6 40 1,-4-55-289,1-1 1,1 0-1,-1 0 0,2 0 0,-1 0 0,1 0 1,1-1-1,0 0 0,0 0 0,7 9 1,-9-14-222,0-1 1,0 0 0,0 0 0,1 0-1,-1 0 1,1-1 0,-1 1-1,1-1 1,0 0 0,0 0-1,6 2 1,-7-3-285,1 0-1,0 0 0,-1-1 1,1 0-1,0 0 0,0 0 1,0 0-1,-1 0 1,1-1-1,0 1 0,0-1 1,-1 0-1,1 0 0,6-4 1,21-12-7338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5.7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92 8788,'-29'-4'8516,"14"0"-6643,13-7 16,17 1 1456,16 0-1360,17-5-1008,15 0-801,6 5-176,2 1-1313,-6 5-1808,-11 4-2626,-8 7-4482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5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 1 10885,'-8'14'7988,"-5"3"-5363,-4-2 1265,3 1-225,3 1-1920,5 0-1089,6-3-512,0 3-144,4-4-640,-2-1-1937,4 1-1969,-3 4-3298,1 1-2689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6.1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1 13926,'-8'13'4498,"-9"-5"-512,-1-2 288,1-2-1040,6-2-1522,5-2-1103,4 3-609,2-1-64,2 2-897,0 2-2064,0 2-2193,-4 5-3971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0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 6499,'4'-2'688,"2"-3"769,-2 1-192,-4 0 559,5 0-63,-5 2-784,0 0-17,0 4 545,0 0-1345,2 0-160,0 0-400,0 2-433,0 2-735,0 3-1650,-2-1-1760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2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480 172 6163,'43'-21'3655,"-25"14"-2633,0-2 1,0 0-1,31-23 1,-38 23-926,0-1-1,0 0 1,-1-1 0,0 0 0,-1 0 0,13-20-1,-56 47 835,-21 16-26,0 3 0,-96 83-1,-76 106-3,199-196-850,2 2 0,1 1-1,1 1 1,2 2 0,-24 46 0,43-74-44,0 0 1,1 0 0,0 1 0,0-1 0,1 1-1,0-1 1,0 1 0,0-1 0,1 1 0,0 0-1,0-1 1,0 1 0,1-1 0,2 9 0,-2-11 21,1-1 0,-1 1 1,1-1-1,0 1 0,0-1 1,0 0-1,0 1 0,1-1 1,-1 0-1,1-1 1,0 1-1,0 0 0,0-1 1,0 0-1,0 0 0,1 0 1,-1 0-1,1 0 0,-1 0 1,1-1-1,0 0 1,-1 0-1,1 0 0,0 0 1,5 0-1,9 0 25,-1-1 1,0-1-1,0 0 0,1-1 0,-1-1 1,-1-1-1,1 0 0,0-1 1,-1-1-1,0-1 0,0 0 1,-1-1-1,0 0 0,-1-1 0,1-1 1,19-18-1,-31 26-1,-1-1 0,0 1 0,0 0 0,0-1 0,0 1-1,0-1 1,0 0 0,-1 1 0,1-1 0,-1 0 0,0 0 0,0 0 0,0 0 0,0 0 0,0 0-1,-1 0 1,0-1 0,1 1 0,-1 0 0,0 0 0,0 0 0,-1 0 0,1-1 0,-2-2 0,1 2-34,-1 1 0,0 0 0,0-1 1,0 1-1,-1 0 0,1 0 0,-1 1 1,0-1-1,0 0 0,0 1 0,0 0 1,0-1-1,0 1 0,0 0 0,-1 1 1,1-1-1,-1 1 0,0-1 0,-5 0 1,-3-1-171,-1 1 0,1 1 0,-1-1 0,0 2 0,-23 2 0,-2-1-5210,53 1-4756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3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327 67 6931,'21'-27'5345,"-15"21"-4568,1 1 1,0 0-1,0 1 0,1-1 0,0 1 0,-1 1 1,14-4-1,-21 7-730,0 0 0,0 0 0,0 0 0,0 0 0,0 0 0,0 0 0,0 0 0,0 0 0,0 0 0,0 0 0,0 0 0,0 1 0,0-1 0,0 0-1,0 0 1,0 0 0,0 0 0,0 0 0,0 0 0,0 0 0,0 0 0,0 0 0,0 0 0,0 0 0,0 0 0,0 1 0,0-1 0,0 0 0,0 0 0,0 0 0,0 0 0,0 0 0,0 0 0,0 0 0,0 0 0,1 0 0,-1 0 0,0 0 0,0 0 0,0 0 0,0 0 0,0 0 0,0 0 0,0 0 0,0 0 0,0 0 0,0 0 0,0 0 0,1 0 0,-1 0 0,0 0 0,0 0 0,0 0 0,0 0 0,0 0 0,0 0 0,0 0 0,0 0 0,0 0 0,0 0 0,1 0 0,-9 10 1027,-14 11-360,-85 60 789,57-45-1187,2 2 0,-86 88 0,128-120-310,1 1-1,0 0 0,0 0 0,0 1 0,1-1 1,0 1-1,0 0 0,1 0 0,0 0 0,0 1 1,-2 13-1,5-18 37,0 0 0,0 0 0,0 0 0,0 0 0,1-1 0,-1 1 0,1 0 1,0 0-1,0-1 0,1 1 0,-1-1 0,1 1 0,0-1 0,0 0 0,0 1 0,0-1 0,0 0 1,1 0-1,-1-1 0,1 1 0,0 0 0,0-1 0,0 0 0,0 1 0,0-1 0,1 0 0,-1-1 1,5 3-1,14 5 181,0-1 0,0 0 0,1-2 0,27 5 0,98 7-6,-80-11-202,-22-6 2,8 2-3046,-51-3 1940,-13-3-9918,0 0 4129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3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0 12422,'-25'21'1953,"-2"6"208,0 7 992,2 1-80,6 7-1536,8 0-656,3-2-49,2-3-320,4-1-288,2-3-144,-2-5-80,2-1-16,-2-4-176,2 0-800,-3 0-401,6 4-1264,3-2-1265,4 4-2513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4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 25 5667,'-31'-3'1462,"12"-5"7564,30 4-6944,15-1-366,4 2-651,1 1-1,47 4 1,-52 0-1006,-1 1 1,0 2-1,0 0 1,0 2-1,-1 0 0,31 15 1,-53-22-38,0 1 0,0 0 0,0 0 0,-1 0 0,1 0 0,0 0 0,0 0 0,-1 0 0,1 1 0,0-1 0,-1 1 0,0-1 0,1 1 0,-1 0 0,0-1 0,0 1 0,0 0 1,0 0-1,2 4 0,-3-5 27,-1 1 1,1 0-1,0-1 1,-1 1-1,1 0 1,-1-1-1,0 1 1,1-1 0,-1 1-1,0-1 1,0 1-1,0-1 1,0 1-1,0-1 1,0 0-1,-1 1 1,1-1 0,0 0-1,-1 0 1,1 0-1,0 0 1,-1 0-1,-2 0 1,-42 22 767,39-20-792,-1 0 0,1 0 0,0 1 0,0 0 0,0 0 0,1 0 0,-1 1-1,1 0 1,0 1 0,-9 9 0,14-13-47,1-1-1,-1 1 1,1-1-1,0 1 1,-1-1-1,1 0 1,0 1 0,0-1-1,0 1 1,0-1-1,0 1 1,0-1-1,0 1 1,1-1 0,-1 1-1,0-1 1,1 0-1,0 1 1,-1-1-1,1 1 1,0-1-1,-1 0 1,1 0 0,0 0-1,0 1 1,0-1-1,0 0 1,0 0-1,0 0 1,2 1 0,42 31-1516,-38-29 1207,49 28-885,48 25 34,-97-53 909,0 0 1,0 1 0,0 0-1,-1 0 1,1 0 0,6 8-1,-12-12 348,0 1-1,1 0 1,-1-1-1,0 1 1,0 0-1,0 0 1,0-1-1,0 1 0,-1 0 1,1 0-1,-1 0 1,1 0-1,-1 0 1,1 0-1,-1 0 1,0 0-1,0 3 1,-2-1 166,1-1-1,-1 1 1,0 0 0,0-1 0,0 1 0,0-1 0,0 0 0,-1 0 0,0 1 0,0-2 0,0 1 0,0 0 0,0-1 0,0 1 0,-1-1 0,1 0 0,-1 0 0,-5 2 0,-7 4 393,-1-1 0,0 0-1,-1-2 1,1 0 0,-1-1-1,-36 4 1,-114-2 1303,134-7-1925,32 1-1325,6 0-101,14 0-1701,83-3-9631,-43-1 4081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45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271 0 5779,'-5'13'14423,"-10"16"-9577,-18 37-2113,-28 122 957,14-37-2447,-62 198-1190,109-343 182,6-14-875,3-4-2302,2 2-3729,1 4-1175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50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503 269 3986,'6'-8'702,"-1"-1"-1,-1-1 1,0 1 0,0-1-1,-1 1 1,0-1 0,-1 0-1,0 0 1,0 0 0,-1 0-1,0-1 1,-2-15 0,1 20-554,-1 1 0,1-1 1,-2 1-1,1 0 0,0 0 0,-1-1 1,0 1-1,0 0 0,-1 1 0,1-1 1,-1 0-1,0 1 0,0-1 0,-1 1 1,1 0-1,-1 0 0,0 0 0,0 1 1,0-1-1,-1 1 0,1 0 0,-1 1 1,0-1-1,0 1 0,-6-3 0,-3 1 110,0 1 0,0 0-1,-1 1 1,1 1-1,-1 0 1,1 1-1,-1 0 1,1 2-1,-1-1 1,1 2 0,-15 4-1,2 0 291,1 1 1,0 2-1,0 0 0,-45 27 0,63-32-479,1 0-1,-1 1 0,1-1 0,0 1 0,1 1 0,0 0 1,0-1-1,0 2 0,1-1 0,0 1 0,-8 15 0,12-20-57,-1 1 0,1 0-1,0-1 1,0 1-1,0 0 1,1 0 0,-1 0-1,1 0 1,0-1 0,0 1-1,0 0 1,1 0-1,-1 0 1,1 0 0,0-1-1,0 1 1,0 0 0,1 0-1,-1-1 1,1 1-1,0-1 1,0 0 0,0 1-1,0-1 1,1 0-1,-1 0 1,1-1 0,0 1-1,6 4 1,-1-1-5,1-1 0,0 0 0,1 0 0,-1-1 0,1 0-1,-1-1 1,1 0 0,0 0 0,0-1 0,1-1 0,-1 0 0,0 0 0,0-1 0,1 0 0,13-2 0,6-2 43,0-1 0,0-1 0,56-21 0,-28 5 1648,-84 53-11,3-5-1197,1 0 0,1 2 1,1 0-1,2 1 1,1 1-1,1 1 0,2 0 1,-13 41-1,11-22-319,11-26-204,-2 0 0,-1 0-1,-1-1 1,-1-1 0,-1 1 0,-18 27 0,19-40-1486,9-14-3969,17-21-5230,2 8 2910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50.6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0 9828,'-5'9'2550,"-1"0"-1,0 0 0,-14 14 0,-10 15 471,8 2-2122,1 0-1,3 2 0,1 0 1,-19 75-1,21-66-875,10-37-137,0 0 0,-1 0 0,0 0 0,-1-1 0,-1 0 0,-15 20 1,-4-1-4451,-4 1-6359,27-28 3409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1:51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106 116 11045,'26'-18'2166,"4"-3"1143,-10 9 1778,-15 11-2355,-7 7-1642,-10 8-288,-4 2-124,-8 7-254,0 1-1,2 2 0,-31 45 0,48-62-441,0-1-1,1 1 0,0 0 0,1 0 0,0 1 1,0-1-1,-2 14 0,5-17 22,-1 0 1,1 1-1,0-1 1,1 0-1,-1 0 0,1 0 1,0 0-1,1 1 0,0-2 1,0 1-1,0 0 0,5 10 1,-4-12-9,-1 0 0,1-1 1,0 1-1,0 0 0,0-1 1,0 0-1,1 0 0,-1 0 1,1 0-1,0 0 0,0 0 1,0-1-1,0 0 0,8 3 1,-4-2 3,0-1-1,0 0 1,1-1 0,-1 0 0,1 0 0,-1-1 0,15-1 0,-3-2 18,0 0 0,-1-1 0,0-1 0,1-1 0,-2-1 0,23-11 0,-30 13 0,-1-1-1,0 0 1,-1 0 0,0-1 0,0-1-1,0 1 1,-1-1 0,0-1 0,0 1 0,-1-1-1,0-1 1,-1 1 0,0-1 0,0 0 0,3-11-1,-6 12 10,0 1-1,-1 0 0,0-1 0,-1 1 0,0-1 1,0 1-1,-1-1 0,0 0 0,-1 1 0,1-1 1,-2 0-1,1 1 0,-1 0 0,-1-1 0,1 1 0,-1 0 1,-1 0-1,0 0 0,0 1 0,-8-13 0,6 12-5,-1 0-1,0 0 0,0 0 1,0 1-1,-1 0 0,0 1 0,-1-1 1,1 2-1,-1-1 0,-1 1 1,1 1-1,0-1 0,-1 2 0,-19-6 1,15 6-198,0 1 1,0 0-1,-1 1 0,1 0 1,0 1-1,-1 1 0,1 0 1,0 1-1,0 1 0,-19 5 1,-1 7-3310,10 5-2799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17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5157 936 2513,'-5'18'6867,"0"2"-2337,10 2 1600,15 17-4500,-2-3-882,-8-8-601,-1 1 0,-2 0 0,-1 0 0,-1 0 1,-2 1-1,-1 0 0,-1-1 0,-3 33 0,-3-19-89,-1-1 0,-1-1 0,-3 0 1,-2 0-1,-18 44 0,22-66-28,-1-1-1,-1-1 1,-1 0-1,0 0 0,-1-1 1,-1 0-1,-25 23 1,-10 3 285,-58 40 0,55-45-232,-49 47 0,23-11 54,-4-3 0,-147 99 0,-176 95 176,-354 216 76,509-319-226,199-122-1,2 2 0,-73 80-1,52-50 73,-137 108-1,50-47 453,20 8-836,24-23 182,62-69 181,-146 145 315,146-139-94,-75 105 0,-77 125-418,-5 27 307,-2 1-83,-19 43-502,78-108 423,134-224-109,2 1 0,0 0 0,1 1 0,1 0 0,-11 39 0,6-11-328,-30 63 0,28-73 332,2 0 0,-18 69 0,25-73-50,-3-1-1,-31 65 1,-4 12 177,28-60 265,2-7-218,2 0-1,-15 74 0,-12 69 871,19-90-951,-12 50 35,0-7-200,-29 266 0,65-364 34,2 0 1,2 0-1,2 0 0,20 73 1,-6-26-15,-10-49-4,3 0 0,1 0 0,2-1 0,2-1 0,1 0 0,3-2 0,1 0 0,2-2 0,42 50 0,-31-47 0,1-1 0,3-2 0,0-2 0,3-2 0,1-2 0,1-2 0,80 41 0,-112-65 0,0 0 0,1-1 0,0-1 0,0 0 0,0 0 0,0-2 0,0 0 0,0 0 0,1-2 0,-1 1 0,1-2 0,-1 0 0,1-1 0,-1 0 0,0-1 0,25-9 0,-5 0 0,-14 4 0,-1 2 0,1 0 0,23-2 0,23-3 0,67-3 0,-80 11 0,-1-4 0,1-1 0,-1-3 0,-1-2 0,0-2 0,-1-3 0,-1-1 0,73-41 0,193-159 0,-227 152 0,2 3 0,108-56 0,-134 86 0,-2-4 0,-1-1 0,100-87 0,-49 29 0,310-297 0,-158 148 0,-139 137 0,154-160 0,-150 142 0,-100 97 0,-1-1 0,-2-2 0,39-62 0,49-116 0,-60 104 0,-30 65 12,2 1 1,52-65-1,75-63-307,-85 98-407,-21 14 579,80-124 1,-25 31 46,-14 20 422,-52 73-661,72-85-1,-74 100 203,-2-2-1,41-72 1,-20 29-1,-37 60 47,0 0-1,-1-2 0,-2 1 0,-1-2 0,-2 0 0,11-44 1,-12 36-129,3 1 1,1 0 0,1 0 0,3 2 0,0 0 0,2 1 0,2 0 0,40-48 0,21-28-64,78-139 0,-136 213 407,2 1-1,39-44 0,-21 27-455,-9 12 434,0 2 0,3 1 1,1 2-1,2 2 0,85-55 1,-126 88-127,34-20 50,60-28 0,-82 43-12,1 1 0,-1 0 0,1 0 0,0 2 0,0-1 0,1 2 0,-1 0 0,24 1 0,51 0 287,-70-2-203,1 1-1,0 1 0,0 1 0,0 1 1,-1 1-1,31 7 0,-35-4 143,0 1 0,24 15 1,15 7 114,158 86-331,-131-75-23,-63-32-13,0 0 1,0 0-1,0 2 1,-1 0-1,-1 1 1,0 1-1,15 13 1,-4 5 14,3-2 0,0-2 1,1 0-1,2-2 0,1-1 0,0-2 0,1-1 1,2-2-1,68 25 0,-26-19 71,99 36 244,-129-31-250,-9-4-18,37 10-55,-57-29-17,-1 2 0,0 0 1,-1 1-1,0 0 0,-1 2 0,0 0 1,18 16-1,-29-21-2,-1 0 0,1 0 0,-1 1 0,0-1 0,4 11 0,-5-9 0,1-1 0,1 1 0,9 13 0,25 24 0,56 60 0,-75-84 0,1 0 0,1-2 0,1 0 0,30 17 0,-50-34 0,0 0 0,0 0 0,0 1 0,-1-1 0,1 0 0,-1 1 0,0-1 0,1 1 0,-1 0 0,0 0 0,-1 0 0,1 0 0,0 0 0,-1 0 0,0 1 0,0-1 0,0 0 0,0 1 0,0-1 0,-1 0 0,1 1 0,-1-1 0,0 1 0,0-1 0,-1 1 0,0 5 0,-2 9 0,-2-1 0,1 0 0,-2 0 0,-8 17 0,5-11 0,-4 11 0,-2 0 0,-19 33 0,28-56 0,0-1 0,-1-1 0,-1 1 0,0-1 0,0 0 0,-1-1 0,0 0 0,0-1 0,0 1 0,-15 7 0,-28 13 0,-1-1 0,-87 62 0,90-51 0,-47 35 0,-134 131 0,112-83 0,-180 202 0,34 13 0,4 48 0,201-280 0,30-49 0,-55 76 0,-35 21 0,-144 198 0,220-283 0,3 2 0,2 1 0,-41 109 0,74-163 0,0 0 0,2 0 0,0 1 0,0-1 0,2 1 0,0 0 0,1 0 0,0 0 0,2-1 0,0 1 0,1 0 0,0 0 0,2-1 0,4 17 0,5 21 0,-3 1 0,-3 0 0,1 75 0,-7-114 0,-1-5 0,1 0 0,0-1 0,1 1 0,0 0 0,1-1 0,0 0 0,1 0 0,0 0 0,0 0 0,11 17 0,-11-22 0,0 0 0,1 0 0,-1 0 0,1 0 0,0-1 0,1 0 0,-1 0 0,1-1 0,-1 1 0,1-1 0,0 0 0,0-1 0,0 1 0,1-1 0,-1-1 0,1 1 0,-1-1 0,13 1 0,0-1 0,0-1 0,-1-1 0,1-1 0,37-8 0,74-28 0,-20 5 0,161-25 0,12-3 0,-196 38 0,101-41 0,16-30 0,-178 82 0,0 1 0,1 2 0,42-10 0,88-8 0,0 0 0,-35 2 0,27-7 0,-128 25 0,0-2 0,0 0 0,-1-1 0,0-1 0,25-19 0,-18 12 0,47-23 0,-25 22 0,0 3 0,55-12 0,46-14 0,-127 32 0,-1-2 0,-1 0 0,0-1 0,-1-1 0,0-1 0,-2-1 0,27-27 0,28-22 0,55-48 0,-117 102 0,0-1 0,-1 0 0,0 0 0,-1-1 0,0 0 0,12-25 0,6-8 0,-25 42 0,9-13 0,0-1 0,13-29 0,-22 39 0,1 1 0,-1-1 0,0 0 0,-1 0 0,0-1 0,0 1 0,-1 0 0,0 0 0,-2-13 0,-4-49 0,7-136 0,24-69 0,-5 85 0,-16 163 0,2 1 0,0 0 0,2 0 0,16-37 0,14-48 0,-32 87 0,38-124 0,-37 128 0,2 0 0,0 1 0,1 1 0,1 0 0,18-23 0,-4 10 0,0-1 0,-3-1 0,0-1 0,17-39 0,-37 67 0,0 1 0,1 0 0,0-1 0,0 1 0,0 0 0,1 1 0,-1-1 0,1 1 0,0-1 0,1 1 0,-1 0 0,1 1 0,0-1 0,-1 1 0,2 0 0,-1 0 0,0 1 0,0-1 0,1 1 0,0 0 0,-1 1 0,1-1 0,0 1 0,0 0 0,0 1 0,-1-1 0,1 1 0,0 0 0,0 1 0,0-1 0,0 1 0,10 3 0,-13-2 0,1 0 0,-1 0 0,1 0 0,-1 0 0,0 1 0,0-1 0,0 1 0,0 0 0,0 0 0,-1 0 0,1 0 0,-1 1 0,0-1 0,0 1 0,0-1 0,0 1 0,-1 0 0,1-1 0,-1 1 0,0 0 0,0 0 0,-1 0 0,1 0 0,-1 8 0,1 8 0,-1 1 0,-1-1 0,-5 30 0,6-46 0,-1-2 0,-17 159 0,16-133 0,2-1 0,1 0 0,8 54 0,-4-64 0,1-1 0,0 1 0,2-1 0,0-1 0,0 0 0,1 0 0,22 26 0,-18-23 0,1 1 0,-2 0 0,17 36 0,-27-48 0,1 1 0,-1-1 0,-1 1 0,1 0 0,-1-1 0,-1 1 0,1 0 0,-1 0 0,0-1 0,-1 1 0,0 0 0,-2 8 0,-4 7 0,0-1 0,-17 35 0,2-6 0,20-43 0,0 0 0,1 1 0,-1-1 0,2 0 0,-1 0 0,1 1 0,0-1 0,1 0 0,0 1 0,0-1 0,1 0 0,5 16 0,4 7 0,28 54 0,-36-79 0,3 6 0,1 0 0,0 0 0,0-1 0,2 0 0,-1 0 0,1-1 0,1 0 0,0-1 0,0 0 0,1 0 0,14 8 0,235 126 0,20 13 0,-229-123 0,-18-11 0,0-2 0,2-1 0,64 26 0,-30-22 0,303 117 0,-234-82 0,146 41 0,152 14 0,-328-92 0,1-5 0,0-4 0,1-5 0,0-5 0,118-13 0,-202 9 0,-1-2 0,1 0 0,-1-1 0,0-2 0,44-17 0,-57 18 0,0 0 0,0-1 0,-1 0 0,0-1 0,0-1 0,-1 1 0,0-2 0,-1 1 0,0-1 0,0-1 0,-1 1 0,12-22 0,9-28 0,-2-1 0,33-116 0,11-27 0,-59 176 0,-2 6 0,-1-1 0,-1 0 0,-1 0 0,-1-1 0,-1 0 0,4-38 0,-7 42 0,1-17 0,-2 0 0,-4-58 0,-5-3 0,-34-316 0,36 384 0,0-1 0,-3 1 0,0 0 0,-23-48 0,11 37 0,-3 0 0,-41-55 0,-52-73 0,-61-77 0,70 93 0,81 111 0,-2 0 0,-62-69 0,-65-32 0,-1-2 0,72 61 0,-184-192 0,175 183 0,-169-131 0,-56-52 0,254 210 0,-286-271 0,-548-400 0,567 438 0,159 138 0,-50-46 0,-95-84 0,236 214 0,3-3 0,3-3 0,-108-157 0,-38-35 0,176 222 0,-24-31 0,-100-155 0,162 225 0,0 0 0,1 0 0,1-1 0,0 0 0,1 0 0,1-1 0,0 0 0,1 1 0,1-1 0,0 0 0,1 0 0,1 0 0,0 0 0,5-24 0,-2 11-2,-1 0 1,-1 0-1,-1 0 1,-2-1-1,-1 1 0,-1 0 1,-1 1-1,-2-1 1,-19-52-1,12 49-11,-1 2-1,-1-1 1,-24-32 0,-68-77 82,106 138-69,-7-9 0,5 7 0,0 0 0,0 0 0,1-1 0,0 1 0,0-1 0,0 1 0,0-1 0,1 0 0,-1 0 0,1 0 0,-1-6 0,3 11 0,0 0 0,0 0 0,0 0 0,0 0 0,0 0 0,0 0 0,1 0 0,-1 0 0,0 0 0,0 0 0,0 0 0,0 0 0,0 0 0,0 0 0,0 0 0,0 0 0,0 0 0,0 0 0,0 0 0,1 0 0,-1 0 0,0 0 0,0 0 0,0 0 0,0 0 0,0 0 0,0 0 0,0 0 0,0 0 0,0 0 0,0 0 0,0 0 0,0 0 0,0 0 0,0 0 0,1 0 0,-1 0 0,0-1 0,0 1 0,0 0 0,0 0 0,0 0 0,0 0 0,0 0 0,0 0 0,0 0 0,0 0 0,0 0 0,0 0 0,0 0 0,0-1 0,0 1 0,0 0 0,0 0 0,4 11 0,-3-10 0,-1-1 0,0 1 0,0 0 0,1-1 0,-1 1 0,0 0 0,0-1 0,0 1 0,0 0 0,0-1 0,0 1 0,0 0 0,0-1 0,0 1 0,0 0 0,0-1 0,0 1 0,0 0 0,-1-1 0,1 1 0,0 0 0,0-1 0,-1 1 0,1-1 0,0 1 0,-1 0 0,1-1 0,-1 1 0,1-1 0,-1 1 0,1-1 0,-1 1 0,1-1 0,-1 0 0,0 1 0,1-1 0,-2 1 0,4 13 0,-2-6 0,-1 0 0,0 0 0,-1 0 0,0-1 0,0 1 0,-1 0 0,0-1 0,-1 1 0,1-1 0,-1 0 0,-5 7 0,-11 14 0,-31 33 0,16-20 0,-86 133 0,76-105 0,40-61 0,12-15 0,12-18 0,145-224 0,13-23 0,-173 264 0,14-23 0,-17 29 0,0 1 0,-1 0 0,1 0 0,0-1 0,0 1 0,0 0 0,0 0 0,0 0 0,0 0 0,0 0 0,1 0 0,-1 0 0,0 0 0,1 1 0,-1-1 0,2 0 0,-1 2 0,1 0 0,-1 1 0,0 0 0,0-1 0,0 1 0,0 0 0,0 0 0,0 0 0,-1 0 0,1 0 0,-1 1 0,3 3 0,0 0 0,62 89 0,71 92 0,-95-139 0,91 81 0,-131-128 1,-1 0-1,0 0 1,1 0-1,-1 0 1,1-1-1,-1 1 1,1-1-1,-1 1 1,1-1-1,-1 1 1,1-1-1,-1 0 1,1 0 0,0 0-1,1 0 1,-1 0-16,-16 5-78,-14 6-1497,-15 10-4485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29.0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92 4658,'5'-4'841,"1"0"-1,-2 0 1,1 0-1,-1-1 1,1 0-1,-1 0 1,0 0 0,-1 0-1,1 0 1,-1-1-1,0 0 1,-1 0-1,1 1 1,-1-2-1,2-9 1,-8 30-487,0-1 0,-1 1 0,0-1 0,-13 21 1,5-8-205,-10 23-441,-79 176 1884,61-108-2895,11 5-4431,28-113 2302,0-3-278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29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0 306 2097,'11'-1'3191,"-9"1"-2556,-1 0 0,0-1 0,1 1 0,-1 0 0,0 0 0,1 0 0,-1 1 1,0-1-1,0 0 0,1 0 0,-1 1 0,0-1 0,0 1 0,2 0 0,8 14 1348,25 95-1187,-26-74-663,1-1-1,3 0 1,29 57-1,-37-82-117,-3-4-8,0 0 1,1 0 0,0 0 0,0-1 0,0 1 0,0-1 0,1 0 0,0 0-1,10 6 1,-13-17 223,1 0-1,-1 0 1,-1 0-1,3-12 1,7-44-143,47-211 243,35-25 909,-85 272-676,-9 26-254,-5 14-314,6-12 83,-9 21-1960,4-5-6057,3-9 3191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0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273 1 4914,'2'8'4515,"-3"16"-2838,-5 28-692,1-26-485,-2 0-1,-1 0 1,-2-1 0,-15 32 0,-58 94 71,73-135-528,-35 55 92,22-38 6,-27 57-1,50-89-120,-1-1-1,1 1 0,0-1 0,0 1 0,0-1 0,0 1 0,-1-1 0,1 1 1,0-1-1,0 1 0,0 0 0,0-1 0,0 1 0,0-1 0,1 1 0,-1-1 0,0 1 1,0-1-1,0 1 0,0-1 0,1 1 0,-1 0 0,0-1 0,0 0 0,1 1 1,-1-1-1,0 1 0,1-1 0,-1 1 0,1-1 0,-1 0 0,0 1 0,1-1 0,-1 0 1,1 1-1,-1-1 0,1 0 0,-1 0 0,1 1 0,-1-1 0,1 0 0,0 0 1,-1 0-1,1 0 0,-1 0 0,1 0 0,-1 0 0,1 0 0,0 0 0,-1 0 0,1 0 1,-1 0-1,1 0 0,0-1 0,49-4 89,-24 2-35,160 8 58,-129 0 1319,1-4 1,75-6-1,-113 0 583,-18 5-587,-12 3-1513,-1 1-1720,-12 4-8698,15-8 4701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1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11 2033,'1'-1'233,"-1"1"-1,0-1 1,1 0 0,-1 1-1,0-1 1,1 1 0,-1-1-1,1 1 1,-1-1 0,1 1-1,-1-1 1,1 1-1,-1 0 1,1-1 0,-1 1-1,1 0 1,0-1 0,-1 1-1,1 0 1,0 0 0,-1-1-1,1 1 1,0 0 0,-1 0-1,1 0 1,1 0 0,-6 19 3969,-2 5-3913,-7 34 1140,-34 93 1,-34 53-1717,78-197 303,-18 39-1547,-6-5-4235,17-31 3031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0:32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1 306 3089,'23'-41'1223,"3"-4"1174,45-59 1,-63 93-1949,1 0 1,0 1-1,1 0 1,0 1 0,1 0-1,0 0 1,0 1-1,1 1 1,0 0-1,18-7 1,-23 11-291,0 1 0,0 0 0,0 1 0,0 0 0,0 0 0,1 1 0,-1 0 0,0 0 0,0 0 0,1 1 0,-1 0 0,0 1-1,0-1 1,0 1 0,0 1 0,0-1 0,10 7 0,-13-7-90,0 0-1,0 1 0,-1 0 0,1 0 1,-1 0-1,1 0 0,-1 0 0,0 1 1,0-1-1,-1 1 0,1 0 0,-1 0 1,0 0-1,0 0 0,0 1 0,0-1 1,-1 0-1,0 1 0,0-1 0,0 1 0,0-1 1,-1 1-1,0-1 0,1 1 0,-2 0 1,1-1-1,-1 1 0,1-1 0,-2 5 1,0-5-30,1 0 1,-1-1 0,0 1 0,1 0 0,-2-1 0,1 0-1,0 0 1,-1 1 0,1-1 0,-1-1 0,0 1-1,0 0 1,0-1 0,0 1 0,-5 2 0,-9 4 0,1 0 0,-19 6 0,13-5-21,-22 10-23,-88 45-67,118-56 64,0 0-1,0 0 0,1 1 1,1 1-1,0 0 1,-19 22-1,29-31 59,1 1-1,-1-1 1,1 0 0,0 0-1,0 0 1,0 1-1,0-1 1,0 0 0,0 1-1,1-1 1,-1 1 0,1-1-1,-1 1 1,1-1 0,0 1-1,0 0 1,0-1 0,0 1-1,1-1 1,-1 1-1,1-1 1,0 1 0,-1-1-1,1 1 1,0-1 0,0 0-1,1 0 1,-1 1 0,0-1-1,1 0 1,-1 0 0,1 0-1,0 0 1,0-1-1,-1 1 1,1 0 0,3 1-1,10 8 488,0-1 0,0-1 0,0 0 0,23 9 0,-18-9-291,131 54 1138,-48-22 781,-93-37-721,-11-4-1428,1 0 1,0 0 0,0 0 0,0-1-1,0 1 1,0 0 0,0 0-1,0 0 1,0 0 0,1 0 0,-1 0-1,0-1 1,0 1 0,0 0-1,0 0 1,0 0 0,0 0 0,0 0-1,0 0 1,0-1 0,0 1-1,0 0 1,0 0 0,0 0 0,1 0-1,-1 0 1,0 0 0,0 0 0,0 0-1,0 0 1,0 0 0,0 0-1,1-1 1,-1 1 0,0 0 0,0 0-1,0 0 1,0 0 0,0 0-1,0 0 1,1 0 0,-1 0 0,0 0-1,0 0 1,0 0 0,0 0-1,0 0 1,0 0 0,1 1 0,-1-1-1,0 0 1,0 0 0,0 0-1,0 0 1,0 0 0,0 0 0,1 0-1,-1 0 1,0 0 0,0 0 0,0 0-1,0 1 1,1-5 848,-17 2-26007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6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2 5378,'0'0'375,"1"0"-1,-1-1 0,0 1 0,1 0 0,-1 0 0,1 0 0,-1 0 0,1 0 0,-1 0 0,1 0 0,-1 0 0,0 0 0,1 0 1,-1 0-1,1 0 0,-1 0 0,1 0 0,-1 0 0,1 0 0,-1 1 0,0-1 0,1 0 0,-1 0 0,1 1 0,-1-1 0,0 0 1,1 0-1,-1 1 0,0-1 0,1 0 0,-1 1 0,0-1 0,0 0 0,1 1 0,-1-1 0,0 1 0,0-1 0,1 0 0,-1 1 1,0-1-1,0 1 0,0-1 0,0 1 0,4 17 4315,-4 7-3910,-13 135 1793,4-102-2575,-23 143 155,0-71-5693,30-124 4571,-9 22-8596,5-24 2259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6.4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91 169 6723,'109'-96'2815,"-95"85"-1878,2 1 0,-1 0 1,1 2-1,0-1 0,33-10 1,-47 18-795,1 0 1,0 0 0,-1 0 0,1 1-1,0-1 1,0 1 0,0-1 0,0 1-1,0 0 1,-1 1 0,1-1 0,0 0-1,0 1 1,0-1 0,-1 1-1,1 0 1,0 0 0,0 0 0,-1 0-1,1 1 1,-1-1 0,1 1 0,-1-1-1,0 1 1,0 0 0,0 0 0,0 0-1,0 0 1,0 0 0,0 0 0,0 1-1,-1-1 1,1 1 0,-1-1 0,0 1-1,0 0 1,0-1 0,0 1 0,0 3-1,2 3 66,-2 0-1,1 0 0,-1 1 0,0-1 1,-1 0-1,0 0 0,-1 1 1,0-1-1,0 0 0,-1 0 0,-3 11 1,2-13-113,1-1 0,-1 1 1,0-1-1,0 1 0,-1-1 1,0 0-1,0 0 0,-1-1 1,1 1-1,-1-1 0,0 0 1,-1 0-1,1-1 0,-1 0 1,0 0-1,0 0 0,-13 6 0,-1-3 36,0-1 0,-1-1-1,0 0 1,-34 2-1,36-5-121,1 0-1,-1 1 0,0 1 1,1 1-1,0 1 0,-25 11 1,41-16-1,0 0 1,0 1-1,0-1 1,0 1-1,0 0 0,1-1 1,-1 1-1,0 0 1,1 0-1,0 0 1,-1 0-1,1 0 0,0 0 1,0 0-1,0 1 1,0-1-1,0 4 1,0 0 25,0 0 1,0 0 0,1 0 0,0 0 0,0 1-1,3 10 1,1 3 230,1-1 0,1 1-1,10 22 1,-8-24-24,0-1 0,1 0 0,1-1-1,17 24 1,-22-34-237,1 0-1,-1 0 0,1 0 1,0-1-1,0 0 0,1 0 1,0-1-1,0 1 0,0-1 1,0-1-1,0 0 0,1 0 1,10 3-1,20 1-570,-21-4 61,0 1 1,25 8-1,-36-10 84,-1 0 0,-1 1 0,1-1 0,0 1 0,0 0 0,-1 1 0,0-1 0,0 1 0,0 0 0,0-1 0,0 2 0,3 5 0,8 10-7732,-11-15 1113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6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6867,'5'9'2177,"-5"-9"-2052,0 0 0,0 0 0,0 0 0,0 0 0,-1 0 0,1 0 0,0 0 0,0 0 0,0 0 0,0 0 0,0 0 0,0 0 0,0 0-1,0 0 1,0 0 0,-1 0 0,1 0 0,0 0 0,0 0 0,0 0 0,0 0 0,-1 1 750,1-1-750,0 0 0,0 0-1,0 0 1,0 0 0,0 0 0,0 0 0,0 0 0,0 0 0,0 0 0,0 0 0,0 1 0,0-1 0,0 0 0,0 0 0,0 0 0,0 0 0,0 0 0,0 0 0,0 0 0,0 0-1,0 1 1,0-1 0,0 0 0,0 0 0,7 0-64,-4 0-1912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8.1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877 63 12838,'19'2'2128,"-19"-2"-2060,0 0 1,0 0-1,0 1 0,0-1 1,0 0-1,0 0 0,0 0 1,0 0-1,0 0 0,0 0 0,0 0 1,0 0-1,0 0 0,0 0 1,0 0-1,0 0 0,0 0 1,0 0-1,0 0 0,0 0 1,0 0-1,0 1 0,0-1 1,0 0-1,0 0 0,0 0 1,0 0-1,0 0 0,0 0 1,0 0-1,0 0 0,0 0 1,0 0-1,0 0 0,0 0 1,0 0-1,0 0 0,0 0 1,0 0-1,0 0 0,0 0 1,0 1-1,0-1 0,0 0 1,0 0-1,0 0 0,0 0 1,-31 5 6281,4-2-5345,-38 11 504,-100 36-1,-58 37-1216,171-66-149,21-8-605,29-12 151,7-3 6,53-21 31,-8 4 203,1 1 1,1 3 0,1 3 0,0 1-1,84-5 1,-129 15 36,0 1-1,0 0 1,0 0-1,0 1 1,0 0 0,0 0-1,0 1 1,0 0-1,9 4 1,-17-6 39,1 0 0,-1 0-1,1 0 1,-1 0 0,1 1 0,-1-1-1,1 0 1,-1 0 0,0 1 0,1-1-1,-1 0 1,0 1 0,1-1 0,-1 1-1,0-1 1,1 0 0,-1 1 0,0-1-1,0 1 1,1-1 0,-1 1 0,0-1-1,0 0 1,0 1 0,0-1 0,1 1-1,-1-1 1,0 1 0,0-1 0,0 1-1,0-1 1,0 1 0,0-1 0,-1 1-1,1-1 1,0 1 0,0-1 0,-1 2-1,-15 13 385,-3-3-128,0-1 0,-1-2 0,0 0 1,-29 9-1,-90 20 364,131-36-582,-83 20 294,-163 18 1,253-40-353,0 0-1,0 0 1,1 0 0,-1 1 0,0-1 0,0 0 0,0 0-1,1 0 1,-1 0 0,0 0 0,0 0 0,0-1 0,1 1-1,-1 0 1,0 0 0,0 0 0,1-1 0,-1 1 0,0 0-1,0-1 1,11-8-447,32-8-134,-9 6 519,0 3 0,0 0 0,1 3 0,0 0 1,0 2-1,0 2 0,1 1 0,-1 2 0,0 1 0,0 1 0,63 18 0,-95-21 72,8 1-12,0 1 0,0 1 0,0 0-1,14 8 1,-23-12 40,1 1-1,-1-1 1,0 1-1,0 0 1,0 0-1,0 0 1,0-1 0,0 1-1,0 0 1,0 0-1,0 0 1,0 1-1,-1-1 1,1 0-1,0 0 1,-1 0-1,1 0 1,-1 1-1,1-1 1,-1 0-1,1 1 1,-1-1-1,0 0 1,0 1 0,0-1-1,0 0 1,0 1-1,0-1 1,0 0-1,0 1 1,-1-1-1,1 0 1,0 1-1,-1-1 1,1 0-1,-1 1 1,1-1-1,-1 0 1,0 0-1,1 0 1,-1 0 0,0 0-1,0 0 1,-1 2-1,-7 6 147,0-1 0,0 0 0,-1 0 1,0 0-1,0-2 0,0 1 0,-22 9 0,-86 28 148,42-21-35,-2-4-1,0-3 1,-136 11-1,212-27-285,-6 1-16,0-1 0,0 0 0,0 0 0,1-1 0,-13-2 0,19 3 14,0 0 0,0-1 0,0 1 0,0-1 0,0 1 0,0-1 0,0 1 0,0-1 0,1 0 0,-1 1-1,0-1 1,0 0 0,0 0 0,1 1 0,-1-1 0,0 0 0,1 0 0,-2-2 0,2 2-5,0-1 0,-1 1 1,1-1-1,0 1 0,0-1 0,0 0 1,0 1-1,0-1 0,1 1 1,-1-1-1,0 1 0,1-1 0,-1 1 1,1-1-1,-1 1 0,3-3 1,9-19-59,1 2 1,1 0 0,1 0 0,0 1 0,2 1-1,22-20 1,119-91-68,70-36-27,-226 165 171,4-4 59,0 1 0,-1-1 0,1 0 0,5-7 0,-11 11-57,1 0 0,0 1 0,-1-1 0,1 0 0,-1 1 1,0-1-1,1 0 0,-1 1 0,1-1 0,-1 0 0,0 0 0,0 1 1,1-1-1,-1 0 0,0 0 0,0 0 0,0 1 0,0-1 1,0 0-1,0 0 0,0 0 0,0 1 0,0-1 0,-1 0 0,1 0 1,0 0-1,0 1 0,-1-1 0,1 0 0,0 0 0,-1 1 0,1-1 1,-1 0-1,1 1 0,-1-1 0,1 1 0,-1-1 0,1 0 1,-1 1-1,0-1 0,1 1 0,-1 0 0,0-1 0,1 1 0,-1-1 1,0 1-1,-1 0 0,-8-4-18,-1 0-1,1 1 1,-1 0-1,0 1 1,0 1 0,0 0-1,-18 0 1,-82 7 69,104-5-44,-50 6-263,0 2 0,0 3 0,1 2 0,-97 38 0,206-67-2493,140-20 1860,-124 26 801,76 1-1,-111 8 121,0 1-1,-1 2 1,1 2-1,44 11 1,-70-14 129,-1 1 0,0-1 1,0 1-1,0 1 0,10 6 1,-15-10-110,-1 1 0,0 0 0,0 0 0,0 0 0,0 0 0,0 0 0,0 0 0,0 0 0,0 0 0,0 0 0,0 0 0,0 0 0,-1 1 0,1-1 0,-1 0 0,1 0 0,-1 1 0,1-1 0,-1 1-1,0-1 1,1 0 0,-1 1 0,0-1 0,0 1 0,0-1 0,0 0 0,-1 1 0,1-1 0,0 1 0,0-1 0,-1 0 0,1 1 0,-1-1 0,1 0 0,-1 1 0,0 0 0,-7 7 143,1-1 1,-1 0-1,0 0 0,0-1 0,-1 0 0,0 0 1,-1-1-1,1 0 0,-1 0 0,-11 3 0,5 0-69,-49 22 275,-68 23 0,-3 1-1803,49-10-3421,71-33-1510,22-8-1750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8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 5715,'15'3'2480,"3"0"5921,-18-2-8123,0-1 0,1 0 0,-1 0 1,0 1-1,1-1 0,-1 0 1,0 1-1,1-1 0,-1 0 0,0 1 1,0-1-1,1 0 0,-1 1 1,0-1-1,0 1 0,0-1 0,1 0 1,-1 1-1,0-1 0,0 1 1,0-1-1,0 1 0,0-1 0,0 1 1,0-1-1,0 0 0,0 1 1,0-1-1,0 1 0,0-1 0,-1 1 1,1-1-1,0 1 0,-56 212 5291,47-166-7537,2 0 0,-2 77-1,9-111 1364,2-3-5797,0-26-5274,-2-10 6719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8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1 347 5218,'16'-29'1011,"2"2"0,1 0-1,1 1 1,1 1 0,2 1-1,0 1 1,1 1-1,30-21 1,-31 28 283,0 1 0,0 0 1,1 2-1,1 1 0,0 1 0,28-8 0,-47 17-884,-1-1-1,1 1 0,0 0 0,0 0 0,0 1 0,0 0 1,12 1-1,-17-1-320,0 0 0,1 1 0,-1-1 1,1 0-1,-1 1 0,0-1 0,0 1 1,1 0-1,-1 0 0,0-1 0,0 1 1,0 0-1,0 0 0,0 0 0,0 0 1,0 0-1,0 0 0,0 0 0,0 1 0,0-1 1,-1 0-1,1 0 0,0 1 0,-1-1 1,0 0-1,1 1 0,-1-1 0,0 1 1,1-1-1,-1 0 0,0 1 0,0-1 1,0 1-1,0-1 0,0 1 0,-1-1 0,1 2 1,-2 7 44,0 0 0,-1-1 1,0 1-1,-1-1 0,0 1 1,0-1-1,-1 0 0,0-1 1,-1 1-1,0-1 0,0 0 0,0 0 1,-1-1-1,0 0 0,-12 9 1,4-4-265,-1-1 0,0-1 0,0 0 0,-1-1 0,0-1 0,0 0 0,-27 7 1,-17-4-2923,20-9-6371,32-2 771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9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77 15895,'-25'46'6533,"-7"14"414,29-51-6632,-1 0 1,2 0-1,-1 0 1,1 0-1,-1 12 1,3 17 226,1-31-452,-1-1 0,0 1 0,0 0 0,-1-1-1,1 1 1,-3 7 0,3-13 97,4-29-46,1 3-593,1 0 0,1 1-1,2-1 1,0 2 0,1-1 0,2 1 0,17-27-1,-29 50 417,1 0-1,-1-1 0,0 1 0,0 0 1,0 0-1,1-1 0,-1 1 1,0 0-1,0 0 0,1 0 0,-1 0 1,0-1-1,0 1 0,1 0 1,-1 0-1,0 0 0,1 0 0,-1 0 1,0 0-1,0 0 0,1 0 0,-1 0 1,0 0-1,1 0 0,-1 0 1,0 0-1,1 0 0,-1 0 0,0 0 1,0 0-1,1 0 0,-1 0 1,0 1-1,1-1 0,-1 0 0,0 0 1,0 0-1,1 0 0,-1 1 0,0-1 1,0 0-1,0 0 0,1 1 1,-1-1-1,0 0 0,0 0 0,1 1 1,11 19-461,-3-7 286,-2-6 6,0 0 1,1 0-1,0-1 1,0 0-1,1-1 1,0 0-1,0 0 0,0-1 1,0 0-1,1 0 1,-1-1-1,1 0 1,0-1-1,0 0 1,0-1-1,11 0 0,4 1-59,1-2 0,-1-1-1,1-1 1,-1-2 0,31-7-1,-39 7 322,1-1-1,-1-1 1,0-1-1,16-9 1,-28 13 85,0 1 1,-1-1 0,1 0-1,-1 0 1,0 0-1,0 0 1,0-1 0,0 0-1,-1 0 1,1 0-1,-1 0 1,0-1 0,0 1-1,-1-1 1,1 1-1,-1-1 1,3-10 0,-5 13-44,1 0 1,-1 0 0,0 0 0,0 0-1,0 0 1,0 0 0,0 0 0,0 0 0,-1 0-1,1 0 1,-1 0 0,1 0 0,-1 0-1,0 0 1,0 0 0,0 1 0,0-1 0,0 0-1,0 0 1,-2-1 0,1 1 14,-1-1-1,0 1 1,1 0 0,-1 0 0,0 0 0,0 1-1,-1-1 1,1 1 0,0 0 0,0 0-1,-4-1 1,-2 0 67,0 0 0,-1 1 0,1 1 1,0-1-1,0 1 0,-1 1 0,1 0 0,-10 2 0,13-2-130,-1 1 0,1 0-1,0 0 1,0 1 0,0-1 0,0 1 0,0 1 0,0-1 0,1 1 0,-1 0-1,1 0 1,0 1 0,0-1 0,1 1 0,-7 9 0,8-10-107,1 1 0,0 0 0,0 0 0,0 1 0,0-1 0,1 0 0,0 1 1,0-1-1,0 1 0,1-1 0,0 1 0,0-1 0,0 1 0,1-1 0,0 1 0,0-1 0,0 0 1,0 1-1,4 6 0,1 3-1267,0 0-1,14 23 1,10 3-4685,1-11-2748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29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92 10741,'-9'-6'12056,"-6"6"-7510,-12 10-2158,5-1-1604,1 2 0,0 0 0,-33 25-1,49-33-788,0 1 0,1 0 0,-1 0 1,1 0-1,-1 0 0,1 1 0,1 0 0,-1 0 0,1 0 0,0 0 0,0 1 0,0-1 0,1 1 0,-1-1 0,1 1 0,1 0 0,-1 0 0,1 0 0,-1 11 0,2-14 1,1 0 0,-1 1 1,0-1-1,1 0 0,0 0 0,0 0 1,0 0-1,0 0 0,0-1 0,0 1 0,1 0 1,-1 0-1,1-1 0,0 1 0,0-1 0,0 1 1,0-1-1,0 0 0,3 2 0,-1-1-106,0-1-1,1 1 0,-1-1 1,1 0-1,-1-1 0,1 1 1,-1-1-1,1 0 1,0 0-1,-1 0 0,9 0 1,-5-1-30,0 0 1,0-1-1,0 1 1,0-2-1,-1 1 1,1-1 0,0 0-1,0 0 1,-1-1-1,0 0 1,1-1-1,-1 0 1,0 0 0,11-9-1,-14 9 159,0 0 0,0-1 0,0 0-1,0 0 1,-1 0 0,0-1 0,0 1 0,-1-1 0,1 1 0,-1-1-1,0 0 1,-1 0 0,1 0 0,0-12 0,-1-2 208,-2 0 0,0 0 0,-5-25 0,3 25 66,1 1 0,0-1 1,2-22-1,0 42-294,0-1 1,0 1-1,0 0 1,0 0-1,0-1 1,1 1-1,-1 0 1,0 0-1,0-1 1,0 1-1,0 0 1,0 0-1,0 0 1,0-1-1,1 1 1,-1 0-1,0 0 1,0 0-1,0-1 1,1 1-1,-1 0 1,0 0-1,0 0 1,0 0-1,1 0 1,-1 0-1,0 0 1,0-1-1,1 1 1,-1 0-1,0 0 1,0 0-1,1 0 1,-1 0-1,0 0 1,1 0-1,12 4 17,19 13 102,-26-14-57,-5-2-55,171 105 120,-153-92-16,0 1-1,-1 0 1,-1 1-1,0 2 1,-1-1-1,20 31 1,-28-36-57,-9-13-45,-12-23-13,9 12 107,0-1 1,1 1-1,0-1 1,0 0-1,2 0 1,0 0-1,0 0 1,1-1-1,1 1 1,0 0-1,4-19 1,-4 26-323,1 1 1,-1 0 0,1 1 0,0-1 0,1 0 0,-1 0 0,1 1 0,0-1 0,0 1 0,0 0 0,1 0 0,-1 0-1,1 1 1,0-1 0,0 1 0,7-5 0,-6 6-774,0-1 0,1 1 0,-1 0 1,0 1-1,1-1 0,-1 1 0,1 1 0,0-1 0,-1 1 0,1-1 1,8 2-1,15 3-10290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30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178 516 14999,'-27'3'6950,"-23"3"-183,1 6-3757,46-11-2972,0 0-1,0 1 0,1-1 0,-1 0 0,0 1 0,0 0 1,1 0-1,-1 0 0,1 0 0,-1 0 0,1 0 0,0 1 1,0-1-1,0 1 0,0-1 0,1 1 0,-1 0 0,1-1 1,-1 1-1,1 0 0,0 0 0,0 0 0,0 0 0,1 1 1,-1-1-1,1 0 0,0 5 0,0-4-40,0-1 0,0 0 0,0 0 1,1 0-1,0 0 0,0 0 0,-1 0 0,2 0 0,-1 0 0,0 0 1,1 0-1,-1-1 0,1 1 0,0 0 0,0-1 0,0 0 0,0 1 1,0-1-1,0 0 0,1 0 0,-1 0 0,1 0 0,0-1 1,-1 1-1,1-1 0,0 1 0,0-1 0,0 0 0,0 0 0,0 0 1,0-1-1,0 1 0,0-1 0,0 1 0,1-1 0,-1 0 0,0-1 1,0 1-1,0 0 0,0-1 0,0 0 0,3 0 0,9-6-374,0-1-1,-1 0 1,0-1-1,24-19 1,47-52-889,-72 67 1175,28-26 232,-2-3-1,-2-1 0,-1-2 1,-3-2-1,-2-1 1,-1-1-1,31-74 0,-61 122-131,4-8 292,0-1 0,0 0 0,-1 0 0,-1 0 0,0-1 0,2-13 0,-7 20-182,-2 12-98,-6 13-36,11-21 18,-40 86-3,5 2 0,3 1 0,-37 169 0,68-253-214,-7 60 391,13-34-2957,-5-30 2346,1 0 0,-1 0 0,1 1 0,-1-1 0,1 0 0,0 0 0,0 0 0,-1 0 0,1 0-1,0 0 1,0 0 0,0 0 0,0-1 0,0 1 0,0 0 0,1 0 0,-1-1 0,1 1 0,21 3-9504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30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1 160 15127,'18'1'10591,"11"5"-7111,-2 0-2536,-26-6-902,126 15 1301,-113-14-1299,1 0 0,0-2-1,0 0 1,0 0 0,-1-2 0,22-5-1,-34 8-35,0-1 0,0 0 0,0 1 0,0-1 0,0 0 0,0 0 0,-1 0 0,1 0 0,0 0 1,0-1-1,-1 1 0,1 0 0,-1-1 0,0 1 0,1-1 0,-1 0 0,0 1 0,0-1 0,0 0 0,0 0 0,0 0 0,0 0 0,0 1 0,-1-1 0,1 0 0,-1 0 0,1-1 0,-1 1 0,0 0 0,0 0 0,0 0 0,0 0 0,0 0 0,0 0 0,-1 0 0,1 0 0,-1 0 0,1 0 0,-1 0 0,0 0 0,0 0 0,-1-2 0,-1-3 49,-2-1 0,1 1 0,-1 0 0,1 0 0,-2 1 0,1-1 0,-1 1 0,0 0 0,-9-6 0,10 8-55,-1 0-1,0 1 0,0 0 0,0 0 1,-1 0-1,1 1 0,-1 0 0,1 0 1,-1 0-1,0 1 0,1 0 1,-1 0-1,0 1 0,0 0 0,-8 1 1,11 0-2,1-1 0,-1 1-1,0 0 1,1 0 0,-1 1 0,0-1 0,1 1 0,0 0 0,-1 0 0,1 0 0,0 0 0,0 1 0,0-1 0,0 1 0,1 0 0,-1 0 0,1 0 0,-1 0 0,1 0-1,0 0 1,0 1 0,1-1 0,-1 1 0,1-1 0,-1 1 0,1-1 0,-1 9 0,-1 2 10,2 0 1,-1 0-1,2 1 1,0-1-1,0 1 1,1-1-1,1 0 1,1 0-1,6 24 0,-6-31-387,0 0 1,0-1-1,0 1 0,1-1 0,-1 0 0,2 0 0,-1 0 0,1 0 0,5 5 0,-6-7-478,1-1-1,-1 0 1,1 1 0,0-1 0,-1-1-1,1 1 1,1-1 0,-1 0-1,0 0 1,0-1 0,1 1-1,-1-1 1,7 0 0,31 1-7437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30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 12470,'1'0'479,"-1"-1"0,1 0 0,-1 1 0,1-1 0,-1 0 0,1 1 0,-1-1 0,1 1 0,0-1 0,-1 1 1,1-1-1,0 1 0,-1-1 0,1 1 0,0 0 0,0-1 0,-1 1 0,1 0 0,0 0 0,0-1 0,0 1 0,-1 0 0,1 0 0,0 0 1,0 0-1,0 0 0,0 0 0,-1 0 0,2 1 0,2 12 6244,-2 4-7619,-2-17 869,2 55 58,-1 1 0,-4-1 1,-11 65-1,19-138-31,-1 1 0,2 0 0,0 0 0,1 1 0,1 0 0,1 0 0,13-20 0,-2 7 0,2 0 0,0 2 0,28-25 0,-36 38 0,1 1 0,0 1 0,1 0 0,0 1 0,31-15 0,-43 25-161,-1 0 0,0 0 1,0 0-1,1 0 0,-1 1 0,1 0 1,-1-1-1,0 1 0,1 1 0,-1-1 1,1 0-1,-1 1 0,0 0 0,1 0 1,-1 0-1,0 0 0,0 0 0,0 1 1,0-1-1,0 1 0,0 0 0,0 0 1,4 4-1,-2-3-439,-3-2 141,-1 0-1,1 1 1,0-1-1,-1 0 1,1 1-1,-1-1 1,0 1-1,1-1 1,-1 1-1,0-1 1,0 1 0,0 0-1,1 3 1,4 17-10389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31.8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0 418 5699,'367'-50'12087,"179"-42"-6781,116-17-4662,943-39-1633,-530 130 5705,-368 33-302,154 1-3524,-668-18-890,-254 16 139,1 6-3809,-12 4-6739,17-9 642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40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38 5507,'-13'3'5516,"19"-13"-1490,-4 8-3483,0 0-1,1 0 1,-1 0-1,0 0 1,0 0 0,1 1-1,-1-1 1,1 1-1,0-1 1,3 0 0,43 5 3288,20 2-4018,52-14 163,-69 3-115,74 3 0,-123 3 164,1-1-1,-1 2 0,0-1 1,0 0-1,1 1 0,-1-1 0,0 1 1,0 0-1,0 0 0,0 0 0,0 1 1,0-1-1,0 1 0,0 0 0,-1-1 1,1 1-1,-1 0 0,1 1 0,-1-1 1,0 0-1,0 1 0,0-1 0,0 1 1,0 0-1,0-1 0,-1 1 1,1 0-1,-1 0 0,0 0 0,0 0 1,0 0-1,0 1 0,-1-1 0,1 0 1,-1 0-1,0 0 0,0 7 0,-2 9 205,0 1-1,-1-1 1,-1 0-1,-1 0 0,-8 21 1,7-21-278,-32 110 775,-39 235 0,76-344-719,4-20-529,3-12-1258,-5 9 1247,7-19-10614,-8 12 3757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40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36 151 9732,'0'0'3,"-4"-2"849,-1-1 1,1 0-1,-1 0 1,1 0 0,-7-6-1,11 9-743,0-1-1,-1 1 1,1 0 0,0-1-1,0 1 1,-1 0 0,1-1-1,0 1 1,0-1 0,0 1-1,0 0 1,-1-1 0,1 1-1,0-1 1,0 1 0,0-1-1,0 1 1,0 0-1,0-1 1,0 1 0,0-1-1,0 1 1,1-1 0,-1 1-1,0 0 1,0-1 0,0 1-1,1-1 1,0 0 12,0 0 0,0 0-1,0 0 1,0 0 0,0 0 0,1 0 0,-1 1 0,0-1-1,1 0 1,-1 1 0,0-1 0,4 0 0,35-9 1443,84-11 0,-24 6 38,171-29 3336,-247 35-4280,-10 4 59,-20 11-6,3-3-1722,-12 7 2135,11-9-5569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42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58 4194,'7'1'863,"0"0"0,0-1 0,0 1 1,1-2-1,-1 1 0,14-4 0,-14 3-32,0 0 0,0 0 0,0 0 0,0 1 0,0 0 0,14 2 0,-21-2-741,0 0 0,0 1 0,1-1 0,-1 0 0,0 0 0,0 0 0,0 0 0,0-1 0,0 1 0,1 0 0,-1 0 0,0 0 0,0 0 0,0 0 0,0 0 0,0 0 0,1 0 0,-1 0 0,0 0 0,0 0 0,0 0 0,0 0 0,0-1 0,0 1 0,0 0 0,1 0 0,-1 0 0,0 0 0,0 0 0,0 0 0,0-1 0,0 1 0,0 0 0,0 0 0,0 0 0,0 0 0,0 0 0,0-1 0,0 1 0,0 0 0,0 0 0,0 0 0,0 0 0,0 0 0,0-1 0,0 1 0,0 0 0,0 0 0,0 0 0,0 0 0,0 0 0,0-1 0,0 1 0,0 0 0,0 0 0,-1 0 0,1 0 0,0 0 0,0 0 0,0-1 0,0 1 0,0 0 0,0 0 0,0 0 0,-1 0 0,1 0 0,0 0 0,0 0 0,-15-19 1518,13 16-1624,0 1 1,-1-1 0,0 1 0,1 0 0,-1-1 0,0 1 0,0 0 0,0 1-1,0-1 1,-1 1 0,1-1 0,0 1 0,-7-2 0,0 4 125,1 0 0,0 1 0,0 0 0,0 0 0,1 1 1,-1 0-1,0 0 0,1 1 0,0 0 0,0 1 0,0 0 0,-8 6 0,11-7-51,0-1 0,0 1 0,1 0-1,-1 1 1,1-1 0,0 1 0,0 0-1,1 0 1,-1 0 0,1 0 0,0 1-1,1 0 1,-1-1 0,1 1 0,0 0-1,1 0 1,-1 0 0,0 10 0,2-11-49,0 0 1,0 0-1,1 0 0,0 0 1,0 0-1,0 0 1,1 0-1,0 0 1,0 0-1,0-1 0,0 1 1,1-1-1,0 1 1,-1-1-1,2 0 1,-1 0-1,0-1 0,1 1 1,0-1-1,0 1 1,0-1-1,0 0 1,0 0-1,1-1 0,-1 0 1,1 1-1,-1-1 1,8 1-1,-3 0 27,1-1 0,-1 0 0,0 0 1,1-1-1,-1-1 0,1 1 0,-1-2 0,1 1 0,-1-1 0,1-1 0,-1 1 0,0-2 1,1 1-1,12-7 0,14-8-3,48-31 1,-68 38 442,-1-2 0,0 0 0,0 0 0,-1-2 1,13-15-1,-45 47 1487,10-10-1830,0 0 0,1 0 0,0 0 1,0 1-1,-5 10 0,1 5-134,2 1 0,2 1 0,0-1 0,1 1 0,-3 41 0,-1 0 0,1-19 0,1-13 0,2 0 0,1 0 0,2 0 0,2 61 0,1-83 0,2 6 0,1-17 0,3-11 0,12-23-124,3-9-594,-10 9-9450,-6 18 3679,2-3-2280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43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51 3249,'-6'0'1009,"2"0"-337,4-2 577,2-1 272,0 1-1105,0 0-16,2-2 32,0 2-112,1-4-304,-3 4-16,-2-5-800,0 3-289,-4-4-431,-1-1-417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4:44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2 3986,'3'-1'15538,"-4"7"-9409,1-3-5940,0 0 1,0 0 0,0 0-1,0 1 1,0-1-1,1 0 1,-1 0 0,2 4-1,0-3-93,0 0 1,0 0-1,0 0 0,1 0 0,0-1 1,-1 1-1,1-1 0,0 0 1,1 0-1,-1 0 0,0 0 0,1 0 1,0-1-1,0 0 0,0 1 0,0-1 1,0-1-1,7 3 0,9 2 26,0-1 1,38 5-1,-19-4 289,-21-3-376,0 0 1,0 2 0,0 0-1,-1 1 1,20 10 0,-31-13 6,-1 0 1,-1 0 0,1 1 0,0-1 0,-1 1-1,0 0 1,0 0 0,0 1 0,0-1 0,-1 1-1,1 0 1,-1 0 0,0 0 0,-1 0-1,1 0 1,-1 1 0,0-1 0,-1 1 0,1 0-1,0 8 1,1 24 251,-2 1-1,-7 74 1,5-109-277,0 0 0,0 0 0,0 0 0,0 0 0,-1 0 1,0 0-1,0 0 0,0-1 0,0 1 0,0-1 0,-1 0 0,1 1 1,-1-1-1,0 0 0,0-1 0,-7 6 0,-5 3 123,-2-1-1,-23 12 0,12-7-152,14-7 15,1-1-1,-1 0 1,-1-1 0,-26 8-1,34-13 7,0 1 0,0-2 0,0 1 0,0-1 0,0 1 0,0-2 0,0 1 0,0-1 0,0 0 0,0-1 0,1 0 0,-14-5 0,-26-16-8,36 16 0,-1 1 0,0 1 0,0 0 0,0 0 0,0 1 0,-1 1 0,0-1 0,-19-1 0,30 5-73,0 0-1,0 0 1,0 0-1,0 0 1,1 0-1,-1 0 1,0 1-1,0-1 1,0 0-1,0 1 1,0-1-1,0 0 1,1 1-1,-1-1 1,0 1-1,0 0 1,1-1-1,-1 1 1,0-1 0,1 1-1,-1 0 1,0 0-1,1-1 1,-1 1-1,1 0 1,0 0-1,-2 1 1,1 17-6919,7-3-3712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8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338 472 4242,'0'0'182,"0"0"1,0 0-1,1 0 0,-1 0 1,0 0-1,0-1 0,0 1 1,0 0-1,1 0 1,-1 0-1,0 0 0,0 0 1,0-1-1,0 1 0,0 0 1,0 0-1,1 0 0,-1 0 1,0-1-1,0 1 1,0 0-1,0 0 0,0 0 1,0-1-1,0 1 0,0 0 1,0 0-1,0 0 0,0-1 1,0 1-1,0 0 1,0 0-1,0 0 0,0-1 1,0 1-1,0 0 0,-1 0 1,1 0-1,0-1 0,0 1 1,0 0-1,-11-2 3184,-22 4-2025,28-1-677,-81 10 919,-58 5-1355,141-16-246,1 0 0,-1 1 0,1-1-1,0 0 1,-1 0 0,1-1-1,-1 1 1,1 0 0,0-1-1,-1 0 1,1 1 0,0-1 0,0 0-1,-1 0 1,1 0 0,0-1-1,0 1 1,0 0 0,0-1-1,0 1 1,-2-3 0,3 1-45,0 0-1,-1 0 1,1 0 0,1 0 0,-1 0 0,0 0-1,1 0 1,-1-1 0,1 1 0,0 0 0,0 0-1,0 0 1,1 0 0,-1-1 0,2-4-1,3-13 20,1 0-1,1 0 0,1 1 0,0 0 0,2 1 0,0 0 0,1 1 0,1-1 0,1 2 0,0 0 0,1 1 1,24-22-1,-18 20 45,1 1 1,1 1-1,0 1 1,1 1-1,0 0 1,1 2-1,1 1 1,0 1-1,44-11 0,-62 19 57,0 0-1,1 1 0,-1 0 0,0 1 0,1-1 0,-1 1 0,13 2 0,-18-1 11,1-1 0,0 1-1,-1 0 1,1 0-1,-1 0 1,0 0-1,1 1 1,-1-1-1,0 1 1,0-1 0,0 1-1,0 0 1,0 0-1,0 0 1,0 0-1,-1 0 1,1 0 0,-1 0-1,1 0 1,-1 1-1,0-1 1,0 1-1,0-1 1,0 4-1,3 7 260,-2 1 1,0 0-1,-1 0 0,0 0 0,-1 0 0,0 0 0,-3 16 0,-22 98 1025,5-46-1141,-4-2 0,-3-1 0,-4-1 1,-49 91-1,31-61-1036,33-70-960,13-34 112,3-7-1634,1-8-3166,3-3 682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9044,'0'20'9933,"2"2"-5146,-1 2-4251,-3 49-1,1-69-423,0 15-510,4-18-367,5-8-347,5-11 971,2 1 0,0 1 0,1 0 0,0 1 1,1 1-1,1 1 0,0 0 0,26-13 0,-44 26 192,0 0-1,1-1 0,-1 1 0,1 0 1,-1 0-1,1-1 0,-1 1 0,1 0 1,-1 0-1,1 0 0,-1 0 0,1 0 1,-1 0-1,1 0 0,0 0 0,-1 0 1,1 0-1,-1 0 0,1 0 0,-1 0 0,1 0 1,-1 1-1,1-1 0,-1 0 0,1 0 1,-1 0-1,1 1 0,0 0 0,2 15 893,-13 31-198,6-32-733,2-5-169,-3 20-15,8-14-3360,-2-15 3255,-1-1-1,1 0 1,0 0-1,-1 1 1,1-1-1,-1 0 1,1 0-1,0 0 1,-1 0-1,1 0 1,0 0-1,-1 0 1,1 0-1,0 0 1,-1 0-1,1 0 1,0 0-1,-1 0 1,1-1-1,-1 1 1,1 0 0,0 0-1,-1-1 1,1 1-1,0-1 1,1 0-1035,17-6-4587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 9973,'0'0'311,"1"0"0,-1-1 0,0 1 0,1 0 0,-1-1 1,0 1-1,1-1 0,-1 1 0,0 0 0,0-1 0,1 1 0,-1-1 1,0 1-1,0-1 0,0 1 0,0-1 0,1 1 0,-1-1 1,0 0-1,0 1 0,0-1 0,0 1 0,0-1 0,0 1 1,-1-1-1,1 1 0,0-1 0,0 1 0,-1-2 0,-14 7 3842,-27 22-2738,37-24-980,-5 4-281,-1-1-140,1 1 0,0 0 0,0 1 0,1 0 0,-13 15 0,21-23-65,1 1 1,0-1-1,0 0 1,0 1 0,-1-1-1,1 1 1,0-1-1,0 1 1,0-1-1,0 0 1,0 1 0,0-1-1,0 1 1,0-1-1,0 1 1,0-1 0,0 1-1,0-1 1,0 0-1,1 1 1,-1-1-1,0 1 1,0-1 0,0 1-1,0-1 1,1 0-1,-1 1 1,0-1 0,1 0-1,-1 1 1,0-1-1,0 0 1,1 1-1,-1-1 1,1 0 0,-1 0-1,0 1 1,1-1-1,22 12-962,-11-7 588,-8-3 408,-1 0 0,0 0 0,0 0 0,1 1 0,-1-1 0,-1 1 0,1-1 0,0 1 0,-1 0 0,1 0 0,-1 1-1,0-1 1,0 0 0,0 1 0,0-1 0,-1 1 0,0 0 0,1-1 0,-1 1 0,-1 0 0,1 0 0,0 0-1,-1-1 1,0 1 0,0 0 0,0 0 0,0 0 0,-1 0 0,1 0 0,-1 0 0,0-1 0,0 1 0,-1 0-1,1-1 1,-1 1 0,0-1 0,0 1 0,0-1 0,0 0 0,0 0 0,-5 5 0,0 0-59,0 0-1,-1 0 1,0-1 0,-14 9 0,-4-1-4564,19-14-85,3-6-856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6035,'4'4'6748,"2"11"-3589,-1-5-2235,-2-5-790,0-2 0,0 1-1,0 0 1,0 0-1,1-1 1,0 0 0,-1 0-1,1 0 1,1 0-1,-1 0 1,0-1-1,1 0 1,-1 0 0,1 0-1,-1-1 1,1 1-1,0-1 1,0 0 0,0 0-1,-1-1 1,1 0-1,9 0 1,-7 0-73,0-1 0,0 0 0,0-1 0,-1 1-1,1-1 1,0-1 0,-1 1 0,1-1 0,-1 0 0,0-1 0,0 0 0,0 0 0,-1 0 0,1 0 0,8-10 0,-13 13-16,-1 1 0,1-1 0,0 0 1,-1 0-1,1 0 0,-1 1 1,1-1-1,-1 0 0,1 0 1,-1 0-1,0 0 0,1 0 0,-1 0 1,0 0-1,0 0 0,0 0 1,0 0-1,0 0 0,0 0 0,0 0 1,0 0-1,0 0 0,0 0 1,0 0-1,-1 0 0,1 0 1,-1-1-1,0 0 41,-1-1 1,1 1-1,-1 0 0,0 0 1,1 0-1,-1 0 0,0 1 1,0-1-1,-1 0 0,-2-1 1,-1-1 109,1 1 0,-1 0 0,0 1 0,0 0 0,0-1 0,0 2 1,0-1-1,-9 0 0,11 2-148,0 0 0,0 1 0,0 0 0,0 0 0,1 0 0,-1 0 0,0 1 0,1-1 0,-1 1-1,1 0 1,-1 0 0,1 0 0,0 1 0,0-1 0,0 1 0,0-1 0,0 1 0,1 0 0,-1 0 0,1 1 0,0-1 0,0 0 0,0 1 0,0-1 0,1 1 0,-1 0 0,0 3 0,-3 7-266,1 0 0,1 0 1,0 1-1,1-1 0,1 1 0,0 15 0,1-24-333,0 1 0,1 0 0,0 0 0,0-1-1,0 1 1,1 0 0,4 9 0,-5-13-75,1 1-1,0 0 1,0-1 0,1 1 0,-1-1-1,1 0 1,0 0 0,0 0 0,0 0 0,0 0-1,0 0 1,0-1 0,6 3 0,20 7-4350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86 6803,'0'0'321,"1"-1"1,-1 0-1,1 1 0,0-1 0,-1 1 1,1-1-1,0 1 0,-1-1 0,1 1 0,0-1 1,0 1-1,-1 0 0,1-1 0,0 1 1,0 0-1,-1 0 0,1 0 0,0 0 1,0 0-1,0-1 0,0 1 0,-1 1 1,1-1-1,0 0 0,0 0 0,0 0 0,-1 0 1,1 0-1,0 1 0,0-1 0,-1 0 1,1 1-1,0-1 0,0 1 0,0 0 1,0 1-96,0-1 0,0 1 0,-1-1 0,1 1 0,-1 0 0,1-1 0,-1 1 0,0 0 0,0 0 0,1-1 0,-1 1 0,-1 0 1,1-1-1,0 1 0,0 0 0,-1 0 0,1 1 0,0-2-181,0 0 1,0-1-1,0 1 0,0 0 1,-1 0-1,1 0 0,0-1 1,0 1-1,0 0 0,-1 0 1,1-1-1,0 1 0,-1 0 1,1-1-1,0 1 1,-1 0-1,1-1 0,-1 1 1,1-1-1,-1 1 0,1 0 1,-1-1-1,0 1 0,1-1 1,-1 0-1,0 1 0,1-1 1,-1 0-1,0 1 0,1-1 1,-1 0-1,0 0 0,0 1 1,1-1-1,-1 0 1,0 0-1,0 0 0,0 0 1,1 0-1,-2 0 0,0-1-5,1 0 0,0 0-1,0 0 1,-1 0 0,1 0-1,0 0 1,0 0 0,0 0-1,0 0 1,0 0 0,1-1-1,-1 1 1,0 0 0,0-1-1,1 1 1,-1 0 0,1-1-1,-1 1 1,1-1 0,0 1-1,0-3 1,-1-1 21,0-1-1,1 0 1,0 1-1,0-1 1,1 0 0,0 1-1,0-1 1,0 0 0,0 1-1,4-9 1,-4 11-259,1 1 0,-1 0 0,0-1 0,1 1 0,0 0 0,-1 0-1,1 0 1,0 0 0,0 0 0,4-2 0,-4 2-501,0 1 0,0 0 0,0 0 0,1 0 0,-1 0 0,1 1 0,-1-1 0,0 1 0,1-1 0,-1 1 0,1 0-1,-1 0 1,4 0 0,13 2-4271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9 11157,'-2'-8'8948,"-3"18"-5321,-3 21-1256,-21 121 2932,-22 74-3942,49-217-1417,-8 33 149,-6 50 0,14-81-232,1 0 0,1 0 1,0 1-1,0-1 0,1 0 1,1 0-1,0 0 1,0-1-1,1 1 0,4 10 1,-6-19-211,0 0-1,0 0 1,0 0 0,1 0 0,-1 0 0,0 0-1,1 0 1,-1-1 0,4 4 0,-4-5-86,1 1 0,-1 0 1,1-1-1,-1 1 0,0-1 0,1 1 0,-1-1 1,1 1-1,-1-1 0,1 0 0,-1 0 1,1 0-1,-1 0 0,1 0 0,-1 0 1,1 0-1,-1-1 0,1 1 0,-1 0 0,1-1 1,-1 1-1,1-1 0,0 0 0,15-9-6333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11957,'2'-4'2642,"11"-4"-433,8-3 848,10 1-1376,19-1-1137,9-1-512,3 1-32,9-1-1184,3 1-1794,-5 3-4833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18 4866,'4'-5'4260,"7"-8"617,-8 14-3310,-4 11-52,-24 118-976,18-44-10335,7-77 6882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10325,'4'-29'2129,"2"6"-1233,-2 12 545,-2 7 143,5 6-991,3 4-561,-2 7-32,3 4-592,-3 1-1057,-4 7-1745,-4 1-1376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6947,'-16'6'3099,"14"-5"-606,7 0 108,2 0-1107,-3 0-1208,-1 0 1,1 0-1,0 0 0,-1 0 0,1 1 0,-1-1 0,0 1 0,1 0 0,4 4 0,-4-3-250,0 1 0,0 0 0,0 0 0,0 0 0,-1 0 0,0 1 0,1-1-1,-2 1 1,1 0 0,0 0 0,-1 0 0,0 0 0,0 1 0,-1-1 0,1 0 0,-1 1-1,0-1 1,0 7 0,-1-15-67,1 0 0,0 1 0,-1-1 0,1 0-1,1 1 1,-1-1 0,0 1 0,1 0 0,-1-1 0,1 1 0,0 0-1,0 0 1,-1 0 0,1 0 0,1 0 0,2-2 0,38-26 40,-41 29 28,1-1 1,-1 1-1,0 0 1,1-1-1,-1 1 1,1 0-1,0 1 1,-1-1-1,1 0 1,0 1-1,-1-1 1,1 1-1,5 0 1,-7 1 8,0-1 1,1 1 0,-1 0 0,0-1 0,1 1 0,-1 0-1,0 0 1,0 0 0,0 0 0,0 0 0,0 0 0,0 1-1,0-1 1,0 0 0,0 0 0,-1 1 0,1-1 0,0 0-1,-1 1 1,1-1 0,-1 1 0,1-1 0,-1 1-1,0-1 1,0 4 0,2 3-389,-1 0-1,0 0 0,-1 0 1,-1 15-1,-6 13-6612,3-23 1940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8180,'-4'8'3185,"-7"9"-1600,-5 10 800,-5 9 272,2 12-928,0 8-544,-2 7-145,4 4-144,1 0-415,1-4-289,3-7-144,1-10-48,5-8-304,4-13-609,2-6-928,2-9-784,0-6-1777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5875,'0'0'4290,"2"0"-3266,3 0 257,3 3 832,7-3-1025,3 2-736,8 0 209,5 0-209,4-2-144,5-2-96,2-2-112,0-1-272,0 1-641,-7 0-960,-1 0-1040,-3 2-1505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27 2145,'-11'7'3133,"-31"21"3525,7 3-3490,32-28-3106,1 1 1,0-1-1,-1 1 0,1 0 1,0-1-1,1 1 0,-1 0 1,1 0-1,0 0 0,0 0 1,0 1-1,0-1 0,1 0 1,0 0-1,-1 0 0,2 1 1,-1-1-1,0 0 0,1 0 1,2 8-1,-1-4-32,0 0 1,1 0-1,0 0 1,0-1-1,0 0 1,1 1-1,1-1 1,-1 0-1,1-1 1,0 1 0,0-1-1,1 0 1,0-1-1,0 1 1,11 7-1,-15-13-42,0 1 0,0-1 0,0 1 0,0-1-1,0 0 1,1 0 0,-1 0 0,0 0 0,0 0 0,0-1 0,0 1-1,0-1 1,0 1 0,1-1 0,-1 0 0,0 1 0,0-1 0,-1 0-1,1 0 1,0-1 0,0 1 0,0 0 0,-1-1 0,1 1 0,-1-1-1,1 1 1,1-4 0,5-3-14,-1-1-1,-1 0 1,0 0-1,6-12 1,-8 12 107,0 1 0,-1-1-1,0 0 1,-1 0 0,0-1 0,0 1 0,-1 0 0,0-1-1,0 1 1,-2-14 0,1 17-164,-1 0 1,0 0-1,0 1 0,0-1 0,-1 0 1,0 0-1,0 1 0,0-1 0,-1 1 1,0-1-1,0 1 0,0 0 0,-1 0 1,1 1-1,-1-1 0,-1 1 0,-5-6 1,8 8-568,0 1 1,0 0-1,1 0 1,-1 0-1,0 1 1,0-1-1,0 0 1,0 1-1,0-1 0,-4 1 1,-5-1-5234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43 6547,'1'0'307,"-1"-1"0,1 0 0,-1 0 0,0 0 0,1 0 0,-1 1 0,0-1 0,0 0-1,0 0 1,0 0 0,0 0 0,0 0 0,0 0 0,0 0 0,0 1 0,0-1 0,0 0 0,0 0 0,-1 0 0,1 0 0,0 0 0,-1 1 0,0-2 0,0 0-57,0 1 0,0 0 1,0 0-1,-1-1 0,1 1 1,-1 0-1,1 0 1,0 0-1,-1 0 0,0 1 1,-1-2-1,-1 0-32,-1 1 0,1 0 0,0 0 0,-1 0 0,1 0 0,-1 1 1,1-1-1,-8 1 0,-4 3 98,0 0 0,0 1 0,0 0 0,1 1 0,-1 1 0,1 0 0,1 1 0,-1 1 0,1 1 0,-26 19 0,39-27-327,-1 1 1,0-1-1,1 0 0,-1 1 0,1 0 1,-1-1-1,1 1 0,0 0 1,0 0-1,0-1 0,0 1 1,0 0-1,0 0 0,0 0 0,1 0 1,-1 0-1,1 1 0,-1-1 1,1 0-1,0 0 0,0 0 1,0 0-1,0 0 0,0 1 0,0-1 1,1 0-1,-1 0 0,1 0 1,-1 0-1,1 0 0,0 0 1,0 0-1,0 0 0,0 0 0,0 0 1,0-1-1,3 3 0,-2-1-42,1-1 1,0 1-1,0-1 0,0 0 0,1 0 0,-1 0 0,0 0 0,1 0 0,0-1 0,-1 0 0,1 1 0,0-1 0,-1-1 0,1 1 0,0 0 1,0-1-1,0 0 0,0 0 0,-1 0 0,6-1 0,0-1 15,0-1 0,0 1 0,-1-1 1,1-1-1,-1 0 0,0 0 0,0 0 1,0-1-1,7-6 0,-10 7 149,0 0 0,-1 0 0,1-1 0,-1 1 0,0-1-1,-1 0 1,1 0 0,-1 0 0,0-1 0,0 1 0,-1-1 0,1 1 0,-1-1 0,2-8 0,-4 5 1414,-4 9-522,-10 20-130,-16 36-646,29-53-314,0-1-1,0 1 1,0-1-1,0 1 1,1 0-1,-1-1 1,1 1-1,-1 0 1,1 0 0,0-1-1,0 1 1,0 0-1,1 0 1,-1-1-1,1 1 1,-1 0-1,1-1 1,0 1-1,0-1 1,0 1-1,1-1 1,-1 1 0,0-1-1,1 0 1,-1 1-1,3 1 1,1 0-847,-1-1 0,1 0 1,0 0-1,0 0 0,0 0 0,0-1 1,1 1-1,-1-1 0,1-1 0,-1 1 1,12 1-1,23 2-5650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 5891,'2'-9'2273,"-2"1"-961,0-1 785,3 5 1249,-1 8-1954,0 11-175,-2 8 368,0 11-305,-4 9-127,-3 8-641,1 1-416,2-4-96,0-8-352,2-7-929,-1-8-1056,3-6-2177,3-9-1328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94 4434,'0'-4'466,"0"1"-1,0 0 1,0-1 0,0 1 0,1 0-1,0-1 1,0 1 0,-1 0 0,2 0-1,-1-1 1,0 1 0,1 0-1,-1 0 1,1 0 0,0 1 0,0-1-1,4-4 1,-2 4-243,0 0 1,0 1-1,1-1 1,-1 1-1,1 0 0,0 0 1,-1 0-1,1 1 1,0-1-1,0 1 0,8-1 1,8-1 204,0 0 0,0 2 0,0 0 0,0 1 0,0 2 0,34 5 0,-53-7-360,0 1 0,0-1 1,0 1-1,0 0 0,0 0 1,0 0-1,0 0 0,0 0 1,0 0-1,0 0 0,0 1 0,-1-1 1,1 1-1,-1-1 0,1 1 1,-1-1-1,0 1 0,1 0 1,-1 0-1,0 0 0,0 0 1,1 4-1,-1-2-14,0 0 1,-1 0-1,0 0 0,0 0 1,0 0-1,0 0 0,0-1 1,-1 1-1,0 0 0,0 0 1,-2 7-1,-2 1-24,0-1 0,-1 0 0,0 0 0,0 0 0,-1-1-1,-1 1 1,-9 9 0,-10 3-39,20-17-152,0 0 0,0 0 1,1 1-1,0 0 0,-7 9 0,13-16 99,0 1-1,0-1 0,0 1 1,0-1-1,0 0 0,0 1 0,0-1 1,1 1-1,-1-1 0,0 1 0,0-1 1,0 0-1,0 1 0,1-1 0,-1 1 1,0-1-1,0 0 0,1 1 0,-1-1 1,0 0-1,0 0 0,1 1 0,-1-1 1,0 0-1,1 1 0,-1-1 0,1 0 1,-1 0-1,0 0 0,1 0 1,-1 1-1,1-1 0,19 8-566,-15-5 420,6 1-14,0 2-1,0 0 1,-1 0-1,19 16 0,-27-20 284,1 0 0,-1 0 0,0 0 0,0 0 0,0 0 0,-1 1 0,1-1-1,-1 1 1,1-1 0,-1 1 0,0 0 0,0 0 0,0-1 0,0 1 0,0 0 0,-1 0-1,1 0 1,-1 0 0,0 0 0,0 0 0,0 0 0,0 0 0,-1-1 0,1 1 0,-1 0-1,0 3 1,-2 1 124,0 1 0,0-1 0,0 0 0,-1-1 0,0 1 0,-1-1 1,1 1-1,-1-1 0,0-1 0,-1 1 0,1-1 0,-1 0 0,0 0 0,-1 0 0,1-1 0,-1 0 0,0 0 0,0-1 0,0 0 0,0 0 0,0-1 0,-1 1 0,1-2 0,-1 1 0,0-1 0,1 0 0,-1-1 0,0 0 0,0 0 0,1-1 0,-1 1 0,0-2 0,1 1 0,-1-1 0,1 0 0,-1-1 0,1 0 0,0 0 0,-11-7 0,18 10-246,-39-27-13,26 9-3468,13 17 3158,0 1 0,0-1 0,-1 0-1,1 1 1,0-1 0,0 0 0,1 1 0,-1-1 0,0 0 0,0 1 0,0-1 0,0 1-1,1-1 1,-1 0 0,0 1 0,0-1 0,1 1 0,-1-1 0,0 1 0,1-1-1,-1 1 1,1-1 0,-1 1 0,1-1 0,-1 1 0,1 0 0,-1-1 0,1 1 0,0-1-1,9-3-6129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34 4594,'0'-2'608,"-1"0"0,0 1 0,0-1 0,0 0 0,0 1 1,0-1-1,0 1 0,0-1 0,0 1 0,-1-1 0,1 1 0,-1 0 0,1 0 0,-1-1 0,1 1 0,-1 0 0,-3-1 1,1 1-131,0-1 0,0 1 1,0 0-1,-1 0 1,1 1-1,0-1 0,-7 1 1,-4 1 135,1 0 0,-1 2 0,-22 5 0,19-4-453,0 2-1,0-1 1,0 2-1,1 1 1,-22 12-1,38-20-206,1 1-1,-1-1 0,1 0 0,-1 1 0,1-1 0,-1 0 0,1 1 0,-1-1 0,1 0 0,-1 1 0,1-1 0,0 1 0,-1-1 0,1 1 1,0-1-1,-1 1 0,1-1 0,0 1 0,0-1 0,-1 1 0,1-1 0,0 1 0,0-1 0,0 1 0,0 0 0,0-1 0,0 1 1,0-1-1,0 1 0,0 0 0,0 0 0,1 0-49,0 0 1,-1 0-1,1 0 1,0 0-1,0 0 1,0 0-1,0 0 1,0 0-1,0 0 0,0-1 1,1 1-1,-1 0 1,2 0-1,47 15-2270,-45-14 1926,86 27-3272,-82-26 3705,0 1-1,-1 0 1,0 1-1,0 0 0,0 0 1,0 1-1,-1 0 0,8 8 1,-14-13 150,1 1 1,-1-1-1,0 0 0,0 1 1,0 0-1,0-1 1,0 1-1,-1 0 1,1-1-1,0 1 0,-1 0 1,0 0-1,1-1 1,-1 1-1,0 0 0,0 0 1,0 0-1,0 0 1,0 0-1,0-1 1,-1 4-1,0-2 125,0 1-1,-1-1 1,0 0-1,1 1 1,-1-1 0,0 0-1,0 0 1,-1 0-1,1-1 1,-4 4 0,-6 4 481,1-1 0,-2 0 0,1-1 0,-17 8 0,0-1-712,0-2-1,-40 13 1,59-24-1442,6-3-769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5186,'-7'12'9388,"5"-10"-8587,1 0 0,0 0 0,0 0 0,0 0 0,0 0 0,0 0 0,0 1 0,1-1 0,-1 3 0,-5 28 1419,-15 46-1,-16 28-1096,-18 64-3100,55-155 330,0-12-1369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92 5635,'-30'-2'4296,"25"1"-707,21 0-1200,103-5 660,59-18-3013,-53 6 125,-11 4 803,91-12 5783,-232 44-5286,13-9-4967,2-2-3776,5-3-156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2145,'8'4'3105,"-1"-2"-1776,-1-2 176,-2 0 272,0 0-49,2 0-239,-3 4 32,3 13 31,-12-7-143,-3 3-336,-1 0-513,-7 3-416,-12 18-144,-7 3-16,-4 1-1009,3-3-2160,10-3-2946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 4818,'8'9'9067,"-19"-6"-2795,-2 0-5433,-11 5 353,1 1 0,-35 18 0,48-22-1141,0 1 1,1 0-1,-1 1 1,1 0-1,1 0 1,0 1-1,0 0 1,-8 10-1,15-16-49,0-1 0,0 0 0,0 1-1,0-1 1,0 1 0,0 0-1,0-1 1,0 1 0,0 0-1,1-1 1,-1 1 0,1 0-1,-1 0 1,1 0 0,0-1-1,0 1 1,-1 0 0,1 0-1,1 0 1,-1 0 0,0-1-1,0 1 1,1 0 0,-1 0 0,1 0-1,-1-1 1,1 1 0,0 0-1,0-1 1,0 1 0,0 0-1,0-1 1,0 1 0,0-1-1,0 0 1,1 1 0,-1-1-1,0 0 1,1 0 0,-1 0-1,1 0 1,1 1 0,4 1 7,-1 0 0,0 0 0,1-1 0,-1 0 0,1 0-1,0-1 1,0 0 0,0 0 0,0 0 0,7-1 0,-4-1 8,0 0 0,1 0 0,-1-1 0,0 0 0,0-1 0,0 0 0,0-1 0,-1 0 0,1-1 0,-1 0 0,12-8 0,-18 10-13,0 1 0,1 0 0,-2-1 0,1 0-1,0 0 1,-1 0 0,1 0 0,-1 0 0,0-1 0,0 1-1,0-1 1,0 1 0,-1-1 0,1 1 0,-1-1 0,0 0 0,0 0-1,0 0 1,-1 0 0,0 0 0,1 0 0,-1 0 0,-1 0-1,1 1 1,0-1 0,-1 0 0,0 0 0,0 0 0,0 0-1,0 0 1,-1 1 0,-3-7 0,2 5-39,-1 0-1,0 1 1,0-1 0,0 1 0,0 0-1,0 0 1,-1 1 0,0-1-1,0 1 1,0 0 0,0 0-1,0 0 1,-1 1 0,1 0 0,-1 0-1,1 1 1,-11-3 0,-23 2-2566,35 3 1829,1-1-1,-1 1 1,0 0 0,1 0-1,-1 0 1,0 0-1,-4 3 1,2 2-4404,5 0-536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7443,'28'5'9475,"-5"9"-3335,-20-10-5629,0-1 0,0 1-1,0-1 1,0 1 0,-1 0-1,1 1 1,-1-1-1,0 0 1,2 7 0,-1-2-392,-1 0 1,0 0 0,-1 0 0,0 0 0,0 0 0,-1 0-1,0 0 1,-1 0 0,1 0 0,-4 11 0,4-20-131,0 0 1,0 0-1,0 1 0,-1-1 1,1 0-1,0 0 1,0 0-1,0 0 0,0 0 1,0 0-1,0 1 0,0-1 1,0 0-1,0 0 1,0 0-1,0 0 0,0 0 1,0 1-1,0-1 1,0 0-1,0 0 0,0 0 1,0 0-1,0 0 1,0 1-1,0-1 0,0 0 1,0 0-1,0 0 0,0 0 1,0 0-1,0 1 1,0-1-1,0 0 0,0 0 1,0 0-1,0 0 1,0 0-1,1 0 0,-1 1 1,0-1-1,0 0 0,0 0 1,0 0-1,0 0 1,0 0-1,1 0 0,-1 0 1,0 0-1,0 0 1,0 0-1,0 0 0,0 0 1,1 0-1,-1 0 1,0 0-1,0 0 0,0 0 1,1 0-1,11-9-428,27-32-37,-15 15 286,-11 13 234,1 0-1,1 1 1,0 1 0,1 0 0,0 1 0,0 1 0,1 0 0,33-11 0,-50 20-6,1 0 1,0 0 0,-1-1 0,1 1 0,-1 0 0,1 0-1,0 0 1,-1 0 0,1 0 0,-1 0 0,1 0 0,-1 0-1,1 1 1,0-1 0,-1 0 0,1 0 0,-1 0 0,1 0-1,-1 1 1,1-1 0,-1 0 0,1 1 0,-1-1 0,1 0-1,-1 1 1,1-1 0,-1 1 0,1 0 0,3 18 460,-11 26-250,7-42-205,-3 9-182,-6 32 192,9-43-266,0 1-1,0 0 1,0-1 0,0 1 0,0 0 0,0-1 0,0 1 0,1 0 0,-1-1 0,1 1 0,-1-1 0,2 3-1,-2-3-132,1-1-1,0 1 0,-1-1 1,1 1-1,0-1 0,0 0 0,0 1 1,-1-1-1,1 0 0,0 1 0,0-1 1,0 0-1,-1 0 0,1 0 1,0 0-1,0 0 0,0 0 0,0 0 1,0 0-1,0 0 0,-1 0 1,1 0-1,0-1 0,0 1 0,0 0 1,0-1-1,3 0-1010,12-2-5177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35 6611,'10'10'10116,"13"12"-6226,-12-16-3358,0-1-1,0 1 0,0-2 1,1 1-1,20 4 0,-27-8-551,1 0-1,0 0 1,0-1-1,-1 0 1,1 0 0,0 0-1,0 0 1,0-1-1,-1 0 1,1 0-1,-1-1 1,1 0 0,-1 0-1,7-3 1,-11 4 13,0 1 1,0-1-1,1 0 1,-1 0-1,0 0 1,-1 0-1,1-1 0,0 1 1,0 0-1,0 0 1,-1 0-1,1-1 1,0 1-1,-1 0 1,1-1-1,-1 1 1,0-1-1,1 1 1,-1 0-1,0-1 0,0 1 1,0-1-1,0 1 1,0-1-1,0 1 1,-1 0-1,1-1 1,0 1-1,-1-1 1,1 1-1,-1 0 1,1-1-1,-1 1 0,0 0 1,1 0-1,-1-1 1,-2-1-1,2 0 23,-1 0-1,-1 0 0,1 0 0,0 0 1,-1 0-1,1 0 0,-1 1 0,0-1 1,0 1-1,0 0 0,0 0 1,-1 0-1,-5-3 0,1 4 52,1 1 1,-1-1-1,0 1 0,1 1 1,-1-1-1,0 1 0,1 0 1,-1 1-1,1 0 0,-10 4 0,1 0 163,1 0 0,0 1 0,-24 15-1,38-21-206,0 0 0,0 0 0,0-1 0,1 1-1,-1 0 1,0 1 0,0-1 0,0 0-1,1 0 1,-1 0 0,1 0 0,-1 0-1,1 1 1,-1-1 0,1 0 0,0 1-1,-1-1 1,1 0 0,0 0 0,0 1-1,0-1 1,0 0 0,0 1 0,0-1-1,1 0 1,-1 1 0,0-1 0,1 0-1,-1 0 1,1 1 0,-1-1 0,2 2-1,2 6 35,1 0-1,1-1 0,8 12 1,-4-6-20,8 15-292,-9-13-89,1-1 1,22 27 0,-28-38-284,1 0 0,-1 0 0,1 0 0,0 0 0,5 3 0,-6-5-266,0-1 0,0 1 0,0 0 0,0-1 1,0 0-1,0 0 0,0 0 0,6 0 0,24-1-7295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8372,'4'4'2481,"0"0"-1264,0-2 1616,0 0-976,9 0-1137,4-2-16,1 0-63,5 3-97,3-3 144,-1 0-192,0 2-336,-2-2-160,-7 0-32,-3 2-496,-7-2-1441,-2 0-2785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 2593,'-5'12'13715,"-2"9"-6463,0 5-4369,-22 84-937,-41 213-137,135-399-5243,-49 59 2486,30-23 1,-41 36 824,1 0 0,0 0 1,0 0-1,0 1 1,1 0-1,-1 0 1,1 0-1,0 1 0,11-3 1,-17 5 120,0 0 0,1 0 1,-1 0-1,0 0 0,0 0 1,1 0-1,-1 0 0,0 1 1,1-1-1,-1 0 0,0 1 1,0-1-1,1 1 0,-1 0 1,0-1-1,0 1 0,0 0 1,0-1-1,0 1 0,0 0 1,0 0-1,0 0 0,1 1 1,0 1 27,0 0 0,-1 0 0,0 0 0,1 0 0,-1 0 0,0 0 0,0 1 0,-1-1 0,2 4 0,-1 4 116,-1 1-1,0-1 1,0 0 0,-3 18-1,1-19 54,0 0 0,-1 0 0,0 0 0,0 0 0,-1 0 0,0-1 0,-1 0 0,0 1 0,-8 9 0,10-15-54,-1 1 1,0-1 0,0 0-1,0-1 1,-1 1-1,1-1 1,-1 0-1,0 0 1,0 0 0,0-1-1,0 0 1,0 0-1,-1 0 1,1-1-1,-1 1 1,1-1 0,-1-1-1,-9 1 1,1 0 19,0-1 1,0-1-1,-1-1 1,1 0-1,-20-5 0,29 6-254,1 0-1,0-1 1,0 1-1,0-1 0,1 0 1,-1 0-1,0 0 0,1 0 1,-1-1-1,1 0 1,0 1-1,0-1 0,0 0 1,0-1-1,0 1 1,1 0-1,-1-1 0,1 0 1,0 1-1,0-1 0,0 0 1,-1-6-1,1 2-631,1 0 0,0 0 0,0 1 0,1-1 0,0 0 0,1-12 0,0 16-136,-1 0-1,1 1 0,0-1 1,1 0-1,-1 1 0,0-1 1,1 1-1,0 0 0,3-6 1,7-4-4670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 7812,'-12'-11'8006,"20"11"-1162,10 6-3054,-2 1-4942,12 9 981,17 10-517,-14-12-7495,-26-12 1940,1-4-1515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 2881,'-5'0'1215,"0"-1"0,0 1 0,1-1 1,-1 2-1,0-1 0,0 0 0,0 1 0,1 0 0,-1 0 0,0 0 0,-8 4 0,11-4-917,0 1-1,0 0 1,0-1-1,0 1 1,0 0 0,0 0-1,0 0 1,0 0 0,1 0-1,-1 1 1,1-1-1,0 0 1,0 1 0,-1-1-1,2 1 1,-1-1-1,0 1 1,0-1 0,1 1-1,-1 0 1,1-1-1,0 6 1,-4 84 1213,-2 38-1045,-31 180 1,35-298-466,0-1 0,-2 0 0,1 0 0,-1 0-1,-1 0 1,0 0 0,0-1 0,-11 14 0,14-20 9,-1-1-1,0 0 1,1 0 0,-1 0 0,-1-1-1,1 1 1,0-1 0,-1 1-1,1-1 1,-1 0 0,0-1 0,1 1-1,-1-1 1,0 1 0,0-1-1,0 0 1,0 0 0,0-1 0,0 1-1,-1-1 1,1 0 0,0 0-1,0-1 1,0 1 0,0-1 0,0 0-1,-4-1 1,-5-2 168,1-1 0,-1 0 0,1-1 0,1 0-1,-1-1 1,-15-13 0,-63-57 547,34 25-755,29 31-26,7 5-982,-35-37 0,50 43-2289,6 9 2867,-1 0-1,0 1 1,1-1-1,-1 1 1,0-1-1,1 1 1,-1-1 0,1 1-1,-1-1 1,1 1-1,-1-1 1,1 1-1,0 0 1,-1-1 0,1 1-1,-1 0 1,1-1-1,0 1 1,-1 0-1,1 0 1,0 0 0,-1 0-1,2 0 1,15-4-5663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6179,'30'0'9845,"1"0"-4255,16 1-2758,64-4-2787,-87 0-184,23-1 268,-17 6-3136,-26-1-704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12214,'-2'10'7852,"-7"-2"-4189,-19 5-2436,16-8-398,5-2-661,-17 8-14,0 0 0,1 2 1,0 1-1,2 0 1,-28 24-1,47-37-165,1 0 0,-1 0 0,1 1 0,-1-1 0,1 1 0,0-1 0,-1 1 0,1-1 0,0 1 0,0-1 0,0 1 0,0 0 0,1 0 0,-1 0 0,0-1 0,1 1 0,-1 0 0,1 0 0,0 0 0,-1 0 0,1 0 0,0 0 0,0 0 0,1 0 0,-1 0-1,0 0 1,0 0 0,1 0 0,0-1 0,-1 1 0,1 0 0,0 0 0,0 0 0,0-1 0,0 1 0,0 0 0,0-1 0,0 1 0,0-1 0,1 1 0,-1-1 0,3 2 0,3 2-77,0-1 0,0 1 1,0-1-1,0-1 0,1 0 0,0 0 0,-1 0 0,1-1 0,9 2 0,-3-2-39,0 0 0,1-1 0,-1 0 0,1-1 0,-1-1-1,1 0 1,-1-1 0,17-4 0,-27 5 131,0 0 1,0 0-1,0-1 1,-1 1-1,1-1 1,0 0-1,-1 0 1,1 0-1,-1 0 1,0-1-1,0 1 1,0-1-1,0 0 1,0 0-1,-1 0 1,1 0-1,-1 0 1,0-1-1,0 1 1,0-1-1,0 1 1,0-1-1,-1 0 1,0 0-1,0 1 1,0-1-1,0 0 1,-1 0-1,1 0 1,-1 0-1,0 0 1,0 0-1,0 0 1,-2-5-1,2 5-33,-1 0-1,0 0 0,0-1 1,0 1-1,0 0 0,-1 0 1,0 0-1,0 0 0,0 0 1,0 0-1,0 1 1,-1-1-1,0 1 0,0 0 1,0 0-1,-5-5 0,5 6-341,1 1-1,-1-1 1,0 1-1,0-1 1,0 1-1,0 0 1,0 0-1,0 0 1,-5-1-1,4 2-615,0 0-1,-1 0 1,1 0 0,0 0 0,0 1-1,0-1 1,0 1 0,-6 2 0,-15 7-6750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10325,'4'-1'1492,"1"0"0,0 0 0,0 0 0,-1 1 0,1 0 0,0 0 0,9 1 0,-8-1-889,0 2 0,0-1-1,0 1 1,0 0 0,0 0 0,7 4 0,-10-5-515,0 0 0,0 1 0,0 0 1,-1 0-1,1 0 0,0 0 1,-1 0-1,1 0 0,-1 1 0,0-1 1,0 1-1,0-1 0,0 1 0,0 0 1,0 0-1,-1 0 0,0 0 0,1 0 1,-1 0-1,0 0 0,-1 1 1,1-1-1,0 0 0,-1 1 0,0-1 1,0 6-1,-2 3 33,-1-1 0,0 0 1,-1 0-1,0-1 0,0 1 0,-1-1 1,-1 0-1,0 0 0,0 0 1,-14 15-1,18-27-1490,4-10 663,7-14-111,-1 16 572,0 0 1,0 0-1,1 1 1,0 0-1,1 0 1,0 1 0,20-12-1,84-43 282,-94 54 289,-20 9-267,0-1-1,1 1 1,-1 0-1,0 0 1,1 0 0,-1 0-1,1 0 1,-1-1-1,0 1 1,1 0-1,-1 0 1,0 0 0,1 0-1,-1 0 1,1 0-1,-1 0 1,0 0 0,1 0-1,-1 0 1,0 1-1,1-1 1,-1 0-1,1 0 1,-1 0 0,0 0-1,1 0 1,-1 1-1,0-1 1,1 0 0,-1 0-1,0 1 1,0-1-1,1 0 1,-1 0-1,0 1 1,5 17 1141,-6 26-299,0-39-794,-9 59 432,0 0-1330,10-22-3327,2-32-77,4-8-3125,2-7-3832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6883,'-1'1'376,"0"0"-1,0 0 1,1 0-1,-1 0 1,0 0 0,0 1-1,1-1 1,-1 0-1,1 0 1,-1 1-1,1-1 1,-1 0-1,1 1 1,0-1 0,0 1-1,-1-1 1,1 0-1,0 1 1,0-1-1,1 1 1,-1-1 0,1 3-1,0-1-66,0 0 1,0 1-1,1-1 0,-1 0 0,1 0 1,0 0-1,0 0 0,0 0 0,4 3 0,-2-2-201,-1 0-1,1-1 0,1 1 0,-1-1 0,0 0 0,1 0 0,0 0 0,-1-1 1,1 1-1,0-1 0,0 0 0,1-1 0,5 2 0,-3-3-92,1-1 1,-1 1-1,1-2 0,-1 1 0,0-1 1,0-1-1,0 1 0,0-1 0,8-4 1,-11 4-4,1 0 0,-1 0 1,1 0-1,-1 0 0,0-1 0,0 0 1,-1 0-1,1 0 0,-1-1 1,0 1-1,0-1 0,6-11 0,-9 15 26,0-1 0,0 1 0,0-1 0,-1 0 0,1 0 0,0 0 0,-1 1 0,0-1 0,1 0 0,-1 0 0,0 0 0,0 0 0,0 0 0,0 0 0,0 1 0,0-1 0,-1 0 0,1 0 0,-1 0-1,1 0 1,-1 1 0,-1-3 0,1 2 37,0 1-1,-1-1 1,1 1-1,-1 0 1,0 0 0,0-1-1,1 1 1,-1 0-1,0 0 1,0 1-1,0-1 1,0 0-1,0 1 1,0-1-1,0 1 1,-3-1-1,-7 0 214,0 1-1,0 0 0,0 1 0,0 0 0,-18 5 0,18-4-85,4 0-18,-1 0 0,0 0 0,1 1 0,0 0 0,-9 4 0,15-6-122,-1 0-1,1 1 0,0-1 0,0 1 0,0 0 1,0 0-1,0 0 0,0 0 0,0 0 0,0 0 0,1 0 1,-1 1-1,1-1 0,0 1 0,-1-1 0,1 1 1,0-1-1,1 1 0,-1 0 0,0-1 0,1 1 0,-1 4 1,3 53 354,0-51-346,0 0 0,0 0 0,1 0 1,0 0-1,0 0 0,1 0 0,0-1 0,9 13 0,-1 0-47,-10-18-97,2 6 52,1 1-1,1-1 0,0 0 0,0 0 1,12 12-1,-16-19-225,1 0 0,-1 0 0,0-1 0,1 1-1,-1-1 1,1 0 0,-1 1 0,1-1 0,0 0 0,4 1 0,-4-2-404,1 0 0,-1 1-1,0-1 1,1-1 0,-1 1 0,0 0 0,0-1-1,0 0 1,1 1 0,-1-1 0,3-2 0,15-7-6875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10357,'5'13'10912,"4"4"-3881,5 9-2209,-6 0-4555,-8-24-357,0-1 0,0 0 0,0 0 0,0 0 1,0 1-1,0-1 0,0 0 0,0 0 0,-1 0 0,1 0 0,-1 0 0,1 0 0,-1 0 0,1 1 0,-1-1 0,1 0 0,-1-1 0,0 1 0,1 0 0,-1 0 0,0 0 0,0 0 0,0 0 0,0-1 0,0 1 0,0 0 0,0-1 0,0 1 0,0-1 0,0 1 0,0-1 1,0 0-1,0 1 0,-1-1 0,1 0 0,0 0 0,0 0 0,0 0 0,0 0 0,-1 0 0,-1 0 0,-12 0-6092,-3 0-3417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3634,'2'-19'4432,"-2"12"-3197,1 1 0,0 0 0,0 0-1,0-1 1,1 1 0,5-11 0,-6 15-1071,0 0 1,1 0-1,-1 1 1,1-1-1,0 0 1,0 1-1,-1-1 1,1 1-1,0-1 0,0 1 1,1 0-1,-1 0 1,0 0-1,0 0 1,0 0-1,1 0 0,-1 1 1,0-1-1,1 1 1,-1-1-1,1 1 1,2 0-1,-2 0-36,-1 0 1,1 0-1,-1 0 0,1 1 1,-1-1-1,1 1 0,-1-1 1,1 1-1,-1 0 0,0 0 1,1 0-1,-1 0 0,0 0 1,0 0-1,0 1 0,0-1 0,0 1 1,2 2-1,0-1-40,-1 2 0,0-1 0,0 0-1,0 1 1,0-1 0,-1 1 0,0 0 0,2 6 0,1 7-33,0 0 0,-2 0 0,3 34 1,-5-33 35,0-1 1,-1 0-1,-1 0 1,-1 1 0,-5 26-1,6-43-55,1-1-1,0 0 0,-1 0 1,1 1-1,-1-1 1,1 0-1,-1 0 0,0 1 1,1-1-1,-1 0 1,0 0-1,0 0 1,0 0-1,0 0 0,0 0 1,0 0-1,0 0 1,0-1-1,0 1 0,0 0 1,0-1-1,-2 2 1,2-2-18,0 0 0,0-1 1,0 1-1,0 0 1,0 0-1,0 0 1,0-1-1,1 1 0,-1 0 1,0-1-1,0 1 1,0-1-1,1 1 0,-1-1 1,0 1-1,0-1 1,1 0-1,-1 1 1,0-1-1,1 0 0,-1 0 1,1 1-1,-1-1 1,1 0-1,-1 0 1,1 0-1,0 1 0,-1-1 1,1 0-1,0 0 1,0 0-1,0 0 0,-1-1 1,-1-9 4,0 0 1,0 0-1,1-1 1,1 1-1,0 0 1,0-1-1,3-14 1,19-78-679,-17 85 139,0 1 0,2 1-1,0-1 1,14-25 0,-17 37-263,1-1 0,-1 1-1,1 0 1,1 0 0,10-9 0,-12 11-217,0 1 0,1 0 0,0 0 0,0 1 0,0-1 0,0 1 0,0 0 0,0 1 0,7-2 0,16-1-3971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34 4754,'17'-2'8552,"-24"6"-1485,-6 2-4554,-1 4-3578,7-4 1123,0 0 1,0 0 0,1 1 0,0 0 0,0 0 0,1 0-1,0 1 1,0 0 0,-4 10 0,7-15-72,1 0 0,0 0 0,0 0 0,0 0 1,0 0-1,0 0 0,1 0 0,0 0 0,-1 0 0,1 1 0,0-1 1,0 0-1,1 0 0,-1 0 0,1 0 0,-1 1 0,1-1 0,0 0 0,0 0 1,1 0-1,-1-1 0,1 1 0,-1 0 0,1 0 0,0-1 0,0 1 1,0-1-1,0 0 0,0 1 0,4 1 0,-4-2 5,1 0 0,-1-1 0,1 0-1,-1 1 1,1-1 0,0 0 0,0 0 0,-1 0-1,1-1 1,0 1 0,0-1 0,0 1 0,0-1 0,0 0-1,5-1 1,-2 0 13,0 0-1,1 0 1,-1-1 0,0 0-1,0 0 1,-1-1 0,8-3-1,-5 2 70,-1-1-1,1 0 1,-1 0-1,0-1 1,0 0-1,-1 0 1,0-1 0,0 0-1,0 0 1,6-11-1,-10 13 61,0-1 0,0 1 1,-1-1-1,0 0 0,0 0 0,-1 1 0,1-1 0,-1 0 1,0 0-1,-1 0 0,1 1 0,-1-1 0,-1 0 0,1 1 1,-1-1-1,-3-7 0,4 11-184,0-1 1,0 0-1,-1 1 1,1-1-1,-1 1 1,0 0-1,0-1 1,0 1-1,0 0 1,0 0-1,0 0 1,0 0-1,-1 1 1,-3-3-1,4 3-229,-1 1 0,1-1 0,0 0 1,-1 1-1,1 0 0,0-1 0,-1 1 0,1 0 0,0 0 0,-1 1 0,1-1 0,-1 0 0,1 1 0,0-1 0,-1 1 0,1 0 0,0 0 1,0 0-1,0 0 0,-3 1 0,-4 5-4174,3 1-984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7475,'-3'1'5975,"-14"11"-2190,-25 39-40,30-36-3418,1 1 1,1 0 0,-11 23-1,20-36-318,0-1-1,0 1 1,0 0-1,0 0 1,0-1-1,1 1 1,-1 0-1,1 0 1,0 0 0,-1 0-1,2 0 1,-1 0-1,0 0 1,0 0-1,1-1 1,0 1-1,-1 0 1,1 0-1,0-1 1,3 5-1,-2-3 10,1-1 0,0 1-1,0-1 1,0 1-1,0-1 1,0 0-1,1 0 1,0-1-1,-1 1 1,1-1-1,0 0 1,5 3 0,-1-2-12,-1 0 0,1-1 1,0 1-1,0-1 1,0-1-1,0 0 1,0 0-1,0 0 1,1-1-1,-1 0 1,0-1-1,0 0 1,0 0-1,11-3 0,-16 2 12,0 0-1,0 1 0,0-1 1,0 0-1,-1-1 0,1 1 1,-1 0-1,0-1 0,0 0 0,1 1 1,-2-1-1,1 0 0,0 0 1,-1 0-1,1 0 0,-1 0 1,0 0-1,0-1 0,0 1 1,0 0-1,-1-1 0,1 1 0,-1 0 1,0-1-1,0 1 0,0-1 1,0 1-1,-1 0 0,-1-7 1,2 6-140,-1 0 1,0 0 0,0 0 0,0 0 0,-1 0-1,0 0 1,1 0 0,-1 0 0,0 0 0,-1 1 0,1-1-1,-1 1 1,1 0 0,-1 0 0,0 0 0,0 0-1,-1 0 1,1 1 0,0-1 0,-1 1 0,0 0-1,1 0 1,-1 0 0,-5-1 0,7 2-312,1 1 0,-1 0 0,1 0 0,-1 0 0,1 0 0,-1 0 1,1 0-1,-1 0 0,1 1 0,-1-1 0,1 0 0,-1 1 0,1-1 0,-3 2 0,-5 4-4793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29 9076,'6'-28'12744,"-6"28"-12630,-6 17 1622,-43 121 2804,26-77-3855,2 0 0,-17 87 0,37-138-702,-9 68 162,9-70-262,1 1 0,0-1 1,1 1-1,0-1 0,0 0 0,0 0 1,5 11-1,-5-17-23,0 0 0,0 0-1,0 0 1,0-1 0,1 1 0,-1 0 0,1-1 0,-1 1-1,1-1 1,-1 1 0,1-1 0,0 0 0,0 0 0,0 0-1,0 0 1,0 0 0,0 0 0,0 0 0,0 0 0,0-1 0,0 1-1,0-1 1,0 0 0,1 0 0,-1 0 0,0 0 0,0 0-1,3 0 1,8-2-948,-1 1 0,0-2 0,19-5 0,-30 7 946,86-31-8886,-42 11 2566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 6403,'-4'-9'2881,"8"1"-944,11 2 480,6-1 16,4 3-912,6 4-320,3 0-209,4 4-48,3 0-703,7-1-241,3-1-48,9-2-1249,1-5-2193,4 1-3457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6867,'10'-11'9742,"4"-2"4083,-7 15-10631,1 8-4055,-2-7 667,-6-7-5727,0-1-2339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5683,'16'-20'4473,"-13"16"-3570,0 0 1,0 0-1,1 1 1,-1-1-1,1 1 1,0-1-1,4-2 1,-7 6-768,0-1-1,1 1 1,-1 0-1,0 0 1,0 0 0,0 0-1,0 0 1,0 1-1,0-1 1,1 0 0,-1 0-1,0 1 1,0-1-1,0 1 1,0-1 0,0 1-1,0-1 1,0 1-1,0 0 1,0-1 0,-1 1-1,1 0 1,0 0-1,0 0 1,-1 0 0,1-1-1,0 1 1,-1 0-1,1 0 1,-1 0 0,1 0-1,-1 1 1,1 0-1,16 38 910,-17-38-1004,6 16 201,0 0-1,-1 0 1,-2 0 0,4 36-1,-7-54-228,0 1 0,0-1 0,0 0-1,0 1 1,0-1 0,0 1 0,0-1-1,0 0 1,0 1 0,0-1 0,-1 1-1,1-1 1,0 0 0,0 1 0,0-1-1,-1 0 1,1 1 0,0-1-1,0 0 1,0 1 0,-1-1 0,1 0-1,0 1 1,-1-1 0,1 0 0,0 0-1,-1 1 1,1-1 0,0 0 0,-1 0-1,1 0 1,0 0 0,-1 0 0,1 1-1,-1-1 1,-18-5 161,-14-15-116,32 18-54,-1 0-1,1 0 0,0 0 0,0 0 0,0 0 0,0 0 0,0 0 0,1 0 0,-1 0 0,0 0 0,1-1 0,0 1 1,-1 0-1,1 0 0,0-1 0,0 1 0,0 0 0,1 0 0,-1-1 0,1 1 0,-1 0 0,1 0 0,-1 0 0,1 0 1,0-1-1,0 1 0,0 1 0,3-5 0,2-3-57,0-1 1,1 1-1,0 0 0,11-10 1,7-5-317,0 2 1,1 1-1,36-22 1,-45 33-1650,0 0 0,1 2 0,34-13 0,-30 16-2989,1 4-1197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98 6995,'-6'1'7741,"-6"-1"-4461,-2 1-1332,2 2-1124,-1 1 0,1 0 1,-15 8-1,23-10-769,0 0 0,0 0 0,0 0-1,0 1 1,1 0 0,-1-1 0,1 1 0,0 1-1,-1-1 1,2 0 0,-1 1 0,-5 7 0,8-8-39,-1 1 1,0-1 0,1 1 0,0-1 0,0 1 0,0-1-1,0 1 1,0-1 0,1 1 0,-1-1 0,1 0 0,0 1-1,0-1 1,3 6 0,23 44 8,-26-50-30,1-1-1,-1 1 1,1-1 0,0 1-1,0-1 1,0 1 0,0-1-1,1 0 1,-1 0 0,0 0-1,1 0 1,0-1 0,-1 1-1,1-1 1,0 1 0,0-1-1,0 0 1,0 0 0,4 1-1,-2-2-13,-1 0 0,1 0 1,-1-1-1,1 0 0,-1 1 0,1-1 0,-1-1 0,0 1 0,0-1 1,1 1-1,-1-1 0,7-5 0,1-1 10,-1 0 1,1 0 0,-2-1-1,1-1 1,-2 0-1,1 0 1,-1-1-1,-1 0 1,15-24-1,-20 30 24,0-1-1,0 0 0,-1 1 1,0-1-1,0 0 0,0 0 1,0 0-1,-1 0 1,0-1-1,-1 1 0,1 0 1,-1 0-1,0-1 1,-1 1-1,1 0 0,-1 0 1,-1-1-1,1 1 0,-1 0 1,0 0-1,0 0 1,-1 1-1,0-1 0,-4-7 1,5 11-129,1 1 0,0-1 0,-1 1 1,1-1-1,-1 1 0,0-1 0,1 1 0,-1 0 1,0 0-1,0 0 0,0 0 0,0 0 0,0 0 1,0 1-1,0-1 0,0 1 0,0-1 0,0 1 1,0 0-1,-1 0 0,-3 0 0,3 0-649,-1 1 0,1-1 0,0 1 1,-1 0-1,1 0 0,0 0 0,0 1 0,-1-1 0,1 1 0,0-1 0,1 1 0,-1 0 0,-3 3 0,-3 5-3423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30 4370,'16'-15'6266,"-16"15"-6057,0 0 0,1-1-1,-1 1 1,0 0 0,0-1 0,0 1 0,0 0-1,1-1 1,-1 1 0,0-1 0,0 1 0,0 0-1,0-1 1,0 1 0,0 0 0,0-1 0,0 1-1,0-1 1,0 1 0,0 0 0,0-1 0,-1 1-1,1 0 1,0-1 0,0 1 0,0 0 0,0-1-1,-1 1 1,-11-4 3950,-10 10-3583,9 1-167,0 1-1,0 0 1,1 0 0,-20 19 0,28-23-395,-1 1 0,1-1 1,0 1-1,1-1 1,-1 1-1,1 0 0,0 1 1,0-1-1,0 0 1,1 1-1,0-1 0,0 1 1,0 0-1,-1 10 1,3-14-44,0 0 0,0-1 0,0 1 0,0 0 1,0 0-1,0-1 0,1 1 0,-1 0 0,0-1 1,1 1-1,0 0 0,-1-1 0,1 1 1,0-1-1,0 1 0,0-1 0,0 1 0,0-1 1,0 1-1,0-1 0,2 2 0,0-2-6,-1 1 0,1-1 0,-1 0 0,1 0 0,0 0 0,-1 0 0,1 0 0,0-1 0,0 1 0,0-1 0,5 1 0,6-2-38,0 0-1,1-1 1,-1 0 0,15-5 0,-26 6 65,5-1 16,0-1 0,0 1 0,0-1-1,-1-1 1,0 1 0,1-1 0,-1-1 0,-1 1-1,1-1 1,7-7 0,-12 10 27,0 0 1,0 0-1,-1-1 0,1 1 1,-1 0-1,1-1 1,-1 1-1,0-1 0,0 1 1,0-1-1,0 1 0,0-1 1,-1 0-1,1 1 0,-1-1 1,0 0-1,0 0 0,0 1 1,0-1-1,0 0 0,0 0 1,-1 1-1,1-1 1,-1 0-1,0 1 0,0-1 1,0 1-1,0-1 0,0 1 1,-1-1-1,1 1 0,-1 0 1,1-1-1,-4-1 0,3 1-131,-1 0 0,0 0 0,-1 0 0,1 1 0,-1-1-1,1 1 1,-1 0 0,1 0 0,-1 0 0,0 1-1,0-1 1,0 1 0,0 0 0,-6-1 0,-13 1-3279,2 6-3525,12-1 1935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205 107 5202,'7'-19'1407,"14"-32"2831,-19 48-3547,-1 0 0,1 0 0,0 0 0,1 0 0,-1 0 0,0 0 0,1 1 0,0-1 0,-1 1 0,1 0 0,0-1 0,3 0 0,-5 3-604,-1 0 0,0 0 0,0 0-1,1 0 1,-1 0 0,0 0 0,0 0-1,1 1 1,-1-1 0,0 0-1,0 0 1,0 0 0,1 1 0,-1-1-1,0 0 1,0 0 0,0 0 0,0 1-1,0-1 1,0 0 0,1 0 0,-1 1-1,0-1 1,0 0 0,0 0-1,0 1 1,0-1 0,0 0 0,0 0-1,0 1 1,0-1 0,0 0 0,0 0-1,0 1 1,0-1 0,0 0-1,0 0 1,0 1 0,-1-1 0,1 0-1,0 0 1,0 1 0,0-1 0,0 0-1,0 0 1,-1 1 0,-3 18 943,4-18-774,-8 27 516,-1-1-1,-1-1 1,-21 39 0,-49 69 65,51-89-822,2 1 1,-35 80-1,61-121-29,-1-1 1,1 0-1,-1 0 0,1 1 1,0-1-1,1 1 1,-1-1-1,1 1 1,0-1-1,0 1 0,0-1 1,1 1-1,0-1 1,0 1-1,0-1 1,2 7-1,-1-8-69,0-1 1,-1 1-1,1-1 0,0 1 0,1-1 0,-1 0 1,0 0-1,1 0 0,-1 0 0,1 0 1,-1-1-1,1 1 0,0-1 0,0 1 1,0-1-1,0 0 0,0 0 0,0-1 1,0 1-1,0 0 0,0-1 0,0 0 0,0 0 1,6 0-1,0-1-947,1 1 0,0-2-1,0 1 1,-1-1 0,18-7 0,19-13-7993,-28 9 2646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59 6899,'-2'-14'2177,"2"1"-592,6 3 1040,5 1-272,5 3-1120,3 2-417,4 2-208,6 2-448,3 2-160,3 0-320,3 2-2017,0 0-3153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5507,'0'-1'271,"0"0"1,0 0-1,0 0 1,0-1-1,0 1 1,0 0-1,0 0 1,0 0-1,1 0 1,-1 0-1,0 0 1,1-1-1,-1 1 1,1 0-1,-1 0 1,1 0-1,0 0 1,-1 0-1,1 1 1,0-1-1,0 0 1,-1 0-1,1 0 1,0 1-1,0-1 1,0 0-1,0 1 1,0-1-1,0 1 1,0-1-1,2 0 1,37-18 2076,-37 18-2134,56-21 451,1 3 0,1 2 0,123-16 0,-177 32-677,2 0 99,1 0 1,0 0-1,-1 1 0,15 2 0,-22-2-44,0 0 0,0 1 0,0-1 0,0 1 0,0-1 0,0 1 0,0 0 0,0 0 0,-1 0 0,1 0 0,0 0 0,0 0 0,-1 1 0,1-1 0,-1 1 0,1-1 0,-1 1 0,0-1 0,1 1 0,-1 0 0,0-1 0,0 1 0,0 0 0,0 0 0,-1 0 0,2 3 0,1 16 506,-1 1 1,-1 0-1,-1 0 1,-1 0-1,0 0 1,-8 32-1,6-31-191,-11 70 1114,-3 0-1,-5 0 0,-59 156 1,73-228-1330,-34 92 381,39-102-475,1 0 0,-1 0-1,2 0 1,0 0-1,0 0 1,1 1-1,0-1 1,3 17-1,-3-28-68,0 0-1,0 0 1,0 0-1,0 0 0,0 0 1,0 1-1,0-1 1,0 0-1,0 0 0,0 0 1,0 0-1,0 0 1,0 0-1,0 0 0,0 0 1,0 0-1,0 1 0,0-1 1,0 0-1,0 0 1,0 0-1,1 0 0,-1 0 1,0 0-1,0 0 1,0 0-1,0 0 0,0 0 1,0 0-1,0 0 1,0 0-1,0 1 0,0-1 1,0 0-1,1 0 1,-1 0-1,0 0 0,0 0 1,0 0-1,0 0 1,0 0-1,0 0 0,0 0 1,0 0-1,0 0 1,1 0-1,-1 0 0,0 0 1,0 0-1,0 0 0,0 0 1,0-1-1,0 1 1,0 0-1,0 0 0,0 0 1,1 0-1,-1 0 1,0 0-1,0 0 0,0 0 1,0 0-1,0 0 1,0 0-1,0 0 0,0 0 1,6-10-2375,4-14-5160,-7 12 1822,-1 0-2275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7748,'0'-1'444,"0"1"0,-1-1 1,1 1-1,-1-1 0,1 1 1,0-1-1,-1 0 1,1 1-1,0-1 0,0 0 1,-1 1-1,1-1 1,0 0-1,0 1 0,0-1 1,0 0-1,0 1 1,0-1-1,0 0 0,0 1 1,0-2-1,3 1 3928,1 11-2980,-2 0-960,1-1 1,1 1-1,-1-1 0,2 0 1,-1 0-1,1 0 0,0 0 1,1-1-1,0 0 0,0 0 1,14 12-1,7 4-619,1-2-1,30 20 1,-21-17 19,-18-17-2532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44 3538,'13'-32'6057,"-14"20"7174,-19 31-8954,-82 113-1931,58-75-4553,29-36-1648,7-5-2548,6-4-1153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0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81 4178,'2'-1'482,"0"-1"0,0 0 0,0 0 0,0 1 0,0-1 0,0 0-1,0 0 1,0-1 0,-1 1 0,1 0 0,-1-1 0,0 1 0,0-1 0,0 1 0,0-1 0,0 1 0,0-1 0,-1 0 0,1 1 0,-1-1 0,0 0-1,0 0 1,0 1 0,0-1 0,0 0 0,0 0 0,-2-4 0,0 6-302,0 0-1,0 0 1,-1 0 0,1 0-1,0 0 1,0 1 0,0-1-1,-1 1 1,1-1 0,0 1 0,-1 0-1,1 0 1,0 0 0,-1 0-1,-3 1 1,-5-1 411,-9-1 165,-129-1 2702,127 4-3178,0 0 0,0 2-1,1 0 1,-39 13 0,41-9-82,-172 67 996,159-61-952,1 2 1,1 1-1,-51 39 0,71-48-165,0 1-1,1 0 0,0 0 1,0 1-1,1 0 1,1 1-1,0 0 1,0 0-1,1 0 1,1 1-1,-1 0 1,-4 20-1,6-16-19,1 0-1,1 0 0,1 0 0,0 0 0,1 0 0,1 1 0,0-1 0,1 0 0,7 25 0,-2-14-20,1 1 0,2-2 0,1 1 0,1-2 0,1 1 0,1-2 0,1 0 0,1 0 0,1-2 0,1 0 0,25 23 0,-27-31-9,0 0 1,1-1 0,0-1-1,0-1 1,2 0-1,-1-2 1,1 0-1,1-1 1,0-1-1,0 0 1,0-2 0,0 0-1,1-1 1,0-2-1,39 1 1,4-8 16,0-3 0,-1-2 1,0-4-1,105-36 0,-131 38-8,-2-1-1,0-2 0,0-2 1,58-37-1,-80 44-55,0 0 0,0-1 0,-1 0 0,-1-1 1,0 0-1,0-1 0,-1 0 0,-1 0 0,0-1 0,-1-1 0,-1 1 1,0-1-1,8-27 0,-8 17-29,-2-1 1,-1 0 0,-1 0-1,-1 0 1,-2-1-1,0 1 1,-2 0-1,-1-1 1,-7-33 0,6 42 48,-1-1 1,-1 1-1,0 0 1,-1 1-1,-1 0 0,-1 0 1,0 0-1,-2 1 1,1 1-1,-2-1 1,0 2-1,-1 0 1,-22-20-1,25 27 1,1 0 0,-1 1 0,0 0 0,-1 1 0,0 0 0,1 0 1,-2 1-1,1 1 0,0 0 0,-1 0 0,1 1 0,-1 1 0,0 0 0,1 0 0,-22 3 0,14 0-81,-1 2 1,1 1-1,0 0 1,0 1-1,1 1 1,0 1-1,0 1 1,-25 16-1,23-14-433,-10 5-1081,17-3-3030,24-14-13525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4418,'-5'6'9888,"-13"10"-4870,-54 45-51,10-13-2836,23-18-1440,1 1 0,-35 38 1,63-58-686,1 1 0,-1 0 0,2 0 1,0 0-1,0 1 0,1 1 0,1-1 0,0 1 1,1 0-1,0 1 0,-2 14 0,6-25-13,0-1 0,1 0 0,-1 0 0,1 1 0,0-1-1,0 0 1,0 1 0,0-1 0,1 0 0,-1 0 0,1 1-1,0-1 1,0 0 0,0 0 0,1 0 0,-1 0 0,1 0-1,-1 0 1,1 0 0,4 4 0,-3-4-41,1-1-1,-1 1 1,1 0-1,0-1 1,0 0-1,0 0 1,0 0 0,1-1-1,-1 1 1,0-1-1,1 0 1,-1 0 0,6 0-1,6 0-69,-1 0 0,0-2 0,0 0 1,0 0-1,0-2 0,-1 0 0,29-9 0,-37 9 136,0 0 0,0 0 0,0 0 1,0-1-1,-1 0 0,1-1 0,-1 1 0,0-1 0,0 0 1,-1 0-1,1 0 0,-1-1 0,0 1 0,-1-1 0,6-11 1,-8 14-1,0 0 1,0 0 0,0 0 0,0 1 0,-1-1-1,1 0 1,-1 0 0,0 0 0,0 0 0,0 0 0,0 0-1,0 0 1,-1 0 0,1 0 0,-1 0 0,0 0-1,0 0 1,0 1 0,0-1 0,0 0 0,-1 1 0,1-1-1,-1 1 1,0-1 0,0 1 0,1 0 0,-2-1 0,1 1-1,0 0 1,0 0 0,-1 1 0,1-1 0,-1 1-1,1-1 1,-1 1 0,0 0 0,-5-2 0,-10-3 38,-1 1 1,1 2-1,-1-1 1,0 2 0,-1 1-1,1 0 1,-33 4-1,1-2-245,86 1-6089,-11 0-1791,-7 0 307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6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8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09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234 19 4242,'14'0'1803,"5"-4"5324,6 0 5793,-27 13-10890,-4 16-1436,-2-1 0,0 0 0,-22 41-1,-46 65-580,33-59 96,-54 116-452,75-144-218,173-314-1053,75-20 2259,-222 290-641,-3 9 5,-2 16 24,0-17-14,-1 33 111,1 0 0,3 0 0,1 0 0,11 59 0,-9-78-119,1 1-1,1-1 1,1-1 0,0 1 0,2-1-1,0-1 1,2 0 0,0 0-1,25 29 1,-34-44 2,-1-1-1,1 0 1,0 0 0,0 0-1,0-1 1,1 1-1,-1-1 1,1 0 0,-1 0-1,1 0 1,0 0-1,0-1 1,0 1 0,0-1-1,7 1 1,-7-2 3,0 0 0,-1-1 0,1 1 0,0-1 0,-1 0 0,1 0 0,-1 0 0,1-1 0,-1 1 1,0-1-1,1 0 0,-1 0 0,0 0 0,0 0 0,0 0 0,0-1 0,4-5 0,14-15 64,0-2 0,-2 0 0,-1-1 0,-1-1 0,16-34-1,56-149 968,-82 191-878,0 1 0,-2-1 0,0 0-1,0-1 1,-2 1 0,1-29 0,-7 72-7714,1 20-4575,5-21 4877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09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11 9236,'1'-1'1177,"1"-6"2988,-2 6-4047,-1 1-1,1 0 1,-1 0 0,1-1 0,-1 1 0,1 0 0,-1 0 0,1 0 0,-1 0 0,1 0-1,-1 0 1,1 0 0,-1 0 0,0 0 0,1 0 0,-1 0 0,1 0 0,-1 0 0,1 0-1,-1 0 1,1 0 0,-1 1 0,1-1 0,-1 0 0,0 1 0,-6 1 533,-1 1-1,1 0 1,0 1 0,0 0 0,0 0-1,0 0 1,1 1 0,0 0 0,0 0-1,0 1 1,1-1 0,-7 10 0,2-3 123,-133 197 3965,126-181-4737,2 0 1,1 2-1,1-1 1,1 2-1,-12 53 0,23-80-2,0 0 0,1-1 0,-1 1-1,1 0 1,0-1 0,0 1-1,0 0 1,0-1 0,1 1-1,0-1 1,0 1 0,0 0-1,0-1 1,2 5 0,-1-6 12,0 1 0,-1-1 1,2 1-1,-1-1 0,0 0 0,0 0 1,1 0-1,-1 0 0,1 0 0,0-1 1,-1 1-1,1-1 0,0 1 0,0-1 1,0 0-1,0 0 0,4 0 1,14 3 36,0-1 0,0-1 1,0 0-1,1-2 1,-1-1-1,42-6 0,-21-1 50,-1-1-1,62-24 0,-98 31-336,0 1 0,-1-1 1,1 0-1,-1 0 0,0-1 0,0 0 0,8-5 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0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247 254 14006,'-32'46'9165,"0"7"-3623,-30 65-2047,-44 135-3867,99-231 409,0 0-394,11-43-284,9-22-59,1 1 0,2 1 0,23-42 0,73-114-667,-112 196 1365,1-1-1,104-164-187,-83 134 394,2 1 0,1 1 1,30-27-1,-53 55-174,0 0-1,0 0 1,0 0 0,1 1 0,-1-1-1,1 0 1,-1 1 0,1 0 0,-1-1-1,1 1 1,0 0 0,4-1 0,-5 2-23,-1 0 0,0 1 0,0-1 0,1 1 0,-1-1 0,0 1-1,0-1 1,0 1 0,1 0 0,-1-1 0,0 1 0,0 0 0,0 0 0,0 0 0,0 0 0,-1 0 0,1 0 0,0 0 0,0 0 0,-1 0 0,1 0 0,0 0 0,-1 1 0,1-1 0,-1 0 0,0 0 0,1 1 0,-1 0 0,3 9 58,0-1 0,0 1-1,-1 0 1,-1 0 0,0 0-1,0-1 1,-1 1 0,-1 0-1,0 0 1,-2 12 0,2-17-13,-1 1 1,1-1 0,-1 0 0,0 0-1,-1 0 1,1 0 0,-1 0-1,0 0 1,-1-1 0,0 1 0,1-1-1,-2 0 1,1 0 0,-1 0-1,1-1 1,-1 0 0,0 0 0,-7 4-1,-11 3-30,0-1-1,-27 7 0,33-12-2,0 1 1,0 0-1,0 2 0,1 0 0,-25 16 0,39-23 22,1 1 0,-1-1 0,1 1 0,0-1 0,0 1 0,-1 0 0,1-1 0,0 1 0,0 0 0,0 0 0,1 0 0,-1 0 0,0 0 0,1-1 0,-1 1 0,1 1 0,0-1 0,0 0 0,0 0 0,0 0 0,0 0 0,0 0 0,0 0 0,1 0 0,-1 0 0,1 0 0,-1 0 0,1 0 0,0-1 0,0 1 0,0 0-1,1 3 1,5 6 348,0-1-1,0 1 0,17 18 0,-20-26-414,28 32 47,2-2 0,2-1 0,61 42 0,-27-29-25,91 44 1,-161-89 0,1 0 1,-1 0-1,0 0 1,1 0-1,-1 0 1,0 1-1,0-1 1,1 0-1,-1 0 1,0 0-1,1 1 1,-1-1-1,0 0 1,0 0-1,1 1 1,-1-1-1,0 0 0,0 0 1,0 1-1,0-1 1,1 0-1,-1 1 1,0-1-1,0 0 1,0 1-1,0-1 1,0 0-1,0 1 1,0-1-1,0 1 1,-9 7-5653,-6 0-3003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1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449 198 5651,'0'-2'413,"0"-1"0,0 1 0,0-1 0,0 1 0,-1-1 0,1 1 0,-1 0 0,1-1 0,-1 1 0,0 0 0,0-1 0,0 1 0,0 0 0,0 0 0,0 0 0,-1 0 0,1 0 0,-1 0 0,0 0 0,1 0 0,-1 1 0,-3-3 0,2 3-117,0-1 1,-1 1-1,1-1 0,-1 1 0,0 0 1,1 1-1,-1-1 0,0 1 1,0-1-1,1 1 0,-1 0 1,0 1-1,-4 0 0,-7 1 128,0 2 0,-1 0 0,2 1 0,-1 0 0,-26 14 0,21-8-258,0 2 0,0 0 0,1 1 0,1 1 1,1 1-1,0 1 0,0 0 0,2 1 0,1 0 0,-23 37 0,31-45-137,1 1 0,0-1 0,0 1 0,1 0 0,1 1 0,-1-1 0,2 0 0,0 1 0,0 0 1,1 0-1,0-1 0,1 1 0,1 0 0,0 0 0,0-1 0,1 1 0,1 0 0,0-1 0,0 0 0,1 0 0,1 0 0,0 0 0,7 12 0,-7-15-17,1 1 1,0-1-1,0 0 0,1-1 1,0 0-1,0 0 1,0 0-1,1-1 1,0 0-1,1-1 0,-1 1 1,1-2-1,0 1 1,10 3-1,-11-6 0,0 0 1,1 0-1,0-1 0,-1 0 0,1 0 1,0-1-1,-1 0 0,1-1 1,0 1-1,-1-2 0,1 1 0,0-1 1,-1-1-1,0 0 0,0 0 0,10-5 1,0-2-2,1-2 0,-2 0 0,0-1-1,0 0 1,-1-2 0,-1 0 0,0-1 0,-1 0 0,-1-1 0,0 0 0,15-30 0,-13 20 0,-2-1 1,-1-1-1,0 0 0,-3-1 0,0 0 1,-2 0-1,5-41 0,-11 51 7,0 1 0,-1-1-1,0 0 1,-2 0 0,-7-33 0,8 46-27,-1 0 0,0 0 0,-1 0 0,1 1 1,-1-1-1,0 0 0,-1 1 0,0 0 0,0 0 0,0 0 1,-1 0-1,0 1 0,0 0 0,0 0 0,0 0 0,-1 1 0,0-1 1,-11-5-1,14 9-128,0 0 1,0-1-1,0 1 0,0 1 1,0-1-1,-1 0 1,1 1-1,0 0 1,-1-1-1,1 1 0,0 1 1,-1-1-1,1 0 1,0 1-1,0 0 1,-1-1-1,1 1 0,0 0 1,-5 3-1,2-1-698,1 1-1,-1 0 1,1 0 0,0 0-1,0 1 1,0-1 0,1 1-1,-8 11 1,-12 24-5320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2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10933,'5'-1'574,"-2"0"242,-1 0 0,0 1 0,1-1 0,-1 1 0,0 0 0,1 0 0,-1 0-1,1 0 1,2 1 0,-4-1-486,0 1 0,0 0 0,0-1 0,0 1 0,0 0 0,0 0 1,0-1-1,0 1 0,-1 0 0,1 0 0,0 0 0,0 0 0,-1 0 0,1 0 0,-1 1 0,1-1 0,-1 0 0,1 0 0,-1 0 0,0 0 0,1 2 0,41 182 2367,-42-182-2865,1 0-1,0 0 1,0 0-1,0 0 1,0 0-1,1 0 1,-1-1-1,1 1 1,-1 0-1,1-1 1,0 1-1,3 2 1,-4-5 90,0 1 1,0-1-1,1 0 1,-1 1-1,0-1 1,0 0-1,1 0 1,-1 0 0,0 0-1,0 0 1,1 0-1,-1 0 1,0 0-1,1-1 1,-1 1-1,0-1 1,0 1 0,0 0-1,1-1 1,-1 0-1,0 1 1,0-1-1,0 0 1,0 0-1,0 1 1,0-1 0,0 0-1,0 0 1,-1 0-1,2-2 1,14-12-61,6-4 246,0-1-1,-2-1 0,-1-1 1,0-1-1,20-34 1,-31 49-275,-8 21-127,-7 24-1465,6-36 1626,-1 10-1216,0 0 0,1 1 0,0 16 0,0-23 619,2-1 0,-1 0 0,0 1 0,1-1 0,0 0 0,0 1 0,0-1 0,1 0 0,-1 0 0,1 0 0,5 7 0,12 8-4603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2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2 11877,'0'0'219,"-1"-1"-1,0 1 0,1 0 0,-1 0 0,1 0 0,-1 0 1,0 0-1,1 0 0,-1 0 0,1 0 0,-1 0 0,0 0 1,1 0-1,-1 0 0,0 0 0,1 0 0,-1 1 0,1-1 0,-1 0 1,1 0-1,-1 1 0,1-1 0,-1 0 0,1 1 0,-1-1 1,1 1-1,-1-1 0,1 1 0,-1-1 0,0 1 0,-10 21 3205,8-13-2403,-48 123 5407,-4 76-3818,46-166-2389,-5 80 0,14-106-236,-1-1-1,2 0 1,0 0 0,1 0-1,0 0 1,1 0 0,1-1 0,11 28-1,-12-37-148,-1 0 1,1 0-1,0 0 0,1-1 1,-1 0-1,1 1 0,0-1 1,0-1-1,0 1 0,0 0 0,1-1 1,-1 0-1,1 0 0,0-1 1,0 1-1,8 2 0,-7-3-552,1 0-1,0-1 0,0 1 1,0-1-1,8-1 0,-6 0-1208,1 0-1,-1-1 1,15-3-1,22-9-9526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2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3 4258,'-15'2'10789,"13"-2"-8900,11 0 1168,7-4-800,14 4-1761,5 2-432,11 4-64,2 6-1456,-2 7-2274,0 6-2705,-6 7-1665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3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57 523 8164,'-21'103'6756,"-7"34"1126,25-110-6985,-1 37-1,4-64-868,1 25 197,-1-24-218,0-1-1,0 1 1,0 0 0,0 0-1,0-1 1,0 1-1,0 0 1,1 0 0,-1-1-1,0 1 1,0 0-1,1-1 1,-1 1-1,0 0 1,1-1 0,-1 1-1,1 0 1,-1-1-1,0 1 1,1-1 0,0 1-1,-1-1 1,1 1-1,-1-1 1,2 1-1,-2-4-6,0 0 0,0 0-1,0 0 1,0 0 0,-1 0-1,1 1 1,-1-1 0,-1-4 0,1 3-38,-2-15 5,2-1 0,0 0-1,1 0 1,0 1-1,2-1 1,1 0-1,5-22 1,48-135 1499,-8 33 393,-45 133-1781,43-142 666,-38 133-551,0 1 1,1 0 0,1 0 0,1 1 0,20-26 0,3 9 235,-32 33-360,1 0 1,-1-1 0,1 1-1,0 0 1,-1 1 0,1-1-1,0 0 1,0 1-1,0 0 1,0-1 0,7 0-1,-10 2-41,1 1-1,0-1 0,0 1 0,-1-1 0,1 1 1,0-1-1,-1 1 0,1 0 0,0-1 1,-1 1-1,1 0 0,-1 0 0,1-1 1,-1 1-1,0 0 0,1 0 0,-1 0 1,0 0-1,0-1 0,1 1 0,-1 0 1,0 0-1,0 0 0,0 0 0,0 0 0,0 1 1,1 28 402,-1-29-414,0 14 9,-1-1 0,0 0 0,-1 0 0,-1 0 0,0 0 0,-1 0 0,-1-1-1,0 1 1,-1-1 0,0 0 0,-11 16 0,17-28-46,-1 0-1,0 0 1,1 0-1,-1 0 1,0 0 0,0 0-1,1-1 1,-1 1-1,0 0 1,0 0 0,0-1-1,0 1 1,0-1-1,0 1 1,0-1 0,0 1-1,0-1 1,0 1-1,-1-1 1,1 0 0,0 0-1,0 1 1,0-1 0,0 0-1,-1 0 1,1 0-1,0-1 1,0 1 0,0 0-1,0 0 1,0 0-1,-1-1 1,1 1 0,0-1-1,0 1 1,0-1-1,0 1 1,0-1 0,0 0-1,0 1 1,0-1-1,1 0 1,-1 0 0,0 0-1,0 0 1,-2-2-548,1 0 0,0 0 0,0 0 0,0-1 0,0 1 0,1 0 0,-1-1-1,1 1 1,0-1 0,0 1 0,0-1 0,0 0 0,1-4 0,0 5-230,0 0-1,0 1 1,0-1-1,1 0 1,-1 1-1,1-1 0,0 1 1,0-1-1,0 1 1,0-1-1,0 1 1,3-4-1,13-13-6091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3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4546,'14'-2'3363,"1"2"5610,-7 11 113,-7 4-5979,-8 62 616,2-34-3754,5-42 31,0-1 0,-1 1 0,1-1 1,0 1-1,0-1 0,0 1 0,0-1 0,0 1 0,0-1 0,0 1 0,0-1 1,0 1-1,0-1 0,0 1 0,0-1 0,1 1 0,-1-1 0,0 1 1,0-1-1,0 1 0,1-1 0,-1 0 0,0 1 0,1-1 0,-1 1 0,0-1 1,1 0-1,-1 1 0,0-1 0,1 0 0,-1 1 0,1-1 0,-1 0 1,1 0-1,-1 1 0,1-1 0,-1 0 0,1 0 0,-1 0 0,1 0 0,-1 0 1,1 0-1,-1 0 0,1 0 0,-1 0 0,1 0 0,-1 0 0,1 0 1,-1 0-1,1 0 0,-1 0 0,0 0 0,1 0 0,-1-1 0,1 1 0,0-1 1,29-15-162,-29 15 135,95-72-2032,-24 17 2257,-75 73 1856,-11 22-2113,5-13 99,7-21-86,1 0-1,0 0 1,0 0-1,0 0 1,1 0 0,-1 0-1,1 0 1,0 1-1,1-1 1,1 7 0,-2-11-124,0 0 0,0 0 0,1 0 0,-1 0 0,1 0 0,-1 0 0,1 0 0,-1 0 0,1-1 0,0 1 0,-1 0 0,1 0 0,0 0 0,0-1 0,0 1 0,-1 0 0,1-1 0,0 1 0,0-1 0,0 1 0,1 0 0,0-1-361,0 0 0,0 0 0,0 0 0,0 0 0,0 0 0,0 0 0,0 0 0,0-1 0,0 1 0,0-1 0,0 1 0,0-1 0,0 0 0,0 0 0,2-1 1,23-14-6784,7-8-1523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3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128 2 15815,'4'-2'3010,"-8"15"1456,-11 14 688,-1 15-2193,-5 14-1600,-2 7-1361,2 4 0,6-7 0,5-1 0,3-7 0,12-8 0,1-9 0,4-7 0,1-7 0,3-7-416,-3-5-2738,6-7-2032,-3-7-4819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3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19 9204,'-12'-10'5619,"3"4"-3874,13 4 2192,15 2-1215,8 4-1762,17 4-272,9 3-688,7 1-576,1-1-3618,-7 3-3986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4.6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0 775 6515,'75'-21'9567,"-1"-3"-5959,64-17-1339,1368-268 1085,-417 176-3940,98-16 1052,-922 101 2268,-211 30-789,-54 18-1899,1 0-1,0-1 1,0 1-1,-1 0 0,1-1 1,0 1-1,-1 0 1,1-1-1,0 1 0,-1-1 1,1 1-1,-1-1 1,1 1-1,0-1 0,-1 0 1,0 1-1,1-1 0,-1 0 1,1 1-1,-1-1 1,0 0-1,1-1 0,-1 2-27,0-1 0,-1 1 0,1-1 0,0 0 0,-1 1 0,1-1 1,0 1-1,-1-1 0,1 1 0,-1 0 0,1-1 0,-1 1 0,1-1 0,-1 1 0,1 0 0,-1 0 0,1-1 0,-1 1 0,0 0 0,1 0 0,-2-1 0,-36-7 105,12 7-497,0 0 0,0 2 0,0 0 1,-51 11-1,46-4-4578,-56 20-1,41-10-2687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5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14 701 5042,'0'0'95,"-1"0"0,1 0 0,-1 0 0,0 0 0,1 0 0,-1 0-1,1 0 1,-1 0 0,1 1 0,-1-1 0,1 0 0,-1 0 0,1 1 0,-1-1 0,1 0-1,-1 1 1,1-1 0,-1 0 0,1 1 0,-1-1 0,1 0 0,0 1 0,-1-1 0,1 1-1,0-1 1,-1 1 0,1-1 0,0 1 0,0-1 0,-1 2 0,19 1 5327,36-6 3107,-8-4-5521,72-20 0,-38 6-2100,1027-207 880,9 31-1834,-300 55 1006,-767 134-777,198-42 840,-219 41-1023,-28 9 0,0 0 0,0 0 0,1 0 0,-1 0 0,0 0 0,0 0 0,0 0 0,0 0 0,0 0 0,0 0 0,1 0 0,-1 0 0,0 0 0,0 0 0,0 0 0,0-1 0,0 1 0,0 0 0,0 0 0,0 0 0,0 0 0,0 0 0,1 0 0,-1 0 0,0 0 0,0-1 0,0 1 0,0 0 0,0 0 0,0 0 0,0 0 0,0 0 0,0 0 0,0-1 0,0 1 0,0 0 0,0 0 0,0 0 0,0 0 0,0 0 0,0 0 0,0 0 0,0-1 0,0 1 0,0 0 0,-1 0 0,1 0 0,0 0 0,0 0 0,0 0 0,0 0 0,0-1 0,0 1 0,0 0 0,0 0 0,0 0 0,0 0 0,-1 0 0,1 0 0,0 0 0,0 0 0,0 0 0,-14-7 0,-14-2 0,14 8 196,12 8-5464,-1 3-3506,-2-1-2239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17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103 133 4850,'6'-16'16463,"-8"35"-10612,-6 35-3972,-2-21-1331,-1 0-1,-16 30 1,14-34-466,2-1 0,-15 57 0,28-94 38,5-29 9,21-62 0,-1 20-124,-18 50-6,1 0 0,2 0 0,1 1 0,21-35 0,-34 63 3,0 1-1,0 0 0,0-1 0,0 1 0,0 0 1,0-1-1,0 1 0,1 0 0,-1-1 1,0 1-1,0 0 0,0 0 0,1-1 1,-1 1-1,0 0 0,0 0 0,1-1 0,-1 1 1,0 0-1,1 0 0,-1 0 0,0-1 1,0 1-1,1 0 0,-1 0 0,0 0 0,1 0 1,-1 0-1,1 0 0,-1 0 0,0 0 1,1 0-1,-1 0 0,0 0 0,1 0 0,-1 0 1,0 0-1,1 0 0,-1 0 0,0 0 1,1 0-1,-1 0 0,0 0 0,1 1 1,-1-1-1,0 0 0,1 0 0,-1 0 0,0 1 1,0-1-1,1 0 0,-1 0 0,0 1 1,0-1-1,0 0 0,1 1 0,-1-1 0,0 0 1,0 1-1,0-1 0,0 0 0,1 1 1,-1-1-1,0 1 0,8 30 156,-6-22-98,10 37 288,35 86 0,-39-115-288,1 0-1,0-1 0,1 1 1,0-2-1,2 0 0,0 0 1,27 25-1,-39-39-58,1-1 0,-1 0 0,1 1 0,-1-1 0,1 0 0,-1 1 0,1-1 0,0 0 0,-1 0 0,1 0 0,0 1 0,-1-1 0,1 0 0,-1 0 0,1 0 0,0 0 0,-1 0 0,1 0 0,0 0 0,-1 0 0,1 0 0,0-1 0,-1 1 0,1 0 0,-1 0 0,1-1 0,0 1 0,-1 0 0,1-1 0,-1 1 0,1 0 0,-1-1 0,1 1 0,0-1 0,17-22 0,-12 14 0,13-15 0,0-1 0,-2-1 0,-1 0 0,-1-1 0,-1-1 0,-2 0 0,-1-1 0,-1-1 0,-1 1 0,9-62 0,-18 89 6,1 1 1,-1-1-1,0 0 1,1 0-1,-1 1 1,1-1-1,-1 0 1,1 1-1,0-1 1,0 1-1,-1-1 0,1 1 1,2-2-1,1 5-184,-4 14-873,-4 3-3703,-2 3-2415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20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489 23 8836,'2'-7'2277,"0"-4"5996,-6 7-690,-4 8-6531,-36 28 93,-7 5-626,0 3 1,3 1-1,-45 51 1,87-85-500,-22 24 114,2 1 0,-30 49 0,50-73-116,1 1 0,0 1 0,1-1 0,0 0 0,1 1 0,-1 0 0,2 0 0,-1 0 0,2 0 0,-1 1 0,1-1 0,1 0-1,0 1 1,0-1 0,3 12 0,-2-18-7,0 0-1,0 0 0,1 0 1,-1 0-1,1 0 0,0-1 0,0 1 1,0-1-1,1 1 0,-1-1 1,1 0-1,0 0 0,0 0 1,0 0-1,5 3 0,-2-2-3,1-1 0,-1 1-1,1-1 1,-1-1 0,1 1 0,0-1-1,0 0 1,9 1 0,1-1 5,0-1 1,0-1-1,0 0 0,0-1 1,0-1-1,29-7 0,-39 7-3,1-1 0,-1 0 0,0-1 0,0 1 0,0-1 0,0-1-1,-1 1 1,0-1 0,0 0 0,6-6 0,-10 9-6,0 0-1,-1 1 1,1-1 0,0 0-1,-1 0 1,1 0 0,-1 0 0,0 0-1,0-1 1,0 1 0,0 0-1,0 0 1,0-1 0,0 1-1,-1-1 1,1 1 0,-1-1 0,0 1-1,0-1 1,0 1 0,0-1-1,0 1 1,0 0 0,-1-1-1,1 1 1,-1-1 0,0 1 0,0 0-1,1-1 1,-2 1 0,1 0-1,0 0 1,0 0 0,-4-4 0,1 2 12,-1 0 1,0 0-1,0 1 1,0-1 0,-1 1-1,1 1 1,-1-1 0,1 1-1,-1 0 1,0 0 0,0 0-1,-10 0 1,-11-2 38,-38 0 0,64 4-56,-31-2 2,0 2 0,1 1 0,-1 1 0,-52 12 0,84-14 0,0 0 0,0 0 0,0 0 0,0 0 0,0 0 0,0 0 0,0 0-1,1 0 1,-1 1 0,0-1 0,0 0 0,0 0 0,0 0 0,0 0 0,0 0 0,0 0 0,0 0 0,0 0 0,0 0 0,0 0 0,0 0 0,0 0 0,0 0-1,0 0 1,0 0 0,0 0 0,0 0 0,0 1 0,0-1 0,0 0 0,0 0 0,0 0 0,0 0 0,0 0 0,0 0 0,0 0 0,0 0 0,0 0-1,0 0 1,0 0 0,0 0 0,0 0 0,0 0 0,0 0 0,-1 0 0,1 0 0,0 1 0,0-1 0,0 0 0,0 0 0,0 0 0,11 2-25,16 2-1003,12-4-4859,-12-2-2740,-8 0-2407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23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10 4082,'11'-10'20076,"-17"19"-13062,-12 17-6286,-17 32-165,-73 129-212,91-154-363,2 1 0,1 1 1,-16 63-1,29-96 12,1 1 0,-1 0 0,1-1 0,-1 1 0,1-1 0,0 1 0,0 0 0,0-1 0,0 1 0,1 0 0,-1-1 0,1 4 0,0-5 0,0 0 0,0 0 0,0 0 0,0 0 0,0 0 0,0 0 0,0-1 0,0 1 0,0 0 0,1-1 0,-1 1 0,0-1 0,0 1 0,1-1 0,-1 1 0,0-1 0,1 0 0,-1 0 0,0 0 0,1 1 0,-1-2 0,0 1 0,1 0 0,-1 0 0,3-1 0,101-11 0,107-26 0,-23 3 0,-87 16 0,-115 17-368,7 0-2242,1-1-3344,-3 0-2658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26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111 294 2609,'5'-2'981,"-1"1"-1,1-1 1,-1-1 0,1 1-1,-1 0 1,0-1 0,0 0-1,0 0 1,0 0 0,4-6-1,8-4 3634,-13 13-1896,-4 7 448,-28 67-2712,-121 295 2346,191-523-2514,-26 117-325,0 1 0,39-63 0,-42 79 241,2 1 0,0 1 0,1 0 0,1 1 0,0 1 0,23-18-1,-38 34-181,0 0-1,0-1 0,0 1 0,-1 1 0,1-1 0,0 0 1,0 0-1,0 0 0,-1 0 0,1 0 0,0 1 0,0-1 1,-1 0-1,1 1 0,0-1 0,0 1 0,-1-1 0,1 1 0,-1-1 1,1 1-1,0-1 0,-1 1 0,1-1 0,-1 1 0,1 0 1,-1-1-1,0 1 0,1 0 0,-1-1 0,0 1 0,1 0 1,-1 0-1,0 1 0,19 38 275,-13-28-146,19 32 279,2-2 0,35 44 0,-31-44-75,-30-40-321,0-1 1,0 1-1,0 0 0,1-1 1,-1 1-1,0-1 0,1 1 1,-1-1-1,1 0 0,-1 1 1,1-1-1,0 0 1,-1 0-1,1 0 0,0 0 1,0-1-1,0 1 0,0 0 1,0-1-1,0 0 0,0 1 1,0-1-1,0 0 0,4 0 1,-3-1 5,0 0 1,0-1-1,1 1 1,-1-1 0,0 0-1,0 0 1,-1 0-1,1 0 1,0-1 0,-1 1-1,1-1 1,-1 0-1,4-5 1,4-5-38,-1-1 0,-1 0 0,0-1 0,-1 0 0,7-23 0,20-84 0,-15 47 0,-8 39 0,-3 11 0,-1 1 0,-1-1 0,-1 0 0,2-36 0,-26 176 0,17-99-19,1-10-17,0-1 1,1 1-1,0-1 0,0 1 1,0-1-1,0 1 0,2 7 1,-1-12-1963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30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42 6243,'7'-9'5002,"-15"-4"-1921,7 13-2981,1 0-1,0 0 1,-1 0-1,1 0 1,-1-1-1,1 1 1,0 0-1,-1-1 0,1 1 1,0 0-1,-1 0 1,1-1-1,0 1 1,-1-1-1,1 1 1,0 0-1,0-1 1,0 1-1,-1 0 1,1-1-1,0 1 1,0-1-1,0 1 1,0-1-1,0 1 1,0-1-1,0 1 1,0 0-1,0-1 1,0 1-1,0-1 1,0 1-1,0-1 1,0 1-1,0-1 1,0 1-1,0 0 1,1-1-1,-1 1 1,0-1-1,0 1 1,1 0-1,-1-1 1,0 1-1,0 0 1,1-1-1,-1 1 1,0 0-1,1-1 1,-1 1-1,0 0 0,1 0 1,-1-1-1,1 1 1,-1 0-1,0 0 1,1 0-1,0 0 1,-17 19 5022,-9 31-4702,20-39 54,-156 294 1543,157-298-1934,-1 0-20,0 0-1,1 0 1,1 0 0,-1 1-1,1 0 1,0-1 0,1 1-1,0 0 1,-2 11 0,4-18-19,0-1-1,0 1 1,0 0 0,0 0 0,1-1 0,-1 1 0,0 0 0,0-1 0,1 1 0,-1 0 0,0-1 0,1 1 0,-1-1 0,1 1-1,-1 0 1,0-1 0,1 1 0,-1-1 0,1 1 0,0-1 0,-1 1 0,1-1 0,-1 0 0,1 1 0,0-1 0,-1 0 0,1 0 0,0 1-1,0-1 1,-1 0 0,1 0 0,0 0 0,-1 0 0,1 0 0,0 0 0,0 0 0,-1 0 0,1 0 0,0 0 0,-1 0 0,1 0-1,0 0 1,1-1 0,35-11 1262,-31 10-1180,16-6 35,300-94 142,-319 101-303,-1 0 0,0 1 0,0-1 0,-1 1 0,1-1 0,0 1 0,0-1 0,0 1 0,0 0 0,0 0 0,0 0 0,0 1 0,0-1 0,0 0 0,0 1 0,0-1 0,-1 1 0,1-1 0,2 2 0,-26 7 0,18-16-1497,-7-8-7856,1 5 1122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32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182 186 4210,'-4'-15'4124,"-6"-24"5069,10 39-9062,0-1 1,0 1-1,0-1 0,-1 1 1,1-1-1,0 1 0,-1-1 1,1 1-1,0-1 0,-1 1 1,1 0-1,-1-1 0,1 1 0,-1 0 1,1-1-1,-1 1 0,1 0 1,-1-1-1,1 1 0,-1 0 1,1 0-1,-1 0 0,1 0 1,-1 0-1,1-1 0,-1 1 1,0 0-1,1 0 0,-1 0 1,1 0-1,-1 1 0,1-1 0,-1 0 1,1 0-1,-1 0 0,0 0 1,1 1-1,-1-1 0,1 0 1,-1 0-1,1 1 0,0-1 1,-1 0-1,1 1 0,-1-1 1,1 0-1,-1 1 0,1-1 1,0 1-1,-1-1 0,1 1 0,0-1 1,0 1-1,-1-1 0,1 1 1,-5 8 252,0 0 0,1 0 0,0 0 1,1 0-1,0 0 0,0 1 0,1-1 0,0 1 1,-1 12-1,-1 2-96,-20 154 228,-2 6-416,24-178-87,0 1-1,0-2 1,-1 1-1,1 0 1,-6 7-1,8-12-8,-1 0-1,0 0 1,1 0-1,-1 0 1,0 0-1,0 0 1,0 0-1,0-1 1,0 1-1,0 0 1,0 0-1,0-1 0,0 1 1,-2 0-1,2-1-1,1 0 0,-1 0 0,0 0 0,1 0-1,-1 0 1,0 0 0,1-1 0,-1 1 0,0 0-1,1 0 1,-1-1 0,1 1 0,-1 0 0,0-1-1,1 1 1,-1 0 0,1-1 0,-1 1 0,1-1-1,0 1 1,-1-1 0,1 1 0,-1-1 0,1 0-1,0 1 1,-1-1 0,1 1 0,0-1 0,-1-1-1,0-1-5,0-1 1,0 0-1,0 0 0,0 1 0,1-1 0,0 0 0,-1 0 0,1 0 0,1 0 0,-1 1 0,1-7 0,13-43 19,14-26-67,5 1-1,2 1 0,82-127 1,-111 194 86,-5 6-24,1 0 1,0 1-1,-1-1 0,2 1 0,-1-1 1,0 1-1,1 0 0,0 0 0,-1 0 0,1 0 1,7-4-1,-10 8-1,1-1-1,0 1 1,0 0 0,-1 0-1,1 0 1,0 0 0,-1 0-1,1 0 1,-1 0 0,1 0-1,-1 0 1,0 0 0,1 0-1,-1 0 1,0 0 0,0 0-1,0 0 1,0 0 0,0 1-1,1 3 24,15 77 576,24 100 207,-32-152-653,2-1 1,1 0 0,1-1-1,16 27 1,-27-52-147,1-1 0,-1 0 0,0 0 0,0 0 0,1 0 0,-1 0 0,1 0 0,0 0 0,-1-1 0,1 1 0,0 0 0,0-1 0,0 0 0,0 1 0,0-1 0,1 0 1,-1 0-1,0 0 0,0 0 0,1-1 0,-1 1 0,1-1 0,-1 1 0,0-1 0,1 0 0,-1 0 0,1 0 0,3 0 0,-1-2-8,-1 1 1,-1-1 0,1 0-1,0 0 1,0 0 0,-1-1-1,1 1 1,-1-1 0,1 0-1,-1 0 1,0 0-1,-1 0 1,1-1 0,0 1-1,3-8 1,3-6-9,0-1 0,-1 0 0,-2 0 0,1-1 0,-2 0 0,-1 0 0,3-24 0,4-139 0,-10 167 0,-1-134 0,1 161-64,-1-9-167,0 0 0,1 1 0,-2-1 0,1 1-1,0-1 1,-1 1 0,1-1 0,-1 0 0,0 1 0,-2 4-1,-20 29-9817,7-13 503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28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43 2369,'1'-1'169,"-1"0"0,0 0 0,0 0-1,0 0 1,1 0 0,-1 0 0,0 0 0,1 0-1,-1 0 1,1 1 0,-1-1 0,1 0 0,0 0 0,-1 0-1,1 1 1,0-1 0,-1 0 0,1 1 0,0-1-1,0 0 1,0 1 0,0-1 0,0 1 0,-1 0-1,1-1 1,0 1 0,2-1 0,10-6 4414,-12 6-4100,-1 1 0,1-1 1,-1 1-1,1-1 0,-1 0 0,1 1 0,-1-1 1,0 0-1,1 1 0,-1-1 0,0 0 1,0 0-1,1 1 0,-1-1 0,0 0 1,0 0-1,0 1 0,0-2 0,-8 9 4864,-4 10-5339,-75 108 564,64-96-544,1 1-1,2 2 0,0 0 0,3 1 1,-16 37-1,31-65-17,1 0 1,-1 0-1,1 0 1,0 0-1,1 1 1,-1 6-1,1-11 7,0 0 0,0 0 0,0 0 1,0 0-1,0 0 0,1 0 0,-1 0 0,0 0 0,1 0 0,-1 0 1,1 0-1,-1 0 0,1 0 0,0 0 0,-1 0 0,1 0 0,0-1 1,-1 1-1,1 0 0,0 0 0,0-1 0,0 1 0,0-1 0,0 1 1,0-1-1,0 1 0,0-1 0,0 1 0,0-1 0,0 0 1,0 0-1,0 1 0,0-1 0,0 0 0,0 0 0,0 0 0,0 0 1,1-1-1,68-3 533,-1-3 1,91-22 0,-143 25-517,82-18 339,154-57 1,-254 80-323,-22 9-4782,20-9 3332,1 0 0,-1 0 0,0-1 0,0 1 0,0-1 0,0 1 0,0-1 0,0 0 0,-2 0 0,-8-4-5575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28.7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6 9668,'0'-1'253,"-1"1"0,1 0-1,0-1 1,0 1-1,0 0 1,0-1-1,-1 1 1,1 0-1,0 0 1,0-1 0,-1 1-1,1 0 1,0 0-1,0 0 1,-1-1-1,1 1 1,0 0-1,-1 0 1,1 0 0,0 0-1,-1 0 1,1 0-1,0-1 1,-1 1-1,1 0 1,0 0-1,-1 0 1,1 0 0,0 0-1,-1 0 1,0 1-1,-7 8 3722,-1 18-905,-14 101 2191,7 3-3395,5-38-1467,-10 81-2340,21-173 1616,0 0 0,-1 0 0,1 1 0,1-1-1,-1 0 1,0 1 0,0-1 0,0 0 0,1 0 0,-1 1 0,0-1 0,1 0 0,0 0 0,-1 0-1,1 0 1,1 2 0,-1-2-266,-1 0 0,1-1 0,0 1 0,-1-1 0,1 0 0,0 1 0,0-1 0,-1 1 1,1-1-1,0 0 0,0 0 0,0 1 0,0-1 0,-1 0 0,1 0 0,2 0 0,5 0-5931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34.0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 3426,'3'2'663,"0"-1"1,0 0-1,0 1 1,0-2-1,0 1 1,0 0-1,0-1 1,0 1 0,0-1-1,0 0 1,0 0-1,0 0 1,1 0-1,-1-1 1,0 1-1,0-1 1,0 0 0,0 0-1,0 0 1,0 0-1,5-3 1,7-4 1893,-1-1 0,26-19 1,-27 18-935,-9 8-1545,1-1 0,-1 1 1,0 1-1,0-1 0,1 1 0,-1-1 0,1 1 0,0 0 0,-1 1 0,1-1 0,0 1 1,-1 0-1,1 0 0,0 1 0,-1-1 0,1 1 0,-1 0 0,1 0 0,-1 0 1,1 1-1,-1 0 0,0 0 0,7 4 0,1 0-96,0 1 0,0 1 1,-1 0-1,0 1 0,-1 0 0,16 18 0,-24-25 20,0 0-1,0 0 0,-1 0 1,1 0-1,-1 0 0,1 0 1,-1 1-1,0-1 1,0 1-1,0-1 0,0 0 1,0 1-1,-1 0 0,1-1 1,-1 1-1,0-1 0,0 1 1,0 0-1,0-1 0,0 1 1,-1 4-1,0-4 1,-1 1 0,0-1 0,0 1 0,1-1-1,-2 0 1,1 0 0,0 0 0,-1 0 0,1-1 0,-1 1-1,0-1 1,0 1 0,-5 2 0,-6 3 7,0 0 0,-1-1 0,0-1 0,-1 0 0,-29 6 0,30-10 212,-6 2-1420,21-1 459,11 2 225,7 1 461,-1 2 1,0 0 0,0 0 0,-1 2 0,0 0-1,24 21 1,-31-23 64,1 1 0,-2 0 0,1 0 0,-1 1-1,0 0 1,-1 0 0,0 1 0,-1 0 0,0 0-1,7 22 1,-11-28 79,-1-1-1,0 1 0,0 0 1,-1-1-1,1 1 1,-1 0-1,0-1 0,0 1 1,-1 0-1,1-1 1,-1 1-1,0 0 1,0-1-1,-1 1 0,1-1 1,-1 0-1,0 1 1,-3 3-1,1-3 110,0 1-1,0-1 1,-1 0 0,1 0-1,-1-1 1,-1 0 0,1 0-1,0 0 1,-1 0 0,0-1-1,-10 5 1,6-4-82,0-1 1,0 1-1,0-2 0,0 1 0,0-1 0,0-1 0,-1 0 1,1-1-1,0 0 0,-1 0 0,1-1 0,0 0 0,-1-1 1,1 0-1,0-1 0,-14-5 0,19 6-40,-12-10-773,17 12 393,0-1 0,1 0 0,-1 0 0,0 1-1,1-1 1,-1 0 0,0 1 0,1-1 0,-1 0 0,1 1-1,-1-1 1,1 1 0,-1-1 0,1 1 0,-1-1 0,1 1 0,0-1-1,-1 1 1,1 0 0,0-1 0,-1 1 0,1 0 0,0-1-1,-1 1 1,1 0 0,1 0 0,7-5-5142,1-1-2604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36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61 3025,'-7'-14'5228,"5"12"-3823,9 9 73,-6-6-1520,5 5 2583,-6-6-2502,0 0 0,1 0 1,-1 0-1,0 0 0,0 0 1,0 0-1,0 0 0,0 0 1,0 0-1,1 0 0,-1 0 1,0 0-1,0 0 0,0 0 1,0 0-1,0 0 0,0-1 1,1 1-1,-1 0 0,0 0 1,0 0-1,0 0 0,0 0 1,0 0-1,0 0 0,0 0 1,0 0-1,1 0 0,-1 0 1,0-1-1,0 1 0,0 0 1,0 0-1,0 0 0,0 0 1,0 0-1,0 0 0,0-1 1,0 1-1,0 0 0,0 0 1,0 0-1,0 0 0,0 0 1,0 0-1,0-1 0,0 1 1,0 0-1,0 0 0,0 0 1,0 0-1,0 0 0,0 0 1,0-1-1,0 1 0,0 0 1,0-1 579,0-2-487,0 1 0,1-1 0,-1 1 0,1-1 0,0 1 1,0-1-1,0 1 0,0-1 0,0 1 0,2-4 1,17-15 2407,-18 24-327,-9 15-417,-1 2-922,2 0-1,0 1 1,-3 23 0,-4 16-623,-12 26 403,-14 59 402,38-143-965,0 0 1,1 1-1,-1-1 0,1 0 0,0 0 1,-1 0-1,1 1 0,0-1 0,0 0 1,1 0-1,-1 1 0,0-1 0,1 0 1,-1 0-1,1 0 0,0 0 1,0 0-1,0 0 0,0 0 0,0 0 1,0 0-1,0 0 0,2 2 0,-3-4-43,-1 2-24,-7 5 415,19-14-328,69-8-111,1 4 0,0 3 0,102 3 0,-93 3 0,-76 2 0,1-1 0,-1 0 0,0-1 0,27-7 0,-58 12 0,-35 13 0,46-11-3439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38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50 209 3057,'-2'-24'5728,"2"19"-4339,-1-1 0,1 0-1,0 1 1,1-1 0,1-11-1,2 26 3525,0 10-3041,-4 4-476,-3 36 1,-6 4-969,-21 68 0,20-105-406,5-21 37,6-19-1,6-18-93,2 0-1,2 1 1,1 1 0,17-34-1,-8 18 501,-20 45-461,12-30-189,2 0-1,36-55 1,-51 85 190,1-1 0,0 1 1,0 0-1,0 0 0,0 0 0,0 0 0,0 0 1,0 0-1,0 0 0,0 0 0,0 1 1,1-1-1,-1 0 0,0 1 0,0-1 1,1 0-1,-1 1 0,3-1 0,-3 1 4,0 0-1,0 1 1,0-1-1,0 0 1,0 1-1,0-1 1,0 0-1,0 1 1,0-1-1,0 1 1,0 0-1,0-1 1,-1 1-1,1 0 1,0-1-1,0 1 1,-1 0-1,1 0 1,-1 0-1,2 1 1,2 7 170,1 0 0,-1 0-1,-1 0 1,4 16 0,-1-6 487,19 52-27,-12-32-172,1 0 1,2-1-1,37 64 0,-53-101-456,1 0 0,-1 0 0,1 0 0,0 0 0,-1 0 0,1 0 0,0 0 0,0-1 0,0 1 0,0 0 0,0 0 0,0-1 0,0 1 0,0-1 0,0 1 0,0-1 0,0 1-1,0-1 1,0 0 0,0 1 0,1-1 0,-1 0 0,0 0 0,2 0 0,-1 0 16,0-1 0,0 1 0,0-1-1,-1 0 1,1 0 0,0 0 0,0 0 0,-1 0-1,1 0 1,0 0 0,-1-1 0,1 1-1,1-2 1,4-6 24,-1 1-1,1-1 1,-1-1-1,5-11 1,9-22-36,-2-1 1,-2-1-1,-2-1 1,-1 0-1,11-95 1,-23 122-25,-3 28 31,-4 31-184,6-39 122,-4 34-3957,-3-13-6520,2-9 1017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40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2209,'4'-2'3904,"18"-10"-891,-18 9 1537,1-7-3039,6-8 6134,-4 13-794,-6 21-3879,-6 39-2916,3 90 1,3-31-58,-37 316 1,34-419 0,5-43-182,-3-35 0,-2 43-4044,1 2-4203,-1 11-882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42.1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401 42 1953,'-8'-2'632,"-2"0"-381,0 0 1,0 1 0,-15 0-1,3 4 2726,21-2-2820,1-1-1,0 0 0,0 0 0,0 0 0,-1 0 0,1 0 1,0 0-1,0 0 0,0 0 0,0 0 0,-1 0 0,1 0 1,0 0-1,0 0 0,-1 0 0,1 0 0,0 0 0,0 0 1,0 0-1,-1 0 0,1 0 0,0 0 0,0 0 0,0 0 1,0 0-1,-1 0 0,1 0 0,0 0 0,0 0 0,0-1 1,0 1-1,-1 0 0,1 0 0,0 0 0,0 0 0,0 0 1,0-1-1,0 1 0,0 0 0,-1 0 0,1 0 0,0 0 1,0-1-1,0 1 0,2-12 3199,9-10 1160,-12 39 1210,-9 15-5037,-4 1-335,-1-2-1,-1 0 0,-1-1 1,-24 29-1,-92 107-166,104-132-298,26-31 156,-1 2-1,-1 0 1,1 0 0,0 0-1,0 1 1,0 0-1,1-1 1,0 1-1,0 1 1,1-1-1,-3 8 1,5-13-39,0 0 0,0-1 0,0 1-1,0 0 1,0 0 0,0-1 0,0 1 0,1 0 0,-1 0 0,0-1 0,1 1 0,-1 0 0,0-1-1,1 1 1,-1 0 0,1-1 0,-1 1 0,0-1 0,1 1 0,0-1 0,-1 1 0,1-1 0,-1 1-1,1-1 1,0 1 0,-1-1 0,1 0 0,0 1 0,-1-1 0,1 0 0,0 0 0,0 0-1,-1 1 1,1-1 0,0 0 0,0 0 0,-1 0 0,1 0 0,1 0 0,33-2 479,12-8 227,90-31-1,4-2-264,-120 38-449,0 2-1,1 0 0,-1 1 1,41 2-1,-34-2 4,-27 0 0,-17 1 0,-20 7-1714,31-3-92,-1-1-1,1 1 1,-1 0-1,1 0 1,0 0 0,-8 8-1,-4 5-7765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46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29 176 3265,'1'-1'242,"-1"1"-1,0-1 0,1 1 0,-1-1 0,0 1 0,1-1 0,-1 1 0,1 0 0,-1-1 0,1 1 1,-1 0-1,1 0 0,0-1 0,-1 1 0,1 0 0,-1 0 0,1-1 0,-1 1 0,1 0 0,0 0 1,-1 0-1,1 0 0,0 0 0,-1 0 0,1 0 0,-1 0 0,1 0 0,0 1 0,-1-1 0,1 0 1,-1 0-1,1 0 0,0 1 0,1 1 218,-1-1-1,0 0 1,0 1 0,0-1-1,0 1 1,0 0 0,0-1 0,0 1-1,0 0 1,-1-1 0,2 4-1,0 3 361,0 0 0,-1 0-1,0 0 1,1 16-1,-16 101 811,12-109-1366,-2 0 1,0 0-1,-1 0 1,0-1-1,-13 25 1,18-40-256,0 0 1,0 1 0,0-1 0,0 0-1,0 0 1,-1 0 0,1 1-1,0-1 1,0 0 0,0 0-1,0 0 1,0 1 0,0-1-1,0 0 1,0 0 0,0 0-1,-1 0 1,1 1 0,0-1 0,0 0-1,0 0 1,0 0 0,-1 0-1,1 0 1,0 0 0,0 0-1,0 1 1,0-1 0,-1 0-1,1 0 1,0 0 0,0 0-1,0 0 1,-1 0 0,1 0 0,0 0-1,0 0 1,0 0 0,-1 0-1,1 0 1,0 0 0,0 0-1,0 0 1,-1 0 0,1 0-1,0-1 1,0 1 0,0 0-1,0 0 1,-1 0 0,1 0 0,0 0-1,0 0 1,0-1 0,-6-15 119,3-22-118,5 16-22,2 0 0,0 1 0,1-1-1,1 1 1,0 0 0,2 0 0,20-37 0,-10 25-15,2 1 1,2 1 0,44-52-1,-59 76 48,1 0 0,-1 1 0,1-1 0,0 2 0,1-1 0,12-6 0,-20 12-15,1-1 1,0 0-1,0 0 1,0 1-1,-1-1 1,1 1-1,0 0 1,0-1-1,0 1 1,0 0-1,0 0 1,0 0-1,0 0 1,0 1-1,0-1 0,3 1 1,-4 0-4,0 0 0,1 0 0,-1 0-1,0 1 1,0-1 0,0 0 0,0 0 0,0 1 0,0-1 0,0 0-1,0 1 1,0-1 0,-1 1 0,1 0 0,-1-1 0,1 1 0,-1-1 0,1 1-1,-1 0 1,0-1 0,0 1 0,0 0 0,0 1 0,0 1 52,0 1 1,0-1-1,-1 1 1,1-1-1,-1 0 1,0 0-1,0 1 1,0-1-1,-1 0 1,0 0-1,1 0 1,-1 0-1,-1 0 1,1-1-1,0 1 1,-1-1-1,0 1 1,0-1-1,-6 5 1,-5 3 242,-1-1 0,0 0 1,-27 13-1,25-15-172,-30 21 1,42-25-94,0 0 0,0 0 0,1 0 0,-1 0 0,1 1 1,0 0-1,0 0 0,1 0 0,-6 10 0,8-12 35,0 0 0,1-1 0,-1 1 0,1 0 0,0-1 1,-1 1-1,1 0 0,0-1 0,1 1 0,-1 0 0,0-1 0,1 1 0,-1 0 0,1-1 0,0 1 0,0-1 0,0 1 0,0-1 0,1 1 0,-1-1 0,1 0 0,-1 0 0,1 0 1,3 4-1,10 11 249,1-1-1,1 0 1,0-1 0,1 0 0,1-2 0,0 0 0,1-1 0,0-1 0,30 11 0,-56-23-1417,-18-7 2771,19 3-6023,2-4-5473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51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123 190 4370,'0'-5'2149,"0"-1"-1,-1 0 1,0 1-1,0-1 1,-3-8-1,-4 55 1819,-30 89-2260,-32 194-1,79-384-1703,3 0 0,3 1 0,2 1-1,3 0 1,2 1 0,2 2 0,3 0 0,46-68 0,-69 116-26,1 1 0,0-1 0,1 1 0,-1 0-1,1 0 1,9-6 0,-14 11 31,0 0-1,1 0 1,-1 0-1,1 1 1,-1-1-1,0 1 1,1-1-1,0 1 1,-1-1-1,1 1 1,-1 0-1,1 0 1,-1 0-1,1 0 1,0 0 0,-1 0-1,1 0 1,-1 0-1,1 1 1,-1-1-1,1 0 1,-1 1-1,1 0 1,-1-1-1,1 1 1,-1 0-1,1 0 1,-1 0-1,0 0 1,0 0-1,0 0 1,1 0-1,-1 0 1,0 0-1,0 0 1,0 1-1,-1-1 1,1 0-1,1 3 1,7 9 86,0 1 1,-1 1-1,0 0 0,-1 0 1,-1 0-1,0 1 0,-2 0 1,1 0-1,-2 0 0,2 18 1,-5-30-73,-1 0-1,1 0 1,-1 0 0,0-1 0,0 1-1,0 0 1,0-1 0,0 1 0,-1-1-1,0 0 1,0 1 0,0-1 0,0 0-1,0 0 1,-1 0 0,1 0 0,-1-1-1,0 1 1,0-1 0,0 1 0,0-1-1,0 0 1,0 0 0,-1 0 0,-6 2-1,-9 3 145,0-1-1,0-1 0,-36 6 0,20-5 314,29-5-340,0 1 1,0-1-1,0 1 1,0 0-1,0 1 1,0 0-1,-5 3 1,9-5-76,0 1 1,0-1-1,1 1 1,-1-1-1,1 1 1,-1 0-1,1 0 0,0 0 1,-1 0-1,1 0 1,0 0-1,0 0 1,1 0-1,-1 0 1,0 0-1,1 0 0,-1 0 1,1 1-1,0-1 1,-1 0-1,1 0 1,1 5-1,0 31 357,0-14 65,0 0 0,9 43-1,-8-60-435,0-1-1,0 1 1,1 0-1,-1-1 1,2 0-1,-1 0 0,0 0 1,1 0-1,0 0 1,1-1-1,-1 1 1,1-1-1,0-1 1,7 6-1,-3-3-49,1-1 0,0 0 0,0 0 0,1-1 0,-1-1 0,1 0 0,0 0 0,0-1 0,20 3 0,-24-7 0,-10-3 0,-4-5 0,6 7-194,0 1 0,0 0 0,0-1 0,0 1 0,0 0 0,0 0 0,0 0-1,-1 0 1,1 0 0,0 0 0,-1 0 0,1 0 0,-3 0 0,2 0-718,0 0 0,0 1 0,0-1 0,-1 1 0,1 0 0,0-1 0,-1 1 0,1 0 0,0 0 0,0 1 0,-1-1 0,1 0 0,0 1 0,-3 0 0,-13 7-8799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53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149 168 3089,'19'3'1705,"-17"-3"-823,1 1 1,-1-1 0,0 0-1,1 1 1,-1 0 0,0-1-1,1 1 1,-1 0-1,0 0 1,3 2 0,-4-1-608,0-1 1,0 0-1,-1 0 1,1 0-1,0 1 0,-1-1 1,0 0-1,1 1 1,-1-1-1,0 0 1,1 1-1,-1-1 1,0 0-1,0 1 1,0-1-1,0 1 0,-1-1 1,1 0-1,0 1 1,0-1-1,-1 0 1,1 1-1,-2 1 1,-10 33 638,-3 0 0,-25 47 0,5-13-241,-59 118-583,92-187-17,2-6-27,3-18-8,9-32-21,2-7 41,41-144-73,-45 178 4,0 1 0,1 1 0,2 0 1,1 0-1,21-28 0,-30 46 11,1 1 0,0 0 0,0 1 0,0 0 0,1 0 0,0 0 0,0 0 0,0 1 0,1 1 0,0-1 0,0 1 0,0 0 0,0 1 0,1 0 0,-1 0 0,1 1 0,12-2 0,-20 4 14,0 0 0,0 0 0,1 0 0,-1 0 0,0 0 1,0 0-1,0 0 0,0 0 0,0 1 0,0-1 0,0 0 0,0 0 0,0 1 0,0-1 0,0 1 0,0-1 0,0 1 0,0 0 0,0-1 0,0 1 0,0 0 0,0 0 0,-1-1 0,1 1 0,0 0 0,-1 0 0,1 0 0,0 0 0,-1 0 0,1 1 0,0 1 9,-1 0 0,1 0 0,-1 0 0,0 0 0,0 0-1,0 0 1,0 0 0,0 0 0,-1 0 0,1 0 0,-2 4 0,-1 2 55,0 0 1,0 0-1,-1 0 1,-1 0-1,1 0 1,-10 11 0,10-15-25,-1 0 0,0-1 0,0 0 0,-1 0 0,1 0 0,-1-1 0,0 0 0,0 0 0,-7 3 0,-61 14-11,54-16 251,-36 14 0,52-16-290,-4 1 198,1 0-1,-1 1 0,1 0 0,-12 9 1,17-12-138,1 0 1,0 0 0,0 0-1,0 0 1,0 0-1,0 0 1,0 0 0,0 1-1,0-1 1,0 0-1,0 1 1,1-1 0,-1 1-1,1-1 1,-1 1-1,1-1 1,-1 1 0,1-1-1,0 1 1,0 0-1,0-1 1,0 1 0,0-1-1,0 1 1,0 0-1,1-1 1,-1 1 0,0-1-1,1 1 1,-1-1-1,1 1 1,1 1 0,11 18 343,1-2 1,1 1 0,1-2 0,1 0 0,19 15 0,-4-1-440,-23-24 31,1 1 0,-1-1 0,1-1 0,16 9 0,-23-14 0,0 0 0,0 0 0,0-1 0,0 0 0,1 1 0,-1-1 0,0 0 0,1-1 0,-1 1 0,1-1 0,-1 1 0,0-1 0,1 0 0,-1 0 0,1 0 0,-1-1 0,1 1 0,-1-1 0,0 0 0,1 0 0,2-1 0,-5 1-87,-1 1 1,1 0-1,-1-1 1,1 1-1,-1-1 1,1 1-1,-1-1 0,1 1 1,-1-1-1,0 1 1,1-1-1,-1 1 1,0-1-1,1 1 0,-1-1 1,0 0-1,0 1 1,0-1-1,1 1 1,-1-1-1,0 0 0,0 1 1,0-1-1,0 0 1,0 1-1,0-1 1,0 0-1,0 1 0,-1-1 1,1 1-1,0-1 1,-1-1-1,-7-11-8856,-2 5-2756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2:58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251 184 2337,'1'0'250,"0"0"0,-1 0 0,1-1 0,0 1 0,-1 0 0,1-1 0,0 1-1,-1-1 1,1 1 0,-1-1 0,1 1 0,-1-1 0,1 1 0,-1-1 0,1 1 0,-1-1 0,1 0 0,-1 1 0,0-1-1,0 0 1,1 1 0,-1-1 0,0 0 0,0 0 0,0 1 0,1-1 0,-1 0 0,0 0 0,0 1 0,0-1 0,0 0-1,0 1 1,-1-1 0,1 0 0,0 0 0,0 1 0,0-1 0,-1 0 0,1 1 0,0-1 0,-1 0 0,1 1 0,0-1 0,-2-1-1,1 2 29,0-1 0,0 1-1,0-1 1,0 1 0,0-1 0,0 1-1,0-1 1,0 1 0,0 0-1,0 0 1,-1-1 0,1 1-1,0 0 1,0 0 0,0 0-1,0 1 1,0-1 0,-1 0-1,1 0 1,0 0 0,0 1 0,0-1-1,0 1 1,0-1 0,0 1-1,0-1 1,0 1 0,0-1-1,-1 2 1,-11 9-14,1 0-1,0 0 1,1 2 0,1-1-1,0 1 1,0 1 0,1 0-1,-8 17 1,-4 14-195,-19 66 0,23-63 91,-24 53 0,41-101-138,0 0 0,0 0 1,0 0-1,0 0 0,0 0 1,0 0-1,0 0 1,0 0-1,0 0 0,0 0 1,0-1-1,0 1 0,0 0 1,0 0-1,0 0 1,0 0-1,-1 0 0,1 0 1,0 0-1,0 0 0,0 0 1,0 0-1,0 0 0,0 0 1,0 0-1,0 0 1,0 0-1,0-1 0,0 1 1,0 0-1,0 0 0,0 0 1,0 0-1,0 0 0,0 0 1,-1 0-1,1 0 1,0 0-1,0 0 0,0 0 1,0 0-1,0 0 0,0 0 1,0 0-1,0 0 0,1-15 279,4-21-147,8-4-154,1 0 0,2 1-1,1 1 1,2 0 0,2 2 0,1 0 0,2 2-1,2 0 1,1 2 0,1 0 0,1 2 0,55-42-1,-78 67 22,1 0 0,0 1-1,0 0 1,0 0-1,1 0 1,-1 1 0,1 0-1,14-3 1,-20 6-8,0-1 1,0 1-1,0 0 1,0 0 0,0 0-1,0 1 1,0-1-1,0 0 1,0 1-1,0-1 1,0 1-1,0-1 1,0 1-1,0 0 1,-1 0-1,4 2 1,-3-1-1,0-1 0,-1 1 0,1 0 1,-1 0-1,1 1 0,-1-1 0,0 0 1,0 0-1,0 1 0,0-1 0,0 0 0,0 1 1,-1-1-1,1 1 0,-1-1 0,1 5 1,-1 1 70,0-1 1,0 1-1,-1-1 1,0 1 0,0-1-1,-1 1 1,0-1-1,0 0 1,0 0 0,-1 0-1,0 0 1,-1 0-1,0 0 1,0-1-1,0 0 1,-1 0 0,1 0-1,-1 0 1,-1-1-1,-10 9 1,4-5 45,0 0 0,-1-1 0,0 0 0,0-1 0,-1-1 0,1 0 0,-1-1 0,-1 0 0,-22 4 0,-32-1 189,42-5 298,-46 9-1,72-12-583,1 0 0,-1 0-1,0 1 1,1-1-1,-1 0 1,0 0-1,0 1 1,1-1 0,-1 0-1,0 1 1,1-1-1,-1 0 1,1 1 0,-1-1-1,0 1 1,1-1-1,-1 1 1,1-1-1,-1 1 1,1 0 0,-1-1-1,1 1 1,0 0-1,-1-1 1,1 1-1,0 0 1,0-1 0,-1 1-1,1 0 1,0 1-1,0-1-9,1 1 1,-1 0-1,1 0 0,-1-1 0,1 1 0,-1 0 0,1-1 0,0 1 0,0 0 0,0-1 1,0 1-1,2 1 0,6 7-50,0-1 0,18 14 1,-23-20 68,30 25-42,177 158 0,-198-173 0,0-1 0,26 18 0,-37-27 0,-8-5 0,-9-5 0,15 7 0,-19-11-815,7 1-7694,6 4-463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1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32 2545,'8'-2'6354,"-1"5"5898,-6-2-11785,0 0 0,0 0-1,-1 0 1,1 0 0,0 0 0,-1 0 0,1 0-1,-1 0 1,1 0 0,-1 0 0,0 1 0,0-1-1,1 0 1,-1 2 0,-3 20 1512,-17 24-2997,16-37 1670,-18 36-492,-2-2 0,-59 82 0,79-122 46,3-6-54,6-15 41,12-23 126,24-33-373,76-102 1,-117 175 64,0 0 0,0-1-1,1 1 1,-1 0 0,0-1 0,0 1 0,1 0 0,-1 0 0,0-1-1,0 1 1,1 0 0,-1 0 0,0-1 0,1 1 0,-1 0 0,0 0 0,1 0-1,-1 0 1,0-1 0,1 1 0,-1 0 0,1 0 0,-1 0 0,0 0-1,1 0 1,-1 0 0,0 0 0,1 0 0,-1 0 0,1 0 0,-1 0-1,0 0 1,1 0 0,-1 1 0,0-1 0,1 0 0,11 15 472,6 31 232,-15-38-682,3 7-26,1 0 1,1 0 0,0-1 0,1 0 0,1 0 0,0-1-1,1 0 1,0-1 0,1-1 0,0 1 0,1-2 0,0 0-1,0 0 1,1-2 0,24 12 0,-36-19-8,1 1 0,-1-1 0,1 0 0,0-1 0,-1 1 0,1 0 0,0-1 0,-1 1 0,1-1 0,0 0 0,0 0 0,0 0 0,-1 0 0,1-1 0,0 1 0,0-1 0,-1 1 0,1-1 0,0 0 0,-1 0 0,4-2 0,-2 0 0,1 0 0,-1-1 0,0 1 0,0-1 0,-1 0 0,1 0 0,-1 0 0,1 0 0,-1-1 0,3-6 0,2-5 0,-1-1 0,-1 1 0,0-1 0,-1 0 0,4-31 0,-5 6 0,-4 29 0,1 1 0,1 0 0,0-1 0,0 1 0,6-14 0,-6 22 0,-4 7 526,-2 5-3517,-7 3-4258,-1-2-741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3.0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9 117 5971,'-4'-13'5345,"3"12"-5184,1 1 0,-1-1 0,1 0 0,0 1 0,-1-1 0,1 1 0,0-1 0,-1 0 0,1 1 0,0-1 1,0 0-1,0 1 0,0-1 0,0 0 0,-1 0 0,1 1 0,0-1 0,1 0 0,-1 1 0,0-1 0,0 0 1,0 1-1,0-1 0,0 0 0,1 1 0,-1-1 0,0 0 0,1 1 0,3-1 7208,14 0-6220,89-31-1,-71 19-1069,0 3 0,0 1 0,41-5 0,-62 12-1,1 0-1,-1 1 0,1 1 1,0 1-1,-1 0 0,1 1 1,-1 1-1,1 0 1,25 10-1,-38-12 8,-1 1 1,0-1-1,0 1 1,0-1-1,0 1 1,0 0-1,0 0 1,0 0-1,0 0 1,-1 0-1,1 1 1,-1-1-1,0 0 1,1 1-1,-1-1 1,0 1-1,0-1 1,-1 1-1,1-1 1,-1 1-1,1 0 1,-1-1-1,0 1 1,0 0-1,0 0 1,0-1-1,0 1 1,-1 2-1,-2 11 179,0 0 0,-1-1-1,-10 26 1,4-14-26,-93 271 841,21-70-901,76-210-178,3-12-6,1 1 0,0-1-1,0 1 1,0-1 0,0 14 0,3-31-1885,1 0 1,1 1 0,0-1 0,5-13 0,6-18-7159,-6 7-56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3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94 12198,'0'0'305,"-1"-1"0,1 1 1,-1-1-1,1 0 0,0 1 1,-1-1-1,1 1 1,0-1-1,0 0 0,0 1 1,-1-1-1,1 0 0,0 1 1,0-1-1,0 0 1,0 1-1,0-1 0,0 0 1,0 1-1,0-1 0,0 0 1,1 1-1,-1-1 1,1-1-1,13-12 3777,27-4-753,-39 17-3045,20-5 612,0 0 0,0 1-1,0 2 1,26-2 0,91 4-45,-86 2-896,73-7 0,-94 1 0,45-3-1095,-71 10-2419,-7 5-8990,-3-1 3926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5.2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122 106 5667,'-1'-4'434,"0"1"1,0 0 0,0-1 0,0 1 0,0-1-1,1 1 1,-1-1 0,1 1 0,0-1-1,0 1 1,0-1 0,1 1 0,-1-1 0,1 1-1,0-1 1,0 1 0,0 0 0,0-1 0,0 1-1,1 0 1,0 0 0,0 0 0,0 0-1,0 0 1,0 0 0,0 0 0,1 1 0,-1-1-1,1 1 1,0 0 0,0 0 0,3-2-1,-12 14 3385,-8 22-2247,7-16-1005,-112 249 1501,118-262-2067,-1-1 0,1 1 1,0-1-1,0 1 1,0 0-1,0 0 1,1-1-1,-1 1 1,1 0-1,0 0 1,0 0-1,0 5 1,1-7 3,-1 0-1,0 0 1,1 0 0,-1 0 0,1-1 0,-1 1 0,1 0 0,0-1-1,-1 1 1,1 0 0,0-1 0,-1 1 0,1-1 0,0 1-1,0-1 1,0 1 0,-1-1 0,3 1 0,1 0 42,0 0 0,0 0 0,0 0 0,0-1 0,0 1 0,6-1 0,129-14 1852,143-38 489,-281 52-2374,0 0 0,0-1 0,0 1 0,0 0 0,0-1 0,0 1 0,-1-1 0,1 1 0,0-1 0,0 1 0,0-1 0,0 0 0,-1 1 0,1-1 0,0 0 0,-1 1 0,1-1 0,0 0 0,-1 0 0,1 0 0,-1 0 0,0 0 0,1 0 0,-1 0 0,0 0 0,1 1 0,-1-1 0,0 0 0,0 0 0,0-1 0,0 1 0,0-1 0,-3-15-1617,-5 3-5844,1 10 1391,-3 3-3215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8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194 187 5523,'0'-1'579,"0"-1"1,0 0 0,0 0 0,0 1-1,0-1 1,0 0 0,0 0-1,-1 1 1,1-1 0,-1 0 0,1 1-1,-1-1 1,0 0 0,-1-2 0,1 4-411,1 0 1,0-1 0,-1 1 0,1 0 0,-1 0-1,1 0 1,0 0 0,-1 0 0,1 0 0,-1 0-1,1 0 1,-1 0 0,1 0 0,0 0 0,-1 0-1,1 0 1,-1 0 0,1 0 0,0 0 0,-1 1-1,1-1 1,-1 0 0,1 0 0,0 0-1,-1 1 1,1-1 0,-1 1 0,-11 10 191,0 3 88,1 0 0,0 1 0,1 0 0,0 1 0,-7 17 0,-29 87 215,3-9-316,40-105-76,2-8-105,6-19-56,9-30-93,-2 13-9,2 1 0,1 1 0,2 0 0,2 2 0,1 0 1,1 0-1,2 2 0,2 1 0,54-54 0,-72 80 26,-1 0 1,1 0-1,0 1 0,0 0 1,0 0-1,1 1 0,-1 0 1,1 0-1,10-2 0,-15 4-23,1 0-1,0 1 1,-1-1-1,1 1 0,0 0 1,-1 0-1,1 0 1,0 1-1,-1-1 1,1 1-1,-1 0 0,1 0 1,-1 0-1,1 0 1,-1 0-1,1 1 1,-1 0-1,0-1 0,0 1 1,0 1-1,0-1 1,4 5-1,-5-5 19,-1 0-1,0 0 1,1 0 0,-1 0-1,0 0 1,-1 1-1,1-1 1,0 0 0,0 1-1,-1-1 1,0 1-1,1-1 1,-1 0-1,0 1 1,0-1 0,0 1-1,-1-1 1,1 1-1,-1-1 1,1 0 0,-1 1-1,0-1 1,0 0-1,0 1 1,-2 3 0,0-1 14,0 1 0,-1-1 0,1 1 0,-1-1 1,0-1-1,-1 1 0,1 0 0,-1-1 0,-5 4 0,-7 2-37,0-1 0,-1-1 0,-1-1 0,1 0-1,-1-1 1,-24 4 0,16-4 230,1 1-1,-33 15 1,57-21-152,-1 0 1,1 0-1,-1 0 1,1 0-1,0 1 1,-1-1-1,1 1 1,0 0-1,0-1 1,0 1-1,0 0 1,0 0-1,1 0 1,-1 0-1,1 1 0,-1-1 1,1 0-1,0 1 1,-2 3-1,3-4-1,0 0 0,1 0 0,-1 0 0,0 1 0,0-1 0,1 0 0,0 0 0,-1 0 0,1 0-1,0 0 1,0 0 0,0 0 0,0 0 0,0-1 0,0 1 0,1 0 0,-1-1 0,1 1 0,-1 0 0,1-1-1,-1 0 1,1 1 0,0-1 0,3 1 0,51 35 1282,106 49-1,-83-46-1420,-79-40 55,8 4 0,-1 1 0,1-2 0,0 1 0,0-1 0,0 0 0,1-1 0,-1 0 0,15 1 0,-46-4-55,-12-2-48,10 5-4154,13 0-2773,-1 1-3647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09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199 263 5475,'8'-7'4427,"13"-13"2550,-15 7 1078,-10 19-3857,-11 8-2870,4-3-736,-29 37-294,2 2 0,3 1 0,-49 95 0,78-141-96,7-19-138,9-22-119,8-2 29,2 0 0,1 1 0,2 2 0,2 0-1,1 1 1,1 2 0,2 1 0,51-44 0,-79 74 23,-1 0 0,1 0 0,0 1 1,0-1-1,0 0 0,0 0 0,-1 0 0,1 1 0,0-1 0,1 0 0,-1 1 1,0-1-1,0 1 0,0 0 0,0-1 0,0 1 0,0 0 0,1-1 0,-1 1 0,0 0 1,0 0-1,0 0 0,2 0 0,-1 2-16,-1 0 0,0 0 0,0-1 0,0 1 0,0 0 1,0 0-1,-1 0 0,1 0 0,-1 0 0,1 0 0,-1 0 0,1 4 0,1 3 155,5 34 241,21 60 1,-24-92-381,0 0 0,1 0 1,0 0-1,0-1 1,2 0-1,-1 0 0,1 0 1,0-1-1,1 0 1,13 12-1,-20-20 3,1 0 0,-1 1 0,1-1 0,-1 0 0,1-1 0,-1 1 0,1 0 0,0 0 0,-1-1 0,1 1 0,0-1 0,0 1 0,-1-1 0,1 0 0,0 0 0,0 0 0,0 0 0,-1 0 0,1 0 0,0 0 0,0 0 0,0-1 0,-1 1 0,1-1 0,0 0 0,-1 1 0,4-3 0,2-1 0,-1-1 0,0 0 0,0 0 0,0-1 0,6-7 0,-8 8 0,35-38 0,-2-1 0,31-49 0,-56 74 0,-1-1 0,0 0 0,-2-1 0,0 0 0,-1 0 0,-2-1 0,0 0 0,3-27 0,-9 49 4,0-1-1,0 1 1,0-1 0,0 1-1,0-1 1,1 1-1,-1 0 1,0-1 0,0 1-1,0-1 1,0 1 0,0 0-1,1-1 1,-1 1-1,0 0 1,0-1 0,1 1-1,-1 0 1,0-1 0,0 1-1,1 0 1,-1-1-1,0 1 1,1 0 0,-1 0-1,0 0 1,1-1 0,-1 1-1,1 0 1,-1 0-1,0 0 1,1 0 0,-1 0-1,1-1 1,-1 1 0,1 0-1,-1 0 1,0 0-1,1 0 1,-1 0 0,1 1-1,-1-1 1,0 0 0,1 0-1,-1 0 1,1 0-1,-1 0 1,0 0 0,1 1-1,-1-1 1,1 0 0,-1 0-1,0 1 1,1-1-1,-1 0 1,0 0 0,0 1-1,1 0 1,0-1-108,0 1 1,0 0-1,-1 0 1,1 0-1,0 0 0,0 0 1,-1 0-1,1 0 1,-1 0-1,1 1 1,-1-1-1,0 0 0,1 0 1,-1 0-1,0 0 1,0 1-1,0-1 1,1 0-1,-1 0 0,-1 0 1,1 1-1,0-1 1,0 0-1,0 0 1,-1 0-1,0 2 0,-5 12-5055,-6 5-3026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11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385 73 4018,'5'-1'1260,"1"1"1,0-1-1,-1 0 0,1-1 1,-1 0-1,8-3 0,-8 3 507,0 0 0,1 0 0,-1 1 0,0-1 0,1 1 0,8 0 0,-45-16 985,4 1-2802,16 12 62,0 1-1,0 0 1,-1 0-1,1 2 0,-1-1 1,1 1-1,-1 1 1,0 0-1,1 1 0,-1 0 1,0 1-1,-11 3 0,-4 2-9,1 1-1,0 1 0,1 1 1,-25 14-1,42-19 22,-1-1 0,1 2 0,0-1 0,1 1 0,0 0-1,0 1 1,0-1 0,0 1 0,1 1 0,-7 11 0,11-15-12,-1 0 0,1 0 0,1 0 1,-1 0-1,0 1 0,1-1 0,0 1 0,0-1 1,1 1-1,-1-1 0,1 1 0,0 0 0,0-1 1,0 1-1,1-1 0,0 1 0,-1-1 0,2 1 0,-1-1 1,0 1-1,1-1 0,0 0 0,3 6 0,-2-5-3,0 0 0,0 0-1,1-1 1,-1 1-1,1-1 1,0 0 0,0 0-1,1 0 1,-1 0-1,1-1 1,0 0 0,0 0-1,0 0 1,0 0-1,0-1 1,1 0 0,-1 0-1,1-1 1,-1 1-1,8 0 1,-4-1 36,1-1 0,-1-1 0,1 1 0,-1-1 0,1-1 0,-1 0 0,1 0 0,-1-1 1,0 0-1,0 0 0,13-8 0,1-2 441,0 0 1,-1-2-1,0-1 1,-2 0 0,0-2-1,22-23 1,-50 54-475,-1 0 0,2 1 0,0 1 1,1-1-1,0 1 0,1 0 1,1 0-1,-3 22 0,-21 156-19,22-128 8,-4 88 0,11-161-129,6-52-1039,3 19-7262,-3 24-411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13.9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212 25 2881,'26'-21'7193,"-13"18"7846,-61 139-11455,2-35-2399,-62 97 1,103-189-1137,-1 1 44,-1 1 1,1 0 0,1 0-1,0 0 1,1 1-1,-6 24 1,10-36-74,0 1 1,0 0-1,0-1 1,0 1-1,0-1 1,0 1-1,0-1 1,0 1-1,0 0 1,0-1-1,0 1 0,0-1 1,1 1-1,-1-1 1,0 1-1,0 0 1,1-1-1,-1 1 1,0-1-1,1 0 1,-1 1-1,1-1 1,-1 1-1,0-1 1,1 0-1,-1 1 1,1-1-1,0 1 0,21 1 293,25-14-211,-43 11-115,406-118 13,-383 109 0,-15 2 0,-11 8 0,-1-1 0,0 1 0,0 0 0,0 0 0,0 0 0,1 0 0,-1-1 0,0 1 0,0 0 0,0 0 0,0 0 0,0-1 0,0 1 0,0 0 0,0 0 0,1 0 0,-1-1 0,0 1 0,0 0 0,0 0 0,0-1 0,0 1 0,0 0 0,0 0 0,0 0 0,0-1 0,0 1 0,-1 0 0,1 0 0,0-1 0,0 1 0,0 0 0,0 0 0,0 0 0,0-1 0,0 1 0,-1 0 0,1 0 0,-10 0-1556,-15 14-8507,14-5 3428,1 1-1539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15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91 229 7507,'15'-2'8177,"2"0"-2265,-16 3-5823,-1-1 1,1 0 0,0 1 0,-1-1-1,1 1 1,-1-1 0,0 1-1,1-1 1,-1 1 0,1-1-1,-1 1 1,0-1 0,1 1-1,-1 0 1,0-1 0,1 1-1,-1 0 1,0-1 0,0 1 0,0 0-1,0-1 1,0 1 0,0 0-1,0-1 1,0 1 0,0 0-1,0 1 1,-1 13 133,0 0 1,-1 0-1,-1-1 1,-1 1-1,0 0 0,0-1 1,-10 19-1,-54 93-19,58-108-82,-8 9-288,18-27 158,0 0 0,0 0 1,0 0-1,0 0 0,0 0 0,0 0 1,0 0-1,0 0 0,0 0 0,0 0 0,0 0 1,0 0-1,0 0 0,0 0 0,0-1 1,0 1-1,-1 0 0,1 0 0,0 0 1,0 0-1,0 0 0,0 0 0,0 0 1,0 0-1,0 0 0,0 0 0,0 0 0,0 0 1,9-18 473,40-73-208,63-107-270,-91 167 375,0 1-1,2 0 1,1 2 0,28-25-1,-50 50-271,1 1-1,-1 0 0,1 0 1,-1 0-1,1 0 0,0 1 1,0-1-1,5-1 0,-7 3-69,0 0-1,0 0 0,0 0 1,-1 0-1,1 0 0,0 0 0,0 0 1,0 0-1,-1 0 0,1 1 1,0-1-1,0 0 0,-1 0 0,1 1 1,0-1-1,-1 1 0,1-1 1,0 1-1,-1-1 0,1 1 1,0-1-1,-1 1 0,1-1 0,-1 1 1,1 0-1,-1-1 0,0 1 1,1 0-1,-1 0 0,0-1 0,1 1 1,-1 0-1,0 0 0,0-1 1,0 1-1,1 0 0,-1 0 0,0 0 1,0 0-1,7 44 357,5 73-1,-10-77-226,2-1 0,15 66 0,-18-102-101,0 1-1,1-1 1,0 0-1,-1 1 1,2-1-1,-1 0 1,0 0-1,4 5 1,-5-9-25,0 1 1,0 0 0,-1-1-1,1 1 1,0 0 0,0-1-1,0 1 1,0-1 0,0 1-1,0-1 1,0 0-1,-1 1 1,1-1 0,0 0-1,0 0 1,0 0 0,0 0-1,0 0 1,0 0 0,0 0-1,0 0 1,0 0 0,0 0-1,0 0 1,0-1 0,0 1-1,0 0 1,0-1 0,0 1-1,0-1 1,0 1 0,0-1-1,0 1 1,-1-1 0,1 1-1,0-1 1,0 0 0,-1 0-1,1 1 1,0-1 0,-1 0-1,1-1 1,18-20-6,-1-1 1,-1-1-1,-1 0 0,24-49 0,34-113-35,-44 107 24,-29 76-8,0 0 0,0 1 0,0-1 0,1 1 0,-1-1 0,1 1 0,-1-1 0,4-2 0,-5 5 0,0 0 0,0-1 0,1 1 0,-1 0 0,0 0 0,0 0 0,0 0 0,0 0 0,0 0 0,0 0 0,0 0 0,1 0 0,-1 0 0,0 0 0,0 0 0,0 0 0,0 0 0,0 0 0,0 0 0,1 0 0,-1 0 0,0 0 0,0 0 0,0 0 0,0 0 0,0 0 0,0 0 0,0 0 0,1 1 0,-1-1 0,0 0 0,0 0 0,0 0 0,0 0 0,0 0 0,0 0 0,0 0 0,0 0 0,0 0 0,0 1 0,0-1 0,0 0 0,1 0 0,-1 0 0,0 0 0,0 0 0,0 0 0,0 0 0,0 1 0,0-1 0,0 0 0,0 0 0,0 0 0,0 0 0,0 0 0,-2 20 0,-9 22-2841,4-18-1953,2 1-3741,3-8-394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388 43 6259,'-12'4'2437,"0"-1"0,0 0 0,0-1-1,-17 1 1,-17 3 621,36-4-2480,-16 3 389,1 1 0,-27 10 0,45-14-940,2 0-1,-1 1 1,0 0 0,0 0 0,1 0 0,0 1 0,-1 0-1,1 0 1,1 0 0,-1 1 0,1-1 0,-1 1 0,1 0-1,-4 7 1,8-10-26,-1-1 0,0 1 0,1 0 0,-1 0 0,1-1 0,0 1 0,-1 0 0,1 0 0,0 0 0,0-1 0,0 1 0,1 0 1,-1 0-1,0 0 0,1-1 0,-1 1 0,1 0 0,-1 0 0,1-1 0,0 1 0,0 0 0,-1-1 0,1 1 0,1-1 0,-1 1 0,0-1 0,0 0 0,3 3 0,4 3 0,1 1 0,0-1 0,16 9-1,-7-4-9,6 6-10,0 0-1,28 31 1,-45-41 27,1 0 0,-1 0 0,-1 1 0,1 0 0,-2 0 0,1 1 0,-1 0 0,-1 0 0,7 19 0,-11-26-2,1-1 1,-1 1 0,1 0-1,-1 0 1,0 0 0,0 0 0,0-1-1,-1 1 1,1 0 0,-1 0-1,0 0 1,1-1 0,-1 1-1,0 0 1,-1-1 0,1 1 0,0-1-1,-4 5 1,1-3-7,0 1 1,0-1-1,0 0 1,-1-1-1,1 1 1,-1-1-1,0 0 1,-9 4-1,-4 1-62,0-2 0,-1 0 0,1-1 0,-30 4 0,38-8 51,0 0 1,0 0-1,0-1 1,0 0-1,1-1 1,-15-3 0,22 4 9,-1-1 0,1 1 1,-1-1-1,0 0 0,1 0 1,-1 0-1,1 0 1,0-1-1,-1 1 0,1 0 1,0-1-1,0 0 0,0 0 1,0 1-1,0-1 1,0 0-1,1-1 0,-1 1 1,1 0-1,-1 0 1,1-1-1,0 1 0,0-1 1,0 1-1,0-1 0,0 1 1,0-6-1,1 2 9,0 0 0,0 0 0,1 0 0,-1 0 0,2 0 0,-1 0 0,1 0 0,-1 0 0,2 0 0,-1 1 0,5-9 0,4-5 128,24-32 0,-12 24 320,0 0-1,2 1 0,0 2 1,37-27-1,123-74 2342,-93 65-1468,-89 59-1260,-1-1 1,1 0-1,-1 0 0,0 0 0,1 0 0,-1 0 0,0 0 1,0 0-1,2-4 0,-4 6-64,0 0 0,0 0 1,0-1-1,0 1 0,0 0 0,0 0 0,0-1 1,0 1-1,0 0 0,0-1 0,0 1 1,0 0-1,0 0 0,0-1 0,0 1 0,0 0 1,0 0-1,0-1 0,0 1 0,0 0 1,0 0-1,-1 0 0,1-1 0,0 1 0,0 0 1,0 0-1,0-1 0,0 1 0,-1 0 1,1 0-1,0 0 0,0 0 0,0 0 0,-1-1 1,-18-2-43,17 3-7,-16-1-263,1 1 0,-1 1 0,1 1 0,0 0 0,0 1 0,-19 6 0,36-9 214,0 1 0,0-1 0,0 0 0,0 0 0,1 0 1,-1 0-1,0 0 0,0 0 0,0 0 0,0 0 0,0 0 0,0 0 0,0 1 0,0-1 0,0 0 0,0 0 1,0 0-1,0 0 0,0 0 0,0 0 0,0 0 0,0 0 0,0 1 0,0-1 0,0 0 0,0 0 0,0 0 0,0 0 1,0 0-1,0 0 0,0 0 0,0 0 0,0 1 0,0-1 0,0 0 0,0 0 0,0 0 0,0 0 0,0 0 1,0 0-1,0 0 0,-1 0 0,1 0 0,0 1 0,0-1 0,0 0 0,0 0 0,0 0 0,0 0 0,0 0 1,0 0-1,0 0 0,-1 0 0,1 0 0,0 0 0,0 0 0,0 0 0,0 0 0,0 0 0,0 0 0,10 2-4839,7-2-2204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19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82 2353,'0'-1'530,"0"0"0,0 0 0,0-1 0,0 1 0,1 0 0,-1 0-1,0 0 1,0 0 0,1 0 0,-1 0 0,0 1 0,1-1 0,-1 0 0,1 0 0,-1 0 0,1 0-1,-1 0 1,1 0 0,0 1 0,-1-1 0,1 0 0,0 1 0,0-1 0,0 0 0,0 1 0,-1-1 0,3 0-1,0-2 155,0 1 0,0 0 0,1 0 0,-1 0 0,1 0-1,-1 0 1,8-2 0,5 2 232,-3 0-683,-1 1 0,1-2 0,0 0 0,18-7 0,-25 7-166,21-8 137,-17 9 528,-10 6 885,-152 274 880,72-122-1761,69-138-640,7-11-70,-1 0 1,1 0-1,0 1 0,1-1 0,-1 1 0,1 0 0,1 0 1,0 0-1,-2 15 0,4-22-6,0 0 0,1 0 0,-1-1 0,0 1 0,1 0 0,-1-1 0,1 1 0,-1-1 0,1 1 0,0-1 0,-1 1 0,1-1 0,-1 1 0,1-1 0,0 1 0,-1-1 0,1 0 0,0 1 1,0-1-1,-1 0 0,1 0 0,0 0 0,0 1 0,-1-1 0,1 0 0,0 0 0,0 0 0,0 0 0,-1 0 0,1 0 0,0-1 0,0 1 0,-1 0 0,2-1 0,30-5 690,-31 5-688,283-80 359,-283 81-513,0 0 1,-1 0-1,1 0 1,-1 0-1,1 0 1,0 0-1,-1 0 1,1 0-1,-1 0 1,1-1-1,-1 1 0,1 0 1,0 0-1,-1-1 1,1 1-1,-1 0 1,0-1-1,1 1 1,-1-1-1,1 1 1,-1 0-1,1-1 1,-1 1-1,1-2 0,-18 3-13683,5 3 3675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22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48 282 4034,'0'0'491,"1"0"1,0 0-1,-1 0 1,1 0-1,-1 0 1,1 0-1,0 1 1,-1-1-1,1 0 1,-1 0-1,1 1 0,-1-1 1,1 0-1,-1 1 1,1-1-1,-1 0 1,1 1-1,-1-1 1,0 1-1,1-1 1,-1 1-1,1-1 1,-1 1-1,1 0 1,3 19 3206,-8 27-4753,3-40 2063,-3 36-786,1-11 16,-1-1 0,-1 0 0,-17 52 0,22-82-221,-1 1 1,1-1 0,-1 0-1,0 1 1,1-1 0,-1 0 0,0 1-1,0-1 1,0 0 0,0 0-1,0 0 1,0 0 0,0 0-1,-2 1 1,-3-4 129,4-13-111,7-23-58,1-1 0,2 2 0,1-1 0,27-64 0,77-135-60,-111 233 75,5-9 21,1 0-1,0 0 1,16-18-1,-22 29-4,0 0 0,0 0-1,0 0 1,0 0-1,0 1 1,0-1 0,0 1-1,1 0 1,-1-1-1,0 1 1,1 0 0,3-1-1,-4 2-1,-1 0-1,1 0 0,-1 0 1,0 1-1,1-1 1,-1 0-1,1 0 1,-1 1-1,0-1 0,1 1 1,-1-1-1,0 1 1,1 0-1,-1-1 1,0 1-1,0 0 0,0 0 1,1 0-1,-1 0 1,0 0-1,0 0 1,-1 0-1,1 0 1,1 2-1,0 0 20,0 0-1,0 0 1,0-1-1,-1 1 1,1 0-1,-1 0 1,0 1 0,0-1-1,0 0 1,0 0-1,0 0 1,-1 1-1,0-1 1,1 0-1,-1 1 1,-1-1 0,1 0-1,0 1 1,-1-1-1,1 0 1,-1 0-1,0 1 1,0-1 0,-1 0-1,1 0 1,0 0-1,-1 0 1,0 0-1,0-1 1,-3 5 0,-2 0 153,0 0 1,0 0-1,-1 0 1,1-1 0,-2 0-1,1-1 1,0 0-1,-19 8 1,-3-2 241,-34 17 223,59-26-582,1 1 0,-1-1 0,1 1 0,0 0 0,0 1 0,0-1 0,0 1 0,1-1 0,-1 1 0,-3 7 1,6-9 17,0 0 1,1 0-1,-1-1 1,1 1-1,-1 0 1,1 0-1,0 0 1,0 0-1,0 0 1,0 0-1,0 0 1,0 0-1,0 0 0,1 0 1,-1 0-1,1 0 1,-1 0-1,1-1 1,0 1-1,0 0 1,0 0-1,0-1 1,0 1-1,0 0 1,3 1-1,4 7 593,0-1 0,20 16-1,-15-14-188,163 165 1810,-175-176-2293,-1 1 0,0-1 0,0 0 0,0 1 0,1-1-1,-1 0 1,0 1 0,0-1 0,0 0 0,1 0 0,-1 1 0,0-1 0,1 0 0,-1 0 0,0 0 0,1 0-1,-1 1 1,0-1 0,1 0 0,-1 0 0,0 0 0,1 0 0,-1 0 0,0 0 0,1 0 0,-1 0 0,0 0-1,1 0 1,-1 0 0,0 0 0,1 0 0,-1 0 0,0 0 0,1 0 0,-1 0 0,0-1 0,1 1 0,2-14-327,-9-20-6349,0 26 1195,0 3-2643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26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99 343 5667,'-5'-20'3211,"4"15"-2390,-1 0 1,1 1-1,0-1 1,0 0-1,1 0 1,-1 1-1,1-7 1,2 8-529,1 0 0,-1 1 0,1-1 0,-1 1 0,1-1 0,0 1 0,0 0-1,0 0 1,0 0 0,0 0 0,0 1 0,0-1 0,1 1 0,-1 0 0,6-1 0,-9 3-246,1 0-1,-1 0 0,0 0 0,1-1 1,-1 1-1,0 0 0,0 0 1,0 0-1,0 0 0,0 0 1,0 0-1,0 0 0,0 0 0,0 0 1,0 0-1,-1 0 0,1 0 1,0 0-1,-1 0 0,0 1 1,0 2 125,-17 64 508,-54 127 0,64-175-660,5-11 21,0 0-1,-1-1 1,0 1 0,-1 0-1,0-1 1,-8 11 0,12-27 180,0 1 0,1-1 1,0 1-1,2-12 1,3-6-304,2 0 1,0 0-1,21-44 1,44-69 72,-58 112-89,2-3-8,2 0 0,1 2 0,36-42 0,-43 56 131,0 1 1,1 0 0,0 1 0,1 0 0,1 1 0,-1 1 0,1 1 0,29-13-1,-42 20-3,0 0 1,0 0-1,0 1 0,0-1 0,1 0 0,-1 1 0,0-1 0,0 1 0,0 0 0,0 0 0,1 0 0,-1 0 0,0 0 1,0 0-1,0 1 0,1-1 0,-1 1 0,0-1 0,0 1 0,0 0 0,0 0 0,0 0 0,0 0 0,2 2 0,-2-1 20,0 1-1,0 0 0,0 0 0,0 0 0,-1 0 1,1 0-1,-1 0 0,0 1 0,0-1 0,0 0 1,-1 1-1,1-1 0,-1 1 0,1-1 0,-2 4 1,2-3-3,-1 1 0,0-1 1,0 0-1,0 0 0,-1 0 1,1 0-1,-1 0 0,0 0 1,0 0-1,-1-1 0,1 1 1,-1 0-1,0 0 0,0-1 1,0 1-1,0-1 0,-1 0 1,1 0-1,-1 0 0,0 0 1,0 0-1,0 0 0,0-1 1,-5 4-1,-1-2-14,0 0 0,-1 0 0,1-1 0,-1 0 0,1-1 0,-1 0 0,0-1 0,-19 1 0,-9-1-58,6 0 269,-36 5 1,60-5-72,-1 1-1,1 0 1,0 0 0,0 1-1,0 0 1,1 0 0,-1 1-1,1 0 1,-10 7-1,14-9-73,0 0 0,1 1-1,0-1 1,0 1 0,-1 0-1,2-1 1,-1 1-1,0 0 1,0 0 0,1 0-1,0 1 1,0-1-1,0 0 1,0 1 0,0-1-1,1 0 1,-1 1-1,1-1 1,0 1 0,0-1-1,0 0 1,0 1 0,1-1-1,-1 1 1,1-1-1,0 0 1,0 0 0,2 5-1,0-1 76,0 0-1,0 0 0,1-1 1,0 0-1,0 1 1,1-1-1,-1-1 1,1 1-1,0-1 0,1 0 1,-1 0-1,9 6 1,4-2-157,1 1 1,-1-2 0,2-1 0,-1 0-1,30 5 1,103 13-17,-142-24 9,-19-2-140,0 1 1,-1 0-1,1 1 0,0 0 0,0 0 1,-11 3-1,-6 5-4575,2 4-5532,6 1-549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27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197 353 7443,'2'-2'1012,"-1"-1"-1,1 1 0,-1 0 1,0-1-1,0 1 0,0-1 1,0 1-1,-1-1 0,2-3 1,-2 6-910,0 0 1,-1 0 0,1 0-1,0 0 1,0-1 0,0 1-1,0 0 1,0 0 0,0 0 0,0 0-1,0 0 1,0 0 0,0 0-1,0 0 1,0-1 0,-1 1-1,1 0 1,0 0 0,0 0-1,0 0 1,0 0 0,0 0-1,0 0 1,0 0 0,-1 0-1,1 0 1,0 0 0,0 0 0,0 0-1,0 0 1,0 0 0,-1 0-1,1 0 1,0 0 0,0 0-1,0 0 1,0 0 0,0 0-1,0 0 1,-1 0 0,1 0-1,0 0 1,0 0 0,0 0-1,0 0 1,0 0 0,0 0 0,0 0-1,-1 1 1,-14 10 982,-11 16-170,1 2 0,1 0 0,1 1 1,2 2-1,-20 37 0,16-34-550,24-39-353,0 0-1,1 0 1,-1 0-1,1 0 0,0 0 1,1-5-1,2-11-69,1 0-1,1 1 1,1 0-1,0 0 1,2 0-1,0 1 0,1 0 1,22-32-1,-14 25 80,2 1-1,1 1 0,0 1 0,2 0 1,28-21-1,-48 41 17,0 0-1,0 1 1,0-1 0,0 1 0,0 0-1,0 0 1,0-1 0,0 1 0,0 1 0,0-1-1,1 0 1,3 0 0,-5 1 12,0 1-1,0-1 1,0 1-1,0-1 1,0 1-1,0 0 1,0 0 0,-1-1-1,1 1 1,0 0-1,-1 0 1,1 0 0,0 0-1,-1 0 1,1 0-1,-1 0 1,1 0 0,-1 0-1,0 0 1,1 0-1,-1 0 1,0 0 0,0 0-1,0 0 1,0 0-1,0 2 1,8 41 263,10 44 678,-16-80-944,1 1 0,0-1 0,0 1 0,1-1 0,1 0 0,-1 0 0,8 9 0,-11-16-46,-1 0 0,1 0 0,0-1 0,-1 1 0,1 0 0,0 0 0,0-1 0,-1 1 0,1-1 0,0 1 0,0-1 0,0 1 0,0-1 0,0 0 0,0 1 0,0-1 0,0 0 0,0 0 0,0 1 0,0-1 0,0 0 0,0 0 0,0 0 0,0 0 0,0-1 0,0 1 0,0 0 0,0 0 0,0-1 0,-1 1 0,1 0 0,0-1 0,0 1 0,0-1 0,0 1 0,0-1 0,0 0 0,5-3 0,-1-1 0,0 0 0,0 0 0,6-9 0,1-1 0,28-27 0,61-82 0,-89 107 0,-2 0 0,1-1 0,-2-1 0,-1 1 0,0-1 0,-1-1 0,-1 1 0,5-32 0,-8 73-1,3 19-430,-9-12-3587,-8-5-2385,-4 5-2817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29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1 164 2001,'5'-6'1991,"-4"5"-1662,-1 1 1,1-1 0,0 0-1,-1 1 1,1-1 0,-1 1 0,1-1-1,0 1 1,-1-1 0,1 1 0,0-1-1,0 1 1,-1 0 0,1-1 0,0 1-1,0 0 1,0 0 0,-1 0 0,1-1-1,0 1 1,0 0 0,0 0-1,0 0 1,1 1 0,0-2 257,1 0 0,-1 0 0,0-1 0,1 1 0,-1 0 0,0-1-1,0 1 1,0-1 0,0 0 0,3-3 0,-5 5-96,-14-38-3388,15 33 3083,0-1 0,0 1 1,1 0-1,-1 0 0,1-1 1,0 1-1,1 0 0,2-5 1,-3 6 82,0 1-1,0 0 1,0 0 0,0 0 0,1 0 0,-1 0 0,1 0 0,0 0 0,-1 1 0,1 0 0,1-1 0,4-2 0,-8 5-194,1 0-1,-1 0 1,1 0 0,-1 0-1,1-1 1,-1 1 0,0 0 0,1 0-1,-1 0 1,1 0 0,-1 1-1,1-1 1,-1 0 0,0 0 0,1 0-1,-1 0 1,1 0 0,-1 0-1,0 1 1,1-1 0,-1 0 0,0 0-1,1 0 1,-1 1 0,0-1-1,1 0 1,-1 1 0,0-1 0,1 0-1,-1 1 1,0-1 0,6 19 1306,-5 26-70,-1-37-933,2 77 1049,1-52-1299,-3-1 1,0 1-1,-2-1 1,-1 0 0,-10 40-1,12-66-175,-33 103 923,28-94-1435,0-1 0,0 0 0,-1-1-1,-1 0 1,-13 18 0,40-52-13632,-3 3 8386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29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56 8100,'42'-42'6018,"-29"28"899,-16 18-3650,-13 17-2274,1 0 0,1 1 0,-19 42 1,-24 75-677,53-129-306,-21 66 64,23-70-71,0 0 0,1 1 0,0-1 0,1 1-1,-1-1 1,1 1 0,0-1 0,1 0 0,2 12 0,-3-16 8,1 0 1,0 0-1,0-1 0,0 1 0,0-1 1,0 1-1,1-1 0,-1 1 0,0-1 1,1 0-1,-1 1 0,0-1 0,1 0 1,0 0-1,-1 0 0,1 0 0,0 0 1,-1-1-1,1 1 0,0 0 0,0-1 1,0 0-1,0 1 0,-1-1 0,1 0 1,0 0-1,0 0 0,4 0 0,5-1 88,1 0 0,-1-1 1,17-4-1,-26 6-98,28-8 37,0-1 0,-1-2 0,45-22 1,-60 26-16,-2 0 0,1-1 0,-1-1 0,0 0 0,-1 0 0,0-1 0,-1 0 0,0-1 0,17-23 0,-24 29 14,0 0 0,-1 0 0,1 0-1,-1 0 1,0-1 0,0 1-1,-1-1 1,1 0 0,-1 1 0,0-1-1,-1 0 1,0 1 0,0-1 0,0 0-1,0 0 1,-1 1 0,0-1 0,0 0-1,-1 1 1,1-1 0,-1 1-1,0 0 1,-1-1 0,1 1 0,-1 0-1,0 0 1,0 1 0,-1-1 0,0 1-1,1-1 1,-6-3 0,-1-1-28,-1 0 0,0 0-1,0 1 1,-1 1 0,0 0 0,0 0 0,0 1 0,-1 1 0,0 0 0,0 1-1,-27-5 1,31 7-192,-1 1 0,1 0-1,-1 0 1,0 1 0,1 0-1,-1 1 1,1 0 0,-18 4 0,26-5 19,0 0 0,0 0 0,1 1 0,-1-1 0,0 0 0,1 1 0,-1-1 0,0 0 0,1 1 0,-1-1 1,0 1-1,1-1 0,-1 1 0,1-1 0,-1 1 0,1-1 0,-1 1 0,1 0 0,0-1 0,-1 2 0,1-1-111,0-1 0,0 1 0,0 0 0,0-1 0,0 1 0,1-1 0,-1 1 0,0-1 0,0 1 0,1-1 0,-1 1 0,0-1 0,1 1 0,-1-1 0,1 1 0,-1-1 0,0 1 0,1-1 0,-1 0 0,1 1 0,-1-1 0,1 0 0,-1 0 0,1 1 0,0-1 0,-1 0 0,1 0 0,19 8-7769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31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31 2801,'34'-26'7980,"-34"26"-7790,1-1-1,0 1 0,-1-1 0,1 1 1,0 0-1,-1-1 0,1 1 0,0 0 1,0-1-1,0 1 0,-1 0 0,1 0 1,0 0-1,0 0 0,-1 0 0,1 0 1,0 0-1,0 0 0,0 0 0,-1 0 1,1 0-1,0 0 0,0 0 0,0 1 1,-1-1-1,1 0 0,0 1 0,0-1 1,-1 1-1,1-1 0,0 0 0,-1 1 1,1-1-1,-1 1 0,1 0 0,-1-1 1,1 1-1,-1-1 0,1 1 0,-1 0 1,1 0-1,-1-1 0,0 1 0,1 0 1,-1 0-1,0-1 0,0 1 0,0 0 1,1 1-1,-3 20 7437,-8 3-5039,-19 24-3238,19-35 1467,-62 87-181,49-73-728,2 1-1,1 1 1,1 1-1,-27 64 1,42-74 82,4-21 17,0 0 0,0 1 0,0-1 1,0 0-1,0 1 0,0-1 0,0 1 0,0-1 0,0 0 0,1 1 0,-1-1 0,0 0 0,0 1 0,0-1 0,1 0 1,-1 1-1,0-1 0,0 0 0,1 0 0,-1 1 0,0-1 0,1 0 0,-1 0 0,0 0 0,1 1 0,-1-1 0,3 0 67,0 0-1,0 0 0,0 0 1,0 0-1,0-1 0,0 1 0,0-1 1,0 0-1,3-1 0,-2 1 29,284-69 899,-283 69-1000,7-2 0,0-1 0,24-9 0,-43 11 23,-10 6-339,13-2-532,-8 5-3766,5-2-2253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3:33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245 238 3009,'-26'3'11144,"24"-2"-10668,-1 0-1,1 1 0,-1-1 0,1 0 1,0 1-1,0 0 0,0-1 1,0 1-1,0 0 0,0 0 0,0 0 1,-1 3-1,-11 15 479,0 2 0,2-1-1,0 1 1,-12 35 0,14-32-763,-1 0 0,-1-1 0,-25 36 0,36-58-180,0-1 1,-1 1-1,1-1 0,-1 1 0,1-1 1,-1 0-1,1 1 0,-1-1 1,0 0-1,0 0 0,0 0 0,0 0 1,0-1-1,0 1 0,-2 0 0,3-1-5,1 0-1,-1 0 0,1 0 1,-1 0-1,1 0 0,-1 0 0,1 0 1,-1 0-1,1 0 0,-1 0 1,1 0-1,-1-1 0,1 1 0,-1 0 1,1 0-1,-1-1 0,1 1 1,0 0-1,-1 0 0,1-1 1,-1 1-1,1-1 0,0 1 0,-1-1 1,0 0-6,1-1 1,0 1 0,-1 0 0,1-1-1,0 1 1,-1 0 0,1-1 0,0 1-1,0 0 1,0-1 0,0 1 0,0 0-1,1-3 1,2-7-7,0-1 1,0 1-1,1 0 1,1 0-1,10-18 0,37-51-126,-36 58 53,120-156-213,-110 149 292,1 1 0,1 1 0,55-39 1,-80 63 19,0 1 1,0 0 0,1 0-1,-1 1 1,0-1 0,1 1 0,-1 0-1,1-1 1,-1 2 0,8-2-1,-10 2-9,0 0-1,0 0 0,0 1 0,1-1 1,-1 0-1,0 1 0,0-1 0,0 1 1,0 0-1,0-1 0,0 1 1,0 0-1,0-1 0,0 1 0,0 0 1,-1 0-1,1 0 0,0 0 1,0 0-1,-1 0 0,1 0 0,-1 0 1,1 0-1,-1 0 0,1 0 1,-1 0-1,0 1 0,1-1 0,-1 0 1,0 0-1,0 0 0,0 1 1,0-1-1,0 0 0,0 2 0,1 14 29,-1 0 0,0 0-1,-1 0 1,-4 17 0,4-27 58,0 0 0,-1 0 0,0 0 1,0 0-1,-1-1 0,1 1 0,-2-1 0,1 0 0,0 0 1,-1 0-1,0 0 0,-8 8 0,8-11 43,-1 0 0,1-1-1,-1 1 1,0-1 0,1 1 0,-1-2 0,0 1-1,0 0 1,-1-1 0,-4 1 0,-58 4 764,36-4-334,9 0-105,-55 8 600,71-8-1000,-1 0 0,0 0 0,1 1 0,-1 0 0,1 0-1,0 0 1,-10 7 0,15-9-65,1 0 0,-1 0 0,1 1 0,0-1 0,-1 0 0,1 0 0,0 1 0,0-1 0,0 0 0,0 1 0,0-1 0,0 1 0,0 0 0,1-1 0,-1 1 0,0 0 0,1-1 0,0 1 0,-1 0 0,1-1 0,0 1 0,0 0 0,0 2 0,0-1 0,1 1 0,0-1 0,0 0 0,0 0 0,1 0 0,-1 0 0,1 0 0,-1 0 0,1 0 0,0 0 0,3 3 0,6 6 0,1-1 0,0-1 0,0 0 0,14 9 0,-4-4 0,0-2 0,1 0 0,0-1 0,1-1 0,0-2 0,33 10 0,-82-22-4690,-6 5-7289,15 1 1484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3:5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5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0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8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338 472 4242,'0'0'182,"0"0"1,0 0-1,1 0 0,-1 0 1,0 0-1,0-1 0,0 1 1,0 0-1,1 0 1,-1 0-1,0 0 0,0 0 1,0-1-1,0 1 0,0 0 1,0 0-1,1 0 0,-1 0 1,0-1-1,0 1 1,0 0-1,0 0 0,0 0 1,0-1-1,0 1 0,0 0 1,0 0-1,0 0 0,0-1 1,0 1-1,0 0 1,0 0-1,0 0 0,0-1 1,0 1-1,0 0 0,-1 0 1,1 0-1,0-1 0,0 1 1,0 0-1,-11-2 3184,-22 4-2025,28-1-677,-81 10 919,-58 5-1355,141-16-246,1 0 0,-1 1 0,1-1-1,0 0 1,-1 0 0,1-1-1,-1 1 1,1 0 0,0-1-1,-1 0 1,1 1 0,0-1 0,0 0-1,-1 0 1,1 0 0,0-1-1,0 1 1,0 0 0,0-1-1,0 1 1,-2-3 0,3 1-45,0 0-1,-1 0 1,1 0 0,1 0 0,-1 0 0,0 0-1,1 0 1,-1-1 0,1 1 0,0 0 0,0 0-1,0 0 1,1 0 0,-1-1 0,2-4-1,3-13 20,1 0-1,1 0 0,1 1 0,0 0 0,2 1 0,0 0 0,1 1 0,1-1 0,1 2 0,0 0 0,1 1 1,24-22-1,-18 20 45,1 1 1,1 1-1,0 1 1,1 1-1,0 0 1,1 2-1,1 1 1,0 1-1,44-11 0,-62 19 57,0 0-1,1 1 0,-1 0 0,0 1 0,1-1 0,-1 1 0,13 2 0,-18-1 11,1-1 0,0 1-1,-1 0 1,1 0-1,-1 0 1,0 0-1,1 1 1,-1-1-1,0 1 1,0-1 0,0 1-1,0 0 1,0 0-1,0 0 1,0 0-1,-1 0 1,1 0 0,-1 0-1,1 0 1,-1 1-1,0-1 1,0 1-1,0-1 1,0 4-1,3 7 260,-2 1 1,0 0-1,-1 0 0,0 0 0,-1 0 0,0 0 0,-3 16 0,-22 98 1025,5-46-1141,-4-2 0,-3-1 0,-4-1 1,-49 91-1,31-61-1036,33-70-960,13-34 112,3-7-1634,1-8-3166,3-3 682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9044,'0'20'9933,"2"2"-5146,-1 2-4251,-3 49-1,1-69-423,0 15-510,4-18-367,5-8-347,5-11 971,2 1 0,0 1 0,1 0 0,0 1 1,1 1-1,1 1 0,0 0 0,26-13 0,-44 26 192,0 0-1,1-1 0,-1 1 0,1 0 1,-1 0-1,1-1 0,-1 1 0,1 0 1,-1 0-1,1 0 0,-1 0 0,1 0 1,-1 0-1,1 0 0,0 0 0,-1 0 1,1 0-1,-1 0 0,1 0 0,-1 0 0,1 0 1,-1 1-1,1-1 0,-1 0 0,1 0 1,-1 0-1,1 1 0,0 0 0,2 15 893,-13 31-198,6-32-733,2-5-169,-3 20-15,8-14-3360,-2-15 3255,-1-1-1,1 0 1,0 0-1,-1 1 1,1-1-1,-1 0 1,1 0-1,0 0 1,-1 0-1,1 0 1,0 0-1,-1 0 1,1 0-1,0 0 1,-1 0-1,1 0 1,0 0-1,-1 0 1,1-1-1,-1 1 1,1 0 0,0 0-1,-1-1 1,1 1-1,0-1 1,1 0-1035,17-6-4587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 9973,'0'0'311,"1"0"0,-1-1 0,0 1 0,1 0 0,-1-1 1,0 1-1,1-1 0,-1 1 0,0 0 0,0-1 0,1 1 0,-1-1 1,0 1-1,0-1 0,0 1 0,0-1 0,1 1 0,-1-1 1,0 0-1,0 1 0,0-1 0,0 1 0,0-1 0,0 1 1,-1-1-1,1 1 0,0-1 0,0 1 0,-1-2 0,-14 7 3842,-27 22-2738,37-24-980,-5 4-281,-1-1-140,1 1 0,0 0 0,0 1 0,1 0 0,-13 15 0,21-23-65,1 1 1,0-1-1,0 0 1,0 1 0,-1-1-1,1 1 1,0-1-1,0 1 1,0-1-1,0 0 1,0 1 0,0-1-1,0 1 1,0-1-1,0 1 1,0-1 0,0 1-1,0-1 1,0 0-1,1 1 1,-1-1-1,0 1 1,0-1 0,0 1-1,0-1 1,1 0-1,-1 1 1,0-1 0,1 0-1,-1 1 1,0-1-1,0 0 1,1 1-1,-1-1 1,1 0 0,-1 0-1,0 1 1,1-1-1,22 12-962,-11-7 588,-8-3 408,-1 0 0,0 0 0,0 0 0,1 1 0,-1-1 0,-1 1 0,1-1 0,0 1 0,-1 0 0,1 0 0,-1 1-1,0-1 1,0 0 0,0 1 0,0-1 0,-1 1 0,0 0 0,1-1 0,-1 1 0,-1 0 0,1 0 0,0 0-1,-1-1 1,0 1 0,0 0 0,0 0 0,0 0 0,-1 0 0,1 0 0,-1 0 0,0-1 0,0 1 0,-1 0-1,1-1 1,-1 1 0,0-1 0,0 1 0,0-1 0,0 0 0,0 0 0,-5 5 0,0 0-59,0 0-1,-1 0 1,0-1 0,-14 9 0,-4-1-4564,19-14-85,3-6-856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1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6035,'4'4'6748,"2"11"-3589,-1-5-2235,-2-5-790,0-2 0,0 1-1,0 0 1,0 0-1,1-1 1,0 0 0,-1 0-1,1 0 1,1 0-1,-1 0 1,0-1-1,1 0 1,-1 0 0,1 0-1,-1-1 1,1 1-1,0-1 1,0 0 0,0 0-1,-1-1 1,1 0-1,9 0 1,-7 0-73,0-1 0,0 0 0,0-1 0,-1 1-1,1-1 1,0-1 0,-1 1 0,1-1 0,-1 0 0,0-1 0,0 0 0,0 0 0,-1 0 0,1 0 0,8-10 0,-13 13-16,-1 1 0,1-1 0,0 0 1,-1 0-1,1 0 0,-1 1 1,1-1-1,-1 0 0,1 0 1,-1 0-1,0 0 0,1 0 0,-1 0 1,0 0-1,0 0 0,0 0 1,0 0-1,0 0 0,0 0 0,0 0 1,0 0-1,0 0 0,0 0 1,0 0-1,-1 0 0,1 0 1,-1-1-1,0 0 41,-1-1 1,1 1-1,-1 0 0,0 0 1,1 0-1,-1 0 0,0 1 1,0-1-1,-1 0 0,-2-1 1,-1-1 109,1 1 0,-1 0 0,0 1 0,0 0 0,0-1 0,0 2 1,0-1-1,-9 0 0,11 2-148,0 0 0,0 1 0,0 0 0,0 0 0,1 0 0,-1 0 0,0 1 0,1-1 0,-1 1-1,1 0 1,-1 0 0,1 0 0,0 1 0,0-1 0,0 1 0,0-1 0,0 1 0,1 0 0,-1 0 0,1 1 0,0-1 0,0 0 0,0 1 0,0-1 0,1 1 0,-1 0 0,0 3 0,-3 7-266,1 0 0,1 0 1,0 1-1,1-1 0,1 1 0,0 15 0,1-24-333,0 1 0,1 0 0,0 0 0,0-1-1,0 1 1,1 0 0,4 9 0,-5-13-75,1 1-1,0 0 1,0-1 0,1 1 0,-1-1-1,1 0 1,0 0 0,0 0 0,0 0 0,0 0-1,0 0 1,0-1 0,6 3 0,20 7-4350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86 6803,'0'0'321,"1"-1"1,-1 0-1,1 1 0,0-1 0,-1 1 1,1-1-1,0 1 0,-1-1 0,1 1 0,0-1 1,0 1-1,-1 0 0,1-1 0,0 1 1,0 0-1,-1 0 0,1 0 0,0 0 1,0 0-1,0-1 0,0 1 0,-1 1 1,1-1-1,0 0 0,0 0 0,0 0 0,-1 0 1,1 0-1,0 1 0,0-1 0,-1 0 1,1 1-1,0-1 0,0 1 0,0 0 1,0 1-96,0-1 0,0 1 0,-1-1 0,1 1 0,-1 0 0,1-1 0,-1 1 0,0 0 0,0 0 0,1-1 0,-1 1 0,-1 0 1,1-1-1,0 1 0,0 0 0,-1 0 0,1 1 0,0-2-181,0 0 1,0-1-1,0 1 0,0 0 1,-1 0-1,1 0 0,0-1 1,0 1-1,0 0 0,-1 0 1,1-1-1,0 1 0,-1 0 1,1-1-1,0 1 1,-1 0-1,1-1 0,-1 1 1,1-1-1,-1 1 0,1 0 1,-1-1-1,0 1 0,1-1 1,-1 0-1,0 1 0,1-1 1,-1 0-1,0 1 0,1-1 1,-1 0-1,0 0 0,0 1 1,1-1-1,-1 0 1,0 0-1,0 0 0,0 0 1,1 0-1,-2 0 0,0-1-5,1 0 0,0 0-1,0 0 1,-1 0 0,1 0-1,0 0 1,0 0 0,0 0-1,0 0 1,0 0 0,1-1-1,-1 1 1,0 0 0,0-1-1,1 1 1,-1 0 0,1-1-1,-1 1 1,1-1 0,0 1-1,0-3 1,-1-1 21,0-1-1,1 0 1,0 1-1,0-1 1,1 0 0,0 1-1,0-1 1,0 0 0,0 1-1,4-9 1,-4 11-259,1 1 0,-1 0 0,0-1 0,1 1 0,0 0 0,-1 0-1,1 0 1,0 0 0,0 0 0,4-2 0,-4 2-501,0 1 0,0 0 0,0 0 0,1 0 0,-1 0 0,1 1 0,-1-1 0,0 1 0,1-1 0,-1 1 0,1 0-1,-1 0 1,4 0 0,13 2-4271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9 11157,'-2'-8'8948,"-3"18"-5321,-3 21-1256,-21 121 2932,-22 74-3942,49-217-1417,-8 33 149,-6 50 0,14-81-232,1 0 0,1 0 1,0 1-1,0-1 0,1 0 1,1 0-1,0 0 1,0-1-1,1 1 0,4 10 1,-6-19-211,0 0-1,0 0 1,0 0 0,1 0 0,-1 0 0,0 0-1,1 0 1,-1-1 0,4 4 0,-4-5-86,1 1 0,-1 0 1,1-1-1,-1 1 0,0-1 0,1 1 0,-1-1 1,1 1-1,-1-1 0,1 0 0,-1 0 1,1 0-1,-1 0 0,1 0 0,-1 0 1,1 0-1,-1-1 0,1 1 0,-1 0 0,1-1 1,-1 1-1,1-1 0,0 0 0,15-9-6333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11957,'2'-4'2642,"11"-4"-433,8-3 848,10 1-1376,19-1-1137,9-1-512,3 1-32,9-1-1184,3 1-1794,-5 3-4833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18 4866,'4'-5'4260,"7"-8"617,-8 14-3310,-4 11-52,-24 118-976,18-44-10335,7-77 6882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10325,'4'-29'2129,"2"6"-1233,-2 12 545,-2 7 143,5 6-991,3 4-561,-2 7-32,3 4-592,-3 1-1057,-4 7-1745,-4 1-1376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6947,'-16'6'3099,"14"-5"-606,7 0 108,2 0-1107,-3 0-1208,-1 0 1,1 0-1,0 0 0,-1 0 0,1 1 0,-1-1 0,0 1 0,1 0 0,4 4 0,-4-3-250,0 1 0,0 0 0,0 0 0,0 0 0,-1 0 0,0 1 0,1-1-1,-2 1 1,1 0 0,0 0 0,-1 0 0,0 0 0,0 1 0,-1-1 0,1 0 0,-1 1-1,0-1 1,0 7 0,-1-15-67,1 0 0,0 1 0,-1-1 0,1 0-1,1 1 1,-1-1 0,0 1 0,1 0 0,-1-1 0,1 1 0,0 0-1,0 0 1,-1 0 0,1 0 0,1 0 0,2-2 0,38-26 40,-41 29 28,1-1 1,-1 1-1,0 0 1,1-1-1,-1 1 1,1 0-1,0 1 1,-1-1-1,1 0 1,0 1-1,-1-1 1,1 1-1,5 0 1,-7 1 8,0-1 1,1 1 0,-1 0 0,0-1 0,1 1 0,-1 0-1,0 0 1,0 0 0,0 0 0,0 0 0,0 0 0,0 1-1,0-1 1,0 0 0,0 0 0,-1 1 0,1-1 0,0 0-1,-1 1 1,1-1 0,-1 1 0,1-1 0,-1 1-1,0-1 1,0 4 0,2 3-389,-1 0-1,0 0 0,-1 0 1,-1 15-1,-6 13-6612,3-23 1940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8180,'-4'8'3185,"-7"9"-1600,-5 10 800,-5 9 272,2 12-928,0 8-544,-2 7-145,4 4-144,1 0-415,1-4-289,3-7-144,1-10-48,5-8-304,4-13-609,2-6-928,2-9-784,0-6-1777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5875,'0'0'4290,"2"0"-3266,3 0 257,3 3 832,7-3-1025,3 2-736,8 0 209,5 0-209,4-2-144,5-2-96,2-2-112,0-1-272,0 1-641,-7 0-960,-1 0-1040,-3 2-1505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27 2145,'-11'7'3133,"-31"21"3525,7 3-3490,32-28-3106,1 1 1,0-1-1,-1 1 0,1 0 1,0-1-1,1 1 0,-1 0 1,1 0-1,0 0 0,0 0 1,0 1-1,0-1 0,1 0 1,0 0-1,-1 0 0,2 1 1,-1-1-1,0 0 0,1 0 1,2 8-1,-1-4-32,0 0 1,1 0-1,0 0 1,0-1-1,0 0 1,1 1-1,1-1 1,-1 0-1,1-1 1,0 1 0,0-1-1,1 0 1,0-1-1,0 1 1,11 7-1,-15-13-42,0 1 0,0-1 0,0 1 0,0-1-1,0 0 1,1 0 0,-1 0 0,0 0 0,0 0 0,0-1 0,0 1-1,0-1 1,0 1 0,1-1 0,-1 0 0,0 1 0,0-1 0,-1 0-1,1 0 1,0-1 0,0 1 0,0 0 0,-1-1 0,1 1 0,-1-1-1,1 1 1,1-4 0,5-3-14,-1-1-1,-1 0 1,0 0-1,6-12 1,-8 12 107,0 1 0,-1-1-1,0 0 1,-1 0 0,0-1 0,0 1 0,-1 0 0,0-1-1,0 1 1,-2-14 0,1 17-164,-1 0 1,0 0-1,0 1 0,0-1 0,-1 0 1,0 0-1,0 1 0,0-1 0,-1 1 1,0-1-1,0 1 0,0 0 0,-1 0 1,1 1-1,-1-1 0,-1 1 0,-5-6 1,8 8-568,0 1 1,0 0-1,1 0 1,-1 0-1,0 1 1,0-1-1,0 0 1,0 1-1,0-1 0,-4 1 1,-5-1-5234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43 6547,'1'0'307,"-1"-1"0,1 0 0,-1 0 0,0 0 0,1 0 0,-1 1 0,0-1 0,0 0-1,0 0 1,0 0 0,0 0 0,0 0 0,0 0 0,0 0 0,0 1 0,0-1 0,0 0 0,0 0 0,-1 0 0,1 0 0,0 0 0,-1 1 0,0-2 0,0 0-57,0 1 0,0 0 1,0 0-1,-1-1 0,1 1 1,-1 0-1,1 0 1,0 0-1,-1 0 0,0 1 1,-1-2-1,-1 0-32,-1 1 0,1 0 0,0 0 0,-1 0 0,1 0 0,-1 1 1,1-1-1,-8 1 0,-4 3 98,0 0 0,0 1 0,0 0 0,1 1 0,-1 1 0,1 0 0,1 1 0,-1 1 0,1 1 0,-26 19 0,39-27-327,-1 1 1,0-1-1,1 0 0,-1 1 0,1 0 1,-1-1-1,1 1 0,0 0 1,0 0-1,0-1 0,0 1 1,0 0-1,0 0 0,0 0 0,1 0 1,-1 0-1,1 1 0,-1-1 1,1 0-1,0 0 0,0 0 1,0 0-1,0 0 0,0 1 0,0-1 1,1 0-1,-1 0 0,1 0 1,-1 0-1,1 0 0,0 0 1,0 0-1,0 0 0,0 0 0,0 0 1,0-1-1,3 3 0,-2-1-42,1-1 1,0 1-1,0-1 0,0 0 0,1 0 0,-1 0 0,0 0 0,1 0 0,0-1 0,-1 0 0,1 1 0,0-1 0,-1-1 0,1 1 0,0 0 1,0-1-1,0 0 0,0 0 0,-1 0 0,6-1 0,0-1 15,0-1 0,0 1 0,-1-1 1,1-1-1,-1 0 0,0 0 0,0 0 1,0-1-1,7-6 0,-10 7 149,0 0 0,-1 0 0,1-1 0,-1 1 0,0-1-1,-1 0 1,1 0 0,-1 0 0,0-1 0,0 1 0,-1-1 0,1 1 0,-1-1 0,2-8 0,-4 5 1414,-4 9-522,-10 20-130,-16 36-646,29-53-314,0-1-1,0 1 1,0-1-1,0 1 1,1 0-1,-1-1 1,1 1-1,-1 0 1,1 0 0,0-1-1,0 1 1,0 0-1,1 0 1,-1-1-1,1 1 1,-1 0-1,1-1 1,0 1-1,0-1 1,0 1-1,1-1 1,-1 1 0,0-1-1,1 0 1,-1 1-1,3 1 1,1 0-847,-1-1 0,1 0 1,0 0-1,0 0 0,0 0 0,0-1 1,1 1-1,-1-1 0,1-1 0,-1 1 1,12 1-1,23 2-5650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2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 5891,'2'-9'2273,"-2"1"-961,0-1 785,3 5 1249,-1 8-1954,0 11-175,-2 8 368,0 11-305,-4 9-127,-3 8-641,1 1-416,2-4-96,0-8-352,2-7-929,-1-8-1056,3-6-2177,3-9-1328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94 4434,'0'-4'466,"0"1"-1,0 0 1,0-1 0,0 1 0,1 0-1,0-1 1,0 1 0,-1 0 0,2 0-1,-1-1 1,0 1 0,1 0-1,-1 0 1,1 0 0,0 1 0,0-1-1,4-4 1,-2 4-243,0 0 1,0 1-1,1-1 1,-1 1-1,1 0 0,0 0 1,-1 0-1,1 1 1,0-1-1,0 1 0,8-1 1,8-1 204,0 0 0,0 2 0,0 0 0,0 1 0,0 2 0,34 5 0,-53-7-360,0 1 0,0-1 1,0 1-1,0 0 0,0 0 1,0 0-1,0 0 0,0 0 1,0 0-1,0 0 0,0 1 0,-1-1 1,1 1-1,-1-1 0,1 1 1,-1-1-1,0 1 0,1 0 1,-1 0-1,0 0 0,0 0 1,1 4-1,-1-2-14,0 0 1,-1 0-1,0 0 0,0 0 1,0 0-1,0 0 0,0-1 1,-1 1-1,0 0 0,0 0 1,-2 7-1,-2 1-24,0-1 0,-1 0 0,0 0 0,0 0 0,-1-1-1,-1 1 1,-9 9 0,-10 3-39,20-17-152,0 0 0,0 0 1,1 1-1,0 0 0,-7 9 0,13-16 99,0 1-1,0-1 0,0 1 1,0-1-1,0 0 0,0 1 0,0-1 1,1 1-1,-1-1 0,0 1 0,0-1 1,0 0-1,0 1 0,1-1 0,-1 1 1,0-1-1,0 0 0,1 1 0,-1-1 1,0 0-1,0 0 0,1 1 0,-1-1 1,0 0-1,1 1 0,-1-1 0,1 0 1,-1 0-1,0 0 0,1 0 1,-1 1-1,1-1 0,19 8-566,-15-5 420,6 1-14,0 2-1,0 0 1,-1 0-1,19 16 0,-27-20 284,1 0 0,-1 0 0,0 0 0,0 0 0,0 0 0,-1 1 0,1-1-1,-1 1 1,1-1 0,-1 1 0,0 0 0,0 0 0,0-1 0,0 1 0,0 0 0,-1 0-1,1 0 1,-1 0 0,0 0 0,0 0 0,0 0 0,0 0 0,-1-1 0,1 1 0,-1 0-1,0 3 1,-2 1 124,0 1 0,0-1 0,0 0 0,-1-1 0,0 1 0,-1-1 1,1 1-1,-1-1 0,0-1 0,-1 1 0,1-1 0,-1 0 0,0 0 0,-1 0 0,1-1 0,-1 0 0,0 0 0,0-1 0,0 0 0,0 0 0,0-1 0,-1 1 0,1-2 0,-1 1 0,0-1 0,1 0 0,-1-1 0,0 0 0,0 0 0,1-1 0,-1 1 0,0-2 0,1 1 0,-1-1 0,1 0 0,-1-1 0,1 0 0,0 0 0,-11-7 0,18 10-246,-39-27-13,26 9-3468,13 17 3158,0 1 0,0-1 0,-1 0-1,1 1 1,0-1 0,0 0 0,1 1 0,-1-1 0,0 0 0,0 1 0,0-1 0,0 1-1,1-1 1,-1 0 0,0 1 0,0-1 0,1 1 0,-1-1 0,0 1 0,1-1-1,-1 1 1,1-1 0,-1 1 0,1-1 0,-1 1 0,1 0 0,-1-1 0,1 1 0,0-1-1,9-3-6129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34 4594,'0'-2'608,"-1"0"0,0 1 0,0-1 0,0 0 0,0 1 1,0-1-1,0 1 0,0-1 0,0 1 0,-1-1 0,1 1 0,-1 0 0,1 0 0,-1-1 0,1 1 0,-1 0 0,-3-1 1,1 1-131,0-1 0,0 1 1,0 0-1,-1 0 1,1 1-1,0-1 0,-7 1 1,-4 1 135,1 0 0,-1 2 0,-22 5 0,19-4-453,0 2-1,0-1 1,0 2-1,1 1 1,-22 12-1,38-20-206,1 1-1,-1-1 0,1 0 0,-1 1 0,1-1 0,-1 0 0,1 1 0,-1-1 0,1 0 0,-1 1 0,1-1 0,0 1 0,-1-1 0,1 1 1,0-1-1,-1 1 0,1-1 0,0 1 0,0-1 0,-1 1 0,1-1 0,0 1 0,0-1 0,0 1 0,0 0 0,0-1 0,0 1 1,0-1-1,0 1 0,0 0 0,0 0 0,1 0-49,0 0 1,-1 0-1,1 0 1,0 0-1,0 0 1,0 0-1,0 0 1,0 0-1,0 0 0,0-1 1,1 1-1,-1 0 1,2 0-1,47 15-2270,-45-14 1926,86 27-3272,-82-26 3705,0 1-1,-1 0 1,0 1-1,0 0 0,0 0 1,0 1-1,-1 0 0,8 8 1,-14-13 150,1 1 1,-1-1-1,0 0 0,0 1 1,0 0-1,0-1 1,0 1-1,-1 0 1,1-1-1,0 1 0,-1 0 1,0 0-1,1-1 1,-1 1-1,0 0 0,0 0 1,0 0-1,0 0 1,0 0-1,0-1 1,-1 4-1,0-2 125,0 1-1,-1-1 1,0 0-1,1 1 1,-1-1 0,0 0-1,0 0 1,-1 0-1,1-1 1,-4 4 0,-6 4 481,1-1 0,-2 0 0,1-1 0,-17 8 0,0-1-712,0-2-1,-40 13 1,59-24-1442,6-3-769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5186,'-7'12'9388,"5"-10"-8587,1 0 0,0 0 0,0 0 0,0 0 0,0 0 0,0 0 0,0 1 0,1-1 0,-1 3 0,-5 28 1419,-15 46-1,-16 28-1096,-18 64-3100,55-155 330,0-12-1369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92 5635,'-30'-2'4296,"25"1"-707,21 0-1200,103-5 660,59-18-3013,-53 6 125,-11 4 803,91-12 5783,-232 44-5286,13-9-4967,2-2-3776,5-3-156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2145,'8'4'3105,"-1"-2"-1776,-1-2 176,-2 0 272,0 0-49,2 0-239,-3 4 32,3 13 31,-12-7-143,-3 3-336,-1 0-513,-7 3-416,-12 18-144,-7 3-16,-4 1-1009,3-3-2160,10-3-2946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 4818,'8'9'9067,"-19"-6"-2795,-2 0-5433,-11 5 353,1 1 0,-35 18 0,48-22-1141,0 1 1,1 0-1,-1 1 1,1 0-1,1 0 1,0 1-1,0 0 1,-8 10-1,15-16-49,0-1 0,0 0 0,0 1-1,0-1 1,0 1 0,0 0-1,0-1 1,0 1 0,0 0-1,1-1 1,-1 1 0,1 0-1,-1 0 1,1 0 0,0-1-1,0 1 1,-1 0 0,1 0-1,1 0 1,-1 0 0,0-1-1,0 1 1,1 0 0,-1 0 0,1 0-1,-1-1 1,1 1 0,0 0-1,0-1 1,0 1 0,0 0-1,0-1 1,0 1 0,0-1-1,0 0 1,1 1 0,-1-1-1,0 0 1,1 0 0,-1 0-1,1 0 1,1 1 0,4 1 7,-1 0 0,0 0 0,1-1 0,-1 0 0,1 0-1,0-1 1,0 0 0,0 0 0,0 0 0,7-1 0,-4-1 8,0 0 0,1 0 0,-1-1 0,0 0 0,0-1 0,0 0 0,0-1 0,-1 0 0,1-1 0,-1 0 0,12-8 0,-18 10-13,0 1 0,1 0 0,-2-1 0,1 0-1,0 0 1,-1 0 0,1 0 0,-1 0 0,0-1 0,0 1-1,0-1 1,0 1 0,-1-1 0,1 1 0,-1-1 0,0 0 0,0 0-1,0 0 1,-1 0 0,0 0 0,1 0 0,-1 0 0,-1 0-1,1 1 1,0-1 0,-1 0 0,0 0 0,0 0 0,0 0-1,0 0 1,-1 1 0,-3-7 0,2 5-39,-1 0-1,0 1 1,0-1 0,0 1 0,0 0-1,0 0 1,-1 1 0,0-1-1,0 1 1,0 0 0,0 0-1,0 0 1,-1 1 0,1 0 0,-1 0-1,1 1 1,-11-3 0,-23 2-2566,35 3 1829,1-1-1,-1 1 1,0 0 0,1 0-1,-1 0 1,0 0-1,-4 3 1,2 2-4404,5 0-536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7443,'28'5'9475,"-5"9"-3335,-20-10-5629,0-1 0,0 1-1,0-1 1,0 1 0,-1 0-1,1 1 1,-1-1-1,0 0 1,2 7 0,-1-2-392,-1 0 1,0 0 0,-1 0 0,0 0 0,0 0 0,-1 0-1,0 0 1,-1 0 0,1 0 0,-4 11 0,4-20-131,0 0 1,0 0-1,0 1 0,-1-1 1,1 0-1,0 0 1,0 0-1,0 0 0,0 0 1,0 0-1,0 1 0,0-1 1,0 0-1,0 0 1,0 0-1,0 0 0,0 0 1,0 1-1,0-1 1,0 0-1,0 0 0,0 0 1,0 0-1,0 0 1,0 1-1,0-1 0,0 0 1,0 0-1,0 0 0,0 0 1,0 0-1,0 1 1,0-1-1,0 0 0,0 0 1,0 0-1,0 0 1,0 0-1,1 0 0,-1 1 1,0-1-1,0 0 0,0 0 1,0 0-1,0 0 1,0 0-1,1 0 0,-1 0 1,0 0-1,0 0 1,0 0-1,0 0 0,0 0 1,1 0-1,-1 0 1,0 0-1,0 0 0,0 0 1,1 0-1,11-9-428,27-32-37,-15 15 286,-11 13 234,1 0-1,1 1 1,0 1 0,1 0 0,0 1 0,0 1 0,1 0 0,33-11 0,-50 20-6,1 0 1,0 0 0,-1-1 0,1 1 0,-1 0 0,1 0-1,0 0 1,-1 0 0,1 0 0,-1 0 0,1 0 0,-1 0-1,1 1 1,0-1 0,-1 0 0,1 0 0,-1 0 0,1 0-1,-1 1 1,1-1 0,-1 0 0,1 1 0,-1-1 0,1 0-1,-1 1 1,1-1 0,-1 1 0,1 0 0,3 18 460,-11 26-250,7-42-205,-3 9-182,-6 32 192,9-43-266,0 1-1,0 0 1,0-1 0,0 1 0,0 0 0,0-1 0,0 1 0,1 0 0,-1-1 0,1 1 0,-1-1 0,2 3-1,-2-3-132,1-1-1,0 1 0,-1-1 1,1 1-1,0-1 0,0 0 0,0 1 1,-1-1-1,1 0 0,0 1 0,0-1 1,0 0-1,-1 0 0,1 0 1,0 0-1,0 0 0,0 0 0,0 0 1,0 0-1,0 0 0,-1 0 1,1 0-1,0-1 0,0 1 0,0 0 1,0-1-1,3 0-1010,12-2-5177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35 6611,'10'10'10116,"13"12"-6226,-12-16-3358,0-1-1,0 1 0,0-2 1,1 1-1,20 4 0,-27-8-551,1 0-1,0 0 1,0-1-1,-1 0 1,1 0 0,0 0-1,0 0 1,0-1-1,-1 0 1,1 0-1,-1-1 1,1 0 0,-1 0-1,7-3 1,-11 4 13,0 1 1,0-1-1,1 0 1,-1 0-1,0 0 1,-1 0-1,1-1 0,0 1 1,0 0-1,0 0 1,-1 0-1,1-1 1,0 1-1,-1 0 1,1-1-1,-1 1 1,0-1-1,1 1 1,-1 0-1,0-1 0,0 1 1,0-1-1,0 1 1,0-1-1,0 1 1,-1 0-1,1-1 1,0 1-1,-1-1 1,1 1-1,-1 0 1,1-1-1,-1 1 0,0 0 1,1 0-1,-1-1 1,-2-1-1,2 0 23,-1 0-1,-1 0 0,1 0 0,0 0 1,-1 0-1,1 0 0,-1 1 0,0-1 1,0 1-1,0 0 0,0 0 1,-1 0-1,-5-3 0,1 4 52,1 1 1,-1-1-1,0 1 0,1 1 1,-1-1-1,0 1 0,1 0 1,-1 1-1,1 0 0,-10 4 0,1 0 163,1 0 0,0 1 0,-24 15-1,38-21-206,0 0 0,0 0 0,0-1 0,1 1-1,-1 0 1,0 1 0,0-1 0,0 0-1,1 0 1,-1 0 0,1 0 0,-1 0-1,1 1 1,-1-1 0,1 0 0,0 1-1,-1-1 1,1 0 0,0 0 0,0 1-1,0-1 1,0 0 0,0 1 0,0-1-1,1 0 1,-1 1 0,0-1 0,1 0-1,-1 0 1,1 1 0,-1-1 0,2 2-1,2 6 35,1 0-1,1-1 0,8 12 1,-4-6-20,8 15-292,-9-13-89,1-1 1,22 27 0,-28-38-284,1 0 0,-1 0 0,1 0 0,0 0 0,5 3 0,-6-5-266,0-1 0,0 1 0,0 0 0,0-1 1,0 0-1,0 0 0,0 0 0,6 0 0,24-1-7295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8372,'4'4'2481,"0"0"-1264,0-2 1616,0 0-976,9 0-1137,4-2-16,1 0-63,5 3-97,3-3 144,-1 0-192,0 2-336,-2-2-160,-7 0-32,-3 2-496,-7-2-1441,-2 0-2785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 2593,'-5'12'13715,"-2"9"-6463,0 5-4369,-22 84-937,-41 213-137,135-399-5243,-49 59 2486,30-23 1,-41 36 824,1 0 0,0 0 1,0 0-1,0 1 1,1 0-1,-1 0 1,1 0-1,0 1 0,11-3 1,-17 5 120,0 0 0,1 0 1,-1 0-1,0 0 0,0 0 1,1 0-1,-1 0 0,0 1 1,1-1-1,-1 0 0,0 1 1,0-1-1,1 1 0,-1 0 1,0-1-1,0 1 0,0 0 1,0-1-1,0 1 0,0 0 1,0 0-1,0 0 0,1 1 1,0 1 27,0 0 0,-1 0 0,0 0 0,1 0 0,-1 0 0,0 0 0,0 1 0,-1-1 0,2 4 0,-1 4 116,-1 1-1,0-1 1,0 0 0,-3 18-1,1-19 54,0 0 0,-1 0 0,0 0 0,0 0 0,-1 0 0,0-1 0,-1 0 0,0 1 0,-8 9 0,10-15-54,-1 1 1,0-1 0,0 0-1,0-1 1,-1 1-1,1-1 1,-1 0-1,0 0 1,0 0 0,0-1-1,0 0 1,0 0-1,-1 0 1,1-1-1,-1 1 1,1-1 0,-1-1-1,-9 1 1,1 0 19,0-1 1,0-1-1,-1-1 1,1 0-1,-20-5 0,29 6-254,1 0-1,0-1 1,0 1-1,0-1 0,1 0 1,-1 0-1,0 0 0,1 0 1,-1-1-1,1 0 1,0 1-1,0-1 0,0 0 1,0-1-1,0 1 1,1 0-1,-1-1 0,1 0 1,0 1-1,0-1 0,0 0 1,-1-6-1,1 2-631,1 0 0,0 0 0,0 1 0,1-1 0,0 0 0,1-12 0,0 16-136,-1 0-1,1 1 0,0-1 1,1 0-1,-1 1 0,0-1 1,1 1-1,0 0 0,3-6 1,7-4-4670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 7812,'-12'-11'8006,"20"11"-1162,10 6-3054,-2 1-4942,12 9 981,17 10-517,-14-12-7495,-26-12 1940,1-4-1515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2 2881,'-5'0'1215,"0"-1"0,0 1 0,1-1 1,-1 2-1,0-1 0,0 0 0,0 1 0,1 0 0,-1 0 0,0 0 0,-8 4 0,11-4-917,0 1-1,0 0 1,0-1-1,0 1 1,0 0 0,0 0-1,0 0 1,0 0 0,1 0-1,-1 1 1,1-1-1,0 0 1,0 1 0,-1-1-1,2 1 1,-1-1-1,0 1 1,0-1 0,1 1-1,-1 0 1,1-1-1,0 6 1,-4 84 1213,-2 38-1045,-31 180 1,35-298-466,0-1 0,-2 0 0,1 0 0,-1 0-1,-1 0 1,0 0 0,0-1 0,-11 14 0,14-20 9,-1-1-1,0 0 1,1 0 0,-1 0 0,-1-1-1,1 1 1,0-1 0,-1 1-1,1-1 1,-1 0 0,0-1 0,1 1-1,-1-1 1,0 1 0,0-1-1,0 0 1,0 0 0,0-1 0,0 1-1,-1-1 1,1 0 0,0 0-1,0-1 1,0 1 0,0-1 0,0 0-1,-4-1 1,-5-2 168,1-1 0,-1 0 0,1-1 0,1 0-1,-1-1 1,-15-13 0,-63-57 547,34 25-755,29 31-26,7 5-982,-35-37 0,50 43-2289,6 9 2867,-1 0-1,0 1 1,1-1-1,-1 1 1,0-1-1,1 1 1,-1-1 0,1 1-1,-1-1 1,1 1-1,-1-1 1,1 1-1,0 0 1,-1-1 0,1 1-1,-1 0 1,1-1-1,0 1 1,-1 0-1,1 0 1,0 0 0,-1 0-1,2 0 1,15-4-5663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5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6179,'30'0'9845,"1"0"-4255,16 1-2758,64-4-2787,-87 0-184,23-1 268,-17 6-3136,-26-1-704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12214,'-2'10'7852,"-7"-2"-4189,-19 5-2436,16-8-398,5-2-661,-17 8-14,0 0 0,1 2 1,0 1-1,2 0 1,-28 24-1,47-37-165,1 0 0,-1 0 0,1 1 0,-1-1 0,1 1 0,0-1 0,-1 1 0,1-1 0,0 1 0,0-1 0,0 1 0,0 0 0,1 0 0,-1 0 0,0-1 0,1 1 0,-1 0 0,1 0 0,0 0 0,-1 0 0,1 0 0,0 0 0,0 0 0,1 0 0,-1 0-1,0 0 1,0 0 0,1 0 0,0-1 0,-1 1 0,1 0 0,0 0 0,0 0 0,0-1 0,0 1 0,0 0 0,0-1 0,0 1 0,0-1 0,1 1 0,-1-1 0,3 2 0,3 2-77,0-1 0,0 1 1,0-1-1,0-1 0,1 0 0,0 0 0,-1 0 0,1-1 0,9 2 0,-3-2-39,0 0 0,1-1 0,-1 0 0,1-1 0,-1-1-1,1 0 1,-1-1 0,17-4 0,-27 5 131,0 0 1,0 0-1,0-1 1,-1 1-1,1-1 1,0 0-1,-1 0 1,1 0-1,-1 0 1,0-1-1,0 1 1,0-1-1,0 0 1,0 0-1,-1 0 1,1 0-1,-1 0 1,0-1-1,0 1 1,0-1-1,0 1 1,0-1-1,-1 0 1,0 0-1,0 1 1,0-1-1,0 0 1,-1 0-1,1 0 1,-1 0-1,0 0 1,0 0-1,0 0 1,-2-5-1,2 5-33,-1 0-1,0 0 0,0-1 1,0 1-1,0 0 0,-1 0 1,0 0-1,0 0 0,0 0 1,0 0-1,0 1 1,-1-1-1,0 1 0,0 0 1,0 0-1,-5-5 0,5 6-341,1 1-1,-1-1 1,0 1-1,0-1 1,0 1-1,0 0 1,0 0-1,0 0 1,-5-1-1,4 2-615,0 0-1,-1 0 1,1 0 0,0 0 0,0 1-1,0-1 1,0 1 0,-6 2 0,-15 7-6750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10325,'4'-1'1492,"1"0"0,0 0 0,0 0 0,-1 1 0,1 0 0,0 0 0,9 1 0,-8-1-889,0 2 0,0-1-1,0 1 1,0 0 0,0 0 0,7 4 0,-10-5-515,0 0 0,0 1 0,0 0 1,-1 0-1,1 0 0,0 0 1,-1 0-1,1 0 0,-1 1 0,0-1 1,0 1-1,0-1 0,0 1 0,0 0 1,0 0-1,-1 0 0,0 0 0,1 0 1,-1 0-1,0 0 0,-1 1 1,1-1-1,0 0 0,-1 1 0,0-1 1,0 6-1,-2 3 33,-1-1 0,0 0 1,-1 0-1,0-1 0,0 1 0,-1-1 1,-1 0-1,0 0 0,0 0 1,-14 15-1,18-27-1490,4-10 663,7-14-111,-1 16 572,0 0 1,0 0-1,1 1 1,0 0-1,1 0 1,0 1 0,20-12-1,84-43 282,-94 54 289,-20 9-267,0-1-1,1 1 1,-1 0-1,0 0 1,1 0 0,-1 0-1,1 0 1,-1-1-1,0 1 1,1 0-1,-1 0 1,0 0 0,1 0-1,-1 0 1,1 0-1,-1 0 1,0 0 0,1 0-1,-1 0 1,0 1-1,1-1 1,-1 0-1,1 0 1,-1 0 0,0 0-1,1 0 1,-1 1-1,0-1 1,1 0 0,-1 0-1,0 1 1,0-1-1,1 0 1,-1 0-1,0 1 1,5 17 1141,-6 26-299,0-39-794,-9 59 432,0 0-1330,10-22-3327,2-32-77,4-8-3125,2-7-3832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6883,'-1'1'376,"0"0"-1,0 0 1,1 0-1,-1 0 1,0 0 0,0 1-1,1-1 1,-1 0-1,1 0 1,-1 1-1,1-1 1,-1 0-1,1 1 1,0-1 0,0 1-1,-1-1 1,1 0-1,0 1 1,0-1-1,1 1 1,-1-1 0,1 3-1,0-1-66,0 0 1,0 1-1,1-1 0,-1 0 0,1 0 1,0 0-1,0 0 0,0 0 0,4 3 0,-2-2-201,-1 0-1,1-1 0,1 1 0,-1-1 0,0 0 0,1 0 0,0 0 0,-1-1 1,1 1-1,0-1 0,0 0 0,1-1 0,5 2 0,-3-3-92,1-1 1,-1 1-1,1-2 0,-1 1 0,0-1 1,0-1-1,0 1 0,0-1 0,8-4 1,-11 4-4,1 0 0,-1 0 1,1 0-1,-1 0 0,0-1 0,0 0 1,-1 0-1,1 0 0,-1-1 1,0 1-1,0-1 0,6-11 0,-9 15 26,0-1 0,0 1 0,0-1 0,-1 0 0,1 0 0,0 0 0,-1 1 0,0-1 0,1 0 0,-1 0 0,0 0 0,0 0 0,0 0 0,0 0 0,0 1 0,0-1 0,-1 0 0,1 0 0,-1 0-1,1 0 1,-1 1 0,-1-3 0,1 2 37,0 1-1,-1-1 1,1 1-1,-1 0 1,0 0 0,0-1-1,1 1 1,-1 0-1,0 0 1,0 1-1,0-1 1,0 0-1,0 1 1,0-1-1,0 1 1,-3-1-1,-7 0 214,0 1-1,0 0 0,0 1 0,0 0 0,-18 5 0,18-4-85,4 0-18,-1 0 0,0 0 0,1 1 0,0 0 0,-9 4 0,15-6-122,-1 0-1,1 1 0,0-1 0,0 1 0,0 0 1,0 0-1,0 0 0,0 0 0,0 0 0,0 0 0,1 0 1,-1 1-1,1-1 0,0 1 0,-1-1 0,1 1 1,0-1-1,1 1 0,-1 0 0,0-1 0,1 1 0,-1 4 1,3 53 354,0-51-346,0 0 0,0 0 0,1 0 1,0 0-1,0 0 0,1 0 0,0-1 0,9 13 0,-1 0-47,-10-18-97,2 6 52,1 1-1,1-1 0,0 0 0,0 0 1,12 12-1,-16-19-225,1 0 0,-1 0 0,0-1 0,1 1-1,-1-1 1,1 0 0,-1 1 0,1-1 0,0 0 0,4 1 0,-4-2-404,1 0 0,-1 1-1,0-1 1,1-1 0,-1 1 0,0 0 0,0-1-1,0 0 1,1 1 0,-1-1 0,3-2 0,15-7-6875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10357,'5'13'10912,"4"4"-3881,5 9-2209,-6 0-4555,-8-24-357,0-1 0,0 0 0,0 0 0,0 0 1,0 1-1,0-1 0,0 0 0,0 0 0,-1 0 0,1 0 0,-1 0 0,1 0 0,-1 0 0,1 1 0,-1-1 0,1 0 0,-1-1 0,0 1 0,1 0 0,-1 0 0,0 0 0,0 0 0,0 0 0,0-1 0,0 1 0,0 0 0,0-1 0,0 1 0,0-1 0,0 1 0,0-1 1,0 0-1,0 1 0,-1-1 0,1 0 0,0 0 0,0 0 0,0 0 0,0 0 0,-1 0 0,-1 0 0,-12 0-6092,-3 0-3417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1 189 3634,'2'-19'4432,"-2"12"-3197,1 1 0,0 0 0,0 0-1,0-1 1,1 1 0,5-11 0,-6 15-1071,0 0 1,1 0-1,-1 1 1,1-1-1,0 0 1,0 1-1,-1-1 1,1 1-1,0-1 0,0 1 1,1 0-1,-1 0 1,0 0-1,0 0 1,0 0-1,1 0 0,-1 1 1,0-1-1,1 1 1,-1-1-1,1 1 1,2 0-1,-2 0-36,-1 0 1,1 0-1,-1 0 0,1 1 1,-1-1-1,1 1 0,-1-1 1,1 1-1,-1 0 0,0 0 1,1 0-1,-1 0 0,0 0 1,0 0-1,0 1 0,0-1 0,0 1 1,2 2-1,0-1-40,-1 2 0,0-1 0,0 0-1,0 1 1,0-1 0,-1 1 0,0 0 0,2 6 0,1 7-33,0 0 0,-2 0 0,3 34 1,-5-33 35,0-1 1,-1 0-1,-1 0 1,-1 1 0,-5 26-1,6-43-55,1-1-1,0 0 0,-1 0 1,1 1-1,-1-1 1,1 0-1,-1 0 0,0 1 1,1-1-1,-1 0 1,0 0-1,0 0 1,0 0-1,0 0 0,0 0 1,0 0-1,0 0 1,0-1-1,0 1 0,0 0 1,0-1-1,-2 2 1,2-2-18,0 0 0,0-1 1,0 1-1,0 0 1,0 0-1,0 0 1,0-1-1,1 1 0,-1 0 1,0-1-1,0 1 1,0-1-1,1 1 0,-1-1 1,0 1-1,0-1 1,1 0-1,-1 1 1,0-1-1,1 0 0,-1 0 1,1 1-1,-1-1 1,1 0-1,-1 0 1,1 0-1,0 1 0,-1-1 1,1 0-1,0 0 1,0 0-1,0 0 0,-1-1 1,-1-9 4,0 0 1,0 0-1,1-1 1,1 1-1,0 0 1,0-1-1,3-14 1,19-78-679,-17 85 139,0 1 0,2 1-1,0-1 1,14-25 0,-17 37-263,1-1 0,-1 1-1,1 0 1,1 0 0,10-9 0,-12 11-217,0 1 0,1 0 0,0 0 0,0 1 0,0-1 0,0 1 0,0 0 0,0 1 0,7-2 0,16-1-3971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34 4754,'17'-2'8552,"-24"6"-1485,-6 2-4554,-1 4-3578,7-4 1123,0 0 1,0 0 0,1 1 0,0 0 0,0 0 0,1 0-1,0 1 1,0 0 0,-4 10 0,7-15-72,1 0 0,0 0 0,0 0 0,0 0 1,0 0-1,0 0 0,1 0 0,0 0 0,-1 0 0,1 1 0,0-1 1,0 0-1,1 0 0,-1 0 0,1 0 0,-1 1 0,1-1 0,0 0 0,0 0 1,1 0-1,-1-1 0,1 1 0,-1 0 0,1 0 0,0-1 0,0 1 1,0-1-1,0 0 0,0 1 0,4 1 0,-4-2 5,1 0 0,-1-1 0,1 0-1,-1 1 1,1-1 0,0 0 0,0 0 0,-1 0-1,1-1 1,0 1 0,0-1 0,0 1 0,0-1 0,0 0-1,5-1 1,-2 0 13,0 0-1,1 0 1,-1-1 0,0 0-1,0 0 1,-1-1 0,8-3-1,-5 2 70,-1-1-1,1 0 1,-1 0-1,0-1 1,0 0-1,-1 0 1,0-1 0,0 0-1,0 0 1,6-11-1,-10 13 61,0-1 0,0 1 1,-1-1-1,0 0 0,0 0 0,-1 1 0,1-1 0,-1 0 1,0 0-1,-1 0 0,1 1 0,-1-1 0,-1 0 0,1 1 1,-1-1-1,-3-7 0,4 11-184,0-1 1,0 0-1,-1 1 1,1-1-1,-1 1 1,0 0-1,0-1 1,0 1-1,0 0 1,0 0-1,0 0 1,0 0-1,-1 1 1,-3-3-1,4 3-229,-1 1 0,1-1 0,0 0 1,-1 1-1,1 0 0,0-1 0,-1 1 0,1 0 0,0 0 0,-1 1 0,1-1 0,-1 0 0,1 1 0,0-1 0,-1 1 0,1 0 0,0 0 1,0 0-1,0 0 0,-3 1 0,-4 5-4174,3 1-984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7475,'-3'1'5975,"-14"11"-2190,-25 39-40,30-36-3418,1 1 1,1 0 0,-11 23-1,20-36-318,0-1-1,0 1 1,0 0-1,0 0 1,0-1-1,1 1 1,-1 0-1,1 0 1,0 0 0,-1 0-1,2 0 1,-1 0-1,0 0 1,0 0-1,1-1 1,0 1-1,-1 0 1,1 0-1,0-1 1,3 5-1,-2-3 10,1-1 0,0 1-1,0-1 1,0 1-1,0-1 1,0 0-1,1 0 1,0-1-1,-1 1 1,1-1-1,0 0 1,5 3 0,-1-2-12,-1 0 0,1-1 1,0 1-1,0-1 1,0-1-1,0 0 1,0 0-1,0 0 1,1-1-1,-1 0 1,0-1-1,0 0 1,0 0-1,11-3 0,-16 2 12,0 0-1,0 1 0,0-1 1,0 0-1,-1-1 0,1 1 1,-1 0-1,0-1 0,0 0 0,1 1 1,-2-1-1,1 0 0,0 0 1,-1 0-1,1 0 0,-1 0 1,0 0-1,0-1 0,0 1 1,0 0-1,-1-1 0,1 1 0,-1 0 1,0-1-1,0 1 0,0-1 1,0 1-1,-1 0 0,-1-7 1,2 6-140,-1 0 1,0 0 0,0 0 0,0 0 0,-1 0-1,0 0 1,1 0 0,-1 0 0,0 0 0,-1 1 0,1-1-1,-1 1 1,1 0 0,-1 0 0,0 0 0,0 0-1,-1 0 1,1 1 0,0-1 0,-1 1 0,0 0-1,1 0 1,-1 0 0,-5-1 0,7 2-312,1 1 0,-1 0 0,1 0 0,-1 0 0,1 0 0,-1 0 1,1 0-1,-1 0 0,1 1 0,-1-1 0,1 0 0,-1 1 0,1-1 0,-3 2 0,-5 4-4793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1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29 9076,'6'-28'12744,"-6"28"-12630,-6 17 1622,-43 121 2804,26-77-3855,2 0 0,-17 87 0,37-138-702,-9 68 162,9-70-262,1 1 0,0-1 1,1 1-1,0-1 0,0 0 0,0 0 1,5 11-1,-5-17-23,0 0 0,0 0-1,0 0 1,0-1 0,1 1 0,-1 0 0,1-1 0,-1 1-1,1-1 1,-1 1 0,1-1 0,0 0 0,0 0 0,0 0-1,0 0 1,0 0 0,0 0 0,0 0 0,0 0 0,0-1 0,0 1-1,0-1 1,0 0 0,1 0 0,-1 0 0,0 0 0,0 0-1,3 0 1,8-2-948,-1 1 0,0-2 0,19-5 0,-30 7 946,86-31-8886,-42 11 2566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 6403,'-4'-9'2881,"8"1"-944,11 2 480,6-1 16,4 3-912,6 4-320,3 0-209,4 4-48,3 0-703,7-1-241,3-1-48,9-2-1249,1-5-2193,4 1-3457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6867,'10'-11'9742,"4"-2"4083,-7 15-10631,1 8-4055,-2-7 667,-6-7-5727,0-1-2339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 2673,'-2'0'641,"2"-2"-193,-2 0 688,-1 2-992,1 0-112,2 2 64,-2-2-64,0 0-32,0 0 0,0 2-144,0-2-112,0 0-96,0 2-80,0-2 112,0 0-401,-1 2-575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5683,'16'-20'4473,"-13"16"-3570,0 0 1,0 0-1,1 1 1,-1-1-1,1 1 1,0-1-1,4-2 1,-7 6-768,0-1-1,1 1 1,-1 0-1,0 0 1,0 0 0,0 0-1,0 0 1,0 1-1,0-1 1,1 0 0,-1 0-1,0 1 1,0-1-1,0 1 1,0-1 0,0 1-1,0-1 1,0 1-1,0 0 1,0-1 0,-1 1-1,1 0 1,0 0-1,0 0 1,-1 0 0,1-1-1,0 1 1,-1 0-1,1 0 1,-1 0 0,1 0-1,-1 1 1,1 0-1,16 38 910,-17-38-1004,6 16 201,0 0-1,-1 0 1,-2 0 0,4 36-1,-7-54-228,0 1 0,0-1 0,0 0-1,0 1 1,0-1 0,0 1 0,0-1-1,0 0 1,0 1 0,0-1 0,-1 1-1,1-1 1,0 0 0,0 1 0,0-1-1,-1 0 1,1 1 0,0-1-1,0 0 1,0 1 0,-1-1 0,1 0-1,0 1 1,-1-1 0,1 0 0,0 0-1,-1 1 1,1-1 0,0 0 0,-1 0-1,1 0 1,0 0 0,-1 0 0,1 1-1,-1-1 1,-18-5 161,-14-15-116,32 18-54,-1 0-1,1 0 0,0 0 0,0 0 0,0 0 0,0 0 0,0 0 0,1 0 0,-1 0 0,0 0 0,1-1 0,0 1 1,-1 0-1,1 0 0,0-1 0,0 1 0,0 0 0,1 0 0,-1-1 0,1 1 0,-1 0 0,1 0 0,-1 0 0,1 0 1,0-1-1,0 1 0,0 1 0,3-5 0,2-3-57,0-1 1,1 1-1,0 0 0,11-10 1,7-5-317,0 2 1,1 1-1,36-22 1,-45 33-1650,0 0 0,1 2 0,34-13 0,-30 16-2989,1 4-1197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98 6995,'-6'1'7741,"-6"-1"-4461,-2 1-1332,2 2-1124,-1 1 0,1 0 1,-15 8-1,23-10-769,0 0 0,0 0 0,0 0-1,0 1 1,1 0 0,-1-1 0,1 1 0,0 1-1,-1-1 1,2 0 0,-1 1 0,-5 7 0,8-8-39,-1 1 1,0-1 0,1 1 0,0-1 0,0 1 0,0-1-1,0 1 1,0-1 0,1 1 0,-1-1 0,1 0 0,0 1-1,0-1 1,3 6 0,23 44 8,-26-50-30,1-1-1,-1 1 1,1-1 0,0 1-1,0-1 1,0 1 0,0-1-1,1 0 1,-1 0 0,0 0-1,1 0 1,0-1 0,-1 1-1,1-1 1,0 1 0,0-1-1,0 0 1,0 0 0,4 1-1,-2-2-13,-1 0 0,1 0 1,-1-1-1,1 0 0,-1 1 0,1-1 0,-1-1 0,0 1 0,0-1 1,1 1-1,-1-1 0,7-5 0,1-1 10,-1 0 1,1 0 0,-2-1-1,1-1 1,-2 0-1,1 0 1,-1-1-1,-1 0 1,15-24-1,-20 30 24,0-1-1,0 0 0,-1 1 1,0-1-1,0 0 0,0 0 1,0 0-1,-1 0 1,0-1-1,-1 1 0,1 0 1,-1 0-1,0-1 1,-1 1-1,1 0 0,-1 0 1,-1-1-1,1 1 0,-1 0 1,0 0-1,0 0 1,-1 1-1,0-1 0,-4-7 1,5 11-129,1 1 0,0-1 0,-1 1 1,1-1-1,-1 1 0,0-1 0,1 1 0,-1 0 1,0 0-1,0 0 0,0 0 0,0 0 0,0 0 1,0 1-1,0-1 0,0 1 0,0-1 0,0 1 1,0 0-1,-1 0 0,-3 0 0,3 0-649,-1 1 0,1-1 0,0 1 1,-1 0-1,1 0 0,0 0 0,0 1 0,-1-1 0,1 1 0,0-1 0,1 1 0,-1 0 0,-3 3 0,-3 5-3423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30 4370,'16'-15'6266,"-16"15"-6057,0 0 0,1-1-1,-1 1 1,0 0 0,0-1 0,0 1 0,0 0-1,1-1 1,-1 1 0,0-1 0,0 1 0,0 0-1,0-1 1,0 1 0,0 0 0,0-1 0,0 1-1,0-1 1,0 1 0,0 0 0,0-1 0,-1 1-1,1 0 1,0-1 0,0 1 0,0 0 0,0-1-1,-1 1 1,-11-4 3950,-10 10-3583,9 1-167,0 1-1,0 0 1,1 0 0,-20 19 0,28-23-395,-1 1 0,1-1 1,0 1-1,1-1 1,-1 1-1,1 0 0,0 1 1,0-1-1,0 0 1,1 1-1,0-1 0,0 1 1,0 0-1,-1 10 1,3-14-44,0 0 0,0-1 0,0 1 0,0 0 1,0 0-1,0-1 0,1 1 0,-1 0 0,0-1 1,1 1-1,0 0 0,-1-1 0,1 1 1,0-1-1,0 1 0,0-1 0,0 1 0,0-1 1,0 1-1,0-1 0,2 2 0,0-2-6,-1 1 0,1-1 0,-1 0 0,1 0 0,0 0 0,-1 0 0,1 0 0,0-1 0,0 1 0,0-1 0,5 1 0,6-2-38,0 0-1,1-1 1,-1 0 0,15-5 0,-26 6 65,5-1 16,0-1 0,0 1 0,0-1-1,-1-1 1,0 1 0,1-1 0,-1-1 0,-1 1-1,1-1 1,7-7 0,-12 10 27,0 0 1,0 0-1,-1-1 0,1 1 1,-1 0-1,1-1 1,-1 1-1,0-1 0,0 1 1,0-1-1,0 1 0,0-1 1,-1 0-1,1 1 0,-1-1 1,0 0-1,0 0 0,0 1 1,0-1-1,0 0 0,0 0 1,-1 1-1,1-1 1,-1 0-1,0 1 0,0-1 1,0 1-1,0-1 0,0 1 1,-1-1-1,1 1 0,-1 0 1,1-1-1,-4-1 0,3 1-131,-1 0 0,0 0 0,-1 0 0,1 1 0,-1-1-1,1 1 1,-1 0 0,1 0 0,-1 0 0,0 1-1,0-1 1,0 1 0,0 0 0,-6-1 0,-13 1-3279,2 6-3525,12-1 1935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205 107 5202,'7'-19'1407,"14"-32"2831,-19 48-3547,-1 0 0,1 0 0,0 0 0,1 0 0,-1 0 0,0 0 0,1 1 0,0-1 0,-1 1 0,1 0 0,0-1 0,3 0 0,-5 3-604,-1 0 0,0 0 0,0 0-1,1 0 1,-1 0 0,0 0 0,0 0-1,1 1 1,-1-1 0,0 0-1,0 0 1,0 0 0,1 1 0,-1-1-1,0 0 1,0 0 0,0 0 0,0 1-1,0-1 1,0 0 0,1 0 0,-1 1-1,0-1 1,0 0 0,0 0-1,0 1 1,0-1 0,0 0 0,0 0-1,0 1 1,0-1 0,0 0 0,0 0-1,0 1 1,0-1 0,0 0-1,0 0 1,0 1 0,-1-1 0,1 0-1,0 0 1,0 1 0,0-1 0,0 0-1,0 0 1,-1 1 0,-3 18 943,4-18-774,-8 27 516,-1-1-1,-1-1 1,-21 39 0,-49 69 65,51-89-822,2 1 1,-35 80-1,61-121-29,-1-1 1,1 0-1,-1 0 0,1 1 1,0-1-1,1 1 1,-1-1-1,1 1 1,0-1-1,0 1 0,0-1 1,1 1-1,0-1 1,0 1-1,0-1 1,2 7-1,-1-8-69,0-1 1,-1 1-1,1-1 0,0 1 0,1-1 0,-1 0 1,0 0-1,1 0 0,-1 0 0,1 0 1,-1-1-1,1 1 0,0-1 0,0 1 1,0-1-1,0 0 0,0 0 0,0-1 1,0 1-1,0 0 0,0-1 0,0 0 0,0 0 1,6 0-1,0-1-947,1 1 0,0-2-1,0 1 1,-1-1 0,18-7 0,19-13-7993,-28 9 2646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59 6899,'-2'-14'2177,"2"1"-592,6 3 1040,5 1-272,5 3-1120,3 2-417,4 2-208,6 2-448,3 2-160,3 0-320,3 2-2017,0 0-3153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5507,'0'-1'271,"0"0"1,0 0-1,0 0 1,0-1-1,0 1 1,0 0-1,0 0 1,0 0-1,1 0 1,-1 0-1,0 0 1,1-1-1,-1 1 1,1 0-1,-1 0 1,1 0-1,0 0 1,-1 0-1,1 1 1,0-1-1,0 0 1,-1 0-1,1 0 1,0 1-1,0-1 1,0 0-1,0 1 1,0-1-1,0 1 1,0-1-1,2 0 1,37-18 2076,-37 18-2134,56-21 451,1 3 0,1 2 0,123-16 0,-177 32-677,2 0 99,1 0 1,0 0-1,-1 1 0,15 2 0,-22-2-44,0 0 0,0 1 0,0-1 0,0 1 0,0-1 0,0 1 0,0 0 0,0 0 0,-1 0 0,1 0 0,0 0 0,0 0 0,-1 1 0,1-1 0,-1 1 0,1-1 0,-1 1 0,0-1 0,1 1 0,-1 0 0,0-1 0,0 1 0,0 0 0,0 0 0,-1 0 0,2 3 0,1 16 506,-1 1 1,-1 0-1,-1 0 1,-1 0-1,0 0 1,-8 32-1,6-31-191,-11 70 1114,-3 0-1,-5 0 0,-59 156 1,73-228-1330,-34 92 381,39-102-475,1 0 0,-1 0-1,2 0 1,0 0-1,0 0 1,1 1-1,0-1 1,3 17-1,-3-28-68,0 0-1,0 0 1,0 0-1,0 0 0,0 0 1,0 1-1,0-1 1,0 0-1,0 0 0,0 0 1,0 0-1,0 0 1,0 0-1,0 0 0,0 0 1,0 0-1,0 1 0,0-1 1,0 0-1,0 0 1,0 0-1,1 0 0,-1 0 1,0 0-1,0 0 1,0 0-1,0 0 0,0 0 1,0 0-1,0 0 1,0 0-1,0 1 0,0-1 1,0 0-1,1 0 1,-1 0-1,0 0 0,0 0 1,0 0-1,0 0 1,0 0-1,0 0 0,0 0 1,0 0-1,0 0 1,1 0-1,-1 0 0,0 0 1,0 0-1,0 0 0,0 0 1,0-1-1,0 1 1,0 0-1,0 0 0,0 0 1,1 0-1,-1 0 1,0 0-1,0 0 0,0 0 1,0 0-1,0 0 1,0 0-1,0 0 0,0 0 1,6-10-2375,4-14-5160,-7 12 1822,-1 0-2275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7748,'0'-1'444,"0"1"0,-1-1 1,1 1-1,-1-1 0,1 1 1,0-1-1,-1 0 1,1 1-1,0-1 0,0 0 1,-1 1-1,1-1 1,0 0-1,0 1 0,0-1 1,0 0-1,0 1 1,0-1-1,0 0 0,0 1 1,0-2-1,3 1 3928,1 11-2980,-2 0-960,1-1 1,1 1-1,-1-1 0,2 0 1,-1 0-1,1 0 0,0 0 1,1-1-1,0 0 0,0 0 1,14 12-1,7 4-619,1-2-1,30 20 1,-21-17 19,-18-17-2532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44 3538,'13'-32'6057,"-14"20"7174,-19 31-8954,-82 113-1931,58-75-4553,29-36-1648,7-5-2548,6-4-1153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0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81 4178,'2'-1'482,"0"-1"0,0 0 0,0 0 0,0 1 0,0-1 0,0 0-1,0 0 1,0-1 0,-1 1 0,1 0 0,-1-1 0,0 1 0,0-1 0,0 1 0,0-1 0,0 1 0,0-1 0,-1 0 0,1 1 0,-1-1 0,0 0-1,0 0 1,0 1 0,0-1 0,0 0 0,0 0 0,-2-4 0,0 6-302,0 0-1,0 0 1,-1 0 0,1 0-1,0 0 1,0 1 0,0-1-1,-1 1 1,1-1 0,0 1 0,-1 0-1,1 0 1,0 0 0,-1 0-1,-3 1 1,-5-1 411,-9-1 165,-129-1 2702,127 4-3178,0 0 0,0 2-1,1 0 1,-39 13 0,41-9-82,-172 67 996,159-61-952,1 2 1,1 1-1,-51 39 0,71-48-165,0 1-1,1 0 0,0 0 1,0 1-1,1 0 1,1 1-1,0 0 1,0 0-1,1 0 1,1 1-1,-1 0 1,-4 20-1,6-16-19,1 0-1,1 0 0,1 0 0,0 0 0,1 0 0,1 1 0,0-1 0,1 0 0,7 25 0,-2-14-20,1 1 0,2-2 0,1 1 0,1-2 0,1 1 0,1-2 0,1 0 0,1 0 0,1-2 0,1 0 0,25 23 0,-27-31-9,0 0 1,1-1 0,0-1-1,0-1 1,2 0-1,-1-2 1,1 0-1,1-1 1,0-1-1,0 0 1,0-2 0,0 0-1,1-1 1,0-2-1,39 1 1,4-8 16,0-3 0,-1-2 1,0-4-1,105-36 0,-131 38-8,-2-1-1,0-2 0,0-2 1,58-37-1,-80 44-55,0 0 0,0-1 0,-1 0 0,-1-1 1,0 0-1,0-1 0,-1 0 0,-1 0 0,0-1 0,-1-1 0,-1 1 1,0-1-1,8-27 0,-8 17-29,-2-1 1,-1 0 0,-1 0-1,-1 0 1,-2-1-1,0 1 1,-2 0-1,-1-1 1,-7-33 0,6 42 48,-1-1 1,-1 1-1,0 0 1,-1 1-1,-1 0 0,-1 0 1,0 0-1,-2 1 1,1 1-1,-2-1 1,0 2-1,-1 0 1,-22-20-1,25 27 1,1 0 0,-1 1 0,0 0 0,-1 1 0,0 0 0,1 0 1,-2 1-1,1 1 0,0 0 0,-1 0 0,1 1 0,-1 1 0,0 0 0,1 0 0,-22 3 0,14 0-81,-1 2 1,1 1-1,0 0 1,0 1-1,1 1 1,0 1-1,0 1 1,-25 16-1,23-14-433,-10 5-1081,17-3-3030,24-14-13525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4418,'-5'6'9888,"-13"10"-4870,-54 45-51,10-13-2836,23-18-1440,1 1 0,-35 38 1,63-58-686,1 1 0,-1 0 0,2 0 1,0 0-1,0 1 0,1 1 0,1-1 0,0 1 1,1 0-1,0 1 0,-2 14 0,6-25-13,0-1 0,1 0 0,-1 0 0,1 1 0,0-1-1,0 0 1,0 1 0,0-1 0,1 0 0,-1 0 0,1 1-1,0-1 1,0 0 0,0 0 0,1 0 0,-1 0 0,1 0-1,-1 0 1,1 0 0,4 4 0,-3-4-41,1-1-1,-1 1 1,1 0-1,0-1 1,0 0-1,0 0 1,0 0 0,1-1-1,-1 1 1,0-1-1,1 0 1,-1 0 0,6 0-1,6 0-69,-1 0 0,0-2 0,0 0 1,0 0-1,0-2 0,-1 0 0,29-9 0,-37 9 136,0 0 0,0 0 0,0 0 1,0-1-1,-1 0 0,1-1 0,-1 1 0,0-1 0,0 0 1,-1 0-1,1 0 0,-1-1 0,0 1 0,-1-1 0,6-11 1,-8 14-1,0 0 1,0 0 0,0 0 0,0 1 0,-1-1-1,1 0 1,-1 0 0,0 0 0,0 0 0,0 0 0,0 0-1,0 0 1,-1 0 0,1 0 0,-1 0 0,0 0-1,0 0 1,0 1 0,0-1 0,0 0 0,-1 1 0,1-1-1,-1 1 1,0-1 0,0 1 0,1 0 0,-2-1 0,1 1-1,0 0 1,0 0 0,-1 1 0,1-1 0,-1 1-1,1-1 1,-1 1 0,0 0 0,-5-2 0,-10-3 38,-1 1 1,1 2-1,-1-1 1,0 2 0,-1 1-1,1 0 1,-33 4-1,1-2-245,86 1-6089,-11 0-1791,-7 0 307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7395,'0'-1'388,"1"1"0,0-1 0,-1 0 0,1 1-1,-1 0 1,1-1 0,0 1 0,-1-1 0,1 1 0,0 0-1,0-1 1,-1 1 0,1 0 0,0 0 0,0 0-1,-1-1 1,1 1 0,0 0 0,0 0 0,-1 0-1,1 0 1,0 0 0,0 1 0,0-1 0,-1 0 0,1 0-1,0 0 1,0 1 0,-1-1 0,1 0 0,0 1-1,-1-1 1,2 1 0,4 10 3920,-1 5-3371,-4-10-1666,6 24 1001,-1 0 1,-2 0 0,-2 1-1,0-1 1,-4 38-1,2-65-241,-1 0 0,1 0 1,-1 0-1,1-1 0,-1 1 0,0 0 0,0-1 0,-3 6 0,4-8-25,0 1 0,-1-1 0,1 1 0,0-1 0,-1 1 0,1-1 0,-1 1 0,1-1 0,0 1 0,-1-1 0,0 0 0,1 1-1,-1-1 1,1 0 0,-1 1 0,1-1 0,-1 0 0,0 0 0,1 0 0,-1 1 0,1-1 0,-1 0 0,0 0 0,1 0 0,-1 0 0,0 0 0,1 0 0,-1 0 0,1 0 0,-1 0-1,0-1 1,1 1 0,-1 0 0,1 0 0,-1 0 0,0-1 0,1 1 0,-1 0 0,1-1 0,-1 1 0,1-1 0,-1 1 0,0-1 0,0 0-4,1 0 1,-1 0 0,0 0 0,1 0-1,-1 0 1,0-1 0,1 1-1,0 0 1,-1 0 0,1 0-1,0-1 1,-1 1 0,1 0-1,0 0 1,0-1 0,0 1-1,0 0 1,0 0 0,0-1 0,0 1-1,1 0 1,-1 0 0,0-1-1,2-1 1,14-34-6,-12 30 6,28-58-1026,4 2 0,57-77 0,-90 137 278,14-19-696,-6 14-1586,-1 6-4083,-2 7 1868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79 2865,'0'-2'546,"0"1"0,0 0 0,0 0 0,0 0 0,-1-1 0,1 1 0,0 0 0,0 0 0,-1 0 0,1 0 0,-1 0 0,1-1 0,-1 1 0,1 0-1,-1 0 1,0 0 0,1 0 0,-1 0 0,0 1 0,0-1 0,0 0 0,1 0 0,-1 0 0,0 1 0,0-1 0,-2 0 0,1 0-166,-1 0 0,1 1 0,-1-1 0,0 1 0,1-1 1,-1 1-1,0 0 0,0 0 0,1 0 0,-1 1 0,-3 0 0,-6 2 37,-1 0 0,1 1 0,-20 10 0,21-9-349,0 0 1,1 1-1,0 0 1,0 1-1,0 0 1,-12 13-1,19-17-62,0-1 0,1 1 0,0 0 0,0 0 0,0 0 0,0 1 0,0-1 0,0 0 0,1 1 0,0-1 0,-1 1 0,1 0 0,1-1 0,-1 1 0,0 0 0,1 0 0,0-1 0,0 1 0,0 0 0,0 0 0,1-1 0,0 1 0,-1 0 0,1-1 0,2 4 0,-2-4-5,1 0 0,-1 0-1,1-1 1,0 1 0,0-1 0,0 0 0,0 1 0,1-1 0,-1 0 0,0 0-1,1-1 1,-1 1 0,1 0 0,0-1 0,0 1 0,0-1 0,-1 0-1,1 0 1,0 0 0,0-1 0,1 1 0,-1-1 0,0 1 0,0-1 0,0 0-1,5-1 1,8 1-85,-1-1-1,0-1 1,30-8-1,-34 7 56,0-1 0,0 0 0,0 0 0,0-1 0,-1 0 1,0-1-1,0 0 0,0-1 0,10-9 0,-17 13-20,0 1 0,-1-1 1,1 0-1,-1 0 0,0 0 0,0 0 0,0 0 1,0 0-1,-1 0 0,1-1 0,-1 1 1,0-1-1,0 1 0,0-1 0,-1 1 0,1-1 1,-1 0-1,1 1 0,-1-1 0,-1 0 1,1 1-1,0-1 0,-1 0 0,0 1 0,0-1 1,0 1-1,0-1 0,0 1 0,-1 0 1,1-1-1,-1 1 0,0 0 0,-3-4 0,0 1-383,0-1 0,-1 1 0,1 0 0,-1 0 0,-1 0 0,1 1-1,-12-7 1,15 10-191,-1 0 0,0-1 1,0 2-1,0-1 0,0 0 0,0 1 0,0 0 0,0 0 0,-1 0 0,1 0 0,0 1 1,-1-1-1,1 1 0,0 0 0,-1 1 0,-5 0 0,-7 7-3552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3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6019,'-1'-2'521,"0"0"-1,0 1 1,-1-1 0,1 0 0,0 1 0,-1-1 0,0 1-1,1-1 1,-1 1 0,0 0 0,0-1 0,1 1-1,-1 0 1,0 0 0,0 1 0,0-1 0,0 0 0,0 1-1,-1-1 1,-3 0 0,2 1-140,0 0 0,0 1-1,0-1 1,0 1 0,0 0 0,0 0 0,0 0-1,0 0 1,0 1 0,-6 3 0,4-2-274,1 0-1,-1 1 1,0 0 0,1 0 0,0 1-1,0-1 1,0 1 0,1 0 0,-1 0 0,1 1-1,0-1 1,1 1 0,-6 11 0,8-14-97,0 1 1,0 0-1,0-1 1,0 1-1,1 0 1,0 0 0,-1-1-1,1 1 1,1 0-1,-1 0 1,0 0-1,1-1 1,0 1-1,0 0 1,0-1-1,0 1 1,1-1 0,0 1-1,-1-1 1,1 0-1,0 1 1,3 2-1,-2-3 0,0 0-1,0 0 1,1 0 0,0-1-1,-1 1 1,1-1-1,0 0 1,0 0-1,0 0 1,0-1-1,0 1 1,1-1 0,-1 0-1,0 0 1,1-1-1,-1 1 1,1-1-1,6 0 1,-2 0 19,1-1 0,-1 0 1,1-1-1,-1 1 0,0-2 1,0 1-1,0-1 0,0-1 0,0 0 1,-1 0-1,12-7 0,-17 8-151,0 0-1,1 0 0,-1 0 1,0 0-1,-1 0 1,1 0-1,0-1 0,-1 1 1,0-1-1,0 0 1,0 0-1,0 0 0,-1 0 1,1 0-1,-1 0 1,0 0-1,0 0 0,-1-1 1,1 1-1,-1 0 1,0-1-1,0 1 1,0 0-1,-1 0 0,0-1 1,0 1-1,-1-5 0,-7-15-3799,-3 11-2438,2 7 22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8532,'-8'28'13057,"-2"11"-8079,-20 74-2692,17-76-1808,-26 92 236,35-113-755,1-1 0,0 1 0,2 0 0,0 0 0,1 1 0,1 17 0,0-32-117,-1 0 0,0 0 0,0 0 0,1 1 1,0-1-1,-1 0 0,1 0 0,0 0 0,0 0 1,0-1-1,0 1 0,0 0 0,0 0 0,1 0 1,-1-1-1,1 1 0,-1-1 0,1 1 0,-1-1 1,1 0-1,0 1 0,0-1 0,0 0 1,3 1-1,0 0-1172,0-1 1,0 0-1,1-1 1,-1 1-1,0-1 1,0 0-1,0 0 1,1-1-1,6-1 1,16-3-7155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4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24 10069,'-4'-4'2961,"6"-3"-1392,4 1 1264,9 0-352,5 6-1264,12 4-513,5 2-256,5 0-384,0 5-64,2-3-1232,-6 1-1522,-7-3-2944,-4 0-2706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96 2801,'0'1'117,"0"-1"-1,0 0 1,0 0-1,-1 0 1,1 0 0,0 0-1,0 0 1,0 0-1,0 0 1,-1-1-1,1 1 1,0 0-1,0 0 1,0 0-1,0 0 1,-1 0 0,1 0-1,0 0 1,0 0-1,0 0 1,0 0-1,0 0 1,-1-1-1,1 1 1,0 0-1,0 0 1,0 0 0,0 0-1,0 0 1,0-1-1,0 1 1,0 0-1,-1 0 1,1 0-1,0 0 1,0-1-1,0 1 1,0 0 0,0 0-1,0 0 1,0 0-1,0-1 1,0 1-1,0 0 1,0 0-1,0 0 1,0-1-1,0 1 1,0 0-1,1 0 1,-1 0 0,0 0-1,0-1 1,0 1-1,0 0 1,0 0-1,11-15 3331,16-12 262,-19 21-3400,1 1 1,1-1 0,-1 2 0,1-1-1,-1 1 1,1 1 0,0-1-1,1 2 1,-1 0 0,0 0 0,17-1-1,-6 2-263,0 1-1,1 0 0,-1 2 0,36 6 1,-55-8-23,0 1 1,0-1-1,0 1 0,1-1 1,-1 1-1,0 0 1,0 0-1,0 0 1,0 0-1,0 0 0,0 0 1,0 0-1,-1 1 1,1-1-1,0 1 1,-1 0-1,1-1 0,-1 1 1,0 0-1,1 0 1,-1 0-1,0 0 0,0 0 1,0 0-1,1 3 1,-1 1 111,-1 1 0,1-1 0,-1 1 0,-1 0 0,1-1 0,-1 1 0,-2 9 0,-83 434 6585,59-309-3857,12-76-1849,11-54-1022,1 0 0,0 0 1,1 0-1,0 1 0,0-1 0,2 1 1,0 18-1,8-49-1860,2-12-3024,1 5-5695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 7267,'0'0'212,"0"0"0,0 0-1,-1 0 1,1 0 0,0 0 0,0 0-1,0 0 1,0-1 0,-1 1-1,1 0 1,0 0 0,0 0-1,0 0 1,0 0 0,0-1 0,0 1-1,-1 0 1,1 0 0,0 0-1,0 0 1,0-1 0,0 1-1,0 0 1,0 0 0,0 0 0,0-1-1,0 1 1,0 0 0,0 0-1,0 0 1,0 0 0,0-1 0,0 1-1,0 0 1,0 0 0,0 0-1,0-1 1,0 1 0,0 0-1,0 0 1,1 0 0,-1 0 0,0-1-1,0 1 1,0 0 0,0 0-1,0 0 1,0 0 0,1 0-1,-1-1 1,0 1 0,0 0 0,0 0-1,0 0 1,0 0 0,1 0-1,17-1 3348,21 6-1982,-27-1-1419,0 0 0,-1 1 0,1 0 0,-1 0 0,0 2 0,-1-1-1,1 1 1,-1 1 0,-1-1 0,1 2 0,-1 0 0,-1 0 0,0 0 0,11 16 0,-9-12-347,1 0-1,1 0 1,13 10 0,13 1-2466,-36-23 2040,1 0 0,-1 0-1,1 0 1,-1-1 0,1 1 0,0 0 0,0-1-1,-1 0 1,1 0 0,0 0 0,5-1 0,0-3-4478,-1-3-1169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28 8820,'10'-21'5408,"-10"21"-5281,0 0-1,0 0 1,0-1-1,0 1 1,0 0-1,0-1 1,0 1-1,1 0 1,-1-1-1,0 1 1,0 0-1,0 0 1,0-1-1,1 1 1,-1 0 0,0-1-1,0 1 1,1 0-1,-1 0 1,0 0-1,0-1 1,1 1-1,-1 0 1,0 0-1,0 0 1,1 0-1,-1 0 1,0-1-1,1 1 1,-1 0-1,0 0 1,1 0 0,-1 0-1,0 0 1,1 0-1,-1 0 1,0 0-1,1 0 1,-1 0-1,0 0 1,1 0-1,-1 1 1,0-1-1,0 0 1,1 0-1,-1 0 1,0 0 0,1 0-1,-1 1 1,0-1-1,0 0 1,1 0-1,-1 0 1,0 1-1,0-1 1,0 0-1,1 0 1,-1 1-1,0-1 1,0 0-1,0 1 1,1-1 0,-1 1 123,0 0 0,0 0 0,0 0 1,0 0-1,0 0 0,0 0 0,0 0 1,0 0-1,0 0 0,0 0 0,-1 0 1,1 0-1,0 0 0,-1 0 0,0 1 1,-16 27 1626,12-22-1289,-78 100-19,37-50-9219,31-38 1810,-2 0-2362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6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113 5827,'0'-4'1203,"0"0"0,0 0-1,-1 0 1,0 0 0,0 0 0,0 0 0,-2-5 0,1 5-426,1 1 0,-1 0-1,0 0 1,0 0 0,0 0 0,-1 1-1,-3-5 1,1 3-243,-1 0 1,1 1-1,-1-1 0,1 1 1,-1 0-1,0 1 0,0-1 1,-1 1-1,-7-2 0,-8 0-155,1 2 0,-1 0 0,0 1-1,0 1 1,-22 2 0,-3 3-123,1 2 0,1 2 1,-1 2-1,1 2 0,1 2 0,1 2 0,0 1 0,-63 39 1,81-41-242,0 2 0,2 0 0,0 2 0,1 0 0,1 1 0,-21 28 0,28-30-28,1 0-1,1 1 1,1 1 0,0 0 0,2 0-1,1 1 1,0 0 0,-7 37 0,12-46-4,1 1 1,1-1-1,0 1 0,0 0 1,2-1-1,0 1 1,0 0-1,1-1 0,1 1 1,0-1-1,1 0 1,0 0-1,1 0 0,1-1 1,0 0-1,1 0 1,0 0-1,0-1 0,1 0 1,1 0-1,0-1 1,0 0-1,1 0 0,0-1 1,1-1-1,15 10 1,0-2 15,-1-2 0,2-1 0,0-1 0,1-1 0,0-1 1,0-1-1,1-2 0,0-1 0,0-2 0,35 2 0,2-4-177,-1-2-1,1-4 1,97-17 0,-134 16 63,-1-1 0,0-2 0,0 0 0,0-2 0,26-14 0,-40 17 91,-1-1-1,0 0 1,-1-1-1,0 0 0,0-1 1,-1 0-1,0-1 1,-1 0-1,0-1 0,-1 0 1,11-19-1,-8 8 26,-1-1 0,-2 0-1,0-1 1,-2 0 0,0 0 0,-2-1-1,3-40 1,-5 19 99,-2 0 0,-2 1 0,-10-64 0,8 90-38,-1 1 1,0-1-1,-2 1 1,0 0 0,-17-36-1,18 47-54,0 0 0,0 0 0,0 0 0,-1 0-1,-1 1 1,1 0 0,-1 1 0,0 0 0,0 0 0,-1 0 0,0 1 0,0 0-1,0 0 1,-15-5 0,7 4 10,-1 1-1,0 1 1,-1 1 0,1 0-1,-1 1 1,1 1-1,-24 2 1,-43 8-1297,5 8-3863,59-11-228,8 0-3931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4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19 3249,'3'-5'4448,"-2"3"-2898,-5 5-1129,-1 7 4085,5-9-4462,-1-1 1,1 0-1,0 0 1,0 1-1,0-1 1,0 0-1,0 0 1,0 1-1,0-1 1,0 0-1,0 1 1,0-1-1,0 0 1,0 0-1,1 1 0,-1-1 1,0 0-1,0 0 1,0 1-1,0-1 1,0 0-1,0 0 1,1 0-1,-1 1 1,0-1-1,0 0 1,0 0-1,0 0 1,1 1-1,-1-1 1,0 0-1,0 0 1,1 0-1,-1 0 1,0 0-1,0 0 1,1 1-1,-1-1 0,0 0 1,0 0-1,1 0 1,-1 0-1,0 0 1,0 0-1,1 0 1,-1 0-1,1 0 1,3-1-238,0 1 1,-1-1-1,1 0 0,0 0 1,0 0-1,0 0 1,0-1-1,-1 0 0,1 1 1,-1-1-1,7-5 1,12-6 827,-77 41 6476,-3 7-4500,43-25-2325,0 0 0,1 1 0,1 1 0,0 0 0,-21 27 0,11-9 32,-64 92 612,76-104-857,0-1 1,2 2-1,0-1 0,2 1 1,-7 23-1,13-39-65,0 0-1,0 0 1,0 1-1,1-1 0,0 0 1,-1 1-1,1-1 0,0 0 1,1 1-1,-1-1 1,0 0-1,1 1 0,0-1 1,0 0-1,0 0 1,0 0-1,0 0 0,1 0 1,-1 0-1,1 0 0,0 0 1,4 4-1,-2-3-3,0-1-1,1 0 1,-1 0-1,1 0 1,0-1-1,0 0 1,0 0-1,0 0 1,0 0-1,1-1 1,-1 0-1,0 0 1,7 0-1,-6 0 6,0-1 0,1 0 0,-1 0 0,1 0 0,-1-1 0,0 0 0,1 0-1,-1-1 1,0 0 0,0 0 0,0 0 0,0-1 0,0 0 0,-1 0 0,7-4 0,-5 1 8,0 0 0,0 0 0,-1 0 0,1-1 0,-2 0 0,1 0 1,-1-1-1,0 0 0,0 0 0,3-10 0,-7 17 11,0-1 1,0 0-1,0-1 1,0 1-1,-1 0 0,1 0 1,-1 0-1,0 0 1,1 0-1,-1-1 0,0 1 1,0 0-1,-1 0 1,1 0-1,0-1 0,-1 1 1,1 0-1,-1 0 0,0 0 1,1 0-1,-1 0 1,0 0-1,0 0 0,-1 0 1,1 0-1,0 1 1,-1-1-1,1 0 0,-1 1 1,1-1-1,-1 1 1,0-1-1,1 1 0,-1 0 1,0 0-1,0 0 1,0 0-1,0 0 0,0 0 1,-3 0-1,-5-3 207,-1 1-1,1 0 1,-1 1 0,0 0-1,0 1 1,-18-1 0,-113 9 1187,142-7-1396,0 0 12,4 0-124,-1 0 1,0 1 0,0-1 0,0 1 0,0 0-1,0 0 1,6 2 0,0 3-4207,-3 1-6096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64 2881,'-16'5'6532,"13"-5"-5100,0-8-1102,0-1-375,2 7 597,1 0-1,-1 0 1,0 0-1,0 1 1,0-1-1,0 0 1,0 0-1,0 1 1,-1-1-1,1 1 1,0-1 0,-1 1-1,1 0 1,-1 0-1,0 0 1,-1-2-1,-6-1-346,-7-10 3301,15 8-2226,12 7-370,-5 1-823,1 1 0,0 1 0,-1-1 0,0 1 0,0 0-1,0 0 1,0 1 0,-1-1 0,1 1 0,-1 1 0,-1-1 0,1 1 0,5 8 0,22 24 379,71 74 417,-61-64-553,1-2 0,51 40 0,-71-65-246,0 1-1,-2 1 1,-1 1-1,23 35 1,18 20 469,-54-69-339,1-2 1,1 1-1,0-1 0,0 0 0,1-1 0,15 10 1,-44-24-1780,1 5-3752,-2-1-4623,10 1 2732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5250,'-1'1'298,"1"-1"-1,-1 0 0,1 0 0,0 0 1,-1 0-1,1 1 0,0-1 0,-1 0 1,1 0-1,0 1 0,0-1 0,-1 0 1,1 1-1,0-1 0,0 0 0,-1 1 1,1-1-1,0 0 0,0 1 0,0-1 1,0 1-1,-1-1 0,1 0 0,0 1 1,0-1-1,0 0 0,0 1 0,0-1 1,0 1-1,0-1 0,0 1 0,0-1 1,0 0-1,0 1 0,1-1 0,-1 0 1,0 1-1,11 16 5644,0 1-2966,2 242 1350,-7-239-4121,-2-4 67,-4-17-243,0 0 0,0 0 0,0 0 0,0 0 0,0 0 0,0 0 0,0 0 0,-1 0 0,1-1-1,0 1 1,0 0 0,0 0 0,0 0 0,0 0 0,0 0 0,0 0 0,0 0 0,-1 0 0,1 0 0,0 0 0,0 0 0,0 0 0,0 0-1,0 0 1,0 0 0,0 0 0,0 0 0,-1 1 0,1-1 0,0 0 0,0 0 0,0 0 0,0 0 0,0 0 0,0 0 0,0 0 0,0 0-1,0 0 1,0 0 0,0 0 0,0 0 0,-1 0 0,1 1 0,0-1 0,0 0 0,0 0 0,0 0 0,0 0 0,0 0 0,0 0-1,-5-2 6,0-1-1,0 1 1,-1 0-1,1 0 1,-1 1-1,1-1 1,-1 1-1,0 1 1,1-1-1,-1 1 0,-10 0 1,10 0-4,-3 0-90,-12-2-153,0 2-1,1 0 0,-1 1 1,0 1-1,1 1 1,-28 8-1,40-7-2469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6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632 170 3618,'1'-2'149,"3"-3"1158,0 0 0,-1 0 0,0 0-1,0 0 1,0-1 0,0 1 0,2-8-1,-5 11-1037,1 1 0,-1 0 0,0 0 0,0-1 0,0 1 0,0 0 0,0 0 0,-1 0 0,1-1 0,0 1 0,0 0 0,-1 0 0,1 0 0,-1 0 0,1-1 0,-1 1 0,1 0 0,-1 0 0,0 0 0,0 0 0,0-1 0,-23-12 564,12 10-361,0 1 0,-1 0 0,1 0-1,-1 2 1,0 0 0,-24 0 0,-79 12 960,98-8-1191,-3 0-39,-17 1 421,1 2 1,-71 20 0,98-23-537,0 1 0,1 0-1,-1 1 1,1 0 0,0 0 0,1 1 0,-1 0 0,1 0 0,0 1 0,1 0-1,0 0 1,0 1 0,0 0 0,1 0 0,-9 16 0,7-7-27,2 1 1,0-1-1,0 1 1,2 0-1,0 0 1,1 1-1,1-1 1,1 1 0,1-1-1,0 1 1,4 23-1,-1-21-9,0-1 0,1 0 0,2 0 0,0-1-1,1 1 1,0-1 0,2-1 0,0 1 0,1-1 0,14 17 0,-17-26-14,1 0 1,1 0 0,-1-1-1,1 0 1,1-1-1,-1 1 1,1-2 0,0 0-1,1 0 1,19 7-1,-13-7-23,0-1-1,0-1 1,0-1-1,0 0 1,1-1 0,29-1-1,-8-4-6,0-1 0,0-2 0,0-2 0,-1-2-1,68-26 1,-51 15 36,73-41-1,-113 54 24,1-2-1,-2 0 0,1 0 0,-2-1 0,1-1 0,-2 0 0,1-1 0,-2-1 1,13-16-1,-20 22-17,0 0 0,0 1 1,0-2-1,-1 1 1,0 0-1,-1-1 1,0 1-1,0-1 0,-1 0 1,0 1-1,0-1 1,-2-16-1,0 13-29,-1-1 1,-1 0-1,0 1 0,-1-1 0,0 1 1,-1 0-1,0 0 0,-8-11 1,0 3-22,0 0 0,-1 1 0,-1 1 0,-1 0 0,0 2 0,-2-1 1,0 2-1,0 0 0,-25-13 0,12 10 48,0 2-1,-48-18 1,60 28-378,0 0-1,-1 1 1,1 0 0,-1 2-1,-35-2 1,32 9-4134,10 4-4677,6-3-26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6627,'13'1'9227,"16"2"-4410,22 0-2637,78-8 1,-16 1-1286,-126 31 206,-33 67 133,24-52-922,2 1 1,2 1 0,-15 53-1,26-69-172,-7 28-16,-10 76-1,24-132-166,0 0 1,0 0-1,0 0 0,0 0 0,-1 0 1,1 0-1,0 1 0,0-1 0,0 0 1,0 0-1,0 0 0,0 0 0,0 0 1,0 0-1,0 1 0,0-1 0,0 0 1,0 0-1,0 0 0,0 0 1,0 0-1,0 0 0,0 1 0,0-1 1,0 0-1,0 0 0,0 0 0,0 0 1,0 0-1,0 0 0,0 1 0,0-1 1,0 0-1,1 0 0,-1 0 0,0 0 1,0 0-1,0 0 0,0 0 0,0 0 1,0 1-1,0-1 0,0 0 1,1 0-1,-1 0 0,0 0 0,0 0 1,0 0-1,0 0 0,0 0 0,0 0 1,1 0-1,-1 0 0,0 0 0,0 0 1,0 0-1,0 0 0,0 0 0,0 0 1,1 0-1,7-9-2227,8-16-2986,-6 3-61,1-3-1320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0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47 2753,'-19'-10'6327,"19"10"-6198,0 0 0,0 0 0,0 0 0,0 0 0,0 0 0,-1-1 0,1 1 0,0 0 0,0 0-1,0 0 1,0-1 0,0 1 0,0 0 0,0 0 0,0 0 0,0 0 0,0-1 0,0 1 0,0 0 0,0 0 0,0 0 0,0-1 0,0 1 0,0 0 0,1 0 0,-1 0 0,0 0 0,0-1 0,0 1 0,0 0 0,0 0 0,0 0 0,0 0 0,0-1-1,1 1 1,-1 0 0,0 0 0,0 0 0,0 0 0,0 0 0,1 0 0,-1 0 0,0 0 0,0-1 0,1 1 0,36-8 5874,101-5-538,68 5-4743,-197 9-1060,-13 2-1838,-13 2-5277,3-2-1298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19 3009,'-3'-14'4890,"1"10"-1766,1 7-471,-9 2 3148,-37 35-4282,-168 153 189,88-82-1556,-137 123 1176,195-178-633,-91 55 0,75-54-439,65-41-9,21-15-86,10-10-633,11-10-4953,-9 4-4447,-6 4 1852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4466,'-2'3'11499,"-1"5"-5669,-19 45-4492,-47 231 53,65-263-1208,3-19-181,-1 7 142,1-1 0,-1 1 0,1 1 0,1-1 0,0 14 1,0-21-93,1 1 0,-1-1 0,1 0 0,0 0 1,0 1-1,0-1 0,0 0 0,0 0 0,0 0 1,0 0-1,0 0 0,1 0 0,-1-1 0,1 1 1,0 0-1,-1-1 0,1 1 0,0-1 0,0 0 1,0 1-1,0-1 0,0 0 0,0 0 0,0 0 1,1-1-1,2 2 0,10 1 187,0 0 0,1-1 0,-1 0 0,0-1 0,0-1 0,1-1 0,17-2 0,108-25 612,-116 22-594,-13 3-109,1 0 42,0 0 0,0-1-1,18-8 1,-94 31-11005,36-7 3987,-3 1-1941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76 2673,'2'-1'454,"-1"1"-1,0-1 1,0 1 0,0-1-1,0 1 1,0-1-1,0 1 1,0-1 0,0 0-1,0 0 1,0 0-1,0 1 1,-1-1-1,1 0 1,0 0 0,0 0-1,-1 0 1,1 0-1,-1 0 1,1-1 0,-1 1-1,1 0 1,-1 0-1,0 0 1,1 0-1,-1-1 1,0 1 0,0 0-1,0 0 1,0 0-1,0-1 1,-1-1 0,1 2-292,0 0 0,0 0 1,-1 0-1,1 0 0,-1 1 0,1-1 1,-1 0-1,1 0 0,-1 0 1,1 0-1,-1 1 0,0-1 1,0 0-1,1 1 0,-1-1 0,0 0 1,0 1-1,0-1 0,1 1 1,-1-1-1,0 1 0,0 0 1,0-1-1,0 1 0,0 0 1,0 0-1,-1-1 0,-14 0 81,0 1-1,-1 0 0,1 1 1,0 1-1,1 0 0,-1 1 1,0 1-1,-29 10 0,4 3 251,-77 42 0,92-43-298,0 0 0,1 1 1,1 2-1,1 0 0,0 2 1,2 0-1,0 2 0,-24 34 0,38-46-177,0 0 0,1 1-1,0 0 1,1 0 0,0 1-1,1-1 1,1 1 0,0 0-1,-2 18 1,4-21 34,1 1-1,1 0 1,0 0 0,0 0 0,1-1-1,0 1 1,1-1 0,0 0 0,0 1-1,2-1 1,-1-1 0,11 18-1,-7-14 48,1 0-1,1-1 1,0 0-1,0-1 1,1 0-1,1-1 1,-1 0-1,2-1 0,24 15 1,-18-15-21,0 0 0,1-1 1,0-1-1,0 0 0,1-2 0,32 4 1,-15-5-38,0-2 1,0-2-1,-1-2 1,1-1 0,-1-2-1,1-1 1,63-21-1,-77 19-16,-1-1 0,0-1 0,0-1 0,-1-1 0,0-1 0,-1-1 0,-1-1 0,0-1 0,-2-1 0,26-27 0,-36 34 0,0-1-1,0 0 1,-1 0-1,0-1 1,-1 0-1,0 0 1,-1 0-1,-1-1 1,4-16-1,-6 18-28,0 0-1,-1 1 1,-1-1-1,0 0 1,0 0-1,-1 0 1,-1 1-1,0-1 1,0 0-1,-1 1 1,0-1-1,-8-15 1,4 12-37,0 0 1,-1 1-1,-1 0 1,0 1-1,0 0 0,-1 0 1,-1 1-1,-23-19 1,-3 3-189,-66-36 0,16 10-154,44 20-1064,38 28-3860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 5523,'29'-8'7934,"-24"6"-7112,-1 0 0,1 1-1,-1 0 1,1 0 0,0 0-1,-1 1 1,1-1 0,0 1-1,7 1 1,-11-1-738,-1 0 1,1 0-1,-1 1 1,1-1-1,-1 1 1,1-1-1,-1 0 1,1 1-1,-1-1 0,1 1 1,-1-1-1,1 1 1,-1 0-1,0-1 1,1 1-1,-1-1 1,0 1-1,0 0 1,1-1-1,-1 1 0,0-1 1,0 1-1,0 0 1,0-1-1,0 1 1,0 0-1,0-1 1,0 1-1,0 0 1,0-1-1,0 1 0,0 0 1,0-1-1,-1 1 1,1 0-1,0-1 1,-1 2-1,-10 26 694,11-27-745,-40 73 123,22-42-158,-21 52 0,38-83 1,0 1-1,1-1 0,-1 1 0,1 0 0,-1-1 0,1 1 0,0-1 0,0 1 0,0 0 0,0-1 0,0 1 0,0-1 0,0 1 0,0 0 0,2 2 0,-2-3 6,1 0 0,-1 0-1,1-1 1,-1 1 0,1 0 0,0 0 0,-1-1 0,1 1 0,0 0 0,0-1 0,0 1 0,-1-1-1,1 1 1,0-1 0,0 0 0,0 1 0,0-1 0,0 0 0,1 1 0,6 0 35,0-1 0,-1 0 0,1 0 0,0-1 0,11-2 0,3 0-5,35 0 52,-23 1-153,1 0-1,-1-2 1,0-2 0,34-10 0,-67 16-345,10-3-4293,-4 5-5823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1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9780,'-23'4'3186,"0"4"-593,2 5-208,4 5-976,2 12-385,7 3 17,0 11-385,6 0-480,-1 0-176,1-2-48,0-5-688,0-3-1441,0-5-2849,-2-6-3074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1969,'12'-29'4900,"-11"26"-4081,0-1 0,0 1 0,0 0 0,1-1 1,-1 1-1,1 0 0,4-5 0,-12 7 5124,3 0-4263,13 9-950,175 114 1642,-167-110-2221,54 41 512,-2 3 0,96 97 0,-75-62 508,4-4 0,179 126 0,-254-203-691,-12-8-89,-11-7-453,-28-14-19947,25 13 13779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5 6419,'-2'-1'498,"0"0"1,0 0-1,0 1 1,0-1-1,0 1 1,0 0-1,0-1 1,0 1-1,0 0 0,0 0 1,0 0-1,0 1 1,0-1-1,0 0 1,0 1-1,0-1 1,0 1-1,0 0 1,0 0-1,1 0 0,-4 1 1,3 0-62,0 0 0,0 1-1,0-1 1,1 0 0,-1 0 0,1 1 0,-1-1-1,1 1 1,0-1 0,0 1 0,0 0 0,0 0 0,0 4-1,-1 6 418,1 0-1,0 0 1,1 0-1,1 0 1,3 20-1,1-8-498,2 0-1,13 35 1,8 27-245,-27-86-90,-1 1 1,0-1-1,0 0 1,0 0-1,0 0 1,0 1-1,0-1 0,-1 0 1,1 0-1,0 1 1,0-1-1,-1 0 1,1 0-1,-1 0 0,1 0 1,-1 0-1,0 0 1,1 0-1,-1 0 1,0 0-1,0 0 1,0 0-1,1 0 0,-1 0 1,0-1-1,0 1 1,0 0-1,0-1 1,-1 1-1,1-1 0,0 1 1,0-1-1,0 1 1,0-1-1,0 0 1,-1 1-1,1-1 0,-2 0 1,-7 2 49,-1-1 0,1 0 0,-17-1 0,16 0-72,-72-1-18,-26 0 6,95 2-444,0 0-1,0 1 1,1 1-1,-1 0 0,-18 7 1,29-9-45,0 1-1,-1-1 1,1 1 0,1 0 0,-1 0 0,0 0-1,0 0 1,1 0 0,-5 5 0,5-5-324,1 0 1,0 0-1,0 0 1,0 0-1,0 0 1,0 0-1,0 0 1,0 0 0,0 5-1,0 14-7894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8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811 203 2193,'6'-17'1811,"-2"-1"-1,0 1 1,-1-1-1,0 1 1,-1-32 0,-2 46-1557,-1 0 0,0 0 0,0 1 1,0-1-1,0 0 0,0 1 0,-1-1 1,1 0-1,-1 1 0,0 0 1,0-1-1,0 1 0,0 0 0,0 0 1,0 0-1,0 0 0,-1 0 0,1 1 1,-1-1-1,1 1 0,-1-1 0,0 1 1,1 0-1,-1 0 0,0 0 0,0 1 1,-3-1-1,-10-3 475,1 1 1,-1 1-1,-27 0 0,6 2-329,-1 2-1,1 1 0,-1 2 1,1 2-1,1 2 0,-1 0 1,1 3-1,1 1 0,0 2 1,1 1-1,1 1 1,-39 28-1,56-33-400,2 1 0,-1 1 0,1 0-1,1 0 1,1 2 0,0-1 0,1 2 0,1-1 0,0 1 0,1 1-1,1 0 1,1 0 0,0 1 0,2 0 0,0 0 0,1 0 0,1 0-1,0 1 1,2-1 0,0 1 0,2 0 0,0-1 0,1 1 0,1-1-1,0 1 1,2-1 0,9 26 0,-8-30-21,0-1 0,1 1 0,0-1 0,1-1 1,1 1-1,0-2 0,1 1 0,0-1 0,1 0 0,18 14 0,-12-13-21,1 0-1,0-2 1,1 0-1,0-1 1,0-1-1,1 0 1,24 6-1,-14-7 9,1-1 0,-1-2 0,1-1 0,0-1 0,0-1 0,1-2 0,-1-2 0,0 0 0,0-2 0,55-15 0,-54 9 45,-1-2 1,-1-1-1,0-1 0,-1-1 1,-1-2-1,0-1 0,-2-1 0,0-1 1,36-37-1,-48 43 23,0-1 1,-1-1-1,-1 0 0,0 0 1,-1-1-1,-1-1 0,-1 0 1,-1 0-1,0-1 0,-1 0 1,-1 0-1,-1 0 0,-1-1 1,0 0-1,-2 0 0,1-34 1,-4 43-3,0 0 0,0 0 0,-1 1 1,0-1-1,-1 0 0,-1 1 0,1 0 0,-2 0 1,1 0-1,-1 0 0,-1 1 0,-10-14 1,7 12-11,-1 1 0,0 0 1,-1 0-1,0 1 1,0 1-1,-1 0 1,0 0-1,-23-10 1,8 7-133,0 2 0,-1 0 0,0 2 0,-1 1 0,0 2 0,1 0 0,-1 2 0,-55 3 0,55 1-673,0 2 0,1 1 0,-33 10 0,43-10-1048,0 2 0,1 0 0,-20 11 0,7 3-4704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2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242 119 2961,'11'-15'8538,"-2"-3"-3585,10-41 818,-19 58-5723,1 0-1,-1 1 0,0-1 0,0 0 0,0 0 1,0 1-1,0-1 0,0 0 0,0 1 0,0-1 0,0 0 1,0 0-1,0 1 0,-1-1 0,1 0 0,0 1 1,0-1-1,-1 0 0,1 1 0,0-1 0,-1 0 0,1 1 1,-1-1-1,1 1 0,-1-1 0,1 1 0,-1-1 1,1 1-1,-2-1 0,0-1 5,0 1-1,-1 1 1,1-1 0,0 0 0,-1 0-1,1 1 1,-1 0 0,1-1 0,-4 1-1,-54 6 322,56-6-243,-2 1-111,-16 3 63,1 0 0,-1 1 0,-20 8 1,38-12-74,0 1 0,0-1 1,0 1-1,0 0 0,0 0 1,1 0-1,-1 1 0,1-1 0,-1 1 1,1 0-1,0 0 0,0 0 1,0 1-1,0-1 0,1 1 1,-1-1-1,1 1 0,0 0 1,0 0-1,0 0 0,-2 8 1,4-9-9,1-1 1,-1 1-1,0-1 1,1 1-1,-1-1 1,1 1-1,0-1 1,0 1-1,0-1 1,0 0-1,0 0 1,1 1-1,-1-1 1,1 0-1,-1 0 1,1 0-1,0-1 1,-1 1-1,1 0 1,0-1-1,0 1 1,1-1-1,2 2 1,6 4 9,0 0 0,1-1 0,13 5 0,-15-8-10,0 0 0,0 0 0,0-1 0,0 0 1,0-1-1,0 0 0,1-1 0,-1 0 1,0-1-1,16-2 0,-11 0 16,-1 0 0,1-2-1,-1 1 1,0-2 0,-1 0 0,22-13-1,-14 0 930,-22 17 510,-10 14-349,3-1-727,0 1 0,0 1 0,1-1 0,0 1 0,1 1 1,1-1-1,-5 17 0,-18 103 412,12-45-789,11-66-36,-10 48 103,14-64-112,1-1 1,-1 1-1,1 0 0,0 0 1,1 0-1,-1 0 1,1 0-1,0-1 1,3 8-1,-2-8-1945,-2-8-2219,-5-9-5315,-1 3 370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51 173 3890,'0'1'211,"1"-1"1,-1 0 0,1 0 0,-1 0-1,0 0 1,1 0 0,-1 0-1,1 0 1,-1 0 0,1 0 0,-1 0-1,0-1 1,1 1 0,-1 0-1,0 0 1,1 0 0,-1 0 0,1-1-1,-1 1 1,0 0 0,1 0-1,-1-1 1,0 1 0,1 0 0,-1 0-1,0-1 1,0 1 0,1-1-1,-6-9 2087,-23-14-3004,19 17 770,9 6-65,-1 1 1,1-1-1,-1 1 0,1-1 0,0 1 0,-1-1 0,1 0 0,0 1 1,0-1-1,-1 1 0,1-1 0,0 0 0,0 1 0,0-1 0,0 0 1,0 1-1,0-1 0,0 0 0,0 1 0,0-1 0,0 0 0,0 1 0,0-1 1,1 1-1,-1-1 0,0 0 0,0 1 0,1-1 0,-1 1 0,0-1 1,1 0-1,0 0 0,19-21 641,-3 4 1312,-34 0 1229,7 9-1204,7 7-882,4 3 77,-14-17-889,0-7-293,13 23 10,0 0 0,0 0 0,0 0 0,0 1 0,0-1 1,0 0-1,0 0 0,0 0 0,0 0 0,0 0 0,0 0 0,0 0 0,0 0 0,0 0 0,0 0 0,0 0 0,0 0 0,0 0 0,0 0 0,0 0 0,0 0 1,0 0-1,0 0 0,0 0 0,0 0 0,0 0 0,0 0 0,0 0 0,0 0 0,0 0 0,-1 0 0,1 0 0,0 0 0,0 0 0,0 0 0,0 0 0,0 0 1,0 0-1,0 0 0,0 0 0,0 0 0,0 0 0,7 15 290,183 313 2839,-37-77-2668,22 40 321,-168-277-662,1 1 0,-2 0-1,0 0 1,0 1 0,-2 0 0,0 0-1,-1 0 1,3 32 0,-5-40-3164,-5-22-6320,1 4 4465,0-3-186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3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 3410,'3'-7'11687,"-5"12"-5321,3 4-6307,6 15 1089,1-1-1,1-1 1,23 44 0,45 57-932,-39-66 113,-29-36 52,-9-21-335,0 1 1,0-1-1,0 0 0,0 1 1,0-1-1,0 1 0,0-1 1,0 1-1,-1-1 0,1 0 1,0 1-1,0-1 0,0 1 1,0-1-1,-1 0 0,1 1 1,0-1-1,0 0 0,-1 1 0,1-1 1,0 0-1,-1 1 0,1-1 1,0 0-1,-1 0 0,1 1 1,-1-1-1,-3 1 92,0 0 0,0-1-1,1 1 1,-1-1 0,0 0 0,0 0 0,0 0-1,-4-1 1,-62-5 1,12 0-578,-1 3-1,-98 7 1,152-4-124,0 1 0,0 0 0,-1 0 1,1 1-1,0-1 0,-6 4 0,10-5 280,1 0 1,-1 1-1,0-1 0,1 1 1,-1-1-1,1 1 0,-1-1 0,1 1 1,-1-1-1,1 1 0,-1-1 1,1 1-1,-1 0 0,1-1 1,0 1-1,-1 0 0,1-1 0,0 1 1,0 0-1,-1 0 0,1 1-239,0-1 1,1 0-1,-1 0 0,0 0 0,0 0 0,1 1 0,-1-1 0,1 0 1,-1 0-1,1 0 0,-1 0 0,1 0 0,0 0 0,-1 0 0,1 0 1,0 0-1,1 0 0,13 14-5884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948 215 1889,'0'-1'242,"1"-1"1,-1 1-1,0-1 0,1 0 1,-1 1-1,0-1 0,0 1 1,0-1-1,0 1 0,0-1 1,-1 1-1,1-1 0,0 1 1,-1-1-1,1 1 0,-1-1 0,1 1 1,-1-1-1,0 1 0,0 0 1,1-1-1,-1 1 0,0 0 1,0 0-1,0 0 0,0-1 1,-1 1-1,1 0 0,0 0 1,0 1-1,-1-1 0,1 0 1,0 0-1,-1 1 0,1-1 1,-1 1-1,1-1 0,-1 1 1,-1-1-1,-7 0 1043,-1 0-1,1 0 1,-1 1 0,1 1-1,-11 1 1,-7 0-440,-32 0 17,0 2 1,1 3 0,-1 3 0,-60 18 0,102-23-724,1 2 1,0 0 0,0 1 0,-30 19 0,-55 49 641,8-6-116,84-63-592,-1 1 0,1 0 0,0 1 0,1 0 0,0 1 0,0 0 0,1 0 0,0 1 0,1 0 0,0 0 0,1 1 0,0 0 0,1 0 0,0 0 0,1 1 0,1-1 0,0 1 0,-3 23 0,1-4 85,2 1 0,1-1 0,2 1 0,1-1 0,5 35 0,-4-54-99,1 1-1,1-1 0,0 0 1,0-1-1,1 1 1,1-1-1,0 1 1,1-2-1,0 1 0,1-1 1,0 0-1,1-1 1,0 0-1,20 17 1,-12-14-48,1 0 1,0-1-1,1-1 1,0-1-1,1-1 1,0 0-1,0-2 1,24 6-1,-14-6-12,0-2-1,0-1 0,0-2 1,1-1-1,34-2 1,8-8 16,1-3 0,-2-3 0,137-48 0,-164 47 18,1-2-1,73-42 1,-96 46-10,-2 0 0,0-1 0,0-1 0,-2-1 0,0-1 0,31-38 0,-40 42 11,-2-1 0,0 0 0,0-1-1,-1 0 1,-1 0 0,-1 0 0,0 0-1,-2-1 1,1 0 0,-2 0 0,0 0 0,-1-19-1,-2 0 79,-1 0 0,-1 0 0,-2 0-1,-17-60 1,15 72-103,-1 0 1,-2 1-1,0 1 1,-1-1-1,-1 1 1,-2 1-1,0 1 1,-1 0-1,0 0 1,-30-26-1,32 34-27,0 1-1,-1 1 0,0 0 0,0 1 0,-1 0 0,-1 1 0,1 1 1,-1 0-1,0 2 0,-1 0 0,1 0 0,-1 1 0,0 2 0,0-1 1,0 2-1,-20 0 0,4 4-179,0 0 1,0 2-1,-48 14 0,56-11-1438,-1 1 0,-35 19 0,30-8-6725,22-11 928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4786,'0'-1'332,"0"-1"0,1 1-1,-1 0 1,1 0 0,-1 0-1,1 0 1,0 0 0,-1 0-1,1 0 1,0 0 0,0 0 0,0 0-1,0 0 1,0 0 0,0 0-1,0 1 1,1-2 0,-1 2-56,-1-1 0,1 1 1,0-1-1,-1 1 0,1-1 0,0 1 1,0 0-1,-1-1 0,1 1 0,0 0 1,0 0-1,-1 0 0,1-1 1,0 1-1,0 0 0,0 0 0,-1 0 1,1 0-1,0 0 0,0 1 0,0-1 1,-1 0-1,1 0 0,0 0 1,0 1-1,0-1 0,-1 0 0,2 1 1,-2 2 160,1-1 1,-1 1-1,0-1 1,0 1-1,0-1 1,0 1 0,-1 0-1,1-1 1,-1 1-1,0 2 1,-1 4 36,-32 193 1535,7-58-2468,26-135-163,-5 34-2318,8-23-1189,6-9-3357,2-8 2756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5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36 5859,'-6'-8'11460,"6"8"-11205,-15 9 4138,-17 23-3492,28-29-108,-8 13-641,1-1 0,0 2 0,1-1 0,0 2 0,2-1 0,0 1-1,1 0 1,0 1 0,2-1 0,0 1 0,-2 23 0,6-34-152,0 0 0,1 0 0,0 0 0,1-1 0,-1 1 0,1 0 0,1 0 0,4 13 0,-4-11 0,-1-9-3,0 0 1,-1 1 0,1-1 0,0 1-1,0-1 1,0 0 0,0 0 0,0 1-1,0-1 1,0 0 0,0 0 0,0 0-1,0 0 1,1 0 0,-1-1 0,0 1-1,1 0 1,-1-1 0,1 1 0,-1 0-1,1-1 1,-1 0 0,1 1 0,-1-1-1,1 0 1,-1 0 0,1 0 0,-1 0-1,1 0 1,0 0 0,-1 0 0,1-1-1,-1 1 1,1 0 0,-1-1 0,3 0-1,1 0-15,3-1 24,0 0-1,0-1 0,-1 0 0,1 0 1,-1-1-1,1 1 0,-1-2 0,-1 1 1,1-1-1,0 0 0,-1 0 0,0-1 1,8-9-1,1-4 8,0 0 1,-1 0 0,16-30-1,-20 29 3,0 0 1,9-30-1,-16 41 40,0 0 0,-1 0 1,0 0-1,-1-1 0,0 1 0,0-1 1,-1 1-1,-1-13 0,0 19-13,1 0-1,-1 1 1,1-1 0,-1 0-1,0 1 1,0-1 0,0 1-1,-1-1 1,1 1-1,0 0 1,-1 0 0,0-1-1,1 1 1,-1 0-1,0 0 1,0 1 0,0-1-1,0 0 1,-3-1-1,1 1-19,-1 0-1,0 0 1,1 0-1,-1 1 1,0 0-1,0 0 1,0 0-1,1 0 1,-10 1-1,-2 0-128,1 1 1,-1 1-1,0 1 0,1 0 1,-23 9-1,11 3-1836,23-6-2343,17 0-4615,-1-5 961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3826,'-13'13'8226,"4"5"-4970,-5 8-1316,-42 38-577,-34 43-877,-58 114 293,124-192-423,-42 39 1,40-42-103,-36 44 1,20-16 11,42-54-258,0 0-1,0 0 0,1 0 0,-1 0 0,0 0 0,0 0 1,0 0-1,0 0 0,0 0 0,0 0 0,0 0 0,0 0 1,1 0-1,-1 0 0,0 0 0,0 0 0,0 0 0,0 0 1,0 0-1,0 0 0,0 0 0,0 0 0,0 0 0,1 0 1,-1 0-1,0 0 0,0 0 0,0 0 0,0 1 0,0-1 1,0 0-1,0 0 0,0 0 0,0 0 0,0 0 0,0 0 1,0 0-1,0 0 0,0 0 0,1 0 0,-1 1 0,0-1 1,0 0-1,0 0 0,0 0 0,16-8-1059,-5 2-8251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 2561,'10'-11'4006,"-1"3"3354,-18 19-2812,3-4-4014,-146 181 3462,151-186-3952,-1 0 1,0 1-1,1-1 0,-1 0 0,1 1 0,0-1 0,0 0 1,0 1-1,0 0 0,0-1 0,0 1 0,1-1 1,0 1-1,-1 0 0,1 4 0,0-6-3,0-1 1,1 1-1,-1 0 0,0 0 1,1-1-1,-1 1 0,1 0 1,-1-1-1,1 1 0,-1 0 0,1-1 1,-1 1-1,1-1 0,0 1 1,-1-1-1,1 1 0,0-1 0,-1 0 1,3 1-1,25 4 694,101-14 1153,2 0-1156,-31 9-2493,-111 19-12614,1-9 7244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4002,'8'-1'6202,"26"-7"-47,-15 4-5264,1 0-1,0 1 0,0 1 0,0 1 0,0 1 0,0 0 0,0 2 0,0 0 0,26 7 0,-44-8-874,0-1 1,0 1 0,0-1 0,0 1 0,0 0 0,0 0 0,0 0 0,0 0 0,-1 1 0,1-1-1,0 0 1,-1 1 0,1-1 0,-1 1 0,1-1 0,-1 1 0,0 0 0,1 0 0,-1-1-1,0 1 1,0 0 0,0 0 0,-1 0 0,1 0 0,0 0 0,-1 0 0,1 1 0,-1-1 0,0 0-1,0 0 1,0 0 0,0 0 0,0 0 0,0 1 0,-1-1 0,1 0 0,-1 0 0,1 0 0,-1 0-1,0 0 1,-1 4 0,-4 7 148,-1 0-1,0-1 0,-1 0 1,-17 22-1,-12 8 67,24-29-234,2 1 1,-1 0 0,-15 26-1,26-38-8,0-1-1,1 0 1,0 0 0,-1 1-1,1-1 1,0 0-1,-1 1 1,1-1-1,0 0 1,0 1-1,0-1 1,0 0 0,1 1-1,-1-1 1,0 0-1,0 1 1,1-1-1,-1 0 1,1 0 0,-1 1-1,1-1 1,0 0-1,-1 0 1,1 0-1,0 0 1,0 0-1,0 0 1,0 0 0,0 0-1,0 0 1,0 0-1,0 0 1,0-1-1,0 1 1,0 0-1,1-1 1,-1 1 0,0-1-1,0 1 1,2-1-1,9 5-258,1-1 1,-1 0-1,18 3 0,-14-3-135,-1-1 151,-6-1 186,-1 0 0,1 1 0,-1 0 0,0 0 0,0 1 1,0 0-1,11 7 0,-19-11 81,1 1 0,-1-1 0,1 1 0,-1-1 0,1 1 0,-1-1 1,1 1-1,-1 0 0,1-1 0,-1 1 0,0 0 0,1-1 0,-1 1 0,0 0 0,0 0 1,1-1-1,-1 1 0,0 0 0,0-1 0,0 1 0,0 0 0,0 0 0,0-1 1,0 1-1,0 0 0,-1 0 0,-12 20 654,-31 15 680,37-31-1181,-19 13 350,-39 22-1,57-35-774,0-1 0,0-1 0,0 1 1,-1-1-1,1-1 0,-1 0 0,1 0 0,-1-1 0,0 0 0,-10 0 0,18-1-105,-1 0-1,1 0 0,0-1 0,-1 1 0,1 0 1,-1-1-1,1 1 0,0-1 0,0 0 0,-1 1 1,1-1-1,0 0 0,0 0 0,0 0 0,0 0 1,0 0-1,0 0 0,-2-2 0,-4-9-6286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870 101 3954,'-4'-6'865,"1"1"0,-1-1 1,0 1-1,-1 0 1,1 0-1,-1 1 0,0-1 1,0 1-1,0 0 0,0 0 1,-1 1-1,-7-4 0,3 2-326,-1 1-1,1 1 1,-1 0 0,0 0-1,0 1 1,-18-2-1,-1 4-7,0 0 0,0 2 0,0 1 1,-46 11-1,46-6-172,0 1 0,0 1 0,1 1 0,1 2 0,0 0 0,0 3 0,1 0 0,-34 28 0,42-29-335,1 1 0,1 1-1,1 0 1,0 2 0,1 0-1,1 0 1,0 1 0,2 1 0,1 0-1,0 1 1,-11 33 0,12-19-64,2 1 1,1-1 0,1 1-1,3 1 1,1-1-1,1 0 1,8 63 0,-3-68 26,1-1 1,2 0 0,2 0 0,0 0-1,2-1 1,1-1 0,2 0 0,0 0 0,25 34-1,-29-50 43,0-1-1,1 0 0,0 0 0,1-1 1,0 0-1,1-1 0,0-1 0,0 0 1,1-1-1,24 11 0,-17-11-10,0-1 0,0-1 0,1 0 0,-1-2-1,1-1 1,0 0 0,23-2 0,3-2-20,0-3 0,-1-3-1,0-1 1,0-2 0,-1-2 0,69-28 0,-40 9 29,-2-4 0,-2-2 1,-1-3-1,-2-4 1,113-95-1,-162 123 68,-2-2-1,0 0 0,-1 0 0,0-2 0,-2 0 1,0 0-1,-2-1 0,0-1 0,-1 0 1,-2-1-1,0 0 0,-1-1 0,-2 1 1,0-1-1,-1-1 0,-2 1 0,0-1 0,-2 1 1,-1-1-1,0 0 0,-2 1 0,-6-32 1,3 30 55,0 0 1,-2 1 0,-1-1-1,-1 1 1,-18-36 0,21 51-114,0 0-1,0 0 1,-1 0 0,0 1-1,-1 0 1,0 1 0,0 0-1,-1 0 1,0 0 0,0 1-1,-1 1 1,0 0 0,0 0-1,-22-8 1,10 7-18,0 2 0,0 0-1,-1 1 1,0 2 0,1 0 0,-1 1 0,-42 5-1,31 0-852,0 1 0,1 2 0,-1 2 0,-48 19 0,76-26 235,-16 8-2573,9-1-2923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563 105 3410,'-1'-7'1365,"1"6"-1217,0 1 0,0-1 0,0 0 0,0 0 0,0 1 0,0-1 0,0 0 0,0 0 0,0 1 0,0-1 0,1 0 0,-1 1 0,0-1 0,0 0 0,1 0 0,-1 1 0,1-1 0,-1 1 0,0-1 0,1 0 0,-1 1 0,1-1 0,0 1 0,-1-1 0,1 1 0,-1 0 0,2-1 0,13-18 12580,-15 19-12645,8-2 472,-8 2-539,0-1 134,1-1-58,14 1-177,-18 1 18,5 0-19,-2 0 96,0 0 0,0 0 0,0 0 0,0 0 1,0 0-1,0 0 0,0 0 0,0 0 1,-1 0-1,1 0 0,0 0 0,0-1 1,0 1-1,0 0 0,0 0 0,0 0 0,0 0 1,0 0-1,0 0 0,0 0 0,0 0 1,0 0-1,0-1 0,0 1 0,0 0 1,0 0-1,0 0 0,0 0 0,0 0 1,0 0-1,0 0 0,0 0 0,0 0 0,0-1 1,0 1-1,0 0 0,0 0 0,0 0 1,0 0-1,0 0 0,0 0 0,0 0 1,0 0-1,0 0 0,0-1 0,0 1 0,0 0 1,0 0-1,0 0 0,1 0 0,-1 0 1,0 0-1,0 0 0,0 0 0,0 0 1,0 0-1,0 0 0,0 0 0,0 0 0,0 0 1,0 0-1,1 0 0,-1 0 0,0 0 1,0 0-1,0 0 0,0 0 0,0 0 1,16-13 397,-14 9-417,0 1 1,1 0-1,0-1 0,0 1 1,0 1-1,5-6 0,5-2 208,-61 51 4536,35-31-4580,0 1 0,0 1 0,1 0 0,-13 17 0,-92 153 477,-8 9-571,-8-29 39,77-98 208,-48 71-1,100-127-151,16-21-637,20-20-5162,-13 20-1297,-7 6-436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 3041,'-10'-9'16229,"4"17"-15351,-15 15 1146,2 1 0,-21 32 1,35-49-1958,1 0 0,0 1 0,0-1 0,1 1 0,0 0 0,1 0 0,-1 0 0,1 0 0,1 0 0,0 1 0,0-1 0,0 0 0,2 13 0,0-18-41,-1 0 0,1 0 0,0 0 1,0 0-1,0-1 0,0 1 0,1 0 0,-1-1 0,1 1 0,0-1 1,0 1-1,0-1 0,0 0 0,0 0 0,0 0 0,0 0 0,1 0 0,-1 0 1,1-1-1,-1 1 0,1-1 0,0 0 0,-1 0 0,1 0 0,0 0 0,0 0 1,0 0-1,0-1 0,5 1 0,11 0 17,-1 0 0,1-1 0,32-5 0,-26 3-17,35-3 48,90-19 1,-63-3-2567,-84 26 2036,-3 1 192,1 0 1,-1-1 0,1 1 0,-1 0 0,1 0 0,-1-1-1,1 1 1,-1 0 0,1 0 0,-1 0 0,1 0 0,-1 0-1,1 0 1,0 0 0,-1 0 0,1 0 0,-1 0 0,1 0-1,-1 0 1,1 0 0,-1 0 0,1 0 0,0 1-1,-1-1 1,1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647 598 3057,'170'-204'4984,"-168"202"-4945,1-1 338,0 0 1,-1-1-1,1 1 1,-1 0-1,0-1 1,3-5-1,-5 8-277,0 0 1,0 1-1,0-1 0,0 0 0,0 0 0,0 1 0,0-1 0,0 0 0,-1 0 0,1 1 0,0-1 1,0 0-1,0 1 0,-1-1 0,1 0 0,0 1 0,-1-1 0,1 1 0,-1-1 0,1 0 1,-1 1-1,1-1 0,-1 1 0,1-1 0,-1 1 0,1 0 0,-1-1 0,0 1 0,1-1 0,-1 1 1,0 0-1,1 0 0,-1-1 0,0 1 0,1 0 0,-1 0 0,0 0 0,0 0 0,1 0 1,-1 0-1,0 0 0,0 0 0,0 0 0,-20-2 1084,0 0-1,1 2 1,-1 0 0,-25 4-1,-83 18 1874,76-9-2203,1 2-1,-85 37 1,107-39-739,2 2-1,0 1 0,0 1 0,2 1 0,-47 42 1,62-48-119,0 1 0,1 1 0,1-1 1,0 2-1,0-1 0,2 1 1,0 0-1,0 1 0,2 0 0,0 0 1,0 0-1,2 0 0,0 1 0,1-1 1,0 1-1,2 0 0,0 0 1,1-1-1,0 1 0,5 19 0,-3-19-1,0-1 0,2 0 0,0 0 0,0 0 0,2 0 0,0-1 0,0 0 0,2 0 0,0-1 0,0 0 0,1-1 0,1 0 0,0 0 0,1-1 0,0-1 0,1 0 0,1 0 0,-1-2 0,1 0-1,16 8 1,-5-7 32,0-2-1,0 0 0,0-2 0,1-1 0,0-1 0,1-1 0,-1-1 0,0-1 0,1-1 0,26-5 0,-5-2 46,1-1 0,-2-3 0,1-2-1,69-29 1,-36 7 37,-2-4 0,-2-3 0,-2-4-1,91-71 1,-140 96 22,-1-1 0,-1-1 0,-2-1 0,0-1 0,-1-1 0,-2 0 0,-1-2 0,15-30 0,-25 44-89,-2 0 0,0-1-1,0 0 1,-2 0 0,0-1 0,0 0 0,-2 1 0,0-1 0,0 0 0,-2 0 0,0 0-1,-1 0 1,0 0 0,-1 0 0,-1 0 0,-1 1 0,0-1 0,-10-21 0,3 14-35,-1 0 0,-1 1 0,-2 1 0,0 0 0,-1 1 1,-1 1-1,0 0 0,-2 1 0,0 1 0,-1 1 0,-1 1 0,-38-22 1,43 28-159,-1 1 0,0 0 0,0 1 0,-1 1 1,0 1-1,0 0 0,0 2 0,0 0 1,-1 1-1,1 0 0,-1 2 0,1 0 0,-1 1 1,0 1-1,1 1 0,0 0 0,0 2 0,-20 6 1,19-3-1028,0 1 1,0 1 0,-28 20-1,31-19-1339,1 2-1,-13 14 1,-11 15-6343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94 111 5394,'6'-13'1837,"-2"6"-803,-1-1-1,0 0 1,0 0 0,0 0-1,-1-1 1,0 1 0,-1 0 0,0-1-1,0-13 1,-1 22-864,-1 0-1,1-1 1,-1 1 0,1 0-1,-1-1 1,1 1-1,-1 0 1,1 0 0,-1 0-1,1-1 1,-1 1-1,1 0 1,-1 0 0,0 0-1,1 0 1,-1 0-1,1 0 1,-1 0 0,1 0-1,-1 0 1,0 1 0,1-1-1,-1 0 1,1 0-1,-1 0 1,1 1 0,-1-1-1,1 0 1,-1 1-1,1-1 1,-1 0 0,0 1-1,-18 11 1536,13-7-1425,0 1-1,0 0 1,1 0 0,0 1-1,0-1 1,0 1-1,1 0 1,0 0 0,1 1-1,0-1 1,0 1-1,0 0 1,-2 14 0,-1 11 29,2 0 0,-1 36 0,4-38-229,-6 58-421,7-89 29,1 1 1,-1-1-1,0 1 1,0-1-1,1 0 1,-1 1-1,3 1-2802,-2-1 2802,-1-1 1,1 0-1,-1 0 1,1 0-1,-1 0 1,1 0-1,-1 0 1,0 0-1,1 0 1,-1 0-1,1 0 1,-1 0-1,1 0 1,0 0-1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389 203 1841,'49'-29'6091,"-40"25"-6272,1-1 0,-1 0 0,0-1 0,0 0 0,-1-1 0,1 0 0,-2 0 1,1 0-1,9-13 0,-8 7-58,1 0 0,1 1 0,19-18 0,-23 24 762,0 1 0,0 0 0,0 1 0,15-8 0,-35 22 10084,-6 8-5609,-41 49-2338,8 4-1873,3 2 0,-75 153 0,80-139-478,9-29 38,-3 0 0,-67 78-1,24-33 103,78-99-350,0 1 0,0-1 0,0 1 0,0-1 0,1 1 0,-3 8 0,5 8-2358,0-20 1372,1 1 0,0-1 0,0 1 0,-1 0 1,1-1-1,0 0 0,0 1 0,0-1 0,1 0 0,-1 1 0,2 1 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77 3121,'4'-39'3896,"-3"36"-3360,-1 1 1,0 0 0,-1-1 0,1 1 0,0-1-1,-1 1 1,1 0 0,-1-1 0,0 1-1,1 0 1,-1 0 0,0 0 0,-1-1-1,-1-2 1,-5 18 4806,3-6-4173,-70 137 4108,15-26-3572,54-107-1563,1 0 1,0 0-1,0 0 0,2 0 1,-5 18-1,8-26-117,-1-1 0,1 1 0,-1 0 0,1 0 0,0 0 0,0 0 0,1 0 0,-1 0 0,0-1 0,1 1 0,0 0 0,0 0 0,0 0 0,0-1 0,0 1 0,0-1 0,1 1 0,-1-1 0,1 1 0,-1-1 0,1 0 0,0 0 0,0 0 0,0 0 0,1 0 0,-1 0 0,0 0 0,4 1 0,6 2-1,-1 0-1,0-2 0,1 1 1,0-2-1,-1 1 1,1-2-1,0 1 1,0-2-1,18 0 1,16-3-6,46-9 0,-11-3 43,-11 1-4505,-68 14 3637,6-1-1652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31 2785,'-5'-4'1481,"0"0"0,-1 1 0,1 0 0,-1 0-1,0 0 1,0 1 0,-6-2 0,5 2-795,-1 1 0,1 0-1,-1 1 1,1 0 0,-1 0 0,0 1-1,1 0 1,-1 0 0,-8 3 0,13-3-557,-6 0 60,0 1 0,0 1 0,1 0 0,-1 0 0,1 1 0,-1-1 1,1 2-1,0 0 0,1 0 0,-11 8 0,-49 46 83,65-57-260,1 0 1,-1-1-1,1 1 1,-1 0-1,1 0 1,0 1-1,-1-1 0,1 0 1,0 0-1,1 1 1,-1-1-1,0 0 1,0 1-1,1-1 1,0 1-1,-1-1 0,1 0 1,0 6-1,1-3 6,1-1-1,-1 1 1,1 0-1,0 0 0,0 0 1,3 6-1,2 1 25,12 25-22,3-1 0,0-1 0,38 43-1,-30-40-29,-2 1 0,26 46-1,-51-78 25,0-1 1,0 1-1,0 0 0,-1 0 1,0 0-1,0 0 0,0 9 0,-1-15-4,-1 1 0,0 0 0,0 0 0,0 0-1,-1 0 1,1 0 0,0 0 0,-1 0-1,1 0 1,-1-1 0,1 1 0,-1 0-1,0 0 1,0-1 0,0 1 0,0 0 0,0-1-1,0 1 1,-1-1 0,1 1 0,0-1-1,-1 0 1,1 0 0,-1 1 0,1-1-1,-1 0 1,0 0 0,0-1 0,1 1 0,-1 0-1,-2 0 1,-6 2 9,0-1-1,-1-1 0,1 0 1,0 0-1,-1-1 1,1 0-1,0 0 1,0-2-1,-1 1 1,1-1-1,-10-4 1,3 1 0,0 0 0,1-2 0,0 0 0,0-1 0,-24-15 0,37 21-6,0 0 1,0-1-1,0 1 0,1 0 0,-1-1 1,1 0-1,-1 1 0,1-1 0,0 0 1,0 0-1,0 0 0,0-1 0,1 1 1,-1 0-1,-1-8 0,3 8-11,0 0 0,0 0 0,0 0 0,0 0 0,0 0 0,1 0 0,-1 1 0,1-1 0,0 0 0,0 0-1,0 0 1,0 0 0,1 1 0,-1-1 0,1 1 0,-1-1 0,1 1 0,0-1 0,4-3 0,19-17-9,0 1 1,2 2-1,51-32 1,-41 29 30,54-44-1,-73 51-5,-1-1 1,-1 0-1,14-20 0,-25 31 6,-1 0 1,0-1-1,0 1 0,0-1 1,-1 0-1,0 0 0,0 0 1,-1 0-1,0 0 0,0-1 1,-1 1-1,0-1 1,0-10-1,-1 15-13,0 0 1,0 0 0,-1 0-1,1 0 1,-1 0 0,0 0-1,0 0 1,0 0 0,-1 1-1,1-1 1,0 1 0,-1-1-1,0 1 1,0-1-1,1 1 1,-1 0 0,-1 0-1,-1-3 1,0 3-7,0-1 0,-1 1 0,1 0 1,0 0-1,-1 0 0,1 1 0,-1-1 0,1 1 0,-1 0 0,-6 0 1,-4 0-279,0 1 1,1 0 0,-1 1 0,1 1 0,0 0 0,-20 7-1,-19 10-3696,51-18 2971,-1 1-1,0-1 1,1 1 0,-1-1-1,1 1 1,-1 0-1,1 0 1,0 0 0,-2 3-1,0 5-4998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16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946 250 3698,'-17'-13'3339,"0"1"0,-36-19 1,46 28-2880,-1 0 0,0 0 0,0 1 0,-1 0 0,1 0 0,0 1 0,-1 0 0,1 1 0,-1 0 1,-10 1-1,-17 3 632,0 2 1,0 1-1,-59 21 1,50-11-771,2 2 0,0 2 1,1 1-1,-64 46 0,82-49-164,1 2 0,1 0-1,1 1 1,0 1 0,2 1 0,1 0 0,1 2-1,1 0 1,-25 55 0,31-57-123,0 1-1,2 0 1,1 1-1,1 0 1,1 0-1,1 0 1,2 0 0,0 1-1,2-1 1,1 1-1,8 47 1,-6-57-25,2-1 0,0 0 0,0 0-1,2 0 1,0-1 0,1 0 0,0 0 0,1-1 0,1 0 0,0 0 0,14 12 0,-9-10-11,2-2 0,0 0 1,0-2-1,1 0 1,1 0-1,0-2 1,37 15-1,-10-10-5,2-1-1,-1-3 0,2-2 1,-1-2-1,1-2 0,0-3 1,50-3-1,-52-1 15,1-2-1,-1-2 1,0-2-1,-1-2 0,0-2 1,-1-3-1,84-37 1,-100 37 7,-1-1 1,-1-1 0,0-2 0,-2 0-1,0-2 1,-1-1 0,-1 0 0,-1-2-1,-2-1 1,0 0 0,-1-1 0,23-46-1,-28 45 108,-2-1 0,-2-1 0,0 1 0,-2-2 0,-1 1-1,-2-1 1,0 0 0,-2 0 0,-2 0 0,0 0 0,-2-1-1,-1 1 1,-8-36 0,4 40-91,0-1 0,-2 1 0,-1 1 0,-1 0 0,-1 0 0,-1 1-1,-1 0 1,-2 1 0,0 1 0,-1 0 0,-1 1 0,-1 1 0,-1 0 0,-41-32 0,37 36-67,-1 1 0,-1 1 0,1 1 0,-2 0 0,0 3 0,-1 0 0,1 1 0,-37-6 0,42 12-335,-1 0 0,1 1 0,-1 1 0,-36 4 0,42-1-453,0 1 0,0 0 0,1 1-1,-1 1 1,1 0 0,-26 14 0,3 6-5275,9 1-3357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5:58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324 466 9092,'0'1'375,"1"-1"-1,0 0 0,-1 0 1,1 0-1,-1 1 0,1-1 1,0 0-1,-1 0 0,1 0 1,-1 0-1,1 0 0,0 0 1,-1 0-1,1 0 1,0 0-1,-1 0 0,1 0 1,-1-1-1,1 1 0,0 0 1,-1 0-1,1-1 0,-1 1 1,1-1-1,8 0 3201,-20 10-1819,-6 2-1677,0-1 0,0-1 1,-1 0-1,-30 10 1,-79 15-128,123-33 19,-51 8 61,31-13-229,23 3 173,1 1 0,-1 0 1,0-1-1,1 1 0,-1-1 1,1 1-1,-1-1 0,1 1 0,-1-1 1,1 1-1,-1-1 0,1 1 0,-1-1 1,1 0-1,0 1 0,-1-1 0,1 0 1,0 1-1,0-1 0,0 0 0,-1 0 1,1 1-1,0-1 0,0 0 0,0 0 1,0 0-1,2-10-89,1 0 0,0 1 0,1-1 0,-1 1 0,2 0 0,0 0 1,0 0-1,8-10 0,-1-1-53,12-20-180,2 0-1,3 2 1,0 1 0,39-38-1,-42 51 351,0 1 0,1 1 0,2 1 0,0 2 0,1 1 0,43-20-1,-65 35 72,1 0-1,0 1 1,0 0-1,0 0 0,1 1 1,11-1-1,-19 2-9,0 1 0,0 0 0,0 0 1,0 0-1,0 1 0,0-1 0,0 0 0,0 1 0,0-1 0,0 1 0,0 0 0,0 0 0,-1-1 0,1 1 0,0 0 0,0 1 0,-1-1 0,1 0 0,-1 0 0,1 1 0,-1-1 0,0 1 0,1-1 0,-1 1 1,0 0-1,0-1 0,0 1 0,0 0 0,0 0 0,-1 0 0,1 0 0,0 0 0,-1 0 0,1 0 0,-1 2 0,3 16 411,-2 0 1,0 1-1,-1-1 1,-5 39-1,-21 84 918,18-107-1043,-19 79-1,-5 0 1,-5-3-1,-71 150 0,102-250-760,-8 17-424,12-14-3066,6-18-2338,10-11 591,1-1 578,5-5 944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5:58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3922,'61'-38'4863,"-19"19"1746,-42 19-6462,1 0 0,-1 0 1,1 0-1,-1 0 0,1 0 1,-1 0-1,1 0 1,-1 0-1,0 0 0,1 0 1,-1 0-1,1 0 0,-1 0 1,0 1-1,1-1 0,-1 0 1,1 0-1,-1 1 0,0-1 1,1 0-1,-1 0 1,0 1-1,1-1 0,-1 0 1,0 1-1,0-1 0,1 1 1,-1-1-1,0 0 0,0 1 1,0-1-1,0 0 0,1 1 1,-1-1-1,0 1 1,0-1-1,0 1 0,0-1 1,0 1-1,0-1 0,0 0 1,0 1-1,0-1 0,0 1 1,0-1-1,0 1 0,-1-1 1,1 1-1,-4 30 2208,3-25-1736,-16 160 3489,17-166-4117,0 1-1,0-1 0,0 0 1,0 1-1,0-1 1,0 0-1,0 0 0,0 1 1,0-1-1,0 0 0,0 0 1,0 1-1,0-1 1,1 0-1,-1 1 0,0-1 1,0 0-1,0 0 0,0 0 1,0 1-1,1-1 1,-1 0-1,0 0 0,0 0 1,0 1-1,1-1 1,-1 0-1,0 0 0,0 0 1,1 0-1,-1 1 0,0-1 1,0 0-1,1 0 1,-1 0-1,0 0 0,0 0 1,1 0-1,-1 0 0,0 0 1,1 0-1,-1 0 1,0 0-1,0 0 0,1 0 1,-1 0-1,0 0 0,1 0 1,-1 0-1,0 0 1,0-1-1,1 1 0,-1 0 1,0 0-1,0 0 0,0 0 1,1 0-1,-1-1 1,0 1-1,22-13-547,-16 10 613,41-24-647,10-6 760,85-35 0,-142 68-147,1 0 0,-1-1 1,0 1-1,0 0 0,1 0 0,-1 0 0,0 0 0,0 0 1,1 0-1,-1 0 0,0 0 0,0 0 0,1 0 0,-1 0 1,0 0-1,1 0 0,-1 0 0,0 0 0,0 0 1,1 0-1,-1 0 0,0 1 0,0-1 0,0 0 0,1 0 1,-1 0-1,0 0 0,0 0 0,0 1 0,1-1 1,-1 0-1,0 0 0,0 0 0,0 1 0,0-1 0,1 0 1,1 14 483,-8 27-1071,3-19-1446,2-14 695,0-4 59,1-1-1,0 1 1,-1 0 0,2-1-1,-1 1 1,0-1 0,1 1-1,0 3 1,7 5-5992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5:59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250 156 12086,'0'-2'317,"0"1"0,-1 0 1,1-1-1,0 1 1,-1 0-1,1-1 0,-1 1 1,0 0-1,1-1 1,-1 1-1,0 0 0,0 0 1,0 0-1,0 0 1,0 0-1,0 0 0,0 0 1,0 0-1,0 0 1,0 0-1,0 1 0,-2-2 1,0 1 108,0 0 1,0 0-1,0 1 1,0-1-1,0 1 1,0-1-1,-1 1 1,1 0-1,-5 1 1,-3 0 223,0 1 1,0 1-1,0 0 1,-17 7-1,14-4-309,1 0 0,0 1-1,-16 12 1,24-15-325,0 0-1,0 0 1,0 1-1,1-1 1,0 1-1,0 0 1,0 0-1,0 0 1,1 1-1,-4 6 1,7-10-23,-1-1 1,0 1-1,1-1 0,-1 1 1,1 0-1,0-1 0,-1 1 1,1 0-1,0-1 0,0 1 1,0 0-1,0-1 0,1 1 1,-1 0-1,0-1 0,1 1 0,-1 0 1,1-1-1,-1 1 0,1-1 1,1 3-1,0-1-8,0-1 1,0 0-1,0 0 0,0 0 0,1 0 0,-1-1 1,0 1-1,1-1 0,-1 1 0,1-1 0,4 2 1,1 0-119,0-1 0,-1 0 1,1-1-1,0 0 0,0 0 1,0 0-1,0-1 1,11-1-1,-12 0 55,0-1 0,-1 1-1,1-1 1,-1 0 0,0 0 0,1-1-1,-1 0 1,0 0 0,-1-1 0,1 1 0,0-1-1,-1-1 1,0 1 0,0-1 0,0 1 0,-1-1-1,6-8 1,-6 6 91,0 0 0,-1 0-1,0 0 1,0-1 0,0 1 0,-1-1-1,0 0 1,-1 1 0,0-1 0,0 0-1,0 0 1,-1 0 0,0 0 0,-3-11-1,3 14 1,-1 1-1,1 0 1,-1 0-1,1-1 1,1 1-1,-1 0 1,0-1-1,1 1 1,0 0-1,0 0 1,3-6-1,-3 8 0,0 0 0,0 1-1,0 0 1,1-1 0,-1 1 0,0 0 0,1 0 0,-1-1-1,1 1 1,-1 0 0,1 0 0,0 1 0,-1-1 0,1 0-1,0 1 1,0-1 0,0 1 0,-1-1 0,1 1-1,0 0 1,0 0 0,0 0 0,0 0 0,0 0 0,0 0-1,-1 0 1,1 0 0,0 1 0,2 0 0,1 0 27,0 0 1,0 1 0,0-1 0,0 1 0,0 0 0,0 1-1,-1-1 1,1 1 0,-1 0 0,0 0 0,1 0 0,-1 0-1,-1 1 1,7 6 0,-1 3 9,-1-1-1,0 2 1,10 21-1,13 22 1119,-31-68 1508,4-29-2386,-3 39-185,1-14-235,0 1 0,2 0 0,0-1 0,1 1 0,0 1 0,1-1 0,0 1 0,1 0 0,1 0 0,11-14 0,-19 26-25,0 1-1,0 0 1,0 0-1,1 0 1,-1 0-1,0-1 1,0 1-1,0 0 1,1 0-1,-1 0 1,0 0-1,0 0 1,1 0-1,-1 0 0,0 0 1,0-1-1,0 1 1,1 0-1,-1 0 1,0 0-1,0 0 1,1 0-1,-1 0 1,0 0-1,0 0 1,1 1-1,-1-1 1,0 0-1,0 0 1,1 0-1,-1 0 1,0 0-1,0 0 1,0 0-1,1 0 0,-1 1 1,0-1-1,0 0 1,0 0-1,1 0 1,-1 1-1,0-1 1,0 0-1,9 14-7124,0-1 1523,8 2-1435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5:59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207 695 2673,'14'-2'4680,"0"-4"6343,-14 6-10838,0 0 1,0 0-1,0-1 0,0 1 0,0 0 1,0 0-1,0 0 0,0 0 1,0 0-1,1-1 0,-1 1 0,0 0 1,0 0-1,0 0 0,0 0 1,0 0-1,0-1 0,0 1 0,0 0 1,0 0-1,0 0 0,0 0 1,0-1-1,0 1 0,0 0 1,-1 0-1,1 0 0,0 0 0,0 0 1,0-1-1,0 1 0,0 0 1,0 0-1,0 0 0,0 0 0,0 0 1,-1 0-1,1-1 0,0 1 1,0 0-1,0 0 0,0 0 1,0 0-1,0 0 0,-1 0 0,-17-7 2297,10 6-2285,-1 1-1,0-1 1,1 1 0,-1 1-1,0-1 1,1 2-1,-1-1 1,1 1-1,0 0 1,-1 1-1,1 0 1,0 0-1,1 1 1,-11 5-1,13-6-208,-1 0 0,1 1 0,0-1-1,0 1 1,0 0 0,0 0 0,1 1 0,0-1 0,0 1-1,0 0 1,0 0 0,1 0 0,0 1 0,0-1-1,0 1 1,1 0 0,-1 0 0,1-1 0,1 1 0,-2 7-1,3-11-39,0 0-1,0-1 0,0 1 0,0 0 0,0 0 0,0-1 1,0 1-1,1 0 0,-1-1 0,1 1 0,-1 0 1,1-1-1,0 1 0,-1-1 0,1 1 0,0-1 0,0 1 1,0-1-1,0 0 0,0 1 0,1-1 0,-1 0 0,2 2 1,0-2-27,-1 0 1,1 0-1,0 1 0,0-2 1,0 1-1,0 0 1,0-1-1,0 1 1,0-1-1,0 0 1,0 0-1,4 0 0,6-2-247,0 0 0,-1 0-1,1-2 1,-1 1-1,15-7 1,8-7-276,0-2 1,-2 0-1,0-3 0,51-42 1,-32 18-291,80-93 1,-78 75 707,57-92 1,-87 117 1060,-2 0-1,-2-1 0,-1-2 0,14-47 1,-26 54 466,-7 35-1325,0 0 1,0 0-1,0 0 0,0-1 0,0 1 0,-1 0 0,1 0 0,0 0 1,0 0-1,0 0 0,0-1 0,0 1 0,0 0 0,-1 0 0,1 0 1,0 0-1,0 0 0,0 0 0,-1 0 0,1 0 0,0-1 1,0 1-1,0 0 0,0 0 0,-1 0 0,1 0 0,0 0 0,0 0 1,0 0-1,-1 0 0,1 0 0,0 0 0,0 0 0,0 0 0,-1 0 1,1 1-1,0-1 0,0 0 0,0 0 0,-1 0 0,1 0 1,0 0-1,0 0 0,0 0 0,0 1 0,0-1 0,-1 0 0,1 0 1,0 0-1,0 0 0,0 0 0,0 1 0,0-1 0,0 0 0,0 0 1,0 0-1,-1 0 0,1 1 0,0-1 0,0 0 0,0 0 1,0 0-1,0 1 0,-37 52 1519,-37 66-1072,6 3 0,-94 232 0,157-340-753,1-5-386,0 1-1,1-1 0,0 1 1,1 0-1,0 0 0,0 11 1,2-20 473,0-1 1,0 1 0,0 0 0,0-1-1,0 1 1,0-1 0,0 1-1,0-1 1,0 1 0,0-1 0,0 1-1,1 0 1,-1-1 0,0 1 0,0-1-1,1 1 1,-1-1 0,0 1-1,1-1 1,-1 0 0,1 1 0,-1-1-1,1 1 1,-1-1 0,0 0 0,1 1-1,-1-1 1,1 0 0,-1 0 0,1 1-1,0-1 1,-1 0 0,1 0-1,-1 0 1,1 0 0,-1 0 0,1 0-1,0 0 1,-1 0 0,1 0 0,-1 0-1,1 0 1,-1 0 0,2 0-1,19-3-7570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5:59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4786,'4'-5'11552,"-1"10"-5195,5 8-4942,0-5-1094,0 0 0,0 0-1,1-1 1,0-1 0,0 1 0,0-1 0,1-1 0,0 0 0,0 0 0,15 4 0,-20-7-301,0-1 1,0 0 0,1 0-1,-1 0 1,0-1-1,1 0 1,-1 0 0,0 0-1,1 0 1,7-3 0,-10 2 27,0 0 1,0 0 0,0 0 0,0-1 0,0 1 0,0-1-1,0 0 1,0 0 0,-1 0 0,1 0 0,-1-1 0,0 1-1,1 0 1,-1-1 0,0 0 0,-1 0 0,1 1 0,1-5 0,-1 5 49,-1-1 0,0 0 1,0 0-1,0 0 0,0 1 1,0-1-1,-1 0 1,1 0-1,-1 0 0,0 0 1,0 0-1,0-1 1,0 1-1,-1 0 0,1 0 1,-1 1-1,1-1 1,-1 0-1,0 0 0,-2-3 1,2 4-40,-1 0 0,1 0 0,0 0 0,-1 0 0,0 1 1,1-1-1,-1 1 0,0-1 0,0 1 0,0 0 0,0 0 0,0 0 1,0 0-1,0 0 0,0 0 0,-1 0 0,1 1 0,0-1 0,0 1 1,-1-1-1,1 1 0,0 0 0,-1 0 0,1 0 0,0 0 0,-4 2 1,0-2-41,1 1 1,0 0-1,0 0 1,0 0 0,0 1-1,0 0 1,0 0 0,1 0-1,-1 1 1,0 0-1,1-1 1,0 1 0,0 1-1,0-1 1,0 1 0,0 0-1,1-1 1,0 2 0,-5 5-1,5-3-192,0 0 1,0 0-1,1 0 1,-1 1-1,2-1 0,-1 1 1,1 0-1,0-1 0,1 1 1,0 0-1,0 0 1,2 12-1,-1-11-573,0 0-1,1 0 1,1 1-1,-1-1 1,1-1-1,1 1 1,5 11-1,-6-16-18,-1 0-1,1 0 1,0 0-1,0-1 1,0 1-1,0-1 1,0 0-1,1 0 1,-1 0 0,1 0-1,0-1 1,0 1-1,0-1 1,0 0-1,1 0 1,7 2-1,23 0-5300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00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0 213 5442,'3'-2'200,"52"-32"4955,-44 28-2881,1 0 1,-1 1-1,13-4 0,-22 8-1979,-1 1-1,1 0 1,-1-1-1,0 1 0,1 0 1,-1 0-1,1 0 0,-1 0 1,0 0-1,1 0 1,-1 0-1,1 0 0,-1 1 1,1-1-1,-1 1 0,0-1 1,1 1-1,-1-1 1,0 1-1,0 0 0,1 0 1,0 0-1,0 1-12,-1 0 1,1 0-1,0 0 1,-1 0-1,0 0 1,1 1-1,-1-1 0,0 0 1,0 1-1,0-1 1,1 4-1,-1 1 52,0 1 0,0-1 0,0 1 0,-1-1 1,0 0-1,0 1 0,-2 12 0,-3-10-296,2-13-32,1-19-10,4 8-79,1 0-1,1 1 1,0-1-1,0 1 1,2 0 0,-1 0-1,2 1 1,0 0-1,0 0 1,1 0 0,0 1-1,1 0 1,1 1-1,-1 0 1,2 0-1,-1 1 1,1 1 0,17-11-1,-24 17-630,0 0 0,0 0 0,0 0 0,0 1 0,1 0 0,6-2 1,15 6-8838,-10 4 649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06.8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4683 71 6259,'5'-53'2201,"-2"46"-1208,6-3 8408,-9 13-9181,-1 1 1,1-1-1,0 1 0,0-1 1,1 1-1,-1-1 0,2 5 0,0 7-283,-1 3 647,1 0-1,1 0 0,8 26 0,3 22 120,-10-29-47,-1 1 0,-2 0-1,-7 70 1,-2-42-156,-3-1 0,-2 0 1,-30 82-1,26-105-283,-40 69 0,14-32-179,31-60 121,0-1 1,-1 0-1,-1-1 0,-1-1 0,0 0 1,-26 20-1,-8 10-244,-74 59 77,-1-9-325,-2 2 154,-64 69 851,-65 53-1275,183-159 699,-149 97 1,132-99 206,19-10-261,-101 90-1,36 3-292,-37 34-90,112-126 98,-68 66 270,42-28 463,-60 68-551,110-111 124,-12 16-476,-71 70 0,82-90 575,1 0 0,2 3 0,-52 90-1,-9 11-248,26-59 882,42-55-619,2 2 0,-26 42 1,-81 130-159,113-170 69,-3-1 0,0-1 0,-2 0 0,-47 47 0,10-17 19,-68 89-1,75-68 283,41-61-319,-2 0 0,-25 31 0,26-39-73,-16 18-25,2 0 0,0 2 0,3 1 0,-26 47 0,43-68-75,-1-1 1,-1 0 0,-1-1 0,-20 21 0,19-22 131,1 0-1,0 1 1,1 0 0,1 0-1,-10 20 1,12-22-3,1-1-1,-2 1 1,1-1-1,-1 0 1,-19 17-1,16-17-51,1 0 0,1 1-1,0 1 1,-10 14 0,12-14 55,-2-1 0,0 0-1,0 0 1,-18 15 0,17-17 3,0 1 0,1 0 0,0 0 0,0 1 0,-10 18 0,6-8 8,-1 0 0,-20 24 0,22-30-11,0 1 0,1 0 0,0 0-1,-16 35 1,15-21 290,3-9-190,1 1 0,1 0 0,-6 32 0,8-32-128,-1 0 0,-1-1 0,-1 0 0,-11 22 0,8-21 0,1 1 0,2 0 0,-6 25 0,7-11 0,-1 70 0,5-83 0,-1 0 0,0 0 0,-14 38 0,9-32 0,-9 48 0,13-44 0,2 2 0,1 56 0,3-83 0,0 0 0,1 0 0,1 0 0,-1 0 0,5 8 0,-4-12 0,-1 1 0,0-1 0,0 1 0,0 0 0,-1 0 0,0 0 0,0 0 0,0 0 0,-1 0 0,0 0 0,0 0 0,-1 0 0,-1 8 0,-14 32 0,-4 14 0,19-56 0,0 1 0,0 0 0,1 0 0,-1-1 0,1 1 0,1 0 0,-1 0 0,0 0 0,1-1 0,2 8 0,-2-8 0,-1-1 0,0 1 0,0 0 0,0 0 0,-1-1 0,1 1 0,-1-1 0,0 1 0,1 0 0,-2-1 0,-1 6 0,1-4 0,0 0 0,1 0 0,0 0 0,0 0 0,0 0 0,0 9 0,1-8 0,1-1 0,0 0 0,1 0 0,-1 0 0,1 0 0,0 0 0,5 7 0,-5-7 0,25 72 0,-24-64 297,-3-9-795,-5-9-2684,3 1-1377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15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777 3444 1681,'-7'-19'3005,"0"-2"379,9 19-2948,0-1-1,0 1 0,1 0 1,-1 0-1,1 0 0,-1 1 1,1-1-1,0 0 0,-1 1 0,1 0 1,5-2-1,-8 3 128,-6 2 2844,6-2-3391,0 0-1,0 0 1,0 0 0,0 0-1,0 0 1,0 0-1,0 0 1,0 0 0,0 0-1,0 0 1,0 0 0,0 0-1,0 0 1,1 0 0,-1 0-1,0 0 1,0 0 0,0 0-1,0 0 1,0 0 0,0 0-1,0 0 1,0 0 0,0 0-1,0 0 1,0 0 0,0 0-1,0 0 1,0 0 0,0 0-1,0 0 1,0 0 0,0 0-1,0 0 1,0 0 0,0 0-1,1 0 1,-1 0-1,0 0 1,0 0 0,0 0-1,0 0 1,0 0 0,0 0-1,-8 8 4,-20-18-3295,27 10 3287,0 0 0,0 0 0,0 0 0,0 0 0,0 0 0,0 0 0,0-1 0,0 1 0,0 0 0,0 0 0,0-1 0,0 1 0,1-1 0,-1 1 0,0-1 0,0 1 0,0-1 1,0 0-1,1 1 0,-1-1 0,0 0 0,1 0 0,-1 1 0,0-1 0,1 0 0,-1 0 0,1 0 0,0 0 0,-1 0 0,1 0 0,0 0 0,-1 0 0,1 0 0,0 0 0,0 0 0,0 0 0,0 0 0,0 0 0,0 0 0,0 0 1,0 0-1,0-1 0,1 2 121,0 0 1,-1 0 0,1-1 0,0 1-1,-1 0 1,1 0 0,0 0 0,-1 0-1,1 0 1,-1 0 0,1 0 0,0 1-1,-1-1 1,1 0 0,0 0 0,-1 0-1,1 1 1,-1-1 0,1 0 0,0 1-1,-1-1 1,1 0 0,-1 1 0,1-1-1,0 1 1,1 0-40,-1 0 1,1 0-1,0 0 1,-1 1-1,1-1 1,-1 0-1,1 1 1,-1-1-1,0 1 0,1-1 1,0 3-1,5 10 1514,-7-13-1537,1 0 0,-1 0 1,1 0-1,-1 0 0,1 0 1,-1 0-1,1 0 1,-1 0-1,0 0 0,0 0 1,0 0-1,0 1 0,1-1 1,-1 0-1,-1 0 0,1 0 1,0 0-1,0 0 0,0 0 1,-1 1-1,1-1 0,0 0 1,-1 1-1,-1 5 196,1 0 1,0 0-1,1 1 0,0-1 1,0 0-1,0 1 0,3 8 0,-1 29-160,-5-20 315,-1-1 1,-12 40-1,9-39-67,1 1 0,-4 32 0,7-41-284,-1-1-1,0 0 1,-1 0-1,-1 0 1,-1 0-1,-11 21 1,17-36-44,-7 12-76,-1 0 0,-1-1 0,0-1 0,0 1 0,-1-2 1,-19 16-1,6-5 118,-4 2 30,-2-1 0,-61 36 0,50-34-41,1 2 0,1 2 0,1 2 0,-34 34 0,15-15 984,45-40-1096,0 0 1,0 1-1,2 0 1,-1 1-1,1 0 1,-12 18-1,15-15 367,0-1-1,1 1 1,0 0-1,1 0 0,1 0 1,1 1-1,-4 25 1,6-30-221,0 0 1,0 0-1,1-1 1,1 1 0,0 0-1,0-1 1,1 1-1,0 0 1,0-1-1,1 0 1,1 0-1,7 17 1,-1-13-92,0 1 0,1-2 0,0 1 0,1-2 0,0 1 0,1-2 0,0 1 0,18 9 0,-4-4 0,1-1 0,1-2 0,42 15 0,-56-24 0,0-1 0,0 0 0,1 0 0,-1-2 0,1 0 0,0-1 0,-1 0 0,1-2 0,27-4 0,-28 4 0,0 2 0,0-1 0,28 5 0,25-1 0,-56-4 0,0-1 0,0-1 0,0 0 0,0 0 0,-1-1 0,1-1 0,16-9 0,71-48 0,-93 58 0,39-27 0,-1-2 0,49-49 0,-84 71 0,0-1 0,0 0 0,-1 0 0,-1-1 0,9-19 0,-8 15 0,1 0 0,16-22 0,38-59 0,-18 25 0,-8 17 0,-17 24 0,43-51 0,-51 69 0,1 0 0,1 1 0,0 1 0,0 1 0,19-12 0,33-15 0,31-20-3,-86 51-4,0-1 1,1 2-1,-1 0 0,2 0 0,15-5 0,-23 10 8,1-1 0,0 1 1,0 0-1,0 0 0,0 0 0,0 1 1,0 0-1,0 0 0,0 1 0,0 0 1,0 0-1,0 0 0,10 4 0,-13-3 0,0-1 0,-1 1 0,1-1 0,-1 1 0,0 0-1,1 0 1,-1 0 0,0 0 0,0 1 0,0-1 0,0 0-1,-1 1 1,1-1 0,-1 1 0,2 3 0,14 48 14,-1-7-17,-10-37 2,0-1 0,0 0 0,1 0 0,0-1 0,0 0 0,1 0 0,1-1 0,-1 0 0,11 7 0,32 29 0,-23-6 0,-24-30 0,1 0 0,-1-1 0,1 0 0,1 0 0,-1 0 0,9 7 0,20 17 0,11 7 0,-16-16 0,-1 2 0,49 50 0,-67-63 0,5 6 0,-1 1 0,-1 1 0,20 36 0,-22-35 0,0-1 0,1 0 0,28 31 0,128 129 0,-167-177 0,11 12 0,1 1 0,18 14 0,-25-24 0,-1-1 0,1 1 0,0-1 0,1 0 0,-1 0 0,0-1 0,1 0 0,-1 0 0,11 2 0,35 5 0,-20-3 0,0-1 0,0-1 0,49-2 0,-55-5 0,-1-2 0,45-13 0,-21 4 0,-17 5 0,-15 4 0,0 1 0,0 0 0,25-1 0,37-2 0,-71 6 0,0 0 0,0-1 0,-1 1 0,1-2 0,0 1 0,-1-1 0,1 0 0,-1-1 0,0 0 0,0 0 0,-1 0 0,1-1 0,-1 0 0,0 0 0,0-1 0,6-7 0,-10 11 0,4-4 0,-1-1 0,1 0 0,-1-1 0,-1 1 0,1-1 0,-1 0 0,-1 0 0,1 0 0,-1-1 0,-1 1 0,1-1 0,-2 0 0,1 1 0,-1-1 0,0 0 0,-1 0 0,0 0 0,-1 0 0,0 0 0,0 1 0,-1-1 0,0 0 0,0 1 0,-1-1 0,0 1 0,-8-15 0,-79-102 0,30 46 0,47 63 0,0 1 0,-1 0 0,-31-23 0,30 26 0,1-1 0,0 0 0,1 0 0,-19-26 0,22 25 0,-1 1 0,-14-14 0,-18-21 0,21 21 0,16 21 0,1 0 0,0-1 0,0 1 0,0-1 0,-5-11 0,7 11 0,-2 0 0,1 0 0,-1 1 0,-8-10 0,7 9 0,0-1 0,0 1 0,1-1 0,-4-9 0,6 11 0,1 0 0,0 0 0,0 0 0,1 0 0,0-1 0,0 1 0,0 0 0,1-1 0,0 1 0,0-1 0,1 1 0,-1 0 0,4-12 0,-3 10 0,0-46 0,-2 48 0,1-1 0,0 0 0,0 1 0,0-1 0,1 0 0,0 0 0,0 1 0,1-1 0,4-12 0,10-27 0,8-14 0,-12 39 0,27-33 0,-26 37 0,-1 0 0,20-37 0,-11 10 0,49-77 0,0 25 0,-40 57 0,-2 0 0,-2-2 0,35-70 0,-44 65-34,-2-1 0,9-49 0,-1 5-342,-4 28 43,-9 34 266,-2 1-1,0-1 0,-2-1 0,4-57 0,-9 47-285,3 0-1,1 1 1,12-47-1,-7 58 269,0 1 0,2 0 0,1 0-1,2 1 1,33-46 0,-33 50 25,-8 13 20,0 1 0,1 0 1,0 1-1,1 0 0,-1 0 0,1 1 0,0 0 0,14-6 0,4-4 79,-23 14-35,-1 0 1,1 0-1,0 1 0,0-1 1,0 1-1,0 0 0,0 0 1,1 0-1,-1 0 0,0 1 1,0 0-1,1 0 0,-1 0 1,0 0-1,0 1 0,0 0 1,1 0-1,-1 0 0,0 0 1,0 0-1,0 1 0,0 0 1,-1 0-1,1 0 0,0 0 1,-1 0-1,0 1 0,1 0 1,-1 0-1,0 0 0,0 0 1,-1 0-1,1 0 0,0 1 1,-1-1-1,2 5 0,4 11 114,1-1 0,1 0 0,0 0-1,1-1 1,27 31 0,-29-37-103,0 1 1,-1 1-1,0-1 0,-1 1 0,-1 1 1,0-1-1,7 22 0,19 42 127,-28-71-60,0 1-1,1-1 0,0 0 0,0-1 1,0 1-1,1-1 0,-1 0 1,9 6-1,58 32-462,-22-13 502,5 10-96,-37-26 37,1 0 0,0-1 0,32 15 0,-11-11-5,1-1 1,1-2 0,0-1 0,1-3 0,56 7-1,-85-17-55,1 0 0,-1-1 0,1 0 0,-1-1 0,0-1-1,1 0 1,-1-1 0,-1 0 0,1-2 0,-1 1 0,0-1-1,0-1 1,0-1 0,-1 0 0,0 0 0,-1-1-1,0 0 1,14-16 0,-2 0 461,1-2-601,0 0 0,-2-2 1,27-44-1,-46 66 147,0 0 1,-1-1-1,0 1 0,0-1 1,0 1-1,-1-1 0,0 0 0,-1 0 1,1 1-1,-2-1 0,1 0 1,-1 0-1,0 1 0,-1-1 1,1 0-1,-2 1 0,1 0 0,-1-1 1,-5-8-1,-7-14-100,-2 1 1,-1 0-1,-26-29 0,24 31-63,-120-174 1147,131 187-973,0 0-1,0 0 1,2-1 0,0 0 0,0-1 0,-6-25 0,5 6-393,2-1 0,-3-35 1,4 22 465,2 37-90,1 0 0,0-1 1,1 1-1,1-1 0,0 1 1,1-1-1,0 1 1,1 0-1,0-1 0,1 1 1,8-21-1,0 4 177,-1 0-1,-1-1 1,8-50 0,-3 11-747,-8 48 531,2 1 0,0 0-1,1 1 1,1 0 0,1 0-1,0 1 1,26-30 0,15-26 972,-33 49-1001,-14 20-37,-1 0 0,0-1 1,0 0-1,0 0 0,3-8 1,-1-2 212,2 1 1,-1 0 0,2 0-1,0 1 1,20-24-1,24-25-864,-3-3 0,75-127 0,-109 167 831,31-36 1,-5 6-466,-27 37 391,1 0 1,24-20-1,-17 17-54,-21 19 17,1 1 1,1 0 0,-1 0-1,0 0 1,0 1-1,1-1 1,-1 1 0,1 0-1,-1 0 1,1 0-1,-1 0 1,5 1-1,46-3-475,-51 3 395,2 0 121,0 1 1,0-1 0,0 1 0,0 0-1,0 1 1,-1-1 0,1 1 0,-1 0-1,1 0 1,-1 0 0,0 1 0,1-1-1,-1 1 1,0 0 0,-1 0 0,1 1-1,-1-1 1,1 1 0,4 7 0,4 6 1,-1 2 1,-1-1-1,12 28 1,-3-4-71,86 163 412,-98-192-356,1 0-1,0-1 1,1 0-1,0-1 1,1 0-1,0 0 1,1-1-1,0 0 1,0-1-1,1-1 1,1 0-1,14 8 1,4 0 156,2-2 0,0-1 0,66 17 0,-85-27-192,0-2 0,0 1 1,0-2-1,0 0 0,0 0 0,0-1 1,0-1-1,0-1 0,-1 0 1,1 0-1,-1-1 0,0-1 0,0-1 1,0 0-1,0 0 0,-1-1 0,0-1 1,-1 0-1,0 0 0,0-1 0,0-1 1,-1 0-1,-1 0 0,0-1 1,0 0-1,-1 0 0,8-16 0,-7 4-13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16.4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454 707 25948,'-309'-545'-126,"304"537"131,-1 1 0,1 0-1,-1 1 1,0-1 0,0 1-1,-1 0 1,-7-4 0,11 8-24,1 1-1,0-1 1,0 0 0,-1 1 0,1-1 0,1 0 0,-1 0 0,0 0-1,0 0 1,1-1 0,-1 1 0,1 0 0,0-1 0,-1 1 0,1-1-1,-1-4 1,2 7 8,0 0 0,0 0-1,0 0 1,0-1-1,0 1 1,0 0-1,0 0 1,0 0 0,0-1-1,0 1 1,0 0-1,0 0 1,0-1 0,0 1-1,0 0 1,0 0-1,0 0 1,0-1 0,0 1-1,0 0 1,0 0-1,0 0 1,1-1-1,-1 1 1,0 0 0,0 0-1,0 0 1,0 0-1,0 0 1,1-1 0,-1 1-1,0 0 1,0 0-1,0 0 1,0 0 0,1 0-1,-1 0 1,0 0-1,1-1 1,0 0-69,-9-6 224,-39-38-1344,47 45 1066,-5-4-3191,1 4-2090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17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0 2273,'0'0'600,"-8"6"5929,8-5-6436,0-1 0,0 0 1,1 1-1,-1-1 1,0 0-1,0 1 0,0-1 1,1 1-1,-1-1 0,0 0 1,0 1-1,0-1 1,0 1-1,0-1 0,0 0 1,0 1-1,0-1 1,0 1-1,0-1 0,0 0 1,0 1-1,0-1 1,0 1-1,0-1 0,-1 0 1,1 1-1,0 0 0,-12 3 879,3-3-1442,-5 3-881,11-3 659,0 1 1,0-1-1,0-1 1,0 1 0,-1 0-1,1-1 1,0 0-1,-1 0 1,-3 0 0,3-1-1337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6:29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3498 3073,'-6'-16'3679,"6"16"-3231,-1-1 1,1 0-1,-1 0 0,1 0 0,0 0 0,-1 0 0,1 0 1,0 0-1,-1 1 0,1-1 0,0 0 0,0 0 1,0 0-1,0 0 0,0 0 0,0 0 0,0 0 1,1 0-1,-1-2 0,15-10 2391,-13 12-2704,-1 0 0,0-1 0,0 1 0,0-1-1,0 1 1,0-1 0,-1 0 0,1 1 0,0-1 0,-1 0 0,1 1-1,-1-1 1,0 0 0,1 0 0,-1 0 0,0 1 0,0-1 0,0 0-1,0 0 1,-1-2 0,-5-40-24,6 40-47,-1-5-9,0-1-1,1 0 1,1 0 0,-1 0 0,2 1-1,-1-1 1,1 0 0,1 1 0,4-11-1,1-1 73,0 0 0,23-37 0,-13 28-93,102-181 234,-108 191-337,0 0 1,2 1-1,0 1 1,1 0 0,32-28-1,21-26-177,-49 51 183,0 0 0,2 1 0,1 1 0,0 1 0,1 1 0,1 1-1,1 1 1,40-18 0,-42 23 111,-1 2 0,1 0 0,1 2 0,0 0 0,0 2 0,0 0 0,0 2 0,0 1 0,0 1 0,37 4 0,-43-1 47,-1 2 0,0 0-1,27 12 1,4 1-15,-38-14-64,-1 0 0,1 0 0,-1 1-1,0 0 1,0 1 0,16 13 0,-5-1 57,24 30 1,-30-33-65,-10-10 3,1 0-1,0 0 1,-1 0 0,0 0 0,-1 1-1,1 0 1,-1-1 0,0 1-1,0 0 1,-1 1 0,0-1-1,0 0 1,0 1 0,-1-1-1,0 1 1,0 0 0,0-1-1,-1 1 1,0 0 0,-2 11 0,1-14 14,0 1 0,0-1 0,1 1 0,-1-1 0,1 0 0,0 1 0,1-1 0,-1 1 0,1-1 1,0 1-1,0-1 0,0 0 0,1 0 0,-1 1 0,1-1 0,3 5 0,0-3 96,0 1 0,1-1 0,-1 0 0,1-1 0,1 0 0,-1 1 1,1-2-1,8 5 0,-9-3-44,1 0 1,-1 0-1,-1 1 1,1-1-1,-1 1 0,0 0 1,-1 1-1,0-1 1,0 1-1,0 0 1,3 14-1,22 37 301,-27-55-335,1-1-1,-1 1 1,0 0-1,0 0 0,0 0 1,-1 0-1,1 0 1,-1 0-1,0 1 1,0-1-1,-1 0 1,1 0-1,-1 1 1,0-1-1,0 0 1,0 1-1,-2 7 0,-1-5-70,1 0 0,-1 0 0,-1-1 0,1 1-1,-1-1 1,0 0 0,0 0 0,-1 0 0,1-1-1,-8 7 1,-19 15 44,0-1-1,-42 26 1,46-35-36,1 2 1,0 1-1,1 1 1,-36 41-1,48-44 269,2 0 0,0 1 0,2 1-1,0 0 1,-10 31 0,-6 14-143,22-57 114,0 1-1,1-1 1,-1 0 0,2 1-1,-1-1 1,1 1-1,0 0 1,1-1-1,0 1 1,1 9-1,0-14-183,-1-1 1,1 1-1,0 0 0,0 0 0,0 0 0,1 0 1,-1-1-1,1 1 0,0-1 0,0 1 0,0-1 1,0 0-1,1 0 0,0 0 0,-1 0 1,1 0-1,0 0 0,0-1 0,0 0 0,1 1 1,-1-1-1,0 0 0,7 2 0,12 5 24,1-1-1,0-1 1,0-1 0,1-1-1,-1-1 1,1-2-1,0 0 1,0-1-1,26-3 1,-25-1 54,0-2 0,-1-1 0,1-1 1,-1-1-1,40-19 0,-49 20-201,0-1 0,-1 0 0,0 0 0,0-2 0,-1 0 0,0 0 0,16-17 0,-25 21 101,0-1 0,-1 1 0,0 0 1,0-1-1,0 0 0,2-9 0,12-25-634,-6 25 522,0 0-1,1 1 1,1 0-1,28-24 1,-8 7-525,61-68 878,-92 99-268,1 0 0,-1 0-1,0 0 1,0 0 0,1 0 0,-1 1 0,1-1 0,-1 1 0,1-1 0,-1 1 0,1 0 0,-1 0 0,1 0 0,-1 0 0,1 1 0,-1-1 0,3 1 0,43 12-630,-37-8 713,-1 1 0,1 0-1,-1 1 1,17 14 0,7 5-343,-9-8 352,38 37-1,-20-16-32,-33-29 175,0 0 0,-1 0 0,8 13 0,-9-12-212,1-1 0,0 1 0,13 11 0,-10-13 17,0-1 0,22 11 0,11 8-567,-12 2 746,9 5 15,-17-16-332,-1 0-1,35 36 1,23 19 605,-66-62-506,-12-9-43,1 1 1,-1 1-1,1-1 0,-1 1 0,0 0 0,0 0 0,4 6 0,-2-2 118,0-1 0,0 0 0,1-1 0,-1 1 0,2-1 0,13 9 0,28 26 365,-46-38-405,0 0 0,0 0 0,-1 1 0,0-1-1,1 1 1,-1 0 0,-1-1 0,1 1 0,0 0 0,-1 0 0,0 0-1,1 7 1,-1 2-142,-1 0-1,0-1 1,-4 22-1,-1 18 302,5-47-168,-1 1 1,1 0-1,-1-1 0,-1 1 0,1-1 1,-1 1-1,0-1 0,0 0 0,0 1 1,-1-1-1,0 0 0,0-1 0,0 1 1,-1 0-1,0-1 0,1 0 0,-1 0 1,-1 0-1,-7 6 0,-9 3-86,1 0-1,-2-1 1,-31 13 0,9-5-33,-11 9-36,-76 51 1,102-59 224,0 2 0,2 0 1,-47 54-1,31-30-222,-3-2 0,-81 62 0,79-64 263,3 1 0,-47 58 0,-36 37 108,0 3 101,86-91-21,-70 65 1,87-92-230,-22 28 1,-21 20-30,51-57-1,6-6-66,0 1 1,1 0-1,0 1 0,0 0 0,1 0 1,1 1-1,-9 15 0,-3 8 24,-1-1 1,-38 45 0,24-33-11,-7 9-2,16-23 0,2 1 0,-33 60 0,33-40 0,1 1 0,4 1 0,-19 81 0,36-130 0,-4 19 0,1 1 0,1 0 0,-2 31 0,6-49 0,1 0 0,-1 1 0,1-1 0,1 0 0,-1 0 0,1 0 0,1-1 0,0 1 0,0 0 0,0-1 0,1 0 0,0 0 0,0 0 0,8 10 0,22 22 0,-12-15 0,28 42 0,-44-55 0,0-1 0,0 1 0,-1 0 0,-1 0 0,0 1 0,0-1 0,3 23 0,0 41 0,-7-56 0,1-1 0,1 1 0,1-1 0,1 1 0,0-1 0,8 20 0,1-11 0,28 42 0,-25-43 0,24 50 0,-39-70 0,0-1 0,0 1 0,-1 0 0,1 0 0,-1 0 0,-1 0 0,1 0 0,-1-1 0,0 1 0,0 0 0,-1 0 0,-3 9 0,-5 28 0,0 150 0,5-79 0,4-106 0,0 1 0,-1 0 0,-1-1 0,1 0 0,-2 1 0,1-1 0,-1 0 0,0 0 0,0-1 0,-1 1 0,0-1 0,-1 0 0,1-1 0,-1 1 0,-1-1 0,-7 6 0,-8 6 0,-1-1 0,-1-1 0,-42 22 0,-81 35 0,134-65 0,0 0 0,1 0 0,-1 1 0,1 0 0,1 1 0,0 1 0,1 0 0,-1 0 0,2 1 0,-10 15 0,9-13 0,0 0 0,-1-1 0,-23 22 0,31-33 0,0 0 0,0 1 0,1-1 0,-1 1 0,0 0 0,1-1 0,0 1 0,0 0 0,0 1 0,0-1 0,-1 4 0,3-5 0,-1 1 0,1 0 0,0-1 0,0 1 0,0 0 0,0-1 0,1 1 0,-1 0 0,1-1 0,0 1 0,-1-1 0,1 1 0,0-1 0,1 1 0,1 3 0,70 155 0,-71-154 0,0-1 0,1 0 0,0 1 0,1-1 0,-1 0 0,1 0 0,0-1 0,0 1 0,1-1 0,0 0 0,0 0 0,0-1 0,0 1 0,1-1 0,0 0 0,0-1 0,0 1 0,0-1 0,0 0 0,1-1 0,-1 1 0,1-1 0,0-1 0,0 1 0,0-1 0,0-1 0,10 1 0,150-8 0,-53-1 0,-82 8 0,5 0 0,-1-2 0,0-1 0,0-2 0,54-13 0,-3-8 0,-23 9 0,70-30 0,-131 45 0,1 1 0,0-1 0,0 0 0,-1 0 0,1-1 0,-1 1 0,0-1 0,1 1 0,-1-1 0,0 0 0,-1 0 0,1-1 0,-1 1 0,1 0 0,-1-1 0,2-4 0,-2 3 0,-1 1 0,0-1 0,0 0 0,-1 1 0,1-1 0,-1 0 0,0 1 0,0-1 0,-1 0 0,1 0 0,-1 1 0,0-1 0,-3-8 0,-24-57 0,22 58 0,1 0 0,-1 0 0,2 0 0,0-1 0,1 0 0,0 0 0,1 0 0,0 0 0,1 0 0,0-18 0,3 9-44,1 1 1,0 1-1,2-1 0,0 1 0,14-33 0,-16 46 43,0 0 0,1 1 0,0-1 0,0 1-1,1 0 1,0 0 0,0 0 0,1 1 0,-1-1-1,1 1 1,0 1 0,0-1 0,1 1 0,-1 0-1,1 1 1,0-1 0,0 1 0,13-3 0,-8 3-73,1 1 0,0 0 0,0 1 0,0 1 0,-1 0 0,1 0 1,0 1-1,0 1 0,0 1 0,17 4 0,-7 1 165,-1 0-1,0 1 1,0 1-1,35 23 0,-35-16-33,-1 1-1,-1 1 1,-1 0 0,0 2-1,28 42 1,27 28 249,-49-65-306,1-1 0,0-2 0,2 0 0,0-2 0,2-1 0,0-2 0,64 29 0,20-4 0,139 32 0,-180-55 0,-31-8 0,-15-3 0,0-1 0,1-1 0,0-2 0,0-1 0,1-1 0,39-1 0,-21-5 0,-3 1 0,-1-2 0,0-2 0,51-13 0,-91 18 0,1 0 0,-1 0 0,0 0 0,0 0 0,0-1 0,0 1 0,0-1 0,0 0 0,0 0 0,0 0 0,0 0 0,-1 0 0,1-1 0,-1 1 0,0-1 0,0 0 0,0 0 0,0 0 0,0 0 0,-1 0 0,1 0 0,-1 0 0,0 0 0,0 0 0,0-1 0,0 1 0,0-6 0,-1 2 0,0 1 0,-1-1 0,0 0 0,0 0 0,-1 1 0,1-1 0,-2 1 0,1 0 0,-1-1 0,0 1 0,0 0 0,0 0 0,-5-5 0,-14-22-30,2-1 0,-29-65-1,35 70 26,-2 1 0,-21-29-1,-22-40 65,56 92-59,1 0 3,0-1 0,0 1-1,-1 0 1,1 0 0,-1 1-1,0-1 1,-1 1-1,1-1 1,-1 1 0,0 0-1,0 0 1,0 1 0,-1-1-1,1 1 1,-1 0 0,0 0-1,-9-4 1,8 5-35,0 0 0,0 0 1,1-1-1,-1 0 0,-6-5 0,10 6 31,0 0 0,0 0 0,0-1 0,0 1 0,1 0 0,-1-1 0,1 1 1,-1-1-1,1 1 0,0-1 0,0 0 0,0 1 0,1-1 0,-1-4 0,-4-12 44,-1 0 0,-16-35 0,-2-6 33,23 57-76,1-1 0,-1 0 0,1 0 0,0 0 0,0 1 0,0-1 0,0 0 0,1 0 0,-1 0 0,1 1 0,0-1 0,1 0 0,-1 1 0,0-1 0,1 1 0,0-1 0,2-3 0,7-10 0,1 0 0,15-16 0,-6 7 0,-3 1-44,-7 9 5,1 0 0,1 0 0,0 1 0,1 1 0,18-15 1,-28 27 9,0-1 0,0 1 0,1 0 0,-1 0 0,1 1 0,0-1 0,0 1 0,-1 0 0,1 0 0,6 1 0,54 1-88,-7 0 222,-52-1-161,3-1 5,1 0 0,-1 0 0,1-1-1,-1 0 1,13-5 0,-19 5 56,0 1 0,0-1 0,0 0 0,0 0 0,0-1 0,0 1 0,-1 0 0,1-1 0,-1 0 0,0 1 0,0-1 1,0 0-1,0 0 0,0 0 0,-1-1 0,1 1 0,-1 0 0,1-4 0,44-108-86,2-7-100,-45 106 141,0 0-1,-1-1 0,0 1 0,-2-1 1,0 0-1,0 1 0,-6-27 0,3 21 6,2 0 0,0-1 0,3-34 0,2 30-4,-2 0 1,0 0-1,-2 0 0,-1 0 1,-1 0-1,-1 0 1,-2 0-1,-10-34 1,-7 12 112,19 44-63,-1-1 0,1 1 1,1-1-1,-1 0 0,1 0 0,0 0 0,0 0 0,0 0 1,1-1-1,0 1 0,0 0 0,1-1 0,0 1 0,0-1 1,1 1-1,1-12 0,0 13-57,2-8 60,1-1-1,-2 1 1,0-1 0,0 0-1,-2 0 1,1 0 0,-2 0 0,-2-27-1,-3 12-52,1 0 0,2-1-1,0 1 1,2-1 0,2 0 0,7-47-1,6 1-298,-11 48-183,1 0 0,2 0 0,20-54 0,31-60-330,-38 87 113,-10 25 664,18-38 0,-8 29-137,-6 15 260,-2-1 1,-1-1 0,-1 0 0,8-29 0,-16 47-181,1 0 0,0 1 0,1-1 0,-1 1 0,1 0 0,1 0 0,-1 0 0,1 1 1,1-1-1,-1 1 0,1 1 0,7-7 0,-4 4 143,1 1 0,0 0 0,0 0 0,0 1 0,1 1 0,0 0 0,18-6 0,-26 10 25,1 1 0,-1-1 1,1 1-1,0 0 0,-1 0 1,1 0-1,-1 1 0,1-1 1,-1 1-1,1 0 0,-1 0 1,1 0-1,-1 1 0,0-1 1,1 1-1,-1 0 0,0 0 1,0 0-1,0 0 0,-1 0 1,1 0-1,0 1 0,-1 0 1,0-1-1,1 1 0,-1 0 1,2 5-1,4 4 243,-1 0 0,0 1-1,-1 0 1,0 0 0,5 22-1,-8-26-149,1-1 1,0 1-1,0-1 0,1 0 0,0 0 0,0 0 0,1 0 0,8 8 0,17 23 177,-26-31-94,-1 1 0,0 0-1,0 0 1,4 16 0,-6-18-219,0 0 0,0 0 0,1-1 1,0 1-1,0 0 0,1-1 0,0 0 1,0 1-1,7 7 0,13 9 171,-11-11-89,0 1 0,17 22 0,-26-30-13,-1-1 0,0 1 0,-1 0 1,1 0-1,-1 0 0,0 1 0,0-1 0,-1 0 0,1 1 1,-1-1-1,0 1 0,0 8 0,-1 2 1,2-1 1,0 0-1,0 0 0,1 0 0,1 0 1,1-1-1,9 21 0,55 94-23,-16-35 589,-36-63-625,-12-24-5,-1-1 0,0 1 0,0 0 0,-1 0 0,0 0 0,0 0 0,-1 1 0,0-1 0,0 1 0,-1 0 0,0-1 0,1 15 0,-9 111 0,-1 9 0,4-129 0,0 0 0,-1-1 0,0 1 0,-1-1 0,0 0 0,-1-1 0,-1 0 0,-14 18 0,6-8 0,-20 24 0,-2-1 0,-2-3 0,-47 40 0,34-34 0,-62 73 0,88-83 0,3 2 0,1 0 0,1 2 0,-21 60 0,39-92 0,0 1 0,1 0 0,0 0 0,1 0 0,0 1 0,1-1 0,0 0 0,1 21 0,0-27 0,0-1 0,1 1 0,-1-1 0,1 1 0,0-1 0,0 1 0,1-1 0,-1 0 0,1 0 0,-1 0 0,1 0 0,0 0 0,0 0 0,0 0 0,1 0 0,-1-1 0,0 1 0,1-1 0,0 0 0,0 0 0,0 0 0,0 0 0,0 0 0,0-1 0,0 1 0,0-1 0,1 0 0,-1 0 0,6 1 0,11 1 0,-1-1 0,1 0 0,0-2 0,27-2 0,82-16 0,-54 6 0,-47 7 0,0-1 0,-1-1 0,0-1 0,0-1 0,46-24 0,-21 4 0,83-62 0,-112 75 0,-4 3 0,-1 0 0,-1-1 0,-1-1 0,26-29 0,-27 26 0,-1 0 0,33-29 0,-39 41 0,1 0 0,-1 0 0,1 1 0,0 0 0,0 1 0,0 0 0,0 0 0,1 1 0,11-3 0,5 2 0,0 0 0,0 2 0,1 1 0,-1 1 0,1 1 0,48 9 0,155 48 0,-206-51 0,50 19 0,117 58 0,-24-8 0,-115-56 0,2-1 0,0-3 0,1-2 0,1-3 0,85 7 0,-104-17 0,44-3 0,-65 0 0,0 0 0,0 0 0,0-2 0,0 0 0,17-7 0,-29 9 0,0-1 0,0 1 0,0-1 0,0 1 0,-1-1 0,4-3 0,-5 3 0,1 0 0,0 1 0,0 0 0,0 0 0,0 0 0,0 0 0,0 0 0,1 0 0,-1 1 0,6-2 0,34-5 0,2 1 0,61-1 0,-14 2 0,-81 4 0,-1 0 0,0-1 0,0 0 0,0 0 0,0-1 0,-1-1 0,1 0 0,-1 0 0,-1 0 0,1-1 0,-1-1 0,0 0 0,0 0 0,0 0 0,-1-1 0,7-10 0,-1 1 0,0-1 0,-1-1 0,-2 0 0,0 0 0,0-1 0,10-36 0,-18 49 0,0 0 0,0 0 0,-1 0 0,0-1 0,-1 1 0,1 0 0,-2-1 0,1 1 0,-1 0 0,0-1 0,0 1 0,-1 0 0,0 0 0,0 0 0,0 0 0,-1 0 0,0 1 0,-1-1 0,1 1 0,-7-8 0,0 2 0,-1 0 0,0 2 0,-1-1 0,0 1 0,0 1 0,-1 0 0,-1 0 0,-21-9 0,20 10 0,-15-7 0,-43-15 0,62 26 0,-1 1 0,0 0 0,0 1 0,0 0 0,0 1 0,0 1 0,-16 0 0,5 1 0,0 0 0,0-2 0,0-1 0,-35-7 0,45 6 0,-1-1 0,1 0 0,0 0 0,0-2 0,0 1 0,1-2 0,0 1 0,-19-15 0,29 19 0,0 0 0,0 1 0,1-1 0,-1 0 0,1 0 0,-1 0 0,1 0 0,0 0 0,0-1 0,-1 1 0,2 0 0,-1-1 0,0 1 0,0 0 0,1-1 0,-1 1 0,1-1 0,0-2 0,0 0 0,0 0 0,1-1 0,0 1 0,0 0 0,0-1 0,1 1 0,4-10 0,2-1 0,0 1 0,1 0 0,1 1 0,14-16 0,-7 7 0,-8 11 0,0 1 0,1 0 0,18-16 0,125-90 0,-135 104 0,-1-1 0,0 0 0,-1-1 0,-1-1 0,0-1 0,-1 0 0,-1-1 0,15-27 0,-9 9 0,-2 0 0,-2-1 0,20-68 0,-30 85 0,-1-1 0,-1 0 0,-1-1 0,0-29 0,-12-86 0,2 48 0,6 67-43,-1-1 0,-1 1 0,-1 0 0,-1 0 0,-12-28 0,1 12-68,-1 1-1,-24-36 1,34 61 0,-1 1 0,0 0 0,0 1 0,-1 0 1,0 0-1,-1 1 0,0 1 0,-21-13 0,-10-2-140,-55-22 0,23 12-53,-2-3-178,10 5-101,-72-45-1,-162-126-498,88 57 879,181 121 258,0-1 1,1-2 0,-31-37 0,-51-45-2,-23 5 251,-55-47-114,163 126-91,1-1 0,1-1 0,2-1-1,-33-50 1,33 38 54,-3 0-1,-1 2 1,-2 1 0,-38-38-1,-30-15-73,25 24 4,2-2-1,-76-98 1,-150-185-54,148 187-46,81 85-7,-4 4 0,-108-90-1,168 157 18,-43-33-52,2-2-1,-84-91 1,-1-40-70,83 101-129,-4 1 0,-119-114 0,-119-95 91,230 217 148,-78-57-1,81 70-114,34 24 66,1-1 0,1-2 0,-33-48 0,5 8 60,14 16 23,2-3 1,2-1-1,4-1 1,-47-112 0,64 127-60,2-1 0,-12-62 0,20 81 43,4 20 3,0 0 1,0 0 0,1 0-1,0 0 1,0 0-1,1-1 1,-1 1-1,1 0 1,1 0-1,-1-1 1,1 1-1,3-9 1,-3 11-2,0 0-1,1 0 1,-1-1 0,-1 1 0,1 0 0,-1 0 0,0 0-1,1-1 1,-2 1 0,0-8 0,-1 5 3,-1 0-1,1 0 1,-1 1 0,-1-1-1,-6-9 1,7 11 14,1 0 0,0 0 0,1 0 0,-1-1 0,1 1 0,0 0 0,0 0 0,0-1 0,1 1 0,0-1 0,0 1 0,0 0 0,1-1 0,0 1 0,0 0 0,0-1 0,1 1 0,-1 0 0,1 0 0,1 0 0,-1 0-1,1 1 1,-1-1 0,1 1 0,5-6 0,-8 10-51,-13 25-14,6-14 172,-15 32 86,-3-1 0,-54 71-1,-57 78 913,36-44-580,98-145-529,0 0 0,0 0 1,0 1-1,0-1 0,-1-1 1,1 1-1,0 0 0,-1-1 0,0 1 1,1-1-1,-1 0 0,0 1 1,0-1-1,1-1 0,-1 1 0,-5 0 1,-14 6 391,39-17-605,0 0-1,0-2 1,-1 0 0,0-1 0,-1-1 0,-1 0 0,19-24-1,6-13-858,32-57-1,6-26 144,19-31 732,-94 167 218,0 0 1,0 1-1,0-1 0,0 0 1,0 1-1,-1 0 0,1-1 1,-1 1-1,0 0 0,2 5 1,0-2 150,39 73 614,69 119 1384,-94-173-1844,0-1 1,2-1-1,1-1 0,0-1 1,42 33-1,-43-41-291,1 0 0,1-1 0,0-1 0,1 0 0,0-2 0,32 9 0,-14-8-59,0-2 0,78 6 0,-103-14 3,-21-5 22,-24-4-146,14 6-1284,1 1 1,-2 1-1,-23 0 1,30 2-1102,1 0 0,-1 1 0,1 0-1,-12 4 1,-5 4-10077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4578,'1'-1'421,"-1"1"0,1-1-1,0 1 1,-1 0 0,1-1 0,0 1-1,0-1 1,-1 1 0,1 0 0,0 0-1,0 0 1,0-1 0,-1 1 0,1 0-1,0 0 1,0 0 0,0 0 0,0 0-1,0 0 1,-1 1 0,1-1 0,1 0-1,2 17 6986,-1 3-8028,11 45 1375,14 91-60,-27-124-295,-1-27 276,0-21-271,2-11-407,1 1 0,2 0 1,1 0-1,11-33 0,-10 37-22,-3 7-39,28-83-206,-28 89 50,0-1 0,1 1-1,0 0 1,1 0 0,-1 0 0,2 1 0,10-12 0,-16 19 92,0 0-1,0 0 1,0 0-1,0 0 1,1 0 0,-1 0-1,0 0 1,0 1-1,1-1 1,-1 1 0,0-1-1,1 1 1,-1-1 0,0 1-1,1 0 1,-1 0-1,1-1 1,-1 1 0,1 0-1,-1 0 1,0 1-1,1-1 1,-1 0 0,1 0-1,-1 1 1,3 0-1,-1 1-608,1 0-1,-1 0 1,0 0-1,0 1 1,0-1-1,0 1 0,0 0 1,3 4-1,7 12-4095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74 8692,'1'0'206,"-1"-1"0,0 0 0,0 0 0,0 0 0,0 1 0,0-1 0,0 0 0,-1 0 0,1 0 0,0 1 0,0-1 0,0 0 0,-1 0 0,1 1 0,0-1 0,-1 0 0,1 1 0,-1-1 0,1 0 0,-1 1 0,1-1 0,-1 1 0,1-1 0,-1 1 0,0-1 0,1 1 0,-2-1 1,1 0-20,0 1 0,-1 0 1,1 0-1,0 0 1,-1 0-1,1 0 0,0 0 1,0 0-1,-1 1 1,1-1-1,0 0 1,0 1-1,-1-1 0,1 1 1,-1 0-1,-4 2 151,1 1-1,-1-1 0,1 1 1,0 0-1,-7 7 1,4-2 8,-2 2-119,1 0-1,-14 20 1,21-29-223,1 0-1,0-1 1,0 1-1,0 0 1,0 0-1,0 0 1,0 0-1,1 0 1,-1 0-1,0 0 1,1 0-1,0 1 1,-1-1-1,1 0 1,0 0-1,0 0 1,1 0-1,-1 1 1,0-1-1,1 0 1,-1 0-1,1 0 1,-1 0-1,1 0 1,2 4-1,-1-4-2,1 0-1,-1 0 0,1-1 0,0 1 0,-1 0 0,1-1 1,0 0-1,0 0 0,0 0 0,0 0 0,0 0 1,0 0-1,0-1 0,0 1 0,0-1 0,1 0 0,5-1 1,3 1-56,0-1 1,0-1 0,17-4 0,-15 3 0,0-1 1,0-1-1,0 0 0,0-1 1,22-14-1,-33 18 65,0 0 0,0 0 0,-1 0 0,1 0 0,-1 0 0,1 0 0,-1-1 0,0 0 1,0 1-1,0-1 0,0 0 0,-1 0 0,1 0 0,-1 0 0,1 0 0,-1 0 0,0 0 0,0-1 0,-1 1 0,1 0 0,-1-1 0,0 1 0,1 0 0,-1-1 1,-1 1-1,1 0 0,0-1 0,-1 1 0,0 0 0,0 0 0,-2-6 0,1 4-34,0 0 0,-1 0-1,0 0 1,1 0 0,-2 1 0,1-1 0,0 1 0,-1 0-1,0 0 1,0 0 0,0 1 0,0-1 0,-10-5-1,11 8-197,1 0-1,-1 0 1,0 0-1,1 0 0,-1 0 1,0 1-1,0-1 1,0 1-1,1-1 0,-1 1 1,0 0-1,-3 1 1,3-1-340,0 1 0,0 0 0,0 0 1,0 0-1,0 0 0,1 1 0,-1-1 1,0 1-1,1-1 0,-1 1 0,1 0 1,-1 0-1,-1 2 0,-9 11-4145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 6115,'17'-3'6078,"-27"9"-586,-17 10-3643,5 2-699,3-3-387,-34 34-1,49-45-756,0 0 0,0 1 0,1 0 0,-1 0 0,1 0 0,0 0 0,1 0 0,-1 1 0,1-1 0,0 1 0,1-1 0,-1 1 0,0 8 0,1-12-12,1 0 0,0 0-1,0 0 1,0-1 0,0 1 0,0 0 0,1 0 0,-1 0-1,0-1 1,1 1 0,0 0 0,-1 0 0,1-1 0,0 1 0,0-1-1,0 1 1,0-1 0,0 1 0,0-1 0,0 1 0,0-1-1,3 2 1,-2-1 1,1-1 1,-1 0-1,1 0 0,0 0 0,-1 0 0,1-1 0,0 1 0,0-1 1,-1 1-1,1-1 0,0 0 0,0 0 0,3-1 0,10-1 5,0-2-1,0 1 1,-1-2 0,16-6-1,-22 7 7,-7 4 4,2-1 36,0-1 0,0 1 0,0-1 0,0 0 0,0 0-1,0 0 1,-1 0 0,1-1 0,-1 1 0,0-1 0,4-3 0,-9 2-102,-1 1 1,1-1 0,-1 1 0,0 0-1,0 0 1,-4-3 0,-26-15-3197,9 13-6123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 9444,'-3'0'558,"0"-1"0,-1 1-1,1-1 1,-1 1 0,1 0 0,0 1-1,-1-1 1,1 0 0,-1 1 0,1 0-1,0 0 1,0 0 0,-1 0-1,1 0 1,0 1 0,0 0 0,0-1-1,0 1 1,1 0 0,-6 5-1,3-1-103,0 0-1,1 1 0,0 0 0,0 0 0,0 0 1,1 1-1,-5 14 0,-9 31 35,2 1 0,2 0 1,3 1-1,-5 89 0,14-132-645,1 0 0,1 0 0,0 0 0,0 0-1,1-1 1,6 19 0,-7-27-112,0 0-1,0 0 1,1 0-1,0 0 1,-1 0-1,1 0 0,0-1 1,1 1-1,-1-1 1,0 1-1,5 3 1,-4-5-207,0 1 1,-1-1-1,1 1 1,0-1-1,0 0 1,0 0-1,0-1 1,0 1-1,0-1 1,0 1-1,0-1 1,0 0 0,0 0-1,6-1 1,20-5-5798,0-8-1386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72 11525,'-8'0'2866,"8"-4"-2258,4-3 1905,11-1 208,12 0-1488,11-3-513,8 1-320,10-1-400,5 1-48,-1 8-1424,-3 2-1570,-5 2-2864,-4 2-2722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3762,'5'-12'1435,"8"-5"10943,-12 30-10509,6 221 5269,-1 90-6022,-5-294-1377,3-20-3071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5491,'-14'-7'3888,"14"7"-3771,0 0 0,0 0 0,0 0 0,0-1 0,0 1 0,0 0 0,0 0 0,0 0 0,0 0 0,0-1 820,-1 0-820,6 10 5160,5 11-2793,-8-18-2403,0-1 0,0 1 0,0 0 0,1-1 0,-1 1 0,0-1 0,0 1 0,1-1 0,-1 0 0,1 0 0,-1 0 0,1 0 0,0-1 0,-1 1 0,1-1 0,0 1 0,3-1 0,55-2 73,-41 1-102,69-3-415,993-66-1859,-758 22 5258,-328 50-2737,0 0 0,0 0 0,1 1-1,-1-1 1,1 1 0,0 0 0,0 0 0,0 0-1,0 0 1,0 1 0,1-1 0,0 1 0,-1 0-1,1-1 1,1 1 0,-1 0 0,0 0 0,1 0-1,-1 6 1,-4 10-134,0 0-1,-4 41 1,3 58 321,15 193 1,-8-311-486,3 31 85,1-1 0,13 43 0,-19-77-77,0 1-1,0 0 1,-1 0-1,1 0 1,0 0-1,-1 1 1,1-1-1,-1 0 1,1 1-1,-1 0 1,0 0-1,0 0 1,0 0-1,1 0 1,-6 0-1,-54-13-432,-478-24-919,362 31 1118,73 2 300,-149-4 486,199 9-388,1 4 0,-87 15 0,126-16-118,2 0 1277,31 2-1431,3-2-3320,2-3-4562,-7-1-1023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80 2289,'-4'-10'5212,"1"9"-4994,2 8 2214,10-10 1967,30-11-3966,-21 12-132,1 0 1,0 2-1,34 2 0,1 0 151,49-6 325,117-21 0,4-1-924,-175 23 155,1 3-1,77 8 1,-18 1 23,178-9 1,-121-3-42,-19 0 72,-67 0-79,0 3 0,99 13 0,-72 0 4,-58-8 3,-1 1 0,0 3 1,0 2-1,50 18 0,-78-19 19,-1 0-1,0 2 0,-1 1 1,0 0-1,28 28 0,7 4 14,-39-34-25,6 4 11,-1 1 1,29 30-1,-43-39 4,1-1-1,-1 2 1,-1-1 0,1 1 0,-1-1-1,-1 1 1,1 0 0,-1 1 0,-1-1 0,1 0-1,0 13 1,0 6 14,-2 0 1,0 0-1,-2 0 0,-1 0 1,-9 42-1,-44 135 812,15-60 572,-74 279 922,72-212-1235,28-130-382,-24 82 0,38-162-746,-4 17 273,8-19-2356,6-6-4870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8004,'2'0'262,"-1"-1"1,0 1 0,1-1 0,-1 1 0,0-1 0,1 1 0,-1 0-1,1-1 1,-1 1 0,0 0 0,1 0 0,-1 0 0,1 0-1,-1 1 1,1-1 0,-1 0 0,0 0 0,1 1 0,-1-1-1,0 1 1,1-1 0,-1 1 0,2 1 0,29 18 1334,-24-11-849,0 0 0,-1 1 1,0-1-1,-1 2 0,0-1 1,0 1-1,5 17 0,-3-11-206,0 0 0,12 19-1,-2-12-148,23 24 0,8 9-4658,-38-42-6246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30 4114,'0'-3'1617,"0"1"-1257,0 1 0,0-1-1,0 1 1,0-1 0,0 1 0,1-1 0,-1 1 0,0 0-1,1-1 1,-1 1 0,1-1 0,-1 1 0,1 0 0,0-1-1,0 1 1,1-2 0,-8 5 4625,-20 10-2639,-16 21-368,2 1 0,-44 47-1,69-67-1736,-16 15 106,-2-2 1,-2-2-1,-51 30 0,-13 10-178,85-51-785,14-14 474,0 0 1,0 1-1,0-1 0,0 1 0,1-1 1,-1 0-1,0 1 0,0-1 0,0 0 1,0 1-1,1-1 0,-1 0 0,0 1 1,0-1-1,1 0 0,-1 0 1,0 1-1,0-1 0,1 0 0,-1 0 1,0 1-1,1-1 0,-1 0 0,0 0 1,1 0-1,-1 0 0,1 0 0,-1 1 1,0-1-1,1 0 0,-1 0 0,0 0 1,1 0-1,-1 0 0,1 0 0,-1 0 1,0 0-1,1 0 0,0-1 0,7 2-6108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92 2817,'26'-64'6698,"-16"36"1753,-13 35-3628,-3 10-4144,0 0-1,1 1 1,0-1-1,2 1 1,-3 33 0,5 96 888,2-96-1088,13 477 1715,-5 493-528,-13-830-1666,4-191-11,0 1-1,0-1 1,0 0 0,0 0 0,0 0-1,0 0 1,0 0 0,1 0-1,-1 0 1,0 0 0,0 0-1,0 0 1,0 1 0,0-1-1,0 0 1,0 0 0,0 0 0,0 0-1,0 0 1,0 0 0,0 1-1,0-1 1,0 0 0,0 0-1,0 0 1,0 0 0,0 0 0,0 0-1,0 1 1,0-1 0,0 0-1,0 0 1,0 0 0,0 0-1,0 0 1,0 0 0,0 0 0,0 1-1,0-1 1,0 0 0,-1 0-1,1 0 1,0 0 0,0 0-1,0 0 1,0 0 0,0 0 0,0 0-1,0 0 1,0 0 0,-1 1-1,1-1 1,0 0 0,0 0-1,0 0 1,0 0 0,0 0 0,0 0-1,0 0 1,-1 0 0,1 0-1,0 0 1,0 0 0,0 0-1,0 0 1,0 0 0,-1 0 0,-4-12-1793,-4-19-2969,5 0-736,2-8-3007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286 257 4786,'-1'-5'9415,"-1"-8"-8804,0 1 0,-8-25 0,3 25 174,0 0 296,7 12-1037,0 0 0,0 0 0,0 0 0,0 0 0,0 0 0,0 0 0,0 0 0,0 0 0,0 0 0,-1 0 0,1 0 0,0 0 0,0-1 0,0 1 0,0 0 0,0 0 0,0 0 0,0 0 0,0 0 0,0 0 0,0 0 0,0 0-1,0 0 1,0-1 0,0 1 0,0 0 0,0 0 0,0 0 0,0 0 0,0 0 0,0 0 0,0 0 0,1 0 0,-1 0 0,0-1 0,0 1 0,0 0 0,0 0 0,0 0 0,0 0 0,0 0 0,0 0 0,0 0 0,0 0 0,0 0 0,0 0 0,0 0-1,1 0 1,-1 0 0,0 0 0,0 0 0,0 0 0,0 0 0,0 0 0,0-1 0,0 1 0,0 0 0,0 0 0,1 0 0,-1 0 0,0 1 0,0-1 0,0 0 0,0 0 0,0 0 0,0 0 0,0 0 0,0 0 0,1 0 0,8 1 512,1 0 1,-1 0 0,1-1-1,-1 0 1,11-2 0,20 1-72,174 8 193,629-2-518,-189-79-693,-483 50 204,-49 7-5,1 5 0,0 6 0,136 10 0,-149 6 187,9 2-762,145-5 1,545-73-6647,-773 61 7526,-5 2 3571,-38 6-3330,1 0 0,-1 0 0,1 0 0,0 1 0,0 0 0,0 1 0,1-1 0,-1 1 0,1 0-1,0 1 1,1-1 0,-1 1 0,1 0 0,0 0 0,0 0 0,1 0 0,0 1 0,0 0 0,1-1 0,-1 1 0,1 0-1,1 0 1,-2 8 0,0 17 676,0 1-1,2-1 0,7 62 1,-3-49 409,9 178 1728,59 811-653,-27-602-2372,-25-362 0,-19-69 0,0 0 0,0 0 0,0-1 0,0 1 0,-1 0 0,1-1 0,0 1 0,0 0 0,-1-1 0,1 1 0,0 0 0,-1-1 0,1 1 0,-1-1 0,1 1 0,-1 0 0,1-1 0,-1 1 0,1-1 0,-1 0 0,0 1 0,1-1 0,-1 1 0,1-1 0,-1 0 0,0 0 0,0 1 0,1-1 0,-1 0 0,0 0 0,1 0 0,-1 0 0,0 0 0,0 1 0,1-2 0,-1 1 0,0 0 0,0 0 0,1 0 0,-1 0 0,-1-1 0,-37-8 0,28 5 0,-50-6-341,1 3-1,-1 2 1,-120 7 0,81 0-215,36-1 461,-1324-11-802,266 2 937,895 8-119,-100 4-232,141 1 326,95-5 217,-160 22 1,223-17-666,-39 13-1,94-37-15509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94 110 3426,'-29'3'2108,"24"-3"-1742,0 0 0,-1 0 0,1 1 0,0 0 0,0 0 0,0 0 1,1 0-1,-1 1 0,0 0 0,0 0 0,-4 2 0,9-3-256,0-1 1,0 1-1,0-1 0,0 1 0,0-1 1,0 0-1,0 1 0,0-1 1,0 1-1,0-1 0,0 0 0,0 1 1,0-1-1,1 1 0,-1-1 0,0 0 1,0 1-1,0-1 0,1 0 0,-1 1 1,0-1-1,1 0 0,-1 1 0,0-1 1,1 0-1,-1 1 0,0-1 0,1 0 1,-1 0-1,0 0 0,1 1 0,-1-1 1,1 0-1,-1 0 0,0 0 0,1 0 1,-1 0-1,1 0 0,17 7 1758,43 7 452,68 7 0,-85-14-1987,16-1-218,0-1-1,90-7 1,122-23 915,-128 10-213,530-24-356,-390 28-431,173-2 456,240-16 410,-161-30-568,-342 53 2974,-165 6-1877,38 13 141,-112-3-5233,-26 9-7283,39-11 2522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54 3089,'0'-1'118,"0"0"0,0 0 0,0 0-1,0 0 1,0 1 0,0-1-1,0 0 1,0 0 0,0 0-1,0 0 1,1 1 0,-1-1-1,0 0 1,1 0 0,-1 1 0,0-1-1,1 0 1,-1 0 0,1 1-1,0-2 1,0 1-44,0 1 0,-1-1 1,1 0-1,-1 0 0,1 1 0,-1-1 1,1 0-1,-1 0 0,1 0 0,-1 0 0,0 1 1,0-1-1,1 0 0,-1 0 0,0 0 0,0 0 1,0 0-1,0 0 0,0 0 0,0 0 0,0 0 1,0 0-1,0 0 0,-1 1 0,1-1 1,0 0-1,0 0 0,-1 0 0,1 0 0,-1 0 1,1 1-1,-1-1 0,1 0 0,-2-1 0,3 2 152,0-1 0,-1 1-1,1-1 1,0 1 0,-1 0-1,1-1 1,0 1 0,0 0-1,-1-1 1,1 1 0,0 0-1,0 0 1,0-1 0,-1 1-1,1 0 1,0 0 0,0 0-1,0 0 1,-1 0 0,1 0-1,0 1 1,0-1 0,0 0-1,-1 0 1,1 1 0,0-1-1,0 0 1,1 1 0,22 5 1476,-22-6-1193,0 0 0,-1 0 0,1 0 0,0 0 1,-1 0-1,1 1 0,0-1 0,-1 1 0,1-1 0,0 1 1,-1 0-1,2 0 0,-1 14 3935,-9 15-2899,6-27-1241,-14 55 563,4 1-1,-8 88 0,12 122-517,-21 174 153,23-389-502,4 74 0,2-63 0,1-94-1705,0-1-5901,-2 14-675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24 2145,'12'-8'9176,"-9"6"-8444,0 0 0,0 0-1,0 1 1,0-1 0,0 0 0,0 1 0,6-2 0,-9 4-525,0 0 0,0 0 1,0 0-1,0 0 0,0 0 1,0 0-1,-1 0 0,1 0 1,0 0-1,0 0 0,-1 0 1,1 0-1,-1 0 0,1 0 1,-1 0-1,1 0 0,-1 0 0,0 0 1,0 0-1,0 1 0,-19 22 1096,-94 68 427,81-69-1423,1 2 0,2 1 0,0 2 0,-25 31 0,44-44-109,1 0 0,0 1 0,1 0 0,1 1 0,-8 21 0,13-29-146,0 1 1,0-1 0,1 1-1,0 0 1,0 0 0,1 0-1,1 1 1,0-1 0,0 0-1,1 0 1,2 10 0,-1-13-43,0 0 0,1 0 0,0-1 0,1 1 1,-1-1-1,1 0 0,0 0 0,1 0 0,-1 0 0,1-1 1,0 0-1,1 0 0,-1 0 0,1-1 0,0 0 0,0 0 0,13 6 1,-11-6-2,1 0 0,0-1 0,1 0 0,-1 0 0,0-1 0,1 0 0,-1-1 1,1 0-1,0 0 0,-1-1 0,1-1 0,18-2 0,-17 1-8,7-2 25,-1 0 0,29-11 0,-42 13-18,1 0 0,-1 0 0,-1 0 1,1 0-1,0 0 0,-1-1 0,1 0 1,-1 0-1,0 0 0,1 0 0,-2 0 1,1 0-1,0-1 0,-1 0 0,1 1 1,2-8-1,-4 8-3,-1 0 1,0 0-1,1 0 0,-1 0 1,0 0-1,-1-1 0,1 1 1,0 0-1,-1 0 0,0 0 0,0 0 1,0 0-1,0 0 0,0 0 1,0 0-1,-1 1 0,0-1 1,1 0-1,-1 1 0,0-1 1,-4-3-1,-6-7-9,0 1-1,-20-16 1,32 28 4,-12-8 4,0 1-1,0 1 1,-1 0-1,0 1 1,0 0-1,0 1 1,-1 0 0,-17-2-1,-3-1 29,28 6 70,0 1 1,-1 1-1,1-1 0,0 1 1,0 0-1,0 0 0,1 1 1,-1 0-1,0 0 0,0 0 1,1 1-1,-1 0 0,-9 6 1,8-4 664,5-4-100,5-4 625,7 3-2701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90 4466,'1'-7'1484,"0"0"-1,1 0 1,0 1-1,0-1 1,0 1 0,1-1-1,0 1 1,8-11-1,-1-2 2312,-19 45 208,0 19-2319,4-17-795,-6 39 193,2 2 1,4-1-1,6 123 1,40 210-882,-14-180-154,-18-109-47,-5 1 0,-18 198 0,-6-104 0,-54 396 0,69-572 0,1-1 0,2 1 0,1 0 0,1 0 0,2-1 0,9 49 0,-7-41 0,-2 1 0,-1-1 0,-9 72 0,1 19 0,8-122 807,2-20-11464,-3 3 3187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86 3698,'1'1'340,"0"-1"0,-1 1 0,1-1 0,0 1 0,0-1 0,0 0 1,0 1-1,0-1 0,0 0 0,0 0 0,0 0 0,0 0 0,0 0 0,0 0 1,0 0-1,0 0 0,0 0 0,0-1 0,-1 1 0,1 0 0,0 0 0,0-1 1,0 1-1,0-1 0,1 0 0,31-11 1735,-33 12-2047,6-2 436,-1 0 0,1 0 0,0 1 0,0 0 0,-1 0 0,1 0 0,0 1 0,0-1 0,0 1 0,0 1 0,-1-1 0,1 1 0,0 0 1,8 3-1,189 31 3507,105-8-3377,-165-16-485,505 21-74,-269-16 1005,-175-3-889,-47-1-89,193-10 0,128-65-76,-450 60 11,-1-2-1,0-2 0,0 0 1,-1-2-1,1 0 0,-2-2 1,40-23-1,-59 31-10,-1 0 0,1 0-1,0 1 1,0-1 0,0 2 0,0-1-1,0 1 1,0-1 0,0 2 0,10-1 0,68 5 59,-33 1-30,-13-3 102,-1-2 0,1-1-1,-1-2 1,70-15 0,-105 18-55,-1 0 0,0 0 0,1-1 0,-1 1 0,0 0 0,1-1 0,-1 1 0,0-1 0,0 0 0,1 1 0,-1-1 0,0 0 0,0 0 0,0 0 0,0 0 0,0 0 0,0 0 0,0 0 0,0 0 0,-1 0 0,1 0 0,1-2 0,-2 2 19,-1 0-1,1 0 0,0 0 0,-1 0 1,1 0-1,-1 0 0,1 0 0,-1 0 1,1 0-1,-1 0 0,0 0 1,1 1-1,-1-1 0,0 0 0,0 1 1,0-1-1,1 0 0,-1 1 0,0-1 1,0 1-1,0-1 0,0 1 1,0 0-1,0-1 0,0 1 0,0 0 1,-2-1-1,1 2-14,1-1 0,-1 1-1,1-1 1,-1 1 0,1 0 0,0 0 0,-1-1-1,1 1 1,0 0 0,-1 0 0,1 0 0,0 0-1,0 1 1,0-1 0,0 0 0,-1 3 0,-23 27-250,21-26 268,-13 19-84,2 1 0,0 1 0,1 1 0,2 0 0,0 0 0,2 2 0,1-1 0,-8 48 0,4 15 0,-1 134 0,12-183 0,-40 366 0,32-339 0,-27 147 0,18-119 0,-12 187 0,39 140 0,19-157 0,1 72 0,-28-286 0,5 116 0,-3-150 0,1 1 0,1-1 0,1 0 0,0-1 0,2 1 0,13 28 0,-12-34 0,-1 1 0,-1 0 0,0 1 0,-1 0 0,0-1 0,-2 2 0,5 28 0,-5-7 0,7 50 0,-10-114 0,1 24 0,-1 0 0,1 0 0,-1 0 0,1 0 0,-1 0 0,0 0 0,-1 0 0,1 0 0,0 0 0,-1 0 0,1 0 0,-1 0 0,0 0 0,0 0 0,0 0 0,-1 1 0,1-1 0,-1 0 0,1 1 0,-1-1 0,0 1 0,-3-3 0,-4-1 0,0 0 0,0 1 0,-1 1 0,0-1 0,0 1 0,0 1 0,-18-4 0,-81-8 0,69 11 0,-568-88 0,403 57 0,-926-109 0,709 108 0,294 31 0,-164 17 0,168 9 0,117-20 0,-26 3 0,-67-1 0,-173-13 0,262 11 0,18 2 0,18 1 0,-11-4-387,23-1-7414,-15-2-515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 3506,'-8'-1'815,"2"-1"-179,1 1 0,0 0 0,-1 1 0,1-1 0,-1 1 0,1 0 1,-1 1-1,1-1 0,0 1 0,-1 0 0,1 0 0,-7 3 0,17 4 5781,20 8-3384,-20-13-2311,6 4-322,1-1-1,0 0 0,0-1 0,1 0 0,-1-1 1,1 0-1,0-1 0,24 2 0,10-2-187,54-2 0,-51-2 53,346-4 1005,114-1 107,82-18-777,-287 10-79,-16 1-343,290-13 119,-502 24-44,-71 2-205,45-2 345,0 3 0,51 6 0,-55 0-393,1-2 0,91-3 0,-136-3-7,-7 0 9,-18 0 10,-34 4-99,-2 8-2816,1 3-5324,7-2-1917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 4690,'12'-5'2353,"-9"5"-1503,-1-1 0,1 0 1,16-11 14753,-38 34-12477,15-11-2613,0 0-1,0 1 1,1-1 0,0 0-1,1 1 1,1 0 0,0-1-1,0 18 1,4 10-654,8 48 0,3 22 239,-11-27-99,-3 0 0,-4 0 0,-3-1 0,-22 100 0,13-112 0,4 0 0,2 1 0,3 1 0,4 110 0,5-146 0,2 20 0,-2 0 0,-8 81 0,2-119 0,0-1 0,-1 1 0,-1-1 0,0-1 0,-9 17 0,8-19 0,1 1 0,0 0 0,0 1 0,2-1 0,0 1 0,-3 22 0,4-12 0,1-19 0,1 0 0,0-1 0,1 1 0,0 0 0,-1 0 0,2 0 0,-1 0 0,1 0 0,0 0 0,2 8 0,-7-38-3356,2 4-3501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2529,'-13'-2'3918,"12"1"-3742,1 1 1,0 0 0,-1 0 0,1 0-1,-1-1 1,1 1 0,0 0 0,-1 0 0,1 0-1,-1 0 1,1 0 0,-1 0 0,1 0 0,-1 0-1,1 0 1,-1 0 0,1 0 0,0 0 0,-1 0-1,1 0 1,-1 0 0,1 0 0,-1 0-1,1 0 1,0 1 0,-1-1 0,1 0 0,-1 0-1,1 1 1,0-1 0,-1 0 0,1 1 0,0-1-1,-1 0 1,1 1 0,0-1 0,-1 0-1,1 1 1,0-1 0,0 1 0,0-1 0,-1 0-1,1 1 1,0-1 0,0 1 0,0-1 0,0 1-1,0-1 1,0 0 0,0 1 0,0-1 0,0 1-1,0-1 1,0 1 0,0-1 0,0 1-1,0-1 1,1 1 0,-1 0 19,0-1 0,0 1 0,0 0 0,0-1 0,0 1 0,0-1 0,1 1 0,-1-1 0,0 1 0,0-1 0,1 1 0,-1-1 0,0 1 0,1-1 0,-1 0 0,0 1 0,1-1 0,-1 1 0,1-1 0,-1 0 0,0 0 0,1 1 0,-1-1 0,1 0 0,-1 1 0,2-1 0,20 4 1673,35-8-2397,-36 2 1048,94-5-210,150-4 2034,-199 17 25,-65-6-2073,-24 3 441,17 0-653,-1 0 0,1 0 0,1 1 0,-1 0-1,0 0 1,1 0 0,0 1 0,0 0 0,1 0 0,-5 6 0,-41 63 575,28-38-443,-21 32 5,4 2-1,2 1 1,-36 105 0,60-145-221,-21 38 0,12-28 0,47-50-2300,-15 1-2780,-6-5-3419,-4-1-1618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4770,'5'-6'8637,"-4"1"-7173,-5 7 731,4-1-2005,-1-1 0,0 1-1,1-1 1,-1 1 0,0-1-1,1 1 1,-1 0-1,1-1 1,-1 1 0,1 0-1,-1 0 1,1-1 0,-1 1-1,1 0 1,0 0-1,-1 0 1,1-1 0,0 1-1,0 0 1,0 0 0,0 0-1,-1 0 1,1 0-1,0-1 1,1 1 0,-1 0-1,0 0 1,0 0 0,0 0-1,0 0 1,1 0-1,0 1-27,1-1-1,-1 0 1,1 0-1,-1 0 1,1 0-1,-1 0 1,1 0-1,-1 0 1,1 0-1,0-1 1,0 1-1,-1 0 1,4 0-1,7 1-29,0-1-1,0 0 1,17 0-1,365 1 942,-352 1-610,-19-1 71,0 0 1,1-2-1,-1-1 0,35-5 0,-42 0 358,-23 1-198,3 5-581,0-1 1,1 1 0,-1 0-1,0 0 1,1 0 0,-1 1-1,-5 0 1,-20 8 30,42-10-989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24 163 5603,'3'-1'563,"-1"0"1,0 0-1,0 0 1,1-1 0,-1 1-1,0-1 1,0 1 0,0-1-1,-1 0 1,1 1 0,0-1-1,-1 0 1,1 0-1,-1 0 1,1-1 0,-1 1-1,0 0 1,0 0 0,0-1-1,0 1 1,0 0 0,-1-1-1,1 1 1,-1-1-1,0 1 1,1-1 0,-1 1-1,0-1 1,-1-3 0,1 5-512,0-1 0,0 1 0,0-1 0,0 1 0,0-1 0,0 1-1,1 0 1,-1-1 0,0 1 0,1-1 0,-1 1 0,1 0 0,-1-1 0,1 1 0,0 0 0,0 0 0,-1 0 0,1-1 0,0 1 0,0 0 0,0 0 0,0 0 0,0 0 0,0 1 0,1-1 0,-1 0 0,0 0 0,0 1 0,1-1 0,-1 1 0,0-1 0,1 1 0,2-1 0,-1 0-58,0 0 0,0 0 1,1 0-1,-1 0 0,0 1 0,1 0 0,-1 0 1,1 0-1,-1 0 0,1 0 0,-1 0 0,0 1 1,5 1-1,-5 0 14,0 0 0,0 1 0,0-1 0,0 1-1,0-1 1,-1 1 0,1 0 0,-1 0 0,0 1 0,0-1 0,0 0 0,0 1 0,0-1 0,-1 1 0,0-1 0,0 1 0,0 0 0,0-1 0,0 1-1,-1 0 1,1 0 0,-1 0 0,-1 7 0,1-6 77,0 1 1,0 0-1,-1 0 0,0-1 0,0 1 0,0 0 0,-1-1 0,0 1 0,0-1 1,0 0-1,-1 0 0,0 0 0,0 0 0,0 0 0,-5 6 0,5-9-38,1 0 0,-1 1 0,1-1-1,-1 0 1,0-1 0,0 1 0,0 0-1,0-1 1,0 0 0,0 1 0,-1-1-1,1 0 1,0-1 0,0 1 0,-1-1-1,1 1 1,-1-1 0,1 0 0,0 0-1,-1-1 1,1 1 0,0-1 0,-1 1-1,1-1 1,0 0 0,0 0 0,-1-1-1,1 1 1,0-1 0,0 1 0,1-1-1,-1 0 1,0 0 0,0 0 0,1 0-1,-4-5 1,2 3 7,1 0 1,0 0-1,0 0 1,0 0-1,0 0 0,1-1 1,0 1-1,0-1 1,0 0-1,0 1 0,1-1 1,0 0-1,0 0 1,0 0-1,1 0 0,-1 0 1,1 0-1,0 0 1,1 0-1,-1 0 0,1 0 1,0 0-1,0 0 0,3-7 1,1 3-53,0 0 1,0 0-1,1 1 1,0 0-1,1 0 0,9-9 1,-12 12-28,1 1 0,-1 0 1,1 0-1,1 0 0,-1 1 0,0 0 1,1 0-1,-1 0 0,1 1 0,0 0 0,9-3 1,-13 6 20,-1-1 0,1 0 1,-1 0-1,1 1 0,-1-1 1,0 1-1,1 0 0,-1-1 1,0 1-1,1 0 0,-1 0 1,0 0-1,0 0 0,0 0 0,1 0 1,-1 0-1,0 0 0,0 0 1,-1 0-1,1 1 0,0-1 1,0 0-1,-1 1 0,1-1 1,0 0-1,-1 1 0,0-1 1,1 1-1,-1 1 0,11 47 88,-11-43-36,0 0-1,0 0 1,0 0 0,-1 0 0,0 0-1,-1 0 1,0 0 0,0 0-1,0-1 1,-1 1 0,0-1-1,-5 9 1,7-12 4,-1-1-1,1 0 0,-1 1 1,0-1-1,0 0 1,0 0-1,0 0 1,0-1-1,0 1 1,0 0-1,-1-1 0,1 1 1,0-1-1,-1 0 1,1 0-1,-1 0 1,0 0-1,1 0 1,-1-1-1,0 1 0,1-1 1,-1 0-1,0 0 1,0 0-1,0 0 1,1 0-1,-1 0 0,0-1 1,1 1-1,-1-1 1,0 0-1,1 0 1,-6-2-1,6 2-27,0 0 1,-1 0-1,1 0 0,0 0 0,0 0 1,0 0-1,0 0 0,0-1 0,0 1 1,0-1-1,0 0 0,0 1 1,1-1-1,-1 0 0,1 0 0,0 0 1,-1 0-1,1 0 0,0-1 0,0 1 1,0 0-1,0 0 0,1-1 0,-1 1 1,1 0-1,-1-1 0,1 1 0,0-1 1,0 1-1,0-1 0,0 1 1,0 0-1,1-1 0,-1 1 0,1-1 1,-1 1-1,1 0 0,0-1 0,0 1 1,0 0-1,2-2 0,1-3-45,0 0 1,1 1-1,0 0 0,0 0 1,0 0-1,1 1 0,0 0 1,0 0-1,0 0 0,1 1 1,9-6-1,-9 7-3,-1 0-1,1 0 1,-1 1 0,1 0-1,0 0 1,10-1 0,-16 3 21,1 0 1,-1 0 0,1 0 0,-1 0 0,1 0-1,-1 0 1,1 1 0,0-1 0,-1 0 0,1 1-1,-1 0 1,0-1 0,1 1 0,-1 0 0,1 0-1,-1-1 1,0 1 0,0 0 0,0 0 0,1 0-1,-1 1 1,0-1 0,0 0 0,0 0 0,-1 1-1,1-1 1,0 0 0,0 1 0,-1-1 0,1 1-1,-1-1 1,1 1 0,0 2 0,0 4 81,0 1 1,0-1-1,-1 1 1,0-1-1,0 1 0,-1-1 1,0 1-1,-1-1 1,0 0-1,0 1 1,-6 13-1,7-20-69,0 1 0,0 0 0,0-1 0,0 1 0,-1-1 0,1 1 0,-1-1-1,1 0 1,-1 0 0,0 1 0,0-1 0,0-1 0,0 1 0,0 0 0,-1 0 0,1-1-1,-1 1 1,1-1 0,-1 0 0,1 0 0,-1 0 0,0 0 0,1 0 0,-1 0 0,0-1-1,0 1 1,0-1 0,1 0 0,-1 0 0,0 0 0,0 0 0,0-1 0,1 1 0,-1-1-1,0 1 1,0-1 0,1 0 0,-4-2 0,3 1-10,0 0 0,1 0 0,-1 0 0,1-1 0,-1 1 0,1-1 0,0 1 0,0-1 0,0 0 0,0 0 0,1 0 0,-1 0 0,1 0 0,0-1 0,-1 1 0,2 0 0,-2-6 0,1 6 0,0 0 0,0 0 0,1 0 0,-1 0 0,1-1 0,0 1 0,0 0 0,0 0 0,1 0 0,-1 0 0,1-1 0,-1 1 0,1 0 0,0 0 0,0 0 0,1 0 0,-1 1 0,0-1 0,4-4 0,-4 7 53,0-1 1,0 1-1,1 0 1,-1 0-1,0 0 1,1-1-1,-1 1 1,0 0-1,1 1 1,-1-1-1,0 0 1,1 0-1,-1 1 1,0-1-1,0 0 1,1 1-1,-1-1 1,0 1-1,2 1 1,15 9-3175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10 108 5026,'-2'-9'963,"-1"-1"0,2 0 0,-1 1 0,1-1 0,1-17-1,7-6 6411,0 48 34,23 19-6180,-16-20-230,22 32-326,-2 2 0,-2 2 0,35 72-1,16 28-186,57 115 177,-25 11-334,-93-224-320,14 26 161,80 130 0,-106-192-120,97 179 271,-18-32-264,33 62-66,24 41-130,-92-185 156,-32-51-11,-2 2 0,33 67 0,0 58-19,-52-152 11,4 9 8,5 21 86,11 56 0,-18-74-90,1-1 0,0 0 0,2-1 0,0 1 0,10 19 0,-13-29 0,-1 0 0,0 0 0,-1 0 0,3 13 0,-4-13 0,2 0 0,-1 1 0,1-1 0,4 12 0,-2-11 123,-14-23-12905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5795,'10'-19'12701,"-8"30"-9838,-7 5 1819,4-12-2572,7 8-1531,15 16 41,8 11 491,41 43 0,-59-71-991,1 1 0,1-2-1,0 0 1,0 0 0,1-2-1,0 1 1,24 9 0,-33-16-201,0-1 0,-1 1 0,1 0 0,-1 1 0,0-1 1,1 1-1,-1-1 0,0 1 0,3 4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7267,'5'1'10815,"-5"-1"-10615,-2 12 5780,-10 19-2212,9-23-2779,-16 37 770,-45 76 0,9-18-1529,11-4-230,57-119-13355,-3 6 2747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281 111 6963,'-11'10'8151,"-7"-2"-3295,-23 3-802,25-7-2597,8-1-667,-47 11 3024,52-14-3646,0 1-1,0-1 1,1 0-1,-1 0 1,0 0 0,0 0-1,0 0 1,0 0 0,0-1-1,0 0 1,1 1-1,-1-1 1,0 0 0,0-1-1,-4-1 1,6 1-168,0 1 0,-1-1 0,1 0 0,0 0 0,0 1 0,0-1 0,0 0 0,0 0 0,0 0 0,1 0 0,-1 0 0,1 0 0,-1 0 0,1 0 0,0-1 0,0 1 0,0 0 0,0 0 0,0 0 0,0 0 0,1 0 0,-1 0 0,1 0 0,-1 0 0,1 0 0,1-3 0,1-2 0,-1 1 0,1-1 0,1 1 0,-1 0 0,1 0 0,9-10 0,-9 11 0,1 1 0,0 0 0,0 0 0,1 1 0,-1 0 0,1 0 0,-1 0 0,1 0 0,0 1 0,0 0 0,0 0 0,1 1 0,-1-1 0,0 2 0,1-1 0,6 0 0,-9 1 0,0 0 0,0 1 0,0-1 0,0 0 0,0 1 0,0 0 0,0 0 0,0 0 0,-1 1 0,1-1 0,0 1 0,-1 0 0,1 0 0,-1 0 0,1 1 0,-1-1 0,0 1 0,0 0 0,0 0 0,-1 0 0,1 0 0,-1 0 0,1 0 0,-1 1 0,3 7 0,-4-10 0,0 1 0,-1 0 0,1 0 0,-1-1 0,0 1 0,1 0 0,-1 0 0,0 0 0,0 0 0,0-1 0,0 1 0,-1 0 0,1 0 0,0 0 0,-1-1 0,0 1 0,1 0 0,-1 0 0,0-1 0,-1 3 0,0-1 0,-1 1 0,0 0 0,0-1 0,0 0 0,0 0 0,-1 0 0,1 0 0,-5 2 0,-6 4 0,0-2 0,0 0 0,-24 8 0,-27 4 0,59-17 0,-1-1 0,1 0 0,0-1 0,-1 1 0,1-1 0,0 0 0,-1-1 0,-9-2 0,15 3 0,0 0 0,0 0 0,0-1 0,-1 1 0,1 0 0,0-1 0,0 0 0,0 1 0,0-1 0,0 1 0,0-1 0,0 0 0,0 0 0,0 0 0,0 0 0,0 1 0,1-1 0,-1 0 0,0 0 0,1 0 0,-1-1 0,1 1 0,-1 0 0,1 0 0,-1 0 0,0-2 0,1 0 0,0 1 0,1-1 0,-1 1 0,0-1 0,1 1 0,-1-1 0,1 1 0,0 0 0,0-1 0,0 1 0,0 0 0,2-3 0,3-4 0,0 0 0,0 1 0,1 0 0,0 0 0,12-9 0,-10 10 0,1 0 0,0 1 0,0 0 0,1 0 0,0 1 0,0 1 0,0 0 0,20-5 0,-28 8 0,0 1 0,0-1 0,1 0 0,-1 1 0,0 0 0,0 0 0,0 0 0,1 0 0,-1 1 0,0-1 0,0 1 0,0 0 0,1 0 0,-1 0 0,0 0 0,0 0 0,-1 1 0,1-1 0,0 1 0,0 0 0,-1 0 0,1 0 0,-1 0 0,1 0 0,-1 0 0,0 1 0,0-1 0,0 1 0,0 0 0,-1 0 0,1-1 0,-1 1 0,0 0 0,1 0 0,-1 0 0,0 4 0,1-1 0,0 0 0,-1 0 0,0 0 0,0 0 0,-1 0 0,0 1 0,0-1 0,0 0 0,-1 0 0,0 0 0,0 0 0,0 0 0,-1 0 0,0 0 0,0 0 0,-1-1 0,1 1 0,-1-1 0,0 0 0,-1 1 0,1-2 0,-1 1 0,0 0 0,0-1 0,-1 1 0,1-1 0,-1 0 0,0-1 0,0 1 0,0-1 0,-1 0 0,1 0 0,-1-1 0,0 1 0,1-1 0,-1-1 0,0 1 0,0-1 0,0 0 0,0 0 0,-1-1 0,1 0 0,0 0 0,0 0 0,-9-2 0,4 0 0,0-1 0,0 0 0,1 0 0,-1-1 0,-16-9 0,23 11 0,0 0 0,0-1 0,0 1 0,1-1 0,-1 1 0,1-1 0,0 0 0,-1 0 0,2-1 0,-1 1 0,0-1 0,1 0 0,-1 1 0,1-1 0,0 0 0,0 0 0,-1-5 0,3 7 0,-1 1 0,1-1 0,0 0 0,0 1 0,0-1 0,0 0 0,0 1 0,1-1 0,-1 1 0,0-1 0,1 0 0,-1 1 0,1-1 0,0 1 0,-1-1 0,1 1 0,0 0 0,0-1 0,0 1 0,0 0 0,0 0 0,0-1 0,0 1 0,0 0 0,1 0 0,-1 0 0,0 0 0,1 0 0,-1 1 0,1-1 0,-1 0 0,1 1 0,-1-1 0,1 1 0,-1-1 0,1 1 0,0 0 0,1 0 0,7-2 0,0 1 0,-1 0 0,1 1 0,0 0 0,10 1 0,-8 0 0,-1 0 0,1 1 0,0 0 0,-1 1 0,1 0 0,-1 1 0,0 0 0,0 1 0,0 0 0,18 13 0,-15 0-1062,-14-4-3617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2054 29 2401,'0'0'152,"0"0"-1,1 0 1,-1 1-1,1-1 1,-1 0-1,0 0 1,1 0-1,-1 0 1,0 0-1,1 0 1,-1 0 0,1 0-1,-1 0 1,1 0-1,-1 0 1,0 0-1,1 0 1,-1 0-1,0-1 1,1 1-1,-1 0 1,1 0-1,-1 0 1,0 0 0,1-1-1,-1 1 1,0 0-1,1-1 1,-1 1-1,0 0 1,0 0-1,1-1 1,-1 1-1,0 0 1,0-1-1,0 1 1,1 0 0,-1-1-1,0 1 1,0-1-1,0 1 1,0 0-1,0-1 1,0 1-1,0-1 1,0 1-1,0 0 1,0-1-1,0 1 1,0-1 0,0 1-1,0 0 1,0-1-1,0 1 1,0-1-1,0 1 1,-1 0-1,1-1 1,0 1-1,0 0 1,0-1-1,-1 1 1,1 0 0,0-1-1,-1 1 1,-3-14 1217,2 20-1215,0-1 0,1 1 0,-2 0 1,1-1-1,-1 0 0,1 0 0,-1 0 0,-8 9 1,-41 54 586,-43 37-244,-73 81 388,-53 122 109,184-251-703,-19 19 765,-129 134-1,121-143-735,34-30-253,1 1 1,2 1-1,-31 60 0,2-4 59,40-73-13,-1 0 0,0-2 0,-2 0 0,-36 30 0,-23 23 490,-40 49 290,-133 155 711,-34 99 2070,240-326-3409,31-36-203,-24 33 1,46-61-349,15-23-2480,-5 16-6452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4514,'21'-10'2450,"-17"8"-953,1-1 1,0 1 0,0 0 0,0 0 0,0 0 0,0 1-1,1 0 1,5-1 0,-10 3-1301,0-1-1,-1 1 1,1-1 0,0 1-1,0 0 1,-1-1 0,1 1-1,0 0 1,-1 0-1,1-1 1,-1 1 0,1 0-1,-1 0 1,1 0 0,-1 0-1,0 0 1,1 0 0,-1 0-1,0-1 1,0 1 0,0 0-1,0 1 1,4 24 568,-3 3-362,-2-1 1,-2 1 0,0-1-1,-2 0 1,-1 0 0,-11 35-1,8-34-237,1 0-1,1 1 0,2 0 1,1 0-1,1 39 1,3-67-98,0 0 0,0 1 1,1-1-1,0 1 1,-1-1-1,1 1 1,0-1-1,0 0 0,0 0 1,0 1-1,1-1 1,-1 0-1,0 0 1,1 0-1,0 0 1,-1-1-1,1 1 0,0 0 1,0-1-1,0 1 1,0-1-1,0 0 1,0 1-1,1-1 0,-1 0 1,0 0-1,1-1 1,-1 1-1,5 0 1,7 2 185,0-1 0,1-1 0,-1 0 0,17-1 1,-5-1-362,37 3-383,0-3 1,-1-3-1,92-18 1,-153 22-352,4-2-816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92 230 2225,'-14'-17'3477,"21"2"236,3 1-2907,36-70 2240,6-9 487,-52 93-3471,0 0 0,0-1 0,0 1 0,0 0 1,1-1-1,-1 1 0,0 0 0,0 0 0,0-1 0,0 1 1,0 0-1,0 0 0,1-1 0,-1 1 0,0 0 0,0 0 1,0 0-1,0-1 0,1 1 0,-1 0 0,0 0 0,0 0 1,1 0-1,-1-1 0,0 1 0,0 0 0,1 0 0,-1 0 1,0 0-1,0 0 0,1 0 0,-1 0 0,0 0 0,1 0 1,-1 0-1,0 0 0,0 0 0,1 0 0,-1 0 0,0 0 1,1 0-1,0 15 1798,-10 39 231,7-38-1642,-75 594 5338,27-126-4164,-4 41-290,44 96-1130,11-392-193,-1-112-10,2-106-250,2-12-806,5-17-1200,0-9-1630,7-38 0,-13 50 2588,15-69-6543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338 174 4562,'7'7'10509,"-3"-5"-10044,0 0 1,0 0-1,0-1 1,0 1-1,1-1 0,-1 0 1,0 0-1,1 0 1,-1-1-1,0 1 0,1-1 1,5 0-1,61-8 738,-47 5-639,918-52 1108,-858 52-1429,293-10 642,824-3 2715,-1050 15-2970,203-28-1,28-6 246,-118 12-402,-147 14 386,-156 44-846,25-22-13,2 0 0,0 1 0,1 1 0,0 0 0,1 0 0,1 1 0,0 1 0,-9 26 0,1 7 0,-16 88 0,29-121 0,-39 181 0,-78 452 0,43 500 0,63-939 0,-1 110 0,21-273 0,2-2 0,2 1 0,2-1 0,29 75 0,8 37 0,-39-134 0,-7-20 0,0 1 0,-1 0 0,1 0 0,-1-1 0,0 1 0,1 8 0,-4-13 0,0 1 0,0-1 0,0 1 0,0-1 0,0 0 0,0 0 0,0 0 0,-1 0 0,1 0 0,0-1 0,0 1 0,0 0 0,-3-2 0,0 1 0,-90-17 0,-156-52 0,-10-3 0,-400-22 0,-10 57 0,1 0 0,235-9 0,118 11 0,72 22 0,218 15 0,0 1 0,0 1 0,0 2 0,0 0 0,0 2 0,-48 19 0,42-11 0,22-9 0,-2-1 0,1 0 0,-1 0 0,1-1 0,-25 4 0,16-8 146,20 0-163,1 0 0,-1 0 0,1 0 0,0 0 0,-1 0 0,1 0 0,0 0 0,-1-1 0,1 1 0,-1 0 0,1 0 0,0 0-1,-1-1 1,1 1 0,0 0 0,-1-1 0,1 1 0,0 0 0,0-1 0,-1 1 0,1 0 0,0-1 0,0 1 0,0 0 0,-1-1 0,2-2-440,-1 1 1,0 0-1,1 0 1,-1-1-1,1 1 1,0 0-1,0 0 1,0 0-1,0 0 1,0-1-1,0 2 1,1-1-1,2-3 1,12-19-5902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232 152 8292,'-151'-62'389,"120"53"548,0 9 3907,13-2 6333,27-1-8712,214-31-954,433-8 0,224 74-2551,-440 2 1029,128 8 135,1-32-37,229-37 665,-729 23 753,-69 4-1501,0 0 0,0 0 0,1 0 0,-1 0 1,0 0-1,0 0 0,0 0 0,0 0 0,1 0 0,-1 0 0,0 0 0,0 0 1,0 0-1,1 0 0,-1 0 0,0 0 0,0 0 0,0 0 0,0 0 1,1 0-1,-1 0 0,0 0 0,0 0 0,0 0 0,0-1 0,0 1 0,1 0 1,-1 0-1,0 0 0,0 0 0,0 0 0,0 0 0,0-1 0,0 1 1,0 0-1,1 0 0,-1 0 0,0 0 0,0-1 0,0 1 0,0 0 0,0 0 1,0 0-1,0 0 0,0-1 0,0 1 0,0 0 0,0 0 0,0 0 1,0-1-1,-11-5 29,-14-1-53,12 5 148,2-1-2417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46 6483,'27'-34'6828,"-19"22"-619,-17 22 1577,-22 22-6346,-1-2 0,-70 52 0,58-49-1226,-47 45 1,90-76-213,-1-1 1,0 1-1,0 0 0,1 0 1,-1 0-1,1 0 1,0 0-1,-1 0 1,1 0-1,0 0 1,0 0-1,0 1 1,1-1-1,-1 0 0,1 1 1,-1 2-1,1-3 6,0-1-1,1 1 0,-1-1 1,1 1-1,0-1 0,-1 1 1,1-1-1,0 1 0,0-1 1,0 0-1,0 0 0,0 1 1,0-1-1,0 0 0,1 0 1,-1 0-1,0 0 0,1 0 0,-1-1 1,0 1-1,1 0 0,-1-1 1,1 1-1,-1-1 0,3 1 1,33 10 90,0-2 0,0-2 1,1-1-1,57 1 0,-25-2-109,-2 0-85,-11-1-643,99 20 0,-150-24-874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26 15543,'8'-10'3378,"-3"1"-1009,-8 3 1024,-3 10-735,-2 15-578,-5 12-1215,-3 11-657,-5 15-208,0 5-32,4 5-1345,2 0-1760,5 2-2642,-1-2-5074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2305,'4'-14'1710,"1"0"-1,0-1 1,1 1-1,1 1 1,0-1-1,1 1 1,12-16 0,19-15 9000,-26 49-6065,-5-3-3215,-5 8-1430,-1-1 0,0 1 0,0 0 0,-1-1 0,0 1 0,0 0 0,-1 0 0,-3 17 0,2-1 0,-43 565 0,34-481 0,8-99 0,-30 483 0,33-469 0,0 1 0,2-1 0,8 38 0,-9-79 561,-3 4-2932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53 232 2209,'3'-38'9936,"0"7"-6274,-2 26-3111,-1 0 0,1 1 0,0-1 0,1 0-1,-1 0 1,3-4 0,-4 8-358,1-1 1,-1 1-1,1-1 0,-1 1 1,1-1-1,0 1 0,0 0 1,0-1-1,0 1 0,0 0 1,0 0-1,0 0 0,0 0 1,0 0-1,0 0 0,1 0 1,-1 0-1,0 0 0,1 1 1,-1-1-1,1 0 0,1 0 1,-1 2-64,-1 1 0,0-1 0,0 0 1,1 1-1,-1-1 0,0 1 0,0 0 1,-1-1-1,1 1 0,0 0 0,0-1 0,-1 1 1,1 0-1,-1 0 0,1 2 0,0 0-7,4 10 203,-3-9-249,0-1 1,0 1-1,0 0 0,-1-1 1,1 1-1,-1 0 0,-1 0 1,1 0-1,-1 0 0,1 0 1,-2 0-1,0 7 0,1-12-55,-1 0 0,1 1 0,-1-1 1,1 0-1,-1 0 0,1 0 0,-1 0 0,1 0 0,-1 0 0,1 1 0,-1-1 0,1 0 0,-1 0 0,0-1 0,1 1 0,-1 0 0,1 0 0,-1 0 0,1 0 0,-1 0 0,1-1 0,-1 1 0,1 0 0,-1 0 1,1-1-1,-1 1 0,1 0 0,0-1 0,-2 0 0,-15-11 194,4-1 4,1 0 1,0-1-1,1-1 0,0 0 1,2 0-1,-14-26 0,23 40-220,0 0 0,-1 1 0,1-1-1,-1 0 1,1 0 0,0 0 0,0 0 0,-1 0 0,1 1 0,0-1-1,0 0 1,0 0 0,0 0 0,0 0 0,0 0 0,0 0-1,0 0 1,1 0 0,-1 0 0,0 1 0,1-1 0,-1 0-1,0 0 1,1 0 0,-1 0 0,1 1 0,-1-1 0,2-1 0,0 0-2,0 1 1,0-1-1,0 1 1,0-1-1,1 1 1,-1 0-1,0 0 1,1 0-1,-1 0 1,4 0-1,3-1-9,-1 1 1,1 0-1,-1 0 0,1 1 0,13 1 1,-19-1 7,1 1 0,0 0 0,-1 0-1,1 0 1,0 1 0,-1-1 0,1 1 0,-1 0 0,0 0 0,0 0 0,0 0 0,4 4 0,-6-5 14,-1-1 1,1 1-1,0 0 0,0 0 1,-1 1-1,1-1 0,-1 0 1,1 0-1,-1 0 1,0 0-1,1 0 0,-1 0 1,0 1-1,0-1 1,0 0-1,0 0 0,0 1 1,0-1-1,0 0 0,0 0 1,0 0-1,0 0 1,-1 1-1,1-1 0,-1 0 1,1 0-1,-1 0 1,1 0-1,-1 0 0,1 0 1,-1 0-1,0 0 0,0 0 1,1 0-1,-1 0 1,0 0-1,0-1 0,0 1 1,0 0-1,-2 0 1,-5 6 181,0 0 0,0-1 0,-1-1 0,0 1 0,0-1 1,-1-1-1,1 0 0,-1 0 0,-11 2 0,21-6-183,0 0 0,-1 1 0,1-1 0,0 0 0,0 0 0,-1 0 0,1 0 0,0-1 0,0 1 1,-1 0-1,1 0 0,0 0 0,-1 0 0,1 0 0,0 0 0,0 0 0,-1 0 0,1-1 0,0 1 0,0 0 0,0 0 0,-1 0 0,1 0 0,0-1 0,0 1 0,0 0 0,-1 0 0,1-1 0,0 1 0,0 0 0,0 0 0,0-1 0,0 1 0,0 0 0,0 0 0,-1-1 1,1 1-1,0 0 0,0-1 0,3-16 52,11-16-99,-9 26 37,-1 1 0,1 0 0,1 0 0,-1 0 0,11-8 0,-13 11 0,1 1 0,-1-1-1,0 1 1,1 0-1,0 0 1,0 0-1,-1 1 1,1 0-1,0-1 1,0 1 0,0 0-1,8 0 1,-10 1-3,0 1 1,-1-1-1,1 1 1,0 0 0,0 0-1,-1-1 1,1 1-1,-1 0 1,1 0 0,0 1-1,-1-1 1,0 0-1,1 0 1,-1 1 0,0-1-1,0 1 1,0-1-1,0 1 1,0 0 0,0-1-1,0 1 1,0 0-1,-1-1 1,1 1 0,0 0-1,-1 0 1,1 3-1,0-1 10,0 1 0,0-1-1,-1 1 1,1 0-1,-1-1 1,0 1 0,0-1-1,-1 1 1,1 0-1,-2 5 1,1-8-7,0-1 0,0 1 0,0 0 0,-1-1 0,1 1 0,0-1 0,-1 1 0,1-1 0,-1 0 0,1 0 0,-1 1 0,0-1 0,1 0 0,-1 0 0,0-1 0,0 1 0,0 0 0,0-1 0,0 1 0,0-1 0,1 1 0,-1-1 0,0 0 0,0 0 0,0 0 0,0 0 0,0 0 0,0 0 0,-3-1 0,2 0 0,0 1 0,1-1 0,-1 1 0,0-1 0,1 0 0,-1 0 0,1 0 0,-1 0 0,1-1 0,0 1 0,-1-1 0,1 1 0,0-1 0,0 0 0,0 0 0,0 0 0,0 0 0,1 0 0,-1 0 0,0 0 0,0-3 0,1 2 2,0 0 0,0 0 0,1 1 0,0-1 0,-1 0 0,1 0 0,0 0 0,1 0 0,-1 1 0,0-1 0,1 0 0,-1 0 0,1 0 0,0 1 0,0-1 0,0 0 0,0 1 0,2-3 1,0 0-12,0 1 0,0 0 0,0 0 0,1 0 1,-1 1-1,1-1 0,0 1 0,0 0 1,0 0-1,5-3 0,-6 4-3,0 0 1,1 1-1,-1-1 0,1 1 1,-1 0-1,1 0 1,-1 0-1,1 0 0,0 1 1,-1 0-1,1-1 0,0 1 1,5 1-1,-6 0 5,-1-1 0,0 1 0,1 0 0,-1 0 0,0 0 0,0 0 0,0 0 0,0 0 0,0 1 0,0-1 0,0 1 0,0-1 0,0 1 0,-1 0 0,1 0 0,-1-1 0,1 1 0,-1 0 0,0 1 0,0-1 0,0 0 0,1 3 1,0-1 23,-1 1 1,0-1-1,0 0 1,0 1-1,-1-1 1,1 1 0,-1-1-1,0 1 1,-1-1-1,1 0 1,-1 1-1,-1 4 1,2-8-14,0 1 1,-1-1-1,1 1 0,-1-1 0,0 1 1,0-1-1,1 1 0,-1-1 0,0 1 1,0-1-1,0 0 0,0 1 0,-1-1 1,1 0-1,0 0 0,0 0 0,-1 0 1,1 0-1,-1 0 0,1-1 0,-1 1 1,1 0-1,-1-1 0,1 1 0,-1-1 1,1 1-1,-1-1 0,0 0 0,1 0 1,-1 0-1,0 0 0,1 0 0,-1 0 1,0 0-1,-2-1 0,1 0-4,1 1 0,-1-1 0,1 0 0,-1 0 0,1-1 0,-1 1 0,1 0 0,-1-1 0,1 0 0,0 1 0,0-1 0,0 0 0,0 0 0,0 0 0,1 0 0,-1-1 0,0 1 0,1 0 0,0-1 0,-1 1 0,0-4 0,1 4 0,1 0 0,-1 1 0,1-1 0,-1 0 0,1 0 0,0 0 0,0 0 0,0 0 0,0 0 0,0 0 0,0 0 0,0 0 0,1 0 0,-1 0 0,1 0 0,-1 0 0,1 0 0,0 0 0,0 0 0,0 1 0,0-1 0,0 0 0,0 1 0,0-1 0,0 1 0,1-1 0,-1 1 0,1-1 0,-1 1 0,3-1 0,-1 0 0,0 0 0,0 0 0,0 1 0,0-1 0,0 1 0,0 0 0,1 0 0,-1 0 0,0 1 0,1-1 0,-1 1 0,1 0 0,-1 0 0,0 0 0,1 0 0,-1 0 0,1 1 0,4 1 0,-6-1 0,0 0 0,0 0 0,0 0 0,0 0 0,0 0 0,-1 0 0,1 1 0,0-1 0,-1 0 0,1 1 0,-1 0 0,1-1 0,-1 1 0,0 0 0,0 0 0,0 0 0,0 0 0,0 0 0,0 0 0,0 0 0,-1 0 0,1 0 0,-1 0 0,1 0 0,-1 0 0,0 1 0,0-1 0,0 0 0,0 0 0,-1 4 0,1-4 0,-1 0 0,0 0 0,1 1 0,-1-1 0,0 0 0,0 0 0,0 0 0,-1 0 0,1 0 0,0 0 0,-1-1 0,1 1 0,-1 0 0,0-1 0,0 1 0,1-1 0,-1 1 0,0-1 0,0 0 0,0 0 0,0 0 0,-1 0 0,1 0 0,-5 1 0,5-1 0,-1 0 0,0 0 0,-1-1 0,1 1 0,0-1 0,0 0 0,0 0 0,0 0 0,0 0 0,0 0 0,0-1 0,0 1 0,0-1 0,0 0 0,0 0 0,0 0 0,0 0 0,-4-3 0,6 3 0,0-1 0,-1 1 0,1-1 0,0 1 0,0-1 0,0 0 0,0 0 0,0 0 0,0 0 0,0 0 0,1 0 0,-1 0 0,1 0 0,0 0 0,-1 0 0,1 0 0,0 0 0,0 0 0,0 0 0,0 0 0,1 0 0,-1 0 0,0 0 0,1 0 0,0 0 0,-1 0 0,1 0 0,0 0 0,0 0 0,2-2 0,-1 0 0,0 0 0,0 0 0,0 1 0,1-1 0,-1 1 0,1-1 0,0 1 0,0 0 0,0 0 0,1 1 0,-1-1 0,1 1 0,5-4 0,-8 6 0,0-1 0,0 1 0,0 0 0,-1 0 0,1 0 0,0 0 0,0 0 0,0 0 0,-1 0 0,1 1 0,0-1 0,0 0 0,-1 0 0,1 1 0,0-1 0,0 0 0,-1 1 0,1-1 0,0 1 0,-1-1 0,1 1 0,0-1 0,-1 1 0,1-1 0,-1 1 0,1 0 0,-1-1 0,1 1 0,-1 0 0,0-1 0,1 1 0,-1 0 0,0-1 0,1 1 0,-1 0 0,0 0 0,0 0 0,0-1 0,0 1 0,0 0 0,0 0 0,0 0 0,0 0 0,1 46 0,-1-37 0,-13-21 0,13 7-917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0 3746,'9'0'13709,"-17"14"-8373,0 0-5319,-12 20 792,-1-2 0,-1-1 0,-2 0 0,-40 38 0,0 2-39,17-16-406,-276 340 2159,275-325-2127,-69 134 0,-58 81 418,85-148-486,-47 93-5,122-213-320,27-29-41,2 2-1478,14-11-5073,-4-5-6745,-15 14 5531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48 3618,'7'-32'5717,"-6"16"56,-2 50 357,-8 54 0,-17 27-2293,-54 108-5724,41-122 3533,36-96-1613,2-1 1,-1 1 0,1 0 0,-1-1 0,1 1 0,0 0 0,1 0 0,-1 0 0,1 0 0,0 0 0,1 0 0,0 5 0,0-7 15,0-1 0,0 0-1,1 0 1,-1 1 0,1-1 0,-1 0 0,1 0 0,0-1 0,-1 1 0,1 0 0,0 0 0,0-1 0,0 1-1,1-1 1,-1 0 0,0 0 0,1 0 0,-1 0 0,0 0 0,1 0 0,-1-1 0,1 1 0,-1-1-1,1 1 1,3-1 0,29 2-34,1-1-1,0-2 0,-1-1 1,1-2-1,38-9 0,12 0-9,-49 8-116,29-4-98,-24 10-3289,-27 2-1781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372 124 4802,'1'-10'582,"-1"-2"157,1 1 0,1-1 0,0 1 1,4-12-1,-4 18-63,0 1-1,0 0 1,0 0 0,0 0 0,1 0-1,-1 0 1,1 1 0,4-5 0,-7 8-599,0-1 0,0 1 1,1 0-1,-1 0 0,0 0 1,0-1-1,0 1 1,0 0-1,0 0 0,1-1 1,-1 1-1,0 0 0,0 0 1,0 0-1,0 0 0,1-1 1,-1 1-1,0 0 1,0 0-1,1 0 0,-1 0 1,0 0-1,0 0 0,1 0 1,-1 0-1,0 0 0,0 0 1,1 0-1,-1 0 1,0 0-1,0 0 0,1 0 1,-1 0-1,0 0 0,0 0 1,1 0-1,-1 0 0,0 0 1,0 0-1,1 0 1,-1 0-1,0 0 0,0 1 1,1-1-1,-1 0 0,0 0 1,0 0-1,0 0 0,0 1 1,1-1-1,-1 0 0,0 0 1,0 0-1,0 1 1,0-1-1,0 0 0,1 0 1,-1 1-1,0-1 0,0 0 1,0 0-1,0 1 0,0-1 1,0 1-1,0 21 3048,-15 101 1572,-22 61-2808,14-76-1125,-137 794 1063,146-812-1790,-4 0 0,-4-1-1,-59 154 1,45-147-1197,32-84-345,1 1 0,-3 26 0,6-38 1404,0-1 0,0 0-1,0 0 1,-1 0-1,1 1 1,0-1-1,0 0 1,0 0 0,0 1-1,0-1 1,0 0-1,0 0 1,0 0 0,0 1-1,0-1 1,0 0-1,0 1 1,0-1-1,0 0 1,0 0 0,0 1-1,0-1 1,0 0-1,0 0 1,0 1 0,0-1-1,0 0 1,0 0-1,0 0 1,1 1-1,-1-1 1,0 0 0,0 0-1,0 0 1,0 1-1,1-1 1,-1 0 0,0 0-1,0 0 1,0 0-1,1 1 1,-1-1-1,0 0 1,0 0 0,1 0-1,-1 0 1,0 0-1,0 0 1,0 0 0,1 0-1,-1 0 1,0 0-1,0 0 1,1 0-1,-1 0 1,1 0 0,10-13-5265,1-14-1488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2945,'1'1'284,"0"-1"0,-1 1 0,1 0 0,0 0-1,0-1 1,-1 1 0,1 0 0,-1 0 0,1 0-1,-1 0 1,1 0 0,-1 0 0,1 0 0,-1 0 0,0 0-1,0 0 1,1 0 0,-1 0 0,0 0 0,0 0-1,0 0 1,0 0 0,0 0 0,-1 1 0,1-1 0,0 0-1,0 0 1,-1 0 0,0 2 0,1-2-23,-1 0 0,1 0-1,-1 1 1,1-1 0,0 0 0,0 1 0,0-1 0,0 0 0,0 1 0,0-1 0,0 0 0,0 1-1,0-1 1,0 0 0,1 1 0,-1-1 0,1 0 0,-1 0 0,1 1 0,-1-1 0,1 0-1,0 0 1,0 0 0,-1 0 0,3 2 0,3 0 249,-1 1-1,1-2 1,0 1 0,1-1 0,-1 0-1,0 0 1,1 0 0,8 0-1,58 3 1057,-57-4-1228,341-13 1888,-226 4-1995,1674 25-1704,-1599-1 1735,423 11-846,-558-29 1421,-1-4 0,0-3 1,0-3-1,-1-2 0,0-4 1,116-47-1,-172 58-63,-14 7-204,-23 11-404,11 1-166,0-1 0,1 2 0,0 0 0,1 0 0,0 1 0,1 0 0,1 1 0,1 0 0,-10 21 0,-8 25 0,-18 71 0,35-105 0,-316 1233 0,273-1019 0,-27 114 0,-24-9 0,68-257 0,-67 126 0,102-214 0,0 0 0,0 0 0,-1 0 0,1 0 0,-1 0 0,1 0 0,-1 0 0,1 0 0,-1-1 0,1 1 0,-1 0 0,0 0 0,1 0 0,-1-1 0,0 1 0,0 0 0,1-1 0,-1 1 0,0-1 0,0 1 0,0-1 0,0 1 0,-1-1 0,-6-18 0,0-6 0,5 19 0,0-1 0,0 1 0,-1 0 0,0 0 0,0 0 0,0 0 0,-1 0 0,0 1 0,0 0 0,0 0 0,0 1 0,0-1 0,-1 1 0,0 0 0,1 0 0,-1 1 0,0 0 0,-1 0 0,1 0 0,0 1 0,-7-1 0,-16-2 0,-1 2 0,1 1 0,-41 4 0,35-1 0,-1248 22 0,640-39 0,4-34 0,605 45 0,21 3 0,0 0 0,-1 0 0,1-2 0,0 0 0,0 0 0,0-1 0,-21-10 0,34 14-2,0 0 0,-1 0 0,1-1-1,-1 1 1,1 0 0,0 0 0,-1-1 0,1 1 0,0 0-1,-1-1 1,1 1 0,0 0 0,-1-1 0,1 1 0,0-1 0,0 1-1,0 0 1,-1-1 0,1 1 0,0-1 0,0 1 0,0-1-1,0 1 1,0-1 0,0 1 0,0-1 0,0 1 0,0 0 0,0-1-1,0 1 1,0-1 0,0 1 0,0-1 0,0 1 0,1-1 0,-1 1-1,0 0 1,0-1 0,0 1 0,1-1 0,-1 1 0,0 0-1,1-1 1,-1 1 0,0 0 0,1-1 0,-1 1 0,0 0 0,1-1-1,-1 1 1,1 0 0,-1 0 0,0 0 0,1-1 0,-1 1-1,1 0 1,0 0 0,28-13-634,-28 13 573,56-16-6247,62-10 0,-86 19 2407,47-9-7019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59 2929,'-97'-24'2736,"-32"-6"4661,114 28-5795,-1 1 1,1 0 0,0 1-1,0 1 1,-25 4-1,36-4-1232,0 1 0,-1-1 1,1 1-1,0 0 0,0 1 0,-5 3 0,7-5-291,0 0 0,1 0 0,-1 0 0,1 1 0,-1-1 0,1 0 0,-1 1 0,1-1-1,0 1 1,0 0 0,0-1 0,0 1 0,0 0 0,0-1 0,0 1 0,0 3 0,2-4-17,0 1 0,-1-1 0,1 0 1,1 0-1,-1 0 0,0 0 0,0 0 1,0 0-1,0-1 0,1 1 1,-1 0-1,0-1 0,1 1 0,-1-1 1,0 1-1,1-1 0,-1 0 0,1 1 1,-1-1-1,1 0 0,-1 0 0,2 0 1,1 1 121,48 5 670,0-2-1,97-5 1,-92-1-696,888 13-167,-3 36-2498,-931-46 2459,125 7-395,332 15-410,-6-24 983,-393-1 1046,-1-4 0,1-2 0,131-35 0,-197 42-1104,1 0-7,1 0-1,0 0 1,-1-1 0,1 0-1,-1 0 1,1 0 0,-1-1-1,0 1 1,0-1 0,0 0-1,6-7 1,-9 10-65,-1 0 0,0-1 0,0 1 0,0 0 0,0 0 0,0 0 0,1 0 0,-1 0 0,0-1 0,0 1 0,0 0 0,0 0 0,0 0 0,0 0 0,0-1 0,0 1 0,0 0 0,0 0 0,1 0 0,-1 0 0,0-1 0,0 1 0,0 0 0,0 0 0,0 0 0,0-1 0,-1 1 0,1 0 0,0 0 0,0 0 0,0-1 0,0 1 0,0 0 0,0 0 0,0 0 0,0 0 0,0-1 0,0 1 0,-1 0 0,1 0 0,0 0 0,0 0 0,0 0 0,0 0 0,0-1 0,-1 1 0,1 0 0,0 0 0,0 0 0,-14 0 0,-15 5 0,18 0-30,0-1 0,0 2 1,0 0-1,1 0 0,-15 12 0,-1-1-2344,24-15 1381,-1-1 0,0 1 1,0-1-1,0 0 0,0 0 0,0 0 1,0 0-1,-5 0 0,-12 0-6616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5507,'64'-50'6895,"-6"4"-2189,-12 14 7539,-48 36-9747,-3 16-1902,-61 479-268,28-190-336,-18 156 8,54-438-696,3-13-2629,-1 3-6898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2593,'11'7'22534,"-2"-16"-21334,-2 5-1090,1 0 1,0 0 0,0 1-1,0 0 1,0 1-1,14-3 1,1 0 16,-1 0-120,-1 1-1,1 0 0,1 2 0,-1 0 0,0 2 0,1 1 0,-1 0 1,0 2-1,29 6 0,-44-8-41,0 0 1,0 0 0,-1 1-1,1 0 1,-1 0-1,1 1 1,-1 0-1,0 0 1,0 0-1,6 5 1,-11-7 39,-1-1-1,1 1 1,-1 0-1,0 0 1,1-1-1,-1 1 1,0 0-1,1 0 1,-1 0-1,0-1 1,0 1-1,0 0 1,1 0-1,-1 0 1,0 0-1,0 0 1,0 0-1,-1-1 1,1 1-1,0 0 1,0 0-1,0 0 1,-1 0-1,1-1 1,0 1-1,-1 0 1,1 0-1,0-1 1,-1 1 0,1 0-1,-1 0 1,0-1-1,1 1 1,-1-1-1,1 1 1,-1 0-1,0-1 1,0 1-1,1-1 1,-1 0-1,-1 1 1,-36 23 421,36-23-388,-30 14 403,-56 18 1,52-21-236,-40 20 1,76-32-208,-1 1-1,2-1 0,-1 0 1,0 0-1,0 1 1,0-1-1,0 0 0,0 0 1,0 1-1,0-1 0,0 0 1,0 0-1,0 1 1,0-1-1,1 0 0,-1 0 1,0 1-1,0-1 1,0 0-1,0 0 0,1 0 1,-1 0-1,0 1 1,0-1-1,1 0 0,-1 0 1,0 0-1,0 0 0,1 0 1,-1 0-1,0 1 1,0-1-1,1 0 0,-1 0 1,0 0-1,0 0 1,1 0-1,-1 0 0,0 0 1,0 0-1,1 0 1,-1 0-1,1-1 0,15 6 47,28 6-556,50 20 0,-82-26 437,0 0 1,0 1-1,-1 0 1,1 1-1,-2 0 1,1 1-1,-1 0 1,18 19-1,-26-25 109,0 1-1,1-1 1,-2 1-1,1 0 1,0-1-1,0 1 1,-1 0 0,0 0-1,1 0 1,-1 0-1,0 1 1,-1-1-1,1 0 1,0 0-1,-1 1 1,0-1 0,0 0-1,0 1 1,0-1-1,0 0 1,-1 0-1,0 4 1,-1-4 88,1 0 1,-1 0-1,1 0 1,-1 0-1,0-1 0,0 1 1,0-1-1,-1 0 1,1 1-1,-1-1 1,1 0-1,-1 0 0,1 0 1,-1-1-1,0 1 1,0-1-1,0 0 1,0 1-1,0-1 0,0 0 1,0-1-1,-5 2 1,-22 0 148,1 0 0,0-2 0,0-1 0,-1-1 0,1-2 0,-36-9 1,-12 0-196,72 13-101,10 1-1066,8 3-8484,-2-1 1149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67 1761,'3'-1'878,"0"-1"1,-1 1-1,1-1 1,0 0-1,-1 0 1,0 0-1,1 0 1,-1-1-1,0 1 1,0 0-1,0-1 1,0 0-1,-1 1 1,1-1-1,-1 0 1,0 0-1,1 0 0,-1 0 1,-1 0-1,1 0 1,0 0-1,-1 0 1,1 0-1,-1-5 1079,-7 37 454,-9 22-1011,-28 65 0,7-22-1017,-251 681 1797,72-200-1988,122-355-192,93-218 462,6-8-2085,0-1-3901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53 7267,'7'-24'1966,"-2"-4"15926,-17 50-15761,7-7-1936,1 0 0,0 0 0,1 1 0,0 0 0,1-1 0,1 1 0,1 0 0,0 0 1,1 0-1,1-1 0,0 1 0,1-1 0,1 1 0,0-1 0,1 0 0,1 0 0,7 15 0,-2-13-195,-1 0 0,-1 1 0,-1 1 0,-1 0 0,0 0 0,-2 0 0,0 0 0,3 22 0,-4 9-758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14807,'-7'0'3842,"-9"6"-945,-5 7 640,-2 10-703,-2 6-1009,2 3-481,2 1-447,0-4-545,4-2-128,3-1-224,1-8-16,0-1-945,5-2-895,0-5-1666,-1-1-2225,-3 3-4898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92 4866,'6'-14'1469,"10"-32"3108,-15 19 1655,-1 27-6100,0 0 1,0 0-1,0-1 0,0 1 1,0 0-1,0 0 0,0 0 1,0-1-1,0 1 0,0 0 1,0 0-1,-1-2 1192,0 2-1192,1 0 1,0 0-1,0 0 0,0 0 1,0 0-1,-1 0 0,1 0 1,0-1-1,0 1 0,0 0 1,-1 0-1,1 0 1,0 0-1,0 0 0,0 0 1,-1 0-1,1 0 0,0 0 1,0 0-1,-9 8 2143,-6 12-558,-3 15-542,1 2 0,2-1 0,1 2 1,-15 68-1,-16 162-979,20 290-81,20-235-275,-28-5-1361,28-297-566,2-14-864,3-36-11655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60 233 7363,'-1'-3'247,"0"1"359,0-1-1,1 1 0,-1-1 1,0 1-1,1 0 1,0-1-1,0 1 0,-1-1 1,1 1-1,1-1 1,0-4-1,0 6-401,0 0-1,0-1 1,1 1-1,-1 0 0,1 1 1,-1-1-1,0 0 1,1 0-1,0 1 1,-1-1-1,1 0 1,-1 1-1,1 0 1,0-1-1,-1 1 1,1 0-1,0 0 1,-1 0-1,4 0 1,340-21 5958,177 17-4121,-190 4-1910,-301 0-154,774-15-3550,-9-41 1665,-467 3 5102,-300 47-2460,-15 4 250,-1-1 0,1-1 1,0 0-1,23-11 1,-48 22-646,-54 31 650,-70 56 0,115-77-1011,1 0 0,1 0 0,0 2 0,1 0 1,1 2-1,1-1 0,-19 36 0,14-15 22,2 1 0,-16 59 0,-16 93 0,33-123 0,-115 428 0,-75 341 0,174-703 0,32-139 0,0 1 0,0-1 0,0 0 0,0 1 0,0-1 0,-1 1 0,1-1 0,0 1 0,-1 0 0,1 0 0,-1-1 0,0 1 0,1 0 0,-4-1 0,-34-19 0,10 13 0,0 1 0,-1 1 0,0 2 0,0 1 0,-60 1 0,32 1 0,-741-3 0,-327-16 0,953 2 0,138 12-518,72-2-14331,-4 7 5261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159 159 4466,'-50'-18'1798,"-58"-24"6665,129 48-2959,19-4-2829,-13 0-1538,394 17 2921,0-31-4403,-230 4 538,501-10-1844,416-17-732,-1106 35 2387,253-19 2113,-200 10-439,-37 1-518,-18 8-1140,0 0-1,0 0 1,0 0-1,0 0 0,1-1 1,-1 1-1,0 0 1,0 0-1,0 0 1,0-1-1,0 1 0,0 0 1,0 0-1,0 0 1,0 0-1,0-1 1,0 1-1,0 0 0,0 0 1,0 0-1,0 0 1,-1-1-1,1 1 0,0 0 1,0 0-1,0 0 1,0 0-1,0-1 1,0 1-1,0 0 0,0 0 1,-1 0-1,1 0 1,0 0-1,0 0 1,0-1-1,0 1 0,0 0 1,-1 0-1,1 0 1,0 0-1,0 0 0,0 0 1,-1 0-1,-30-8 615,3 5-657,-1 1 1,0 2-1,0 1 1,-50 9-1,-19 10-3615,3 4-6607,55-14 966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65 100 3169,'6'-6'1098,"-1"0"-1,-1 0 0,1-1 0,-1 0 0,0 0 0,3-8 1,-6 11 180,1-1 0,0 1 0,-1-1 0,0 1 0,0-1 0,0-7 0,-4 5 2825,-3 13-826,-6 12 118,6 7-3054,1 0 1,0 0-1,2 0 0,1 0 0,2 27 0,-1-34-192,-2 89-149,-1 110 0,-39 251 0,31-414 275,8-40-1677,9-36-4375,3-23-5613,-2 20 4184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48 6003,'0'-3'825,"-1"0"265,1 0 1,0 0-1,0 1 1,0-1-1,1 0 1,-1 0 0,1 0-1,-1 0 1,1 0-1,0 0 1,0 1-1,0-1 1,3-5-1,-3 14 3447,-1 15-2879,0-15-919,-9 259 2440,5-184-3194,2-68-326,0 5-1588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51 165 3730,'12'-13'4956,"-5"5"-2364,1 0 1,0 0-1,0 1 0,15-11 0,-22 17-2446,1 0-1,-1 0 1,0 1 0,1-1 0,-1 0-1,1 1 1,-1-1 0,1 1 0,0-1-1,-1 1 1,1-1 0,-1 1 0,1 0-1,0 0 1,-1 0 0,1 0 0,0 0 0,-1 1-1,1-1 1,-1 0 0,1 1 0,0-1-1,-1 1 1,1-1 0,-1 1 0,1 0-1,-1 0 1,0-1 0,1 1 0,-1 0-1,0 0 1,1 1 0,-1-1 0,0 0-1,0 0 1,0 1 0,1 2 0,-1-3-97,0 1 0,0-1 0,0 1 0,-1-1-1,1 1 1,0-1 0,-1 1 0,0 0 0,1 0 0,-1-1 0,0 1 0,0 0 0,0-1 0,0 1 0,0 0 0,0 0 0,0-1 0,-1 1-1,1 0 1,-1-1 0,1 1 0,-1 0 0,0-1 0,1 1 0,-1-1 0,0 1 0,0-1 0,0 1 0,0-1 0,0 0 0,-1 0-1,1 1 1,-3 1 0,1 0-22,-1 0 0,0 0 0,0-1 0,-1 1-1,1-1 1,-1 0 0,1 0 0,-1 0-1,0 0 1,-5 0 0,7-1-14,0-1 0,-1 1 0,1-1 1,-1 0-1,1 0 0,-1 0 0,1-1 0,0 1 0,-1-1 0,1 0 0,-1 0 1,1 0-1,0 0 0,0-1 0,0 1 0,0-1 0,-4-2 0,6 2 3,-1 1-1,1-1 0,0 1 0,0-1 0,0 0 1,0 1-1,0-1 0,0 0 0,1 0 1,-1 1-1,1-1 0,-1 0 0,1 0 1,0 0-1,-1 0 0,1 0 0,0 0 1,0 1-1,1-1 0,-1 0 0,0 0 0,0 0 1,1 0-1,-1 0 0,1 1 0,0-1 1,0 0-1,-1 0 0,1 1 0,0-1 1,0 0-1,3-1 0,3-9-21,2 1 0,0 0-1,0 0 1,1 1 0,0 0 0,1 1-1,0 0 1,23-13 0,-33 21 6,-1 1 1,1 0-1,0-1 1,-1 1-1,1 0 0,0 0 1,0-1-1,-1 1 1,1 0-1,0 0 0,0 0 1,0 0-1,-1 0 0,1 0 1,0 0-1,0 0 1,-1 0-1,1 1 0,0-1 1,0 0-1,-1 0 1,1 1-1,0-1 0,0 0 1,-1 1-1,1-1 1,-1 1-1,1-1 0,0 1 1,-1-1-1,1 1 1,-1-1-1,1 1 0,-1 0 1,1-1-1,-1 1 1,0 0-1,1-1 0,-1 1 1,0 0-1,1-1 0,-1 1 1,0 0-1,0 0 1,0 0-1,0-1 0,0 1 1,0 1-1,5 44 427,-5-42-377,1 12 188,-2 1 0,0-1-1,-4 21 1,4-31-127,0 0 0,-1 0 0,0-1 0,0 1 0,0 0 0,0-1 0,-1 1 0,0-1-1,0 0 1,-1 0 0,0 0 0,-4 5 0,7-10-109,1 1-1,-1-1 1,1 1-1,-1-1 1,1 1-1,-1-1 1,0 1-1,1-1 1,-1 0-1,0 1 1,1-1-1,-1 0 1,0 1-1,0-1 1,1 0-1,-1 0 1,0 0-1,0 0 1,1 0-1,-1 0 1,0 0-1,0 0 1,1 0-1,-1 0 1,0 0-1,0 0 1,1 0-1,-1-1 1,0 1-1,1 0 1,-2-1-1,0 0 0,1-1-1,-1 1 1,1-1-1,0 0 1,-1 0 0,1 1-1,0-1 1,0 0 0,0 0-1,0 0 1,0-3-1,-2-4-1,0-1 0,1 0 0,-2-18 0,2 10 1,0-58 0,2 71 0,0 0 0,1-1 0,-1 1 0,1 0 0,0 0 0,1 0 0,-1 0 0,1 0 0,0 0 0,0 1 0,4-7 0,-6 11 0,1-1 0,-1 0 0,1 1 0,-1-1 0,1 1 0,-1-1 0,1 1 0,0-1 0,-1 1 0,1-1 0,-1 1 0,1 0 0,0-1 0,0 1 0,-1 0 0,1-1 0,0 1 0,-1 0 0,1 0 0,0 0 0,0 0 0,0 0 0,-1 0 0,1 0 0,0 0 0,1 0 0,0 1 0,-1 0 0,1-1 0,-1 1 0,1 0 0,-1 0 0,1 0 0,-1 0 0,1 0 0,-1 1 0,0-1 0,2 2 0,23 40 0,-25-42 0,2 6 0,0 0 0,0 0 0,-1 0 0,0 0 0,0 1 0,0-1 0,-1 1 0,0-1 0,-1 1 0,0 13 0,0-19 0,-1 1 0,1-1 0,-1 1 0,0-1 0,1 1 0,-1-1 0,0 0 0,0 1 0,-1-1 0,1 0 0,0 0 0,-1 0 0,1 0 0,-1 0 0,0 0 0,1 0 0,-1 0 0,0-1 0,0 1 0,0-1 0,-1 0 0,1 1 0,0-1 0,0 0 0,-1 0 0,1 0 0,-1-1 0,1 1 0,-1 0 0,1-1 0,-1 0 0,1 1 0,-1-1 0,1 0 0,-4-1 0,-5 1 0,0-1 0,0 0 0,1-1 0,-17-4 0,23 5 0,1 0 0,0 0 0,-1 0 0,1-1 0,0 1 0,0-1 0,0 0 0,0 0 0,0 0 0,0 0 0,0 0 0,1 0 0,-1-1 0,1 0 0,-1 1 0,1-1 0,-3-6 0,5 8 2,-1 1 0,1-1 0,0 0 0,0 0 0,0 0-1,0 0 1,0 0 0,0 0 0,0 0 0,0 0 0,0 0 0,0 0 0,0 0 0,0 0 0,1 0 0,-1 1-1,0-1 1,1 0 0,-1 0 0,1 0 0,-1 0 0,1 1 0,-1-1 0,1 0 0,0 0 0,-1 1-1,1-1 1,0 0 0,0 1 0,-1-1 0,1 1 0,0-1 0,0 1 0,0 0 0,0-1 0,-1 1 0,1 0-1,0-1 1,0 1 0,0 0 0,0 0 0,1 0 0,4-2-893,0 1 0,0 1 0,0-1 0,0 1 0,7 0 0,17 3-6667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52 8244,'4'-5'9346,"8"-7"-6431,-11 12-2714,0-1 0,0 1-1,-1-1 1,1 1-1,0-1 1,0 1-1,0 0 1,0-1-1,0 1 1,-1 0 0,1 0-1,0 0 1,0-1-1,0 1 1,0 0-1,0 0 1,0 0 0,0 1-1,0-1 1,0 0-1,0 0 1,-1 0-1,1 1 1,0-1 0,0 0-1,0 1 1,1 0-1,-1 1 18,1-1 0,-1 1-1,0-1 1,0 1 0,0 0-1,0-1 1,0 1 0,-1 0-1,1 0 1,0 0 0,-1 0-1,1 3 1,1 8 207,-1 0 0,-1 0 0,-1 14 0,1-24-321,0 1-53,0-1 0,0 1 0,-1 0 0,0-1 0,1 0 0,-1 1 0,0-1 0,-1 1 0,1-1 0,0 0 0,-1 0-1,0 0 1,0 0 0,0 0 0,0 0 0,0 0 0,-1-1 0,-2 3 0,3-3-23,0-1 1,-1 0-1,1 0 1,-1 0-1,1 0 0,-1 0 1,1 0-1,-1-1 1,0 0-1,1 1 1,-1-1-1,0 0 0,1 0 1,-1 0-1,0 0 1,1-1-1,-1 1 1,0-1-1,1 0 0,-1 0 1,1 0-1,-1 0 1,1 0-1,-4-3 1,3 3-24,1 0 1,-1 0 0,1 0 0,-1 0-1,1-1 1,0 1 0,0-1 0,0 1-1,0-1 1,0 0 0,0 0 0,0 0-1,1 0 1,-1 0 0,1-1 0,-1 1 0,1 0-1,0-1 1,0 1 0,0-1 0,0 1-1,0-1 1,1 1 0,-1-1 0,1 0-1,-1 1 1,1-1 0,0 0 0,0 0 0,1 1-1,-1-1 1,0 1 0,1-1 0,0 0-1,-1 1 1,1-1 0,0 1 0,0-1-1,1 1 1,-1 0 0,3-4 0,2-3-32,0 1 0,0 1-1,1-1 1,0 1 0,0 1 0,1-1 0,0 1 0,0 0 0,18-8 0,-21 11 10,0 0 1,0 1-1,0 0 1,1 0 0,-1 1-1,1-1 1,-1 1-1,1 0 1,-1 1-1,1-1 1,0 1-1,-1 0 1,8 2-1,-9-1 17,-1 0 1,0 0-1,0 0 0,0 1 0,-1 0 0,1-1 0,0 1 0,-1 0 0,1 0 1,-1 1-1,1-1 0,-1 0 0,0 1 0,0 0 0,0-1 0,0 1 1,-1 0-1,1 0 0,-1 0 0,0 0 0,1 0 0,-1 0 0,0 5 0,2 2 70,0-1-1,-1 1 0,-1 0 0,0 0 1,1 11-1,-2-19-67,0 0 1,0 0-1,0-1 1,0 1-1,-1 0 1,1 0-1,0 0 0,-1 0 1,1 0-1,-1-1 1,0 1-1,0 0 1,0-1-1,1 1 0,-1 0 1,-1-1-1,1 1 1,0-1-1,0 1 1,-1-1-1,1 0 0,0 0 1,-1 1-1,1-1 1,-1 0-1,0 0 1,1 0-1,-1-1 0,0 1 1,0 0-1,1-1 1,-1 1-1,0-1 1,-3 1-1,-1-1-3,0 0 0,0 0 0,0-1 0,0 0 0,0 0 0,0 0 0,0-1 0,0 0 0,0 0 0,-7-4 0,10 5 0,0-1 0,1 1 0,-1 0 0,1-1 0,-1 0 0,1 0 0,0 0 0,-1 0 0,1 0 0,0 0 0,0-1 0,0 1 0,1 0 0,-1-1 0,1 0 0,-1 1 0,1-1 0,0 0 0,0 0 0,0 0 0,0 1 0,1-1 0,-1-5 0,1 6 0,1-1 0,-1 1 0,1-1 0,0 1 0,0 0 0,0-1 0,0 1 0,1 0 0,-1 0 0,0-1 0,1 1 0,0 0 0,-1 1 0,1-1 0,0 0 0,0 0 0,0 1 0,0-1 0,0 1 0,0 0 0,1-1 0,-1 1 0,0 0 0,3 0 0,3-3 0,0 2 0,0-1 0,0 1 0,0 0 0,0 1 0,10-1 0,-14 2 0,1 0 0,-1 0 0,0 1 0,1 0 0,-1-1 0,0 2 0,0-1 0,0 0 0,0 1 0,0 0 0,0 0 0,0 0 0,0 1 0,-1-1 0,1 1 0,-1 0 0,1 0 0,-1 0 0,0 0 0,2 4 0,-4-5 0,1 0 0,-1 0 0,0 0 0,0 0 0,0 0 0,-1 0 0,1 0 0,-1 0 0,1 1 0,-1-1 0,1 0 0,-1 0 0,0 1 0,0-1 0,0 0 0,-1 0 0,1 1 0,0-1 0,-1 0 0,1 0 0,-1 0 0,0 1 0,0-1 0,0 0 0,0 0 0,0 0 0,0-1 0,-1 1 0,1 0 0,0 0 0,-1-1 0,0 1 0,1-1 0,-1 1 0,0-1 0,0 1 0,0-1 0,0 0 0,-3 1 0,0 1 0,-1 0 0,1-1 0,0 0 0,-1 0 0,0 0 0,0-1 0,-5 1 0,8-1 0,0-1 0,0 1 0,0-1 0,0 0 0,0 0 0,0-1 0,1 1 0,-1 0 0,0-1 0,0 0 0,0 0 0,1 1 0,-1-2 0,0 1 0,1 0 0,-4-3 0,6 4 5,-1 0-1,1 0 1,0 0 0,-1 0 0,1 0-1,0-1 1,0 1 0,-1 0-1,1 0 1,0-1 0,0 1 0,-1 0-1,1 0 1,0-1 0,0 1 0,0 0-1,0 0 1,-1-1 0,1 1-1,0 0 1,0-1 0,0 1 0,0 0-1,0-1 1,0 1 0,0 0 0,0-1-1,0 1 1,0 0 0,0 0-1,0-1 1,0 1 0,0 0 0,0-1-1,0 1 1,0 0 0,0-1-1,0 1 1,0 0 0,1-1 0,-1 1-1,0 0 1,0 0 0,0-1 0,1 1-1,-1 0 1,0 0 0,0-1-1,1 1 1,-1 0 0,0 0 0,1-1-272,0 1 0,0 0 0,0-1 0,0 1 0,-1 0 0,1 0 0,0-1 0,0 1 0,0 0 0,0 0 0,0 0 0,0 0 0,-1 0 0,1 1 1,0-1-1,0 0 0,0 0 0,1 1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3009,'-39'34'1393,"32"-29"-1375,-16 18-70,22-23 60,1 0 0,0 1 0,-1-1 0,1 0 0,0 1 0,-1-1 0,1 1 0,0-1 0,-1 0 0,1 1 0,0-1 1,0 1-1,-1-1 0,1 1 0,0-1 0,0 1 0,0-1 0,0 1 0,0-1 0,0 1 0,-1-1 0,1 1 0,0-1 0,1 1 0,-1-1 0,0 1 0,0-1 0,0 1 0,0-1 0,0 1 0,0-1 0,1 1 1,-1-1-1,0 1 0,0-1 0,1 1 0,-1-1 0,0 0 0,1 1 0,-1-1 0,0 1 0,1-1 0,-1 0 0,1 0 0,-1 1 0,15-13 5827,-14 11-5795,-1 1 0,0 0 0,1 0 0,-1-1 0,0 1 1,1 0-1,-1-1 0,0 1 0,1 0 0,-1-1 0,0 1 0,0-1 0,0 1 0,1 0 0,-1-1 0,0 1 0,0-1 0,0 1 0,0-1 0,0 1 0,0-1 1,0 1-1,0 0 0,0-1 0,0 1 0,0-1 0,0 1 0,0-1 0,0 1 0,0 0 0,0-1 0,-1 1 0,1-1 0,0 1 0,0-1 0,-1 1 0,1 0 0,0-1 1,0 1-1,-1 0 0,1-1 0,0 1 0,-1 0 0,1 0 0,0-1 0,-1 1 0,1 0 0,-1 0 0,1-1 0,0 1 0,-1 0 0,1 0 0,-1 0 0,0 0 1,-3-7 2524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6 118 5378,'11'-28'602,"-9"23"140,0-1 1,0 1-1,0 0 0,0 0 1,6-7-1,-8 11-599,0 1-1,1 0 1,-1 0-1,0-1 1,1 1-1,-1 0 1,0-1-1,0 1 1,1 0-1,-1-1 1,0 1 0,0-1-1,0 1 1,0 0-1,0-1 1,1 1-1,-1 0 1,0-1-1,0 1 1,0-1-1,0 1 1,0 0-1,0-1 1,0 1-1,0-1 1,0 1 0,0-1-1,0 1 1,-1 0-1,1-1 1,0 1-1,0 0 1,0-1-1,0 1 1,-1-1-1,1 1 1,0 0-1,0-1 1,-1 1-1,1 0 1,0 0 0,-1-1-1,1 1 1,0 0-1,-1 0 1,1-1-1,0 1 1,-1 0-1,1 0 1,0 0-1,-1 0 1,1 0-1,-1-1 1,1 1-1,-1 0 1,-25-1 2849,22 1-1325,29-8 779,-21 2-720,-4 6-1697,0 0 1,0-1-1,0 1 1,0 0-1,0 0 1,0 0-1,0-1 1,0 1-1,0 0 1,0 0-1,0 0 0,0-1 1,0 1-1,1 0 1,-1 0-1,0 0 1,0-1-1,0 1 1,0 0-1,0 0 1,1 0-1,-1 0 1,0 0-1,0-1 1,0 1-1,1 0 1,-1 0-1,0 0 1,0 0-1,0 0 1,1 0-1,-1 0 1,0 0-1,0 0 1,0 0-1,1 0 1,-1 0-1,0 0 0,0 0 1,1 0-1,-1 0 1,0 0-1,1 0-2,-1 0-51,45-10 1323,-43 9-1237,0 0 0,0 1-1,0-1 1,0 1 0,1 0 0,-1 0-1,0-1 1,0 1 0,0 1-1,0-1 1,0 0 0,1 0 0,-1 1-1,0-1 1,0 1 0,0 0-1,0 0 1,0 0 0,0 0 0,-1 0-1,1 0 1,0 0 0,3 3-1,6 5 70,0 1 0,16 18 0,3 2 324,56 36 123,-34-29-563,-2 3-1,60 62 1,-18 10-15,-61-72 0,2-1 0,51 47 0,233 220 0,-270-260 0,2-1 0,65 44 0,-89-68 0,-1 0 0,-1 2 0,27 33 0,32 32 0,-14-26 0,75 75 0,55 55 0,-60-63 0,-116-106 0,0-4 0,-1 2 0,-2 1 0,0 0 0,-1 2 0,-1 0 0,16 31 0,38 97 0,-71-152-7,0-1-1,0 1 1,0 0 0,0 0-1,0 0 1,0 0 0,1 0-1,-1 0 1,0 0 0,0 0-1,0 0 1,0 0 0,0 0-1,0 0 1,0 0 0,0 0-1,0-1 1,0 1 0,1 0-1,-1 0 1,0 0 0,0 0-1,0 0 1,0 0 0,0 0-1,0 0 1,0 0 0,0 0-1,1 0 1,-1 0 0,0 0-1,0 0 1,0 1 0,0-1-1,0 0 1,0 0 0,0 0-1,-2-23 699,-3-8-2451,-3 8-5872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18 6499,'-12'-17'13767,"18"22"-11875,-5-4-1813,16 17 1502,-1 1-1,-1 0 1,-1 1 0,-1 1 0,12 24-1,4 4-654,49 67-794,24 41-144,-102-155 12,1-1 0,0 1 0,-1-1 0,1 1 0,-1-1 0,1 1 0,-1-1 0,0 1 0,0 0 0,0-1 0,0 1 0,0 0 0,0-1 0,0 1 0,0-1 0,-1 1 0,1 0 0,-1-1 0,1 1 0,-1-1 0,0 1 0,1-1 0,-1 0 0,0 1 0,0-1 0,0 0 0,0 1 0,0-1 0,0 0 0,0 0 0,-1 0 0,1 0 0,-2 1 0,-6 5 0,-1-1 0,0 0 0,-20 7 0,11-4 0,-160 71 653,142-68-1612,-41 9 0,3-9-5259,52-12-161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269 393 4386,'-49'-160'4635,"-8"3"4131,53 148-7808,0 0-1,0 0 1,-1 1 0,0-1 0,-8-8 0,12 16-832,0-1 1,0 1-1,0 0 1,0 0-1,0 0 1,0 1-1,0-1 1,0 0-1,0 0 1,0 0-1,0 1 1,-1-1-1,1 1 1,0-1 0,0 1-1,-1-1 1,1 1-1,-1 0 1,1 0-1,0 0 1,-1-1-1,1 1 1,0 1-1,-1-1 1,1 0-1,-1 0 1,1 0-1,0 1 1,-1-1-1,1 1 1,0-1-1,0 1 1,-1-1-1,1 1 1,0 0-1,0-1 1,0 1 0,0 0-1,0 0 1,0 0-1,0 0 1,0 0-1,0 0 1,0 0-1,1 1 1,-2 1-1,-6 9 219,2 1 0,0-1-1,0 1 1,1 0 0,1 1-1,0-1 1,1 1 0,-3 26 0,4-27-270,-9 71-46,3 0 1,4 1 0,8 88 0,40 255-40,-27-308 10,50 519 0,-64-547 0,-3 1 0,-5-1 0,-4 0 0,-39 173 0,21-183-1659,20-72-2533,6-25-2541,4-18-2949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2065,'0'-2'894,"0"-18"513,0 1 0,1-1 0,1 1 0,8-34 0,-8 48-1204,-1 1 0,1-1 1,0 0-1,0 0 0,1 1 0,-1-1 0,1 1 1,0 0-1,0 0 0,1 0 0,-1 0 0,1 0 1,0 1-1,0 0 0,0 0 0,0 0 0,1 0 1,-1 1-1,1-1 0,0 1 0,0 0 0,-1 0 1,7 0-1,11-2 696,0 2 0,-1 0-1,1 2 1,0 0 0,34 5 0,-1 0 207,621-22 2018,-461 3-2964,2061-9-1329,-2070 30 1177,182 4 1281,-217-18 3508,-171 7-4752,0 0 0,1 0 0,-1 0 1,0-1-1,1 1 0,-1 0 0,0 0 0,1 0 1,-1 0-1,0 0 0,1 0 0,-1 0 0,1 0 1,-1 0-1,0 0 0,1 0 0,-1 0 0,0 1 1,1-1-1,-1 0 0,0 0 0,1 0 0,-1 0 1,0 0-1,0 1 0,1-1 0,-1 0 0,0 0 1,0 1-1,1-1 0,-1 0 0,0 0 0,0 1 0,1-1 1,-1 0-1,0 1 0,0-1 0,0 0 0,0 1 1,0-1-1,0 0 0,1 1 0,-1-1 0,0 0 1,0 1-1,0-1 0,0 0 0,0 1 0,0-1 1,0 0-1,0 1 0,-1-1 0,1 0 0,0 1 1,0-1-1,0 0 0,0 1 0,-1 0 0,-15 19 524,12-16-627,-31 40 61,1 1-1,2 2 0,2 1 1,-36 78-1,-69 217-3,85-189 1,7 1 0,6 2 0,-19 200 0,39-159 0,9 1 0,20 245 0,-8-393 0,7 139 0,-11-152 0,-2 0 0,-11 72 0,11-101 0,0-1 0,0 0 0,-1 0 0,1 0 0,-2-1 0,-7 15 0,9-20 0,1 0 0,-1 0 0,0 1 0,0-1 0,0 0 0,0-1 0,0 1 0,0 0 0,-1-1 0,1 1 0,-1-1 0,1 1 0,-1-1 0,1 0 0,-1 0 0,0-1 0,0 1 0,1 0 0,-1-1 0,0 0 0,0 1 0,0-1 0,-5-1 0,-30-4 0,0-2 0,-58-19 0,11 2-8,-212-40-149,-351-29-1,-305 32 318,574 54-97,5 33-99,335-21-406,0 3 0,1 1 0,-44 16 0,60-16-723,1 0-1,-26 16 1,32-15-729,0 1 0,0 0-1,-18 19 1,27-22-4018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90 4882,'-17'-7'350,"-25"-10"2257,18 4 2184,54 7-8,222-8-486,134 8-3761,-255 5-230,614-1-310,342-5 160,-904 2 676,299-6 1485,-159 14 2834,-284-5-3662,-31 1-1455,-1 0 1,1 1-1,0 0 0,0 0 0,-1 1 1,1 0-1,12 3 0,-18 0-121,-9 2-236,-10 1-830,-24 3-6311,-81 10 0,99-17 4533,-53 6-7741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170 239 2481,'26'-39'922,"-22"35"-720,0 0 1,-1-1-1,0 0 1,0 1-1,0-1 0,0 0 1,-1 0-1,0 0 1,0-1-1,0 1 1,1-10-1,-2 10-140,0 1-1,-1-1 1,0 0-1,0 1 1,0-1-1,0 0 1,-1 1-1,0-1 1,0 1-1,0-1 1,-1 1-1,1 0 1,-1-1 0,0 1-1,0 0 1,0 0-1,-1 0 1,0 0-1,-5-5 1,3 5-142,0 0 0,0 0 0,0 1 0,-1-1 0,0 1 0,0 1 0,0-1 0,0 1 1,0 0-1,0 1 0,0-1 0,-1 1 0,-10 0 0,17 1 84,-55-2-103,51 2 348,0 0-1,1 0 1,-1 0 0,0 1-1,1 0 1,-1 0 0,1 0-1,-1 0 1,1 0 0,-1 1-1,1 0 1,-5 3-1,7-5-62,1 1-1,0-1 1,-1 1 0,1-1-1,-1 1 1,1-1-1,0 1 1,-1-1-1,1 1 1,0-1-1,0 1 1,0 0-1,-1-1 1,1 1-1,0-1 1,0 1-1,0 0 1,0-1-1,0 1 1,0 0-1,0-1 1,0 1-1,0-1 1,1 1-1,-1 0 1,0-1-1,0 1 1,1-1-1,-1 1 1,0 0-1,0-1 1,1 1-1,-1-1 1,1 1-1,0 0 1,19 19 3967,-12-13-2776,-1 1-725,0 1 1,0 0-1,-1 0 0,-1 1 1,1 0-1,-1 0 1,-1 0-1,0 0 0,0 1 1,-1 0-1,2 15 1,2 16 566,1 70 0,-7-84-825,0-5-191,4 392 410,-13-217-613,9-186 0,-2 0 0,0-1 0,0 1 0,-1 0 0,-4 12 0,1-8 0,-14 66 0,1-12 0,-9 76 0,28-117-1481,5-21-2403,6-16-2351,2-11-1678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21 5939,'-2'-2'400,"0"0"0,0 0 0,0 0 0,-1 0 0,1 1 0,-1-1 0,1 1 1,-1 0-1,0 0 0,1 0 0,-1 0 0,0 0 0,0 1 0,0-1 0,0 1 0,1-1 0,-1 1 1,0 0-1,0 0 0,0 1 0,0-1 0,0 1 0,0-1 0,-5 3 0,-8 2 563,1 0 0,-1 2 0,-15 8 0,23-11-565,-7 4 204,0 0 1,1 0-1,0 1 1,1 1-1,-19 17 1,26-21-416,0 1 1,0 0-1,1 1 1,0-1-1,0 1 0,1 0 1,0 0-1,0 0 0,1 1 1,0 0-1,-3 15 1,3-12-116,1 1 1,1 0-1,-1 0 0,2 0 1,0 0-1,4 24 1,-4-33-64,1-1 1,-1 0-1,1 0 1,0 0-1,1 0 1,-1 0-1,0 0 1,1 0-1,0 0 1,0 0-1,0-1 1,0 1-1,0-1 1,0 1-1,0-1 1,1 0-1,-1 0 1,1 0-1,0 0 1,0-1-1,0 1 1,-1-1-1,1 1 1,1-1-1,-1 0 1,0 0-1,0 0 1,0-1-1,0 1 1,1-1-1,6 0 1,5 0-29,0-2 0,1 0 0,-1 0 0,0-2 0,0 0 0,-1 0 0,1-1 0,-1-1 0,0-1 0,0 0 0,-1-1 0,23-16 0,-25 16 202,-1-1 0,0 1 0,0-2 0,-1 1 0,0-1 0,0-1 0,-1 0 0,-1 0 0,0 0 0,0-1 0,-1 0 0,-1-1 0,0 1 0,-1-1 0,1-15 2697,-5 28-2801,-8 17 529,-11 26-772,6-7 164,1 1 0,2 0 0,2 1 0,1 0 0,2 0 0,1 1 0,4 66 0,22 72 0,-17-108 0,-5-74-181,1 1 0,0-1 0,0 1 0,0 0 0,1-1 0,3-6 0,3-10-4045,-4-1-4421,-4 10 489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1188 1 4818,'-8'8'8155,"-5"9"-3456,-36 59-1328,29-44-1596,-340 454 3536,33-52-5070,307-404-223,-346 474 1357,342-474-1308,23-28-74,15-18-266,17-16-2866,-9 12-4814,-17 16 5043,3-2-4298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20 117 3842,'1'-2'118,"7"-16"1884,2-1-1,14-22 1,-20 36-970,0-1 0,0 1 0,1 0 0,0 0 0,0 1 0,10-3 5207,-15 8-6163,-4 13 2005,-8 16-665,5-16-847,-53 130 2494,55-128-2955,0 0-1,1 1 0,1-1 0,1 1 1,0 0-1,1 0 0,1 19 0,1-32-76,-1 0 0,1 1-1,-1-1 1,1 1 0,0-1 0,1 0-1,-1 0 1,1 1 0,0-1-1,0 0 1,0-1 0,1 1 0,-1 0-1,1-1 1,0 1 0,0-1-1,0 0 1,0 0 0,1 0 0,-1 0-1,1 0 1,0-1 0,-1 0-1,1 0 1,0 0 0,1 0 0,-1-1-1,0 1 1,0-1 0,1 0 0,-1 0-1,1-1 1,-1 1 0,0-1-1,1 0 1,8-1 0,24-5 56,-1-2-1,0-1 1,55-21 0,20-6-469,-91 30 37,49-10-1520,-64 15 1239,0 1 0,1 0 0,-1 0 0,0 0 0,0 1 0,7 1 0,-11-2 297,0 1-1,0-1 1,0 0 0,0 1 0,0-1 0,0 1-1,0-1 1,0 1 0,0-1 0,0 1 0,0 0 0,-1-1-1,1 1 1,0 0 0,-1 0 0,1-1 0,1 3-1,1 16-9285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86 244 5026,'-5'-10'183,"-5"-9"889,1-1-1,-12-35 1,19 48-749,1 0 0,0 0 0,0-1-1,0 1 1,1-1 0,0 1 0,0 0 0,1-1 0,0 1 0,0 0 0,5-13 0,-5 16-356,16-32 8056,-17 36-7961,-2 24 1843,-26 563 5616,49-2-6025,-8-300-917,-10-167-521,-6 1 0,-5-1 0,-32 159 0,34-249-306,-5 35-682,11-25-3001,7-50-4788,-2-15 1972,1-13-632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 6179,'-7'-10'1560,"3"16"540,8 24 1569,2-18-3105,0-1 1,1 0-1,0-1 1,1 1-1,0-2 1,0 1-1,1-1 1,0 0-1,1-1 1,0 0-1,0 0 1,1-1-1,0-1 1,20 10-1,3-1 55,0-2-1,0-2 1,1 0-1,37 4 0,34 2 428,161 4-1,117-21-688,-328-1-369,2011-18-1074,-1740 14 3560,-316 5-2225,-8-1-106,0 1 0,1 0 0,-1 0 1,0 0-1,1 0 0,-1 1 0,0-1 0,0 1 0,1 0 0,-1 0 1,0 0-1,5 3 0,-8-4-114,0 0 1,0 0-1,0 1 1,1-1 0,-1 0-1,0 0 1,0 1-1,0-1 1,0 0-1,0 0 1,0 1-1,0-1 1,0 0-1,0 0 1,0 1-1,0-1 1,0 0-1,0 1 1,0-1-1,0 0 1,0 0-1,-1 1 1,1-1 0,0 0-1,0 0 1,0 0-1,0 1 1,0-1-1,-1 0 1,1 0-1,0 0 1,0 1-1,0-1 1,-1 0-1,1 0 1,0 0-1,0 0 1,0 1-1,-1-1 1,1 0 0,-12 7 342,12-7-328,-44 21 85,31-16-126,1 1 0,0 0 1,-19 13-1,28-17-3,-1 1 0,1 0 0,0 0-1,0 0 1,0 1 0,1-1 0,-1 1 0,1-1-1,0 1 1,0 0 0,0 0 0,0 0 0,1 0-1,-1 0 1,0 8 0,-33 222 0,-6 38 0,-20 90 0,-19 436 0,75-714 0,-30 156 0,32-225 0,3-12 0,0 0 0,-1 0 0,0 0 0,1 0 0,-1 0 0,0 0 0,0 0 0,0 0 0,-1-1 0,1 1 0,-3 3 0,1-4 0,1 0 0,-1-1 0,1 1 0,-1-1 0,0 1 0,0-1 0,1 0 0,-1 0 0,0 0 0,0-1 0,0 1 0,0-1 0,0 1 0,0-1 0,0 0 0,-6-1 0,-73-4-133,-119-23 1,31 2-17,-509-18 245,-3 44-29,479 2-56,-723-10 229,884 6-280,22 3-262,1-2 0,-1-1 0,-35-7-1,55 9 247,0 0 0,0 0-1,0 0 1,0-1 0,0 1-1,1 0 1,-1 0-1,0 0 1,0 0 0,0 0-1,0-1 1,0 1 0,0 0-1,0 0 1,0 0 0,1 0-1,-1-1 1,0 1-1,0 0 1,0 0 0,0 0-1,0-1 1,0 1 0,0 0-1,0 0 1,0 0 0,0 0-1,0-1 1,0 1-1,0 0 1,-1 0 0,1 0-1,0-1 1,0 1 0,0 0-1,0 0 1,0 0 0,0 0-1,0-1 1,0 1-1,-1 0 1,1 0 0,0 0-1,0 0 1,0 0 0,0 0-1,0-1 1,-1 1-1,1 0 1,0 0 0,0 0-1,0 0 1,0 0 0,-1 0-1,16-4-2391,-1 1 0,1 0 0,21-1-1,-11 1-718,58-7-7425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4546,'1'-3'229,"-1"1"0,1 0 0,-1-1 0,1 1-1,0-1 1,0 1 0,0 0 0,1 0 0,-1 0 0,1 0 0,-1 0 0,1 0-1,-1 0 1,1 0 0,0 0 0,0 1 0,0-1 0,0 1 0,3-2 0,47-26 2286,-42 25-1746,4-2 58,1 0-1,0 1 0,0 1 1,1 1-1,-1 0 0,19-1 1,99 1 2131,-69 4-1931,421-9 2249,961 10-3727,-665 54-186,-211-12 1464,-550-42-542,-8-1 220,0 0 0,-1-1 0,1 0-1,14-3 1,-27 1 150,-11-2-171,-14-2-81,-8 5-2161,0 0 0,1 3 0,-48 7 0,34-1-5451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 10277,'-3'-1'775,"0"1"0,0-1 0,0 0 1,1 1-1,-1 0 0,0 0 0,0 0 0,0 0 1,0 0-1,0 1 0,1-1 0,-1 1 0,0 0 1,0 0-1,1 0 0,-1 0 0,-4 2 0,4 0-342,0-1 0,1 0 0,-1 1 0,1-1 0,0 1 0,0 0-1,0 0 1,0 0 0,0 0 0,0 0 0,1 0 0,-2 6 0,-1 7 114,0 0 0,2 1 0,0-1 0,0 33 1,1 112-378,2-36-169,-21 178 1,1-197 12,-5 38-295,25-102-4112,8-2-5914,-5-28 3728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86 3666,'42'-43'4169,"-21"10"6657,-36 33-8882,-15 4 32,5-1-1207,0 1-1,1 1 1,0 2 0,0 0 0,1 2-1,-30 14 1,52-23-765,0 1 1,0-1-1,0 1 0,0 0 1,0-1-1,0 1 0,0 0 1,0 0-1,0-1 0,0 1 0,0 0 1,1 0-1,-1 0 0,0 0 1,1 0-1,-1 0 0,1 0 1,-1 0-1,1 1 0,-1-1 1,1 0-1,0 0 0,0 0 0,-1 0 1,1 1-1,0-1 0,0 0 1,0 0-1,0 0 0,1 1 1,-1-1-1,0 0 0,0 0 0,1 0 1,-1 0-1,1 0 0,-1 0 1,1 1-1,-1-1 0,2 1 1,3 5-16,1-1 1,-1 0 0,1 0-1,0-1 1,7 6 0,-1-1-30,6 4-57,-2 2 0,0 0 1,-1 1-1,0 1 0,-1 0 1,13 25-1,-23-37 99,-1 1 0,1 0 0,-2-1 0,1 2 0,-1-1 0,0 0 0,0 0-1,-1 1 1,0-1 0,0 1 0,-1-1 0,0 1 0,0-1 0,-1 0 0,0 1 0,0-1 0,-1 1 0,0-1 0,0 0 0,-1 0 0,0 0 0,-7 12 0,5-12 6,0-1 0,0 0 0,0 0 0,-1 0 0,0-1 0,0 0 0,-1 0 0,0 0 1,1-1-1,-1 0 0,-1 0 0,1-1 0,-1 0 0,1-1 0,-16 4 0,19-5-2,0 0-1,-1 0 0,1 0 0,0-1 1,-1 0-1,1 0 0,-1 0 1,1 0-1,-1-1 0,1 1 0,0-1 1,-1 0-1,1-1 0,0 1 0,0-1 1,0 0-1,0 0 0,0 0 1,0 0-1,1-1 0,-1 0 0,1 0 1,-1 0-1,1 0 0,0 0 1,0 0-1,1-1 0,-1 1 0,-3-9 1,4 9-9,0-1 0,1 1 0,0-1 0,0 0 0,0 0 0,0 0 0,0 0 0,1 0 0,0 1 0,0-1 0,0 0 0,0 0 0,1 0 0,-1 0 0,1 0 0,1-4 0,1 1 3,0 1 0,0 0 0,0 0 0,1 0 0,0 0 0,0 1 0,0-1 0,8-7 1,4-1 9,0 1 1,1 1-1,0 0 1,0 1-1,23-10 1,61-22 8,-71 32 3,1-2-1,-1-1 0,52-34 0,-79 46-9,0-1 0,0 1 0,1-1 0,-1 0 0,-1 0 0,1-1 0,0 1 0,-1 0 0,0-1 0,0 1 0,3-7-1,-5 8-1,1 0 0,-1 0 0,1 0-1,-1 0 1,0 0 0,0 0-1,0 0 1,0 0 0,0 0-1,0 0 1,-1 0 0,1 0-1,-1 0 1,1 0 0,-1 0-1,0 0 1,0 0 0,0 0-1,0 0 1,0 1 0,0-1-1,0 0 1,-1 1 0,1-1-1,-3-1 1,-3-4 92,-2 0-1,1 0 1,-1 0-1,0 1 1,0 1 0,-1-1-1,1 2 1,-1-1-1,-1 1 1,1 1 0,0 0-1,-1 0 1,-12-1-1,16 3-238,0 1 0,0 0-1,0 0 1,0 0 0,0 1 0,1 0-1,-1 0 1,0 1 0,0 0-1,1 0 1,-1 0 0,1 1 0,0 0-1,0 0 1,0 1 0,0 0-1,0 0 1,1 0 0,0 1-1,0-1 1,-8 11 0,-1 4-4219,-23 43 1,35-57 3565,-25 45-8216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61 5923,'-6'-4'7268,"17"0"-4724,7-7 894,-15 8-3018,1 1 0,0 0 0,-1-1 0,1 1 0,0 1 0,0-1 0,0 0 0,0 1 0,0 0 0,1 0 0,-1 0 0,0 1 0,0-1 0,7 1 0,-10 1-325,1 0-1,-1-1 1,0 1-1,0 0 1,0 0 0,0 0-1,0 0 1,0 0 0,0 0-1,0 0 1,0 1-1,0-1 1,-1 0 0,1 0-1,0 1 1,-1-1 0,1 0-1,-1 1 1,1-1-1,-1 0 1,0 1 0,0-1-1,0 1 1,0-1 0,0 1-1,0-1 1,0 1-1,0-1 1,-1 2 0,1 4 202,-1 0 1,0 0 0,0 0 0,-5 11-1,6-15-226,-1-1 0,1 0 0,-1 0 0,0 1 0,0-1 0,0 0 0,0 0 0,-1 0-1,1 0 1,0-1 0,-1 1 0,1 0 0,-1-1 0,0 1 0,0 0 0,1-1 0,-1 0 0,0 0-1,0 1 1,0-1 0,-1 0 0,1 0 0,0-1 0,-4 2 0,4-2-14,-1-1 0,0 1 0,0-1-1,1 0 1,-1 0 0,0 0 0,1 0 0,-1 0 0,1 0 0,-1-1 0,1 1 0,0-1 0,-1 0 0,1 0-1,0 1 1,0-1 0,0-1 0,1 1 0,-4-4 0,2 1-51,-1 1-1,1-1 1,0 0-1,0 0 1,1 0-1,0-1 1,0 1-1,0 0 1,0-1-1,-1-9 1,3 13-6,0 0 0,0 0 0,0 0-1,1 1 1,-1-1 0,0 0 0,1 0 0,-1 0 0,1 0 0,-1 1-1,1-1 1,0 0 0,0 1 0,0-1 0,0 1 0,0-1 0,0 1 0,0-1-1,1 1 1,-1 0 0,1-1 0,-1 1 0,0 0 0,1 0 0,0 0-1,-1 0 1,1 0 0,0 1 0,-1-1 0,1 0 0,0 1 0,0-1 0,0 1-1,-1 0 1,1 0 0,3-1 0,0 1 0,0-1 0,0 1 0,1 0 0,-1 0 0,0 0 0,0 1 0,0 0 0,0 0 0,5 2 0,-9-3 0,0 1 0,0-1 0,0 0 0,0 1 0,0-1 0,0 1 0,0 0 0,-1-1 0,1 1 0,0 0 0,0-1 0,-1 1 0,1 0 0,-1 0 0,1 0 0,0-1 0,-1 1 0,1 0 0,-1 0 0,1 1 0,-1 0 0,0-1 0,0 1 0,0-1 0,0 1 0,-1-1 0,1 1 0,0-1 0,-1 1 0,1-1 0,-1 1 0,1-1 0,-1 0 0,0 1 0,0-1 0,1 0 0,-1 1 0,0-1 0,-1 1 0,-23 22 0,24-23 0,-1 0 0,1 0 0,0 0 0,0 0 0,0 0 0,-1 0 0,1 0 0,-1-1 0,1 1 0,-1-1 0,1 1 0,0-1 0,-1 1 0,0-1 0,1 0 0,-1 0 0,1 0 0,-1 1 0,-1-2 0,2 1-7,1 0-1,0 0 1,0-1-1,0 1 1,-1 0-1,1 0 1,0-1-1,0 1 1,0 0-1,-1 0 1,1-1-1,0 1 1,0 0-1,0-1 1,0 1-1,0 0 1,0-1-1,0 1 1,0 0 0,0-1-1,0 1 1,0 0-1,0-1 1,0 1-1,0 0 1,0-1-1,0 1 1,0 0-1,0-1 1,1 1-1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125 133 8068,'15'-5'6487,"23"-2"10506,-67 7-16061,15 1-900,1 0 0,-1-1 0,1-1 0,0 0 0,-1-1-1,1 0 1,0-1 0,-19-7 0,31 10-32,1 0 0,-1-1 0,1 1 0,-1 0 0,1-1 0,-1 1 0,1 0 0,-1-1 0,1 1 0,-1 0 0,1-1 0,0 1 0,-1-1 0,1 1 0,0-1 0,-1 1 0,1 0 0,0-1 0,0 0 0,-1 1 0,1-1 0,0 1 0,0-1 0,0 1 0,0-1 0,0 1 0,0-1 0,0 0 0,0 1 0,0-1 0,0 0 0,12-17 0,25-10 0,-25 21 0,1 0 0,0 1 0,1 1 0,17-6 0,-25 10 0,-1-1 0,1 1 0,-1 0 0,1 0 0,0 0 0,-1 1 0,1 0 0,0 0 0,0 1 0,-1-1 0,1 1 0,-1 1 0,11 2 0,-14-3 0,-1 0 0,0-1 0,0 1 0,0 0 0,0 0 0,0 0 0,0 0 0,0 0 0,0 0 0,0 0 0,0 0 0,0 0 0,0 0 0,-1 0 0,1 1 0,-1-1 0,1 0 0,-1 1 0,1-1 0,-1 0 0,0 1 0,1-1 0,-1 0 0,0 1 0,0-1 0,0 0 0,0 1 0,0-1 0,0 1 0,-1-1 0,1 0 0,0 1 0,-1-1 0,1 0 0,-1 1 0,1-1 0,-1 0 0,0 0 0,0 0 0,1 1 0,-1-1 0,-1 1 0,-2 3 0,1 0 0,-1-1 0,0 0 0,0 1 0,0-1 0,-1-1 0,0 1 0,-8 5 0,7-6 0,0-1 0,0 0 0,0 0 0,0 0 0,-10 1 0,14-3 0,-1 0 0,1 1 0,0-1 0,-1 0 0,1 0 0,-1 0 0,1-1 0,0 1 0,-1-1 0,1 1 0,0-1 0,0 0 0,-1 1 0,1-1 0,0-1 0,0 1 0,0 0 0,-2-2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2977,'3'-25'2786,"-4"23"-2471,1-1-1,0 0 1,0 0-1,1 1 1,-1-1-1,1 0 0,-1 1 1,1-1-1,0 0 1,0 1-1,0-1 1,0 1-1,0-1 0,1 1 1,1-3-1,0 2 419,-1-1 0,0 1 0,0 0 0,0-1-1,-1 0 1,1 1 0,1-8 0,5-10 4199,-7 21-4787,1 0 1,-1 0 0,1 0-1,-1 0 1,1 1 0,-1-1-1,0 1 1,1-1 0,-1 1-1,1-1 1,-1 1 0,0 0-1,0 0 1,1 0 0,-1-1-1,0 1 1,0 0 0,2 2-1,0 0 76,49 37 1467,80 78 0,36 61-360,-105-109-737,-6-5-329,-2 3-1,-4 1 1,-3 3-1,54 109 1,-93-164-239,97 176 450,-90-169-326,1 0-1,1 0 0,1-2 0,1-1 0,32 27 1,-7-14 36,-31-25-180,-1 1 0,0 0 1,-1 0-1,0 2 1,0-1-1,-1 2 0,-1-1 1,16 26-1,-15-18-3,-1 1 0,-1 0 0,0 0 0,8 39 0,-17-60 0,0 0 0,0 0 0,0 0 0,0 0 0,0 0 0,0 0 0,0 0 0,0 0 0,0 0 0,0 0 0,0 0 0,0 0 0,0 0 0,0 0 0,0 0 0,0 0 0,0 0 0,0 1 0,0-1 0,0 0 0,0 0 0,0 0 0,-1 0 0,1 0 0,0 0 0,0 0 0,0 0 0,-4-10 0,-3-5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6915,'9'-34'5608,"-3"21"432,-2 19-1919,4 9-2199,-3-3-1416,1 0 1,1 0-1,0-1 0,1 0 1,0 0-1,0-1 1,1 0-1,0 0 0,1-1 1,0 0-1,1-1 1,0 0-1,0-1 0,13 6 1,13 5-484,2-3 0,-1-1 0,49 10 0,-38-11-1125,75 31 1,-108-33-2986,-12 1-4240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15 12678,'6'-11'3697,"-14"7"-847,-9 6 1104,-8 9-1009,-4 8-1024,-2 8-320,-3 4-641,1 1-224,-1-1-383,3-2-321,0-2-32,3-2-961,5-2-1904,7 0-2578,3-4-4817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68 6035,'0'-4'513,"-1"0"0,0 1 0,0-1 0,0 0 0,0 0 0,-1 0 0,1 1 0,-1-1 0,0 1 0,0-1 0,-1 1 0,-3-5 0,5 7-156,-1-1 0,1 1 0,-1 0-1,0 0 1,0-1 0,1 1 0,-1 0 0,0 0-1,0 0 1,0 1 0,0-1 0,0 0 0,0 1 0,0-1-1,0 1 1,0 0 0,0 0 0,0 0 0,0 0-1,0 0 1,-1 0 0,1 0 0,0 1 0,0-1 0,0 1-1,-2 0 1,2 0-118,1 0 0,-1 0 0,0 0 0,1 0 0,-1 0 0,1 0 0,-1 1 0,1-1 0,-1 1 0,1-1 1,0 1-1,0-1 0,0 1 0,0 0 0,0-1 0,0 1 0,0 0 0,0 0 0,0 2 0,-7 41 1669,6-31-1369,-39 475 2916,36 2-3939,5-377 714,-7 78-212,2-102-327,7 113 0,7-150-2860,4-21-7402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17 4642,'-1'1'215,"-21"15"5564,20-7-3055,15-1-560,8-2-1759,0-1-1,1-1 1,-1-1-1,1-1 1,25-1-1,115-10 235,-132 7-388,115-11 332,329-24 1009,1 27-1094,492 109-303,-949-96-141,389 43 265,-361-44 618,0-2-1,-1-2 0,1-3 1,0-1-1,-1-2 1,78-25-1,-116 31-524,-3 1-66,-1-1 0,1 1 0,0-1 0,0 0 0,-1 1 0,1-2 0,5-3 0,-17 11 615,-28 23-972,20-7 11,1 0 0,0 0 0,2 1 0,0 1 0,2 0 0,0 1 0,-8 32 0,-39 183 0,43-166 0,-72 308 0,-17 79 0,83-327 0,5 1 0,3 213 0,0-155 0,0-4 0,13-186 0,0-1 0,0 0 0,0 0 0,-1 0 0,1 1 0,0-1 0,-1 0 0,1 0 0,-1 0 0,1 0 0,-1 0 0,1 0 0,-1 0 0,0 0 0,1 0 0,-1 0 0,0 0 0,0 0 0,0 0 0,0 0 0,0-1 0,0 1 0,0 0 0,0-1 0,0 1 0,0-1 0,0 1 0,0-1 0,0 1 0,-1-1 0,1 0 0,-2 1 0,-5 0 0,0-1 0,0 1 0,-1-1 0,-7-2 0,-1 2 0,-86-5 0,-177-32 0,16 0 0,-756 13 0,185 14 0,812 8-26,-32 0-137,-80-15 0,120 12-2622,15 5 2759,0 0 0,-1 0 0,1 0 0,0 0 0,0 0 0,0 0 0,0 0 0,0 0 0,0 0 0,0 0 0,0 0 0,0 0 0,0 0 0,0-1 0,0 1 0,0 0 0,0 0 0,0 0 0,0 0 0,0 0 0,0 0 0,0 0 0,0 0 0,-1 0 0,1 0 0,0 0 0,0-1 0,0 1 0,0 0 0,1 0 0,-1 0 0,0 0 0,0 0 0,0 0 0,0 0 0,0 0 0,0 0 0,0 0 0,0 0 0,0-1 0,0 1 0,0 0 0,0 0 0,0 0 0,0 0 0,0 0 0,0 0 0,0 0 0,0 0 0,0 0 0,0 0 0,1 0 0,-1 0 0,0 0 0,0 0 0,0 0 0,0 0 0,0 0 0,0 0 0,0 0 0,0 0 0,0 0 0,0 0 0,0 0 0,1 0 0,-1 0 0,29-6-3437,2 0-6414,-23 1 3157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2881,'-32'10'1876,"16"-5"-182,0-1-1,1 2 0,0 0 0,0 1 0,-22 14 0,36-21-1563,1 0 1,-1 1-1,1-1 0,-1 0 0,1 0 1,-1 1-1,1-1 0,-1 0 0,1 1 1,0-1-1,-1 1 0,1-1 1,-1 1-1,1-1 0,0 1 0,-1-1 1,1 1-1,0-1 0,0 1 0,-1-1 1,1 1-1,0-1 0,0 1 0,0-1 1,0 1-1,0 0 0,0-1 0,0 1 1,0-1-1,0 1 0,0-1 0,0 1 1,0 0-1,0 0 0,2 0 31,-1 0-1,0 0 1,0 0-1,0 0 1,0-1 0,1 1-1,-1 0 1,0-1-1,1 1 1,-1 0-1,0-1 1,1 0-1,1 1 1,48 4 1404,219-30-224,-76 4-828,587-3-302,1 45-1207,-642-17 773,20 3 37,20 1 1956,217-17-1,-257-13 3490,-151 25-5257,0 1 1,1-1 0,-1 2-1,1-1 1,0 2 0,0-1-1,-13 11 1,15-4-403,8-11-73,0 0 0,-1 0 0,1 0-1,-1-1 1,1 1 0,-1 0 0,1 0 0,-1-1 0,1 1-1,-1 0 1,0-1 0,1 1 0,-1 0 0,0-1 0,0 1 0,1-1-1,-1 0 1,0 1 0,0-1 0,0 1 0,0-1 0,-1 0-1,-8 3-7068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5042,'14'-2'19004,"-18"22"-16561,-13 105 2372,6-56-4930,4 1 1,0 73 0,8-142-102,1 27-1327,3-15-1269,-4-13 2592,-1 0 0,0 0-1,0 1 1,1 0-661,0-1 661,-1 0 0,0 0 0,0 0-1,1 0 1,-1 1 0,0-1 0,1 0 0,-1 0-1,0 0 1,1 0 0,-1 0 0,0 0 0,1 0-1,-1 0 1,0 0 0,1 0 0,-1 0-1,0 0 1,1 0 0,0 0 0,10-8-9411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1665,'-15'6'16796,"3"10"-10516,-5 25-5581,11-24 1047,-49 145 388,54-159-2124,0 0 0,0 1 0,1-1 0,-1 1 0,1-1 0,-1 1 0,1-1 0,0 1 0,1-1 0,-1 1 0,1-1 0,-1 1 0,1-1 0,2 5 0,-2-6-19,0 0 0,0 0 0,1 0-1,-1 0 1,0 0 0,1-1 0,0 1-1,-1-1 1,1 1 0,0-1 0,0 0-1,0 1 1,0-1 0,0 0 0,0 0-1,3 1 1,2 0-80,1-1 0,-1 0 0,0 0 0,1 0 0,-1-1 0,1 0 0,-1-1 1,1 1-1,9-3 0,-4 0 4,0-1 0,0 0 0,-1-1 1,1-1-1,-1 0 0,0 0 0,-1-1 1,12-9-1,-18 13 97,-2 0 0,1-1 0,0 1 0,-1-1 0,0 0 0,0 0 0,0 0 1,0-1-1,0 1 0,3-9 0,-6 10 18,1 0 1,0 0 0,-1-1-1,1 1 1,-1 0 0,0 0-1,0 0 1,0-1-1,0 1 1,-1 0 0,1 0-1,-1 0 1,0 0 0,0 0-1,0 0 1,0 0-1,-1 0 1,-2-4 0,0 2-29,1 0 0,-1 1 0,0-1 0,0 1 0,-1 0 1,1 0-1,-1 1 0,0-1 0,0 1 0,0 0 0,-1 1 0,1-1 1,0 1-1,-1 0 0,0 0 0,0 1 0,1-1 0,-1 1 1,0 1-1,0-1 0,0 1 0,-12 1 0,5 0-779,0 0 0,-1 1 1,-23 7-1,24-5-1273,0 1-1,0 0 1,-14 8 0,-21 17-8264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55 121 3810,'0'-2'408,"0"-1"1,-1 1-1,2 0 1,-1-1-1,0 1 1,0 0-1,1 0 1,-1-1-1,1 1 1,0 0-1,0 0 1,0 0-1,0 0 0,0 0 1,0 0-1,0 0 1,1 0-1,-1 0 1,3-2-1,35-35 1555,-34 33-1176,1 1-137,-4 2-143,0 1 0,1-1-1,-1 1 1,1 0 0,0 0 0,0 0-1,0 0 1,0 0 0,0 1 0,0-1 0,5-1-1,-8 4-280,0 0-1,1 0 0,-1-1 0,0 1 1,0 0-1,1 0 0,-1 0 0,0 0 1,0 0-1,0-1 0,0 1 0,0 0 0,0 0 1,-1 0-1,1 0 0,0-1 0,0 1 1,0 0-1,-1 0 0,1 0 0,-1-1 0,1 1 1,0 0-1,-2 1 0,1 0 273,-34 104 4299,20-53-4670,3 1 0,-9 94 0,-37 419-127,58-566 0,-13 130 0,12-114 0,1 1 0,1-1 0,0 0 0,2 0 0,5 25 0,-7-41-57,-1 0-1,0 0 1,1 0 0,-1 0-1,1 0 1,0 0 0,-1 0-1,1-1 1,-1 1 0,1 0-1,0 0 1,0-1 0,-1 1-1,1 0 1,2 0 0,7 2-3399,-9-3 2835,0 0-1,-1-1 1,1 1-1,0 0 1,0 0-1,-1-1 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74 8884,'3'-1'5720,"11"0"-2118,-7 2-2459,-1 1 0,0 0 0,-1 1 0,1-1-1,10 7 1,-16-8-1059,1-1-1,0 1 0,-1-1 1,1 1-1,0-1 0,-1 1 1,1-1-1,-1 1 0,1 0 1,-1 0-1,0-1 0,1 1 0,-1 0 1,0-1-1,1 1 0,-1 0 1,0 0-1,0 0 0,0-1 1,1 3-1,-2-2-30,1 0 0,-1 0 0,1 0 0,-1 1 0,1-1 0,-1 0 0,1 0 0,-1 0 0,0 0 0,0 0 0,0 0 0,1 0 0,-1 0 1,0-1-1,0 1 0,0 0 0,0-1 0,-2 2 0,-5 3 190,0-1 1,0 0-1,0-1 1,-1 1-1,-12 2 1,18-5-222,1-1 1,0 1-1,-1-1 0,1 0 1,0 0-1,-1 0 0,1 0 1,0 0-1,-1-1 0,1 1 1,-5-2-1,6 1-16,0 1 0,0-1 0,1 1 0,-1-1 0,0 0 0,0 0 0,0 1 0,0-1 0,1 0 0,-1 0 0,0 0 0,1 0 0,-1 0 0,1 0 0,-1 0 0,1 0 0,-1 0 0,1 0 0,0 0 0,0 0 0,-1 0 0,1 0 0,0-1 0,0 1 0,0 0 0,0-1 0,1-3-5,0 1 0,0-1 0,0 1 0,0 0-1,1-1 1,-1 1 0,1 0 0,0 0 0,0 0 0,1 0 0,-1 0-1,1 1 1,0-1 0,0 1 0,0 0 0,7-6 0,0 1-1,0 0 0,0 1 1,1 0-1,20-9 0,-29 15 4,-1 0 0,0 0-1,1 1 1,-1-1 0,0 1-1,1-1 1,-1 1 0,1 0-1,-1-1 1,1 1 0,-1 0-1,1 0 1,-1 0 0,3 0-1,-3 1 14,-1-1 0,0 0 0,0 1 0,1-1 0,-1 0 0,0 1 0,0-1 0,1 0-1,-1 1 1,0-1 0,0 0 0,0 1 0,0-1 0,0 1 0,0-1 0,0 0 0,0 1 0,0-1 0,0 1 0,0-1-1,0 0 1,0 1 0,0-1 0,0 1 0,0-1 0,0 0 0,0 1 0,0-1 0,-1 0 0,1 1 0,0-1 0,-1 1-1,-1 4 140,-1 0 0,0 0 0,0-1 0,-1 1 0,1-1 0,-6 5 0,5-5-740,-25 21 2088,19-18-3984,1-3-4129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180 137 7603,'1'-14'7827,"-1"13"-7584,0 1 0,-1-1 0,1 1 0,0-1 0,0 1 0,0-1 0,0 0 0,0 1 0,0-1 0,0 1 0,0-1 0,0 1-1,0-1 1,0 1 0,0-1 0,1 1 0,-1-1 0,0 1 0,0-1 0,1 1 0,-1-1 0,0 1 0,0-1 0,1 1 0,-1-1 0,0 1 0,1 0 0,-1-1 0,1 1 0,-1 0 0,1-1 0,-1 1 0,1 0 0,0-1 0,-37 12 7906,-6-1-6763,33-8-1474,0-1 0,0 0 0,0-1 1,-1 1-1,1-2 0,0 1 1,-17-5-1,25 5 88,0 0 0,0 0 0,1 0 0,-1 0 0,0-1 0,0 1 0,0 0 0,0 0 0,0-1 0,1 1 0,-1-1 0,0 1 0,0-1 0,1 1 0,-1-1 0,0 0 0,1 1 0,-1-1 0,0 0 0,1 1 0,-1-1 0,1 0 0,-1 0 0,1 0 0,0 1 0,-1-1 0,1 0 0,0 0 0,0 0 0,-1 0 0,1 0 0,0 0 0,0 0 0,0 1 0,0-1 0,0 0 0,0 0 0,0 0 0,0 0 0,1 0 0,-1 0 0,0 0 0,1 0 0,-1 1 0,0-1 0,1 0 0,-1 0 0,1 0 0,-1 1 0,1-1 0,-1 0 0,1 1 0,1-2 0,2-4 0,1 1 0,1-1 0,-1 1 0,1 0 0,8-5 0,-5 3 0,0 1 0,1 0 0,0 1 0,0 0 0,0 0 0,1 1 0,0 1 0,0 0 0,0 0 0,17-1 0,-26 3 0,-1 1-1,0 0 1,1 0 0,-1 0 0,0 1-1,0-1 1,1 0 0,-1 0 0,0 1-1,0-1 1,1 0 0,-1 1-1,0-1 1,0 1 0,0 0 0,0-1-1,0 1 1,0 0 0,0 0 0,0 0-1,0-1 1,0 1 0,0 0-1,1 2 1,-2-1 1,1 0 0,-1-1 0,1 1 0,-1 0 1,0 0-1,0 0 0,0 0 0,0-1 0,0 1 0,0 0 0,0 0 0,0 0 0,-1 0 0,1-1 0,-2 3 0,0 2-13,0-1-1,0 0 1,-1 1-1,0-1 1,0 0-1,-1 0 1,1 0-1,-1-1 1,-8 8-1,3-8-1792,-2-5-4556,5 1 1604,-12-2-8729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3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5475,'-4'0'12336,"12"15"-6624,-3 10-4256,-2 0 1,0 0-1,-2 0 1,-1 0-1,-6 48 1,-33 122-1122,10-64-165,27-122-70,1 0-1,0 0 1,1 1 0,-1-1-1,3 18 1,-1-25-197,-1 0-1,1 0 1,-1 0 0,1 0-1,-1 0 1,1 0 0,0 0 0,0-1-1,0 1 1,0 0 0,0 0-1,1-1 1,-1 1 0,0-1-1,1 1 1,-1-1 0,3 2-1,-2-2-280,-1 0-1,1-1 0,0 1 0,-1-1 0,1 1 0,0-1 0,0 1 0,0-1 0,0 0 0,-1 0 0,1 0 0,0 0 0,0 0 0,2-1 0,10-2-8038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3 5314,'0'0'205,"0"0"-1,1-1 1,-1 1-1,1 0 1,-1 0 0,0 0-1,1-1 1,-1 1-1,1 0 1,-1 0-1,1 0 1,-1 0-1,1 0 1,-1 0-1,1 0 1,-1 0-1,0 0 1,1 0-1,-1 0 1,1 0-1,-1 0 1,1 1-1,-1-1 1,0 0-1,1 0 1,-1 0-1,1 1 1,-1-1-1,0 0 1,1 0-1,-1 1 1,0-1-1,1 0 1,-1 1-1,-4 15 3869,0-6-3826,-129 291 5803,56-139-7987,42-79-2733,4 1-3393,27-69 4165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7 484 4290,'26'-60'1752,"4"1"0,56-86 0,-71 124-1113,0 2 0,1 0 1,0 0-1,2 2 0,0 0 1,1 1-1,1 1 0,0 1 1,1 0-1,24-11 0,-34 21-407,1-1 0,0 2 0,0-1 0,1 2 0,-1 0 0,1 0 0,-1 1 0,1 0 0,22 3 0,-30-2-145,0 1-1,0 0 1,1 1-1,-1-1 1,0 1 0,0 0-1,-1 0 1,1 0-1,0 1 1,-1 0-1,6 3 1,-8-3 6,1 0 0,-1-1 0,1 1 0,-1 0 0,0 0 0,0 0 0,0 0 0,0 1-1,-1-1 1,1 0 0,-1 1 0,0-1 0,0 1 0,0 0 0,-1-1 0,1 1 0,-1 5 0,0-2 44,-1 0 1,0-1-1,0 1 1,-1-1-1,0 0 1,0 1-1,0-1 1,-1 0-1,1 0 1,-2 0-1,1-1 1,-1 1-1,1-1 1,-2 0-1,1 0 1,0 0-1,-1 0 1,0-1-1,-9 6 1,-10 8-50,-2-1 0,-51 25 0,61-34 22,-147 61-38,116-52-293,1 2 0,0 2 1,-45 30-1,86-46-1130,8-2 80,14-4-1165,-11 1 1342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19 229 7251,'8'-11'2795,"-7"9"-1921,0-1 1,1 1 0,-1 0-1,1-1 1,-1 1 0,1 0-1,0 0 1,3-2 0,-4 4-782,-1 0 0,0 1 0,1-1 0,-1 0 0,0 1 0,1-1 0,-1 0 0,0 1 0,0-1 0,0 1 0,1-1-1,-1 0 1,0 1 0,0-1 0,0 1 0,0-1 0,0 1 0,0-1 0,1 0 0,-1 1 0,0-1 0,0 1 0,0-1 0,-1 1 0,1-1 0,0 0 0,0 1 0,0-1 0,0 1 0,0-1 0,0 1 0,-1 0 0,-2 16 1115,-7 44 1210,5-34-2017,0 0 1,-16 49 0,19-90 946,4-16-1277,7-4-115,1 1-1,1 0 1,2 1-1,2 1 0,0 0 1,2 1-1,1 1 0,2 0 1,1 1-1,25-25 1,-31 42-224,-6 14 119,-8 0 20,1-1-1,-1 1 0,0 0 0,0 0 0,0 0 0,-1-1 0,2 7 1,2 7-1287,-3-11 59,1 0 0,-1 0 0,2 0 0,-1 0 0,0 0 0,1-1 0,4 6 0,5 5-5419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37 11237,'44'-4'9383,"1"11"-6568,-7 0-2162,39 3 1,-63-9-684,0 0 0,0-2 1,-1 1-1,1-2 0,0 0 1,17-4-1,-29 5 44,1 0 0,-1 0 0,0 0 1,0 0-1,0 0 0,0 0 0,0-1 0,0 1 0,-1-1 1,1 1-1,0-1 0,-1 0 0,1 0 0,-1 1 0,1-1 1,-1 0-1,1-3 0,-2 5-11,0-1-1,1 1 1,-1-1-1,0 1 1,0-1 0,0 1-1,0-1 1,0 1-1,0-1 1,0 1-1,0-1 1,0 1 0,0-1-1,0 1 1,0-1-1,0 1 1,0-1 0,-1 1-1,1-1 1,0 1-1,0-1 1,0 1 0,-1 0-1,1-1 1,0 1-1,-1-1 1,0 0 0,0 1-10,0-1 1,-1 0 0,1 1 0,0-1 0,-1 1-1,1-1 1,-1 1 0,1 0 0,-1 0 0,1 0-1,-1 0 1,1 0 0,-1 0 0,-2 0 0,-15 3 47,0 0 1,0 2-1,0 0 0,-26 11 1,-68 37 263,104-49-293,-1 1 1,2 0-1,-1 1 1,0 0-1,1 1 1,0-1 0,-11 14-1,17-17-74,-1 0-1,1 1 1,0-1 0,0 1 0,1 0-1,-1 0 1,1 0 0,0-1 0,0 1-1,0 0 1,0 1 0,1-1-1,-1 0 1,1 0 0,0 0 0,0 0-1,1 0 1,-1 0 0,1 0 0,0 0-1,3 8 1,-2-8-314,-1 1-1,1-1 1,0 0-1,1 1 1,-1-1-1,1 0 1,0 0-1,0-1 1,0 1 0,0-1-1,1 1 1,-1-1-1,1 0 1,5 3-1,-2-2-529,0-1-1,0 0 0,0 0 1,0 0-1,1-1 1,-1 0-1,1-1 0,10 2 1,44-1-5905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167 179 3810,'6'-27'10759,"-10"4"-4653,3 22-5975,0 0 0,1 0 0,-1 0 0,0 0 0,0 0 1,0 0-1,-1 0 0,1 0 0,0 0 0,0 1 0,0-1 1,-1 0-1,1 1 0,0-1 0,-1 1 0,1-1 0,0 1 1,-1 0-1,1-1 0,0 1 0,-1 0 0,1 0 0,-1 0 1,1 0-1,-1 0 0,1 1 0,0-1 0,-1 0 0,1 1 1,0-1-1,-1 1 0,1-1 0,-2 2 0,-8 2 31,1 0-1,0 1 1,0 1-1,0-1 1,1 1-1,0 1 1,0 0-1,-11 11 1,18-15-167,-1 0 0,0 1 0,1-1-1,-1 1 1,1-1 0,0 1 0,0 0 0,0 0 0,1 0-1,-1 0 1,0 5 0,2-6 9,-1 0 0,1 0 0,0 0 1,1 0-1,-1-1 0,0 1 0,1 0 0,0 0 0,-1-1 0,1 1 0,0 0 0,0-1 1,1 1-1,-1-1 0,0 1 0,1-1 0,0 0 0,3 4 0,-2-3-11,0 0 1,0-1-1,1 1 0,-1-1 0,1 0 0,-1 0 0,1-1 1,0 1-1,0-1 0,-1 0 0,1 0 0,0 0 0,0 0 1,0-1-1,0 1 0,0-1 0,1 0 0,-1 0 0,0-1 1,0 1-1,0-1 0,5-1 0,6-2 5,0 0 1,0-1-1,0-1 0,18-10 1,-20 9 48,-1-1 0,1 0 0,-2-1 1,1 0-1,-1-1 0,-1 0 0,0 0 0,16-23 1,-20 25-87,-1 0 1,0 0 0,-1-1 0,1 0-1,-2 0 1,1 0 0,-1 0-1,-1 0 1,0-1 0,0 1 0,-1-1-1,0 0 1,0 1 0,-2-13-1,1 21-37,0 1 0,1-1 0,-1 0 0,0 1 0,0-1 0,0 0 0,-1 1 0,1-1 0,0 0 0,0 1 0,0-1 0,0 0 0,-1 1 0,1-1 0,0 0 0,-1 1 0,1-1 0,0 1 0,-1-1 0,1 1 0,-1-1 0,1 1 0,-1-1 0,1 1 0,-1-1 0,1 1-1,-1-1 1,1 1 0,-1 0 0,1-1 0,-1 1 0,0 0 0,1 0 0,-1 0 0,0-1 0,1 1 0,-1 0 0,0 0 0,1 0 0,-1 0 0,0 0 0,1 0 0,-1 0 0,0 0 0,1 0 0,-2 1 0,-26 15-3204,23-12 2509,-14 9-4787,10-2-474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4994,'13'0'1092,"1"1"0,-1 1 0,0 0 0,0 1-1,0 1 1,0 0 0,16 7 0,-22-7-583,1 0 1,-1 1 0,0 0-1,0 0 1,0 1-1,-1 0 1,0 0-1,0 1 1,-1-1 0,0 1-1,0 0 1,6 11-1,7 22 917,-17-37-1295,0-1-1,0 0 0,0 0 1,-1 0-1,1 0 0,-1 1 1,0-1-1,0 0 1,0 0-1,0 1 0,0-1 1,0 0-1,0 0 0,-1 1 1,1-1-1,-1 0 0,-1 2 1,2-3-48,-1 0 1,1-1 0,-1 1 0,0-1-1,0 1 1,1 0 0,-1-1-1,0 0 1,0 1 0,0-1 0,1 1-1,-1-1 1,0 0 0,0 0-1,0 0 1,0 1 0,0-1 0,0 0-1,0 0 1,1 0 0,-1 0-1,0 0 1,0-1 0,0 1-1,0 0 1,0 0 0,0 0 0,0-1-1,1 1 1,-1-1 0,0 1-1,0 0 1,0-1 0,1 0 0,-1 1-1,0-1 1,1 1 0,-2-2-1,-26-26 1127,24 22-1199,0-1 1,1-1-1,-1 1 1,2 0 0,-1-1-1,1 0 1,0 0-1,0 1 1,1-1-1,0 0 1,1 0-1,0 0 1,0 0-1,1 0 1,-1 0 0,2 0-1,-1 0 1,1 0-1,0 1 1,1-1-1,0 0 1,0 1-1,1 0 1,7-12 0,-5 10-527,0 0 1,1 0-1,0 0 1,1 1-1,-1 0 1,2 1-1,16-13 1,-18 15-731,0 1 1,0 0-1,0 1 1,1-1-1,0 1 0,-1 1 1,1-1-1,0 1 1,0 1-1,15-2 0,7 4-8044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49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327 497 6963,'16'-8'6651,"-16"8"-6488,0-1 1,0 1 0,0 0 0,1 0-1,-1 0 1,0-1 0,0 1 0,0 0-1,0 0 1,0-1 0,0 1 0,0 0-1,0 0 1,0-1 0,0 1 0,0 0-1,0 0 1,0-1 0,0 1 0,0 0-1,0 0 1,0-1 0,0 1 0,-1 0 0,1 0-1,0 0 1,-1-2 982,1 2-982,-1 0 0,-11-6 3308,-6 4-4093,-11 4 914,0 1 0,1 2 0,-1 1 0,1 1 0,1 2 0,-39 16 0,59-21-276,0 0 0,0 0-1,0 1 1,0 0 0,0 0 0,1 1-1,-7 7 1,12-12-20,-1 0 0,1 1 0,0-1 0,0 0 0,0 0 0,0 1 0,0-1 0,1 1 0,-1-1 0,0 1 0,1-1 0,-1 1-1,1-1 1,-1 1 0,1 0 0,0-1 0,0 1 0,0 0 0,0-1 0,0 1 0,0 0 0,0-1 0,0 1 0,1-1 0,-1 1 0,1 0 0,-1-1 0,1 1 0,-1-1 0,1 1-1,0-1 1,0 1 0,0-1 0,0 0 0,0 1 0,0-1 0,0 0 0,0 0 0,1 0 0,-1 0 0,0 0 0,3 1 0,5 4-110,0-1 1,1 0-1,0-1 1,-1 0-1,1-1 1,1 0 0,-1 0-1,0-1 1,1-1-1,-1 1 1,1-2-1,-1 1 1,1-2-1,-1 1 1,1-1-1,-1-1 1,1 0-1,-1-1 1,0 1-1,0-2 1,0 0-1,0 0 1,-1-1-1,14-8 1,5-7-415,-1-1-1,-1-2 1,-1-1 0,28-33 0,79-115 479,-119 153 77,78-115 701,-78 113-132,-2-1 0,0-1 0,-1 1 0,10-36-1,-17 38-301,-10 26 73,-17 34 509,19-30-548,-129 244 1586,112-206-2619,3 1 1,1 1 0,-15 75-1,27-72-3622,6-50 3482,1 0 0,-1-1 0,0 1 0,1 0 0,0 0 0,-1 0 0,1 0 0,1-1 0,1 5 0,10 7-5885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4914,'36'-16'11553,"5"9"-7136,-16 6-4804,35 4-1,-5 0 1214,-39-3-751,32-1-67,-45 1 29,0 0 1,-1-1-1,1 1 1,-1-1-1,1 0 1,-1 0-1,1 1 1,-1-2-1,1 1 1,-1 0-1,0 0 1,0-1-1,1 1 1,1-3 0,-4 3-33,1 1 1,-1-1 0,0 1 0,0-1 0,1 1 0,-1-1 0,0 1 0,0-1 0,0 1 0,0-1 0,1 0 0,-1 1 0,0-1 0,0 1 0,0-1 0,-1 1 0,1-1 0,0 0 0,0 1 0,0-1 0,0 1 0,0-1 0,-1 1 0,1-1 0,0 1-1,0-1 1,-1 1 0,1-1 0,0 1 0,-1-1 0,1 1 0,-1-1 0,1 1 0,0 0 0,-1-1 0,0 1 0,-19-14 59,19 13-65,-14-7 306,-2 0 1,1 1-1,-1 1 0,0 1 0,0 0 1,0 1-1,-1 1 0,0 1 0,-32-1 1,48 3-291,1 0 1,0 0 0,-1 0 0,1 1-1,-1-1 1,1 0 0,0 1-1,-1-1 1,1 1 0,-1-1-1,1 1 1,0 0 0,0-1-1,-1 1 1,1 0 0,0 0 0,0 0-1,0 0 1,0 0 0,0 0-1,0 0 1,0 0 0,0 0-1,1 1 1,-2 1 0,1 0 0,0 0 0,1 0 0,-1 0 0,1 0 0,-1 1 0,1-1 0,0 0 1,0 1-1,0-1 0,2 6 0,1 4-385,0 0-1,1 0 1,1-1 0,9 19 0,18 18-3719,-27-43 2844,1-1 1,-1 1 0,1-1-1,0 0 1,10 6-1,18 7-4858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10757,'1'-1'292,"0"1"1,0 0-1,0 0 1,0 0-1,0 0 1,0 0-1,0 0 1,0 0-1,0 0 1,0 0-1,0 0 1,0 0-1,0 1 1,0-1-1,0 0 1,0 1-1,0-1 1,-1 1-1,1-1 0,0 1 1,0 0-1,0-1 1,0 1-1,-1 0 1,1-1-1,0 2 1,1 1-6,0 0 0,0 0 0,-1 0 0,0 0 1,1 0-1,-1 0 0,0 0 0,0 5 0,2 8 781,-1 0-1,-1 25 1,-1-38-471,0-63 957,11-77 0,-8 112-2032,2 1 0,1 0 0,1 0 0,1 1 0,20-44 0,-10 38-3019,-2 16-2365,1 11-3414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32 105 9877,'-3'0'15119,"-5"22"-11988,-4 32-3637,12-53 508,-4 24 87,-1 45 0,5-63-103,1-1 0,-1 1 0,1 0 1,0-1-1,0 1 0,1-1 0,0 1 0,0-1 0,1 0 0,-1 0 0,1 0 1,5 7-1,-6-11-20,-1 0 0,1-1 0,0 1 0,0-1 0,0 1 0,0-1 0,0 0 0,1 0 0,-1 0 0,0 0 0,0 0 0,1 0 0,-1 0 0,1-1 0,-1 1 0,0-1 0,1 0 0,-1 0 0,1 0 0,-1 0 0,1 0 0,-1-1 0,1 1 0,-1 0 0,0-1 0,5-1 0,3-2-98,-1 1-1,1-2 1,-1 1 0,17-11-1,-9 3 159,-1-1 0,0 0 0,-1-1 0,0 0 0,-1-1 0,-1-1 0,-1 0 0,0-1 0,-1 0 0,-1-1 0,16-37 0,-27 59-67,0 1 0,0 0 0,0 0-1,1 0 1,0-1 0,0 1-1,0 0 1,0 0 0,1 0 0,0-1-1,0 1 1,2 5 0,0 0 45,1 0 0,0 0 1,0 0-1,1-1 0,12 18 0,-12-21 5,-1 1-1,1-1 0,0 0 1,0-1-1,1 1 0,-1-1 1,1 0-1,1-1 0,-1 1 1,0-1-1,1-1 0,0 1 1,0-1-1,0 0 0,0-1 1,1 1-1,-1-1 0,1-1 1,-1 0-1,16 1 0,-17-2 97,1-1 0,0 0 0,-1-1 0,1 0 1,-1 0-1,1 0 0,-1-1 0,0 1 0,0-2 0,0 1 0,0-1 0,-1 1 0,1-2 0,-1 1 0,0-1 0,0 1 0,-1-1 0,1 0 0,-1-1 0,0 1 0,-1-1 0,1 0 0,-1 0 0,0 0 1,-1 0-1,1-1 0,-1 1 0,0-1 0,-1 1 0,2-13 0,-2 8-145,0 0 0,-1 0 1,0 0-1,0 0 0,-1 1 1,-1-1-1,0 0 0,0 0 1,-1 0-1,-6-14 0,5 17-680,0 0 0,0 0 0,-1 1 0,0-1 0,0 1 0,0 0 0,-1 1 0,-7-8 0,2 9-4992,-1 3-3330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12070,'-2'15'7363,"-6"4"-6403,0 4 3458,-5-5-272,3 8-3057,-1-1-961,3-2-80,2-5-48,3-3-1041,1 0-1680,0-5-720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14455,'4'-20'1920,"-8"5"-847,0 7 1408,-1 1-1665,5 11-816,-2 3-992,2 7-1313,0 1-2881,0 4-3122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 10981,'2'2'5843,"-8"12"-4643,-11 13 3747,-6 13 31,-6 23-2657,-2 18-400,-5 9-1345,5 6-576,1 1 0,5-10 0,0-3 0,4-11 0,-2-10 0,2-15-1617,-2-15-944,5-14-1793,-1-15-4898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1 398 12005,'53'3'7479,"-1"4"-4852,35 3-1618,-35-8-907,0-3 0,0-2 0,0-2 1,0-3-1,-1-2 0,93-30 0,-114 28-166,1-1-1,-2-1 1,0-2 0,-1-1-1,28-21 1,-38 24 103,-2-1-1,1 0 1,-2-1 0,0-1 0,-1 0-1,0-2 1,-2 1 0,12-23 0,-21 36 110,0-1 0,0 0 0,0-1 0,-1 1 0,0 0 0,0-1 0,1-10 0,-3 17-142,0 0 0,0-1 0,0 1 1,0-1-1,0 1 0,0-1 0,0 1 0,0 0 0,0-1 0,-1 1 0,1-1 0,0 1 1,0 0-1,0-1 0,0 1 0,-1-1 0,1 1 0,0 0 0,0-1 0,-1 1 0,1 0 1,0 0-1,-1-1 0,1 1 0,0 0 0,-1 0 0,1-1 0,-1 1 0,1 0 1,0 0-1,-1 0 0,1 0 0,-1-1 0,1 1 0,0 0 0,-1 0 0,1 0 0,-1 0 1,1 0-1,-1 0 0,-20 5 216,20-5-210,-22 9 325,0 1 0,0 2 0,1 0 1,-21 15-1,-80 67 495,89-65-619,2 2-1,1 0 1,2 2 0,-45 65-1,64-82-185,0 0-1,1 1 0,0 0 0,2 0 0,0 1 0,1 0 1,0 0-1,2 1 0,0-1 0,1 1 0,1 0 1,1 0-1,1 31 0,1-46-13,-1 1 0,1-1 0,0 1 0,0-1 0,1 1 0,-1-1 0,1 0 0,0 1 0,0-1 0,0 0-1,1 0 1,3 4 0,-4-6-12,0 0 0,0 0 0,0-1-1,1 1 1,-1 0 0,1-1 0,-1 0 0,1 1-1,-1-1 1,1 0 0,0 0 0,0-1-1,-1 1 1,1-1 0,0 1 0,0-1 0,0 0-1,0 0 1,0 0 0,2-1 0,14-1-129,0-2 1,-1 0 0,0-1 0,0-1 0,0-1 0,21-11 0,3-5 134,49-34 0,-78 49 16,-24 19-237,-4 4-100,-7 21-2919,20-32 2413,1 0 1,-1 0 0,1 0-1,0 0 1,1 0 0,-1 0 0,1 0-1,-1 5 1,7 26-8570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14 3730,'6'0'838,"26"-14"20203,-49 18-18941,-34 9-771,11-2-967,-41 15 1,70-21-381,0-1 0,0 2 0,1 0 0,0 0-1,0 0 1,0 2 0,1-1 0,-12 12 0,20-17-55,-1 0-1,1-1 1,0 1 0,0 0-1,-1 0 1,1 0-1,0 0 1,0 0 0,1 0-1,-1 0 1,0 0-1,1 0 1,-1 0 0,1 0-1,0 1 1,-1-1-1,1 0 1,0 0 0,0 0-1,1 1 1,-1-1-1,0 0 1,1 0-1,0 0 1,-1 0 0,1 0-1,0 0 1,0 0-1,0 0 1,0 0 0,0 0-1,0 0 1,1 0-1,-1-1 1,3 3 0,5 5-240,1 0 0,0-1 0,0 0 0,21 11 0,47 24-534,-51-30 738,-1 1 0,0 1 0,39 31 0,-65-45 151,1 0 0,0-1 0,0 1 1,0 0-1,0-1 0,-1 1 0,1 0 1,0 0-1,0 0 0,-1 0 0,1 0 1,-1 0-1,1 0 0,-1 0 0,1 0 1,-1 0-1,0 0 0,0 0 0,1 0 1,-1 0-1,0 0 0,0 0 0,0 0 0,0 0 1,0 0-1,0 1 0,0-1 0,-1 0 1,1 0-1,0 0 0,-1 0 0,1 0 1,0 0-1,-1 0 0,1 0 0,-1 0 1,0 0-1,1 0 0,-1-1 0,0 1 1,1 0-1,-1 0 0,0 0 0,0-1 1,0 1-1,0-1 0,0 1 0,0 0 1,0-1-1,-1 1 0,-7 4 255,-1 0 0,0-1 0,0 0 0,-11 3 0,16-6-279,-322 74 1368,243-58-3889,75-17-1410,16-7-1525,14-5-3073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0 16151,'-8'2'1745,"-21"15"-144,-15 8 3233,-11 17-1488,-3 14-1714,3 9-735,9 6-145,15-4-640,12-2-112,9-6 0,4-11-768,6-11-817,-3-8-1216,-1-10-577,-6-10-2480,-9-11-3715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8404,'20'-5'1861,"0"0"1,0 2-1,1 0 1,-1 2-1,0 0 1,22 2-1,124 19 2823,-132-14-4454,102 15 1047,191 26 87,-287-41-763,-83 12-73,-86 36-579,111-46 24,13-6-77,1 0 0,-1 1 0,1-1 0,-1 1 0,1 0 0,0 0 0,-7 8 0,10-10 21,0 0-1,0 0 1,0 1 0,0-1 0,0 1-1,0-1 1,1 0 0,-1 1-1,1-1 1,-1 1 0,1 0 0,-1-1-1,1 1 1,0-1 0,0 1 0,-1 0-1,2 1 1,-1-1 39,1 0 1,0 0-1,0 0 1,0 0-1,0 0 1,0-1 0,0 1-1,0 0 1,1-1-1,-1 1 1,0-1-1,1 1 1,0-1-1,-1 0 1,1 0-1,0 0 1,0 0-1,-1 0 1,1 0-1,0 0 1,0 0-1,0-1 1,0 1-1,0-1 1,0 1-1,0-1 1,0 0-1,0 0 1,2 0-1,11 0-78,-1 0 1,0-1-1,0-1 1,0 0-1,0-1 0,-1 0 1,1-1-1,18-8 0,-5 0 196,1-2-1,44-29 0,-64 38 534,-1-1 0,1 1 1,-2-1-1,12-13 0,-21 18-41,-10 5-462,-14 8-203,24-9-83,0 0-1,0 0 0,0 0 1,0 0-1,0 1 1,1-1-1,-1 1 1,1 0-1,0 0 1,0-1-1,-2 8 1,3-7-624,0-1 0,0 1 0,1 0-1,-1 0 1,1 0 0,0 0 0,0 0 0,0 1 0,1-1 0,-1-1-1,1 1 1,2 7 0,8 14-5191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28 16952,'-21'-15'1681,"-9"7"207,-7 3 2098,-5 10-1569,0 9-1584,2 5-449,7 4-32,6 2-128,10 2-224,7-2-160,8 3 64,4-3-992,6 0-721,9-6-576,8-7-1425,10-6-2529,15-10-1953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56 15351,'-2'-4'342,"0"0"1,0 0-1,0 1 1,0-1-1,0 1 1,-1-1-1,1 1 1,-1 0-1,0 0 0,0 0 1,0 0-1,0 1 1,-1-1-1,1 1 1,-8-4-1,8 6-89,0-1 0,0 1-1,0-1 1,0 1 0,0 0-1,0 0 1,0 0 0,0 1-1,0-1 1,0 1 0,0-1 0,0 1-1,0 0 1,0 0 0,1 1-1,-1-1 1,0 0 0,1 1-1,-1 0 1,1 0 0,-1-1 0,1 1-1,-3 3 1,-8 8 237,1 0 0,0 1-1,1 1 1,0-1 0,1 2 0,1-1 0,-14 31-1,6-3 175,-22 85-1,7 33-388,25-110-262,-3-1 1,-2 1-1,-22 57 0,25-89-1012,23-49-1201,6-8 81,2 1-1,46-58 0,-26 46 844,52-49 1,-84 88 1280,29-26 93,-36 34-16,0 0 0,0 0 0,1 0 0,-1 0 0,0 0 0,1 1 0,-1-1 0,1 1 0,-1 0 0,7-1 0,-9 1-41,-1 1 0,1 0 0,0 0-1,-1 0 1,1 1 0,-1-1-1,1 0 1,-1 0 0,1 0-1,-1 0 1,1 0 0,-1 1-1,1-1 1,-1 0 0,1 0 0,-1 1-1,0-1 1,1 0 0,-1 1-1,1-1 1,-1 0 0,0 1-1,1-1 1,-1 1 0,0-1-1,1 0 1,-1 1 0,0-1 0,1 1-1,1 20 1126,-11 19 639,7-34-1506,0 0 1,0 0-1,-1 0 1,0-1-1,0 1 1,0-1-1,-1 0 1,1 0-1,-1 0 1,0 0-1,-1-1 1,-7 7-1,-1-2 250,0-1 0,0-1-1,-25 10 1,3-1-373,31-14-206,0-1 0,0 2 0,0-1 0,0 0 0,0 1 0,0-1 0,1 1 0,-1 0 0,1 1 0,0-1 0,0 0 0,0 1-1,1 0 1,-1-1 0,1 1 0,0 0 0,0 0 0,0 1 0,0-1 0,1 0 0,0 1 0,0-1 0,0 1 0,0-1 0,1 1 0,-1-1 0,1 1 0,0-1 0,1 1 0,-1-1 0,1 1 0,0-1 0,0 1 0,3 7 0,-1-7-452,-1 0-1,1 1 1,0-1 0,0 0 0,0-1-1,1 1 1,-1-1 0,1 1 0,0-1 0,1 0-1,-1-1 1,1 1 0,0-1 0,0 0-1,0 0 1,0 0 0,0 0 0,0-1 0,1 0-1,-1 0 1,1-1 0,0 0 0,6 1-1,39 4-7027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 16904,'-11'-5'3345,"-5"10"-2608,-7 11 3088,-5 7 289,-3 17-2657,-2 10-193,3 11-143,5 4-1121,6-1 0,5-3 0,1-5 0,3-5 0,-1-12 0,1-5-224,-1-9-1889,1-8-1777,4-11-1408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6691,'39'-38'5843,"5"7"-3778,4 4 1760,-2 6-367,0 4-1489,2 9-929,-4 6-607,-6 4-353,-5 0-80,-8 6-256,-8-1-1233,-6 5-1729,-13 3-2096,-13 1-3170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11669,'21'6'1329,"12"-8"1536,9-2 753,12-1-1633,9 1-1361,2 2-624,-5 0-1665,-5 4-2160,-11 0-4035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4 328 10325,'-1'9'887,"0"0"1,0 0 0,1 0 0,0 0-1,1 0 1,0 0 0,0 0 0,1 0-1,0 0 1,0-1 0,1 1 0,0 0-1,1-1 1,0 0 0,0 0 0,1 0-1,0-1 1,0 1 0,13 12 0,-18-20-874,0 0 0,0 0 1,0 0-1,0 0 0,1 1 1,-1-1-1,0 0 0,0 0 1,0 0-1,1 0 0,-1 0 1,0 0-1,0 0 0,1 1 1,-1-1-1,0 0 1,0 0-1,1 0 0,-1 0 1,0 0-1,0 0 0,1 0 1,-1 0-1,0 0 0,0-1 1,1 1-1,-1 0 0,0 0 1,0 0-1,0 0 0,1 0 1,-1 0-1,0 0 1,0 0-1,0-1 0,1 1 1,-1 0-1,0 0 0,0-1 1,7-12 902,0-28 774,-6 30-1483,8-35-582,1 0 0,2 0 0,22-50 0,-27 79 146,0 0 1,2 0-1,0 1 1,1 1 0,0-1-1,1 1 1,1 1-1,0 0 1,1 1-1,1 0 1,15-11-1,-26 22-417,1-1 0,-1 1 0,1 0 0,-1 1 0,1-1 0,0 0 0,0 1 0,-1 0 0,1 0 0,0 0 0,0 1 0,5-1 0,14 4-6641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16327,'-14'1'3201,"1"2"-1,0-1 1,-21 8-1,-12 12-549,8-2-1982,-42 26-370,74-41-330,0-1 0,0 1 0,0 0 0,0 0 0,1 1 0,0 0 0,0 0 1,1 0-1,-5 8 0,8-13 13,1-1 0,0 0 1,0 1-1,0-1 0,0 1 1,0-1-1,0 0 0,0 1 1,0-1-1,0 1 0,0-1 1,0 0-1,0 1 0,0-1 1,0 1-1,0-1 0,0 0 1,0 1-1,0-1 0,0 1 1,1-1-1,-1 0 0,0 1 1,0-1-1,1 0 0,-1 1 1,0-1-1,0 0 0,1 0 0,-1 1 1,0-1-1,1 0 0,-1 0 1,0 1-1,1-1 0,-1 0 1,0 0-1,1 0 0,-1 0 1,0 1-1,1-1 0,-1 0 1,1 0-1,-1 0 0,0 0 1,1 0-1,-1 0 0,1 0 1,-1 0-1,0 0 0,1 0 1,-1 0-1,1-1 0,-1 1 1,0 0-1,1 0 0,0-1 0,31-4-902,-28 5 732,21-6-634,0-2 1,43-17-1,-43 13 1155,0-1-1,33-22 0,-38 16 1747,-18 18-1228,-4 4-273,-4 14-724,-4 12-325,-15 51-4608,15-26-4373,10-32 1427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14983,'1'-1'554,"0"0"1,0 1-1,0 0 0,0-1 1,0 1-1,0 0 1,1-1-1,-1 1 0,0 0 1,0 0-1,0 0 0,0 0 1,0 0-1,2 0 1,18 7 3216,18 17-1842,-33-19-1266,9 5-113,-2 1 1,1 1-1,14 16 1,-23-23-476,-1 0 0,0 0 0,0 1 0,0-1 0,-1 1 0,0 0 0,0 0 0,0 0 0,-1 1 0,0-1 0,3 13 0,-2-6-227,1-20-767,6-12 187,1 4 184,2 1-1,0 0 1,0 1 0,1 1 0,0 0 0,25-15-1,-14 12 527,1 0 0,1 2-1,38-13 1,-64 25 109,0 0 0,0 1 1,0-1-1,1 1 0,-1-1 1,0 1-1,0 0 0,0-1 1,1 1-1,-1 0 0,0 0 0,1 0 1,-1 0-1,0 0 0,0 0 1,1 0-1,-1 0 0,0 1 1,0-1-1,0 0 0,1 1 1,1 0-1,-2 1 54,-1 0 0,1 0 0,0-1 1,-1 1-1,1 0 0,-1 0 0,0 0 0,0 0 0,0 0 1,0 0-1,0 0 0,0 3 0,0 0-129,8 113 1866,-8-117-1878,0-1 0,0 1 0,0-1 0,0 1 0,0-1 0,0 1 0,0-1 1,1 1-1,-1-1 0,0 1 0,0-1 0,0 1 0,1-1 0,-1 1 0,0-1 0,1 0 0,-1 1 0,0-1 0,1 1 0,-1-1 0,0 0 1,1 0-1,-1 1 0,1-1 0,-1 0 0,1 1 0,-1-1 0,1 0 0,-1 0 0,1 0 0,-1 0 0,1 1 0,-1-1 0,1 0 0,-1 0 1,1 0-1,-1 0 0,1 0 0,-1 0 0,1 0 0,-1-1 0,1 1 0,0 0 0,27-12-23,-15 6-61,73-34-866,-55 25 1086,0 0-1,0 2 1,2 2-1,58-13 1,-90 24-125,-1 0-1,1 0 1,0 0 0,0 0 0,-1 0 0,1 0 0,0 0-1,0 0 1,-1 0 0,1 1 0,0-1 0,0 0-1,-1 1 1,1-1 0,0 0 0,-1 1 0,1-1-1,-1 1 1,1-1 0,0 1 0,-1-1 0,1 1 0,-1-1-1,1 1 1,-1 0 0,0-1 0,1 1 0,-1 0-1,1-1 1,-1 1 0,0 0 0,0 0 0,0-1 0,1 1-1,-1 0 1,0 0 0,0 1 0,1 36-76,-2-23 95,0 29-21,-1 9-304,7-22-6582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6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94 13702,'0'1'300,"-1"-1"0,1 1-1,0-1 1,0 0 0,0 1 0,0-1-1,0 1 1,-1-1 0,1 1 0,0-1-1,0 0 1,0 1 0,0-1-1,0 1 1,1-1 0,-1 1 0,0-1-1,0 1 1,0-1 0,0 0 0,0 1-1,1-1 1,-1 1 0,0-1-1,0 0 1,0 1 0,1-1 299,0 1-299,15 17 2305,21 11-1924,-27-22-644,0-2 1,1 1-1,0-1 1,-1-1-1,2 0 0,-1-1 1,0 0-1,1 0 1,0-1-1,-1-1 0,1 0 1,22-1-1,-27 0-64,0-1-1,0 1 1,0-2 0,0 1-1,0-1 1,0 0-1,0 0 1,0-1 0,-1 0-1,1 0 1,-1 0-1,0-1 1,0 0-1,0 0 1,-1-1 0,1 0-1,-1 0 1,0 0-1,-1 0 1,1-1 0,-1 0-1,5-8 1,-8 12 69,0 0-1,1-1 1,-1 1 0,-1 0 0,1-1 0,0 1 0,-1-1-1,1 1 1,-1-1 0,1 1 0,-1-1 0,0 1 0,0-1-1,-1 1 1,1-1 0,0 1 0,-1-1 0,0 1-1,1-1 1,-1 1 0,-2-4 0,1 3 91,0 0 0,-1 0 0,1 0 0,-1 0 0,0 0 0,0 1 0,0-1 0,0 1 0,-1 0-1,1 0 1,-1 0 0,-5-2 0,-3 0 335,-1 0-1,0 0 0,1 1 1,-1 1-1,0 0 0,0 1 0,-18 1 1,27 0-438,0 0 1,0 1-1,0-1 1,1 1-1,-1 0 1,0 0-1,0 0 0,0 0 1,1 1-1,-1 0 1,1-1-1,-1 1 1,1 1-1,0-1 1,0 0-1,0 1 1,0 0-1,-4 4 0,4-3-32,1 0 0,0 0 0,0 1-1,0-1 1,0 1 0,1-1-1,0 1 1,0 0 0,0-1 0,0 1-1,1 0 1,-1 0 0,1 0-1,2 9 1,0 1-126,1-1-1,0 0 1,1 1-1,0-1 1,1-1-1,1 1 1,1-1-1,-1 0 1,11 14-1,-7-12-1422,1-1 1,1 0-1,0 0 0,15 12 0,19 10-6618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5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153 430 4722,'-10'-13'638,"0"1"-1,-1 1 0,-24-20 1,32 29-377,-1-1 0,1 1 0,-1-1 0,1 1 0,-1 0 0,0 1 0,0-1 0,0 1 1,0-1-1,0 1 0,0 0 0,0 0 0,0 1 0,0 0 0,0-1 0,-1 1 0,1 0 1,0 1-1,-8 1 0,12-2-225,1 0 0,-1 0 0,0 0 1,0 0-1,0 0 0,0 0 0,0 0 1,0 0-1,0 0 0,0 0 0,0 0 0,0 0 1,0 1-1,0-1 0,0 0 0,1 0 1,-1 0-1,0 0 0,0 0 0,0 0 1,0 0-1,0 0 0,0 0 0,0 0 1,0 1-1,0-1 0,0 0 0,0 0 0,0 0 1,0 0-1,0 0 0,0 0 0,0 0 1,0 0-1,0 0 0,0 1 0,-1-1 1,1 0-1,0 0 0,0 0 0,0 0 0,0 0 1,0 0-1,0 0 0,0 0 0,0 0 1,0 0-1,0 0 0,0 0 0,0 0 1,0 1-1,0-1 0,-1 0 0,1 0 0,0 0 1,0 0-1,0 0 0,0 0 0,0 0 1,0 0-1,14 4 1885,18 0 25,98-1-1478,187-20 1,129-41 575,-145 15-754,-209 32-293,883-84-219,-24 32-933,-714 36 1123,258-15-10,479 43-689,-363 2 370,313 48 220,-831-44 96,475 23-2051,-130-9-1568,-161-2 2569,556 25-1415,-531-38-853,93 3 3058,-218-1 1288,-107-4-870,517 2 1933,9-32-873,311-4 1040,-552 36-1183,212 0 2260,284 28-745,-734-20-1398,50 7 4005,255 0-1,-248-17-2392,-37 0-2671,-154-2-655,-9 0-5256,0-4-1409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02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623 0 3842,'5'5'3365,"-1"1"4491,-11 3-3297,2-3-4817,-16 15 1241,-1-1 1,-36 27-1,29-25-660,-32 28 100,-87 65 129,128-102-315,0-1 0,-1-1-1,-1 0 1,1-2 0,-43 13 0,64-22-204,-1 0 1,0 0-1,0 0 1,0 0 0,0 0-1,0-1 1,0 1-1,0 0 1,1 0-1,-1-1 1,0 1-1,0 0 1,0-1-1,0 1 1,1 0 0,-1-1-1,0 1 1,0-1-1,1 0 1,-1 1-1,0-1 1,1 0-1,-2 0 1,2 0-14,-1-1 0,0 1 0,0 1 0,0-1-1,-1 0 1,1 0 0,0 0 0,0 1 0,0-1 0,-1 0 0,1 1 0,0-1 0,0 1-1,-1-1 1,1 1 0,-1 0 0,0 0 0,-2 0-3,0 0 0,0 0 0,0 0-1,1 1 1,-1 0 0,0 0 0,0 0 0,1 0 0,-1 1-1,1-1 1,-1 1 0,1 0 0,0 0 0,-1 0 0,1 0 0,0 1-1,1-1 1,-6 6 0,54-21 2480,-17 7-2192,1 0-1,0 2 1,0 1-1,0 1 1,0 2-1,0 1 1,33 5-1,-19 3 26,0 1-1,0 3 1,55 23-1,-82-30-329,-1-1 0,20 3 0,-6-1 0,-23-5 0,7 1 0,-25-8 0,9 4-82,0 0-1,-1 0 1,1-1-1,0 1 1,0 0-1,0-1 1,0 0 0,1 1-1,-1-1 1,0 0-1,-2-3 1,0-1-3949,1-1-3600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115 387 3265,'156'-187'14570,"-152"182"-14145,0 1-1,-1-1 1,1 0-1,-1 0 1,1 0 0,-2 0-1,1-1 1,-1 1 0,1-1-1,-1 0 1,-1 0 0,1 1-1,-1-1 1,0 0 0,-1 0-1,1-11 1,-1 17-404,-1-1-1,1 1 1,0 0 0,0 0 0,0-1-1,0 1 1,0 0 0,-1 0-1,1-1 1,0 1 0,0 0-1,-1 0 1,1 0 0,0 0-1,0-1 1,-1 1 0,1 0-1,0 0 1,0 0 0,-1 0-1,1 0 1,0 0 0,-1 0-1,1-1 1,0 1 0,0 0-1,-1 0 1,1 0 0,0 0-1,-1 0 1,1 1 0,0-1-1,0 0 1,-1 0 0,1 0 0,0 0-1,-1 0 1,1 0 0,0 0-1,0 0 1,-1 1 0,1-1-1,0 0 1,0 0 0,-1 0-1,1 1 1,-16 10 138,15-10-145,-36 29 193,2 1 0,-60 70 0,80-83-214,1 0 1,1 1-1,1 1 1,1 0-1,0 0 1,2 1 0,0 1-1,-6 23 1,14-39-7,-1 0-1,1 0 1,0 0 0,1 0 0,0 1 0,0-1 0,0 0 0,1 0 0,-1 1 0,2-1 0,-1 0-1,3 8 1,-2-10 18,0-1-1,0 1 0,0-1 0,0 0 0,1 0 0,-1 0 1,1 0-1,0 0 0,-1 0 0,1-1 0,0 1 0,1-1 1,-1 0-1,0 0 0,1 0 0,-1-1 0,1 1 0,0-1 1,-1 1-1,8 0 0,2 0 18,0-1-1,0 0 1,1-1-1,-1 0 1,0-1 0,0-1-1,0 0 1,0-1 0,-1 0-1,1-1 1,-1 0 0,1-1-1,21-12 1,-13 5 13,0-1 0,-1 0-1,-1-2 1,0 0 0,-1-1 0,28-33 0,-29 27-36,0 0 0,-2-1 1,-1 0-1,0-1 0,-2-1 1,-1 0-1,-1 0 0,-1-1 1,-1-1-1,-2 1 0,5-36 1,-10 55-9,-1 1 1,0-1-1,-1 1 1,1-1-1,-1 0 0,0 1 1,-1-1-1,1 1 1,-1 0-1,-1 0 1,-2-7-1,3 11-63,1 0 0,0 0 0,-1 0 1,1 0-1,-1 0 0,0 1 0,1-1 0,-1 0 0,0 1 0,0 0 0,0-1 0,0 1 0,0 0 0,-1 0 0,1 0 1,0 0-1,0 1 0,-1-1 0,1 0 0,0 1 0,-1 0 0,1-1 0,-1 1 0,1 0 0,0 0 0,-1 1 0,1-1 0,-1 0 1,1 1-1,0 0 0,-1-1 0,1 1 0,-2 1 0,-5 2-764,1 0 0,0 1 0,0 0 1,1 0-1,-1 0 0,1 1 0,0 1 0,1-1 0,-1 1 0,1 0 1,1 0-1,-1 1 0,1-1 0,1 1 0,-1 1 0,1-1 1,1 1-1,-1-1 0,-1 13 0,-5 20-3083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39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5939,'29'-13'3256,"-18"7"-173,-1 2 0,1-1 0,21-4 0,-28 15 1011,-3 19-2307,0-13-1137,0-3-657,0 0 0,1-1-1,0 1 1,1-1 0,0 0-1,0 0 1,1 0 0,5 9-1,-7-14-106,0 0 0,0-1-1,1 0 1,-1 1 0,1-1-1,-1 0 1,1 0 0,-1 0-1,1 0 1,0-1 0,0 1-1,0-1 1,0 1 0,0-1-1,0 0 1,1 0 0,-1-1-1,0 1 1,0-1 0,1 0-1,-1 1 1,0-1 0,1-1-1,5 0 1,-2 0-12,0-1 0,0 1 0,0-2-1,0 1 1,-1-1 0,1 0 0,-1 0-1,0-1 1,0 1 0,0-2 0,9-7 0,1-4 425,0 0 1,17-26-1,-27 35-48,-1 1 573,-3 7-348,-6 15-274,-3 18-699,6 10-4274,1 5-5203,3-34 4051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3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39 12582,'0'-2'344,"0"0"0,0 0 0,-1 0 0,1 0 0,0 0 0,-1 0 0,0 1 0,1-1 0,-1 0 0,0 0 0,0 0 0,0 1 0,0-1 0,0 0 0,-1 1 0,1-1 0,-2 0 0,2 1-155,0 0 1,-1 1-1,1-1 1,0 0-1,-1 1 0,1 0 1,-1-1-1,1 1 1,0 0-1,-1 0 1,1 0-1,-1 0 0,1 0 1,-1 0-1,1 0 1,0 0-1,-1 1 0,1-1 1,-1 1-1,1-1 1,0 1-1,-1-1 1,1 1-1,0 0 0,-2 1 1,-7 4 171,1 1 1,0 0-1,1 0 1,0 1-1,0 0 1,1 1-1,-11 15 0,-41 74 377,49-80-680,-5 9-25,1 0 0,1 1 0,-9 30 0,19-49-134,1 1-1,0-1 1,1 0 0,0 1-1,0-1 1,1 12-1,0-16-137,1 0 0,0 0 0,0-1 0,0 1 0,1 0 0,-1 0 0,1-1 0,0 1 0,0-1 0,1 1 0,0-1 1,5 7-1,-6-9-249,0 1 1,0-1 0,1 0-1,-1 0 1,1 0 0,-1 0 0,1 0-1,0 0 1,0-1 0,0 1 0,0-1-1,0 0 1,6 2 0,20 0-6036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3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13702,'0'-2'2273,"5"2"-1120,3-4 448,15 2-1201,8 2-400,11 2-48,6 2-705,2 4-2208,1 1-2834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228 310 6019,'-23'83'9628,"-5"-3"-3788,-38 78-2476,30-77-5737,-30 102 0,57-139-2827,44-99-2288,138-313 9736,-25-11 7816,-137 347-8960,29-71 3912,-40 103-4999,0 0 1,0 0-1,0 0 0,0 0 0,0 0 0,0 0 1,0 0-1,0 1 0,0-1 0,0 0 1,0 0-1,0 0 0,1 0 0,-1 0 0,0 0 1,0 0-1,0 0 0,0 0 0,0 0 0,0 1 1,0-1-1,1 0 0,-1 0 0,0 0 1,0 0-1,0 0 0,0 0 0,0 0 0,0 0 1,1 0-1,-1 0 0,0 0 0,0 0 0,0 0 1,0 0-1,0 0 0,0 0 0,1 0 1,-1 0-1,0-1 0,0 1 0,0 0 0,0 0 1,0 0-1,0 0 0,0 0 0,1 0 0,-1 0 1,0 0-1,0 0 0,0 0 0,0-1 1,0 1-1,0 0 0,0 0 0,0 0 0,0 0 1,0 0-1,0 0 0,0 0 0,0-1 0,0 1 1,0 0-1,0 0 0,0 0 0,0 0 1,0 0-1,0-1 0,4 18 806,0 24-89,-3-8-470,0 2-45,-2 42 0,0-69-138,0 1 1,0-1-1,-1 0 1,0 0-1,0 0 1,-1 0-1,0 0 1,-1 0-1,1 0 1,-8 10-1,8-15-30,-1 1 0,1-1-1,-1 0 1,0 0 0,1 0-1,-1-1 1,-1 1-1,1-1 1,0 0 0,0 0-1,-1-1 1,1 1 0,-1-1-1,1 0 1,-1 0-1,-8 0 1,-32-2-1107,4-10-3799,68 6-16861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6339,'28'-20'7308,"-13"2"6236,-26 35-12090,8-14-1461,0 1-1,1-1 1,-1 1-1,1-1 1,0 1-1,0 0 1,0 0-1,0 0 1,1 0-1,-1 0 1,1 0-1,0 0 1,0 1-1,1-1 1,-1 6-1,2-10-80,1 1 0,-1-1 0,0 0 0,0 0 0,0 0 0,0 0 0,1 0-1,-1 0 1,0 0 0,0 0 0,0-1 0,0 1 0,0 0 0,0-1 0,1 1 0,-1-1 0,0 1 0,1-2 0,0 1-13,76-35-1874,39-14 2891,-119 52-875,0 1 0,0-1 0,0 1 0,0-1 1,0 1-1,1-1 0,-1 1 0,1 0 0,0 0 0,0 0 1,0 0-1,0 0 0,1 0 0,-1 0 0,0 5 0,-3 29-4043,7-6-6746,1-19 3678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28 12838,'0'-1'244,"-1"-1"-1,1 1 1,-1-1-1,1 1 1,-1 0 0,1-1-1,-1 1 1,0 0 0,0 0-1,1 0 1,-1-1 0,0 1-1,0 0 1,0 0 0,0 0-1,0 0 1,-1 1 0,1-1-1,0 0 1,0 0 0,-1 1-1,1-1 1,0 1 0,-1-1-1,1 1 1,0-1 0,-1 1-1,1 0 1,-1 0 0,1 0-1,-1-1 1,1 1 0,-1 1-1,1-1 1,0 0 0,-1 0-1,1 1 1,-1-1-1,1 0 1,0 1 0,-1 0-1,1-1 1,0 1 0,-1 0-1,1-1 1,0 1 0,-1 1-1,-4 3 201,0 0 0,1 0 0,0 1 0,0-1-1,1 1 1,-1 0 0,1 1 0,-3 7 0,-42 82 1577,-46 135 0,88-208-1998,-8 37 1,14-55-271,0 1 1,1-1-1,-1 0 0,1 0 1,0 0-1,0 0 0,1 0 1,-1 0-1,1 1 0,0-1 1,0 0-1,1 0 1,0-1-1,2 7 0,-3-10-62,0 1 0,0-1 0,0 0 0,1 0 1,-1 0-1,0 0 0,0 0 0,1 0 0,-1 0 0,0-1 0,1 1 0,-1 0 0,1-1 0,-1 1 0,1-1 0,-1 1 0,1-1 0,-1 0 0,1 0 0,-1 0 0,1 0 1,0 0-1,-1 0 0,3 0 0,26-3-6847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18 13638,'-28'-9'3938,"12"5"-736,9 2-705,16 0-1601,10 4-544,10 0 224,15 2-367,8 0-177,7 3-64,-3 1-753,0 0-2448,-10 5-1233,-12-3-3026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4866,'-23'11'11141,"-6"7"3858,31-13-13238,0-5-1761,0 2 0,-2 0 0,0 0 0,2 2 0,-4 2 0,2 3 0,-4 5-1553,-2 5-1920,-3 4-2370,1 4-1808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14855,'-10'11'8692,"4"-3"-2609,1-4-2946,3-4-3137,2 3 0,2-1 0,-2 0 0,3-2 0,-1 2 0,0-2 0,-2 2 0,2-2 0,-4-2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0:45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21 2769,'4'-1'1701,"0"-1"-1,-1 1 0,1-1 1,0 0-1,-1 0 0,0 0 1,0-1-1,5-2 0,3 4 5189,-26 5-6097,1 0 1,1 1 0,-1 1-1,-23 12 1,-32 14-469,37-19 79,-1 1 0,2 1 1,0 2-1,1 1 0,1 2 0,1 1 0,-49 45 1,59-47-348,5-8-30,1 1 0,0 0 1,0 1-1,2 0 1,0 1-1,0 0 0,1 1 1,-13 29-1,22-42-26,-1 0 0,1 0 0,0-1 0,0 1 0,1 0 0,-1 0 0,0-1 0,0 1 0,1 0 0,-1-1 0,1 1 0,0 0 0,-1-1 0,1 1 0,0-1 0,0 1 0,0-1 0,0 1 0,0-1 0,0 0 0,1 0 0,-1 1 0,0-1 0,2 1 0,39 28 0,-35-26 0,1 1 0,0 0 0,0-1 0,0 1 0,1-2 0,0 1 0,0-1 0,0 0 0,16 2 0,-19-5 0,1 0 0,-1 0 0,1 0 0,0-1 0,-1 0 0,1-1 0,-1 1 0,0-1 0,1 0 0,-1-1 0,0 1 0,0-1 0,7-5 0,-8 5 0,0-1 0,0-1 0,0 1 0,-1-1 0,1 1 0,-1-1 0,0-1 0,-1 1 0,1 0 0,4-11 0,-6 12 0,0 0 0,0-1 0,-1 0 0,1 1 0,-1-1 0,0 0 0,0 0 0,0 1 0,-1-1 0,0 0 0,0 0 0,0 0 0,-1 0 0,-1-9 0,1 12 0,0 0 0,1 1 0,-1-1 0,0 0 0,0 1 0,-1-1 0,1 1 0,0-1 0,0 1 0,-1 0 0,1-1 0,-1 1 0,1 0 0,-1 0 0,0 0 0,1 0 0,-1 0 0,0 1 0,1-1 0,-5-1 0,-42-4 0,15 2 0,14-2 0,15 4 0,0 1 0,0-1 0,0 1 0,0 0 0,0 0 0,0 1 0,0-1 0,0 1 0,0 0 0,0 0 0,0 0 0,0 0 0,-6 2 0,22-1 0,-8-3-598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4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74 189 6899,'0'-2'402,"0"0"0,0 0 1,0 0-1,0 0 0,1 0 0,-1 0 0,0 0 0,1 0 0,0 1 1,0-1-1,-1 0 0,3-3 0,2-4 874,-4 5-1025,-1 0-1,1 1 1,-1-1-1,0 0 1,0 0-1,-1 1 1,1-1-1,-1 0 0,0 0 1,1 1-1,-4-7 1,-1-13-55,5-21 714,1 17 1754,-2 21-689,-1 9 437,-9 28-1400,1 1 0,1 0 0,2 0 0,-3 42 0,-1 133 961,9-108-1445,1 87 112,0-178-1026,-3-14-3300,-1-17-6163,2 9 2624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262 297 2961,'-1'-14'1782,"1"-11"4617,1 25-6228,-1-1 0,0 1 0,1-1 0,-1 1 0,0 0 0,1-1 0,-1 1 0,1 0 0,-1-1 0,1 1 0,-1 0 0,1 0 0,-1-1 0,1 1 0,-1 0 0,1 0 0,-1 0 0,1 0 0,-1-1 0,1 1 0,-1 0 0,1 0 0,-1 0 0,1 0 0,0 0 0,-1 1 0,1-1 0,-1 0 0,1 0 0,-1 0 0,1 0 0,-1 1-1,1-1 1,-1 0 0,1 0 0,-1 1 0,1-1 0,-1 0 0,0 1 0,1 0 0,8 2 281,-1 1 0,1-2 0,0 1 0,0-1 0,0-1 0,0 1 0,0-1 0,0-1 0,16-1 0,11-2-362,41-10 1,-25 3 677,830-111-521,5 55-77,193 65-226,-817 3 413,633-21-744,41-1 1116,-152 31 455,-452 6-681,154 0-334,-247-39 1599,-7 2-1182,523 44-143,-151 3 512,-548-27-1299,70-11 1,-99 7 733,-1-1-1,-1-2 1,1 0 0,41-19-1,-55 22-285,1 0-1,-1 1 1,1 1-1,0 0 1,0 1-1,0 0 0,-1 1 1,1 1-1,19 3 1,32-1-189,-65-3 285,-1-7-127,2 11-79,-6-2 6,-1 2 0,1-1 0,0 0 0,0 1 0,1 0 0,-1 0 0,1 0 0,0 1 0,0 0 0,0-1 0,1 1 0,0 1 0,0-1 0,0 0 0,0 1 0,1-1 0,0 1 0,0 0 0,1 0 0,-1 0 0,0 7 0,-2 56 0,0-11 0,3-1 0,6 59 0,20 211 0,-25-301 0,-1 0 0,-1 0 0,-1 0 0,-1 0 0,-13 42 0,-8 47 0,21-81 0,-2 6 0,-1 63 0,6-105 0,0 0 0,0 0 0,0 0 0,0 0 0,-1 1 0,1-1 0,0 0 0,-1 1 0,1-1 0,-1 1 0,0-1 0,1 1 0,-1 0 0,0 0 0,0 0 0,0 0 0,0 0 0,-2-1 0,-43-16 0,-10 4 0,0 3 0,0 3 0,-105-2 0,124 8 0,-433-10 0,-8-1 0,-2094-72 0,1707 116 0,384-19 0,-38 3 0,-386 48 0,548-29 0,-99 5 0,-215 5 0,566-31 0,0 5 0,-160 49 0,244-61 0,-1-1 0,0-2 0,1 0 0,-35 0 0,-94-11 0,60 2 0,32 3 0,-172-4 0,273-5 3,-13 2-318,90-18-7227,-44 13-1492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5 152 5491,'14'-56'4423,"-12"42"-3509,1 1 0,8-22-1,-10 31 49,1 0 0,0 0 0,1 0 0,-1 1 0,0-1 0,1 0 0,4-3 0,-14 21 7174,6 5-5008,4 21-2446,-2-34-252,4 71-417,-3 1 0,-16 142-1,2-72-10,9-83-2,-1 26 0,-22 124 0,30-229-264,0 0 0,1 0 0,0 1 0,11-18 0,16-25-7292,-2 11-1208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6563,'34'-18'11673,"-30"16"-11185,1 0-1,-1 1 1,0 0 0,1-1-1,-1 2 1,1-1 0,-1 0 0,1 1-1,-1 0 1,1 0 0,5 1-1,60 4 2308,-58-5-2708,0 0 0,1 0 0,-1 2 0,0-1 0,0 1 0,0 1 1,0 0-1,-1 1 0,20 9 0,-30-13-63,0 0 1,0 1-1,-1-1 1,1 1-1,0-1 1,0 1-1,0 0 1,-1-1-1,1 1 1,0 0-1,0 0 0,-1-1 1,1 1-1,-1 0 1,1 0-1,-1 0 1,1 0-1,-1 0 1,0 0-1,1 0 1,-1 0-1,0 0 0,0 0 1,1 0-1,-1 0 1,0 0-1,0 0 1,0 0-1,0 0 1,0 0-1,-1 0 1,1 0-1,0 0 0,0 0 1,-1-1-1,1 1 1,-1 0-1,1 0 1,-1 0-1,1 0 1,-1 0-1,1 0 0,-1-1 1,0 1-1,1 0 1,-1 0-1,0-1 1,-1 2-1,-5 4 104,-1 0 1,0 0-1,0-1 0,-10 6 0,9-6 26,-14 6-227,17-9 166,1 1 1,0-1-1,0 1 1,0 0-1,0 0 1,0 0-1,1 1 1,-5 4-1,9-8-136,0 1-1,0 0 1,-1-1-1,1 1 1,0-1-1,0 1 1,0-1 0,0 1-1,0-1 1,0 1-1,0 0 1,1-1-1,-1 1 1,0-1-1,0 1 1,0-1-1,0 1 1,1-1-1,-1 1 1,0-1-1,1 1 1,-1-1 0,0 1-1,1-1 1,-1 0-1,0 1 1,1-1-1,-1 1 1,1-1-1,-1 0 1,1 0-1,-1 1 1,1-1-1,-1 0 1,1 0-1,0 1 1,26 13 89,-19-10-266,-1 0-80,3 1 184,-1-1-1,0 2 1,0-1 0,-1 1 0,0 0 0,0 1 0,0 0-1,-1 0 1,11 13 0,-18-19 131,1 0-1,-1 0 1,0 0-1,1 0 1,-1 0-1,0 0 1,0 0-1,1 1 1,-1-1-1,0 0 1,0 0-1,0 0 1,-1 0-1,1 0 1,0 0-1,0 0 1,0 0-1,-1 0 1,1 0-1,-1 0 1,1 0-1,-1 0 1,1 0-1,-1 0 1,1 0-1,-1 0 1,0 0-1,1 0 1,-1-1-1,0 1 1,0 0 0,0 0-1,0-1 1,0 1-1,0-1 1,0 1-1,0-1 1,-2 1-1,-4 3 505,-1-1 0,0 0 1,-15 3-1,20-6-323,-18 5-54,1-1-1,-1-2 1,-1 0 0,1-1-1,0-1 1,0-1 0,-29-5 0,50 6-278,0 0 68,0 1 0,0-1 0,0 0 0,0 0 0,0 0 0,0 0 0,-1 0 0,1 0 0,0 0 0,0 0 0,0 0 0,0 0 0,0 0 0,0 0 0,0 0 0,0 0 0,0 0 0,-1 0 0,1 0 0,0 0 0,0 0 0,0 0 0,0 0 0,0-1 0,0 1 0,0 0 0,0 0 1,-1-1-953,1 1 952,0 0 0,0 0 0,0 0 0,0 0 0,0 0 0,0-1 0,0 1 0,0 0 0,0 0 0,0 0 0,0 0 0,0 0 0,0 0 0,0 0 0,0 0 0,0 0 0,0-1 0,0 1 1,0 0-1,0 0-68,10-4-3658,13-2-4767,-1 4 341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38 2945,'0'0'278,"-1"-1"1,1 1-1,-1-1 0,0 1 0,1-1 0,-1 0 0,1 1 0,-1-1 0,1 1 0,-1-1 0,1 0 1,0 1-1,-1-1 0,1 0 0,0 0 0,0 1 0,-1-1 0,1 0 0,0 0 0,0 0 0,0 1 0,0-1 1,0 0-1,0 0 0,0 1 0,0-1 0,1-1 0,-1 1 197,1 0 1,0 0-1,0 0 0,0 1 0,-1-1 0,1 0 1,0 0-1,0 1 0,0-1 0,0 1 1,0-1-1,1 1 0,-1-1 0,0 1 1,2-1-1,24-3 5059,-6 3-3958,-2 1-1200,5-1 113,0 1 0,0 2 0,0 0-1,45 11 1,-68-13-428,0 0 0,-1 1 0,1-1 0,0 1 0,0-1 0,0 1 0,0-1 0,0 1 0,0 0 1,-1-1-1,1 1 0,0 0 0,-1 0 0,1-1 0,0 1 0,-1 0 0,1 0 0,-1 0 0,1 0 0,-1 0 0,0 0 0,1 0 0,-1 0 0,0 0 0,0 0 0,0 0 0,0 0 0,0 0 0,0 0 0,0 0 0,0 0 0,0 0 0,0 0 0,0 0 0,-1 0 0,1 0 0,0 0 0,-1 0 0,1 0 0,-1 0 0,1 0 0,-1 0 0,0 1 0,-5 8 121,0 1 0,-1-1 0,-9 10 0,5-5-28,-17 32 77,2 1-1,3 1 1,-24 70 0,-6 12-220,63-149-1312,-1-5-3098,-3 1-3649,-4 2 298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 7331,'0'0'160,"-1"0"0,1 0 0,0 0-1,0 0 1,-1 0 0,1 0 0,0 0 0,0 0-1,-1 0 1,1 0 0,0 0 0,0 0-1,-1 0 1,1 0 0,0 0 0,0 0-1,0 0 1,-1 0 0,0-2 958,1 2-958,0 0 0,0 0 0,-1 0 0,1-1-1,0 1 1,0 0 0,0 0 0,0 0-1,0-1 1,0 1 0,0 0 0,0 0-1,0-1 1,0 1 0,0 0 0,0 0 0,0-1-1,0 1 1,0 0 0,0 0 0,0 0-1,0-1 1,0 1 0,0 0 0,0 0-1,0-1 1,0 1 0,0 0 0,1 0 0,-1-1 638,1 0-638,16-5 5923,43 8-1657,32 11-3139,-14 0-824,-37-9-275,73 8 371,-37-9-3598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4034,'11'-13'4604,"-9"9"-2877,1 1 1,-1 0-1,1 0 0,0 0 1,0 0-1,7-4 1,-9 7-1580,-1 0 1,1-1-1,0 1 1,0 0-1,-1 0 1,1 0-1,0 0 1,0 0-1,0 0 1,0 0-1,-1 0 1,1 0-1,0 0 1,0 0-1,-1 1 1,1-1-1,0 0 1,0 1-1,-1-1 1,1 0-1,0 1 1,-1-1-1,1 1 1,0-1-1,-1 1 1,1-1-1,-1 1 1,1-1-1,-1 1 1,1 0-1,-1-1 1,1 1-1,-1 0 1,1 0-1,-1-1 1,0 1-1,0 0 1,1 0-1,-1-1 1,0 1-1,0 1 1,5 13 144,0-1 1,-1 0-1,-1 1 1,0 0-1,1 26 1,-8-36 546,-2-9-540,-5-11-141,9 7-119,0 1-1,1 0 1,0-1-1,0 1 1,0-1-1,1 1 1,1-1-1,-1 1 1,1-1-1,0 1 1,1 0 0,0-1-1,0 1 1,0 0-1,1 0 1,0 0-1,0 1 1,1-1-1,0 1 1,6-8-1,-6 9-194,0 0-1,1 0 0,0 1 0,-1-1 1,2 1-1,-1 0 0,0 0 0,1 1 0,0 0 1,7-3-1,-8 4-589,1 0 0,-1 1 1,1-1-1,-1 1 0,1 0 0,0 1 1,0 0-1,-1 0 0,1 0 0,0 0 1,-1 1-1,11 2 0,4 3-5175,3 0 78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46 5475,'-4'-8'10820,"-5"10"-5226,-9 11-2867,16-12-2604,-2 2-28,1 0 0,-1 1 0,1-1 0,0 1 0,-1 0 0,2-1 0,-1 1-1,0 1 1,1-1 0,0 0 0,0 0 0,0 1 0,0-1 0,1 1 0,-1 6 0,1-8-95,1 0 1,0 0-1,1 0 1,-1 0-1,1 0 1,-1-1 0,1 1-1,0 0 1,0 0-1,0-1 1,0 1-1,0 0 1,1-1-1,-1 0 1,1 1 0,-1-1-1,1 0 1,0 1-1,0-1 1,0 0-1,0-1 1,1 1 0,-1 0-1,0-1 1,1 1-1,-1-1 1,5 2-1,0 0 2,0-1 0,-1 0 0,1-1 0,0 0-1,0 0 1,0 0 0,0-1 0,0 0 0,0 0 0,0 0-1,0-1 1,-1 0 0,1-1 0,0 0 0,0 0-1,-1 0 1,1-1 0,-1 0 0,7-4 0,-5 3 8,0 0 1,0-1-1,0 0 1,-1-1-1,0 0 1,0 0 0,-1 0-1,1-1 1,-1 0-1,-1 0 1,1-1-1,-1 1 1,-1-1 0,5-9-1,-8 14 16,-1 1 0,1 0 0,0 0 0,-1 0 0,0 0 0,0-1 0,1 1 0,-1 0 0,0-1 0,-1 1 0,1 0 0,0 0 0,-1 0 0,1-1 0,-1 1 0,0 0 0,1 0 0,-1 0 0,0 0 0,-1 0 0,1 0 0,0 0 0,0 0 0,-1 1 0,1-1 0,-1 0 0,0 1 0,1-1 0,-1 1 0,0 0 0,0-1 0,0 1 0,0 0-1,0 0 1,0 0 0,-4-1 0,3 1-195,-1 0 0,1 0 0,-1 0-1,1 1 1,-1-1 0,1 1-1,-1 0 1,0 0 0,1 0 0,-5 1-1,5 0-227,1-1 0,-1 1 0,1 0-1,-1-1 1,1 1 0,0 0 0,0 1-1,-1-1 1,1 0 0,0 1 0,0-1 0,0 1-1,0 0 1,-3 3 0,5-4 94,-1-1 1,1 1-1,0-1 1,-1 1-1,1-1 1,0 1-1,-1 0 1,1-1-1,0 1 1,0-1-1,-1 1 1,1 0-1,0-1 1,0 1-1,0 0 1,0-1-1,0 1 1,0 0-1,0-1 1,0 1-1,0 0 1,0 0-1,1-1 1,-1 1-1,0-1 1,0 1-1,1 0 1,-1-1-1,0 1 1,1 0-1,12 8-5990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17 2849,'2'-5'11383,"5"-7"-7068,-19 20 3726,-19 19-6289,28-24-1837,1 0-1,-1 0 1,0 1 0,1-1-1,0 1 1,0 0-1,0 0 1,-2 6-1,3-8 108,1 0 0,-1 0 0,1 0 0,0 0-1,0-1 1,0 1 0,0 0 0,0 0-1,0 0 1,0 0 0,1 0 0,-1 0-1,1 0 1,0 0 0,-1 0 0,1 0-1,0-1 1,0 1 0,0 0 0,0-1-1,2 2 1,1 2 10,2-1 1,-1 1-1,0-1 0,1-1 1,0 1-1,0-1 0,0 0 0,0-1 1,0 1-1,1-1 0,-1 0 0,1-1 1,-1 0-1,1 0 0,0 0 0,-1-1 1,1 1-1,0-2 0,0 1 1,8-2-1,-14 1-41,1 0 1,-1 0-1,1 0 1,-1 0-1,1-1 1,-1 1-1,0 0 1,0 0-1,0-1 0,0 1 1,0-1-1,0 1 1,0-1-1,0 1 1,0-1-1,-1 0 1,1 1-1,-1-1 1,1 0-1,-1 0 1,0 1-1,0-1 1,1 0-1,-1 0 0,-1 1 1,1-1-1,0-3 1,-9-58-514,7 52 376,-5-13-646,1 14-2280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6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8 12070,'-3'-1'569,"1"0"1,0 0-1,0 0 1,0 0-1,-1 0 1,1 1-1,0-1 1,0 1-1,-1 0 1,1-1-1,-1 1 1,1 0-1,0 1 1,-1-1-1,1 0 1,0 1-1,-1-1 1,-1 2-1,1-1-126,0 1-1,0-1 0,0 1 1,0 0-1,1 0 1,-1 0-1,1 1 1,0-1-1,0 0 0,0 1 1,-3 4-1,-3 7 313,1-1-1,1 1 1,0 1-1,-5 21 1,8-27-200,-2 9-449,-4 12-31,-7 37 1,14-58-78,1 0 0,0 1 0,1 0 0,0-1 0,1 1 1,0-1-1,0 1 0,4 11 0,-5-18-141,1-1 0,0 0 0,0 1 0,0-1 0,0 0 0,1 0 0,-1 1 0,0-1 0,1 0 0,0 0 0,-1 0 0,1-1 0,0 1 0,0 0 0,0-1 0,3 3 0,-2-3-607,0 0 0,0 0 0,0 0 0,0 0 0,0 0 0,0-1 0,0 1 0,0-1 0,0 0 0,1 0 0,-1 0 0,0 0 0,3-1 0,23-6-9065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9:5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13110,'-9'-4'2401,"16"0"-448,11-2 1601,14 1-2770,10 5-624,6 0-320,0 2-640,0 3-4035,0-1-1343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1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13 7668,'11'-2'7141,"-10"2"-6934,-1-1 0,0 1 0,1 0 0,-1 0 1,1 0-1,-1 0 0,1 0 0,-1 0 0,0 0 0,1 0 0,-1 0 1,1 1-1,-1-1 0,0 0 0,1 0 0,-1 0 0,0 0 1,1 1-1,-1-1 0,0 0 0,1 0 0,-1 1 0,0-1 0,1 0 1,-1 0-1,0 1 0,1-1 0,-1 0 0,0 1 0,0-1 0,0 0 1,1 1-1,-1-1 0,0 1 0,0-1 0,14-12 5398,-10 8-4537,-16 12-111,-76 63 196,-107 110-1,190-175-1123,0-1-1,0 1 0,0 1 0,1-1 0,0 1 1,-6 11-1,11-18-18,-1 1 1,0 0 0,0-1-1,0 1 1,0 0-1,0-1 1,1 1 0,-1 0-1,0-1 1,1 1 0,-1-1-1,0 1 1,1-1-1,-1 1 1,1-1 0,-1 1-1,0-1 1,1 1-1,0-1 1,-1 1 0,1-1-1,-1 0 1,1 1-1,-1-1 1,1 0 0,0 1-1,-1-1 1,1 0-1,0 0 1,0 0 0,25 9 28,2-4-39,2-1 0,-1-1 0,39-2 0,91-10 0,-101 5 0,17-3 0,46-3 0,-119 11 0,-4 3-948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1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6947,'-11'1'19753,"9"12"-18568,-35 116 3927,21-80-5170,2 1 1,2 1-1,-7 68 1,16-93 57,2-17 0,-1 0 0,1 0 0,1 0 0,0 0 0,0 0 0,1 0 0,0 0 0,0 0 0,5 13 0,-3-18 50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4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92 7459,'0'0'367,"-1"0"-1,0 0 0,1 0 0,-1 0 1,0 0-1,1 0 0,-1 0 0,0 0 1,1 0-1,-1-1 0,1 1 0,-1 0 1,0 0-1,1-1 0,-1 1 0,1 0 1,-1-1-1,1 1 0,-1-1 0,1 1 0,-1 0 1,1-1-1,-1 1 0,1-1 0,0 0 1,-1 1-1,1-1 0,0 1 0,-1-1 1,1 1-1,0-1 0,0 0 0,0 1 1,-1-1-1,1 0 0,0 1 0,0-2 1,0 1 5,0-1 0,1 1 1,-1 0-1,0 0 1,1 0-1,-1 0 0,0 0 1,1 0-1,-1 0 1,1 0-1,0 0 1,-1 0-1,1 0 0,0 0 1,1-1-1,-3-3 2307,1 5-2649,0 0 0,0 0-1,-1-1 1,1 1-1,0 0 1,0 0-1,0-1 1,0 1-1,0 0 1,0 0 0,-1-1-1,1 1 1,0 0-1,0 0 1,0-1-1,0 1 1,0 0 0,0 0-1,0-1 1,0 1-1,0 0 1,1-1-1,-1 1 1,0 0-1,0 0 1,0-1 0,0 1-1,0 0 1,0 0-1,0-1 1,1 1-1,-1 0 1,0 0-1,0 0 1,0-1 0,1 1-1,-1 0 1,0 0-1,0 0 1,0 0-1,1-1 1,-1 1 0,0 0-1,0 0 1,1 0-1,-1 0 1,13-7 12,0 1 1,0 1 0,0 0 0,1 1-1,0 0 1,-1 1 0,26-3-1,99 3-82,-123 3 33,5-1 6,0 2 1,0 0-1,0 1 1,-1 1 0,1 1-1,20 7 1,-38-11 19,-1 1 1,1-1-1,-1 1 1,1 0-1,-1 0 1,1 0-1,-1 0 1,1 0-1,-1 0 1,0 1-1,0-1 1,0 0-1,1 1 1,-1-1-1,0 1 1,-1-1-1,1 1 1,0-1-1,0 1 1,-1-1 0,2 4-1,-2-2 23,0 1 0,0-1 0,0 0 0,0 1 0,0-1 1,-1 0-1,1 1 0,-1-1 0,0 0 0,-2 6 0,-3 3-6,0 0 0,-1 0 0,0-1 0,-15 18 0,13-18-36,-1-1 0,-1 0 0,1 0 0,-2-1 0,1-1 0,-1 0 0,-1 0 0,0-2 0,1 1 0,-2-2 0,1 1 0,-25 5 0,46-10 0,-1 1 0,0 0 0,0 0 0,0 0 0,-1 1 0,10 5 0,54 31 0,-62-34 0,-1 0 0,0 0 0,0 1 0,0 0 0,9 12 0,-15-17 0,0 0 0,-1 0 0,1 0 0,0 0 0,0 1 0,-1-1 0,1 0 0,-1 1 0,1-1 0,-1 0 0,1 1 0,-1-1 0,0 0 0,1 1 0,-1-1 0,0 1 0,0-1 0,0 0 0,0 1 0,-1-1 0,1 1 0,0-1 0,0 0 0,-1 1 0,1-1 0,-1 0 0,0 1 0,1-1 0,-1 0 0,0 0 0,1 0 0,-1 1 0,0-1 0,0 0 0,0 0 0,0 0 0,0 0 0,0-1 0,0 1 0,-1 0 0,1 0 0,0-1 0,-3 2 0,-6 3 0,-1 0-1,1 0 1,-1-1-1,0-1 1,0 0-1,-23 3 1,-71-1 19,72-5-148,-46 7-1,56-2-1905,1 4-4763,1 1-4215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4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40 5811,'13'-39'22290,"-33"59"-19376,13-14-2688,-40 38-111,-13 12-2327,21-18-3876,13-12-1905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4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15 6627,'7'-2'3426,"-3"0"-785,2-2 1249,-2 2-673,0 0-608,5 0 1969,-5 2-2961,-6 2-560,2 6-545,-6 5 192,-5 10-272,-8 6-432,-6 11-528,-12 4-1921,-12 8-2433,-7 0-4979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29.4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330 1 9796,'5'0'1827,"-4"0"-1683,-1-1 1,1 1-1,-1 0 0,1 0 1,-1 0-1,1 0 1,-1 0-1,1 0 0,-1 0 1,1 1-1,-1-1 1,1 0-1,-1 0 1,0 0-1,1 0 0,-1 0 1,1 1-1,-1-1 1,1 0-1,-1 1 0,0-1 1,1 0-1,-1 0 1,0 1-1,1-1 1,-1 1-1,0-1 0,1 0 1,-1 1-1,0-1 1,0 1-1,0-1 1,1 1-1,2 4 493,0-1 1,0 1-1,-1-1 0,1 1 1,-1 0-1,0 0 0,-1 0 1,1 0-1,-1 0 0,1 7 1,-1-5-109,-1 0-1,0 0 1,-1 0 0,1 0 0,-1 0-1,-4 13 1,-3 2 29,-1 0 0,-1-1 0,-21 35 0,6-12 101,-2 6-276,-3 3-27,3 0 0,3 1 0,-31 99 0,55-151-293,-1 0 0,0 0 1,1 0-1,-1 0 1,0 0-1,0 0 1,0 0-1,0-1 0,0 1 1,-1 0-1,1 0 1,-3 2-1,-1 2-63,0 1 0,0 0 0,1 0 0,0 1 0,-5 12 0,-11 19 0,-31 32 0,50-69 0,1-4 0,-1 2 0,3 0 0,1-1 0,-1 0 0,0 0 0,1 0 0,-1 0 0,0 0 0,1 0 0,-1 0 0,0-1 0,0 1 0,0-1 0,2-2 0,7-4 0,212-102 0,-179 89 0,-29 14 0,65-26 0,-72 31 0,-1 0 0,1 0 0,0 1 0,-1 0 0,1 0 0,0 1 0,-1 0 0,16 2 0,-13 0 0,0-1 0,1 0 0,-1-1 0,0 0 0,1-1 0,-1 0 0,0 0 0,0-1 0,1 0 0,-1-1 0,-1-1 0,1 1 0,0-1 0,-1-1 0,14-8 0,-17 10 0,1 0 0,-1 1 0,0 0 0,1 0 0,7-1 0,-8 2 0,0 0 0,0-1 0,0 0 0,0 0 0,8-4 0,-27 10 0,11-5 0,-6-1-60,0 1-1679,1-3-3278,-2-5-4607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58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9764,'-15'6'2049,"2"1"-944,1-3 976,1 0-352,3 2-1025,0 1-448,1 1-48,-1-2-80,0 5 32,-3-3-160,-3 2-48,-1 3-496,-6 0-304,-2 3-785,-4 3-1392,2 2-2450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5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1825,'-25'11'29149,"27"46"-27283,-1-21-1902,-4 57-1,-57 328 37,61-414 474,1-11-1857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2:30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451 10 3938,'-8'-9'9770,"3"18"2176,-1 5-10897,-3 1-23,-1 1 0,-1-1 0,-13 14 0,-79 71 323,48-49-829,-143 154-429,194-201-91,2-3 0,1 1 0,-1-1 0,1 1 0,-1-1 0,1 1 0,0 0 0,0 0 0,-1-1 0,1 1 0,1 0 0,-1 0 0,0 0 0,-1 3 0,44-4 0,-2-1 0,1 2 0,67 13 0,183 43 0,-276-52 0,-13-5 0,-1 0 0,1 0 0,0 0 0,-1-1 0,1 1 0,0 0 0,0-1 0,0 1 0,-1-1 0,1 0 0,0 0 0,0 0 0,0 0 0,0 0 0,0 0 0,2-1 0,-11 10 0,6-8 0,-5-6 0,-5 2-802,1 8-4938,2-1-1900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23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98 476 7043,'0'-1'485,"-1"0"-1,1 0 0,0 0 1,0 1-1,-1-1 0,1 0 1,0 0-1,-1 0 0,1 0 1,-1 1-1,1-1 0,-1 0 1,0 0-1,1 1 0,-1-1 1,0 1-1,1-1 0,-1 0 1,0 1-1,1-1 0,-1 1 1,0-1-1,0 1 0,-1-1 1,-6 20 4979,1 2-6304,-9 25 1417,10-25-422,-2 0-1,0 0 1,-22 36-1,35-67-21,-1 1 0,-1-1 0,1 0-1,2-19 1,3-6-127,60-161-22,-61 177-26,1 1 1,1 0-1,0 0 1,2 1 0,0 1-1,0 0 1,2 0-1,15-14 1,-28 29 48,0 0 1,0 1-1,0-1 1,0 0-1,0 1 1,0-1-1,0 1 1,1-1-1,-1 1 1,0-1-1,0 1 1,0 0-1,0-1 1,1 1-1,-1 0 1,0 0-1,0 0 1,0 0-1,1 0 1,-1 0-1,0 1 1,0-1-1,0 0 1,1 0-1,-1 1 1,0-1-1,0 1 1,0-1 0,0 1-1,0 0 1,0-1-1,0 1 1,0 0-1,0 0 1,0-1-1,0 1 1,-1 0-1,1 0 1,0 0-1,-1 0 1,2 2-1,4 6 95,-1 1 0,0 0-1,7 19 1,-6-14 184,2 0-148,0 1 0,2-1 0,-1-1 0,2 1 0,13 14 0,67 59 224,-27-28-218,-63-60-98,-1 1 1,1 0-1,-1 0 0,1-1 1,0 1-1,0 0 0,-1-1 1,1 1-1,0-1 0,0 1 1,0-1-1,0 0 0,0 1 1,0-1-1,0 0 1,0 1-1,-1-1 0,1 0 1,0 0-1,0 0 0,0 0 1,0 0-1,0 0 0,0 0 1,0 0-1,0-1 0,0 1 1,0 0-1,0 0 0,0-1 1,0 1-1,0-1 0,0 1 1,-1-1-1,1 1 0,0-1 1,0 1-1,-1-1 0,1 0 1,0 1-1,-1-1 1,1 0-1,0 0 0,0-1 1,4-6 153,-1 1-1,0-1 1,0 0 0,4-11 0,-1 2-124,86-206 1480,-79 181-1442,-3-1 0,-1 1 0,7-67 0,-19 114-204,-8 21-387,10-4-3729,3-5-6271,-4-7 884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24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20 410 6595,'3'-3'1273,"1"1"-1,-1-1 1,0 0 0,0-1-1,0 1 1,3-5 0,8-8 6594,-18 42-3511,4-20-3870,-8 40-77,-1 0 0,-28 78 0,38-149-619,-1 7 160,1-1 0,4-21 0,1 14 43,1 0 0,1 1 1,1 0-1,2 0 0,0 1 0,2 1 0,0 0 0,18-23 1,-30 45-2,-1 0 0,1 1 0,0-1 0,-1 0 1,1 0-1,0 0 0,0 0 0,0 1 0,0-1 1,0 1-1,0-1 0,0 0 0,0 1 0,0-1 1,0 1-1,0 0 0,0-1 0,0 1 0,0 0 1,0 0-1,0 0 0,1 0 0,-1 0 0,0 0 1,0 0-1,0 0 0,0 0 0,0 0 0,0 1 1,0-1-1,1 0 0,-1 1 0,0-1 0,0 1 1,0-1-1,0 1 0,1 0 0,2 3 42,1 1-1,-1 0 0,1-1 1,-1 1-1,5 9 1,2 1 88,6 4 43,0-1 0,1 0 0,1-2 0,1 0 0,0-1 0,1-1-1,1-1 1,0-1 0,31 12 0,-52-24-107,0 1 0,0-1 0,0 0 0,0 0 0,0 0 0,0 0-1,0 0 1,1 0 0,-1 0 0,0 0 0,0 0 0,0-1 0,0 1 0,0 0 0,0-1 0,0 1 0,0 0 0,0-1-1,0 0 1,0 1 0,0-1 0,-1 1 0,1-1 0,0 0 0,0 0 0,0 0 0,0-1 0,22-31 439,-17 22-543,15-23 46,-3-1 0,29-74 0,12-80 0,-57 180 0,0 0 0,0 0 0,-1 0 0,1-14 0,-11 44-570,-3 4-3860,6-2-2349,-2 6-1659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25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58 349 3474,'1'-1'1061,"1"-1"0,0 0 1,-1 1-1,1 0 1,0-1-1,0 1 1,0 0-1,0 0 1,4-2-1,2 7 4423,-5 12-2539,-3-6-2481,-1 0 1,0 1-1,-1-1 0,0 0 1,-1-1-1,0 1 0,0 0 1,-9 16-1,-3 1-509,-29 38 0,43-63 78,1-2-25,0 0 0,0 0 0,0-1 0,0 1 0,0 0 0,0 0-1,-1 0 1,1 0 0,0 0 0,0 0 0,0 0 0,0 0 0,0 0 0,0 0 0,0 0 0,0 0 0,0 0 0,0 0 0,-1 0 0,1 0 0,0 0 0,0-1-1,0 1 1,0 0 0,0 0 0,0 0 0,0 0 0,0 0 0,0 0 0,-1 0 0,1 0 0,0 1 0,0-1 0,0 0 0,0 0 0,0 0 0,0 0 0,0 0 0,0 0-1,0 0 1,-1 0 0,1 0 0,0 0 0,5-19 11,12-29-83,21-23 122,3 1 0,84-106-1,-113 161 13,-8 8-34,1 1 0,-1 0 0,1 0 0,1 0 0,-1 1 0,1 0 0,11-8 0,-17 13-21,0 0 1,1-1-1,-1 1 1,1 0-1,-1 0 0,1 0 1,-1-1-1,1 1 0,-1 0 1,1 0-1,-1 0 1,1 0-1,-1 0 0,1 0 1,-1 0-1,1 0 1,-1 0-1,1 0 0,-1 0 1,1 0-1,-1 0 1,1 1-1,-1-1 0,1 0 1,-1 0-1,1 0 1,-1 1-1,1-1 0,0 1 1,6 16 215,-4 31-273,-3-39-57,1 18 381,5 80 549,-4-97-788,-1 0 0,2 0-1,-1 0 1,1 0-1,1 0 1,0-1 0,0 1-1,6 9 1,-9-17-26,0-1 0,0 1 0,1-1 0,-1 1 1,0-1-1,0 1 0,1-1 0,-1 0 0,1 0 0,-1 1 1,1-1-1,0 0 0,-1 0 0,1-1 0,0 1 0,0 0 0,0-1 1,0 1-1,-1-1 0,1 1 0,0-1 0,0 0 0,0 0 1,0 0-1,0 0 0,0 0 0,0 0 0,0 0 0,0-1 1,0 1-1,-1-1 0,1 1 0,0-1 0,0 0 0,0 0 0,-1 0 1,1 0-1,-1 0 0,1 0 0,0 0 0,-1-1 0,2-1 1,5-4 70,0-1 0,-1 0 0,0 0 0,0 0 1,-1-1-1,7-14 0,21-48 816,46-145-1,-67 175-821,-6 25 247,-8 30-2589,-7 28-7649,0-12-597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27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106 321 3057,'3'-14'857,"-2"11"-364,-1 0 1,1 0-1,-1 0 0,1 0 1,-1 0-1,0 0 0,0 0 0,0 0 1,-1 0-1,-4-12 12184,2 23-9710,-2 4-3775,-12 20 1643,-11 18-196,-25 65 0,59-132 434,5-14-1007,1 1 1,1 0 0,19-29-1,-18 37-30,2 1 0,1 0 0,0 1-1,2 1 1,0 0 0,30-21 0,-49 40-23,1-1 1,0 1 0,-1-1-1,1 1 1,0-1 0,0 1-1,-1 0 1,1-1-1,0 1 1,0 0 0,0 0-1,-1-1 1,1 1 0,0 0-1,0 0 1,0 0-1,0 0 1,0 0 0,-1 0-1,1 0 1,0 1 0,0-1-1,0 0 1,-1 0-1,3 1 1,-2 0 15,0 0-1,0 0 0,0 0 1,0 1-1,0-1 1,0 0-1,0 0 1,-1 1-1,1-1 1,0 0-1,-1 1 0,1-1 1,0 3-1,1 6 132,0 0-1,0 1 1,-1 14 0,0-20-108,-1 49 391,-1-38-520,0-1 0,2 1 0,0-1 1,6 30-1,-7-44 139,0 0 0,0 0-1,1 0 1,-1 0 0,0 0 0,1 0 0,-1 0-1,1 0 1,-1 0 0,1 0 0,-1 0 0,1 0 0,0-1-1,-1 1 1,1 0 0,0 0 0,0-1 0,0 1-1,0-1 1,-1 1 0,1 0 0,2 0 0,-3-1-8,1 0 0,0 0 0,0 0 0,0-1 0,0 1 0,0 0 0,0 0 0,0 0 0,0-1 0,0 1 0,0-1 0,0 1 0,0 0 0,0-1 0,-1 0 0,1 1 0,0-1 0,1-1 0,2-2 68,1-1 0,-1 0 0,0 0 0,-1-1 0,7-10 0,104-267 561,-102 253-666,-8 23-17,0-1 0,-1 0-1,3-16 1,-41 78-2209,25-29-2955,8 1-4495,6-11 663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27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235 15 7635,'-1'-1'773,"0"-1"0,0 1 0,-1 0 0,1 0-1,-1-1 1,0 1 0,1 0 0,-1 0-1,0 1 1,1-1 0,-1 0 0,-2 0-1,4 1-509,-1 0-1,0 0 0,1 0 0,-1 0 1,0 0-1,1 0 0,-1 0 0,1 0 0,-1 0 1,0 1-1,1-1 0,-1 0 0,1 0 1,-1 1-1,1-1 0,-1 0 0,1 1 0,-1-1 1,1 0-1,-1 1 0,1-1 0,-1 1 1,1-1-1,-1 2 0,-1 3 614,-1 0 0,1 0 1,1 0-1,-1 0 0,1 1 0,-2 9 0,-2 10 502,-4-1-1232,-2 1 1,0-1 0,-2-1-1,0 0 1,-1-1-1,-21 24 1,-33 54-154,67-100 7,1 0 0,0 1 0,-1-1 0,1 1 0,-1-1 0,1 1 0,0-1 0,0 0 0,-1 1 0,1 0 0,0-1 0,0 1 0,-1-1 0,1 1 0,0-1 0,0 1 0,0-1 0,0 1 0,0-1 0,0 1 0,0 0 0,0-1 0,0 1 0,0-1 0,0 1 0,0-1 0,0 1 0,1 0 0,-1-1 0,0 1 0,0-1 0,1 1 0,-1-1 0,0 1 0,1-1 0,-1 0 0,0 1 0,1-1 0,-1 1 0,1-1 0,-1 0 0,0 1 0,1-1 0,-1 0 0,1 1 0,-1-1 0,1 0 0,0 0 0,-1 1 0,1-1 0,-1 0 0,1 0 0,-1 0 0,1 0 0,-1 0 0,1 0 0,0 0 0,-1 0 0,1 0 0,-1 0 0,1 0 0,-1 0 0,1-1 0,0 1 0,40-9 0,-14 0 0,1 1 0,0 2 0,0 0 0,0 2 0,54-1 0,-46 3 0,-24 1 0,-1 0 0,1 1 0,22 2 0,-34-1 0,0-1 0,0 0 0,0 0 0,0 0 0,1 0 0,-1 0 0,0 0 0,0 0 0,0 0 0,0 0 0,1 0 0,-1 0 0,0 0 0,0 0 0,0 0 0,0 0 0,1 0 0,-1 0 0,0 0 0,0 0 0,0 0 0,0 1 0,0-1 0,1 0 0,-1 0 0,0 0 0,0 0 0,0 0 0,0 0 0,0 1 0,0-1 0,0 0 0,0 0 0,0 0 0,0 0 0,0 1 0,1-1 0,-1 0 0,0 0 0,0 0 0,0 0 0,0 1 0,0-1 0,0 0 0,0 0 0,-1 0 0,1 0 0,0 1 0,0-1 0,0 0 0,0 0 0,0 0 0,0 0 0,0 1 0,0-1 0,0 0 0,0 0 0,0 0 0,-1 0 0,1 0 0,0 0 0,0 1 0,0-1 0,0 0 0,0 0 0,-1 0 0,1 0 0,-2 0 0,0-2 0,0 1 0,-11 12-846,-1-4-4133,9-5 338,-9 4-3349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5:37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199 258 2513,'-9'-3'1743,"8"3"-1567,1 0-1,-1 0 1,1 0 0,-1 0 0,1 0 0,-1 0 0,1 0-1,-1 0 1,1-1 0,-1 1 0,1 0 0,0 0-1,-1 0 1,1-1 0,-1 1 0,1 0 0,0-1-1,-1 1 1,1 0 0,0-1 0,-1 1 0,1 0 0,0-1-1,-1 1 1,1-1 0,0 1 0,0 0 0,0-1-1,-1 1 1,1-1 0,0 1 0,0-1 0,0 1-1,0-1 1,0 1 0,0-1 0,0 1 0,0-1 0,0 1-1,0-1 1,0 0 0,0 1 395,-6 12 5904,-9 21-4770,14-31-1657,-15 35 416,-1-1-1,-1-1 0,-28 40 1,18-50-1132,24-22 718,1-1 1,-1 1-1,1 0 1,0 0-1,0 0 1,0 1-1,-5 6 1,9-12 213,3-14 17,1 0 1,0 0-1,15-28 1,31-26-200,64-69 1,-105 127-72,17-18-30,2 2 0,0 1-1,2 1 1,0 1 0,49-27 0,-74 48 14,0 1 1,0 0-1,0 0 0,1 0 0,-1 1 1,1 0-1,-1 1 0,8-2 0,-12 3 6,-1 0 0,0 0 0,1 0 0,-1 0 0,0 0-1,0 1 1,1-1 0,-1 0 0,0 1 0,1-1 0,-1 1-1,0-1 1,0 1 0,0 0 0,0-1 0,0 1 0,1 0-1,0 1 1,-1 0 4,0-1-1,0 1 1,0 0 0,0-1-1,0 1 1,-1 0-1,1 0 1,-1 0-1,1 0 1,-1 0-1,0 0 1,1 0 0,-1 0-1,0 0 1,0 0-1,-1 2 1,1 4 3,0 0 0,-1 0 0,0 0 0,-1 0 0,0 0 0,0 0 0,-1 0 0,0-1 0,0 1 0,-1-1 0,1 0 0,-2 0 0,1 0 0,-1 0 0,0-1 0,0 0 0,-1 0 0,0 0 0,0-1 0,0 1 0,-1-2 0,0 1 0,0-1 0,0 0 0,0 0 0,-1-1 0,1 0 0,-1 0 0,-8 1 0,-48 6 181,47-9 67,0 1 0,1 1 0,-1 0 1,1 2-1,0 0 0,-24 10 0,40-15-213,-1 1 0,0-1 0,1 0 1,-1 0-1,1 0 0,-1 1 0,0-1 0,1 0 0,-1 1 0,1-1 0,-1 1 0,1-1 1,-1 0-1,1 1 0,0-1 0,-1 1 0,1-1 0,0 1 0,-1 0 0,1-1 1,0 1-1,-1-1 0,1 1 0,0-1 0,0 1 0,0 0 0,0-1 0,0 1 0,-1 0 1,1-1-1,0 1 0,0-1 0,1 1 0,-1 0 0,0-1 0,0 1 0,0 0 0,0-1 1,0 1-1,1-1 0,-1 1 0,0 0 0,1-1 0,-1 1 0,0-1 0,1 1 0,-1-1 1,1 1-1,-1-1 0,0 0 0,1 1 0,-1-1 0,2 1 0,35 22 1652,-27-18-1460,72 38 1523,-56-32-1615,-2 2-1,1 0 1,-2 2-1,1 0 1,-2 2-1,27 25 1,-46-39-143,0 1 0,0 0 0,0-1 0,0 1 0,0 0 0,-1 1 0,0-1 0,0 0 0,0 1 0,0-1 0,-1 1 0,1-1 0,-1 1 0,-1 0 0,1 0 0,0 0 0,-1-1 0,0 1 0,0 0 0,-2 8 0,9-26 0,-6 12 0,-1 0 0,1 0 0,-1 0 0,1 0 0,-1 1 0,0-1 0,1 0 0,-1 0 0,0-1 0,0 1 0,0 0 0,0 0 0,0 0 0,0 0 0,0 0 0,0 0 0,0 0 0,0 0 0,-1 0 0,1-1 0,-12-3 0,-1 4-3994,-6 0-7048,9-5 930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2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37 2465,'15'-19'6533,"-15"19"-6427,1-1-1,-1 1 1,0 0-1,1 0 1,-1-1-1,0 1 1,0 0-1,1-1 1,-1 1-1,0 0 1,0-1-1,1 1 1,-1 0-1,0-1 1,0 1-1,0 0 1,0-1-1,0 1 1,1-1-1,-1 1 1,0 0-1,0-1 1,0 1-1,0-1 1,0 1-1,0 0 1,0-1-1,-1 1 1,1-1-1,0 1 1,0 0-1,0-1 1,0 1-1,0 0 1,-1-1-1,1 1 1,0-1-1,0 1 1,-1 0-1,1 0 1,0-1-1,0 1 1,-1 0-1,1-1 1,0 1-1,-1 0 1,1 0-1,0 0 1,-1-1-1,1 1 1,0 0-1,-1 0 1,1 0-1,-1 0 1,1 0-1,0 0 1,-1 0-1,0 0 1,-1 1 75,0 0-1,0 0 1,0 1-1,0 0 1,0-1 0,0 1-1,1 0 1,-1 0-1,1 0 1,-1 0 0,1 0-1,0 0 1,0 0 0,0 0-1,-1 3 1,-6 8 437,-151 238 2875,128-195-3298,3 1-1,-35 102 1,61-154-163,1 0 0,0 0 1,0 0-1,0 0 0,0 0 0,1 1 1,-1-1-1,2 0 0,-1 1 1,0-1-1,3 9 0,-2-12 28,0 1 0,0-1 0,0 1 0,1-1 0,-1 0 0,1 0 0,-1 1 0,1-1 0,0 0 0,0-1 0,0 1 0,0 0 0,0 0 0,1-1 0,-1 1 0,0-1 0,1 0 0,-1 0 0,1 0 0,-1 0 0,1 0 0,0 0 0,-1-1 0,1 1 0,3-1 0,11 2 405,0-2-1,0 0 0,0 0 0,0-2 0,0 0 0,25-7 1,101-35 1959,-118 35-2162,7-1-101,-5 2 54,35-17-1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2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18 3682,'-3'-18'12722,"-3"43"-466,2-7-13210,-8 18 1524,-1 0 0,-1-1 0,-20 33 0,19-42-534,2 0 1,1 1-1,1 1 0,2 0 1,0 0-1,-5 34 1,14-59-41,-1-1 1,1 0 0,0 1 0,0-1-1,0 0 1,0 1 0,0-1 0,1 0 0,-1 1-1,1-1 1,-1 0 0,1 1 0,0-1-1,0 0 1,0 0 0,0 0 0,0 0 0,0 0-1,1 0 1,-1 0 0,1 0 0,-1-1-1,1 1 1,0-1 0,0 1 0,-1-1 0,4 2-1,2 0 106,0 0-1,0-1 0,1 0 1,-1 0-1,1-1 0,-1 1 1,10-1-1,126 15 1536,63 5-1468,-192-20-282,0-1 0,0-1 0,0 0 0,14-4 0,-2-4-3006,-2-4-3823,-4-4 616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2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3634,'0'0'78,"-1"1"0,1 0 0,0-1 0,-1 1 0,1-1 0,-1 1 0,1 0 0,0-1 0,0 1 1,-1 0-1,1 0 0,0-1 0,0 1 0,0 0 0,0-1 0,0 1 0,0 0 0,0 0 0,0-1 0,0 1 1,0 0-1,0-1 0,1 1 0,-1 0 0,0-1 0,0 1 0,1 0 0,0 1 0,16 16 1880,-15-17-1745,0 0 1,0 1 0,-1 0-1,1-1 1,-1 1-1,1 0 1,-1 0-1,1 0 1,0 2-1,-1-2 68,-1-1-1,0 0 1,0 0-1,1 0 1,-1 0-1,0 0 1,1 0-1,-1 0 1,1 0-1,0 0 1,-1-1-1,1 1 1,0 0-1,-1 0 1,1 0-1,0-1 1,0 1-1,0 0 1,-1-1-1,1 1 1,0 0-1,0-1 1,0 0-1,0 1 1,0-1-1,0 1 1,0-1-1,0 0 1,2 0-1,12 5 5517,-15 2-2059,-6 10-3854,5-14 629,-5 13-226,-1-1 0,-1 0 0,-1 0-1,0-1 1,-19 25 0,-1 0-780,-3 6 364,-37 60 519,68-103-353,0-1 0,0 1 1,0 0-1,0 0 0,0-1 0,1 1 1,-1 0-1,1 0 0,0 0 0,-1 0 1,1 3-1,0-5-40,0 1-1,0 0 1,0-1 0,0 1-1,1-1 1,-1 1 0,0-1 0,0 1-1,1-1 1,-1 1 0,0-1-1,1 1 1,-1-1 0,0 0 0,1 1-1,-1-1 1,1 1 0,-1-1-1,1 0 1,-1 0 0,0 1 0,1-1-1,-1 0 1,1 0 0,1 1-1,3 0-12,1-1-1,-1 1 0,1-1 0,0 0 0,-1-1 1,10-1-1,-4 1 221,333-63 2382,-246 43-2680,-51 8 57,-67 9-10632,8 6 2598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2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2817,'36'-7'1537,"62"-21"0,0 0 1592,-97 28-2922,1 0 0,-1 0 0,1 0-1,-1 0 1,1 0 0,-1 0 0,1 1 0,-1-1 0,1 0-1,-1 1 1,0-1 0,1 1 0,-1-1 0,0 1 0,1 0-1,-1 0 1,0-1 0,0 1 0,1 0 0,-1 0 0,0 0-1,0 0 1,0 1 0,0-1 0,0 0 0,-1 0 0,1 1-1,0-1 1,0 0 0,-1 1 0,1-1 0,-1 0 0,1 1-1,-1-1 1,0 1 0,1 2 0,1 5 559,-1 1 0,0-1 0,0 1 0,-1 12 0,-3 7-304,-2 0 0,-1 0 0,-1-1 1,-1 0-1,-2-1 0,-1 0 0,-19 35 0,4-18 395,26-43-852,0-1 1,0 0-1,0 0 1,0 1 0,0-1-1,-1 0 1,1 0-1,0 0 1,0 1-1,-1-1 1,1 0-1,0 0 1,0 0 0,-1 1-1,1-1 1,0 0-1,0 0 1,-1 0-1,1 0 1,0 0-1,-1 0 1,1 0 0,0 0-1,0 1 1,-1-1-1,1 0 1,0 0-1,-1 0 1,1-1-1,0 1 1,-1 0 0,1 0-1,0 0 1,0 0-1,-1 0 1,1 0-1,-10-11 28,-2-15-55,11 17 10,0 0 1,0 0-1,1-1 1,0 1-1,0 0 1,1-1-1,0 1 1,1 0-1,0 0 1,1 0-1,4-12 1,6-11-138,28-49 1,-24 52 109,0 1 0,2 0 1,1 2-1,1 0 0,2 1 0,0 2 0,1 0 0,35-24 1,-57 45 43,0 0 0,1 0 0,0 1 1,-1-1-1,1 1 0,0-1 1,0 1-1,0 0 0,0 0 1,0 0-1,0 1 0,0-1 0,0 1 1,0-1-1,0 1 0,0 0 1,0 0-1,0 1 0,4 0 1,-5 0 8,0 0 0,0 0 1,0 1-1,-1-1 1,1 1-1,0-1 1,0 1-1,-1 0 0,1 0 1,-1 0-1,0-1 1,1 2-1,-1-1 1,0 0-1,0 0 1,0 0-1,-1 0 0,1 1 1,0-1-1,-1 0 1,1 1-1,-1-1 1,0 0-1,0 5 0,0 1 27,-1 0 0,0 0-1,0 0 1,0 0-1,-1 0 1,0 0 0,-1-1-1,0 1 1,0-1-1,0 1 1,-1-1 0,0 0-1,-1-1 1,1 1-1,-1-1 1,0 0 0,-9 7-1,-1 3 271,-2-2 0,1 0 0,-2-1 0,0-1-1,-24 13 1,41-25-245,0 0 0,0 1-1,-1-1 1,1 1 0,0 0 0,0 0-1,-1-1 1,1 1 0,0 0 0,0 0-1,0 0 1,0 0 0,0 0-1,1 0 1,-1 0 0,0 0 0,0 1-1,1-1 1,-1 0 0,0 0 0,1 1-1,0-1 1,-1 0 0,1 1-1,-1 1 1,2-1 51,0 0 1,-1 0-1,1 0 0,0 0 1,0-1-1,1 1 0,-1 0 1,0-1-1,0 1 0,1-1 1,-1 1-1,1-1 0,-1 0 0,1 1 1,0-1-1,-1 0 0,4 1 1,21 12 228,0-1 0,1-1 1,37 11-1,-35-13-344,0 1 1,-1 1-1,27 16 1,-38-14 35,-5-3 38,-17-21-3191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3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158 243 4450,'0'-1'365,"-1"0"0,1-1-1,-1 1 1,1 0 0,-1-1 0,1 1-1,-1 0 1,1 0 0,-1 0 0,0 0-1,0-1 1,0 1 0,0 0 0,0 0-1,0 0 1,0 1 0,0-1 0,0 0-1,0 0 1,0 1 0,-1-1 0,1 0-1,0 1 1,-3-1 0,2-1-197,-1 1-1,1 0 1,-1 0 0,0 0-1,1 0 1,-1 0 0,0 0-1,0 1 1,0-1 0,0 1-1,1 0 1,-5 0 0,6 1-189,1-1 0,0 0 0,-1 0 1,1 1-1,-1-1 0,1 0 0,-1 0 1,1 0-1,-1 1 0,1-1 0,-1 0 1,1 0-1,-1 0 0,1 0 0,-1 0 1,1 0-1,-1 0 0,1 0 0,-1 0 1,1 0-1,-1 0 0,1-1 0,-1 1 1,1 0-1,-1 0 0,1 0 0,-1-1 1,1 1-1,0 0 0,-1 0 0,0-1 0,4-15-1820,2-7 4130,-12 83 4548,-16 40-5510,9-45-641,2-8-571,3 1 1,2 0-1,-2 60 0,6-192 749,0-69-909,4 135-14,1 1 1,1-1-1,1 1 0,0 0 1,1 0-1,13-31 1,-7 24-41,2 2 1,0-1 0,1 2 0,1-1 0,1 2-1,1 0 1,1 1 0,0 1 0,28-20 0,-43 36 106,-1-1-1,1 2 1,0-1 0,0 0 0,1 1-1,-1-1 1,0 1 0,0 0 0,1 0 0,-1 0-1,4 0 1,-5 1 17,-1 0 1,0 1-1,0-1 0,0 1 0,1-1 0,-1 1 1,0-1-1,0 1 0,0 0 0,0-1 0,0 1 0,0 0 1,0 0-1,-1 0 0,1 0 0,0 0 0,0 0 1,-1 0-1,1 0 0,0 0 0,-1 0 0,1 0 1,-1 0-1,1 0 0,-1 1 0,0-1 0,0 0 0,1 0 1,-1 0-1,0 1 0,0-1 0,0 0 0,0 2 1,0 4 15,1-1 0,-1 1 1,-1 0-1,1-1 0,-1 1 1,0 0-1,0-1 0,-1 0 1,0 1-1,0-1 0,-1 0 1,1 0-1,-1 0 0,-1 0 1,-7 10-1,-3 2 202,-1-2 1,-1 0-1,-24 19 0,-9 9 494,48-42-694,0-1-1,-1 1 0,1-1 1,0 1-1,0 0 0,0 0 0,0 0 1,0 0-1,0 0 0,0 0 1,1 0-1,-1 0 0,1 0 1,-1 0-1,1 0 0,0 0 0,0 0 1,0 0-1,0 3 0,1 0-7,0-1 0,0 1 0,0 0 0,1-1 0,0 1 0,0-1 1,0 0-1,3 5 0,3 3 27,0-1 1,1-1-1,0 0 1,0 0-1,13 10 1,-3-7 269,-1-2 1,2 0-1,0-2 1,0 0-1,0-1 1,1-1-1,22 5 1,-8-1 574,-32-11-902,1 1 0,-1 0-1,0 1 1,0-1 0,-1 0 0,1 1 0,0 0-1,0 0 1,-1 0 0,1 0 0,-1 0 0,0 0-1,1 0 1,2 5 0,-6-10 325,0-1-3188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4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162 191 5475,'11'-17'16258,"-14"47"-15408,0 0 1,-3 0 0,-15 51-1,18-67-699,-27 80 219,-67 142-1,89-212-429,7-18 129,4-17 128,22-112 274,-17 77-558,2 0-1,17-45 0,-12 51 82,2 1 0,2 0 0,44-67 0,-50 88-42,0 1 1,1 0-1,0 1 1,2 1-1,-1 0 1,2 1-1,0 1 1,1 1-1,29-17 1,-44 28 51,-1-1 0,1 1 0,-1 0 0,1-1 0,0 1 0,-1 1 0,1-1 0,0 0 0,0 1 0,-1-1 0,1 1 0,0 0-1,0 0 1,0 0 0,0 0 0,-1 0 0,1 1 0,0-1 0,0 1 0,0 0 0,-1 0 0,1 0 0,0 0 0,-1 0 0,1 0 0,-1 1 0,0 0 0,1-1 0,-1 1 0,0 0 0,0 0 0,0 0 0,0 0 0,0 0 0,-1 1 0,1-1 0,-1 0 0,1 1 0,-1 0 0,0-1 0,0 1 0,2 5 0,-1-2 37,0 0 0,0 1 1,0-1-1,-1 1 0,0-1 1,0 1-1,0 0 0,-1-1 1,0 1-1,0 0 0,-1-1 1,0 1-1,0 0 0,-1-1 1,1 1-1,-1-1 0,-4 7 1,2-5 45,-1 0 1,0 0 0,0-1-1,-1 0 1,0 0 0,0 0-1,0-1 1,-1 0 0,0 0-1,-1-1 1,1 1-1,-10 4 1,-64 31 617,55-29-274,1 0-1,-1 2 1,2 1 0,0 1 0,-42 38 0,62-50-376,1 0 0,0 1 0,0-1 0,1 1 1,-1 0-1,1 0 0,0 0 0,0 0 0,0 0 0,1 0 1,0 0-1,0 1 0,0-1 0,1 0 0,0 1 0,0-1 1,0 1-1,0-1 0,1 0 0,0 1 0,0-1 1,1 0-1,-1 0 0,1 0 0,0 0 0,3 6 0,-1-4-55,-1 0 0,1-1-1,1 1 1,-1-1 0,1 0-1,0 0 1,0 0 0,1 0-1,0-1 1,0 0-1,0 0 1,0-1 0,1 0-1,0 0 1,0 0 0,0-1-1,11 4 1,27-1 0,0-2 0,0-2 0,46-3 0,-178 7 0,87-7 40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6:58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14477 13534 5715,'6'-1'11612,"0"-5"-4392,2-20-2048,-6 18-5047,-1-1-1,0 1 1,0-1-1,-1-16 1,-9-14 341,-2-1-1,-1 1 1,-35-72-1,17 42-89,-348-883-189,319 798-187,-8 3 0,-5 3 0,-111-165 0,-235-290 0,-23 18 0,126 169 0,-7-49 0,85 118 0,-19 15 0,-221-194 0,84 96 0,-489-512 0,699 761 0,-587-592 0,-20 7 0,-14 26 0,561 520 0,-322-223 0,-229-72 0,-5-3 0,252 161 0,191 109 0,19-24 0,99 96 0,106 84 0,40 32 0,-2 4 0,-114-49 0,6 4 0,-322-206-848,369 194 954,139 102-136,-144-105-283,138 98 417,1-2 0,2 0 0,0-1 0,1-1 0,-16-25-1,2-5 50,13 19-274,-30-37-1,40 60 118,0-1 1,0 2-1,-1 0 0,0 0 1,-1 0-1,0 2 0,-16-10 0,-105-45-209,77 38 361,-69-41 0,109 56-135,-2-2-43,0 1 0,-25-11 0,35 19 26,0-1-1,0 1 0,-1 1 1,1-1-1,0 1 1,-1 0-1,1 1 1,-1 0-1,-13 1 0,-72 7-140,-151-9-1,166-1 115,-249-4 380,231 1-305,65 1-47,-1 3 0,-40 2 0,-19 9 35,91-10-32,0 0 0,0 0 0,0-1 0,0 1 0,0 0 0,0 0 0,0 0 0,1 0 0,-1 0 0,0 0 0,0 0 0,0 0 0,0 0 0,0-1 0,0 1 0,0 0 0,0 0 0,0 0 0,0 0 0,0 0 0,1 0 0,-1-1 0,0 1 0,0 0 0,0 0 0,0 0 0,0 0 0,0 0 0,0-1 0,0 1 0,0 0 0,0 0 0,0 0 0,0 0 0,-1 0 0,1 0 0,0-1 0,0 1 0,0 0 0,0 0 0,0 0 0,0 0 0,0 0 0,0 0 0,0-1 0,0 1 0,0 0 1,-1 0-1,1 0 0,0 0 0,0 0 0,0 0 0,0 0 0,0 0 0,0 0 0,-1 0 0,1 0 0,0 0 0,0 0 0,0 0 0,0 0 0,-1 0 0,2-1-87,0 0 0,0 1 0,-1-1 0,1 1 0,0-1 0,0 1 0,0-1 0,0 1 0,-1 0 0,1-1 0,0 1 0,0 0 0,0 0 0,0 0 0,0 0 0,0 0 0,0 0 0,1 0 0,3 0-1130,-3 1 396,-1-1 0,1 0-1,-1 0 1,1 0-1,-1 1 1,0-1-1,1 1 1,-1-1-1,1 1 1,-1-1-1,3 3 1,4 6-6670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0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3121,'24'-15'4710,"-21"13"-3687,1-1-1,0 1 1,-1 0 0,1 0-1,0 0 1,5-2 0,-8 4-814,1 0 0,-1 0 1,0-1-1,0 1 0,0 0 1,0 0-1,0 1 0,0-1 1,1 0-1,-1 0 0,0 1 1,0-1-1,0 0 0,0 1 1,0-1-1,0 1 0,0-1 1,0 1-1,0 0 0,0-1 1,0 1-1,-1 0 0,1 0 1,0 0-1,0-1 0,-1 1 1,1 0-1,1 2 0,-1 3 144,1 0 0,0 0-1,-1 0 1,0 0 0,-1 0 0,1 0-1,-1 0 1,0 0 0,-1 1 0,-1 6-1,1 7 10,3 51 235,17 119 0,-2-49-27,-16-128-692,0 0 1,0 1-1,-2-1 1,1 0-1,-2 1 1,0-1-1,0 0 0,-6 16 1,2-20-3428,5-9 2880,-3-18-12921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0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116 422 5971,'-13'-44'842,"-3"-16"2664,16 60-3281,0-1-1,0 0 0,0 1 1,0-1-1,0 0 0,1 1 1,-1-1-1,0 0 0,0 1 1,1-1-1,-1 1 0,0-1 1,1 1-1,-1-1 0,0 1 1,1-1-1,-1 1 0,1-1 1,-1 1-1,1-1 0,-1 1 1,1 0-1,-1-1 0,1 1 1,-1 0-1,1-1 0,0 1 1,-1 0-1,1 0 0,0-1 1,-1 1-1,1 0 0,0 0 1,0 0-1,31-2 1851,-20 2-1709,395-55 3175,-155 16-3093,-51 13-476,679-84 1055,1 39-466,710 96-243,-661-12 1114,-2 1-789,-1 44-912,-494-32 566,297 28-431,-101 29 982,-602-79-633,0-2 1,48-1-1,-64-2-1,-1 0-1,0 0 1,0-1 0,0-1-1,0 0 1,0 0-1,-1 0 1,1-1 0,-1-1-1,11-6 1,-16 5 233,-14 8-377,-18 10-112,25-10 42,0 0 0,1 0 0,-1 0 0,1 0 0,-1 1 0,1-1 0,0 1 0,0-1 0,0 1 0,0 0 0,-3 6 0,5-8 0,0 1 0,-1-1 0,1 1 0,0-1 0,0 1 0,0 0 0,0-1 0,0 1 0,0-1 0,0 1 0,0 0 0,1-1 0,-1 1 0,1-1 0,-1 1 0,1-1 0,-1 1 0,1-1 0,0 0 0,0 1 0,0-1 0,0 0 0,0 1 0,0-1 0,2 2 0,-1-1 0,-1 0 0,0 0 0,0 0 0,0 1 0,0-1 0,0 0 0,0 1 0,-1-1 0,1 1 0,-1-1 0,1 1 0,-1-1 0,0 1 0,0-1 0,0 1 0,0-1 0,-1 1 0,1-1 0,-1 1 0,1-1 0,-1 1 0,-1 2 0,-4 12 0,-1-1 0,-9 17 0,8-18 0,-36 80 0,3 1 0,5 3 0,-29 128 0,-11 241 0,75-455 0,1-9 0,0 0 0,0 1 0,-1-1 0,1 0 0,-1 1 0,0-1 0,0 0 0,-1 0 0,1 0 0,-4 6 0,4-10 0,1 0 0,-1 0 0,0 0 0,1 0 0,-1 1 0,0-1 0,0 0 0,1 0 0,-1 0 0,0-1 0,0 1 0,1 0 0,-1 0 0,0 0 0,0 0 0,1-1 0,-1 1 0,0 0 0,1-1 0,-1 1 0,0-1 0,0 0 0,-20-12 0,18 11 0,-7-4 0,-5-4 0,0 1 0,-1 1 0,0 1 0,-24-9 0,-73-24 0,4 6 0,-202-35 0,240 55 0,-820-112 0,-8 52 0,-2134-33 0,2580 121 0,0 34 0,46-10 0,-2-34 0,276-4 0,5-1 0,-206 5 0,252 1 0,0 4 0,-86 21 0,91-12 0,-1-4 0,-1-2 0,0-5 0,0-2 0,-124-10 0,215 4-272,61-4 102,-28-4-6906,-24 1-159,4-6-2871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0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6147,'3'0'1424,"-2"1"-531,0-1 0,12 6 10718,-10-4-10718,4 15 1855,-1 1-850,-2-8-1112,-1 1 1,0-1-1,2 15 0,-4-21-649,-1 0 0,0 1-1,0-1 1,-1 1-1,1-1 1,-1 0 0,0 1-1,0-1 1,0 0-1,-1 0 1,-3 7 0,6-11-131,-1 0 0,0-1 0,0 1 0,0 0 0,0 0 0,0-1 0,0 1 0,-1 0 0,1 0 0,0-1 0,0 1 0,0 0 0,0 0 0,0-1 0,0 1 0,0 0 1,0 0-1,-1-1 0,1 1 0,0 0 0,0 0 0,0 0 0,0 0 0,-1-1 0,1 1 0,0 0 0,0 0 0,0 0 0,-1 0 0,1 0 0,0 0 0,0-1 0,-1 1 0,1 0 0,0 0 0,0 0 1,-1 0-1,1 0 0,0 0 0,0 0 0,-1 0 0,1 0 0,0 0 0,0 0 0,-1 0 0,1 0 0,0 0 0,0 1 0,0-1 0,-1 0 0,1 0 0,0 0 0,0 0 0,-1 0 0,1 0 0,0 1 1,0-1-1,0 0 0,0 0 0,-1 0 0,1 1 0,0-1 0,0 0 0,0 0 0,0 0 0,0 1 0,-1-1 0,-4-22 329,5 22-326,-1-9 46,0 0 0,1 0 0,0 1 0,1-1 0,0 0 0,1 0 0,-1 1 0,2-1 0,-1 1 0,1-1 0,0 1 0,8-14 0,-2 6-69,1 0-1,0 0 1,1 1-1,25-26 1,-35 39-88,0 1 0,0 0 0,0 0 0,1 0 0,-1 0 0,0 0 0,0 0 0,0 1 0,1-1 0,-1 0 0,0 0 0,1 1 0,-1-1 0,1 1 1,-1 0-1,1-1 0,-1 1 0,3 0 0,-2 0-615,0 1 0,-1-1 0,1 1 0,0 0 0,-1-1 0,1 1-1,-1 0 1,1 0 0,-1 1 0,1-1 0,0 1 0,22 14-9474,-6-10 3789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0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 5074,'0'0'114,"7"-3"2061,0 0 0,0 1 0,0 0-1,0 0 1,10-1 0,-16 3-1922,0 0 0,0 0 1,0 0-1,0 0 1,0 0-1,0 1 0,0-1 1,0 0-1,-1 0 0,1 1 1,0-1-1,0 0 0,0 1 1,0-1-1,0 1 0,-1-1 1,1 1-1,0-1 1,0 1-1,0 1 0,0-1-59,0 1 0,-1-1 0,1 0 0,-1 1 0,0-1 0,1 1-1,-1-1 1,0 1 0,0-1 0,0 1 0,0-1 0,0 1 0,0-1 0,-1 1-1,1-1 1,0 1 0,-2 2 0,-2 9 462,-1-1 0,-1 0 0,0 1 0,-8 10 0,9-15-616,0 0 0,0 0 0,1 0 0,0 0 0,1 0 0,0 1 0,0 0-1,1 0 1,0 0 0,0 0 0,0 11 0,2-18-49,0-1 0,0 1 0,0-1 0,0 1-1,1 0 1,-1-1 0,0 1 0,1-1 0,-1 1 0,1-1 0,0 0-1,-1 1 1,1-1 0,0 0 0,0 1 0,0-1 0,0 0 0,0 0-1,0 0 1,0 0 0,1 0 0,-1 0 0,0 0 0,1 0 0,-1 0-1,0-1 1,1 1 0,-1 0 0,1-1 0,-1 1 0,1-1-1,-1 0 1,1 1 0,-1-1 0,1 0 0,0 0 0,-1 0 0,1 0-1,-1 0 1,1-1 0,-1 1 0,1 0 0,-1-1 0,2 0 0,5 0-27,-1-2 1,0 1-1,0-1 1,0 0-1,0 0 1,-1 0-1,1-1 1,5-5-1,-5 3 42,-1 0 1,0-1-1,0 0 1,0 0-1,-1-1 0,0 1 1,-1-1-1,0 0 0,0 0 1,-1 0-1,1-1 1,2-13-1,-5 18-9,0-1-1,0 1 1,0-1 0,-1 0 0,0 0-1,1 1 1,-2-1 0,1 0-1,0 1 1,-1-1 0,0 0-1,0 1 1,-1-1 0,1 1 0,-1-1-1,0 1 1,0 0 0,0-1-1,-1 1 1,1 0 0,-1 1 0,0-1-1,0 0 1,-1 1 0,-4-5-1,6 7-197,-1-1-1,1 1 0,-1 0 0,1-1 0,-1 1 0,1 1 1,-1-1-1,0 0 0,1 0 0,-1 1 0,0 0 0,1-1 1,-1 1-1,0 0 0,0 1 0,1-1 0,-1 0 0,0 1 1,-5 1-1,6-1-483,0 0 1,-1 0-1,1 0 1,0 0-1,-1 1 1,1-1-1,0 1 1,0-1-1,0 1 1,0 0-1,1 0 1,-1 0-1,-2 3 1,-1 7-5652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12 10869,'2'-4'4079,"-2"4"-3765,1-1 0,-1 1-1,0 0 1,0-1 0,0 1 0,0-1-1,0 1 1,-1-4 2824,0 4-2824,-10 3 3879,-16 14-2094,15-7-1204,0-1-251,0 1 0,1 0 1,0 0-1,-16 22 0,25-29-628,0 0 0,0-1 0,0 1 0,1 0 0,-1 1 0,1-1 0,0 0 0,0 0 0,0 1 0,0-1 0,1 0 0,-1 1 0,1-1 0,0 1 0,0-1 0,0 0 0,1 1 0,-1-1 0,1 1 0,0-1 0,-1 0 0,2 1 0,-1-1 0,0 0 1,1 0-1,2 5 0,-2-5-94,0 0 1,0 0-1,0-1 1,0 1-1,1 0 1,-1-1-1,1 0 1,0 1-1,-1-1 1,7 3-1,-8-5 50,-1 1 0,1-1 0,-1 0 0,1 0 0,-1 0 0,1 0 0,-1 0 0,1 0 0,-1 0 0,1 0 0,0 0 0,-1 0 0,1 0 0,-1 0 0,1 0 1,-1 0-1,1 0 0,-1 0 0,1-1 0,-1 1 0,1 0 0,-1 0 0,1-1 0,-1 1 0,1 0 0,0-1 0,0-1-27,0 1 0,0-1-1,-1 1 1,1-1 0,0 0 0,-1 1 0,1-1 0,-1 0 0,1 0-1,-1 1 1,0-1 0,0 0 0,0-2 0,0-6-821,0-1 1,-1 0-1,0 1 0,-5-18 1,-6-17-10037,8 34 3330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0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17 13110,'7'-16'8949,"-18"24"-2966,-19 27-2448,13-13-2938,-59 85 74,67-92-684,0 0 0,1 1 0,1 0 0,1 0 0,-7 24 0,12-36 25,0 0-1,1 1 1,0-1-1,-1 0 1,2 1-1,-1-1 1,0 1-1,1-1 1,0 0-1,0 1 1,0-1-1,0 0 1,1 0-1,0 0 1,2 5-1,-3-7-289,0-1 1,1 1-1,-1 0 0,0-1 0,1 1 1,-1-1-1,1 0 0,-1 0 1,1 1-1,-1-1 0,1 0 0,0 0 1,0-1-1,3 2 0,-3-1-575,1-1 0,-1 1 0,0-1 0,1 0-1,-1 0 1,0 0 0,0-1 0,1 1 0,-1-1 0,0 1 0,0-1-1,0 1 1,1-1 0,-1 0 0,3-2 0,12-9-9240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32 14359,'-10'-4'3537,"10"-2"-2640,15 0 1424,14 1-1649,17 3-672,17 0-1921,6 0-1905,6-2-5554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147 109 8724,'0'-7'849,"0"1"0,1-1 1,-1 1-1,2-1 0,-1 1 0,1 0 1,0 0-1,5-12 0,-6 16-535,1-1 1,-1 0-1,1 1 1,0-1-1,0 1 1,0-1-1,0 1 0,1 0 1,-1 0-1,1 0 1,-1 0-1,1 0 1,0 1-1,-1-1 1,1 1-1,0 0 0,0 0 1,0 0-1,6-1 1,-9 1-193,1 1 1,-1 0-1,1 0 1,-1 0 0,1 0-1,-1 0 1,1 0-1,-1 0 1,1 0 0,-1 0-1,0 0 1,1 0-1,-1 1 1,1-1-1,-1 0 1,1 0 0,-1 0-1,0 0 1,1 1-1,-1-1 1,1 0 0,-1 1-1,0-1 1,1 0-1,-1 0 1,0 1-1,0-1 1,1 1 0,-1-1-1,0 0 1,1 1-1,0 18 2282,-12 22 15,10-38-2198,-58 150 984,33-91-1225,3 2 0,-28 122 0,25 41 20,-3 15 0,26-219 0,5-23-1020,1-11-4667,-6 1-908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7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13617 9318 4418,'7'-14'9634,"0"-17"-3974,0 4-3194,91-289 2069,-67 190-4190,-5-1 0,-6-1 0,6-253 0,-88-676 725,19 711-715,-15 2 1,-15 2 0,-15 4 0,-15 4-1,-277-609 1,94 401-370,-26 14-246,-56-101 958,142 219-423,-243-431-83,403 726-199,-6 4-1,-4 2 1,-5 4-1,-151-151 1,148 179 30,-3 3 0,-178-115 1,188 144-46,-1 3 1,-2 4-1,-1 3 1,-107-30-1,40 28-62,-163-21-1,-154 4-266,326 40 298,-829-54-877,-3 47 1091,-568 83-14,1284-24-139,-421 118 0,-1 93-735,528-187 656,-403 118 27,-8 5-2,500-157 300,-86 55 0,-13 7 102,58-46-420,-163 50 0,-113 4-64,-146 64-219,434-134 293,58-20 42,0 1 1,1 2-1,0 1 1,-54 30-1,74-35 19,1-1 1,-2 0-1,1-1 0,-1 0 1,1 0-1,-1-1 1,-22 4-1,-216 38 164,205-36 124,1-2 0,-82 5 0,124-13-291,1 0-1,0 0 1,0 0 0,0 0-1,0 0 1,0 0-1,0 0 1,0 0-1,0 0 1,0 0 0,0 0-1,0 0 1,0 0-1,-1 0 1,1 0-1,0 0 1,0 0 0,0 0-1,0 0 1,0 0-1,0 0 1,0 0-1,0 0 1,0 0-1,0 0 1,0 0 0,0 0-1,0 0 1,0 0-1,-1 0 1,1 0-1,0-1 1,0 1 0,0 0-1,0 0 1,0 0-1,0 0 1,0 0-1,0 0 1,0 0 0,0 0-1,0 0 1,0 0-1,0 0 1,0 0-1,0 0 1,0-1 0,0 1-1,0 0 1,0 0-1,0 0 1,0 0-1,0 0 1,0 0-1,0 0 1,0 0 0,0 0-1,0 0 1,0 0-1,0 0 1,0-1-1,0 1 1,0 0 0,1 0-1,-1 0 1,0 0-1,0 0 1,0 0-1,7-7 125,11-5 100,-18 12-205,11-6 99,-2 1-8,-9 5-115,0 0 1,0 0-1,0 0 0,0 0 1,-1 0-1,1 0 0,0 0 0,0 0 1,0 0-1,0 0 0,0 0 0,0 0 1,0 0-1,0 0 0,0 0 1,0 0-1,0 0 0,0 0 0,0 0 1,0 0-1,0-1 0,0 1 0,0 0 1,0 0-1,0 0 0,0 0 0,0 0 1,0 0-1,0 0 0,0 0 1,0 0-1,0 0 0,0 0 0,0 0 1,0 0-1,0 0 0,0 0 0,0 0 1,0 0-1,0 0 0,0-1 1,0 1-1,0 0 0,0 0 0,0 0 1,0 0-1,0 0 0,0 0 0,0 0 1,-6-4-754,2 2-481,6 7-2363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7:18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406 12 7507,'11'-11'5892,"-11"20"269,-13 22-101,-108 126-2646,-80 95-2386,177-226-865,15-18-91,1 1 0,0 0 0,0 0 0,1 1 0,-9 16 0,16-26-48,0 0 1,0 0-1,0 0 1,0 0-1,0 0 1,-1 0-1,1 1 1,0-1-1,0 0 1,0 0-1,0 0 1,0 0-1,0 1 1,0-1-1,0 0 1,0 0-1,0 0 0,0 0 1,0 1-1,0-1 1,0 0-1,0 0 1,0 0-1,0 0 1,0 1-1,0-1 1,0 0-1,0 0 1,0 0-1,0 0 1,0 1-1,0-1 1,0 0-1,0 0 1,1 0-1,-1 0 1,0 0-1,0 1 1,0-1-1,0 0 1,0 0-1,0 0 1,1 0-1,-1 0 1,0 0-1,0 0 1,0 0-1,0 1 1,1-1-1,-1 0 1,0 0-1,0 0 1,1 0-1,12-4 543,16-13-373,-26 16-192,0-1-1,0 0 1,0 1-1,0 0 1,0-1 0,0 1-1,1 1 1,-1-1-1,0 0 1,1 1-1,-1 0 1,1-1-1,-1 1 1,0 1-1,1-1 1,-1 0 0,0 1-1,7 1 1,10 4-5,37 14 1,-39-12 4,26 9-2,-17-6 0,0 0 0,1-2 0,46 9 0,-72-18 0,1 0 0,0 1 0,-1-1 0,1 0 0,0 0 0,-1-1 0,1 1 0,0-1 0,-1 1 0,1-1 0,-1 0 0,1 0 0,-1 0 0,1 0 0,-1 0 0,3-2 0,-5 3-5,0-1-1,0 1 1,0 0 0,0 0-1,0 0 1,0 0 0,0-1 0,0 1-1,0 0 1,0 0 0,0 0-1,0 0 1,0 0 0,-1-1-1,1 1 1,0 0 0,0 0 0,0 0-1,0 0 1,0 0 0,0 0-1,-1-1 1,1 1 0,0 0-1,0 0 1,0 0 0,0 0-1,-1 0 1,1 0 0,0 0 0,0 0-1,0 0 1,0 0 0,-1 0-1,1 0 1,0 0 0,0 0-1,0 0 1,0 0 0,-1 0 0,1 0-1,0 0 1,0 0 0,0 0-1,0 0 1,-1 0 0,1 0-1,0 0 1,0 0 0,0 1-1,0-1 1,0 0 0,-1 0 0,-15 8-2638,-14 17-3347,17-7-3595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5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15 176 5779,'-1'0'62,"0"0"0,1 0 0,-1-1 0,0 1 1,0 0-1,1-1 0,-1 1 0,0-1 0,1 1 0,-1-1 1,1 1-1,-1-1 0,0 1 0,1-1 0,-1 0 1,1 1-1,0-1 0,-1 0 0,1 1 0,-1-1 0,1 0 1,0 0-1,0 1 0,-1-1 0,1 0 0,0 0 0,0 1 1,0-1-1,0 0 0,0 0 0,0 0 0,0 1 1,0-1-1,0 0 0,0 0 0,0 0 0,1 1 0,-1-1 1,0 0-1,1 1 0,0-3 0,-1 2 197,1 0 0,-1-1 0,1 1 0,0 0 0,0 0 0,0-1 0,0 1 0,0 0 0,0 0 0,0 0 0,0 0 0,0 0 0,0 0 0,0 0 0,1 0 1,-1 1-1,0-1 0,1 0 0,-1 1 0,0-1 0,1 1 0,-1 0 0,3-1 0,-3 1-83,0 1-1,0-1 1,1 0 0,-1 1 0,0-1 0,0 1 0,0 0 0,0-1-1,0 1 1,0 0 0,0 0 0,0 0 0,0-1 0,0 1 0,0 0-1,0 0 1,0 0 0,-1 1 0,1-1 0,0 1 0,14 29 502,-12-24-247,64 169 1386,-64-159-701,-14-26-852,-15-28 50,22 29-270,0 0 1,0-1-1,1 1 1,0-1-1,0 0 0,1 0 1,0 0-1,1 0 1,0 0-1,1 0 0,0-1 1,0 1-1,0 0 1,2 0-1,-1 0 1,1 0-1,5-16 0,-3 14-162,0 0 0,1 1 0,1-1 0,0 1 0,12-18 0,-11 20-488,1-1 0,-1 1 0,1 1 0,0 0 0,1 0 0,13-8 0,-21 14-15,1 0 1,0 0 0,0 0 0,0 0 0,0 0-1,0 0 1,0 0 0,0 1 0,0-1-1,0 1 1,0 0 0,0-1 0,0 1 0,1 0-1,-1 0 1,0 0 0,0 1 0,3 0 0,8 6-4108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5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5 131 2945,'1'-1'784,"1"0"0,-1 0 0,1-1 0,-1 1-1,0-1 1,1 1 0,-1-1 0,0 1 0,0-1 0,0 0-1,0 0 1,-1 1 0,1-1 0,0 0 0,-1 0 0,1 0-1,-1 0 1,0 0 0,1-2 0,-18 34 1078,15-22-1844,1 0 0,-1 0 0,2-1 0,-1 1 0,1 0 0,0 0 0,0 0 0,1 0 0,0 0 0,1-1 0,0 1 0,0 0 0,0-1 0,6 12 0,-6-15-20,1 0 0,-1 0 0,0 0 1,1 0-1,0-1 0,0 1 0,0-1 0,1 0 1,-1 0-1,1 0 0,-1 0 0,1-1 1,0 0-1,0 1 0,0-1 0,1-1 0,-1 1 1,0-1-1,1 1 0,-1-1 0,1 0 0,-1-1 1,1 1-1,-1-1 0,1 0 0,6-1 0,0 0-37,0-2-1,0 1 1,0-2-1,0 1 1,-1-2-1,0 1 0,0-1 1,0-1-1,0 0 1,-1 0-1,0-1 1,0 0-1,-1 0 0,0-1 1,10-13-1,-13 15 53,0 0-1,-1 0 0,0-1 1,0 0-1,-1 0 0,0 0 1,0 0-1,-1 0 0,0 0 1,2-12-1,-3 14 2,-1-1 1,0 1-1,0-1 1,0 0-1,-1 1 1,0-1-1,0 1 0,0 0 1,-1-1-1,0 1 1,0 0-1,0 0 0,-1 0 1,1 0-1,-6-7 1,5 9-109,0-1 1,0 1-1,0 0 1,-1 0-1,1 0 1,-1 1-1,0-1 1,0 1-1,0 0 1,0 0-1,0 0 1,0 0-1,0 1 1,-1 0-1,-5-1 1,6 1-267,0 0 1,0 1-1,0 0 1,0 0 0,0 0-1,0 1 1,-7 1 0,8-1-216,1 0 0,-1 0 1,0 0-1,1 0 1,-1 0-1,1 1 0,-1-1 1,1 1-1,0 0 0,-1 0 1,-1 2-1,-2 7-4323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5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44 6979,'-26'0'7023,"-10"0"-1780,33 0-5168,0 1 0,0 0-1,0 0 1,0 0 0,0 0 0,1 0-1,-1 1 1,0-1 0,1 1 0,-1 0-1,1 0 1,-1 0 0,1 0 0,0 0 0,0 0-1,0 1 1,-2 2 0,2-1-71,0-1 0,0 1 1,0 0-1,0 1 1,1-1-1,-1 0 0,1 0 1,0 1-1,1-1 0,-1 0 1,1 1-1,0-1 0,0 1 1,0-1-1,0 0 0,1 1 1,0-1-1,0 1 1,0-1-1,0 0 0,1 0 1,0 0-1,0 0 0,0 0 1,4 6-1,-4-7-3,-1 0 0,1-1 0,0 1 0,0-1 0,0 0 0,0 1 0,1-1 0,-1 0 0,1 0 0,-1 0 1,1-1-1,0 1 0,-1-1 0,1 1 0,0-1 0,0 0 0,0 0 0,0 0 0,0-1 0,0 1 0,0-1 0,0 1 0,1-1 0,-1 0 0,0 0 0,0-1 0,0 1 0,0-1 0,0 1 0,0-1 1,0 0-1,0 0 0,0 0 0,0-1 0,0 1 0,3-3 0,4-3-35,-2 0 0,1 0 1,-1 0-1,0-1 1,0-1-1,-1 1 0,-1-1 1,10-15-1,-14 20 46,1 0-1,-1-1 1,0 1 0,0 0 0,0-1 0,-1 1-1,0-1 1,1 0 0,-2 1 0,1-1-1,0 0 1,-1 1 0,0-1 0,0 0 0,-1 0-1,1 0 1,-1 1 0,0-1 0,0 0-1,0 1 1,-1-1 0,-2-5 0,3 9-79,-1-1-1,1 1 1,0 0 0,0 0-1,0-1 1,-1 1 0,1 0 0,-1 0-1,1 0 1,-1 0 0,1 0 0,-1 1-1,1-1 1,-1 0 0,0 1 0,0-1-1,1 1 1,-1 0 0,0-1 0,0 1-1,1 0 1,-1 0 0,0 0-1,0 0 1,1 1 0,-1-1 0,0 0-1,0 1 1,1-1 0,-1 1 0,0 0-1,1-1 1,-3 3 0,-3 0-1182,1 0 1,0 1-1,0-1 1,0 2-1,1-1 1,-1 0-1,-5 8 1,-3 6-4035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5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6867,'5'3'5155,"-5"-3"-4941,0 1 1,0-1 0,0 0 0,1 0-1,-1 1 1,0-1 0,0 0 0,0 0-1,0 1 1,0-1 0,0 0 0,0 1 0,-1-1-1,1 0 1,0 0 0,0 1 0,0-1 214,0 1-214,-4 25 3017,-10 27-1454,14-52-1733,-22 71 1844,-24 98-385,40-143-1484,2 0 0,0 1 0,2 0 0,2 33 0,0-55-69,0-1-1,1 1 1,0-1 0,0 0 0,0 1-1,0-1 1,1 0 0,0 0 0,4 8 0,-4-11-197,-1 0 1,1-1 0,-1 1 0,1 0 0,0-1-1,-1 0 1,1 1 0,0-1 0,0 0 0,0 0-1,0 0 1,0 0 0,0 0 0,1 0 0,-1 0 0,0-1-1,0 1 1,1-1 0,-1 0 0,0 0 0,0 0-1,1 0 1,-1 0 0,0 0 0,4-1 0,21-5-5078,4-6-1381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5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19 2465,'-27'2'9028,"13"2"-7075,7-6-1104,14-2 639,7 0-879,16 0-609,7-1-1329,13 3-2737,9-2-3137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3 180 5074,'-2'-11'6075,"8"-3"-3654,15-8-213,-6 12-1894,1 0 1,0 0 0,1 2-1,0 0 1,36-12-1,94-17 516,-135 35-823,2-2 26,26-4-69,56-6-1,-86 13 136,0 0 1,0 1-1,0 0 0,0 1 0,0 0 0,0 1 0,-1 0 0,1 0 0,0 1 0,-1 0 1,13 7-1,-17-6 28,0 0 0,0 0 0,-1 0 0,0 1 0,1-1 0,-2 1 0,1 0 0,-1 0 1,1 1-1,-1-1 0,-1 1 0,1-1 0,-1 1 0,0 0 0,0 0 0,1 9 0,2 12 478,-1 0 1,0 36-1,-4-55-483,-1 68 316,-3-1 0,-24 129 0,2-30-397,24-132 70,1 1-1,2 0 1,12 77 0,-11-110 843,-1-3-4311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9700,'8'-4'2578,"7"0"-1010,6-4 881,4 1-256,6 5-1072,9 7-401,-2 3-271,1 9-449,-3 3 0,-1 6 0,-3-1 0,-1 0-289,-8-2-911,-2-4-1089,-4-9-769,-3 0-943,-5 1-706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12150,'-28'6'3009,"1"5"-2241,0 3 1601,-2 3 1345,6 10-1201,2 5-768,2 5-1585,-2 7 416,4-2-480,1 2-64,1-4-64,5-5-1600,3-6-914,5-4-2768,-2-4-4402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 8900,'-98'66'8503,"6"12"-4452,58-45-3713,2 1-1,1 1 1,1 2 0,3 2-1,-37 65 1,55-87-358,1 1 0,1 0 0,1 0 1,0 1-1,2 0 0,0 0 0,-2 34 0,5-44-27,0 0 0,2 0 0,-1 0 0,1 1 0,0-2 0,1 1-1,0 0 1,0 0 0,1 0 0,0-1 0,1 0 0,0 1 0,0-1 0,1-1 0,-1 1 0,2-1-1,-1 1 1,12 10 0,-12-15 6,1 0 1,-1 1-1,1-2 0,0 1 0,0-1 0,0 0 0,0 0 1,1 0-1,-1-1 0,0 0 0,1 0 0,-1-1 0,1 0 1,-1 0-1,1 0 0,-1-1 0,1 0 0,-1 0 0,0-1 1,0 0-1,1 0 0,-1 0 0,5-4 0,-6 4 8,-1 0-1,1 0 0,-1-1 1,0 0-1,0 0 0,0 0 1,0 0-1,-1-1 0,1 1 1,-1-1-1,0 0 0,0 0 1,3-6-1,-5 7 44,1-1-1,-1 1 0,0 0 1,0-1-1,0 1 1,-1-1-1,0 0 0,1 1 1,-1-1-1,0 1 0,-1-1 1,1 1-1,0-1 1,-1 0-1,0 1 0,0 0 1,0-1-1,0 1 1,-1 0-1,-2-5 0,-1 0 7,0 1-1,-1-1 0,0 1 0,0 0 0,-1 0 0,0 0 1,0 1-1,-1 0 0,1 1 0,-1 0 0,-1 0 0,1 1 1,-1-1-1,1 2 0,-1-1 0,-13-2 0,8 2-365,1 1-1,-1 1 0,0 0 1,0 1-1,0 0 0,0 1 1,0 0-1,0 1 1,0 1-1,-21 5 0,29-4-2449,23-1-7651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914 72 5218,'-1'-4'405,"0"0"-1,0 0 1,-1 0-1,1 0 0,-1 0 1,0 0-1,0 0 1,0 0-1,-1 1 1,1-1-1,-1 1 0,0-1 1,0 1-1,-5-4 1,5 5-117,0 1 0,0-1 0,0 1 0,-1 0 0,1 0 0,0 0 0,0 0 0,-1 1 0,1-1 0,0 1 0,-1 0 0,1 0 0,0 0 0,-1 0 0,1 1 0,0-1 0,-1 1 0,1 0 0,-5 2 0,-29 12 965,2 1 1,-1 2-1,2 2 0,-46 34 1,11-8-344,12-10-372,2 2 0,2 3 1,1 3-1,-58 63 0,89-84-501,1 2-1,1 0 1,2 1-1,0 0 1,2 2-1,1 0 1,1 0-1,1 2 1,2-1-1,1 1 1,-8 46-1,14-47-89,2 0-1,0 1 1,2-1-1,1 0 1,1 0-1,1 0 1,2-1-1,1 1 1,2-1-1,0-1 1,2 0-1,1 0 1,0-1-1,26 37 1,-9-21-78,2-1 0,1-1 0,3-2 1,0-1-1,3-2 0,1-1 0,61 39 0,-78-58 3,1-1 1,1-1-1,0-1 0,0-1 0,1-2 0,27 8 0,-34-13 137,1-1 0,0 0 0,0-2 0,0 0 0,-1-1 0,1-1 0,0 0 0,0-2 0,26-6 0,-16 1 2,0-2 0,0-1 0,-1-1 0,-1-1 0,41-27 0,-31 14 9,-1-1 0,-2-1 0,40-43 0,-21 10-48,-2-2 0,-3-2 0,71-129 0,-93 147 214,-2-1 0,-2-1 1,-3-1-1,-1-1 0,18-94 0,-32 121-29,-1 0 0,-1 0 1,-1 0-1,-1 0 0,-1 0 1,-1 0-1,-1 1 0,-1-1 1,-2 1-1,0-1 0,-1 2 1,-1-1-1,-2 1 0,0 0 1,-18-27-1,13 27-69,-1 1 0,-1 1 0,-1 1 0,0 0 0,-2 1 0,0 1 1,-1 1-1,-1 1 0,0 1 0,-30-14 0,36 20-135,0 1-1,-1 0 1,1 2 0,-1 0 0,-1 1-1,1 0 1,-1 2 0,1 0-1,-1 1 1,0 1 0,0 0 0,1 1-1,-1 1 1,1 1 0,-1 1 0,-17 5-1,6 2-425,0 1 0,-49 29 0,65-33-1071,1 1 0,0 0 0,0 1-1,-15 17 1,16-11-4803,9-3-1974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83 2481,'-3'-23'3470,"7"-36"5981,-1 60-9228,0 1-1,-1 0 1,1 0-1,0 0 0,0 0 1,-1 0-1,0 0 1,1 1-1,1 2 1,15 26 463,0-2 0,2-1 0,1 0 1,39 38-1,-25-29 58,31 37 256,40 44 853,202 175 0,-245-247-1306,90 49-1,8 5 1216,-158-98-1682,-1 1 1,0 0 0,0-1-1,0 1 1,0 0 0,-1 1 0,1-1-1,1 4 1,-3-6-72,-1 0 0,1-1 0,-1 1 0,0 0-1,1-1 1,-1 1 0,0 0 0,0 0 0,0-1 0,1 1 0,-1 0 0,0 0 0,0 0 0,0-1 0,0 1 0,0 0 0,-1 0-1,1-1 1,0 1 0,0 0 0,0 0 0,-1-1 0,1 1 0,0 0 0,-1 0 0,1-1 0,-1 1 0,1 0 0,-1-1-1,1 1 1,-1-1 0,1 1 0,-1-1 0,1 1 0,-1-1 0,0 1 0,1-1 0,-1 1 0,0-1 0,1 0 0,-1 0 0,0 1-1,0-1 1,1 0 0,-1 0 0,0 0 0,0 0 0,-1 1 0,0-2-472,0 1 0,0 0 0,0-1 0,0 1 0,0-1 0,0 0 0,0 1 0,0-1 0,0 0 0,0 0 0,-3-3 0,-12-4-8537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64 10021,'-10'-5'326,"4"2"275,-1 0 1,1 0 0,0 0-1,1-1 1,-1 0 0,0 0-1,1 0 1,-5-6 0,10 10-546,0-1 0,0 1 0,0-1 0,0 1 0,0 0 0,0-1 0,0 1 1,0 0-1,0-1 0,1 1 0,-1-1 0,0 1 0,0 0 0,0-1 0,0 1 0,1 0 0,-1 0 0,0-1 0,0 1 0,1 0 1,-1-1-1,0 1 0,0 0 0,1 0 0,-1 0 0,0-1 0,1 1 0,-1 0 0,0 0 0,1 0 0,-1 0 0,1 0 0,-1 0 1,0-1-1,1 1 0,-1 0 0,0 0 0,1 0 0,-1 0 0,1 0 0,18-3 732,13-1-65,0 2 0,0 1 1,0 1-1,0 2 1,0 1-1,49 12 0,-77-15-642,-1 1 0,0 0-1,1 1 1,-1-1 0,0 1-1,0-1 1,0 1 0,0 0 0,0 0-1,-1 0 1,1 1 0,-1-1-1,1 0 1,-1 1 0,0 0 0,0 0-1,0-1 1,0 1 0,0 0-1,-1 1 1,1-1 0,-1 0-1,0 0 1,0 1 0,0-1 0,-1 0-1,1 1 1,-1-1 0,1 1-1,-2 5 1,0 9 145,-1 1 0,-1-1-1,-1 0 1,-10 30 0,5-17 137,1 1-253,2-1 0,1 1 0,1-1 0,2 1 0,1 0 0,2 0 0,1 0 0,8 44 0,-3-41-321,4 31 145,-8-23-5156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11029,'2'-17'1793,"11"0"-993,1 1 1457,9-1 112,13 2-896,12 3-400,10 3-593,11 3-368,7 0-112,1 2-432,-2-3-1057,-4-1-1264,-4-2-1745,-4-3-1633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0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1283 218 9652,'-33'-17'838,"-1"1"0,0 1 0,-1 2 0,-1 2 0,0 1 0,0 2 0,0 1-1,-1 2 1,0 2 0,-1 1 0,1 1 0,0 3 0,0 1 0,0 1 0,-44 12 0,37-5-557,0 2 1,0 1 0,2 3 0,0 1 0,1 2-1,1 2 1,0 1 0,-67 55 0,88-61-232,0 0 0,1 1 1,0 1-1,2 1 0,0 0 1,2 1-1,0 1 0,1 0 0,2 1 1,0 1-1,1-1 0,1 2 1,2-1-1,0 1 0,2 0 1,0 0-1,0 35 0,5-24 10,1 1-1,3-1 1,1 0-1,1 0 1,2 0-1,2-1 1,1 0-1,2-1 1,1-1-1,1 0 1,2 0-1,1-2 1,34 44 0,-33-51-85,0 0 1,1-2-1,2 0 1,0-1 0,1-2-1,1 0 1,1-1-1,1-2 1,0 0 0,1-2-1,1-1 1,0-1 0,0-2-1,1 0 1,1-2-1,45 6 1,-34-11-9,-1-2 0,0-1 0,1-3 0,-1-1 0,0-2 0,0-1 0,-1-3-1,0-1 1,0-1 0,-2-3 0,1-1 0,-2-1 0,56-37 0,-52 27-6,-1-2 0,-2-1-1,-1-2 1,-1-1 0,-2-2 0,-2-1-1,-1-2 1,-1-1 0,-3-1 0,-1-1-1,22-51 1,-28 47 229,-1-1 0,-3 0 0,-2-1 0,-2-1 0,-2 0 0,5-96 0,-14 115-35,-1-1 1,-1 1 0,-2-1 0,-1 1 0,-11-39 0,9 48-104,-1 0 0,0 1 0,-1 0 1,-1 0-1,-1 1 0,-1 0 0,0 1 1,-18-19-1,17 23-34,0 1 0,-1 0 0,-1 0 0,0 2-1,0 0 1,-1 0 0,-1 2 0,1 0 0,-28-9 0,21 10-937,0 1-1,-36-5 0,33 8-2441,0 2-1,-27 1 0,35 2-4305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2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839 38 2913,'0'0'206,"1"-1"0,0 0 0,0 1 0,-1-1 0,1 0 0,0 0-1,-1 1 1,1-1 0,0 0 0,-1 0 0,1 0 0,-1 0 0,0 0 0,1 0-1,-1 0 1,0 1 0,1-1 0,-1 0 0,0 0 0,0 0 0,0-2 0,0 2 57,0 0 1,0 0 0,0 0-1,1 0 1,-1-1 0,0 1-1,1 0 1,-1 0 0,0 0-1,1 0 1,-1 0 0,1 1-1,-1-1 1,1 0 0,1-1-1,-31 41 5947,-7 33-4966,7-9-481,-16 9 168,-3-3 0,-98 109 0,17-21-213,31-25 153,6 5 0,-101 199-1,183-309-590,9-26 57,17-20 1019,-7 9-8310,-7 21-953,-4 1 2478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2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60 3890,'7'-6'1536,"22"-23"3136,-17 5 4527,-19 29-7788,-8 9-240,-13 15-487,2 2 0,1 0 0,1 2 1,-27 50-1,49-79-659,-1 1 0,2-1 0,-1 1 0,0-1 1,1 1-1,0-1 0,0 1 0,0 0 0,1 0 0,0 0 1,0-1-1,0 1 0,0 0 0,2 7 0,-1-9 15,0 0 0,0 0 0,1 0 0,-1-1 0,1 1 0,0 0 0,-1-1 0,1 1 0,0-1 0,1 1 0,-1-1 0,0 0 0,1 0 0,-1 0 0,1 0 0,-1 0-1,1-1 1,0 1 0,0-1 0,0 0 0,0 0 0,4 1 0,26 6 79,1-2 0,-1-1 0,1-2 0,0-1 0,0-2 0,0-1 0,0-2 0,0-1 0,41-11 0,3-10-965,-78 25 752,0 0 0,1 0 0,-1 0 0,0 0 0,0 0 0,0 0 0,0 0 0,1 0 0,-1 0 0,0 0 0,0 1 0,0-1 0,0 0 0,0 0 0,1 0 0,-1 0 0,0 0 0,0 0 0,0 0 0,0 0 0,0 0-1,1 0 1,-1 1 0,0-1 0,0 0 0,0 0 0,0 0 0,0 0 0,0 0 0,0 0 0,0 1 0,0-1 0,0 0 0,1 0 0,-1 0 0,0 0 0,0 1 0,0-1 0,0 0 0,0 0 0,0 0 0,0 0 0,0 1 0,0-1 0,0 0 0,-1 0 0,-1 14-4226,-8 8-4391,2-13 1990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2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10117,'-15'7'3505,"-12"9"-880,-9 7 785,-3 9 688,-1 7-3026,2 7-31,11 0 95,6-2-815,7-2-321,5-4-33,5-5-47,2-4-496,-2 3-528,4-9-129,2-4-1872,-4 1-1393,2-3-865,-2-8-1328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2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1289 131 11205,'-6'-11'591,"-1"0"-1,0 1 1,0 0 0,-1 1-1,0-1 1,-1 1 0,-16-13 0,18 17-223,0 0 1,-1 1-1,0 0 1,0 0-1,0 1 1,0 0-1,0 0 1,-1 1 0,1 0-1,-1 1 1,-16-2-1,2 4 84,-1 0 0,1 1-1,0 2 1,0 0 0,0 1 0,-43 17-1,6 3 180,-73 40 0,76-32-623,1 2 0,1 2 0,3 3 0,1 1 0,2 3 0,1 3 0,3 1 0,-65 90 0,85-100-30,2 1 1,1 2-1,2 0 0,2 1 0,-21 70 0,30-76 13,1 1 0,2 0 0,2 1 0,1-1 0,2 1 0,2-1 0,6 53 0,-3-68-34,0-1 0,1 0 0,1 1 1,1-2-1,1 1 0,1-1 0,1 0 0,0-1 0,2 0 0,0-1 1,28 33-1,-22-33-6,0-2 1,0 0-1,2-1 0,0 0 1,0-2-1,2 0 1,-1-2-1,1 0 1,1-2-1,35 11 0,-9-8-16,0-2 0,1-2-1,0-3 1,1-1-1,-1-3 1,1-2-1,62-9 1,-22-4 207,-1-4 0,-1-3 1,96-37-1,-107 29-206,-1-3 0,-1-4 0,77-48 1,-119 62 100,0-2 1,-2-1-1,0-1 1,-2-2-1,-1-1 1,-1-2-1,-2 0 1,29-46 0,-32 38 205,-2-1 0,-2-1 1,-2 0-1,-1-1 0,-2-1 1,-2-1-1,-2 0 0,7-74 1,-16 94-85,0-1 1,-2 1-1,-5-39 0,-34-144 770,37 193-727,-1 0 1,-10-25-1,12 36-147,1 0-1,-1 1 1,1 0-1,-1-1 1,0 1-1,0 0 1,0 0-1,-3-3 1,-7-5 152,-7-8-136,-1 1 0,-1 1 1,-1 0-1,0 2 0,-1 1 1,0 0-1,-27-9 0,24 13-215,0 1 0,-1 0-1,0 2 1,0 2-1,0 0 1,-52 0-1,8 6-79,-99 16 0,160-16-25,-19 3-759,25 0-478,16 3-1243,26 11-5688,-12-5 1307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4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73 3346,'-14'-2'1724,"14"2"-1668,0 0 1,0-1-1,0 1 1,0 0-1,0 0 1,0 0-1,0-1 1,0 1-1,0 0 1,0 0-1,0-1 1,0 1-1,0 0 1,0 0-1,0 0 1,0-1-1,0 1 1,1 0-1,-1 0 1,0 0-1,0 0 1,0-1-1,0 1 1,0 0-1,0 0 1,1 0-1,-1 0 1,0 0-1,0-1 1,0 1-1,0 0 1,1 0 0,-1 0-1,0 0 1,0 0-1,0 0 1,1 0-1,-1 0 1,0 0-1,0 0 1,0 0-1,1 0 1,-1 0-1,0 0 1,0 0-1,0 0 1,1 0-1,-16-30 4218,11 27-4094,3 3-140,1 0 0,-1-1-1,0 1 1,1-1 0,-1 0-1,1 1 1,-1-1 0,1 0-1,-1 1 1,1-1 0,-1 0-1,1 1 1,0-1 0,-1 0-1,1 0 1,0 1 0,-1-1-1,1-1 1,-6-17 6699,22 46-935,21 24-4115,-1-1-1024,27 36 471,132 139-1,-125-159-538,108 80 0,-58-51-993,-101-78 758,-2 0 0,0 2 0,-2 0 1,19 28-1,-15-28-362,-18-19 0,-1 1 0,1-1 0,0 0 0,-1 0 0,1 0 0,0 0 0,-1 1 0,1-1 0,0 0 0,-1 0 0,1 0 0,0 0 0,-1 0 0,1-1 0,0 1 0,-1 0 0,1 0 0,0 0 0,-1-1 0,1 1 0,-1 0 0,1 0 0,-1-1 0,1 1 0,0-1 0,-1 1 0,1 0 0,-1-1 0,0 1 0,1-1 0,-1 1 0,1-1 0,-1 1 0,0-1 0,1-1 0,2-2-1273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4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71 5987,'6'3'513,"0"1"-1,0-1 1,0 0 0,0-1 0,1 1-1,0-1 1,8 1 0,-8-1 409,0-1 1,0 0 0,0-1-1,0 1 1,0-1-1,0-1 1,0 1-1,-1-1 1,1 0-1,0-1 1,0 0 0,7-3-1,-14 5-822,1 0-1,-1 0 1,1 0-1,-1 0 1,1-1 0,-1 1-1,1 0 1,-1-1-1,0 1 1,1 0 0,-1-1-1,1 1 1,-1 0-1,0-1 1,1 1 0,-1 0-1,0-1 1,0 1-1,1-1 1,-1 1 0,0-1-1,0 1 1,0-1-1,0 1 1,1-1 0,-1 1-1,0-1 1,0 1-1,0-1 1,0 1-1,0-1 1,0 1 0,0-1-1,-1 0 1,-13-16 998,-27-6-829,24 16-260,-1 1 1,1 1-1,-1 0 0,0 1 1,0 2-1,-1-1 1,1 2-1,-23 1 0,31 0 27,1 1-1,-1 0 1,1 0-1,-1 1 1,1 0-1,0 1 1,-1 0-1,2 1 1,-1-1-1,0 2 1,1-1-1,-1 1 1,2 1-1,-1-1 1,0 1-1,1 0 1,-10 12-1,14-15-28,1-1-1,1 1 1,-1 0-1,0-1 1,1 1 0,-1 0-1,1 0 1,0 0 0,0 0-1,0 0 1,0 1-1,0-1 1,1 0 0,-1 0-1,1 1 1,0-1-1,0 0 1,1 0 0,-1 1-1,0-1 1,1 0-1,0 0 1,0 0 0,0 0-1,0 0 1,0 0 0,1 0-1,-1 0 1,1 0-1,0 0 1,0-1 0,0 1-1,0-1 1,3 3-1,2 2-10,1-1-1,0 0 0,-1 0 0,2 0 0,-1-1 1,1-1-1,0 1 0,0-2 0,0 1 1,12 2-1,-1-2 196,0-1 0,0 0 0,0-2 0,1-1-1,-1 0 1,33-5 0,-52 5-129,-1 0-1,0 1 0,1-1 0,-1 1 1,0-1-1,0 1 0,1-1 0,-1 0 1,0 1-1,0-1 0,0 1 1,0-1-1,0 1 0,1 0 0,-1-1 1,0 1-1,0-1 0,0 1 0,0-1 1,0 1-1,-1-1 0,1 1 0,0-1 1,0 1-1,0-1 0,0 1 1,-1-1-1,1 1 0,0-1 0,0 0 1,-1 2-1,-9 27-111,7-21 396,-54 186 982,49-157-1326,1 1 0,2 1 1,-1 48-1,7-80-301,7-36-22629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7:4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805 173 5987,'-1'-6'621,"-1"0"0,0 0 1,0 0-1,-1 1 0,1-1 0,-1 1 1,0-1-1,-1 1 0,1 0 1,-8-8-1,8 11-314,0-1-1,-1 1 1,1 0 0,-1 0-1,0 0 1,1 0 0,-1 1 0,0-1-1,0 1 1,0 0 0,0 0-1,0 1 1,0-1 0,0 1 0,0 0-1,0 0 1,-6 1 0,-7 1 211,0 0 1,0 2 0,0 0-1,0 1 1,1 1 0,0 0-1,-17 9 1,-2 4 489,-64 46 0,64-38-959,2 2-1,0 0 1,2 3-1,1 0 1,2 2-1,1 1 1,2 1-1,2 2 1,1 0-1,1 1 1,3 1-1,1 1 1,2 0-1,2 2 1,2-1-1,1 1 1,3 1-1,1-1 1,2 1-1,2 1 1,7 72-1,-1-89-90,1 0-1,1-1 0,1 0 1,2 0-1,0-1 1,2 0-1,1 0 0,1-1 1,1-1-1,33 43 0,-22-38 4,2 0-1,1-2 0,1-1 0,1-1 1,1-1-1,1-2 0,46 23 0,-34-22 188,2-2 0,0-2 0,1-2-1,1-2 1,1-2 0,0-3 0,0-1-1,1-3 1,0-1 0,0-3 0,0-3-1,59-7 1,-36-1 149,-1-4-1,120-36 1,-155 36-341,0-2 0,0-1 0,-2-1 0,0-2 0,-1-2 0,53-42 0,-49 28 293,-2-1 0,-1-2 0,-2-2 0,-2-1 1,-2-1-1,-1-1 0,-3-2 0,-1 0 0,-2-2 0,-3-1 0,-1 0 1,14-68-1,-25 87-143,-1 0 1,-1-1-1,-2 0 1,-2 0 0,0 0-1,-2 0 1,-1 0-1,-1 0 1,-2 0 0,-1 1-1,-1 0 1,-2 0-1,-1 1 1,-1 0-1,-1 0 1,-2 1 0,0 1-1,-2 1 1,-1 0-1,-35-41 1,22 36-107,-2 1 0,0 1 0,-2 2 0,-1 1 0,-1 2 0,-1 1 0,-1 2 0,-59-23 0,54 28 0,0 1 0,-1 2 0,-1 3 0,0 1 0,0 2 0,-1 2 0,-83 4 0,115 1-182,-1 0 0,1 1 0,-1 1 0,1 0 0,0 1 0,-17 7 0,24-8-487,1 1 0,0 0 0,0 0 0,0 0 0,-10 9 0,11-8-638,1 0 0,-1 1 0,1-1-1,0 1 1,1 0 0,-6 11-1,-3 8-7656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8:1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2145,'-1'3'413,"-7"21"273,8-23-606,0-1 1,-1 1-1,1-1 0,0 0 0,0 1 0,0-1 0,0 1 0,-1-1 0,1 1 0,0-1 0,0 1 1,0-1-1,0 1 0,0-1 0,0 1 0,0-1 0,0 1 0,0-1 0,1 1 0,-1-1 1,0 1-1,0-1 0,0 1 0,1-1 0,-1 1 0,0-1 0,0 0 0,1 1 0,-1-1 0,0 1 1,1-1-1,-1 0 0,0 1 0,1-1 0,-1 0 0,1 1 0,8-8 4867,2-3 1911,0 11-1293,-11-2-5453,1 1 0,0 0 0,0-1-1,0 1 1,0-1 0,0 1 0,0 0 0,0 0-1,0 0 1,0-1 0,0 1 0,0 0 0,0 0-1,0 0 1,0 0 0,0 1 0,0-1 0,1 0-1,49 22 1262,91 55 0,-79-40-2051,-47-28 1002,256 156 2708,-250-147-2812,-1 1-1,-1 1 1,-1 1 0,0 1-1,-2 1 1,18 30-1,-14-23-115,9 5-203,-28-33 106,1 0 0,-1 0-1,0 0 1,1 0-1,-1-1 1,1 0-1,0 1 1,0-1 0,-1 0-1,1 0 1,0 0-1,0-1 1,0 1-1,4 0 1,-10 1-2150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8:1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37 3698,'-2'-15'1584,"0"-7"14169,-5 39-10109,-45 166-1246,41-126-4332,2 0 0,-2 110 1,11-147-223,2 32-1655,-1-52 1656,-1 0 1,0 0-1,0 0 0,1 0 0,-1 1 0,0-1 0,1 0 0,-1 0 0,0 0 0,0 0 0,1 0 0,-1 0 0,0 0 0,1 0 0,-1 0 1,0 0-1,1 0 0,-1 0 0,0 0 0,0 0 0,1 0 0,-1-1 0,0 1 0,1 0 0,-1 0 0,0 0 0,0 0 0,1 0 0,-1-1 0,0 1 1,0 0-1,1 0 0,-1-1 0,0 1 0,0 0 0,0 0 0,1-1 0,-1 1 0,0 0 0,0 0 0,0-1 0,0 1 0,14-15-3615,-13 14 3267,18-20-5988,3-5-894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8:1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214 119 2177,'13'-10'3496,"-1"0"1,14-16-1,-14 14 2046,-24 20-818,-18 5-2953,0 1-876,7-2-484,0 1 0,2 1 0,-1 1 0,-34 33 0,50-43-394,1 1-1,0-1 1,0 1-1,0 1 1,1-1-1,0 1 1,0-1-1,0 1 1,1 0-1,0 1 1,0-1-1,1 0 1,0 1-1,1 0 1,-1-1-1,1 1 1,1 0-1,0-1 0,0 1 1,1 13-1,0-17-64,0 0-1,0 0 0,0 0 0,1 0 0,-1 0 0,1 0 0,0 0 0,0-1 1,1 1-1,-1-1 0,0 1 0,1-1 0,0 0 0,0 0 0,0 0 0,5 3 1,-2-2 15,-1-1-1,1 0 1,0 0 0,0-1 0,0 0 0,1 0 0,-1 0 0,0-1 0,12 1 0,-1-1-5,-1-1-1,1-1 0,0 0 1,-1-1-1,1-1 1,-1-1-1,25-8 0,-25 6 85,0-1-1,0-1 1,-1 0-1,0-1 0,0 0 1,-1-2-1,0 1 0,-1-2 1,22-23-1,-29 28 10,0-1 0,-1 1 0,0-1 0,0-1 0,0 1 0,-1-1 0,0 0 0,-1 0 0,0 0 0,-1 0 0,1 0 0,-2-1-1,1 1 1,-1-1 0,-1 1 0,0-1 0,0 0 0,-1 1 0,-2-14 0,1 17 25,0 0 1,-1-1-1,1 1 0,-1 0 0,0 0 0,-1 1 0,1-1 1,-1 1-1,0-1 0,-1 1 0,1 1 0,-1-1 0,0 0 1,0 1-1,-1 0 0,1 0 0,-1 1 0,0 0 0,0 0 1,0 0-1,0 0 0,0 1 0,-8-2 0,6 3-245,1-1-1,0 1 1,-1 0 0,1 1-1,-1-1 1,1 2-1,-1-1 1,1 1 0,-10 2-1,11-2-500,0 1 0,1 0 0,-1 0 0,0 1 0,1 0 0,0 0 0,0 0 0,0 0 0,0 1 0,0 0 0,0 0 0,-4 5 0,-4 10-7535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8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1019 3 8724,'-25'-2'1021,"0"1"0,-1 2 1,1 0-1,-1 2 0,1 1 0,0 1 1,-45 15-1,10 2 1609,-110 58 0,115-50-1979,1 2 0,2 2 0,1 2 0,-65 61 0,96-77-498,0 0 0,1 2-1,1 0 1,1 2 0,1 0-1,1 0 1,1 1 0,1 1 0,2 0-1,0 1 1,-12 54 0,16-43-135,2 0 1,2 0-1,2 1 1,1-1-1,2 0 1,2 1 0,1-1-1,2-1 1,1 1-1,3-1 1,0 0-1,31 62 1,-24-63-29,2 0 0,1-2 1,2-1-1,1 0 0,1-2 0,2-1 1,1-1-1,2-1 0,0-2 1,2-1-1,1-1 0,38 20 1,-5-10-5,2-3 0,0-3 1,143 37-1,-98-40 49,212 17 1,-252-37 50,1-4 1,-1-3 0,1-3-1,-1-3 1,108-27 0,-131 21 29,-1-1 0,0-3-1,-1-2 1,-2-2 0,0-2 0,-1-2 0,-1-2 0,66-56 0,-70 48 69,-2-2 0,-1-1 0,-3-2 0,-1-1 0,-2-1 0,-2-2 0,-2-2 0,37-85 0,-51 98 21,-2-1 0,-1-1 0,-2 1 0,-1-2 0,3-62 0,-9 70-97,-2-1 1,-1 1-1,-1-1 0,-2 1 0,-1 0 1,-1 0-1,-18-47 0,12 47-102,-1 1-1,0 1 1,-3 0-1,0 1 1,-1 1-1,-2 0 1,-27-26 0,18 23-6,-2 1 0,-1 2 1,-1 1-1,-1 2 1,-40-20-1,19 17-2,-1 1 1,0 3-1,-2 3 0,0 2 1,-1 3-1,-1 2 1,-94-4-1,106 13-211,1 2 0,-1 3 1,1 1-1,0 3 0,0 1 0,1 3 0,0 1 0,1 3 1,-53 24-1,91-35-224,3-3-63,0 1 0,0 0-1,0 0 1,0 0 0,0 0 0,0 1 0,1 0 0,0-1 0,-5 6 0,7-7 383,1-1 0,0 0 1,0 0-1,0 1 0,0-1 0,0 0 0,0 1 0,-1-1 0,1 0 0,0 0 1,0 1-1,0-1 0,0 0 0,0 1 0,0-1 0,0 0 0,0 1 0,0-1 1,0 0-1,1 0 0,-1 1 0,0-1 0,0 0 0,0 1 0,0-1 0,0 0 0,0 0 1,1 1-1,-1-1 0,0 0 0,0 0 0,0 0 0,1 1 0,-1-1 0,0 0 1,0 0-1,1 0 0,-1 1 0,0-1 0,0 0 0,1 0 0,-1 0 0,0 0 1,1 0-1,14 4-3850,-15-4 3755,30 3-7808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11 2017,'-19'17'1008,"0"-5"-175,-2-6-433,0-1 16,-2-5 32,2 0-144,0 0-143,3 0-113,1-3-48,6-1-112,1 0-705,0-6-127,-1-3 512,-4-4-833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1541 24 2993,'-14'-2'977,"-131"-14"6035,98 12-5244,0 2 1,-77 8-1,56 3-577,2 3 0,0 2 0,0 4 0,-82 33 0,101-31-812,1 2 1,0 3-1,2 1 0,1 2 0,2 2 0,-51 46 1,46-32-49,2 1 0,2 2 0,2 2 1,3 2-1,-51 88 0,73-110-178,1-1 0,2 2 1,0 0-1,2 0 0,2 1 0,1 1 0,1-1 0,1 1 0,2 0 0,2 0 0,0 0 0,9 62 1,-4-70-28,2-1-1,0 0 1,1 0 0,2-1 0,0 0 0,2 0 0,16 25 0,-9-20 18,1-1 0,2-1 0,0 0 0,47 39 0,-26-31-60,1-2 0,2-1 0,1-3 0,1-2 0,1-1 0,70 22 0,-43-23-80,1-4-1,0-2 1,2-5 0,93 5-1,314-16 3,105-66 381,-531 54-375,0-2-1,-1-2 0,0-3 1,-1-3-1,-2-2 1,105-59-1,-127 61-26,-1-1-1,0-2 0,-2-1 1,-1-1-1,-1-1 1,-1-2-1,-2-1 1,-1 0-1,-1-2 1,-2-1-1,31-64 0,-38 63-44,-1 0 0,-2-1 0,-1 0 0,-2-1 0,-2 0 0,-1 0 0,-2 0-1,-1-1 1,-2 1 0,-1-1 0,-2 1 0,-2 0 0,-1 0 0,-21-66 0,13 58 130,-2 0 1,-2 1 0,-2 1-1,-29-44 1,39 69-87,-2 1 0,0 0 1,-1 1-1,0 1 0,-1 0 1,-1 0-1,0 2 0,-1 0 1,0 0-1,-1 2 0,0 0 1,-25-10-1,-30-6-91,-1 4 1,-86-14-1,-153-12 91,63 28 69,210 21 37,0 0 1,0 3 0,0 1 0,-50 14 0,59-10-46,0 1 0,1 1 0,0 2-1,1 1 1,-42 27 0,24-12-500,16-11-3261,0 2-4244,2-1-2047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41 2065,'-6'12'6661,"6"-11"-6484,-1 1 0,1-1 0,-1 1 0,1 0 0,-1-1 0,1 1 0,0 0 0,0 0 0,0-1 0,0 1 0,0 0 0,1-1 0,-1 1 0,0 0-1,1-1 1,-1 1 0,1 0 0,1 2 0,28-1 2648,-17-1-2518,0-1-1,0 0 0,0-1 1,0 0-1,0-1 0,19-4 0,11-1-235,442-11 169,-202 12-296,-205 2-43,105-3 54,135-15 98,-191 7-75,-75 7-171,0 1 1,1 3-1,80 6 1,238 14-438,-241-15 641,348 12-230,-263-9 1279,-124-5 1818,-64 2 1736,-21 0-4333,-19 2-3759,-4-1-522,-5 1-2893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2865,'9'-5'9167,"-8"5"-8513,0 0 1,0 0 0,0 0 0,-1 0-1,1 0 1,1 0 0,16 8 3945,16 23-4436,-28-25 1203,11 11-830,36 35 469,61 79-1,-108-123-1376,-6-7 511,1 1 1,0-1-1,0 1 1,1-1-1,-1 1 1,0-1 0,0 0-1,1 1 1,-1-1-1,1 0 1,2 1 0,-3-2-48,-1-1 0,1 1 0,0-1 0,0 0 0,0 1 0,-1-1 1,1 0-1,0 1 0,-1-1 0,1 0 0,0 0 0,-1 0 1,0 0-1,1 0 0,-1 0 0,1 0 0,-1 0 0,0 0 0,0 0 1,1 0-1,-1 0 0,0 0 0,0-2 0,8-31 181,3-1 0,0 1-1,2 1 1,2 0-1,0 1 1,29-41 0,-52 96-3322,-2 3-773,3-5-3864,5-8 410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10293,'-28'2'9685,"-1"5"-5337,-60 27-4441,72-27 960,13-6-840,-63 30 268,62-28-302,-1 1 0,1-1 0,-1 1 0,1 0-1,1 0 1,-1 0 0,0 1 0,1 0-1,-4 6 1,7-10-6,0 0-1,0 0 1,1 0 0,-1 0-1,1 0 1,-1 0-1,1 0 1,0 0 0,-1 0-1,1 0 1,0 0-1,0 0 1,-1 0 0,1 0-1,0 1 1,0-1-1,0 0 1,1 0 0,-1 0-1,0 0 1,0 0-1,1 0 1,-1 0 0,0 0-1,1 0 1,-1 1-1,1-2 1,0 3 0,1-2-39,0 1 1,0 0 0,0-1 0,0 1 0,0-1 0,0 0-1,1 1 1,-1-1 0,0 0 0,1 0 0,4 1-1,5 0-133,0 0-1,0 0 0,0-1 0,14-1 1,-7 0 17,1-2 0,-1-1 0,31-7 0,-43 8 239,0 0 0,-1 0 0,1-1 1,-1 0-1,0 0 0,0 0 0,0-1 1,0 0-1,0 0 0,-1-1 0,0 0 1,0 1-1,6-9 0,-10 12 31,0 1-1,-1-1 1,1 0-1,-1 0 1,1 0-1,-1 0 1,1 0 0,-1 0-1,1 0 1,-1 0-1,0 0 1,0 0-1,0 0 1,1 0-1,-1 0 1,0-2-1,-4 3 753,-4 10-697,7-8-158,-1 0 0,1 1 0,0-1 0,0 1 0,0-1 0,1 1-1,-1-1 1,0 1 0,1 0 0,0-1 0,0 1 0,-1 0 0,2-1-1,-1 1 1,0 0 0,0-1 0,1 1 0,0 0 0,-1-1 0,1 1-1,0-1 1,0 1 0,2 2 0,19 21-3072,8-6-4063,-4-7-321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17 7603,'-8'-16'4718,"8"16"-4612,0-1 1,-1 1 0,1 0 0,0 0-1,0 0 1,0 0 0,-1 0 0,1 0-1,0 0 1,0 0 0,0 0 0,0 0-1,-1 0 1,1 0 0,0 0 0,0 0 0,0 0-1,-1 0 1,1 0 0,0 0 0,0 0-1,0 1 1,0-1 0,-1 0 0,1 0-1,0 0 1,0 0 0,0 0 0,0 0-1,0 0 1,-1 1 0,1-1 0,0 0-1,0 0 1,0 0 0,0 0 0,0 0-1,0 1 1,0-1 0,0 0 0,0 0-1,-1 0 1,1 1 0,-8 35 6235,4-17-6305,-36 115 2970,23-81-2746,1 0 1,3 2-1,-11 102 1,23-155-258,1 0 0,0 0 0,0 1 0,0-1 0,0 0 1,0 0-1,1 0 0,-1 1 0,1-1 0,-1 0 0,1 0 0,0 0 0,0 0 0,0 0 0,0 0 1,0 0-1,0 0 0,0 0 0,1-1 0,-1 1 0,1 0 0,-1-1 0,3 2 0,-2-2-29,1 0 0,-1 0 0,0-1 0,0 1-1,1-1 1,-1 0 0,0 1 0,1-1-1,-1 0 1,1-1 0,-1 1 0,0 0 0,0-1-1,1 1 1,-1-1 0,0 0 0,0 0 0,1 1-1,-1-2 1,0 1 0,4-3 0,1-1 30,1-1 0,0 0 0,-1 0 0,0-1 0,-1 0 1,1 0-1,7-13 0,20-21 108,-28 85 696,-4-33-756,-2-7-43,0 0 0,1-1 0,-1 1 0,1 0-1,0-1 1,0 1 0,0-1 0,4 7 0,-4-9-29,0 0-1,0 0 1,0 0 0,1 0 0,-1-1 0,0 1 0,0 0-1,1-1 1,-1 1 0,0-1 0,1 1 0,-1-1 0,1 0-1,-1 0 1,0 1 0,1-1 0,-1 0 0,1 0-1,-1 0 1,1 0 0,-1-1 0,0 1 0,1 0 0,-1-1-1,1 1 1,-1-1 0,2 0 0,17-5-199,-1 0 1,28-14-1,-40 17 391,-1 0 1,0-1-1,0 0 0,0 0 1,-1 0-1,0-1 0,1 0 1,-2 0-1,1 0 1,0 0-1,3-7 0,-3 5 1301,-6 11-778,-2 9-657,1 3-178,-3 42-377,9-23-5298,-4-34 5402,0 0-1,0-1 1,1 1 0,-1-1 0,0 1 0,6 3-4533,-5-4 4533,-1 0 0,1 0 0,-1 1 0,1-1 0,0 0 0,-1 0-1,2 0 1,13-1-7295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7139,'2'19'9825,"5"1"-5203,23 35-2274,-26-51-2304,1 1 1,-1 0-1,1-1 1,0 0-1,0 0 1,0-1-1,1 1 1,-1-1-1,1 0 1,0 0-1,-1-1 1,1 0-1,1 0 1,-1 0-1,0-1 1,0 0-1,8 0 1,-7 0-24,0 0 0,0-1 0,0 0 0,0 0 0,0 0 0,-1-1 1,1 0-1,0-1 0,0 0 0,-1 0 0,1 0 0,-1-1 0,1 0 1,-1 0-1,8-6 0,-11 7 114,-1-1 1,0 0-1,0 0 1,0 0 0,-1 0-1,1 0 1,-1 0-1,1 0 1,-1-1-1,0 1 1,0-1 0,-1 1-1,1 0 1,-1-1-1,1 1 1,-1-1-1,0 0 1,0 1-1,-1-1 1,1 1 0,-1-1-1,0 1 1,0 0-1,0-1 1,0 1-1,-1 0 1,1 0-1,-4-5 1,4 5-60,0 0 1,-1 0-1,1 0 1,-1 1-1,0-1 0,0 0 1,0 1-1,0-1 1,0 1-1,0 0 1,-1 0-1,1 0 0,-1 0 1,0 0-1,0 1 1,1-1-1,-1 1 0,0-1 1,0 1-1,0 0 1,0 0-1,-1 1 0,1-1 1,0 1-1,0-1 1,0 1-1,-1 0 0,1 0 1,0 1-1,0-1 1,-5 2-1,-2 2 34,0 0 0,1 1 0,0 1 1,0-1-1,1 2 0,-1-1 0,1 1 0,0 0 0,1 1 0,0 0 0,0 0 1,1 0-1,0 1 0,0 0 0,-7 17 0,11-22-260,0 1 1,0 0-1,0 0 0,1 1 1,0-1-1,0 0 0,0 0 1,0 1-1,1-1 0,0 0 1,0 1-1,0-1 0,1 0 1,0 1-1,0-1 0,0 0 0,1 0 1,-1 0-1,1 0 0,1 0 1,-1 0-1,1 0 0,-1-1 1,1 1-1,1-1 0,-1 0 1,0 0-1,1 0 0,0 0 1,0-1-1,0 1 0,7 3 1,29 14-4830,11-4-1218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3650,'4'-16'1305,"13"-44"6303,-16 56-6118,1 0-1,0 1 1,0-1 0,0 0-1,0 1 1,1 0 0,4 0 4184,-3 23-4357,31 153 1361,11 74-2571,-47-262-99,1-1 0,0 1 0,1 0 0,1 0 0,0 0 0,1 0 0,5-15 0,-7 23-53,1 0 0,1-1 0,-1 2 1,1-1-1,0 0 0,1 1 0,0-1 0,0 1 0,0 0 0,1 0 0,-1 0 0,1 1 0,1 0 0,-1 0 0,1 0 1,0 1-1,13-8 0,-17 11 17,1 1 0,0-1 0,0 1 0,0 0 1,0 0-1,-1 0 0,1 0 0,0 0 0,0 0 1,0 1-1,0 0 0,-1-1 0,1 1 1,0 0-1,0 0 0,-1 0 0,1 1 0,-1-1 1,1 1-1,-1-1 0,0 1 0,0 0 0,1 0 1,-1 0-1,-1 0 0,4 5 0,4 3-75,-1 1 1,0 0-1,-1 0 0,7 17 0,-11-22 103,0 1-1,-1-1 0,0 1 1,0 0-1,-1 0 1,0-1-1,0 1 1,-1 0-1,1 0 1,-2 0-1,1 0 1,-1 0-1,0 0 1,-3 10-1,3-14 34,0 0 0,0 0-1,0 0 1,-1 0 0,1 0 0,-1 0-1,0 0 1,0 0 0,0-1 0,0 1 0,-1-1-1,1 1 1,-1-1 0,1 0 0,-1 0-1,0 0 1,0 0 0,0-1 0,0 1-1,0-1 1,0 0 0,0 0 0,-1 0-1,1 0 1,0 0 0,-1-1 0,1 1 0,0-1-1,-1 0 1,1 0 0,-7-1 0,1 0 12,0-1 1,0 0 0,1 0 0,-1-1 0,0 0 0,1 0-1,0-1 1,0 0 0,0 0 0,0-1 0,0 0-1,1-1 1,0 1 0,0-1 0,1-1 0,-11-12 0,13 13-3932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17 5090,'-8'-12'12457,"-1"7"-6244,-17 13-3252,24-7-2891,-6 2 423,-11 4 139,1 1 0,-26 16 1,41-22-622,-1 1 1,1-1 0,0 0 0,0 1-1,-1-1 1,2 1 0,-1 0 0,0 0 0,1 0-1,-1 1 1,1-1 0,0 0 0,0 1-1,0 0 1,1-1 0,-1 1 0,1 0 0,0 0-1,-1 4 1,2-6-17,0-1 1,0 1-1,0 0 0,0 0 1,1-1-1,-1 1 0,0 0 0,1 0 1,-1-1-1,1 1 0,0 0 1,-1-1-1,1 1 0,0-1 1,0 1-1,0-1 0,0 1 0,0-1 1,0 0-1,3 2 0,-2-1-38,1 0 0,0 0 0,1 0 0,-1-1 0,0 1 0,0-1 0,1 0 0,-1 0 0,7 1 0,1 0-159,0-1 0,0-1-1,0 0 1,1 0 0,15-4 0,-23 4 182,1-1 0,0 0 0,0-1 1,-1 1-1,1-1 0,-1 0 0,1 0 0,-1-1 0,0 1 1,0-1-1,0 0 0,0 0 0,6-6 0,-3-1 186,0 0 0,0 0 0,-1-1 0,6-13 0,-10 20-80,2-1 160,-3 14-114,0 5-116,0 7 22,6 36-1,6-24-2005,-11-28 1146,1 0 0,1 0 0,-1 0 0,1 0 0,0-1 0,0 1 0,0-1 0,1 0 0,-1-1 0,1 1 0,0-1 0,6 3 0,11-1-6229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6035,'2'20'15323,"2"6"-10062,3 36-3571,-7 25-47,-2-55-1615,2 0-1,1 0 1,1 1 0,2-1-1,16 60 1,-20-91-214,0 1 0,1 0 1,-1-1-1,1 1 0,0-1 1,-1 1-1,1-1 0,0 0 0,0 1 1,0-1-1,0 0 0,0 0 1,0 1-1,0-1 0,1 0 0,-1 0 1,0 0-1,2 0 0,-1 0-370,-1-1 0,1 0-1,-1 1 1,1-1 0,-1 0-1,1 0 1,-1 0 0,1-1-1,-1 1 1,0 0 0,1 0-1,-1-1 1,3 0 0,14-5-7536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24 10565,'0'-2'520,"-1"1"0,1 0 0,-1-1 1,1 1-1,-1 0 0,0 0 0,1 0 0,-1-1 0,0 1 1,0 0-1,0 0 0,0 0 0,0 1 0,0-1 1,0 0-1,0 0 0,-1 0 0,1 1 0,0-1 1,0 1-1,-1-1 0,1 1 0,0-1 0,-1 1 0,-2-1 1,0 1-75,0 0 0,0 0 1,-1 1-1,1-1 1,0 1-1,0 0 0,0 0 1,-7 3-1,-6 4-158,0 0 0,1 1 0,-18 13 0,24-15-242,1 0 1,1 1 0,-1 0 0,1 0-1,-12 17 1,18-23-65,1 0-1,-1 0 0,0 0 1,1 1-1,-1-1 1,1 0-1,0 1 0,0-1 1,0 1-1,0-1 1,1 1-1,-1 0 0,1-1 1,-1 1-1,1 0 1,0 0-1,0-1 0,0 1 1,0 0-1,1-1 1,-1 1-1,1 0 0,-1-1 1,1 1-1,0-1 1,0 1-1,0-1 0,1 1 1,-1-1-1,2 3 1,-2-4-12,1 0 0,-1 0 0,0 0 0,0 0 0,1 0-1,-1 0 1,0-1 0,1 1 0,-1 0 0,1-1 0,-1 1 0,1-1 0,-1 0 0,1 1 0,-1-1 0,1 0 0,0 0 0,-1 0 0,1 0 0,-1 0 0,1-1 0,-1 1 0,1 0 0,-1-1 0,1 1 0,-1-1 0,3 0 0,5-4-165,0 1-1,-1-1 1,12-9 0,-5 4 77,47-32 34,-56 37 260,0 0 1,0 0 0,-1 0-1,0-1 1,0 0-1,0 0 1,5-11 0,-9 18 17,-1 14-303,2 62-20,5-41-2286,7-8-3581,-5-19 407,5-6-1844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7427,'8'-6'11311,"-7"6"-11006,8 11 3994,2 18-1835,-7-13-1525,0 1-1,1 25 0,2 12 49,-6-54-993,-1 0 0,0 0 0,1 0 1,-1 0-1,0 0 0,1 1 0,-1-1 0,0 0 0,0 0 0,1 0 0,-1 0 0,0 0 0,1 0 0,-1 0 0,0 0 1,1-1-1,-1 1 0,0 0 0,1 0 0,-1 0 0,0 0 0,1 0 0,-1 0 0,0-1 0,0 1 0,1 0 1,-1 0-1,0 0 0,0-1 0,1 1 0,-1 0 0,0 0 0,0-1 0,0 1 0,1 0 0,-1-1 0,0 1 0,11-11-310,8-10 186,1 0 0,0 2 1,2 0-1,0 2 1,1 0-1,34-18 1,-64 80 2452,6-43-2457,-1 10 341,0 0 0,0 1-1,1 22 1,8-7-7284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10165,'0'3'16593,"1"-3"-16538,-1 0 0,0 0 0,0 0-1,0 0 1,0 0 0,0 0 0,0 1-1,0-1 1,0 0 0,0 0 0,0 0-1,0 0 1,0 0 0,0 0 0,0 1-1,0-1 1,0 0 0,0 0 0,0 0-1,0 0 1,0 0 0,0 1 0,0-1-1,0 0 1,0 0 0,0 0 0,0 0-1,0 0 1,0 0 0,0 1 0,0-1-1,0 0 1,0 0 0,-1 0 0,1 0-1,0 0 1,0 0 0,0 0 0,0 0-1,0 1 1,0-1 0,0 0 0,-1 0-1,1 0 1,0 0 0,0 0-1,0 0 1,0 0 0,0 0 0,0 0-1,-1 0 1,1 0 0,0 0 0,0 0-1,0 0 1,0 0 0,-1 0 0,-18 9 877,5-3-767,1 1 0,-1 0-1,2 1 1,-24 18-1,33-24-206,1 1-1,0-1 1,-1 1-1,1-1 0,0 1 1,0 0-1,0 0 1,1 0-1,-1 0 0,1 0 1,-1 0-1,1 1 1,0-1-1,0 0 0,1 1 1,-1-1-1,1 0 1,-1 1-1,1-1 0,0 1 1,0-1-1,1 1 1,-1-1-1,1 1 0,0-1 1,0 0-1,1 5 1,-1-6-125,0 1 0,0-1 0,0 0 0,0 0 1,1 0-1,-1 0 0,1 0 0,-1 0 0,1 0 1,0 0-1,-1 0 0,1-1 0,0 1 0,0-1 0,0 1 1,0-1-1,1 0 0,-1 0 0,0 0 0,4 2 1,3-2-1331,-1 1 1,0-2 0,0 1 0,0-1 0,9-1 0,-14 1 850,33-1-8049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 5122,'-4'14'11251,"5"1"-4597,0-12-6258,-1 0 0,1-1 0,1 1 0,-1 0 0,0-1 0,0 1 0,1-1 0,0 0 0,2 3 0,-3-3-415,1 1 1,0-1-1,0 0 1,1-1-1,-1 1 1,0 0-1,1-1 1,-1 1-1,1-1 1,-1 0 0,1 0-1,0 0 1,0 0-1,-1 0 1,1-1-1,0 1 1,0-1-1,0 0 1,0 1-1,-1-1 1,5-1-1,23-3 296,-11 2-474,0-1-1,19-6 1,-34 8 178,-1 0 1,1 0-1,-1 0 1,0-1-1,0 1 1,1-1-1,-1 0 1,0 0-1,-1 0 1,1 0-1,0 0 1,0-1-1,-1 1 1,0-1-1,1 0 1,-1 0-1,2-4 1,-3 6 24,-1 0 1,0 0 0,0 0-1,0 0 1,0 0-1,0 0 1,0-1-1,0 1 1,0 0-1,0 0 1,0 0-1,0 0 1,-1 0 0,1 0-1,-1 0 1,1 0-1,0 0 1,-1 0-1,0 0 1,1 0-1,-1 0 1,0 0 0,1 0-1,-1 0 1,0 1-1,0-1 1,0 0-1,1 1 1,-1-1-1,0 0 1,0 1-1,0-1 1,0 1 0,0 0-1,0-1 1,0 1-1,-2-1 1,-44-12 430,44 12-459,-5 0 297,1-1 0,-1 1 0,1 0 0,-1 1 0,0 0 1,1 0-1,-1 1 0,1 0 0,-13 3 0,17-3-176,0 0 0,0 1 0,0-1-1,0 1 1,0 0 0,1-1 0,-1 2 0,1-1 0,-1 0 0,1 0 0,0 1 0,0-1 0,0 1 0,0-1 0,0 1-1,1 0 1,-1 0 0,1 0 0,0 0 0,0 0 0,0 0 0,0 0 0,0 1 0,1-1 0,-1 3 0,1 0-57,-1-1 1,1 1 0,0-1 0,0 1-1,1-1 1,-1 1 0,1-1 0,0 1-1,1-1 1,0 0 0,-1 0 0,2 0-1,-1 0 1,0 0 0,1 0 0,0 0 0,0-1-1,6 6 1,-6-6-208,1-1-1,-1 0 1,1 1 0,0-2-1,1 1 1,-1 0 0,0-1-1,1 0 1,-1 0 0,1 0 0,0-1-1,-1 1 1,7 0 0,64 7-8573,-28-4 3082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15 7716,'0'0'88,"0"0"1,0 0 0,0-1 0,0 1 0,0 0 0,0 0 0,0 0 0,0 0 0,0 0 0,0-1 0,0 1 0,0 0 0,0 0 0,0 0 0,0 0 0,0 0 0,0-1 0,0 1-1,0 0 1,0 0 0,0 0 0,0 0 0,0 0 0,0 0 0,-1 0 0,1-1 0,0 1 0,0 0 0,0 0 0,0 0 0,0 0 0,0 0 0,-1 0 0,1 0 0,0 0 0,0 0-1,0 0 1,0 0 0,0 0 0,0 0 0,-1 0 0,1 0 0,0 0 0,0 0 0,0 0 0,0 0 0,0 0 0,-1 0 0,-1 10 1329,12 6 8896,-7-9-9133,-3-7-908,-1 14 130,-1-6-88,9-18-116,3-11-228,-9 17 32,1 0 0,0 0 0,0 0 0,0 0 0,0 0 0,0 1 0,4-5 0,-8 10 92,1-1 0,0 0-1,-1 0 1,1 1 0,0-1 0,-1 1 0,1-1-1,0 1 1,0-1 0,0 1 0,1 0 0,-1 0-1,0-1 1,0 3 0,1-1 477,2-9-170,-2 5-240,-30 58 1255,-38 50-160,52-83-1196,-8 10 271,-21 43 0,-288 595 306,304-621-638,21-40 0,1 1 0,0-1 0,1 1 0,1 0 0,0 1 0,-6 23 0,10-36-22,1 1 0,0-1 0,0 1 0,0-1 0,0 1 1,0-1-1,0 1 0,0-1 0,0 1 0,0-1 0,0 1 0,0-1 0,0 1 0,0-1 0,0 1 1,0-1-1,0 1 0,0-1 0,1 1 0,-1-1 0,0 1 0,0-1 0,1 0 0,-1 1 0,1 0 1,8-5 1438,1-8-3891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471 881 3602,'2'-5'659,"-1"0"0,1 0 1,-1 0-1,0 0 0,0 0 0,-1 0 1,0 0-1,1 0 0,-2 0 1,1 0-1,-2-5 0,2 4-147,-1 0 0,1 0 0,0 0-1,0 0 1,0 0 0,1 0 0,0 0 0,0 1 0,2-7 0,2 1-349,1 2 1,-1-1-1,1 1 1,1-1-1,0 2 1,0-1-1,1 1 1,0 0-1,1 1 1,14-11-1,10-4 12,59-29-1,22-2-36,3 4-1,219-59 1,259-9-103,-476 100-42,0 5 0,165 4 0,-260 10 24,0 1-1,0 1 1,-1 1 0,1 1-1,-1 1 1,24 11 0,1 4 509,73 48 0,-90-51-176,1-1-1,1-2 1,1-1 0,42 13 0,-52-22-362,1 0-1,0-1 0,0-2 1,0 0-1,1-2 1,-1-1-1,27-3 0,-8-2 68,0-2 0,0-2 0,-1-3 1,0-1-1,53-23 0,-74 26-27,0-1 0,-1-1 0,0-1 0,-1 0 0,0-2 0,-1 0 0,-1-1 0,0-1 0,-1-1 0,-1 0 0,17-26 0,-26 32 82,0 0 0,0-1 0,-2 0 0,6-18 0,-9 27-13,-1 0 0,0 0 0,0 0-1,0 0 1,-1-1 0,1 1-1,-1 0 1,0 0 0,0-1 0,-1 1-1,1 0 1,-1 0 0,0 0 0,0 0-1,0 0 1,-1 0 0,1 0-1,-4-5 1,4 8-93,1 0 1,-1 0-1,1 0 0,-1 0 1,0 1-1,0-1 0,1 0 1,-1 1-1,0-1 0,0 0 0,0 1 1,0-1-1,0 1 0,1-1 1,-1 1-1,0 0 0,0-1 1,0 1-1,0 0 0,0 0 0,0 0 1,-1 0-1,1 0 0,0 0 1,-2 0-1,1 1 1,0-1 1,0 1-1,-1 0 0,1 0 1,0 0-1,0 1 0,0-1 1,0 0-1,0 1 1,-3 3-1,-2 2 0,0 1 1,1 1-1,0-1 0,-6 12 1,2 1-3,1 1 0,1 0 0,0 0 1,2 0-1,1 1 0,1 0 0,-2 28 1,4-10 7,1 1 1,2 0-1,8 48 1,-1-43 9,3-1-1,1-1 1,3 0 0,1 0 0,3-2 0,1 0 0,30 47 0,205 263 213,-172-247-118,-54-69-99,-2 1 1,31 56-1,-52-81 81,0 0 0,-1 0 0,0 0 0,-1 0 0,0 1 0,-1 0 0,0-1 0,-2 1 0,1 0 0,-2 0 0,0 0 0,-2 21 0,-3-15 66,0-1 0,-1 1 0,-1-1 0,-1-1 0,0 0 0,-1 0 0,-1 0 0,-1-1 0,-15 17 0,-15 16 161,-71 66-1,-471 372 260,376-326-528,161-127 9,2 3-1,1 1 0,-73 89 0,105-114-107,1 1 0,0 0 0,1 0 0,1 1-1,1 0 1,0 1 0,1-1 0,1 1 0,0 0 0,1 1-1,1-1 1,1 1 0,0 0 0,2-1 0,0 1 0,1 0-1,3 21 1,3-13 46,1 1 1,2-1-1,0-1 0,1 0 0,25 39 0,-19-36 6,-2 1-1,-1 0 0,13 42 0,-24-61-3,-1 1 1,0-1-1,0 1 1,-1 0-1,0 0 1,-1 0-1,0 0 1,-1-1-1,-1 1 0,1 0 1,-2 0-1,1-1 1,-1 1-1,-5 9 1,-3 4 138,-2 0 0,0-1 0,-1-1 0,-1 0 1,-35 37-1,-106 89 456,68-69-510,41-34-87,1 1-1,-68 90 1,103-121-18,1 0 1,1 1-1,0-1 0,1 2 1,1-1-1,0 1 1,2 1-1,0-1 1,0 1-1,2-1 0,0 1 1,1 0-1,1 0 1,3 35-1,1-33 12,1 1 1,1-1-1,1-1 0,0 1 0,2-1 0,19 35 0,76 100-632,-67-105 444,34 61 0,-60-93 296,-2 0 0,0 1 0,-1 1 0,-1-1 0,-1 1 0,0 0 0,3 32 0,-7-39-98,-1-1 1,-1 0 0,0 0-1,0 0 1,-1 0 0,0 0-1,-1-1 1,0 1-1,-1-1 1,0 1 0,0-1-1,-1 0 1,-1-1 0,0 1-1,0-1 1,-1 0 0,0-1-1,0 1 1,-1-1-1,0-1 1,0 0 0,-14 9-1,-8 4 107,0-2 0,-1-2 0,-1 0 0,-1-3 0,-63 19 0,22-12 10,-1-3 1,0-3-1,-1-4 1,0-3-1,-1-4 1,-120-9-1,134 0-208,0-3 0,0-3 0,1-3 0,1-2 0,0-3 0,2-3 0,0-2 0,-72-43 0,62 24 103,2-3 0,2-4 0,2-2 0,2-2 0,3-4 0,3-1 0,2-3 1,3-3-1,3-1 0,3-3 0,-54-115 0,79 144-18,2-2-1,2 1 1,2-2 0,2 0 0,2 0-1,1-1 1,3 0 0,1-1-1,3 1 1,1 0 0,3-1 0,1 1-1,3 0 1,22-81 0,12 8-2,73-144 1,25-69 9,-132 312 3,-1 0 0,-1-1 1,-1 1-1,-1-1 0,2-29 0,-5 42-3,0 0-1,-1-1 0,0 1 0,0 0 0,0 0 1,-1 0-1,0 0 0,-1 0 0,0 0 0,0 0 1,0 1-1,0 0 0,-1-1 0,0 1 0,-1 1 1,1-1-1,-1 1 0,-8-7 0,-15-9 22,-1 1 0,0 2-1,-2 1 1,0 1 0,-62-21-1,57 25-24,2-2 0,0-2 0,1-1 0,-57-40 0,82 51-31,0-1 0,1 0 0,0 0 1,1-1-1,0 0 0,0 0 0,1 0 0,0-1 0,0 0 0,1 0 1,0 0-1,0 0 0,1-1 0,1 1 0,-1-1 0,1 0 1,1 0-1,0 0 0,1 0 0,0 0 0,0 0 0,3-14 0,3-12-109,2 1 0,2 0 0,1 1 0,29-63 0,28-40-189,5 2 0,6 4 0,107-133-1,-182 258 340,40-52 319,-2-2-1,53-101 0,-85 141-206,-1 0 1,-1-1-1,-1 0 0,-1 0 0,-1 0 1,-1-1-1,-1 1 0,-1-1 0,0 0 0,-2 0 1,0 0-1,-2 0 0,-4-22 0,5 37-133,-1 0 0,1-1-1,1 1 1,-1 0 0,1 0-1,1-1 1,-1 1-1,1 0 1,0-1 0,1 1-1,0 0 1,5-13 0,-3 13-24,1-1 1,0 1 0,0 0-1,0 0 1,1 0 0,0 1-1,0 0 1,1 0 0,-1 1-1,13-8 1,8-3-16,0 2 0,1 1 0,38-12 0,26-13-370,-90 37 357,-1 1 0,1-1 0,-1 0 0,1 1 0,-1-1 0,0 0 0,1 0 0,-1 0 0,0 0 0,0 0 0,0 0 0,0 0 0,0-1 0,0 1 0,0 0 0,0 0 0,0-1 0,-1 1 0,1-1 0,0 1 0,-1-1 0,1-1 0,-1 1-409,0 1 1,-1-1 0,1 0-1,0 1 1,-1-1 0,1 1-1,-1-1 1,0 1 0,1-1-1,-1 1 1,0-1 0,0 1-1,0 0 1,0-1 0,0 1-1,0 0 1,-1 0 0,1 0-1,-3-2 1,-6-6-8728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45 2753,'-24'-17'1687,"22"15"-1215,-1 0 1,1 0 0,0 0 0,-1 0 0,0 1 0,1-1 0,-1 0 0,0 1-1,0 0 1,1 0 0,-6-8 6633,9 19-3929,-1-2-2675,1 0 1,0 0-1,1 0 1,-1 0 0,2 0-1,-1 0 1,1-1-1,0 1 1,0-1-1,1 0 1,9 14-1,5 2 605,1 0-1,23 21 0,-25-28-635,-1 1-1,-1 1 1,25 37 0,150 289 1140,-156-291-1611,2-3 0,47 51 0,34 47 0,-97-119 0,1-1 0,1-2 0,1 0 0,2-1 0,43 33 0,-52-42 1084,-15-8-3500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1922 4082,'-13'23'11266,"10"-32"-3837,-4-16-4090,8 4-2527,2 0 0,0 0 0,1 0 0,12-36 0,-16 57-777,1 0 0,-1 0 0,0-1 0,0 1-1,1 0 1,-1-1 0,0 1 0,0 0-1,0-1 1,0 1 0,0 0 0,0-1 0,0 1-1,1-1 1,-1 1 0,0 0 0,0-1-1,0 1 1,0 0 0,-1-1 0,1 1 0,0 0-1,0-1 1,0 1 0,0-1 0,0 1-1,0 0 1,0-1 0,-1 1 0,1 0 0,0 0-1,0-1 1,-1 1 0,1 0 0,0-1-1,0 1 1,-1 0 0,1 0 0,0 0 0,-1-1-1,-15 4 689,-3 1-426,19-4-293,-1 0 0,1-1-1,-1 1 1,1 0 0,0 0 0,-1 0 0,1 0 0,0 0-1,-1-1 1,1 1 0,-1 0 0,1 0 0,0 0-1,-1-1 1,1 1 0,0 0 0,0-1 0,-1 1 0,1 0-1,0-1 1,-1 1 0,1 0 0,0-1 0,0 1-1,0 0 1,0-1 0,-1 1 0,1-1 0,0 1-1,0 0 1,0-1 0,0 1 0,0-1 0,0 1 0,0 0-1,0-1 1,0 0 0,0-45-10,2 0 0,3 0 0,1 0-1,2 0 1,2 1 0,2 0 0,2 1 0,2 1 0,37-73 0,-3 33-294,4 2-1,3 2 1,4 3 0,3 2 0,144-127 0,-191 187 299,97-78 107,-103 84-57,1 0 1,0 1-1,1 1 0,0 0 1,0 1-1,0 0 1,0 1-1,16-3 0,-20 6-13,1 0-1,-1 1 1,1 0-1,-1 1 1,1 0-1,-1 0 1,0 1-1,0 0 1,13 6-1,8 4 42,41 24 0,-50-24-46,1-1-1,-1-1 0,44 13 0,-32-17-85,0-1 0,0-2 0,0-1 0,0-1 0,1-2 1,49-8-1,-19-3-110,0-2 1,86-31-1,-85 22-99,-1-4-1,119-68 1,-151 75 305,-2-1 0,0-1 0,-2-1 1,-1-2-1,0 0 0,-2-2 0,29-40 0,-45 54 210,0-1 0,11-26 0,-18 36-205,0-1 0,0 1 1,-1-1-1,0 1 0,0-1 1,0 0-1,0 1 0,-1-1 0,0 0 1,0 0-1,0 1 0,-1-1 0,0-6 1,1 11-52,-1-1 0,1 0 0,0 1 0,0-1 0,0 1 0,0-1 0,0 1 0,0-1 0,-1 1 0,1-1 0,0 1 0,-1-1 0,1 1 0,0-1 0,-1 1 0,1-1 0,0 1 0,-1 0 0,1-1 0,-1 1 0,1 0 0,-1-1 0,1 1 0,0 0 0,-1-1 0,0 1 1,1 0-1,-1 0 0,1 0 0,-1 0 0,0-1 0,0 2-5,0-1 1,-1 1 0,1-1 0,0 1 0,0-1-1,0 1 1,0 0 0,0-1 0,0 1 0,0 0-1,0 0 1,1 0 0,-3 1 0,-20 35-98,18-26 107,1-1-1,1 1 1,-1-1 0,2 1 0,-1 0-1,1 0 1,1 0 0,0 0 0,1 1-1,2 20 1,0-13 30,2-1-1,0 0 1,2 1 0,0-2-1,15 33 1,8 1 105,2-1 1,2-1 0,44 50 0,75 69 114,163 145-199,-145-154-51,-112-107 0,94 100 0,-129-127 0,20 19 0,-2 2 0,-2 2 0,45 72 0,-73-101 0,-1 0 0,-1 1 0,-1 0 0,-1 1 0,8 37 0,-12-43 0,-1-1 0,-1 1 0,-1 0 0,0 0 0,-1 0 0,0-1 0,-1 1 0,-1 0 0,-7 22 0,-1-7 0,-2-1 0,-1 0 0,-1-2 0,-2 1 0,0-2 0,-2 0 0,-1-1 0,-1-1 0,-32 28 0,-16 9 0,-152 98 0,78-67 0,-109 74 0,210-134 0,1 1 0,2 2 0,-57 66 0,81-83 0,1 1 0,1 1 0,1 0 0,0 1 0,2 0 0,0 1 0,1 0 0,-10 45 0,15-47 0,1 0 0,0 1 0,2-1 0,1 1 0,0-1 0,2 0 0,0 1 0,1-1 0,1 0 0,12 33 0,0-13 0,1 0 0,2-2 0,40 60 0,86 99 0,-94-135 0,-4 2 0,75 134 0,-114-181 0,0 1 0,-1-1 0,0 1 0,-2 1 0,0-1 0,-1 1 0,-1 0 0,-1 0 0,-1 0 0,0 0 0,-2 0 0,0 0 0,-1 0 0,0 0 0,-2 0 0,0-1 0,-2 1 0,0-1 0,0 0 0,-2-1 0,-14 25 0,-1-5 0,-2-1 0,-1-1 0,-2-1 0,-1-2 0,-55 48 0,-186 123 0,-14 14 0,264-199 0,1 0 0,1 2 0,1 0 0,-25 39 0,37-51 0,0 1 0,0 0 0,1 0 0,1 0 0,-1 0 0,1 1 0,1 0 0,0-1 0,0 1 0,1 0 0,0 0 0,1 0 0,0 0 0,1 0 0,2 16 0,2-11 0,0 0 0,1 0 0,0 0 0,1-1 0,1 0 0,0 0 0,1-1 0,1 0 0,0 0 0,15 14 0,18 15 0,67 49 0,-91-76 0,137 103 0,-50-40 0,112 106 0,-214-180 0,8 8 0,0 0 0,-1 1 0,0 0 0,12 20 0,-21-31 0,-1 0 0,1 1 0,-1-1 0,0 0 0,0 1 0,0-1 0,0 1 0,0 0 0,-1-1 0,1 1 0,-1 0 0,1 0 0,-1-1 0,0 1 0,0 0 0,-1-1 0,1 1 0,0 0 0,-1 0 0,0-1 0,1 1 0,-1-1 0,0 1 0,0-1 0,-1 1 0,1-1 0,0 1 0,-1-1 0,0 0 0,1 0 0,-1 0 0,0 0 0,0 0 0,-3 2 0,-3 2 0,-2 0 0,1 0 0,-1-1 0,0-1 0,0 1 0,0-1 0,-13 2 0,-78 14 0,86-18 0,-104 13 0,-141 0 0,-123-24 0,-20-29 0,341 28 0,1-4 0,0-1 0,1-4 0,-80-36 0,116 44 0,1-2 0,1-1 0,0 0 0,1-2 0,1 0 0,0-2 0,1 0 0,-22-28 0,13 10 0,3-2 0,1-1 0,-37-80 0,-5-22 0,-6 4 0,-6 3 0,-156-205 0,143 228 0,-62-80 0,129 158 0,3-1 0,0 0 0,-29-74 0,44 94 0,2 0 0,-1-1 0,2 0 0,0 1 0,1-1 0,0-1 0,2 1 0,-1 0 0,2 0 0,0 0 0,1 0 0,0 0 0,1 0 0,1 0 0,0 1 0,1 0 0,1-1 0,0 2 0,1-1 0,0 1 0,1 0 0,1 1 0,0-1 0,1 2 0,13-14 0,32-25 0,1 3 0,111-70 0,55-43 0,-198 139 0,-1-1 0,-1-2 0,-1 0 0,-1 0 0,-1-2 0,26-47 0,-33 51 0,-2 0 0,0-1 0,-2-1 0,0 1 0,7-42 0,-13 52 0,-1 0 0,0 0 0,-1 0 0,-1-1 0,0 1 0,0 0 0,-1 0 0,-1 0 0,0 0 0,-1 1 0,0-1 0,-9-16 0,1 8 0,0 0 0,-2 1 0,0 1 0,-1 0 0,-20-18 0,-93-77 0,93 86 0,1-1 0,2-1 0,1-2 0,-36-47 0,61 70 0,0-1 0,1 1 0,0-1 0,0-1 0,2 1 0,-1 0 0,1-1 0,0 0 0,1 0 0,1 0 0,-1 0 0,2 0 0,-1 0 0,2 0 0,-1 0 0,2 0 0,-1 0 0,2 0 0,-1 0 0,1 1 0,1-1 0,7-14 0,74-141 0,2-2 0,-74 134 0,-1-1 0,-1 1 0,-2-2 0,-2 1 0,-1-1 0,-2-1 0,0-54 0,-5 62 0,-2-1 0,-1 1 0,-1 0 0,-1 0 0,-1 1 0,-2 0 0,-1 0 0,-1 1 0,-26-45 0,13 33 0,-2 2 0,-1 2 0,-2 0 0,-1 2 0,-53-45 0,12 21 0,-132-81 0,161 110 0,45 27-33,13 4 116,18 7-864,-18-2-2562,0 3-4957,-4-5-120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4210,'37'1'12780,"17"0"-8393,119 1-4530,621 24 3110,-232-4 39,-503-20-2434,117-2 3127,-166 1-3767,-21 14-12563,1-3 6450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234 110 4130,'-31'-10'1763,"-1"0"0,-33-5 0,5 2-863,51 11-701,5 1 430,0 1 1,0-1 0,0 0 0,1 0 0,-1-1 0,0 1 0,-6-5-1,21 3 5707,16-4-2670,-13 5-3205,1 1-1,-1 0 0,28 2 1,1 0 138,300-18 1741,1 1-824,400 14-606,-383 4-908,-359-2-2,23 1 0,-23 3 0,-12 3 0,-7 0-1425,-10-4-6101,4-7-1819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51 2609,'-1'-1'247,"1"0"0,-1 0 0,1-1 0,-1 1 0,1 0 0,-1 0-1,1 0 1,0 0 0,0-1 0,0 1 0,-1 0 0,1 0 0,0-1 0,0 1-1,1 0 1,-1 0 0,0-1 0,0 1 0,1 0 0,-1 0 0,0 0 0,1 0 0,0 0-1,-1-1 1,1 1 0,-1 0 0,1 0 0,0 0 0,0 0 0,0 1 0,-1-1 0,1 0-1,0 0 1,0 0 0,0 1 0,0-1 0,0 0 0,2 0 0,7-7 3514,-14 35 2084,-1 5-3974,12 205 2890,-1-156-3576,-7 117 0,-18 0 55,3-61-900,4 218 1,13-348-341,5 242 0,-8-192 0,-2-1 0,-15 78 0,11-98 0,-27 162 0,31-156 0,2 0 0,1-1 0,8 55 0,12 118 0,8 145 0,7 66 0,-23-318 0,-5 0 0,-5 1 0,-4 0 0,-21 130 0,2-82 0,-4 181 0,1 185 0,25-507 0,-3 81 0,17 161 0,-5-175 0,-1 151 0,-7-190 0,10 71 0,2 28 0,-17-90 0,2-38 0,1 0 0,0 0 0,1-1 0,2 15 0,3-5 0,-4-18 0,1 0 0,-1 0 0,0 0 0,-1 0 0,1 0 0,-1 0 0,0 0 0,0 0 0,-2 9 0,-10-49-15568,9 30 12181,-6-15-6583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7892,'0'0'332,"-1"-1"0,1 1-1,-1-1 1,1 1 0,-1-1 0,0 1 0,1 0 0,-1-1 0,0 1 0,1 0 0,-1-1 0,0 1 0,1 0 0,-1 0 0,0 0 0,0 0 0,1 0 0,-1 0 0,0 0 0,0 0 0,1 0 0,-2 0 0,2 13 5061,19 22 590,14 3-3188,51 45 0,-25-27-2521,-43-37-274,-1 0 0,-1 1 0,-1 0 0,-1 1 0,-1 1 0,12 30 0,6 10 0,-27-58 700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9 7411,'-24'-8'17892,"5"9"-15943,5 0-1450,0 1 0,0-1-1,0 2 1,0 0-1,1 1 1,-1 0-1,1 1 1,0 1-1,0 0 1,-19 12 0,-8 9-552,-64 56 0,77-60 189,-11 10-136,1 1 0,-33 40 0,62-59 747,8-15-799,0 0 0,0 0 0,0 1 0,1-1 0,-1 0 0,0 0 0,0 0-1,0 1 1,0-1 0,0 0 0,1 0 0,-1 0 0,0 0 0,0 0 0,0 1 0,1-1 0,-1 0 0,0 0 0,0 0 0,0 0 0,1 0 0,-1 0 0,0 0 0,0 0 0,0 0-1,1 0 1,-1 0 0,0 0 0,0 0 0,1 0 0,-1 0 0,0 0 0,0 0 0,0 0 0,1 0 0,-1 0 0,0-1 0,3 1-1089,-1-1 1,1 0-1,-1 0 1,0 0-1,1 0 1,-1-1-1,0 1 1,0-1-1,0 1 1,3-4-1,8-11-12070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42 2689,'-10'-1'16474,"10"2"-16273,-20 15 3260,15-11-3113,-196 185 1816,159-153-2040,-65 47 1,23-20-102,66-46-44,20-15 157,13-7 72,4-3-354,0-2 1,-1 0-1,0-1 1,-1-1 0,0-1-1,-1 0 1,0-1-1,-1-1 1,22-26-1,3-10-1158,58-96-1,-44 62 1658,-52 81-201,0 0 0,0 0 0,0 0-1,0 1 1,0-1 0,1 0 0,-1 1 0,1 0 0,0 0 0,0 0 0,0 0 0,0 0-1,0 0 1,5-2 0,-5 33 2201,0-22-2017,-1 0 0,1-1 1,0 1-1,0-1 0,0 0 0,1 0 0,0 0 0,0 0 0,1-1 0,0 1 0,-1-1 0,2 0 0,10 7 0,3 1 74,2-1 0,40 17 0,-41-20-415,-1 0 0,0 1 0,30 21 0,-44-27 5,-1 1 0,0 0 0,1 0 0,-2 0 0,1 0 0,-1 1 0,5 9 0,3 6 0,-10-20 0,1 0 0,-1 0 0,0 0 0,0 0 0,1 0 0,-1 0 0,0 0 0,1-1 0,-1 1 0,1 0 0,-1-1 0,1 1 0,-1-1 0,4 1 0,6 3 0,-11-4 0,1 1 0,-1-1 0,0 0 0,0 0 0,0 0 0,0 1 0,0-1 0,0 0 0,0 0 0,0 1 0,0-1 0,0 0 0,0 0 0,0 0 0,1 1 0,-2-1 0,1 0 0,0 0 0,0 1 0,0-1 0,0 0 0,0 0 0,0 1 0,0-1 0,0 0 0,0 0 0,0 0 0,0 1 0,-1-1 0,1 0 0,0 0 0,0 0 0,0 0 0,0 1 0,-1-1 0,1 0 0,0 0 0,0 0 0,0 0 0,-1 1 0,0-2-302,0 0 0,0 1 1,0-1-1,0 0 0,0 1 0,0 0 0,0-1 0,0 1 1,0-1-1,0 1 0,0 0 0,0 0 0,-1 0 0,0 0 1,-13 8-6676,-7 2-3433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 3714,'-4'-4'336,"2"-2"-320,0 4-16,6 0-496,-4 6-273,2 0 193,-4 0 32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84 3073,'8'-9'2396,"0"0"0,-1-1 0,8-11 0,-14 18-1290,1 1-1,0-1 1,-1 0-1,0-1 1,1 1-1,-1 0 1,0 0-1,-1-1 1,1-3-1,-8 15 3432,-3 10-3503,2 2-346,0 0 1,2 0-1,0 0 1,-5 43-1,0 90-724,5-46 114,-7 16-78,-38 157 0,50-278 0,-8 40 0,8-35 0,8-27 0,3-6 0,2 0 0,1 1 0,1 0 0,1 2 0,27-35 0,-11 16 0,-15 19 0,24-26 0,-34 43 0,0 0 0,0 0 0,1 0 0,0 1 0,0 0 0,1 1 0,-1 0 0,13-5 0,-19 8 0,1 0 0,-1 1 0,1-1 0,-1 1 0,1 0 0,-1 0 0,1-1 0,0 1 0,-1 0 0,1 0 0,-1 0 0,1 1 0,0-1 0,-1 0 0,1 1 0,-1-1 0,1 1 0,-1-1 0,1 1 0,-1 0 0,0-1 0,3 3 0,-2-1 0,1 0 0,-1 1 0,0-1 0,0 1 0,0-1 0,-1 1 0,1 0 0,0 0 0,-1 0 0,2 5 0,-1-1 0,0 1 0,0-1 0,-1 0 0,0 1 0,0-1 0,0 1 0,-1-1 0,-1 1 0,0 8 0,-3-4 0,0-1 0,-1 1 0,-10 19 0,10-23 0,0 1 0,1 0 0,0 0 0,0 0 0,1 1 0,0-1 0,-2 17 0,4-16 0,-1 1 0,-1-1 0,0 1 0,0-1 0,-1 0 0,-8 14 0,6-11 0,0 1 0,-5 20 0,11-33 0,0 0 0,0 0 0,0 0 0,1 0 0,-1 0 0,0 0 0,1 0 0,-1 0 0,1 0 0,-1 0 0,1 0 0,0 0 0,-1 0 0,1 0 0,0 0 0,0-1 0,0 1 0,-1 0 0,1 0 0,0-1 0,0 1 0,0-1 0,0 1 0,0-1 0,0 1 0,0-1 0,0 0 0,0 1 0,1-1 0,0 0 0,40 10 0,-39-9 0,22 5 344,-5 0-4367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91 208 4290,'-1'4'17770,"-2"20"-14064,2-8-2724,0 1 0,-1-1 0,-4 17-1,-31 87 749,23-81-1630,-11 50-1,41-146-588,3 0-1,2 1 0,42-79 0,-30 66 110,-25 53 332,4-11-1,1 1 1,19-28 0,-28 48 29,-1 1 0,1 0 1,0 0-1,0 0 0,0 1 1,1 0-1,0 0 1,0 0-1,0 0 0,0 1 1,0-1-1,1 1 1,0 1-1,-1-1 0,1 1 1,8-2-1,-13 3 9,0 1 0,1 0 0,-1 0 0,0 0-1,0 0 1,0 0 0,0 0 0,1 0 0,-1 0 0,0 1 0,0-1-1,0 0 1,0 1 0,0-1 0,0 1 0,0-1 0,0 1-1,0-1 1,0 1 0,0 0 0,0-1 0,0 1 0,0 0 0,0 0-1,0 1 1,1 1 11,-1-1 0,0 1 0,0-1-1,0 1 1,0-1 0,0 1 0,-1 0-1,1 0 1,-1-1 0,0 6 0,0 6 50,-1 1 0,-1 0-1,-4 16 1,6-27-52,-2 6 34,-12 48-82,13-54 119,0 0-1,-1-1 0,1 1 1,-1 0-1,1-1 0,-1 1 1,0-1-1,-1 0 0,1 0 1,-1 0-1,1 0 0,-4 3 1,1-4-23,1 0 0,-1-1 0,0 1 0,0-1 0,0 0 0,1-1 0,-1 1 0,0-1 0,0 0 0,-5-1 0,-10 2 9,-6-1-101,21 0 78,1 0 0,-1 0 0,0 0 0,1 1 1,-1-1-1,1 1 0,-1 0 0,-4 2 1,4-1-6,3-1 32,-1-1 0,1 1 0,-1 0 1,1 1-1,0-1 0,0 0 0,-1 0 0,1 1 1,-3 3-1,4-4-16,1 0 1,0 0 0,0 0-1,0 0 1,0 0-1,-1 0 1,1 0 0,1 0-1,-1 0 1,0 0-1,0 0 1,0 0 0,0 0-1,1 0 1,-1 0-1,1 0 1,-1 0 0,0-1-1,1 1 1,-1 0-1,1 0 1,0 0 0,-1 0-1,1-1 1,0 1-1,0 0 1,-1-1 0,3 2-1,23 24 107,1-1-1,37 26 0,-41-35-156,-1 2-1,-1 0 0,0 1 0,-1 2 1,18 23-1,-25-21 7,-14-22 1,1-1 0,0 0-1,0 0 1,0 1 0,0-1 0,0 0-1,-1 1 1,1-1 0,0 0 0,0 0-1,0 1 1,-1-1 0,1 0 0,0 0 0,0 0-1,-1 1 1,1-1 0,0 0 0,-1 0-1,1 0 1,0 0 0,-1 0 0,1 0-1,0 1 1,-1-1 0,1 0 0,0 0 0,0 0-1,-1 0 1,1 0 0,0 0 0,-1 0-1,1 0 1,-1-1 0,-17 3-219,15-2-143,-29 4-6864,12-2-749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 5394,'-5'-13'6926,"12"13"-6309,0-1-1,0 1 1,0 0-1,0 0 0,9 3 1,14-1 793,366-15 3749,-149 1-4320,38-4 401,-173 9 1548,-136 11-1300,4 4-3343,3 4-3479,-2 6-3617,8-6 2359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76 115 4130,'-22'-24'1339,"13"15"-434,-5 6 4709,12 3-5119,0 0 1,0 0-1,0-1 1,0 1-1,0-1 0,-1 1 1,1-1-1,0 0 1,-3-1-1,5 1-192,-1 1 0,1-1 0,-1 1 0,0-1 0,1 1 0,0-1 0,-1 0 1,1 1-1,-1-1 0,1 0 0,0 1 0,-1-1 0,1 0 0,0 0 0,0 1 0,0-1 0,-1 0 0,1 0 0,0 1 1,0-3-1,32 4 3838,-12 0-3539,257-22 1495,-93 4-1782,110 6 837,308 28 1,-588-15-1153,-10-2 0,0 1 0,-1-1 0,1 1 0,0-1 0,0-1 0,0 1 0,0 0 0,0-1 0,3-1 0,-7 2 1,0 0 1,1 0-1,-1 0 1,0 0-1,0-1 1,0 1-1,0 0 0,0 0 1,0 0-1,0 0 1,0-1-1,0 1 1,0 0-1,0 0 0,0 0 1,0 0-1,0-1 1,-1 1-1,1 0 0,0 0 1,0 0-1,0 0 1,0 0-1,0-1 1,0 1-1,0 0 0,0 0 1,0 0-1,-1 0 1,1 0-1,0 0 1,0 0-1,0-1 0,0 1 1,0 0-1,-1 0 1,1 0-1,0 0 0,0 0 1,0 0-1,0 0 1,0 0-1,-1 0 1,1 0-1,0 0 0,0 0 1,0 0-1,0 0 1,-1 0-1,-15-8-3486,7 4-1473,-5-6-1477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72 4706,'11'-37'6668,"-7"16"-2592,2 7 1548,-10 24-4557,0 0 0,0 0 0,2 0 1,-3 11-1,-7 84 582,10-81-1111,-8 382 2785,5-56-2476,-14-99-847,-8 191 0,27-373 0,-4 0 0,-2 0 0,-26 111 0,7-88 0,5 1 0,3 2 0,-4 106 0,19-158 0,-3 395 0,51 2 0,-30-320 0,52 197 0,-39-204 0,-25-92 0,-1-1 0,-1 1 0,0-1 0,-4 41 0,-16 83 0,10-96 0,0 6 0,-2 86 0,0 1 0,1-36 0,15-4 0,-6-103-214,0-7 328,-2 9 430,-8-2-5969,-2-15-10097,9 1 6700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10933,'-1'0'506,"0"0"0,-1 0 0,1 0 0,0 1 0,0-1 0,-1 0 0,1 0 0,0 1-1,0-1 1,0 1 0,-1-1 0,1 1 0,0 0 0,0-1 0,0 1 0,-1 1 0,14 9 6718,13 6-4355,-16-7-2474,-1 0 0,0 0 0,-1 0 0,0 1-1,-1 0 1,0 0 0,8 22 0,-8-16-401,2 0-1,16 26 1,-4-14 6,64 86 0,-68-104 413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4 3682,'-7'-4'10459,"-8"7"-5986,-13 7 198,6 4-497,-34 29 0,-50 58-3040,77-71-1134,-6 8 0,-1-2 0,-81 62 0,122-112-7647,4-6-3611,1 2 710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3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392 151 2625,'2'0'174,"1"-1"0,-1-1 0,0 1 0,0 0 0,0 0 0,0-1 0,0 1 0,-1-1 0,1 1 0,0-1 0,-1 0 0,1 0 0,-1 0 0,0 0 0,1 0 0,-1 0 0,0 0 0,0 0 0,0-1 0,-1 1 0,1 0 0,-1 0 0,1-1 0,-1 1 0,0-1 0,1 1 0,-1 0 0,-1-5 0,0 4 329,0-1 0,0 1 1,0 0-1,0 0 0,-1 0 0,1 0 1,-1 0-1,0 0 0,0 1 0,0-1 1,0 0-1,0 1 0,0 0 1,-1-1-1,0 1 0,1 0 0,-1 0 1,0 0-1,-7 4 4476,-2 20-2831,-9 16-1279,-1-2 0,-2-1 0,-55 64 0,-101 81 316,146-151-1182,26-25-50,22-21 19,114-107-1352,-4 5 229,-105 98 1150,-1 0 1,-1-1-1,-1-1 0,15-30 1,12-32 701,-43 85-680,0-1 0,0 1-1,0 0 1,1 0-1,-1 0 1,0 0-1,0 0 1,0 0 0,0 0-1,0 0 1,0 0-1,0 0 1,1 0-1,-1 0 1,0 0 0,0 0-1,0 0 1,0 0-1,0 0 1,0 0 0,1 0-1,-1 0 1,0 0-1,0 0 1,0 0-1,0 0 1,0 0 0,0 0-1,1 0 1,-1 0-1,0 0 1,0 0-1,0 1 1,0-1 0,0 0-1,0 0 1,0 0-1,0 0 1,0 0 0,0 0-1,1 0 1,-1 0-1,0 1 1,0-1-1,0 0 1,0 0 0,0 0-1,0 0 1,0 0-1,0 0 1,0 0-1,0 1 1,0-1 0,0 0-1,0 0 1,0 0-1,6 16 1008,4 17 317,0 12-625,2 0-1,27 65 1,-32-95-725,0-1 1,1 0-1,0 0 1,1-1-1,0 0 1,2-1-1,-1 0 1,1 0-1,1-1 1,0-1-1,15 10 1,-15-11 4,-7-5 0,0-1 0,1 1 0,-1-1 0,1 0 0,0 0 0,0 0 0,9 2 0,-12-4-1030,-8 0-2611,-1-1 268,-16 3-5023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92 6883,'0'0'61,"17"-59"5534,-16 56-4747,1 0 1,-1-1-1,1 1 0,0 0 1,0 0-1,0 0 1,1 1-1,4-6 1,-7 8-771,1 0 1,-1 0 0,0 0 0,1 0 0,-1 0 0,0 0 0,0 0-1,1 0 1,-1 0 0,0 0 0,1 0 0,-1 0 0,0 0 0,0 0 0,1 0-1,-1 0 1,0 1 0,0-1 0,1 0 0,-1 0 0,0 0 0,0 0-1,1 1 1,-1-1 0,0 0 0,0 0 0,0 0 0,1 1 0,-1-1 0,0 0-1,0 0 1,0 1 0,0-1 0,0 0 0,0 1 0,0-1 0,1 0-1,-1 0 1,0 1 0,0-1 0,0 0 0,0 0 0,0 1 0,0-1-1,0 0 1,0 1 0,-1-1 0,4 20 2035,-3-19-1965,5 92 3043,-8 104-1,-20 93-3183,11-159 145,2-64-153,6-41 0,-3 45 0,7-71 0,0 0 0,0 0 0,0 0 0,0 1 0,0-1 0,0 0 0,0 0 0,0 0 0,0 1 0,0-1 0,0 0 0,0 0 0,0 0 0,0 1 0,0-1 0,0 0 0,0 0 0,0 0 0,0 0 0,1 1 0,-1-1 0,0 0 0,0 0 0,0 0 0,0 0 0,0 1 0,0-1 0,0 0 0,1 0 0,-1 0 0,0 0 0,0 0 0,0 0 0,0 0 0,1 1 0,-1-1 0,0 0 0,0 0 0,0 0 0,1 0 0,-1 0 0,0 0 0,0 0 0,0 0 0,0 0 0,1 0 0,-1 0 0,11-7 0,12-18 0,-22 23 0,69-86 0,-35 43 0,2 1 0,63-59 0,-99 102 0,1-1 0,-1 1 0,1-1 0,0 1 0,-1 0 0,1 0 0,0 0 0,0 0 0,0 0 0,0 0 0,0 1 0,3-2 0,-4 3 0,0-1 0,-1 0 0,1 0 0,0 1 0,0-1 0,0 0 0,-1 1 0,1-1 0,0 1 0,-1-1 0,1 1 0,0-1 0,-1 1 0,1-1 0,0 1 0,-1 0 0,1 0 0,-1-1 0,1 1 0,-1 0 0,0-1 0,1 1 0,-1 0 0,0 0 0,0 0 0,1 0 0,-1-1 0,0 1 0,0 0 0,0 0 0,0 1 0,3 21 0,-1 0 0,-1 0 0,-1 1 0,-1-1 0,-5 24 0,3-19 0,0 0 0,4 51 0,-1-78 0,0 0 1,0 0-1,0 0 1,1 0-1,-1 0 0,0 0 1,1 0-1,-1 0 0,1 0 1,-1 0-1,1 0 1,-1 0-1,1 0 0,0-1 1,-1 1-1,1 0 1,0 0-1,0-1 0,-1 1 1,1 0-1,0-1 0,0 1 1,0-1-1,0 1 1,1 0-1,10 3-4333,-7-3 380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63 5779,'13'-45'9136,"-12"43"-8356,0 0 0,0 0 0,0 1 0,0-1 1,0 0-1,1 1 0,-1-1 0,0 1 0,8-2 6650,-11 20-5385,1-2-1177,-7 32-771,-2 1 1,-2-2 0,-2 0-1,-39 88 1,38-92-98,14-41 0,1 0 0,0 0 0,0 0 0,0-1 0,-1 1 0,1 0 0,0 0 0,0 0 0,0 0 0,0 0 0,0 0 0,1 0 0,-1 0 0,0 0 0,0 0 0,1 0 0,-1-1 0,0 1 0,1 0 0,-1 0 0,1 0 0,-1 0 0,1-1 0,-1 1 0,1 0 0,0-1 0,-1 1 0,1 0 0,0-1 0,0 1 0,-1-1 0,1 1 0,0-1 0,0 1 0,0-1 0,0 0 0,0 1 0,0-1 0,-1 0 0,1 0 0,1 1 0,20-1 0,-1 0 0,0-1 0,0-1 0,0-1 0,0 0 0,0-2 0,0-1 0,-1 0 0,26-13 0,-20 7 232,-45 23-3276,7-3-3442,1 0-1808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18 7684,'10'-17'12623,"-13"25"-8088,-1 12-4403,-22 206 5788,-4 0-4014,-63 221-1939,88-427 33,9-32 0,10-34 0,-8 25 0,1 0 0,1 0 0,0 1 0,2 0 0,1 0 0,0 1 0,1 1 0,2 0 0,-1 0 0,2 1 0,0 1 0,1 1 0,1 0 0,0 1 0,1 1 0,0 0 0,29-13 0,-45 24 0,1 1 0,-1 0 0,1 0 0,0 0 0,-1 0 0,1 0 0,0 1 0,-1-1 0,1 1 0,0-1 0,0 1 0,0 0 0,3 1 0,-5-1 0,1 1 0,-1 0 0,0 0 0,0 0 0,0 0 0,0 0 0,0 0 0,0 0 0,0 0 0,0 0 0,-1 0 0,1 0 0,0 1 0,-1-1 0,1 0 0,-1 0 0,1 1 0,-1-1 0,0 0 0,1 1 0,-1-1 0,0 1 0,0-1 0,0 0 0,0 1 0,-1 1 0,1 16 0,-1 0 0,-2 0 0,0 0 0,0-1 0,-2 1 0,-11 28 0,-8 35 0,23-78 7,0 1 0,1-1 0,-1 0-1,1 0 1,0 1 0,0-1 0,1 0 0,0 1 0,-1-1 0,1 0 0,0 0-1,1 0 1,-1 0 0,1 0 0,0 0 0,0 0 0,0-1 0,0 1 0,1-1-1,0 1 1,-1-1 0,5 4 0,11 6-3137,4-4-3388,-8-4-4834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36 5475,'14'-36'20115,"-16"40"-19476,0 0 0,0 0-1,0 0 1,0 0 0,-1-1 0,1 1-1,-4 2 1,-7 11 337,-131 217 115,143-233-1091,0 1 0,0 0 0,0 0 0,0 0 0,1 0 0,-1 0 0,1 0 0,-1 0 0,1 0 0,-1 3 0,1-4 0,1-1 0,-1 1 0,0-1 0,0 1 0,0-1 0,0 1 0,0-1 0,1 0 0,-1 1 0,0-1 0,0 1 0,1-1 0,-1 1 0,0-1 0,1 0 0,-1 1 0,0-1 0,1 0 0,-1 1 0,0-1 0,1 0 0,-1 0 0,1 1 0,-1-1 0,1 0 0,-1 0 0,1 1 0,4-1 0,0 0 0,-1 1 0,1-2 0,0 1 0,-1 0 0,1-1 0,5-1 0,0 0 0,32-5 0,273-57 0,-326 72 549,-2 1-2248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12150,'-9'4'1180,"0"0"0,0 0 0,0 0 1,0 1-1,0 1 0,1-1 0,0 1 1,1 1-1,-13 12 0,10-7-424,1 0-1,0 0 0,1 1 0,0 0 1,-10 24-1,2 7 43,3 1 0,1 0 0,-7 53 1,19-97-749,-20 122 913,-37 168-886,60-302-77,0 1 0,1-1 0,1 0 0,0 1 0,0 0 0,1 0 0,0 0 0,1 1 0,10-12 0,-4 10 0,0 0 0,1 1 0,0 0 0,0 1 0,1 0 0,0 1 0,1 1 0,-1 1 0,1 0 0,1 1 0,18-3 0,-33 7 0,0 1 0,-1-1 0,1 1 0,0 0 0,0 0 0,0 0 0,0 0 0,-1 0 0,1 0 0,0 0 0,0 1 0,0-1 0,-1 1 0,1-1 0,0 1 0,0 0 0,-1-1 0,1 1 0,-1 0 0,1 0 0,-1 0 0,1 1 0,-1-1 0,0 0 0,1 0 0,-1 1 0,0-1 0,0 1 0,0-1 0,0 1 0,0-1 0,0 1 0,0 0 0,-1-1 0,1 1 0,-1 0 0,1 0 0,-1 3 0,2 7 0,-1 0 0,-1 0 0,0 1 0,-3 22 0,0-1 0,3-28-373,0 1 0,1-1 0,0 1 0,0-1 0,3 12 0,-3-16-475,0 0 0,0 0 0,0 1 0,0-1 0,1 0 0,-1 0 0,0 0 0,1 0 0,0 0 0,-1-1 0,4 4 0,9 2-8764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20 7475,'7'6'8624,"-6"-5"-8316,-1-1 0,0 0 0,0 1 0,0-1 0,0 1 0,8 27 3046,-6-18-3005,1-1 1,0 1-1,7 13 0,-8-19-289,1-1-1,0 0 0,0 0 0,-1 0 0,2 0 1,-1 0-1,0-1 0,0 1 0,1-1 1,0 0-1,-1 0 0,1 0 0,0 0 0,5 0 1,-8-1-68,1-1 1,0 1 0,0-1 0,0 0 0,-1 0 0,1 0-1,0 0 1,0 0 0,-1 0 0,1 0 0,0-1 0,0 1 0,-1-1-1,1 1 1,0-1 0,-1 0 0,1 1 0,0-1 0,-1 0-1,1 0 1,-1 0 0,1 0 0,-1-1 0,0 1 0,0 0-1,1-1 1,-1 1 0,0 0 0,0-1 0,0 1 0,-1-1-1,1 0 1,0 1 0,1-4 0,0-2 174,0 1-1,-1-1 1,1 1 0,-1-1-1,-1 1 1,1-1 0,-1 0-1,-1-11 1,1 16-128,0 0 1,-1 0-1,1 0 1,0-1-1,-1 1 1,0 0-1,1 0 1,-1 0-1,0 0 1,0 0-1,0 1 1,0-1-1,-1 0 1,1 0-1,0 1 0,-1-1 1,1 1-1,-1-1 1,0 1-1,1-1 1,-1 1-1,0 0 1,0 0-1,0 0 1,0 0-1,0 0 1,0 0-1,0 1 0,-4-2 1,-2 2 132,0 0 0,-1 0 0,1 0 0,-1 1 0,1 1 1,0-1-1,0 1 0,0 1 0,0-1 0,0 1 0,0 1 0,1-1 0,-12 9 0,14-10-109,0 1 0,1 1-1,0-1 1,-1 1-1,1-1 1,1 1-1,-1 0 1,0 1-1,1-1 1,0 1 0,0-1-1,1 1 1,-1 0-1,1 0 1,0 0-1,0 0 1,0 0-1,1 1 1,0-1 0,0 1-1,0 7 1,1-5-194,1 0 0,-1 0 0,2 0 0,-1 0 0,1 0 0,0 0 0,1-1 1,0 1-1,0-1 0,1 0 0,0 0 0,0 0 0,0-1 0,1 1 0,0-1 0,8 8 0,-7-9-587,0-1 0,-1 1-1,1-1 1,1-1 0,-1 1 0,1-1-1,-1 0 1,1-1 0,0 0-1,0 0 1,13 2 0,33-1-7358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12086,'-14'2'6691,"-3"2"-5123,-2 4 2082,2 3-1265,-6 8-2193,9 6 1873,1 2-1489,1 4-448,8-1-128,6-3-256,-2-6-1504,2-5-2675,4-7-879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29 16872,'2'-19'2849,"-4"9"-2593,-8 10 2177,-5 10-1472,7 11-961,-1 11-320,5 7-2354,11 3-2800,-3 0-2882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250 893 8772,'-1'-2'513,"1"1"0,-1 0 0,0 0 0,1-1 1,-1 1-1,0 0 0,0 0 0,0 0 0,0 0 0,0 0 0,0 1 0,0-1 0,0 0 1,-3-1-1,-23-8 3654,18 8-3186,0 0 0,0 1 1,-18 0-1,18 2-607,0 0 1,1 0 0,-1 1-1,0 0 1,0 0 0,1 1 0,-1 1-1,1-1 1,0 1 0,0 1 0,-13 9-1,18-12-356,0 0 0,0 1-1,0-1 1,1 1 0,-1 0-1,1 0 1,-1 0 0,1 0-1,0 1 1,1-1 0,-1 0-1,0 1 1,1-1 0,0 1 0,0 0-1,0-1 1,0 1 0,1 0-1,-1 0 1,1 0 0,0-1-1,0 1 1,0 0 0,1 0-1,-1-1 1,1 1 0,0 0-1,0 0 1,0-1 0,3 5 0,5 10-291,2 1 0,0-1 1,1-1-1,22 24 1,-22-27 0,0 0 0,-1 1 0,-1 0 0,0 0 1,-1 1-1,11 26 0,-20-40 274,1 1 1,0-1-1,-1 0 1,1 0-1,-1 0 0,0 1 1,1-1-1,-1 0 0,0 1 1,0-1-1,-1 0 1,1 0-1,0 1 0,-1-1 1,0 0-1,1 0 0,-1 0 1,0 1-1,0-1 0,0 0 1,0 0-1,-1-1 1,1 1-1,0 0 0,-3 2 1,1-2 5,0 0-1,0 1 1,0-1 0,0-1 0,-1 1 0,1 0 0,-1-1-1,1 0 1,-1 0 0,1 0 0,-1 0 0,0 0 0,0-1-1,-4 0 1,3 1-14,0-1 0,1-1 0,-1 1-1,1-1 1,-1 0 0,1 0 0,-1 0 0,1-1 0,-1 1-1,1-1 1,-8-5 0,10 6-16,0 0-1,0-1 1,0 1 0,0-1-1,1 0 1,-1 0 0,0 0 0,1 0-1,0 0 1,-1 0 0,1 0-1,0 0 1,0 0 0,0-1-1,0 1 1,0 0 0,1-1-1,-1 1 1,1-1 0,0 1-1,-1 0 1,1-6 0,1 1-149,0 0 1,1-1 0,0 1-1,0 0 1,0 0 0,1 0-1,0 0 1,0 1 0,8-12-1,5-4-51,25-28-1,-37 46 179,293-286-9344,-84 88 2745,-22-9 3791,-157 167 3643,-1-2 0,-3 0 0,26-54 0,-50 89-75,0 0 1,-1-1-1,-1 1 1,0-1-1,0 0 1,-1 0-1,-1 0 0,2-19 1,-3 29-604,-1 1 0,0-1 0,0 0 0,0 1 1,-1-1-1,1 0 0,0 1 0,0-1 0,-1 0 0,1 1 0,-1-1 0,0 1 0,1-1 1,-1 1-1,0-1 0,0 1 0,0-1 0,0 1 0,0 0 0,0 0 0,0-1 0,-1 1 1,1 0-1,0 0 0,-1 0 0,1 0 0,0 0 0,-1 1 0,1-1 0,-1 0 1,0 1-1,1-1 0,-1 1 0,1 0 0,-1-1 0,0 1 0,1 0 0,-1 0 0,0 0 1,-1 0-1,-5 1 350,0 0 1,1 1 0,-1 0 0,1 0-1,0 0 1,0 1 0,-12 7 0,-3 2 12,1 1 1,1 1 0,0 1-1,1 0 1,1 2-1,0 0 1,1 1-1,1 1 1,1 1 0,1 0-1,0 0 1,-13 30-1,10-14-167,3 1 0,0 0 0,3 1 0,1 1 0,2-1 0,-7 79 0,10-29-351,1-18 162,-21 118 0,23-174-343,5-11 46,11-16 96,-7 5 180,135-130 710,-141 138-805,-1 0 0,0 0 0,0-1 0,0 1 0,0 0 0,0 0 0,1 0 0,-1 0 0,0 0 0,0 0 0,0 0 0,0 0 0,1-1 0,-1 1 0,0 0 0,0 0 0,0 0 1,1 0-1,-1 0 0,0 0 0,0 0 0,0 0 0,1 0 0,-1 0 0,0 0 0,0 0 0,0 0 0,1 0 0,-1 1 0,0-1 0,0 0 0,0 0 0,0 0 0,1 0 0,-1 0 1,0 0-1,0 0 0,0 1 0,0-1 0,0 0 0,1 0 0,-1 0 0,4 12 4,-1 23-237,-3-28 145,8 54-3905,5-23-3353,0-18-957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18601,'-9'0'930,"1"2"1,-1-1 0,1 1-1,-1 1 1,1-1 0,0 1 0,0 1-1,0-1 1,0 2 0,1-1-1,0 1 1,-10 7 0,9-4-626,0-1 0,1 2 0,0-1 0,0 1 0,0 1 0,1-1 0,1 1 0,-8 17 0,5-6-381,1 1 1,2 0 0,0 1-1,1-1 1,1 1 0,1 0 0,1 0-1,3 42 1,-1-59 117,-1 1 1,1-1-1,1 1 0,-1-1 1,1 0-1,0 0 0,0 1 1,1-2-1,6 12 0,-8-15-192,0 0-1,1 0 1,0 0-1,0-1 1,-1 1-1,1-1 1,0 1-1,0-1 1,0 0-1,0 0 0,5 2 1,-4-2-634,0 0 1,0-1 0,1 1-1,-1-1 1,1 1-1,-1-1 1,0 0-1,1-1 1,6 0-1,11-5-8759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14118,'-5'-4'5107,"12"-2"-3619,9 0 2242,14-3-2017,20 5-1601,13 6-224,1 2-1377,3 0-2096,0 5-4771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43 12005,'0'0'5948,"-8"-4"-3209,-20-1 4374,-7 7-3572,33-2-3507,1 0 0,-1 0 0,1 1-1,-1-1 1,1 0 0,0 1 0,-1-1 0,1 1 0,0-1-1,-1 1 1,1 0 0,0 0 0,0 0 0,-1-1 0,1 1-1,0 0 1,0 0 0,0 1 0,0-1 0,0 0 0,0 0-1,1 0 1,-1 1 0,0-1 0,1 0 0,-1 1 0,1-1-1,-1 0 1,1 1 0,-1-1 0,1 1 0,0-1 0,0 1-1,0-1 1,0 1 0,0-1 0,0 1 0,0-1 0,1 0-1,-1 1 1,1 1 0,0-1-34,0 1 0,0-1 0,0 0 0,1 0 0,-1 1 0,1-1 0,0 0 0,-1 0 0,1-1 0,0 1 0,0 0 0,0-1 0,1 1 0,-1-1 0,0 1 0,4 1 0,-1-1 0,-1 0 0,1-1 0,0 1 0,0-1 0,0 0 0,-1 0 0,11 0 0,-15-1 0,1 0 0,-1 0 0,1 1 0,-1-1 0,0 0 0,1 0 0,-1 0 0,1 0 0,-1-1 0,1 1 0,-1 0 0,1 0 0,-1 0 0,1 0 0,-1 0 0,1-1 0,-1 1 0,1 0 0,-1 0 0,0-1 0,1 1 0,-1 0 0,1-1 0,-1 1 0,0 0 0,1-1 0,-1 1 0,0 0 0,0-1 0,1 1 0,-1-1 0,0 1 0,0-1 0,0 1 0,1-1 0,-8-18 0,-21-13 0,0 11-15,-28-24-714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582 270 6179,'-31'-68'11093,"-8"0"-6147,30 54-4047,0 0 0,-2 0 0,0 1 0,0 1 1,-1 0-1,-26-20 0,34 29-785,-1 0 0,0 1 0,0-1-1,0 1 1,-1 0 0,1 0 0,0 1 0,-1-1 0,1 1 0,-1 0 0,0 1 0,1 0 0,-1-1 0,1 2 0,-1-1 0,0 1 0,1 0 0,-1 0-1,1 0 1,0 1 0,-1 0 0,1 0 0,0 0 0,0 0 0,-5 4 0,-6 4 64,1 1-1,0 0 0,0 1 1,1 1-1,1 0 1,-15 19-1,13-12-169,0 0 0,2 0-1,0 2 1,1-1 0,-17 46-1,17-29-4,1 0 0,2 0 0,-5 44 0,6 25-21,8 185 0,4-214-333,0 29-1328,-5-37-4911,1-59 523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17864,'0'-11'2449,"6"1"-960,11 6 1520,14 4-2624,15 14-385,9 1-2033,1 4-4450,7-9-3634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 17608,'-3'-1'737,"-1"1"1,0-1-1,0 1 0,0 0 0,0 0 1,0 1-1,0-1 0,0 1 0,0 0 1,0 0-1,1 0 0,-7 3 0,4-2-160,1 1-1,0 1 1,0-1-1,0 1 0,0 0 1,1 0-1,-6 7 0,-2 4-383,1 1 0,0 0 0,2 1-1,-9 19 1,0 3-193,3 2 0,1 0 0,-11 57 0,-15 133 0,22-110 0,15-105 0,-4 29 0,7-42 0,0-1 0,0 1 0,0-1 0,0 1 0,0-1 0,1 1 0,-1-1 0,1 0 0,0 1 0,-1-1 0,1 1 0,0-1 0,0 0 0,2 3 0,0-4 0,-1 0 0,1 0 0,-1 0 0,1 0 0,0 0 0,0-1 0,-1 1 0,1-1 0,0 0 0,0 0 0,0 0 0,0 0 0,-1 0 0,1-1 0,0 1 0,0-1 0,2-1 0,10 0 0,147-18 0,-123 11 743,-28 3-2955,-24 2-8658,-1 3 3648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13942,'14'-5'10805,"14"10"-6036,-19-3-4559,11 4 182,5 1 311,40 6 0,-59-12-694,1 0 0,-1-1 1,0 1-1,0-1 0,1-1 1,-1 1-1,0-1 0,0 0 1,0-1-1,0 1 0,0-1 1,0 0-1,6-3 0,-10 3-43,0 1 0,0-1-1,0 1 1,0-1 0,-1 0-1,1 0 1,0 0 0,-1 0-1,1 0 1,-1 0-1,0 0 1,0-1 0,0 1-1,0 0 1,0-1 0,0 1-1,0-1 1,-1 1-1,1-1 1,-1 1 0,0-1-1,0 1 1,0-1 0,0 1-1,0-1 1,-1 1 0,1-1-1,-1 1 1,1-1-1,-1 1 1,0-1 0,-2-3-1,0-1 38,-1 0 0,1 0-1,-2 0 1,1 1 0,-1-1 0,0 1-1,0 0 1,0 1 0,-10-8-1,4 5 141,0 0 0,0 1-1,-22-10 1,28 15-25,1 1 0,0-1-1,-1 0 1,0 1 0,1 0 0,-1 0 0,0 1-1,1-1 1,-1 1 0,0 0 0,0 0-1,1 1 1,-10 1 0,12-1-118,0 0 0,1 0 0,-1 0 0,0 1 0,0-1 0,1 0 0,-1 1 0,1-1 0,0 1 0,-1-1 0,1 1 0,0 0 0,0-1 0,0 1 0,0 0 0,0 0 0,0 0 0,1 0 0,-1 0 0,0 0 0,1 0 0,0 0 0,-1 3 0,0 2 0,1 1 0,-1 0 0,2 0 0,1 15 0,0-8-123,2 0 0,0-1 1,0 0-1,1 0 0,1 0 0,0 0 0,1-1 0,1 0 1,0-1-1,13 16 0,-12-17-1029,0-1 1,1-1-1,0 0 0,1 0 0,0-1 1,0 0-1,14 6 0,26 8-7012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597 268 14134,'-9'-22'2151,"-2"1"-1,0 0 1,-1 0-1,-1 1 1,-28-33-1,23 32-451,-1 2-1,-33-27 0,49 44-1662,0-1 0,-1 1 0,1-1 0,-1 1-1,0 0 1,1 1 0,-1-1 0,0 0 0,0 1 0,0 0 0,0 0 0,-1 0-1,1 1 1,0-1 0,0 1 0,0 0 0,-1 0 0,-4 1 0,1 1-41,1 1 0,-1 0 1,1 0-1,0 0 0,0 1 1,1 0-1,-1 0 0,1 0 1,-8 8-1,-6 5 5,0 1 0,1 1 0,1 1 0,1 1 0,1 0 0,1 1 0,-17 33 0,16-24 0,3 1 0,0 1 0,3 0 0,-14 67 0,14-36 0,-1 120 0,17 66 0,-1-104 0,-1-105 87,0-3-5294,-4-38 5162,0 5-3538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13782,'23'-12'3234,"4"8"335,5-1 177,1 3-2401,5 2-1217,3 5-128,-3-1-1281,-2 0-2737,-3-2-3617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37 5555,'-1'-2'797,"1"0"1,-1 0 0,0 0 0,0 0 0,0 0 0,0 0 0,0 0 0,0 1-1,0-1 1,-1 0 0,1 1 0,-1-1 0,1 1 0,-1-1 0,1 1 0,-1 0 0,0 0-1,0-1 1,0 1 0,-3-1 0,2 1-236,0 1 0,0 0 0,0-1 0,0 1 0,0 0 0,0 1 0,0-1 0,0 0 0,0 1 0,0 0 0,0-1 0,0 1 0,-3 2 0,-2 1-303,0 0 0,0 1-1,0 0 1,1 0 0,0 0 0,0 1 0,0 0 0,1 1 0,-7 7 0,-4 12-259,1 0 0,1 2 0,1-1 0,1 2 0,2 0 0,-14 54 0,17-47 0,1 0 0,2 0 0,1 1 0,2 0 0,4 52 0,-1-76 0,0 0 0,1 0 0,1-1 0,0 1 0,0-1 0,1 1 0,1-1 0,0 0 0,0-1 0,1 1 0,10 13 0,-14-23-98,0 0 0,0 0 0,0 0 0,0 0 0,0-1-1,0 1 1,0-1 0,0 1 0,1-1 0,-1 0 0,1 0 0,-1 0 0,1 0 0,-1 0 0,1 0 0,-1-1-1,6 1 1,-6-1-517,0 0 0,0 0-1,0 0 1,0-1-1,0 1 1,0 0 0,0-1-1,0 0 1,-1 1 0,1-1-1,0 0 1,0 0 0,0 0-1,-1 0 1,1-1-1,2-1 1,16-21-10337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14231,'-8'-6'4033,"12"1"-1616,15 3 1057,6 6-545,12-4-2929,9 3-624,5-1 240,-1-2-2673,2 0-3282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23 12278,'-39'-14'12938,"-5"6"-7365,34 8-5393,0-1-1,0 1 1,0 1 0,0 0 0,0 0 0,0 1 0,0 0-1,0 1 1,1 0 0,-18 8 0,21-6-180,-1 0 0,1 0 0,0 0 0,0 1 0,1 0 0,0 0 0,0 1 0,0 0 0,-5 10 0,4-7 0,-1 0 0,-15 17 0,21-26-64,1-1 0,-1 1-1,0-1 1,1 1 0,-1 0 0,0 0-1,1-1 1,-1 1 0,1 0 0,-1 0-1,1-1 1,0 1 0,-1 0 0,1 0 0,0 0-1,0 0 1,-1 0 0,1 0 0,0-1-1,0 1 1,0 0 0,0 0 0,0 0-1,0 0 1,1 0 0,-1 0 0,0 0 0,0 0-1,1-1 1,-1 1 0,0 0 0,1 0-1,-1 0 1,1 0 0,-1-1 0,1 1-1,-1 0 1,1-1 0,-1 1 0,1 0 0,0-1-1,0 1 1,-1-1 0,1 1 0,1 0-1,5 4-654,1-1 0,0 0 0,0 0 0,9 2 0,0 1-12,38 14-560,-44-18 1283,0 0-1,0 1 1,-1 0-1,0 1 1,1 0-1,-2 1 1,1 0-1,-1 0 1,1 1-1,7 9 1,-16-15 89,0-1 0,-1 1 0,1-1 0,-1 1 1,1 0-1,-1-1 0,0 1 0,1 0 0,-1-1 1,0 1-1,1 0 0,-1 0 0,0-1 0,0 1 1,0 0-1,1 0 0,-1-1 0,0 1 0,0 0 1,0 0-1,0 0 0,-1-1 0,1 1 0,0 0 1,0 0-1,0-1 0,-1 1 0,1 1 0,-2-1 76,1 1 0,0-1 0,0 1 0,-1-1 0,1 1 0,-1-1 0,0 0 0,1 0-1,-1 0 1,0 0 0,-2 1 0,-7 3 630,0-1 0,-24 4 0,29-6-556,-17 2 596,18-4-747,0 1-1,0 0 0,0 0 1,0 0-1,0 0 0,0 1 1,0 0-1,0 0 0,0 0 1,-7 6-1,10 2-4052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 15031,'0'-1'587,"-1"0"0,1 1 0,-1-1 0,0 0 0,0 0 0,1 1 0,-1-1 0,0 1 0,0-1 0,0 1 0,0-1 0,0 1 0,0-1-1,0 1 1,0 0 0,0-1 0,0 1 0,0 0 0,0 0 0,-2 0 0,3 0-378,-1 0 0,0 1-1,1-1 1,-1 1 0,1-1 0,-1 1-1,1-1 1,-1 1 0,1-1-1,-1 1 1,1-1 0,-1 1-1,1-1 1,0 1 0,-1 0 0,1-1-1,0 1 1,0 0 0,-1-1-1,1 1 1,0 0 0,0 0 0,-1 4-142,1-1 1,0 1 0,-1-1-1,2 1 1,-1-1 0,0 0 0,1 1-1,2 7 1,2 1-34,1 1 0,13 23 0,-17-34-153,0 1 0,1-1 0,-1 1 0,1-1 0,0 0 0,-1 0 0,1 0 0,1 0 0,-1-1 0,0 1 0,1-1 0,-1 0 0,1 0 0,6 3 0,-8-5-180,1 0 0,-1 0 0,0 0 0,0 0 0,1-1 0,-1 1 1,0-1-1,1 0 0,-1 1 0,0-1 0,0 0 0,0 0 0,0 0 1,0-1-1,0 1 0,0 0 0,0-1 0,3-3 0,34-37-1472,-27 28 2297,-9 12-122,-1-1-1,0 0 1,1 0-1,-1-1 0,0 1 1,0 0-1,-1-1 0,1 1 1,-2-7 4373,0 9-4645,0 5-124,0-1 0,0 1 1,0-1-1,0 1 0,-1-1 0,1 1 0,-2 4 0,-1 6-6,1-4-423,1-1 0,1 0 0,0 17 0,1-19-778,0 1-1,1-1 1,-1 0 0,2 1 0,4 10 0,7 11-5609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16343,'-3'0'598,"0"0"-1,1 1 0,-1-1 0,0 0 0,0 1 0,0 0 0,1 0 0,-1-1 0,0 2 0,1-1 0,-1 0 0,1 0 0,-1 1 0,1-1 0,0 1 0,-1 0 0,1 0 0,0 0 1,0 0-1,0 0 0,1 0 0,-4 5 0,0 2 101,1 1 0,0 0 0,0 0 0,-4 19 0,4-14-1497,-8 40 799,-9 110 0,17-115 0,-2-1 0,-24 93 0,20-118 0,8-18 0,12-11 0,0-1 0,7-2-293,0 0 1,0 2-1,1 0 0,0 1 1,0 0-1,1 1 0,-1 2 1,1 0-1,37 0 0,-56 2 314,1 0 0,0 0 0,0 0 0,0 0-1,0 0 1,0 0 0,0 0 0,0 1 0,0-1-1,0 0 1,-1 0 0,1 1 0,0-1 0,0 1-1,0-1 1,0 0 0,-1 1 0,1 0 0,0-1-1,0 1 1,-1-1 0,1 1 0,0 0 0,-1-1-1,1 1 1,0 1 0,-1-1 41,0 1 0,0-1-1,0 0 1,0 1 0,0-1 0,0 0-1,-1 0 1,1 1 0,0-1 0,-1 0-1,1 0 1,-1 0 0,1 0 0,-1 1-1,0-1 1,-1 1 0,-5 8 274,-1-1-1,0 0 1,-10 8 0,16-15-364,-23 21 29,-2 0 0,-31 21 0,49-39-4,1 1 1,-1-2-1,0 1 1,0-1-1,0-1 1,-1 0-1,1 0 1,-1 0-1,0-1 1,0-1 0,0 0-1,-13 0 1,10-1-267,-5 1-2783,4-7-4198,9-5 1330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18104,'-7'11'2680,"1"0"0,0 0-1,-6 17 1,-7 40 1030,0 69-3483,19-137-220,-3 30-7,-57 397 0,59-422-151,-10 34-360,-2-18-5254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5 151 13526,'-1'-1'262,"0"-1"1,1 1-1,-1-1 0,1 1 0,-1-1 1,1 1-1,0 0 0,-1-1 0,1 1 1,0-1-1,0 0 0,0 1 0,0-1 0,1 1 1,-1-1-1,0 1 0,0 0 0,1-1 1,-1 1-1,1-1 0,0 1 0,-1-1 1,2-1-1,0 2 88,0-1 1,0 1 0,0 0-1,1-1 1,-1 1 0,0 1-1,0-1 1,0 0 0,1 0-1,-1 1 1,0-1 0,1 1-1,-1 0 1,1 0 0,3 0-1,66 4 3620,-41 1-3652,1 1-1,-2 2 1,48 18-1,-69-22-150,0 0 1,0 1-1,0-1 0,-1 2 1,1-1-1,-1 1 0,-1 1 1,1-1-1,-1 1 0,7 8 0,-7-4-134,0 0-1,0 0 0,-1 0 0,0 1 0,-1 0 0,-1 0 0,5 17 0,-3-9-32,-2-12 0,-2 1 0,1-1 0,-1 1 0,0 0 0,-1-1 0,0 1 0,0 0 0,-1 12 0,14-82 0,2-9 0,39-106 0,-5 47 0,-50 129-72,0-1-1,0 1 1,0 0-1,1 0 1,-1 0-1,0 0 1,0 0-1,0-1 1,0 1-1,1 0 1,-1 0 0,0 0-1,0 0 1,0 0-1,1 0 1,-1 0-1,0 0 1,0 0-1,1 0 1,-1 0-1,0 0 1,0 0-1,1 0 1,-1 0 0,0 0-1,0 0 1,0 0-1,1 0 1,-1 0-1,0 0 1,0 0-1,0 0 1,1 0-1,-1 1 1,0-1-1,0 0 1,0 0 0,1 0-1,-1 0 1,0 0-1,0 1 1,0-1-1,0 0 1,0 0-1,0 0 1,1 1-1,-1-1 1,0 0 0,0 0-1,0 0 1,0 1-1,0-1 1,0 0-1,0 0 1,0 1-1,0-1 1,0 0-1,0 0 1,0 1-1,6 11-5918,0 1-2511,0 1-3583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80 14086,'-2'2'849,"0"0"-1,1 0 1,-1 0-1,1 0 1,-1 0-1,1 0 1,0 0-1,0 0 1,0 0-1,0 0 0,0 1 1,0-1-1,1 1 1,-1 4-1,1-5-498,0 0-1,0 0 0,0 0 1,1 1-1,-1-1 1,0 0-1,1 0 0,0 0 1,0 0-1,-1 0 0,1 0 1,0 0-1,1 0 1,0 2-1,0-2-322,0 0 1,0 0-1,0 0 1,1 0-1,-1 0 1,0 0-1,1 0 0,-1-1 1,1 0-1,-1 1 1,1-1-1,0 0 0,0 0 1,-1 0-1,1-1 1,0 1-1,0-1 1,0 1-1,0-1 0,0 0 1,0 0-1,0 0 1,0-1-1,-1 1 1,4-2-1,1 0-94,-1 0 1,1-1-1,-1 0 0,0 0 1,0-1-1,-1 0 0,1 0 1,-1 0-1,1 0 1,-1-1-1,-1 0 0,1 0 1,5-8-1,-8 10 102,0 0 0,0 0 0,0-1 0,0 1 0,0-1 0,-1 1 0,1-1 0,-1 1 1,0-1-1,0 0 0,-1 1 0,1-1 0,-1 0 0,0 0 0,0 0 0,0 1 0,0-1 0,-1 0 0,1 0 0,-1 1 0,0-1 0,0 0 0,-1 1 1,1-1-1,-4-6 0,4 9-35,0 0 1,1 0-1,-1 1 1,0-1 0,0 0-1,0 0 1,0 0-1,0 1 1,0-1-1,0 0 1,-1 1 0,1-1-1,0 1 1,0 0-1,0-1 1,0 1 0,-1 0-1,1 0 1,0-1-1,0 1 1,-1 0-1,1 0 1,0 0 0,0 1-1,-1-1 1,1 0-1,0 0 1,0 1-1,-1-1 1,1 1 0,0-1-1,0 1 1,0-1-1,0 1 1,0 0 0,0-1-1,0 1 1,0 0-1,-1 1 1,-4 2-1,1 1-1,0-1 1,0 1 0,1 0-1,-8 10 1,-6 12 42,-21 46 0,34-64-217,1 1 0,1 0 0,0-1 0,0 1 1,1 0-1,0 1 0,1-1 0,0 0 0,1 13 0,1-20-278,-1 1 0,1-1 0,-1 1 0,1-1 0,1 0 0,-1 1 0,0-1 0,1 0 0,-1 0 0,1 0 0,0 0 0,3 4 0,21 16-7451,-2-8-2122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16 109 6771,'-11'-24'16844,"19"28"-13353,5 6-3301,0-1 1,0-1-1,0 0 1,17 7-1,-27-14-180,1 1 0,-1-1 0,1 0 0,-1 0 0,1 0 0,0-1 0,-1 1 0,1-1 0,0 0 0,0 0 0,-1 0 0,1 0 0,0-1 0,-1 1 0,1-1 0,0 0 0,-1 0 0,1-1 0,-1 1 0,1-1 0,-1 1 0,0-1 0,3-3 0,0 1-35,0-1-1,-1 0 1,0-1 0,0 1-1,0-1 1,-1 0-1,0-1 1,3-6-1,-6 12 46,0-1 1,0 1-1,0-1 0,-1 1 0,1-1 0,-1 0 0,1 1 0,-1-1 0,0 1 0,0-1 0,1 0 0,-1 0 0,0 1 0,-1-1 0,1 0 0,0 1 0,0-1 0,-1 1 0,1-1 0,-1 0 0,1 1 0,-1-1 0,0 1 0,1-1 0,-1 1 0,0-1 0,0 1 0,0 0 0,0-1 0,-1 1 0,1 0 0,0 0 0,0 0 0,-1 0 0,1 0 0,0 0 0,-1 0 0,1 0 1,-1 1-1,-2-2 0,-6-1 353,0 0 1,0 0 0,-1 1 0,1 1-1,-1-1 1,1 2 0,-1-1-1,0 2 1,-11 1 0,-18-1-243,38-1-131,0 0 0,0 0 1,0 0-1,0 0 0,0 0 0,-1 1 1,1-1-1,0 1 0,0-1 0,0 1 0,1 0 1,-1 0-1,0 0 0,0 0 0,0 0 1,1 0-1,-1 1 0,0-1 0,1 0 0,-1 1 1,1-1-1,0 1 0,-1 0 0,1-1 1,0 1-1,0 0 0,0 0 0,0 0 1,0 0-1,1 0 0,-1 0 0,1 0 0,-1 0 1,1 0-1,0 0 0,-1 0 0,1 0 1,1 4-1,-1 8 0,2-1-1,-1 1 1,2-1 0,7 24 0,-8-29 0,13 37-194,33 73-1,-15-51-5037,-9-20-1553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0 598 2273,'9'-3'230,"-1"0"1,0 0-1,0-1 0,0 0 0,0 0 1,-1-1-1,8-5 0,-11 7-139,-1 0-1,0 0 1,0 0 0,0-1-1,0 1 1,0-1 0,-1 1-1,1-1 1,-1 0-1,0 0 1,0 0 0,-1 0-1,1-1 1,-1 1 0,0 0-1,1-5 1,14-92 4576,-9 61-2787,-1-1-1,0-60 1,-7 34-89,-2-74 6564,2 139-6386,-3 5-1247,-4 10 170,-14 38 693,-31 81-387,45-110-1160,0 1 1,1 0 0,2 0 0,0 1 0,1-1 0,0 39-1,1-15-16,3 404-22,1-420 0,-1-21 0,1 18 0,0 0 0,-2 0 0,-6 35 0,15-117 0,-7 39 0,1 1 0,1-1 0,0 1 0,0 0 0,1-1 0,1 2 0,1-1 0,0 0 0,1 1 0,11-17 0,-9 18 0,1-1 0,1 2 0,0-1 0,1 2 0,0-1 0,1 2 0,0-1 0,0 2 0,1 0 0,0 0 0,0 2 0,1-1 0,0 2 0,0 0 0,19-3 0,-32 7 0,0 1 0,0 0 0,0 0 0,0 0 0,0 0 0,0 0 0,0 1 0,0-1 0,0 0 0,0 1 0,0 0 0,0-1 0,0 1 0,0 0 0,0 0 0,0 0 0,-1 0 0,1 0 0,0 1 0,-1-1 0,1 1 0,1 1 0,0 1 0,-1-1 0,0 1 0,0 0 0,0 0 0,0 0 0,-1 0 0,1 0 0,-1 1 0,0-1 0,0 6 0,1 4 0,-2 1 0,0 0 0,0 0 0,-1 0 0,-4 18 0,-2-12 0,-2 19 0,9-39 0,0 0 0,0 0 0,0 0 0,0 0 0,0 1 0,0-1 0,1 0 0,-1 0 0,0 0 0,1 0 0,-1 0 0,1 0 0,-1 1 0,1-1 0,0 0 0,-1-1 0,1 1 0,0 0 0,0 0 0,0 0 0,-1 0 0,1-1 0,0 1 0,0 0 0,0-1 0,0 1 0,1 0 0,1 0 0,50 14-2171,-34-13-2209,0-1-3449,6 0-7501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6835,'6'19'12024,"1"-1"-5872,7 28-1392,-11-17-3256,0 42-1,-5-15-1507,-3-1 1,-15 72-1,23-142 4,0-5 0,1 0 0,6-19 0,119-279-2409,-111 280 1989,26-42 1,-38 71 315,-1 0-1,2 1 1,-1 0 0,1 0 0,0 0 0,1 1 0,0 0-1,0 0 1,0 1 0,14-7 0,-21 12 120,1 0 0,-1 0 1,1 0-1,0 1 0,-1-1 0,1 1 0,0-1 0,0 1 1,-1 0-1,1 0 0,0 0 0,0 0 0,0 0 0,-1 0 1,1 0-1,0 1 0,1-1 0,-1 1 43,-1 0 0,0-1 0,0 1 0,0 0 0,0-1 0,0 1 0,0 0 0,-1 0 0,1 0 0,0 0 0,0 0 0,-1 0 0,1 0 0,0 0 0,-1 0 0,1 0 0,-1 1 0,1 1 0,0 1-27,0 0-1,-1-1 1,0 1 0,1 0-1,-1 0 1,-1 0-1,1 0 1,-1 0 0,1 0-1,-1 0 1,0-1-1,0 1 1,-1 0 0,-1 3-1,0-2 81,0 0 0,0 0 1,-1 0-1,1-1 0,-1 1 0,0-1 0,-1 0 0,1 0 0,-1 0 0,0-1 1,0 1-1,0-1 0,-9 4 0,-3-1 119,0 0 0,-1-1 0,-19 3 0,23-5-229,0-1 0,1 2 0,0 0 0,0 0 0,0 2 0,-20 10 0,33-16-2,-1 0 0,0 1 0,1-1 0,-1 0 0,0 1 0,1-1 0,-1 1 0,0 0 0,1-1 0,-1 1 0,1-1 0,-1 1 0,1 0 0,-1-1 0,1 1 0,0 0 0,-1-1 0,1 1 0,0 0 0,-1 0 0,1 0 0,0-1 0,0 1 0,0 0 0,0 0 0,0 0 0,0-1 0,0 1 0,0 0 0,0 1 0,1 0 0,0-1 0,0 1 0,0-1 0,0 1 0,1-1 0,-1 1 0,0-1 0,1 0 0,-1 1 0,1-1 0,-1 0 0,3 1 0,9 5 0,-1-1 0,23 7 0,-30-11 0,8 3 0,17 4 0,0 2 0,-1 1 0,0 1 0,-1 2 0,47 32 0,-73-46-43,11 8-2017,-4-6-4425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8 11861,'-8'-5'5196,"8"5"-5093,-1 0 0,1-1 0,0 1 0,-1 0 0,1-1 0,-1 1 0,1 0 0,-1 0 0,1 0-1,0 0 1,-1-1 0,1 1 0,-1 0 0,1 0 0,-1 0 0,1 0 0,-1 0 0,1 0 0,-1 0 0,1 0 0,-1 0-1,1 0 1,0 1 0,-1-1 0,1 0 0,-1 0 0,1 0 0,-1 0 0,1 1 0,0-1 0,-1 0 0,1 0-1,-1 1 1,1-1 0,0 0 0,-1 1 0,1-1 0,0 0 0,0 1 0,-1-1 0,1 1 0,0-1 0,0 0 0,-1 1-1,1 0 1,-7 7 913,0 1-1,1-1 1,0 2-1,0-1 1,1 0-1,0 1 1,-6 19-1,-18 76 905,25-87-1450,-14 61-220,-9 103 0,23-135-259,3 1-1,1-1 1,10 74-1,-10-121 10,0 0 0,0 0 0,0 1 0,0-1 0,0 0 0,0 0 0,0 1 0,0-1 0,0 0 0,0 0 0,0 1 0,0-1 0,0 0 0,0 0 0,0 1 0,0-1 0,1 0 0,-1 0 0,0 1 0,0-1 0,0 0 0,0 0 0,0 0 0,1 1 0,-1-1 0,0 0 0,0 0 0,0 0 0,1 0 0,-1 1 0,0-1 0,0 0 0,0 0 0,1 0 0,-1 0 0,0 0 0,0 0 0,1 0 0,-1 0 0,0 0 0,0 0 0,1 0 0,-1 0 0,0 0 0,0 0 0,1 0 0,-1 0 0,0 0 0,0 0 0,1 0 0,-1 0 0,0 0 0,0 0 0,1 0 0,-1 0 0,0-1 0,0 1 0,1 0 0,-1 0 0,13-15 0,-10 12 0,44-53 0,137-150 0,-167 187 0,-5 6 0,-12 13 0,1 1 0,-1-1 0,1 1 0,-1-1 0,0 1 0,1-1 0,-1 1 0,1-1 0,-1 1 0,0-1 0,0 1 0,1 0 0,-1-1 0,0 1 0,0-1 0,0 1 0,0 0 0,0-1 0,0 1 0,0 0 0,0-1 0,0 1 0,0 0 0,0-1 0,0 1 0,0-1 0,0 1 0,-1 0 0,2 17 0,0 0 0,1 0 0,1 0 0,1-1 0,0 1 0,1-1 0,1 0 0,1 0 0,13 25 0,-18-39-306,0 0-1,1 1 1,-1-1-1,1 0 1,0 0-1,0 0 1,0 0-1,0-1 1,0 0-1,1 1 1,5 2-1,-6-4-838,0 0 0,0 0 0,0 0 0,0 0 0,0-1 0,0 1-1,0-1 1,0 0 0,0 0 0,3 0 0,16-5-13107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7203,'14'4'9986,"-1"0"-3923,14 7-1413,20 6-2626,-26-12-1628,40 4 0,-53-8-391,-1-1 1,0 0 0,0 0-1,0-1 1,0 1 0,0-2-1,0 1 1,0-1-1,10-4 1,-16 6-11,0 0-1,0-1 1,0 1 0,-1 0-1,1-1 1,0 1 0,0-1-1,-1 1 1,1-1 0,0 0-1,0 1 1,-1-1 0,1 0-1,-1 1 1,1-1 0,-1 0-1,1 0 1,-1 1 0,1-1-1,-1 0 1,0 0 0,1 0-1,-1 0 1,0 0 0,0 0-1,0 1 1,0-3 0,0 1-74,0 1-1,-1-1 1,1 0 0,-1 1 0,0-1 0,0 0-1,0 1 1,0-1 0,0 1 0,0-1 0,0 1-1,-3-3 1,-2-3-74,-1 1 0,-1 0 0,1 1-1,-12-6 1,8 4 414,-1 1 0,0 0 0,0 1 0,0 1-1,-1 0 1,0 1 0,1 0 0,-1 0 0,0 2 0,0 0-1,-1 0 1,-13 2 0,25-1-248,1 0 0,-1 0-1,1 0 1,-1 0 0,1 0 0,0 1-1,-1-1 1,1 1 0,-1-1 0,1 1-1,0-1 1,0 1 0,-1 0 0,1 0-1,0 0 1,0-1 0,0 1 0,0 0-1,0 0 1,0 1 0,0-1-1,0 0 1,0 0 0,0 0 0,1 1-1,-1-1 1,1 0 0,-1 1 0,1-1-1,-1 0 1,1 1 0,0-1 0,-1 1-1,1-1 1,0 0 0,0 1 0,0-1-1,0 1 1,0-1 0,1 1 0,-1-1-1,0 0 1,1 1 0,-1-1 0,1 1-1,0 1 1,4 8-30,0 0 0,1 0 0,0 0 1,10 13-1,-12-19 49,9 14 146,30 41-2822,-32-47 174,0 0 1,18 16 0,6 0-3872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 13398,'-18'-2'5026,"3"4"-1456,7-2 1232,1-4-3553,12 8 1216,-1 11-768,0 4-1137,-4 4-560,2 6 0,-6-4 0,0-6 0,2-2 0,-3-3 0,3-10-1505,2 3 337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122 114 2177,'-2'-34'14519,"-11"3"-11766,-3 8 2033,-5 6-688,2 9-2097,2 8-1153,3 8-400,3 5-448,5 6-112,4 6-1152,6 0-3394,0 2 432,7-2-3602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325 547 15927,'-83'-15'9455,"-21"-2"-2844,84 15-6418,0 0 1,0 2-1,-21 2 1,40-3-194,-1 1 0,1 0 0,-1 0 0,1 0 0,0 0 0,-1 1 0,1-1 0,0 0 0,-1 0 0,1 1 0,0-1 0,-1 1 0,1-1 0,0 1 0,0 0 0,0-1 0,-1 1 0,1 0 0,0 0 0,0 0 0,0 0 0,0 0 0,0 0 0,1 0 0,-1 0 0,0 0 0,0 0 0,1 1 0,-1-1 0,0 0 0,1 1 0,0-1 0,-1 0 0,1 0 0,0 1 0,-1-1 0,1 1 0,0-1 0,0 0 0,0 1 0,0-1 0,1 0 0,-1 1 0,1 1 0,1 5 0,1 1 0,1-1 0,-1 0 0,2 0 0,6 11 0,-9-17 0,-2-2 0,24 39 0,29 63 0,-48-91 0,0 0 0,-1 1 0,0 0 0,-1 0 0,-1 0 0,0 0 0,0 0 0,-1 1 0,-1-1 0,-2 24 0,2-33-17,0-1-1,-1 1 1,0 0-1,1-1 1,-1 1-1,0 0 1,0-1-1,-1 1 1,1-1-1,0 0 1,-1 1-1,1-1 1,-1 0-1,0 0 1,0 0-1,0 0 1,0 0-1,0 0 1,0-1-1,-1 1 1,1-1-1,0 1 1,-1-1-1,1 0 1,-6 2-1,7-3-47,-1 0-1,1 0 0,-1 0 0,0 0 0,1 0 1,-1 0-1,1 0 0,-1-1 0,1 1 1,-1-1-1,0 1 0,1-1 0,0 1 0,-1-1 1,1 0-1,-1 0 0,1 1 0,-2-2 0,1 0-74,0-1 0,0 1 0,0 0 1,1 0-1,-1-1 0,0 1 0,1-1 0,0 0 0,-1 1 0,1-1 0,0 0 0,-1-5 0,1-4-76,-1 1 1,1-1-1,1 1 1,0-1 0,1 1-1,0-1 1,1 1-1,0-1 1,1 1 0,0 0-1,0 0 1,11-20-1,3-4-531,2 0 0,34-45-1,6 1 513,2 2-1,5 3 1,79-70-1,-74 83 3594,120-81 0,-165 123-1589,-19 12-1287,-18 9 60,-12 7-542,1 2 0,0 0 0,1 1 0,0 1 0,1 1 0,1 1 0,0 1 0,1 0 0,1 1 0,0 1 0,-17 25 0,23-28 0,1 1 0,0 0 0,1 1 0,0 0 0,2 1 0,0-1 0,1 1 0,1 1 0,0-1 0,2 1 0,0 0 0,1 0 0,1 0 0,2 36 0,0-47 0,0 0 0,1 1 0,0-1 0,0 0 0,1 0 0,0-1 0,0 1 0,1-1 0,5 10 0,-7-15 0,0 1 0,0 0 0,0-1 0,1 0 0,-1 1 0,0-1 0,1 0 0,0 0 0,-1 0 0,1-1 0,0 1 0,0-1 0,0 1 0,0-1 0,0 0 0,1 0 0,-1-1 0,0 1 0,0-1 0,1 1 0,-1-1 0,0 0 0,1 0 0,-1 0 0,6-2 0,-1 0 0,0 0 0,0-1 0,0 0 0,0 0 0,-1-1 0,1 0 0,-1 0 0,0 0 0,0-1 0,9-8 0,-6 3 0,1-1 0,-1 0 0,-1-1 0,0 0 0,8-13 0,-13 24 0,-1 9 0,2 17 0,-4-18 0,3 33-25,3 21-1470,2-34-3749,8-7-5275,0-11-2788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25 17400,'2'-15'4450,"-6"5"-944,-11 12 1648,-4 9-2897,-4 18-2257,-2 13 0,0 12 0,6 9 0,9 4 0,6-3 0,10-5 0,0-7 0,5-8 0,-1-10 0,1-9 0,1-9 0,5-7-3714,4-7-4225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 20826,'-12'-6'3761,"20"2"-3617,22-1 5267,20 7-4835,19 7-576,10 5-2033,-2 5-2353,-5-2-4930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59 13830,'-56'-12'6114,"-40"-7"2259,81 17-7488,0 1 0,-1 0 1,1 0-1,-17 3 0,29-2-884,0 1-1,1-1 1,-1 1 0,0-1-1,0 1 1,1 0 0,-1 0-1,0 0 1,1 0 0,-1 1-1,1-1 1,0 1-1,-1-1 1,1 1 0,0 0-1,0 0 1,0 0 0,0 0-1,0 0 1,1 0 0,-1 1-1,0-1 1,1 1 0,0-1-1,0 1 1,0-1 0,0 1-1,0 0 1,0 0 0,1-1-1,-1 1 1,1 0 0,0 0-1,0 0 1,0-1-1,0 1 1,0 0 0,0 0-1,2 4 1,0 1-1,-1 0 0,2 0 0,-1-1 0,1 1-1,0-1 1,1 0 0,-1 0 0,1 0 0,1-1 0,-1 1-1,1-1 1,0 0 0,8 7 0,-6-9 0,-1 0 0,1 0 0,-1 0 0,1-1 0,0 0 0,1-1 0,-1 1 0,0-1 0,1-1 0,-1 1 0,1-1 0,-1-1 0,1 0 0,0 0 0,-1 0 0,1-1 0,-1 0 0,11-2 0,-14 2 0,0 0 0,0 0 0,0-1 0,-1 1 0,1-1 0,-1 0 0,1 0 0,-1 0 0,1 0 0,-1 0 0,0-1 0,0 1 0,0-1 0,0 0 0,-1 0 0,1 0 0,-1-1 0,0 1 0,0 0 0,0-1 0,0 1 0,-1-1 0,1 0 0,-1 0 0,0 0 0,0 1 0,0-1 0,-1 0 0,1 0 0,-1 0 0,0 0 0,0 0 0,0 0 0,-1 0 0,-1-8 0,0 4-132,0 1 0,-1-1 0,0 1 0,0-1 0,0 1 0,-1 0 0,-9-13-1,8 14-1425,0 0 0,0 0 0,-1 0 0,-10-7 0,-9-3-7971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516 251 15095,'-7'-18'1167,"0"0"-1,-1 1 1,-1 0 0,-1 0-1,0 1 1,-1 1 0,-24-28-1,25 33-627,1 2 1,-2-1-1,1 1 0,-1 1 0,0 0 1,0 0-1,-1 1 0,0 0 0,0 1 1,-1 1-1,1 0 0,-18-3 0,24 6-486,0 0 0,0 1 0,1 0 0,-1 0 0,0 1 0,0-1 0,0 1 0,0 0 0,1 1 0,-1 0 0,1 0 0,-1 0 0,1 0 0,-1 1 0,1 0 0,0 0 0,1 0 0,-1 1 0,0-1 0,1 1 0,0 0 0,0 1 0,0-1 0,0 1 0,1-1 1,-5 9-1,-5 9-74,1 1 1,2 0-1,0 1 1,-11 41-1,7-14 21,3 1 0,2 1 0,2-1 0,1 88 0,27 213 0,-5-140 0,-15-169-171,-10 77 0,6-89-808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14615,'31'-2'1680,"13"6"1346,6 3 720,11 3-3170,10 9-576,11 2-4418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7491,'4'1'974,"0"1"0,-1 0-1,1 0 1,-1 0 0,1 0-1,-1 1 1,0-1 0,0 1-1,0 0 1,0 0-1,-1 0 1,1 0 0,-1 1-1,0-1 1,4 7 0,3 24 2477,-3-4-1298,11 49 785,10 16-1802,-42-133-1116,9 24-20,1 0-1,0-1 1,0 1 0,-2-20 0,5 12 0,1 0 0,0 0 0,2 0 0,0 0 0,8-36 0,-7 48 0,1-1 0,0 1 0,0 0 0,1 0 0,1 1 0,-1-1 0,1 1 0,1 0 0,0 0 0,0 0 0,1 1 0,0 0 0,14-12 0,-20 18-82,1 1 0,-1 0 0,1 0 0,-1 0 1,1 0-1,0 0 0,-1 0 0,1 0 0,0 1 0,0-1 0,-1 1 0,1-1 0,0 1 1,0 0-1,0-1 0,0 1 0,0 0 0,0 0 0,-1 0 0,1 1 0,0-1 0,0 0 1,0 1-1,0-1 0,2 2 0,0 0-1096,-1 1 0,1 0 0,-1-1 0,0 1 1,1 0-1,-1 1 0,0-1 0,-1 1 0,5 6 0,7 12-9293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8660,'-11'10'9332,"1"-1"-6931,1 1 2065,3-2-368,4 5-2145,6-1-864,5 1-625,1-1-464,1-3-336,-1-3-1121,-4-4-1664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9076,'10'-15'6691,"-3"9"-5314,-9 10 880,-3 8 272,1 11-2385,2 9-144,4 3-1905,7 3-1776,3 2-3955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267 480 8148,'-3'-4'1098,"0"1"1,-1-1-1,1 1 1,-1 0 0,1 0-1,-1 0 1,0 1-1,0-1 1,0 1-1,0 0 1,-1 0-1,-7-2 1,5 2-313,0 1-1,0-1 1,-1 2 0,1-1-1,0 1 1,0 0 0,-1 0-1,-7 2 1,9-1-614,-1 0 0,0 1 0,1 0 0,-1 0 0,1 0 0,0 1 0,-1-1 0,1 2-1,0-1 1,1 1 0,-1 0 0,1 0 0,-1 0 0,1 1 0,1 0 0,-1 0 0,1 0 0,-8 12 0,8-7-172,0 0 0,1 0 0,0 1 0,1-1 0,0 1 0,1 0 0,0-1 0,0 1 0,1 0 0,3 18 0,2 6 0,18 65 0,-17-79 27,17 40-1,-20-53-107,1-1 0,1 0 0,-1 1 1,1-2-1,0 1 0,1-1 0,-1 1 0,9 6 0,-11-13-445,-7-8 221,-15-21 34,3 2-92,11 19 264,1 0 0,0-1 0,1 1 0,0-1-1,0 0 1,1 0 0,0 0 0,1-1-1,0 1 1,0 0 0,1 0 0,0-1 0,1 1-1,0 0 1,3-15 0,0 10-143,1 1 1,0-1-1,1 1 0,0 0 0,1 0 1,1 1-1,0 0 0,1 0 1,15-16-1,38-34-1506,140-105 0,26-25 1309,-203 168 650,-17 18 233,0-1-1,0-1 0,-1 0 1,0 0-1,-1 0 0,0-1 1,0 1-1,7-16 1,-13 23-413,1 0 0,-1 1 0,0-1-1,1 0 1,-1 0 0,0 0 0,0 0 0,0 1 0,0-1 0,0 0 0,0 0 0,0 0 0,0 0 0,0 0 0,0 0 0,0 1 0,-1-1 0,1 0 0,0 0 0,-1 0 0,1 0 0,0 1 0,-1-1 0,1 0 0,-1 1 0,1-1 0,-1 0 0,0 1-1,0-2 1,-1 1 69,0 0 0,-1-1 0,1 1 0,0 0 0,-1 0 0,1 1 0,0-1-1,-1 0 1,1 1 0,-5-1 0,-1 1 232,-1-1 0,1 1 1,-1 1-1,1 0 0,-15 3 0,15-1-251,1 0-1,-1 0 1,1 1-1,0 0 1,0 1-1,1 0 1,-1 0-1,-5 6 1,-46 52 899,40-40-969,1 1 0,1 1 0,1 1-1,1 0 1,2 0 0,0 2 0,2-1 0,1 2 0,1-1 0,2 1-1,0 0 1,3 0 0,-2 39 0,5-60-11,0-1 0,1 1 0,0-1 0,0 1 0,1-1 0,0 0 0,0 1 0,0-1 0,1 0 0,5 9 0,-6-13 0,0 0 0,1-1 0,-1 1 0,0-1 0,1 1 0,0-1 0,-1 0 0,1 0 0,0 0 0,0-1 0,0 1 0,0-1 0,1 1 0,-1-1 0,0 0 0,1 0 0,-1-1 0,0 1 0,1-1 0,-1 1 0,1-1 0,-1 0 0,1 0 0,5-2 0,3 0 0,1-1 0,-1 0 0,1-1 0,-1 0 0,0-1 0,-1 0 0,1-1 0,17-13 0,-9 5 0,-1 0 0,0-2 0,27-29 0,-39 38 0,-9 10 0,-8 18 0,10-21-1,-24 128-6,21-74-3688,7-31-2540,7-3-683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16359,'-28'12'4258,"-1"7"-800,-2 8 2081,-3 5-2386,7 14-3153,6 8 0,7 5 0,5 1 0,7-1 0,4-5 0,3-6 0,-3-10 0,2-11-1265,-4-10-3137,2-9-1840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9732,'0'-9'7876,"6"3"-6243,0 2 1264,13 4-608,10 6-2001,13 7-288,8 4-1328,13 3-3955,-5 1-2848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52 14599,'-2'-4'964,"-1"1"0,0 0 0,1 0 0,-1 0 0,0 1 1,-1-1-1,1 1 0,0-1 0,-1 1 0,-5-2 0,1 0 147,0 1-1,0 1 1,-1-1 0,-12-1-1,-2 2-440,-1 0 0,-38 4 0,57-2-670,1 0 0,-1 0 0,0 1 0,1 0 0,-1 0 0,1 0 0,-1 1 0,1-1 0,-1 1 0,1 0 0,0 0 0,0 1 0,-6 3 0,7-3 0,1 0 0,0 0 0,-1 0 0,1 0 0,1 1 0,-1-1 0,0 0 0,1 1 0,-1-1 0,1 1 0,0-1 0,0 1 0,1 0 0,-1 0 0,1-1 0,0 1 0,0 6 0,0-5-7,0 0 1,1 1-1,-1-1 0,1 0 1,0 0-1,1 1 1,-1-1-1,1 0 0,0 0 1,0-1-1,1 1 0,-1 0 1,1-1-1,0 1 1,4 3-1,3 2-307,0-1 0,0 0 0,1-1 0,20 13 1,-9-8 75,-7-4 228,0 0 0,25 22 1,-40-31 23,1 0 1,-1 1 0,1-1-1,-1 0 1,1 0 0,-1 1-1,0-1 1,1 0 0,-1 1 0,1-1-1,-1 0 1,0 1 0,1-1-1,-1 1 1,0-1 0,0 1-1,1-1 1,-1 1 0,0-1-1,0 1 1,0-1 0,1 1-1,-1-1 1,0 1 0,0-1-1,0 1 1,0-1 0,0 1-1,0-1 1,0 1 0,0-1-1,0 1 1,0-1 0,-1 1-1,1-1 1,0 1 0,0-1-1,0 1 1,-1-1 0,1 1-1,0-1 1,0 1 0,-1-1-1,1 1 1,-1-1 0,1 0-1,0 1 1,-1-1 0,1 0-1,-1 1 1,1-1 0,0 0-1,-1 0 1,1 1 0,-1-1-1,1 0 1,-1 0 0,1 0-1,-1 0 1,1 0 0,-1 1-1,0-1 1,1 0 0,-1 0-1,0-1 1,-45 5-46,39-4-69,-78-2 741,16 0-2602,104 0-24907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1745,'12'-8'4202,"42"-28"4258,-51 34-6840,0-1 1,0 0 0,0 0 0,0 0-1,0 0 1,-1-1 0,3-3 0,-14 11 3316,-12 10-4480,19-12-457,0 0-1,0 0 1,0 0-1,0 0 1,1 0-1,-1 1 1,1-1-1,0 0 1,0 1-1,0-1 1,0 1-1,0-1 1,0 1-1,1 0 1,-1-1-1,1 1 1,0 0-1,-1-1 1,1 1-1,1 0 1,-1-1-1,0 1 1,1 0-1,-1-1 1,1 1 0,0 0-1,0-1 1,0 1-1,0-1 1,0 0-1,0 1 1,1-1-1,-1 0 1,1 0-1,0 0 1,0 0-1,0 0 1,-1 0-1,2 0 1,-1 0-1,0-1 1,0 1-1,1-1 1,-1 0-1,0 0 1,1 0-1,-1 0 1,1 0-1,3 1 1,1-2-272,-1 0-1,1 0 1,-1 0-1,1-1 1,-1 1-1,1-2 1,-1 1-1,1-1 1,8-3-1,-12 4 324,-1 0-1,1 1 1,0-1 0,-1-1-1,1 1 1,-1 0 0,0 0-1,1-1 1,-1 0-1,0 1 1,0-1 0,0 0-1,0 0 1,0 0-1,0 0 1,-1 0 0,1-1-1,-1 1 1,1-1 0,-1 1-1,0-1 1,0 1-1,0-1 1,1-3 0,-3-5 1360,-1 15-1784,0 22-1503,3-17 1177,0 9-2747,4-2-4479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23 12630,'-1'-2'521,"0"1"0,0-1-1,0 1 1,0-1 0,0 1 0,-1 0 0,1-1 0,0 1 0,-1 0-1,1 0 1,-1 0 0,1 0 0,-1 0 0,1 0 0,-1 0 0,0 1 0,1-1-1,-1 1 1,-2-1 0,0 0 65,1 1-1,0 0 1,0 0 0,0 1-1,-1-1 1,1 1-1,0-1 1,0 1 0,0 0-1,-4 2 1,-3 2-60,0 0 0,0 0 0,1 2-1,0-1 1,-10 10 0,7-6-519,1 2-1,1-1 1,0 2-1,0-1 1,1 1-1,1 0 0,0 1 1,1 0-1,0 1 1,1-1-1,1 1 1,0 0-1,1 0 1,1 1-1,0-1 1,1 1-1,1 0 1,1 21-1,0-36-6,0 0 0,0 0 0,0-1 0,0 1 0,1 0 0,-1 0 0,0-1 0,0 1 0,1 0 0,-1-1 0,1 1 0,-1 0 0,0-1 0,1 1 0,-1-1 0,1 1 0,0-1 0,-1 1 0,1-1 0,-1 1 0,1-1 0,0 1 0,-1-1 0,1 0 0,0 1 0,-1-1 0,1 0 0,0 0 0,0 0 0,-1 1 0,1-1 0,0 0 0,0 0 0,0 0 0,35-1 0,-22-1 0,16 1 0,2 0 0,0 1 0,43 5 0,-74-5 0,0 0 0,0 0 0,0 0 0,1 0 0,-1 0 0,0 0 0,0 1 0,0-1 0,0 0 0,1 1 0,-1-1 0,0 1 0,0-1 0,0 1 0,0 0 0,0-1 0,0 1 0,0 0 0,0 0 0,0 0 0,-1 0 0,1 0 0,0 0 0,-1 0 0,1 0 0,0 0 0,-1 0 0,1 0 0,-1 0 0,1 0 0,-1 0 0,0 0 0,0 1 0,1 0 0,-2 3 0,0 0 0,0-1 0,0 0 0,-1 1 0,1-1 0,-1 0 0,-4 7 0,1-1 0,0-1 0,0-1 0,0 0 0,-1 1 0,0-2 0,0 1 0,-1-1 0,0 0 0,-1 0 0,1-1 0,-1 0 0,-17 10 0,20-14 0,1 1 0,-1-1 0,0 0 0,0 0 0,0 0 0,0-1 0,-1 0 0,1 0 0,0 0 0,0-1 0,-1 0 0,1 0 0,0 0 0,-1 0 0,1-1 0,0 0 0,0 0 0,-1 0 0,1-1 0,0 0 0,0 0 0,0 0 0,-8-6 0,5 3-224,-15-12-467,22 16 330,1 1 1,-1-1-1,1 1 0,-1-1 1,1 1-1,-1-1 0,1 0 0,0 1 1,-1-1-1,1 0 0,0 1 1,0-1-1,0 0 0,-1 0 1,1 1-1,0-1 0,0 0 1,0 1-1,0-1 0,0-1 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18681,'-18'16'2926,"0"2"0,1-1 0,-20 27 1,17-15-2025,2 0 1,0 1 0,-23 56 0,18-25-1211,3 2 1,3 0-1,-11 70 1,27-119-123,-2 19 1117,-2-20-3539,-4-8-4547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14359,'1'-1'608,"-1"0"1,1 0 0,0 1-1,-1-1 1,1 0 0,0 1-1,0-1 1,0 1 0,0-1-1,-1 1 1,1-1 0,0 1-1,0 0 1,0-1 0,0 1-1,0 0 1,0 0 0,0 0-1,2-1 1,14 10 5388,-6-1-6050,5 1 161,8 5-40,-1 0 0,41 35 0,-59-45-69,0 1 0,0 0 0,0 0 0,-1 1-1,0-1 1,0 1 0,0 0 0,-1 0 0,0 0 0,0 0-1,0 1 1,-1-1 0,0 1 0,0 0 0,-1-1-1,1 1 1,-1 8 0,-1-14 1,0-1 0,0 0 0,0 0 0,0 0 0,0 1 0,0-1 0,0 0 0,0 0 0,0 1 0,0-1 0,0 0 0,0 0 0,0 1 0,0-1 0,0 0 0,0 0 0,0 1 0,0-1 0,0 0 0,0 0 0,-1 0 0,1 1 0,0-1 0,0 0 0,0 0 0,0 0 0,0 1 0,-1-1 0,1 0 0,0 0 0,0 0 0,0 0 0,-1 0 0,1 0 0,0 1 0,0-1 0,-1 0 0,1 0 0,0 0 0,0 0 0,-1 0 0,1 0 0,0 0 0,0 0 0,-1 0 0,1 0 0,0 0 0,0 0 0,0 0 0,-1 0 0,1 0 0,0 0 0,0 0 0,-1-1 0,1 1 0,0 0 0,0 0 0,0 0 0,-1 0 0,1 0 0,0-1 0,-1 1 0,9-23 0,0-9 5,0 0-1,15-32 1,-20 55-17,0 1-1,1 0 1,1 1-1,-1-1 1,1 1-1,0 0 1,1 0 0,0 0-1,0 1 1,0 0-1,1 0 1,0 0-1,8-4 1,9 1-4509,1 5-3591,-1 3-2786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6403,'0'1'509,"-1"0"1,1-1-1,0 1 0,-1 0 1,1-1-1,0 1 0,0 0 1,0-1-1,0 1 0,0 0 1,0-1-1,0 1 0,0 0 1,0-1-1,0 1 0,0 0 1,0-1-1,1 1 0,3 6 5094,-3-6-5094,26 12 6264,-17-10-6005,1-1 0,-1 0-1,20 1 1,-19-4-639,1 0 0,-1 0 0,0-1-1,1-1 1,20-7 0,-29 9-131,0 0 1,0 0-1,0 0 0,0 0 1,0-1-1,0 1 0,0-1 0,-1 0 1,1 0-1,-1 0 0,1 0 0,-1 0 1,0-1-1,0 1 0,0-1 1,0 1-1,0-1 0,0 0 0,-1 0 1,1 1-1,-1-1 0,0 0 1,0-1-1,0 1 0,0-4 0,-1 5 2,0 0 0,-1 0-1,1 0 1,-1 0-1,1 0 1,-1 0 0,0 0-1,0 0 1,0 0-1,0 1 1,0-1 0,0 0-1,-1 1 1,1-1-1,-1 1 1,1-1-1,-1 1 1,1-1 0,-1 1-1,0 0 1,1 0-1,-1 0 1,0 0 0,0 0-1,0 1 1,0-1-1,0 0 1,0 1 0,0 0-1,0-1 1,0 1-1,-3 0 1,-7-1 4,-1 0 0,0 0 0,-23 3 0,27-1-4,0 0 0,-1 1 0,1-1 1,0 2-1,0-1 0,0 1 0,0 1 0,1 0 0,-11 6 1,16-8-2,1 0 0,-1 0 1,1 0-1,0 0 0,0 1 1,0-1-1,0 1 0,0-1 1,0 1-1,1 0 0,-1-1 1,1 1-1,0 0 0,0 0 1,0 0-1,0 0 1,0 0-1,1 1 0,0-1 1,-1 0-1,1 0 0,0 0 1,0 0-1,1 0 0,-1 1 1,1-1-1,-1 0 0,1 0 1,0 0-1,3 5 0,-2-1-426,1 0 0,1 0-1,-1-1 1,1 1 0,0-1-1,7 8 1,-4-6-1102,0-1-1,0-1 1,1 1 0,0-1 0,0-1-1,0 1 1,13 5 0,21 7-8070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17 120 8580,'-2'-1'1675,"1"0"-1256,1 1 0,-1 0-1,1 0 1,-1-1 0,1 1 0,-1 0 0,1 0-1,-1 0 1,1 0 0,-1 0 0,1 0 0,-1 0-1,0 0 1,1 0 0,-1 0 0,1 0 0,-1 0-1,1 0 1,-1 0 0,1 1 0,-1-1-1,1 0 1,-1 0 0,1 0 0,-2 1 0,17 11 4436,28 12-2814,-35-21-1921,0 0 1,0-1-1,0 1 1,0-2 0,0 1-1,1-1 1,-1-1 0,0 1-1,1-1 1,10-2 0,-16 2-140,0-1 0,0 1 1,0-1-1,0 0 0,-1 0 1,1 0-1,0 0 1,0 0-1,-1-1 0,1 1 1,-1-1-1,1 0 0,-1 0 1,0 0-1,0 0 1,0 0-1,0 0 0,0 0 1,0-1-1,0 1 0,-1-1 1,1 1-1,-1-1 0,0 0 1,0 1-1,0-1 1,0 0-1,0 0 0,-1 0 1,1 0-1,-1 0 0,0-3 1,1-1 10,-1 1-1,-1-1 1,1 0 0,-1 1-1,0-1 1,0 0 0,-1 1-1,-3-10 1,4 14 62,0 0 1,0 0-1,0 1 0,0-1 0,0 0 1,-1 0-1,1 1 0,0-1 0,-1 0 1,0 1-1,1-1 0,-1 1 0,0 0 1,1 0-1,-1 0 0,0 0 0,0 0 1,0 0-1,0 0 0,0 0 0,0 1 1,0-1-1,0 1 0,-1 0 0,1-1 1,0 1-1,0 0 0,0 0 0,-3 1 1,-1-1 65,1 1 0,-1 0 0,0 0 1,1 1-1,0-1 0,-1 1 0,1 1 1,0-1-1,0 1 0,0-1 0,0 1 1,0 1-1,1-1 0,0 1 1,-1 0-1,1 0 0,-3 4 0,3-2-98,0 0-1,1 0 0,0 0 0,0 1 1,0-1-1,1 1 0,0 0 0,1-1 1,-1 1-1,1 0 0,0 0 0,1 0 1,0 11-1,0-9-23,1 0 0,0-1 0,1 1 0,-1-1 0,1 0 0,1 1 0,0-1 0,0 0 0,1 0 0,-1-1 0,2 1 0,-1-1 0,1 0 0,0 0 0,1 0 0,-1-1 0,1 1 1,1-2-1,-1 1 0,1-1 0,0 0 0,9 5 0,3 0-2014,38 16 0,-36-18 50,44 19-1916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7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631 112 10261,'8'-6'2543,"0"-1"0,0-1 0,-1 1 0,9-12 0,-18 17-2272,1 0 0,-1 0 0,0 0 0,0 0 0,0 0 0,0 1 0,0-1 0,0 1 0,0-1 0,-4-1 0,3 2 112,-7-5-342,0 0-1,0 1 0,-1 0 1,0 1-1,0 0 1,0 1-1,0 0 1,0 1-1,0 0 1,-1 1-1,-18 0 0,14 1 10,1 2-1,0 0 1,0 1-1,0 1 1,0 0-1,1 1 0,0 1 1,-15 7-1,4 1 71,0 1-1,0 2 1,2 1-1,0 0 1,1 2 0,1 0-1,1 2 1,-31 42-1,32-38 0,2 2 0,1 0 0,-23 58 0,34-73-202,0 1 0,1 0 0,0 0-1,1 1 1,1-1 0,0 1 0,1-1-1,0 1 1,2 0 0,0-1 0,2 16-1,-2-24 99,1-1 0,0 1 0,0 0 0,0-1 0,0 0-1,1 1 1,0-1 0,0 0 0,0 0 0,1-1-1,-1 1 1,1-1 0,0 0 0,1 0 0,-1 0 0,1 0-1,-1-1 1,11 6 0,-7-6 43,0 0 1,0 0-1,0-1 1,0 0-1,0-1 0,0 0 1,1 0-1,-1 0 1,0-1-1,1-1 0,-1 1 1,0-1-1,10-3 1,30-8 441,-2-3 1,51-23 0,37-12 638,-131 49-1006,25-5 721,-28 6-850,1-1 0,-1 1 0,0 0 0,1 0 0,-1 0 0,1 0 0,-1 0-1,1 0 1,-1 0 0,0 0 0,1 0 0,-1 0 0,1 0 0,-1 0 0,1 1 0,-1-1 0,0 0 0,1 0 0,-1 0 0,0 0 0,1 1-1,-1-1 1,1 0 0,-1 0 0,0 1 0,0-1 0,1 0 0,-1 1 0,0-1 0,1 0 0,-1 1 0,0-1 0,0 0 0,0 1-1,1-1 1,-1 1 0,0-1 0,0 1 0,0-1 0,0 0 0,0 1 0,0-1 0,0 1 0,0-1 0,0 0 0,0 1 0,0-1 0,0 1-1,0-1 1,0 1 0,0-1 0,0 0 0,-1 1 0,1 0 0,-83 210-4,7-18 0,4-8 0,69-180-272,1-1 0,0 0-1,-1 0 1,0-1 0,0 1 0,-6 6 0,8-10-15,1 1 1,-1-1 0,0 1-1,1-1 1,-1 1 0,0-1-1,1 1 1,-1-1 0,0 0-1,0 1 1,0-1 0,1 0 0,-1 0-1,0 0 1,0 0 0,0 0-1,-1 0 1,1 0-110,1 0 0,-1-1 0,0 1 1,1 0-1,-1-1 0,1 1 0,-1-1 0,0 1 0,1-1 0,-1 1 1,1-1-1,0 1 0,-1-1 0,1 0 0,-1 1 0,1-1 0,0 0 1,-1 1-1,1-1 0,0 0 0,0 0 0,0 1 0,-1-2 0,-1-18-8640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82 8036,'4'-5'321,"20"-34"3026,-18 10 1925,-6 28-5135,0 1 1,0 0-1,0-1 1,0 1 0,0 0-1,0-1 1,0 1-1,0 0 1,0-1-1,-1 1 1,1 0-1,0-1 1,0 1 0,0 0-1,-1 0 1,1-1-1,0 1 1,-1 0-1,1 0 1,0-1-1,0 1 1,-1 0 0,1 0-1,0 0 1,-1-1-1,1 1 1,0 0-1,-1 0 1,1 0 0,0 0-1,-1 0 1,1 0-1,-1 0 1,1 0-1,0 0 1,-1 0-1,1 0 1,0 0 0,-1 0-1,-24 6 3170,-23 15-627,47-21-2647,-17 10 442,-1 0 0,2 0-1,-1 2 1,-21 19-1,35-27-420,-1 0-1,1 0 0,0 0 0,0 0 1,1 1-1,-1 0 0,1-1 1,0 1-1,1 1 0,-1-1 1,1 0-1,0 1 0,0-1 0,0 1 1,1-1-1,0 1 0,0 0 1,1 0-1,-1 0 0,2 8 1,-1-12-61,1 0 1,0 0-1,-1-1 1,1 1 0,0 0-1,0 0 1,0-1-1,0 1 1,1-1-1,-1 1 1,0-1 0,0 1-1,1-1 1,-1 0-1,1 0 1,0 0-1,-1 0 1,1 0 0,0 0-1,-1 0 1,1 0-1,0 0 1,4 0-1,1 1-17,0 0-1,1-1 0,0 0 1,14 1-1,-8-3-4,-1 0-1,1 0 1,-1-1 0,1-1-1,-1-1 1,25-9 0,-31 10 36,1 0 1,-2 0 0,1-1 0,0 0 0,-1-1 0,0 1-1,0-1 1,0 0 0,0-1 0,-1 1 0,0-1-1,0 0 1,6-12 0,-9 15 24,-1-1 0,0 1 0,0-1 1,0 0-1,0 1 0,-1-1 0,1 0 0,-1 0 0,0 1 0,0-1 0,-1 0 0,1 0 1,-1 1-1,0-1 0,0 0 0,0 1 0,0-1 0,0 1 0,-1-1 0,0 1 0,0 0 0,0 0 1,0 0-1,-4-5 0,3 5-153,0-1 1,0 1-1,-1-1 0,0 1 1,0 0-1,0 0 1,0 1-1,-6-4 0,7 4-301,-1 1-1,1 0 0,0 0 0,0 0 1,-1 0-1,1 1 0,-1-1 0,1 1 1,-1 0-1,1 0 0,-1 0 0,-3 1 0,6-1 25,0 0 0,0 1 0,0-1 0,1 1 0,-1-1 0,0 1 0,0-1 0,0 1 0,1-1 0,-1 1 0,0 0 0,1-1 0,-1 1 0,0 0-1,1 0 1,-1-1 0,1 1 0,0 0 0,-1 0 0,1 0 0,-1 0 0,1 0 0,0-1 0,0 1 0,0 0 0,-1 0 0,1 0 0,0 1 0,1 14-7062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74 4834,'0'-1'902,"1"-1"-1,-1 1 1,1-1 0,-1 0-1,0 1 1,0-1 0,0 1-1,0-1 1,0 1-1,0-1 1,0 1 0,0-1-1,-1-2 1,-12-18 6138,9 19-6415,1 0-1,-1 0 0,1 1 0,-1-1 0,0 1 1,0-1-1,0 1 0,0 1 0,-6-3 0,6 3-475,0 1 0,1 0 0,-1 0 0,0 0 0,0 0 1,1 1-1,-1-1 0,1 1 0,-1 0 0,0 0 0,1 0 0,-4 2 0,-41 21-60,48-24-88,-12 6-1,0 1 0,1 0 0,0 1 0,1 0 0,0 0 0,0 1 0,-9 12 0,17-19 0,0 1 0,0 0 0,0-1 0,0 1 0,1 0 0,0 0 0,-1 0 0,1 0 0,0 0 0,1 1 0,-1-1 0,0 0 0,1 0 0,0 1 0,0-1 0,0 0 0,0 0 0,0 1 0,1-1 0,-1 0 0,1 0 0,0 1 0,0-1 0,0 0 0,0 0 0,1 0 0,-1 0 0,1-1 0,0 1 0,0 0 0,0-1 0,0 1 0,0-1 0,4 4 0,-3-2 0,1-1 0,1 1 0,-1-1 0,0 0 0,1 0 0,0 0 0,-1-1 0,1 0 0,0 1 0,0-2 0,0 1 0,1-1 0,10 2 0,-13-2 0,0-1 0,0 0 0,0 0 0,0 0 0,1-1 0,-1 1 0,0-1 0,0 0 0,0 0 0,0 0 0,0 0 0,0 0 0,0 0 0,0-1 0,-1 0 0,1 1 0,-1-1 0,1 0 0,-1 0 0,1-1 0,-1 1 0,0 0 0,0-1 0,0 1 0,1-4 0,5-10-56,0 0-1,-2 0 1,0 0 0,0-1-1,-2 0 1,0 0-1,2-33 1,-9 39-1033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8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399 660 11477,'-105'-14'14363,"82"12"-12441,1 2 0,-41 3-1,53-2-1859,0 1-1,0 0 0,0 0 0,0 1 0,0 0 0,1 0 0,-1 1 1,1 1-1,0 0 0,0 0 0,1 0 0,-1 1 0,1 1 0,0-1 0,1 1 1,0 1-1,0-1 0,-10 15 0,16-21-61,0 0 0,1 0 0,-1 0 0,0 1 0,0-1 0,0 1 0,1-1 0,-1 0 0,1 1 0,-1-1 0,1 1 0,0-1 0,-1 1 0,1-1 0,0 1 0,0-1 0,0 1 0,0-1 0,0 1 0,1 0 0,-1-1 0,0 1 0,1-1 0,-1 0 0,1 1 0,-1-1 0,1 1 0,0-1 0,0 0 0,-1 1 0,1-1 0,0 0 0,0 0 0,0 0 0,0 0 0,1 0 0,-1 0 0,0 0 0,0 0 0,1 0 0,-1 0 0,0-1 0,1 1 0,-1 0 0,1-1 0,-1 1 0,3-1 0,4 3 0,0-1 0,0 0 0,0 0 0,1-1 0,-1-1 0,1 1 0,12-2 0,-12 0 0,0-1 0,-1-1 0,1 0 0,0 0 0,-1-1 0,0 1 0,0-2 0,0 1 0,0-1 1,-1-1-1,1 1 0,5-8 0,8-6-3,-1-2 0,25-33 0,121-191-1029,-140 198 952,-2-2 1,-2 0-1,23-73 1,-41 107-24,-1 0 0,4-28 0,-7 38 219,1 0 0,-1-1 0,-1 1-1,1 0 1,-1-1 0,1 1 0,-1 0-1,-1 0 1,1 0 0,-1 0 0,-3-7 0,5 12-107,-1-1 1,1 0 0,-1 0-1,1 0 1,-1 1 0,1-1-1,-1 0 1,0 1 0,1-1-1,-1 0 1,0 1 0,0-1-1,1 1 1,-1-1 0,0 1-1,0-1 1,0 1-1,1 0 1,-1-1 0,0 1-1,0 0 1,0 0 0,0 0-1,0-1 1,0 1 0,-1 0-1,0 1-5,0-1-1,1 1 1,-1 0-1,0-1 1,0 1-1,0 0 0,1 0 1,-1 0-1,0 0 1,1 0-1,-3 3 0,-3 3-9,0 1 0,1-1 0,-11 17 0,-2 9 6,2 1 0,1 0 0,1 1 0,2 1 0,2 0 0,1 1 0,-10 75 0,18-85 80,1 1-1,1 0 1,7 53-1,-4-66-268,0 0 0,1 0 0,10 21 1,-11-28-322,1-1 0,0 0 0,0 1 0,1-2 0,0 1 0,0 0 0,8 7 0,-9-11-310,0 1-1,0-1 1,0 0-1,0 0 0,0-1 1,6 3-1,34 8-5342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12 15943,'0'-1'353,"-1"0"-1,0 1 0,1-1 1,-1 0-1,0 0 0,0 1 1,1-1-1,-1 0 1,0 1-1,0-1 0,0 1 1,0-1-1,0 1 0,0-1 1,0 1-1,0 0 0,0-1 1,0 1-1,0 0 1,0 0-1,0 0 0,0 0 1,0 0-1,0 0 0,0 0 1,-1 0-1,1 0 0,-1 1 1,-1 0 66,0 1 1,0-1-1,1 1 1,-1 0 0,1 0-1,0 0 1,-1 0-1,1 0 1,0 0-1,-2 4 1,-7 9 184,1 1-1,-12 28 1,19-39-425,-20 51-179,2 2 0,-23 102 0,-13 39 0,53-189 0,2-6 0,0 0 0,0 0 0,1 1 0,-1-1 0,1 1 0,0-1 0,0 1 0,1-1 0,-1 1 0,1-1 0,0 7 0,1-10 0,-1-1 0,0 1 0,1-1 0,-1 1 0,1-1 0,-1 0 0,1 1 0,-1-1 0,1 1 0,-1-1 0,1 0 0,0 1 0,-1-1 0,1 0 0,-1 0 0,1 0 0,0 1 0,-1-1 0,1 0 0,-1 0 0,1 0 0,0 0 0,-1 0 0,1 0 0,0 0 0,-1 0 0,1 0 0,0-1 0,-1 1 0,1 0 0,-1 0 0,1 0 0,0-1 0,0 0 0,23-11 0,-22 11 0,16-9 0,16-10 0,43-19 0,-67 35 0,0 0 0,0 0 0,1 1 0,-1 1 0,1-1 0,0 2 0,0 0 0,0 0 0,14 1 0,-22 0 0,-1 0 0,1 1 0,-1-1 0,0 1 0,1 0 0,-1-1 0,0 1 0,1 0 0,-1 0 0,0 0 0,0 1 0,0-1 0,0 1 0,0-1 0,0 1 0,0-1 0,0 1 0,-1 0 0,1 0 0,-1 0 0,1 0 0,-1 0 0,0 0 0,0 1 0,0-1 0,0 0 0,0 1 0,0-1 0,0 0 0,-1 1 0,1 3 0,-1-2 0,0 0 0,0 0 0,0 0 0,-1 0 0,1-1 0,-1 1 0,0 0 0,0 0 0,0 0 0,-1-1 0,1 1 0,-1 0 0,0-1 0,0 0 0,0 1 0,-1-1 0,1 0 0,-1 0 0,-4 4 0,-8 4 0,1-2 0,-2 1 0,1-2 0,-1 0 0,-1-1 0,1 0 0,-19 4 0,-34 14 0,-37 11 0,96-33-1645,21-8-66,29-10-4655,1-1-2192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33 11829,'1'-1'398,"0"1"0,0-1 0,0 0 0,0 1 0,0-1-1,0 0 1,0 0 0,0 0 0,-1 0 0,1 0 0,0 0 0,-1 0-1,1 0 1,0 0 0,-1 0 0,1 0 0,-1 0 0,1-2-1,-1 2-142,-1 1 0,1-1 0,0 0-1,0 1 1,-1-1 0,1 1-1,0-1 1,-1 1 0,1-1 0,0 1-1,-1 0 1,1-1 0,-1 1-1,1-1 1,0 1 0,-1 0 0,1-1-1,-1 1 1,1 0 0,-1 0-1,0-1 1,1 1 0,-1 0 0,1 0-1,-2 0 1,-3-1 484,0 0 0,0 0 0,0 1 0,0 0 1,0 0-1,0 0 0,-8 2 0,-7 3-624,1 1-1,1 0 1,-1 1-1,1 1 1,1 1 0,-1 1-1,-31 23 1,42-27-131,0 1 1,0-1 0,0 1-1,1 1 1,0 0-1,0-1 1,-8 18-1,11-20 20,0 1 0,1 0 0,0 1 0,1-1-1,-1 0 1,1 0 0,0 1 0,1-1 0,-1 1 0,1-1-1,1 0 1,1 13 0,-2-17-4,1 0 0,-1 1 0,0-1 0,1 0 0,0 0 0,-1 0 0,1 1 0,0-1 0,0 0 0,1 0 0,-1 0 0,0 0 0,1 0 0,-1-1 0,1 1 0,-1 0 0,1-1 0,0 1 0,0-1 0,0 1 0,-1-1 0,1 0 0,1 0 0,-1 0 0,0 0 0,0 0 0,0 0 0,0-1 0,1 1 0,-1-1 0,0 0 0,1 1 0,-1-1 0,0 0 0,1 0 0,-1 0 0,0-1 0,1 1 0,-1-1 0,0 1 0,4-2 0,5-2 0,-1 1 0,0-2 0,-1 1 0,1-1 0,-1-1 0,0 1 0,14-13 0,-14 10 0,-1 0 0,1-1 0,-2 0 0,0 0 0,0-1 0,0 0 0,-1 0 0,-1-1 0,5-11 0,-9 20 0,0 0 0,-1 0 0,0 1 0,1-1 0,-1 0 0,0 0 0,0 1 0,0-1 0,0 0 0,0 0 0,-1-2 0,-4 0 0,-4 12 0,7-4 0,0-1 0,1 1 0,0 0 0,0 0 0,0 0 0,0 0 0,0 0 0,1 0 0,0 0 0,0 0 0,0 0 0,0 0 0,2 7 0,-1 16 0,0-19 24,0 0 0,0 1 0,0-1 0,1 0 0,0 0 0,1 0 0,0 0 0,0-1 0,1 1 0,4 7 0,-5-11-260,-1-1 0,1 1 0,0-1 0,0 0-1,0 1 1,0-1 0,1-1 0,-1 1 0,6 3 0,-7-5-302,1 0 1,-1 0-1,1 0 0,0 0 1,-1 0-1,1-1 1,0 1-1,-1-1 1,1 1-1,0-1 1,0 0-1,0 0 0,-1-1 1,1 1-1,5-2 1,29-12-9398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60 13878,'0'-6'1462,"-6"-32"5181,6 37-6440,0 1 0,-1-1 0,1 0 0,-1 0 0,1 0 0,-1 0 0,1 0-1,-1 1 1,1-1 0,-1 0 0,0 1 0,1-1 0,-1 0 0,0 1 0,0-1 0,1 1 0,-1-1 0,0 1 0,0-1-1,0 1 1,0 0 0,0-1 0,0 1 0,0 0 0,0 0 0,1 0 0,-1-1 0,0 1 0,0 0 0,0 0-1,0 1 1,0-1 0,0 0 0,0 0 0,-2 1 0,-1 0 6,0 1 0,0 0 0,0 0 1,0 0-1,0 0 0,0 1 0,1 0 0,-1-1 0,1 1 0,0 1 0,0-1 1,0 0-1,0 1 0,0-1 0,1 1 0,0 0 0,-4 7 0,-2 9-376,0-1 1,-8 33-1,12-39 382,-15 62-215,4 0 0,2 1 0,4 0 0,4 1 0,4 100 0,2-156-137,-2-15-45,1 0-1,0 0 0,0 0 1,1 0-1,0 0 1,0-1-1,0 1 0,1 0 1,-1 0-1,1-1 1,1 1-1,3 6 1,-6-12-102,1 1 0,0 0 0,-1-1 0,1 1 1,0-1-1,-1 1 0,1-1 0,0 0 1,-1 1-1,1-1 0,0 1 0,0-1 1,0 0-1,0 0 0,-1 0 0,1 1 0,0-1 1,0 0-1,0 0 0,0 0 0,1 0 1,26-9-11085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1 10885,'-77'10'8978,"-23"4"-1223,2 6-3469,76-15-4162,-1 2-1,1 1 0,1 0 0,0 2 1,0 0-1,-30 22 0,43-26-123,0 0 0,1 1 0,0 0 0,1 0 0,0 0 0,0 1 0,0 0 0,1 1 0,0-1 0,-5 13 0,8-17 0,0 0 0,1 0 0,0 0 0,0 0 0,0 0 0,0 0 0,0 0 0,1 1 0,0-1 0,0 0 0,0 0 0,0 1 0,1-1 0,-1 0 0,1 0 0,0 0 0,1 0 0,-1 0 0,1 0 0,-1 0 0,1 0 0,0 0 0,1-1 0,-1 1 0,1-1 0,2 4 0,-2-5 0,0 1 0,1-1 0,-1 0 0,0 0 0,1 0 0,-1-1 0,1 1 0,-1-1 0,1 0 0,0 0 0,0 0 0,0 0 0,-1-1 0,1 1 0,0-1 0,0 0 0,0 0 0,0-1 0,0 1 0,0-1 0,-1 0 0,1 0 0,0 0 0,0 0 0,-1-1 0,4-1 0,6-3 0,0-1 0,0 0 0,-1-1 0,0 0 0,19-18 0,71-69 0,-93 91 0,-11 5 0,1 0 0,0 0 0,1 0 0,-1-1 0,0 1 0,1 0 0,-1 0 0,1 0 0,-1 0 0,1 0 0,0 0 0,-1 0 0,1 0 0,0 0 0,0 0 0,0 0 0,0 1 0,0-1 0,0 0 0,0 0 0,0 2 0,1 28 0,0-23 4,0 0 0,0 0 0,1 1 0,1-1 0,-1 0 0,1-1 0,1 1 0,-1-1 0,1 1 0,0-1 0,1 0 0,0 0 1,0-1-1,9 9 0,-11-12-31,1 0 0,-1 0 0,1 0 0,0-1 0,0 1 1,0-1-1,0 0 0,1 0 0,-1-1 0,0 1 0,1-1 0,-1 0 1,1 0-1,-1-1 0,1 1 0,-1-1 0,1 0 0,0 0 1,-1 0-1,1-1 0,-1 0 0,1 0 0,-1 0 0,1 0 1,-1-1-1,0 1 0,8-5 0,11-8-1187,-1 0 0,40-35 0,-32 24 841,-5 4 689,33-40 1,-48 49 272,9-17 1668,-16 20-1379,-4 10-529,-1 5-349,0 1 0,1-1 0,0 1 0,0 0 0,0-1 0,1 1 0,0 0 0,1 0 0,0-1 0,0 1 0,0 0 0,0-1 0,1 1 0,0-1 0,1 1 0,0-1 0,0 0 0,0 0 0,0 0 0,1-1 0,0 1 0,0-1 0,1 0 0,5 6 0,-8-11 0,-1 1 0,1-1 0,0 1 0,-1-1 0,1 1 0,0-1 0,0 0 0,-1 0 0,1 0 0,0 0 0,-1 0 0,1 0 0,0-1 0,-1 1 0,1 0 0,0-1 0,-1 1 0,1-1 0,0 0 0,1-1 0,33-20 0,-35 21 0,19-15 0,0-1 0,21-24 0,-3 2 0,-26 27 0,-6 6 0,0 0 0,0 0 0,1 0 0,14-8 0,-10 7 0,-11 7 0,0 0 0,0 0 0,0 0 0,0 0 0,0 0 0,0 0 0,0 0 0,0 0 0,0 0 0,0 1 0,0-1 0,0 0 0,0 0 0,0 0 0,0 0 0,0 0 0,0 0 0,0 0 0,0 0 0,0 0 0,0 0 0,0 0 0,0 0 0,1 0 0,-1 0 0,0 0 0,0 0 0,0 0 0,0 0 0,0 0 0,0 0 0,0 0 0,0 0 0,0 0 0,0 0 0,0 0 0,0 0 0,0 0 0,0 0 0,0 0 0,1 0 0,-1 0 0,0 0 0,0 0 0,0 0 0,0 0 0,0 0 0,2 25 0,0-18 0,0 0 0,0-1 0,0 0 0,0 1 0,1-1 0,0 0 0,1 0 0,-1 0 0,1-1 0,0 1 0,1-1 0,-1 0 0,1 0 0,0 0 0,0-1 0,0 0 0,8 5 0,27 19-3348,-19-22 53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10 13974,'-8'-9'17674,"-12"12"-14907,-5 7-5910,15-5 4638,-5 3-1495,2 0 0,-1 1 0,1 1 0,0 0 0,1 0 0,-15 18 0,21-22 0,0 1 0,1 0 0,0 0 0,0 0 0,0 1 0,1 0 0,0 0 0,1 0 0,0 0 0,0 1 0,1-1 0,0 1 0,-2 12 0,4-18-113,0 0 1,0-1-1,1 1 1,-1 0-1,0 0 1,1 0-1,0 0 0,0-1 1,0 1-1,0 0 1,0-1-1,0 1 1,1-1-1,-1 1 0,1-1 1,0 0-1,0 0 1,2 3-1,0-2-788,0 0 1,0 0-1,0 0 0,1-1 0,-1 1 1,1-1-1,-1 0 0,1 0 0,8 1 1,28 5-7899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118 106 9476,'-19'5'4561,"-34"11"4745,48-15-8676,1 1 1,0 0-1,0 0 0,0 0 1,0 1-1,0-1 0,0 1 1,-5 5-1,8-7-548,1 0 0,-1 0 1,1 0-1,0 0 0,-1 0 0,1 0 1,0 0-1,0 0 0,0 0 0,0-1 0,0 1 1,0 0-1,0 0 0,0 0 0,0 0 1,0 0-1,0 0 0,1 0 0,-1 0 0,0 0 1,1 0-1,-1 0 0,1 0 0,-1 0 1,1-1-1,-1 1 0,1 0 0,0 0 0,-1-1 1,1 1-1,0 0 0,-1-1 0,1 1 1,0-1-1,0 1 0,0-1 0,0 1 0,1 0 1,35 18 461,-28-16-652,-1-1 1,0-1-1,1 0 1,-1 0-1,1-1 1,-1 0-1,0 0 0,1-1 1,-1 0-1,1 0 1,-1-1-1,0 0 0,0-1 1,0 0-1,14-7 1,-16 8 66,-1-1-1,0-1 1,0 1 0,0-1 0,0 0 0,0 0 0,-1 0-1,1 0 1,-1-1 0,0 0 0,-1 0 0,1 0 0,-1 0 0,0 0-1,0-1 1,-1 0 0,0 1 0,0-1 0,0 0 0,0 0-1,-1 0 1,1-9 0,-2 12 109,0 0-1,0 1 1,0-1 0,0 0 0,0 1-1,-1-1 1,1 0 0,-1 1-1,0-1 1,0 1 0,0-1-1,0 1 1,0-1 0,0 1-1,-1 0 1,1 0 0,-1-1 0,0 1-1,1 0 1,-5-3 0,3 3 7,-1 0-1,1 0 1,-1 0 0,0 1 0,0-1 0,1 1 0,-1 0 0,0 0 0,0 1 0,0-1 0,0 1 0,-7 0 0,-1 0-45,0 1 0,-1 1 1,1 0-1,0 1 0,0 0 0,0 1 1,0 1-1,-12 5 0,19-7-9,1 1 0,-1-1 0,0 1 0,1-1 0,0 1 0,0 1 0,0-1 0,0 1 0,0-1 0,1 1 0,0 0 0,0 0 0,1 0 0,-1 1 0,1-1 0,0 1 0,1-1 0,-1 1 0,1 0 0,0 0 0,0-1 0,1 1 0,0 0 0,0 0 0,0 0 0,1-1 0,0 1 0,2 8 0,-1-5-241,0 0 0,1 0 0,0-1-1,1 1 1,0-1 0,0 0 0,11 15 0,-11-18-576,0 0 0,0 0 0,1 0 1,0 0-1,0-1 0,0 0 0,1 0 0,-1 0 1,1-1-1,11 6 0,25 3-6810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 15943,'-101'-3'10134,"-31"-1"-3655,112 5-6437,0 1 0,0 0 0,0 2 1,-26 7-1,45-11-42,-1 0 0,1 1 0,0-1 0,-1 0 0,1 1 0,0-1 0,0 1 0,0-1 0,-1 1 0,1 0 0,0 0 0,0-1 0,0 1 0,0 0 0,0 0 0,0 0 0,1 0 0,-1 0 0,0 0 0,0 0 0,1 1 0,-1-1 0,0 0 0,0 2 0,1-2 0,1 1 0,-1-1 0,0 1 0,0-1 0,1 1 0,-1-1 0,1 0 0,-1 1 0,1-1 0,0 0 0,-1 1 0,1-1 0,0 0 0,0 0 0,0 1 0,0-1 0,2 1 0,5 6 0,1-1 0,0 0 0,1-1 0,12 7 0,15 6 0,-26-15 0,-1 1 0,1 0 0,-1 1 0,0 0 0,-1 0 0,0 1 0,0 1 0,0-1 0,11 14 0,-19-20 0,0 1 0,-1-1 0,1 0 0,0 0 0,-1 0 0,1 0 0,-1 1 0,1-1 0,-1 0 0,0 1 0,0-1 0,1 0 0,-1 1 0,0-1 0,0 0 0,0 1 0,-1-1 0,1 0 0,0 1 0,0-1 0,-1 0 0,1 1 0,-1-1 0,1 0 0,-1 0 0,1 0 0,-1 1 0,0-1 0,1 0 0,-1 0 0,0 0 0,0 0 0,0 0 0,0 0 0,0 0 0,0-1 0,0 1 0,-3 1 0,-2 2 0,-1 0 0,0-1 0,0 1 0,-13 3 0,14-6 0,2 1 5,-1 0 1,0-1-1,0 0 0,0 0 1,-1-1-1,1 1 0,0-1 1,0 0-1,0-1 0,0 1 1,-8-3-1,10 3-44,0-1 0,1 0 0,-1 1 0,1 0 0,-1-1 0,1 1-1,-1 0 1,0 0 0,1 1 0,-1-1 0,1 0 0,-1 1 0,0 0 0,1 0 0,0-1 0,-1 1-1,1 1 1,-1-1 0,1 0 0,0 0 0,0 1 0,-3 2 0,-2 4-4136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345 171 6979,'48'-67'5068,"-40"53"-1935,0-1-1,11-30 0,-19 44-2966,1 0 0,-1 1 0,0-1 0,1 0-1,-1 0 1,0 0 0,0 0 0,0 1-1,0-1 1,0 0 0,0 0 0,0 0-1,0 0 1,0 0 0,0 0 0,-1 1-1,1-1 1,0 0 0,0 0 0,-1 0-1,1 1 1,-1-1 0,1 0 0,-1 0-1,1 1 1,-1-2 0,-1 1 16,1 0-1,0 1 1,-1-1 0,1 0 0,-1 1 0,1-1 0,-1 0-1,1 1 1,-1 0 0,0-1 0,1 1 0,-1 0-1,-1 0 1,-6 0 278,1 1 1,0 0-1,0 0 0,-13 4 0,1 1-198,1 2 1,0 0-1,0 2 1,1 0-1,0 0 0,1 2 1,-21 17-1,12-6-286,1 1-1,1 1 1,-32 44-1,49-60 25,0 0 0,1 1 0,1 0 0,-1 1 0,2-1 0,-7 20 0,10-27 0,1-1 0,-1 0 0,1 1 0,0-1 0,0 0 0,0 1 0,0-1 0,0 0 0,0 1 0,1-1 0,-1 0 0,1 1 0,0-1 0,-1 0 0,1 0 0,2 3 0,-2-3 0,1 0 0,0 0 0,0-1 0,0 1 0,0-1 0,0 0 0,0 1 0,0-1 0,0 0 0,0 0 0,0 0 0,1 0 0,-1-1 0,0 1 0,1 0 0,-1-1 0,1 0 0,-1 0 0,4 0 0,6 0 0,0-1 0,0 0 0,0-1 0,0 0 0,0-1 0,-1 0 0,1-1 0,-1-1 0,0 0 0,0 0 0,15-10 0,10-9 0,60-51 0,-87 68 0,0 0 0,-1-1 0,0 0 0,0 0 0,-1-1 0,0 0 0,10-19 0,-17 28 0,0 0 0,0-1 0,0 1 0,0 0 0,1-1 0,-1 1 0,0 0 0,0-1 0,0 1 0,0 0 0,0-1 0,0 1 0,0 0 0,-1-1 0,1 1 0,0 0 0,0-1 0,0 1 0,0 0 0,0-1 0,0 1 0,-1 0 0,1 0 0,0-1 0,0 1 0,0 0 0,-1 0 0,1-1 0,0 1 0,0 0 0,-1 0 0,1 0 0,0-1 0,0 1 0,-1 0 0,1 0 0,0 0 0,-1 0 0,1 0 0,0 0 0,-1-1 0,1 1 0,0 0 0,-1 0 0,0 1 0,1 0 0,-1 0 0,1-1 0,-1 1 0,1 0 0,-1 0 0,1 0 0,0 0 0,-1 0 0,1 0 0,0 0 0,0-1 0,0 1 0,0 0 0,0 0 0,0 0 0,0 0 0,0 0 0,0 0 0,0 0 0,0 0 0,1 0 0,-1 1 0,1-1 0,0 6-56,0 1-1,1-1 1,0 1 0,0-1 0,1 0-1,0 0 1,0 0 0,1 0-1,-1-1 1,2 1 0,7 9-1,-9-12-505,1 0 0,0-1 0,0 1 0,1-1 0,-1 0-1,1 0 1,6 3 0,-6-4-623,-1 0-1,1-1 1,0 1-1,0-1 1,-1 0-1,1 0 1,0-1 0,9 1-1,23-6-10088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8 124 11829,'-4'-7'12037,"0"20"-6970,14 48-1671,14 27-3054,-17-62-246,-11-40-96,1 0 0,1 1 0,0-1 0,1 0 0,0 0 0,1 0 0,0 0 0,1 0 0,5-19 0,0 10 0,0 0 0,2 0 0,1 1 0,12-22 0,-20 43-54,-1 1 0,1-1 0,-1 0 0,1 0-1,-1 0 1,1 1 0,0-1 0,-1 0 0,1 1 0,0-1 0,0 1 0,0-1-1,-1 1 1,1-1 0,0 1 0,0 0 0,0-1 0,0 1 0,0 0 0,0 0 0,0-1-1,0 1 1,0 0 0,0 0 0,-1 0 0,1 0 0,0 0 0,2 1 0,30 11-7807,-3-1-189,6-7-2611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89 7908,'0'1'564,"-1"0"1,0 1-1,0-1 1,0 1 0,1-1-1,-1 1 1,1 0-1,-1-1 1,1 1 0,0 0-1,0-1 1,-1 1 0,1 0-1,0-1 1,1 1-1,-1 0 1,0-1 0,0 1-1,1-1 1,-1 1-1,1 0 1,-1-1 0,1 1-1,0-1 1,0 2-1,1-1-204,0 0 0,1 0 0,-1 0 0,0-1 0,0 1 0,1-1 0,-1 0 0,1 0 0,-1 0 0,1 0 0,-1 0 0,1 0 0,5 0 0,7 1-33,0 0 0,0-2 0,1 0 0,19-3-1,-16 1-219,-1-1-1,19-6 0,-31 8-94,-1-1-1,0 0 0,1 0 0,-1 0 0,0-1 1,0 1-1,-1-1 0,1 0 0,0-1 1,-1 1-1,6-7 0,-9 9 9,0 0 0,0-1-1,0 1 1,-1 0 0,1 0 0,0 0-1,-1-1 1,1 1 0,-1 0 0,1-1 0,-1 1-1,0 0 1,1-1 0,-1 1 0,0 0 0,0-1-1,0 1 1,0-1 0,0 1 0,-1 0 0,1-1-1,0 1 1,-1 0 0,1-1 0,-1-1-1,-1 0 124,0 0-1,0 0 1,0 1-1,-1-1 1,1 1-1,0-1 1,-1 1-1,0 0 1,1 0-1,-5-2 1,-3-2 18,0 1 1,0 1 0,-1-1 0,1 2-1,-21-5 1,26 7-162,0 0 0,-1 0 0,1 1 0,-1 0 0,1 0 0,-1 0 0,1 1 0,-1 0 0,1 0 0,0 0 0,-1 1 0,1 0 0,0 0 0,0 0 0,0 0 0,0 1 0,1 0 0,-5 3 0,5-3 0,1 1 0,0-1 0,0 1 0,0 0 0,1 0 0,-1 0 0,1 0 0,0 1 0,0-1 0,0 0 0,1 1 0,0-1 0,0 1 0,0 0 0,0-1 0,1 1 0,-1 0 0,1 0 0,0-1 0,1 1 0,0 5 0,0-2-8,1 0 0,0-1 0,0 1 0,0 0 0,1-1 0,1 0 0,-1 0 0,1 0 0,0 0 0,0 0 0,1-1 0,0 1 0,0-1 0,9 7 0,-6-6-493,1 0 1,0 0-1,18 10 1,-15-11-922,0-1-1,0 0 1,14 3-1,53 8-5908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21 9668,'5'-4'5926,"15"-9"4105,-19 13-9896,-1 0-1,0-1 1,0 1 0,0 0 0,1 0 0,-1 0-1,0-1 1,0 1 0,0 0 0,1 0-1,-1 0 1,0 0 0,0-1 0,1 1-1,-1 0 1,0 0 0,0 0 0,1 0-1,-1 0 1,0 0 0,1 0 0,-1 0-1,0 0 1,0 0 0,1 0 0,-1 0-1,0 0 1,1 0 0,-1 0 0,0 0-1,0 0 1,1 0 0,-1 1 0,0-1-1,1 0 1,-1 0 0,0 0 0,0 0-1,0 0 1,1 1 0,-1-1 0,0 0-1,0 0 1,0 1 0,1-1 0,-1 0-1,0 0 1,0 1 0,0-1 0,0 0 0,0 0-1,1 1 1,-2 0-135,1 0 0,-1 1 0,1-1 0,-1 0 0,1 0 0,-1 0 0,0 0 0,1 0 0,-1 0 0,0 0 0,0 0 0,0 0 0,0 0 0,0 0 0,0-1 0,0 1 0,0 0 0,0-1 0,0 1 0,0-1 0,0 1 0,0-1 0,-2 1 0,-35 10 0,30-9 0,-10 3 0,-16 3 0,0 2 0,-49 23 0,75-30 0,1 1 0,0 0 0,0 0 0,0 0 0,1 1 0,0 0 0,-1 0 0,2 1 0,-1-1 0,1 1 0,-1 1 0,2-1 0,-1 1 0,1 0 0,0 0 0,0 0 0,-2 8 0,5-10-78,-1-1 1,1 0-1,1 1 1,-1-1-1,1 1 1,0-1-1,0 1 0,0-1 1,0 0-1,1 1 1,0-1-1,-1 1 0,2-1 1,-1 0-1,1 0 1,-1 1-1,1-1 1,0 0-1,1-1 0,-1 1 1,1 0-1,-1-1 1,1 1-1,0-1 0,0 0 1,4 4-1,1-2-884,-1 0 0,1 0 0,0 0 0,0-1 1,1 0-1,-1-1 0,1 0 0,0 0 0,0-1 0,0 0 0,17 1 0,32-3-7186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21 10645,'1'-1'416,"-1"1"1,0-1-1,0 1 1,0-1 0,0 1-1,1-1 1,-1 0-1,0 1 1,0-1-1,0 1 1,0-1-1,-1 1 1,1-1-1,-5-8 7082,4 9-7081,1 0-1,-1-1 1,1 1-1,-1 0 1,-2-1 155,1 1 1,-1-1 0,1 1 0,-1 0-1,1 0 1,-1 0 0,1 0 0,-1 0-1,-2 2 1,-50 14 410,32-6-983,-1 1 0,-38 25 0,53-30 0,0 0 0,1 1 0,0 0 0,0 0 0,1 1 0,0 0 0,0 0 0,1 1 0,-8 13 0,13-20 0,0-1 0,0 0 0,0 1 0,1-1 0,-1 0 0,1 1 0,-1-1 0,1 1 0,-1-1 0,1 1 0,0-1 0,-1 1 0,1-1 0,0 1 0,0-1 0,0 1 0,1-1 0,-1 1 0,0-1 0,0 1 0,1-1 0,-1 1 0,1-1 0,-1 1 0,1-1 0,0 0 0,0 1 0,-1-1 0,1 0 0,0 0 0,0 0 0,0 1 0,0-1 0,0 0 0,2 1 0,1 0 0,-1-1 0,0 0 0,1 1 0,-1-1 0,0 0 0,1-1 0,0 1 0,-1-1 0,1 1 0,-1-1 0,1 0 0,0 0 0,5-2 0,11-1 0,1-2 0,-1-1 0,0 0 0,-1-1 0,25-13 0,-34 15 0,0-1 0,0 0 0,-1 0 0,0-1 0,0 0 0,-1 0 0,1-1 0,-2 0 0,1-1 0,-1 0 0,8-13 0,-14 22 0,-1-1 0,1 0 0,-1 0 0,1 0 0,-1 0 0,0 0 0,1 1 0,-1-1 0,0 0 0,0 0 0,0 0 0,0 0 0,0 0 0,0 0 0,0 0 0,0 0 0,0 0 0,0 0 0,-1-2 0,1 3 0,-1 0 0,1 0 0,0 0 0,-1 0 0,1 0 0,-1 0 0,1-1 0,-1 1 0,1 0 0,-1 0 0,1 0 0,-1 1 0,1-1 0,-1 0 0,1 0 0,-1 0 0,1 0 0,0 0 0,-1 0 0,1 1 0,-1-1 0,1 0 0,-1 0 0,1 1 0,0-1 0,-1 0 0,1 1 0,0-1 0,-1 0 0,1 1 0,0-1 0,-1 0 0,1 1 0,0-1 0,0 1 0,0-1 0,-1 1 0,1 0 0,-6 7-64,1 0 0,-1 1 0,2-1 0,-1 1 1,1 0-1,1 1 0,-1-1 0,2 1 0,-1-1 0,1 1 0,1 0 0,0 0 1,0 0-1,1 0 0,0 0 0,1 0 0,2 13 0,-3-21-203,0 0 0,1 0-1,-1 0 1,1 0 0,0-1 0,-1 1 0,1 0-1,0 0 1,0 0 0,0-1 0,1 1 0,-1 0-1,0-1 1,0 1 0,1-1 0,2 2-1,-2-2-214,-1 0 1,1 0-1,0 0 0,0 0 0,0-1 0,0 1 0,0-1 0,1 1 0,-1-1 0,0 0 0,0 0 0,0 0 0,0 0 0,0 0 0,0-1 0,3 0 0,29-9-8891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59 12422,'-2'-5'1057,"-1"0"0,1 0 0,-1 0 0,0 1 0,0 0 0,-1-1 0,1 1 0,-9-7 0,10 10-735,-1-1 0,1 1 0,-1 0 1,1 0-1,-1 0 0,1 0 0,-1 1 0,0-1 0,1 1 0,-1-1 0,0 1 0,1 0 0,-1 0 0,0 0 0,0 0 0,1 1 0,-1-1 0,0 1 0,1-1 0,-4 2 0,-4 3-61,0-1-1,0 1 0,1 1 0,0 0 0,0 0 0,0 1 0,1 0 0,0 0 0,0 1 0,0 0 0,1 0 0,1 1 0,-1 0 0,2 0 0,-1 1 0,-4 10 0,-3 7-330,2 0-1,0 1 1,2 0-1,-9 50 1,11-32 70,2-1 0,3 1 0,1 0 0,9 74 0,2-46 0,41 147 0,-17-87-325,-33-132 3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8628,'-16'4'6175,"-19"5"4138,2 0-4847,23-5-5193,0 0 0,0 1 0,0 0 0,0 0 0,1 1 1,0 0-1,-14 13 0,15-11-273,0-1 0,1 2 0,1-1 0,-1 1 0,1 0 0,1 0 0,-1 1 0,2 0 0,-5 12 0,8-19 0,0 0 0,0-1 0,0 1 0,0 0 0,1 0 0,-1 0 0,1 0 0,0 0 0,0 0 0,0 0 0,0-1 0,1 1 0,-1 0 0,1 0 0,0 0 0,-1 0 0,1 0 0,1-1 0,-1 1 0,0-1 0,1 1 0,-1-1 0,1 1 0,0-1 0,-1 0 0,1 1 0,1-1 0,-1 0 0,0 0 0,0-1 0,1 1 0,-1 0 0,1-1 0,-1 0 0,1 1 0,0-1 0,-1 0 0,7 1 0,0 0-215,1 0-1,-1-1 1,1 0-1,0-1 1,0 0-1,-1-1 1,1 0-1,0 0 1,-1-1 0,1 0-1,-1-1 1,0 0-1,1 0 1,8-6-1,19-9-1350,66-43 1,-99 58 1637,6-3 60,19-13-248,28-24 0,-49 36 829,0-1-1,0 0 1,0 0-1,6-11 1,-13 18-667,-1 1-1,0 0 1,0-1 0,1 1-1,-1 0 1,0-1 0,0 1 0,1 0-1,-1-1 1,0 1 0,0-1-1,0 1 1,0-1 0,0 1-1,0 0 1,0-1 0,0 1-1,1-1 1,-1 1 0,-1-1-1,1 1 1,0 0 0,0-1 0,0 1-1,0-1 1,0 1 0,0 0-1,0-1 1,-1 1 0,1-1-1,0 1 1,0 0 0,0-1-1,-1 1 1,1 0 0,0-1-1,-1 1 1,1 0 0,0-1-1,-1 1 1,1 0 0,0 0 0,-1-1-1,1 1 1,-1 0 0,1 0-1,0 0 1,-1 0 0,1 0-1,-1-1 1,1 1 0,0 0-1,-1 0 1,1 0 0,-1 0-1,1 0 1,-1 0 0,1 0 0,0 0-1,-1 1 1,1-1 0,-1 0-1,1 0 1,-1 0 0,0 1-1,0-1-55,-1 0 1,0 0-1,1 1 0,-1-1 0,0 0 0,1 1 0,-1-1 0,1 1 1,-1 0-1,1 0 0,-1 0 0,1-1 0,-1 1 0,1 0 0,0 1 1,-1-1-1,1 0 0,-2 2 0,2 0 10,1 0 0,-1 0 0,1 0 0,-1 0 0,1 0 0,0 0 0,0 0 0,0 0 0,0 0 0,1 1 0,-1-1 0,1 0 0,0-1 0,0 1 0,0 0 0,0 0 0,0 0 0,1 0 0,-1-1 0,1 1 0,0-1 0,-1 1 0,1-1 0,0 0 0,1 0 0,-1 1 0,5 2 0,-3-2 0,0 1 0,0-1 0,1 0 0,-1 0 0,1 0 0,0-1 0,0 0 0,0 0 0,0 0 0,0 0 0,1-1 0,-1 0 0,0 0 0,10 0 0,-4-2 0,-1-1 0,0-1 0,1 0 0,-1 0 0,-1-1 0,1 0 0,10-6 0,63-44 0,-55 35 0,-2-4 0,-27 26 0,0 0 0,0-1 0,0 1 0,0 0 0,0 0 0,1 0 0,-1 0 0,1 0 0,0 0 0,0-1 0,0 1 0,0 0 0,0 0 0,1 0 0,1 5 0,13 42 0,-14-47-76,21 39-303,-7-25-3006,6-7-5399,1-8-9342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18440,'-36'15'4274,"1"8"-64,1 6 1345,5 9-5267,4 10-288,6 14 0,5 7 0,3 11 0,9 1 0,2 1 0,4-5 0,5-8 0,-3-10 0,0-9 0,0-15-2577,5-7-2113,3-16-3410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10981,'-67'1'11489,"0"10"-4752,46-5-4995,-37 14 0,41-12-1727,0 0 0,0 2 0,1 0 1,-20 15-1,31-20-15,0-1 0,1 2 0,-1-1 0,1 0 0,0 1 0,0 0 0,1 0 0,-1 0 0,1 0 0,1 0 0,-1 1 0,1-1 0,0 1 0,1 0 0,-1 0 0,1 7 0,0-11 0,1 1 0,0 0 0,0 0 0,0 0 0,1 0 0,-1 0 0,1 0 0,0-1 0,0 1 0,0 0 0,1 0 0,-1-1 0,1 1 0,0-1 0,0 0 0,0 1 0,0-1 0,1 0 0,-1 0 0,1 0 0,0-1 0,0 1 0,0 0 0,0-1 0,0 0 0,1 0 0,-1 0 0,1 0 0,4 1 0,-1-1 0,-1-1 0,1 0 0,-1 0 0,1-1 0,-1 0 0,1 0 0,-1 0 0,1-1 0,-1 0 0,0-1 0,1 1 0,-1-1 0,0 0 0,0 0 0,8-5 0,10-5 0,0-1 0,26-20 0,-49 32 0,0 0 0,0 0 0,0 0 0,0 0 0,0 1 0,1-1 0,-1 0 0,0 1 0,0-1 0,1 1 0,-1-1 0,1 1 0,1-1 0,-2 2 0,0 0 0,-1-1 0,1 1 0,0 0 0,-1-1 0,1 1 0,-1 0 0,1-1 0,-1 1 0,1 0 0,-1 0 0,1 0 0,-1 0 0,0 0 0,0-1 0,1 3 0,4 9 0,-1-3-565,1 0 1,0 0-1,11 17 0,-13-23-679,0 0-1,0 1 0,0-1 1,0 0-1,1-1 0,-1 1 0,6 2 1,13 3-7398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32 17240,'-3'-3'683,"0"0"0,0 0 1,0 0-1,0 1 0,-1-1 0,0 1 0,1 0 1,-1 0-1,0 0 0,0 1 0,0-1 0,0 1 1,-7-1-1,9 2-353,0-1 1,0 2-1,0-1 0,0 0 1,0 0-1,0 1 0,0-1 1,0 1-1,0-1 1,0 1-1,0 0 0,1 0 1,-1 0-1,0 0 0,0 0 1,-1 2-1,1-1-287,-1 0 1,1 1-1,0-1 0,0 1 0,0-1 1,0 1-1,-2 4 0,-4 12-43,1-1 0,1 1 0,0 0 0,1 1 0,2-1 0,-3 24 0,1 120 0,5-153 0,3 114-2,0-53-198,-9 101-1,6-163-902,0-1-1930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 14359,'-6'-2'5538,"10"0"-2384,9 2 1840,3-3-2065,18 3-1136,5 5-1793,3-3 0,2 0 0,0 2 0,-2 0 0,-9 0-2721,-3 1-2738,-10-1-4994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 13638,'-3'3'942,"1"0"-1,0 1 0,0-1 1,0 1-1,0 0 1,0 0-1,1 0 1,0-1-1,0 1 0,0 0 1,0 1-1,1-1 1,0 0-1,-1 4 0,2-6-548,-1 0 0,1 0-1,-1 0 1,1 0 0,0 0-1,-1 0 1,1 0-1,0 0 1,1 0 0,-1-1-1,2 4 1,0-2-356,0-1 0,-1 1 0,1-1 0,0 0 0,0 0 0,1 0 0,5 3 0,0-2-48,-1 0 0,1-1 0,0 0 0,0 0 0,0-1 1,0 0-1,1-1 0,-1 0 0,17-2 0,-21 1-11,0 0 0,0 0 0,0 0 0,0-1 0,0 0-1,0 0 1,-1 0 0,8-5 0,-10 6 24,1-1-1,-1 0 0,0 0 0,0 0 0,-1 0 1,1 0-1,0 0 0,-1 0 0,1 0 1,-1-1-1,0 1 0,0-1 0,0 1 1,0-1-1,0 1 0,0-1 0,0-3 1,-1 4 5,1 0 0,-1 0 0,0 0 1,0 0-1,0 0 0,0 0 0,0 0 1,-1 0-1,1 0 0,0 0 0,-1 0 1,0 0-1,1 0 0,-1 0 1,0 0-1,0 0 0,0 0 0,0 1 1,0-1-1,-1 0 0,1 1 0,0-1 1,-1 1-1,1-1 0,-1 1 1,0 0-1,1 0 0,-1 0 0,0 0 1,0 0-1,0 0 0,1 0 0,-1 0 1,0 1-1,0-1 0,0 1 0,-4-1 1,2 0-8,0 1 1,0 0-1,-1 0 1,1 0-1,0 0 1,0 1-1,-1 0 1,1-1-1,0 2 1,0-1-1,0 0 1,0 1-1,0 0 1,1 0-1,-1 0 1,0 0-1,-4 4 1,4-2-37,1 0 1,0 0-1,0 0 1,0 1-1,0-1 0,1 1 1,-1 0-1,1 0 1,1-1-1,-1 1 0,1 0 1,0 1-1,0-1 1,0 0-1,0 0 1,1 0-1,0 0 0,0 1 1,2 4-1,-2-6-342,1 0-1,0 0 1,0 1 0,0-1-1,1-1 1,0 1 0,0 0-1,0 0 1,0-1 0,0 1-1,5 4 1,-4-5-431,0 0 1,0 0-1,1 0 0,-1 0 1,1-1-1,0 0 1,0 0-1,0 0 0,0 0 1,0-1-1,0 1 0,0-1 1,5 1-1,95 11-9670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340 811 15527,'-46'-16'5996,"-62"-16"3006,95 29-8682,0 0 1,0 2-1,0-1 0,0 1 0,-1 1 1,-13 2-1,23-1-320,0 0 0,0 1 0,0-1 0,0 1 0,0 0 0,1 0 0,-1 0 0,1 1 0,0-1 0,-1 1 0,1 0 0,0 0 0,0 0 0,1 0 0,-1 1 0,1-1 0,0 1 0,-1-1 0,1 1 0,1 0 0,-1 0 0,1 0 0,-1 0 0,0 7 0,0-5 0,0 1 0,1 0 0,0-1 0,0 1 0,1 0 0,-1 0 0,2 0 0,-1 0 0,1 0 0,0 0 0,0-1 0,1 1 0,0 0 0,3 8 0,-4-13 0,0 0 0,0-1 0,1 1 0,-1 0 0,0-1 0,0 1 0,1-1 0,-1 0 0,1 1 0,0-1 0,-1 0 0,1 0 0,0 0 0,-1 0 0,1 0 0,0 0 0,0-1 0,0 1 0,0-1 0,3 1 0,-1-1 0,0 1 0,0-2 0,0 1 0,0 0 0,0-1 0,0 0 0,0 0 0,0 0 0,6-3 0,2-1 0,-1-2 0,0 1 0,0-1 0,0-1 0,13-12 0,5-9-275,-2-1 0,-1-1 0,-1-1 0,-2-2 1,-1 0-1,25-55 0,-2-12-1139,36-118 1,-54 137 2830,17-86 1,-39 125 147,-5 42-1548,0 0 1,0 1-1,0-1 1,0 0-1,0 0 1,-1 1 0,1-1-1,0 0 1,0 1-1,0-1 1,-1 0-1,1 1 1,0-1 0,-1 1-1,1-1 1,-1 0-1,1 1 1,-1-1 0,0 0-1,0 1-17,0 0 0,1 0 0,-1-1 0,0 1 0,0 0 0,1 1 0,-1-1 0,0 0 0,0 0 0,1 0 0,-1 0 0,0 0 0,0 1 0,1-1 0,-1 0 0,0 1 0,1-1 0,-1 1 0,0-1 0,1 0 0,-1 1 0,0-1 0,0 2 0,-8 6 0,0 0 0,1 1 0,0 0 0,0 1 0,1 0 0,0 0 0,-10 21 0,1 2 0,-16 51 0,18-38 0,2 1 0,2 0 0,2 1 0,2 0 0,1 71 0,7-35 0,4-1 0,23 111 0,-8-67-1235,-17-111-4941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24 9604,'-1'-2'575,"1"1"0,-1 0 0,1-1 1,-1 1-1,1-1 0,-1 1 0,0 0 0,0 0 0,0-1 0,0 1 0,0 0 0,0 0 0,0 0 0,0 0 0,-1 0 0,1 0 0,0 0 0,-2 0 0,1 0-289,1 1 0,0 0 0,0 0 0,0 0 0,0 0-1,0 0 1,0 0 0,0 1 0,0-1 0,0 0 0,0 0 0,0 1 0,0-1 0,0 1 0,0-1 0,0 1 0,0-1-1,0 1 1,-1 1 0,-4 4 410,0 0-1,1 0 1,0 1 0,0 0-1,-6 10 1,-2 8-378,1 0 0,2 1-1,0 1 1,1 0 0,2 0 0,1 0 0,-5 55 0,5 200-561,6-273 288,1 68-45,9 202 0,-10-279 0,0 0 0,-1 1 0,1-1 0,0 0 0,0 0 0,0 0 0,0 0 0,0 0 0,0 0 0,0 1 0,0-1 0,0 0 0,0 0 0,0 0 0,0 0 0,0 0 0,0 1 0,0-1 0,0 0 0,0 0 0,0 0 0,1 0 0,-1 0 0,0 0 0,0 1 0,0-1 0,0 0 0,0 0 0,0 0 0,0 0 0,0 0 0,0 0 0,1 0 0,-1 0 0,0 1 0,0-1 0,0 0 0,0 0 0,0 0 0,0 0 0,1 0 0,-1 0 0,0 0 0,0 0 0,0 0 0,0 0 0,0 0 0,0 0 0,1 0 0,-1 0 0,0 0 0,0 0 0,0 0 0,0 0 0,0 0 0,1 0 0,-1 0 0,0 0 0,0 0 0,0 0 0,0-1 0,0 1 0,0 0 0,1 0 0,9-13 0,17-33 0,-19 31 0,11-17-21,0 1 1,2 2-1,2 0 0,1 1 0,0 1 0,2 1 1,1 1-1,38-26 0,-63 50 25,0 0 1,-1 0-1,1 0 0,0 0 0,0 0 0,0 0 1,0 0-1,0 1 0,0-1 0,0 1 1,0-1-1,4 1 0,-5 0-1,0 0 0,0 0 1,-1 0-1,1 0 0,0 1 0,-1-1 0,1 0 1,-1 1-1,1-1 0,0 0 0,-1 1 1,1-1-1,-1 1 0,1-1 0,-1 1 0,1-1 1,-1 1-1,1-1 0,-1 1 0,0-1 1,1 1-1,-1 0 0,0-1 0,0 1 0,1 0 1,0 5 5,0 1 1,0-1-1,-1 0 1,0 0-1,0 0 1,-2 10-1,2-9-27,-8 56 18,4-46 0,2 1 0,0-1 0,1 0 0,1 0 0,3 26 0,-3-40 6,1 0 0,0 0-1,0-1 1,0 1 0,0 0 0,0 0-1,1 0 1,-1-1 0,1 1 0,-1-1 0,1 1-1,0-1 1,0 0 0,0 0 0,1 0 0,-1 0-1,0 0 1,4 2 0,21 9-2261,2-3-5079,-24-8 5416,22 6-6886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3089,'-1'14'6230,"7"25"13299,-3-23-15223,0 0-5886,7 66 2846,-4-50-1291,-3 0 1,1 62 0,-4-69 24,1-22 0,-1 1 0,0-1 0,0 1 0,0 0 0,0-1 0,-1 1 0,1 0 0,-3 4 0,1-3 0,1-7 0,1-14 0,0-12 0,-1 17 0,1-1 0,0 0 0,1 1 1,0-1-1,0 1 0,6-19 0,26-68-5,-14 46-26,0-3-171,3 1 1,35-61-1,-49 101 157,0 0 0,19-21 1,-25 32 48,0 0 0,0 0 0,1 1 0,-1-1 0,1 1 0,0 0 0,0 0 1,0 0-1,0 0 0,0 0 0,0 1 0,0 0 0,0-1 0,1 1 0,-1 0 0,0 0 0,1 1 1,6-1-1,-9 1 12,0 0 1,1 1-1,-1-1 1,0 1-1,0 0 0,1-1 1,-1 1-1,0 0 1,0 0-1,0 0 1,0 0-1,0 0 1,0 0-1,0 0 1,0 0-1,0 0 1,-1 0-1,1 0 1,0 1-1,-1-1 0,1 0 1,-1 0-1,1 3 1,9 36 319,-8-30-371,-1-6 35,-1-1 0,1 1 0,-1-1 0,1 1 0,-1-1 0,0 1 0,0-1 0,-1 1 0,1-1 0,-1 1 0,0-1 0,0 1 0,0-1 0,0 0 0,-1 0 0,1 1 0,-1-1 0,0 0 0,0 0 0,-4 5 0,-3 0 0,1-1 0,-1 0 0,-1 0 0,1-1 0,-13 7 0,19-12 0,-15 9 0,12-8 0,0 1 0,1 0 0,-1 0 0,1 0 0,0 1 0,-7 6 0,12-10 0,0 1 0,0 0 0,-1-1 0,1 1 0,0 0 0,0-1 0,0 1 0,0 0 0,0 0 0,-1-1 0,2 1 0,-1 0 0,0 0 0,0-1 0,0 1 0,0 0 0,0 0 0,1-1 0,-1 1 0,0 0 0,0-1 0,1 1 0,-1 0 0,1-1 0,0 2 0,16 20 0,-8-10 0,-4-5 0,1 0 0,-1 0 0,1-1 0,0 1 0,1-1 0,-1 0 0,1-1 0,0 0 0,1 0 0,-1 0 0,1-1 0,0 0 0,0-1 0,1 0 0,15 4 0,-6-3 0,0-1 0,0-1 0,1-1 0,-1-1 0,0 0 0,31-5 0,-42 0 288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13 5186,'-15'5'3530,"11"-4"-2493,0 0 0,1 0 0,-1 1 0,0-1 0,0 1 0,1 0 1,-1 0-1,0 0 0,1 1 0,0-1 0,0 1 0,0 0 0,0-1 0,-4 7 0,-1 1 941,0 3 984,8-12-2889,1-1 1,-1 0 0,1 1-1,-1-1 1,0 1 0,1-1-1,-1 0 1,1 1 0,-1-1-1,1 0 1,-1 1 0,1-1-1,-1 0 1,1 0 0,-1 1-1,1-1 1,-1 0 0,1 0-1,0 0 1,-1 0 0,1 0-1,-1 0 1,1 0 0,-1 0-1,1 0 1,0 0 0,-1 0-1,1 0 1,-1 0 0,1-1-1,0 1 1,28-4 553,40-9-1,-40 7-653,37-4-1,-41 8-232,0 0 0,0-2 0,39-11 0,-22-10-2171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49 3185,'-2'-1'677,"1"-1"1,0 0-1,-1 1 0,1-1 0,0 0 0,0 0 0,0 0 0,0 0 0,1 0 0,-1 0 0,0 0 0,1 0 0,-1-3 0,1 4-415,0 0 1,0 0-1,0 1 0,0-1 0,0 0 0,1 0 1,-1 1-1,0-1 0,0 0 0,1 0 1,-1 1-1,0-1 0,1 0 0,-1 1 1,1-1-1,-1 0 0,1 1 0,-1-1 1,1 1-1,-1-1 0,1 1 0,-1-1 1,1 1-1,0-1 0,-1 1 0,1-1 1,0 1-1,0 0 0,-1 0 0,1-1 1,0 1-1,0 0 0,-1 0 0,1 0 1,0 0-1,0 0 0,0 0 0,-1 0 1,1 0-1,1 0 0,2 6 3767,-6 11-2158,2-15-1411,-5 34 442,-59 577 1187,58-262-2089,25-378 0,9-29 0,-9 18 0,35-53 0,-47 80 0,1 1 0,0 0 0,1 1 0,0 0 0,0 0 0,1 1 0,0 0 0,0 1 0,17-9 0,-26 15 0,-1 1 0,1 0 0,-1 0 0,1-1 0,-1 1 0,1 0 0,-1 0 0,1-1 0,-1 1 0,1 0 0,-1 0 0,1 0 0,-1 0 0,1 0 0,-1 0 0,1 0 0,0 0 0,-1 0 0,1 0 0,-1 0 0,1 1 0,-1-1 0,1 0 0,-1 0 0,1 0 0,-1 1 0,1-1 0,-1 0 0,1 1 0,0-1 0,4 20 0,-10 32 0,4-43 0,-6 31 0,3-22 0,2 0 0,0-1 0,0 1 0,2 25 0,1-39 0,-1 0 0,1 0 0,-1 0 0,1 0 0,1-1 0,-1 1 0,0 0 0,1 0 0,0-1 0,-1 1 0,1-1 0,1 0 0,-1 0 0,0 1 0,1-2 0,0 1 0,0 0 0,0 0 0,0-1 0,0 1 0,0-1 0,1 0 0,-1 0 0,1-1 0,3 3 0,31 8-263,-26-9-2289,1-2-3544,2-1-2841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5234,'19'3'13381,"-4"5"-3722,-15-7-9379,1 0 1,-1-1-1,1 1 1,-1 0 0,0-1-1,1 1 1,-1 0-1,0-1 1,1 1 0,-1 0-1,0 0 1,0-1-1,0 1 1,0 0-1,0 0 1,0-1 0,0 3-1,-10 17-1037,-8 3 933,-36 41-152,42-52-24,2 0 0,-1 1 0,2 0 0,0 0 0,0 1 0,-11 26 0,20-39 0,-1 1 0,0 0 0,1-1 0,0 1 0,-1-1 0,1 1 0,0-1 0,0 1 0,0 0 0,0-1 0,0 1 0,0 0 0,0-1 0,0 1 0,1-1 0,-1 1 0,1-1 0,-1 1 0,1-1 0,0 1 0,-1-1 0,3 3 0,-2-2 0,1-1 0,0 1 0,0-1 0,0 0 0,0 1 0,0-1 0,0 0 0,1 0 0,-1-1 0,0 1 0,0 0 0,1-1 0,3 1 0,9 0 0,0 0 0,0-2 0,30-3 0,-36 2 0,32-3 0,-1-3 0,0-1 0,-1-2 0,0-2 0,55-26 0,-80 31 0,-14 8 0,1-1 0,-1 1 0,0 0 0,0 0 0,0 0 0,1 0 0,-1 0 0,0 0 0,0-1 0,0 1 0,0 0 0,1 0 0,-1 0 0,0 0 0,0-1 0,0 1 0,0 0 0,0 0 0,0 0 0,0-1 0,1 1 0,-1 0 0,0 0 0,0-1 0,0 1 0,0 0 0,0 0 0,0 0 0,0-1 0,0 1 0,0 0 0,0 0 0,0-1 0,0 1 0,0 0 0,-1 0 0,1 0 0,0-1 0,0 1 0,0 0 0,0 0 0,0 0 0,0-1 0,0 1 0,-1 0 0,1 0 0,0 0 0,0-1 0,0 1 0,0 0 0,-1 0 0,1 0 0,0 0 0,-1 0 0,-17 7-2160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2417,'-12'4'16,"1"-2"-16,3 4-16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3970,'9'-16'3933,"0"-1"1,1 2-1,0-1 1,16-16-1,-8 75-341,-4-13-2907,29 101 575,5 13-967,-40-125-262,0-2 0,1 1 0,1-1 0,1 0 0,19 23 1,-30-39-22,1-1 0,-1 1 0,1-1 1,-1 1-1,1-1 0,-1 1 0,1-1 1,-1 1-1,1-1 0,-1 0 0,1 1 1,0-1-1,-1 0 0,1 0 0,0 1 1,-1-1-1,1 0 0,0 0 1,-1 0-1,1 0 0,0 1 0,-1-1 1,1 0-1,0 0 0,-1-1 0,1 1 1,0 0-1,-1 0 0,1 0 0,0 0 1,-1-1-1,1 1 0,0 0 0,-1 0 1,1-1-1,-1 1 0,1-1 0,0 1 1,-1 0-1,1-1 0,-1 1 0,1-1 1,-1 1-1,0-1 0,1 0 1,-1 1-1,1-1 0,-1 1 0,0-1 1,0 0-1,1 1 0,-1-1 0,0 0 1,19-50 72,-14 32-61,195-553-145,-196 559-164,-4 9 207,1 1 0,0 0-1,0-1 1,1 1 0,-1 0 0,1 0 0,-1 0 0,3-3-1,-2 13-2031,0 1-1,1-1 1,0 0 0,4 7-1,2 1-3780,3 3-1150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6211,'15'5'5419,"-15"1"-562,-21 7 1311,4-3-6122,-53 37 1839,-82 72 0,132-95-1619,20-23-276,0-1 0,0 0 0,-1 1 0,1-1 0,0 0-1,0 0 1,0 1 0,0-1 0,0 0 0,0 1 0,0-1-1,0 0 1,0 1 0,0-1 0,0 0 0,0 1 0,0-1-1,0 0 1,0 0 0,0 1 0,1-1 0,-1 0 0,0 1-1,0-1 1,0 0 0,0 0 0,0 1 0,1-1 0,-1 0-1,0 1 1,17-1-232,6-5 256,0-1 0,0-1 0,-1-2 1,0 0-1,-1-1 0,0-1 0,-1-1 0,0-1 0,26-22 0,-44 33-7,7-5 35,-8 13-15,-3 10-17,2-12-321,0 0 0,1 1 1,-1-1-1,1 0 0,0 1 0,0-1 1,0 0-1,0 0 0,1 0 0,0 0 1,0 0-1,0 0 0,0 0 0,0 0 1,1-1-1,0 1 0,0-1 0,5 5 1,-5-6-106,1 0 1,-1 0 0,0 0-1,1 0 1,0-1 0,-1 1-1,1-1 1,0 0 0,0 0-1,0 0 1,-1-1 0,1 1-1,0-1 1,0 0 0,0 0-1,0-1 1,0 1 0,0-1-1,0 1 1,0-1 0,5-2-1,27-12-6563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56 2241,'0'-40'9424,"0"40"-9288,0-1 0,0 0-1,0 1 1,0-1 0,0 0 0,-1 1 0,1-1 0,0 0 0,0 1 0,0-1 0,-1 1 0,1-1 0,0 0 0,-1 1 0,1-1 0,0 1 0,-1-1 0,1 1 0,-1-1 0,1 1 0,-1-1 0,1 1 0,-1 0 0,1-1 0,-1 1 0,0 0 0,1-1-1,-1 1 1,1 0 0,-1 0 0,0 0 0,1-1 0,-1 1 0,0 0 0,1 0 0,-1 0 0,0 0 0,1 0 0,-1 0 0,0 0 0,1 0 0,-1 1 0,0-1 0,1 0 0,-1 0 0,1 1 0,-1-1 0,0 0 0,1 0 0,-1 1 0,1-1 0,-1 1-1,1-1 1,-1 0 0,1 1 0,-1-1 0,0 2 0,-4 2 425,0 0-1,1 1 1,-1 0-1,1 0 1,0 1 0,0-1-1,0 1 1,1 0-1,-6 11 1,-19 63 2290,26-75-2661,-44 185 3520,35-117-3423,3 0-1,1 76 1,6-140-287,2 0 0,-1 0 0,1 1 0,4 14 0,-5-22 0,1 0 0,-1-1 0,1 1 0,-1-1 0,1 0 0,0 1 0,-1-1 0,1 1 0,0-1 0,0 0 0,0 0 0,0 1 0,0-1 0,0 0 0,0 0 0,0 0 0,1 0 0,-1 0 0,0-1 0,1 1 0,-1 0 0,1 0 0,-1-1 0,1 1 0,-1-1 0,1 0 0,-1 1 0,1-1 0,-1 0 0,1 0 0,-1 0 0,1 0 0,-1 0 0,1 0 0,2-1 0,5-1-58,-1-1 0,1 0-1,-1 0 1,1-1 0,-1 0 0,-1-1 0,1 0-1,0 0 1,10-10 0,8-9-584,25-30 0,-24 25 371,6-7 236,-34 43 284,0 0 0,0 0-1,-1 1 1,-4 10 0,6-18-239,-17 65 449,16-60-457,0 1 1,0 0-1,0 0 0,1 0 1,0-1-1,1 1 1,-1 0-1,1 0 1,2 9-1,-2-15-5,-1 1 0,0 0-1,1 0 1,-1 0 0,1-1-1,-1 1 1,1 0 0,-1-1 0,1 1-1,-1 0 1,1-1 0,-1 1-1,1-1 1,0 1 0,-1-1 0,1 1-1,0-1 1,0 0 0,-1 1-1,1-1 1,0 0 0,0 1-1,0-1 1,-1 0 0,1 0 0,2 0-1,-1 0-30,1 0 0,0 0 0,0-1 0,-1 1 1,1-1-1,0 0 0,-1 0 0,5-1 0,3-3-181,0-1 0,0 0 0,9-8 0,-4 2 256,0 0 0,-2-1 0,1-1-1,-1-1 1,-1 1 0,18-31 0,-32 49 55,0 0 1,0 0 0,1 1-1,-1-1 1,1 1-1,0-1 1,0 1 0,1 0-1,-1-1 1,1 1-1,0 0 1,0 0 0,1-1-1,-1 1 1,1 0-1,2 4 1,-2-5-485,0-1 0,0 0-1,0 0 1,1 0 0,0 0 0,0 0 0,0 0-1,0 0 1,0 0 0,4 3 0,-3-4-597,0 0 1,-1 0-1,1 0 1,0 0 0,0-1-1,0 1 1,1-1-1,-1 0 1,0 0-1,0 0 1,1 0-1,4 0 1,13 0-8151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72 11109,'-1'-1'387,"0"1"1,0-1-1,0 0 0,0 1 0,-1-1 0,1 1 1,0-1-1,0 1 0,-1 0 0,1-1 0,0 1 1,-1 0-1,1 0 0,0 0 0,-1 0 0,-1 0 1,3 1-254,-1-1 1,1 1 0,0-1-1,0 0 1,0 1 0,-1-1-1,1 1 1,0-1 0,0 1-1,0-1 1,0 1 0,0-1 0,0 1-1,0-1 1,0 1 0,0-1-1,0 0 1,0 1 0,0-1-1,0 1 1,0-1 0,1 1-1,-1-1 1,0 1 0,0-1-1,1 0 1,-1 1 0,1 0-1,2 5 275,0-1 0,1 1 0,0-1 0,0 1 0,6 5 0,-5-8-274,-1 0-1,1 0 1,-1 0 0,1 0-1,0-1 1,0 0 0,0 0-1,0 0 1,11 2 0,-15-4-135,1 1 0,0-1 0,0 0 0,-1 1 0,1-1 0,0 0 0,0 0 0,0 0 0,0-1 1,-1 1-1,1 0 0,0-1 0,0 1 0,-1-1 0,1 1 0,0-1 0,-1 0 0,1 0 0,0 0 1,-1 0-1,1 0 0,-1 0 0,1 0 0,-1 0 0,0-1 0,0 1 0,0 0 0,1-1 0,-1 1 1,0-1-1,-1 1 0,1-1 0,1-2 0,-2 1 49,1-1-1,-1 1 1,0 0-1,0 0 1,0-1-1,-1 1 1,1 0-1,-1 0 1,0-1 0,0 1-1,0 0 1,0 0-1,0 0 1,-1 0-1,1 0 1,-1 0-1,0 1 1,0-1 0,0 0-1,0 1 1,-3-3-1,0 0 199,0-1-1,0 1 1,-1 1-1,1-1 1,-1 1-1,0 0 1,-1 0-1,-9-4 1,14 7-215,1 0 0,-1 1 0,0-1 0,0 0 0,0 1 0,0 0 0,1-1 0,-1 1 0,0 0 0,0 0 0,0 0 0,0 0 0,0 0 0,0 0 0,0 1 0,1-1 0,-1 1 0,0-1 0,0 1 0,0 0 0,1-1 0,-1 1 0,0 0 0,1 0 0,-1 0 0,1 1 0,-1-1 0,1 0 0,0 1 0,-1-1 0,1 0 0,0 1 0,0-1 0,0 1 0,0 0 0,0-1 0,0 1 0,1 0 0,-1 0 0,0 0 0,1-1 0,0 1 0,-1 0 0,1 0 0,0 2 0,-2 8-269,1-1 1,1 1-1,0-1 0,1 1 1,0-1-1,3 13 1,-2-16-557,0 1 1,0-1-1,1 0 1,0 0 0,1 0-1,0 0 1,5 7-1,-7-11-108,1 0-1,0-1 0,0 1 0,1-1 0,-1 1 0,1-1 0,0 0 0,0 0 0,0-1 0,0 1 0,0-1 1,0 0-1,9 3 0,20 1-4858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21 12470,'-2'-2'633,"0"0"0,0 0 0,-1 1 0,1-1-1,-1 0 1,1 1 0,-1 0 0,1-1 0,-1 1 0,0 0 0,0 0 0,1 1 0,-1-1 0,-4 0 0,3 1-218,0 0 1,0 0-1,0 1 0,1-1 0,-1 1 1,0 0-1,0 0 0,1 0 0,-1 0 1,-4 3-1,3-2-234,1 1 0,-1 0 1,1 0-1,-1 0 0,1 1 0,0 0 1,0-1-1,1 1 0,-1 1 1,1-1-1,0 0 0,0 1 0,0 0 1,0 0-1,-2 9 0,4-13-179,1 0 0,0 0 0,-1 0 0,1 0 0,0 0 1,0 0-1,0 1 0,0-1 0,0 0 0,0 0 0,0 0 0,1 0 0,-1 1 0,0-1 0,1 0 0,-1 0 0,1 0 0,-1 0 0,1 0 1,-1 0-1,1 0 0,1 1 0,0 0 2,0 0 1,0 0-1,1 0 0,-1 0 1,1-1-1,-1 1 1,1-1-1,5 2 1,5 2 9,1-2 1,28 5 0,-32-7-13,-10-1 3,1 0 0,-1 0 1,1 0-1,-1 0 0,1 0 1,-1 1-1,1-1 0,-1 0 1,1 0-1,-1 0 0,1 0 1,-1 0-1,1 1 0,-1-1 1,1 0-1,-1 0 1,0 1-1,1-1 0,-1 0 1,0 1-1,1-1 0,-1 0 1,0 1-1,1-1 0,-1 0 1,1 2-1,-10 7 342,-27 7 438,30-13-655,-50 17 165,35-13-1431,-38 19 0,52-20-3659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19 5378,'-1'-16'10460,"-11"13"-3693,3 4-6620,-4 3 536,0 0-1,1 1 1,-1 0 0,1 2 0,0-1 0,1 1-1,-1 1 1,-13 12 0,7-5-346,1 1 0,1 1 0,0 0 0,-13 21 0,23-29-286,1-1-1,0 1 1,0 0-1,1 1 1,0-1-1,1 1 1,-4 13-1,7-20-47,-1-1-1,0 1 0,1-1 1,0 1-1,0 0 0,0-1 1,0 1-1,0-1 0,0 1 1,1 0-1,-1-1 0,1 1 0,-1-1 1,1 1-1,0-1 0,0 1 1,0-1-1,1 0 0,-1 0 1,1 1-1,-1-1 0,1 0 1,-1 0-1,1 0 0,0-1 0,0 1 1,0 0-1,0-1 0,0 1 1,1-1-1,-1 0 0,0 0 1,5 2-1,0-1-28,0-1 0,1 0 0,-1 0 1,0 0-1,1-1 0,-1 0 0,1 0 0,-1-1 0,1 0 1,-1 0-1,0-1 0,0 0 0,1 0 0,-1-1 0,-1 0 0,1 0 1,0-1-1,7-5 0,3-2-50,0-1-1,-1 0 1,-1-1-1,0-1 1,20-25-1,-31 35 91,0-1 0,-1 1-1,1-1 1,-1 0 0,0 0-1,0 0 1,-1-1 0,1 1-1,-1-1 1,-1 1 0,1-1-1,-1 0 1,0 0 0,1-8 0,-2 13-7,0 1 1,0 0 0,0 0 0,0 0-1,0-1 1,1 1 0,-1 0-1,0 0 1,0 0 0,0-1 0,0 1-1,0 0 1,0 0 0,0-1 0,0 1-1,0 0 1,0 0 0,0 0 0,-1-1-1,1 1 1,0 0 0,0 0 0,0 0-1,0-1 1,0 1 0,0 0 0,0 0-1,-1 0 1,1-1 0,0 1-1,0 0 1,0 0 0,0 0 0,-1 0-1,1 0 1,0 0 0,0-1 0,0 1-1,-1 0 1,1 0 0,0 0 0,-7 8 529,-5 16-655,11-21 46,0 1 0,0 0 0,0-1 0,0 1 0,1 0 0,-1 0 0,1 0 0,0-1 0,1 1 0,-1 0 0,0 0 0,1-1 0,0 1 0,0 0 0,0 0 0,0-1 0,1 1 0,0-1 0,-1 0 0,1 1 0,0-1 0,1 0 0,-1 0 0,0 0 0,6 4 0,-3-2-812,1-1 0,-1 0 1,1 0-1,1 0 1,7 4-1,38 10-9414,-23-13 1907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5 227 11061,'-1'8'10876,"0"-6"-10446,0 1 0,1 0 0,-1 0 0,1 0 0,0 0 0,0 0 0,0 0 0,1 6-1,16 36 3459,-20-52-3724,1-1 1,0 0-1,0 0 1,0 1-1,1-1 1,0 0-1,1 0 1,-1-1-1,2 1 1,-1 0-1,1 0 1,0 0-1,1 1 1,0-1-1,0 0 1,1 0-1,0 1 1,0-1-1,1 1 1,5-8-1,0-1-602,0 2 0,1-1 0,1 1 0,1 1 0,0 0 0,0 0 0,1 1-1,16-11 1,-27 22-10,-1 1 0,0-1 0,1 0 0,-1 0 0,0 0 0,1 1 0,-1-1 0,1 1 0,-1-1 0,1 1 0,-1 0 0,1-1 0,0 1 0,-1 0 0,1 0 0,-1 0 0,1 0 0,-1 0 0,1 1 0,0-1 0,1 1 0,5 0-3785,6 0-4640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7059,'2'2'1346,"1"1"-1,0-1 1,0 0-1,0 0 1,1 0-1,-1 0 0,6 1 1,30 7 1662,-19-8-2920,37-1 0,-49-1-77,1-1-1,-1 0 1,1 0 0,-1 0 0,0-1 0,13-5-1,-19 6 30,-1 1-1,1-1 1,-1 0-1,1 0 0,-1 1 1,0-1-1,1-1 1,-1 1-1,0 0 0,0 0 1,1 0-1,-1-1 1,0 1-1,0 0 0,0-1 1,-1 1-1,1-1 1,0 1-1,-1-1 0,1 1 1,0-1-1,-1 0 1,0 1-1,1-1 0,-1 0 1,0 1-1,0-1 1,0 0-1,0 1 0,0-1 1,-1 0-1,1 1 1,0-1-1,-1 0 0,1 1 1,-1-1-1,1 1 1,-1-1-1,-1-2 0,-2-1 184,1-1 0,-1 1 0,0-1 0,0 2 0,-1-1 0,1 0 0,-1 1 0,0-1 0,-1 2 0,1-1 0,0 0 0,-1 1 0,0 0 0,0 0 0,0 1 0,0 0 0,0 0 0,-1 0 0,1 1 0,-1 0 0,1 0 0,-1 0 0,1 1 0,-1 0 0,-7 1 0,8-1-58,-1 0 1,1 1 0,0 0 0,-1 0 0,1 0 0,0 1-1,-1 0 1,1 0 0,0 0 0,0 1 0,1 0-1,-1 0 1,1 1 0,-1-1 0,1 1 0,0 0 0,0 1-1,1-1 1,-1 1 0,1 0 0,0 0 0,0 0 0,1 1-1,0-1 1,-5 11 0,6-11-166,1 0 0,-1 1 0,1-1 0,-1 1 0,2-1 0,-1 1 0,1 0 0,0-1 0,0 1 0,0 0 0,1-1 0,0 1 0,0-1 0,0 1 0,1-1 0,-1 1 0,1-1 0,1 0 0,-1 0 0,1 0 0,0 0 0,0 0 0,0-1 0,1 1 0,0-1 0,0 0 0,0 0 0,0 0 0,0-1 0,1 1 0,0-1 0,0 0 0,0-1 0,0 1 0,0-1 0,0 0 0,1 0 0,-1 0 0,7 0 0,4 1-248,1-1 0,-1-1-1,0-1 1,24-2 0,31-6-6492,-69 8 6413,36-5-8637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5619,'10'-15'2990,"28"-36"9002,-33 56-8075,5 25-606,-10-27-3097,0 0 0,0 1 0,0-1 0,0 0 0,-1 0 0,1 0 0,-1 0 1,0 0-1,0 1 0,0-2 0,-2 5 0,-5-32 1371,7 21-1452,1 2-106,-1 1 0,1 0 0,0-1 1,0 1-1,0 0 0,0-1 0,0 1 0,0-1 0,0 1 0,0 0 0,0-1 1,1 1-1,-1 0 0,1 0 0,-1-1 0,1 1 0,-1 0 0,1 0 0,0-1 1,-1 1-1,1 0 0,0 0 0,2-1 0,20 27-3027,-19-20-334,7 6-3165,3 1-2230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59 8068,'-40'35'7726,"27"-25"-4166,1 1 0,-17 17-1,29-28-3474,0 1 0,0-1 0,0 1 0,0-1 0,-1 1 0,1-1 0,0 0 0,0 1 0,-1-1 0,1 0 0,0 1 0,-1-1 0,1 0 0,0 1 0,-1-1 0,1 0 0,0 0 0,-1 1 0,1-1 0,-1 0-1,1 0 1,-1 0 0,1 0 0,0 1 0,-1-1 0,1 0 0,-1 0 0,1 0 0,-1 0 0,1 0 0,-1 0 0,1 0 0,0 0 0,-1 0 0,1-1 0,-1 1 0,1 0 0,-1 0 0,1 0 0,0 0 0,-1-1 0,1 1-1,-1 0 1,1 0 0,0-1 0,-1 1 0,1 0 0,0-1 0,-1 1 0,1 0 0,0-1 0,0 1 0,-1 0 0,1-1 0,0 1 0,0-1 0,-1 1 0,1 0 0,0-1 0,0 1 0,0-1 0,0 0 0,-1-1-29,1 0 0,-1-1 0,1 1 0,0 0 0,-1 0 0,1-1 0,0 1 0,1 0 0,-1-1 0,0 1 0,2-4 0,15-21 190,-16 26-245,-1 0 0,1 0 0,0 0 0,0 0 0,0 0 0,0 0 0,0 0 0,0 0 0,0 1 0,0-1 0,0 0 0,0 1 0,0-1 0,0 0 0,0 1 0,1 0 0,-1-1 0,0 1 0,0 0 0,1-1 0,-1 1 0,2 0 0,-3 0-1,0 1 0,0-1 0,0 1 0,0-1 0,1 0 0,-1 1 0,0-1 0,0 1 0,0-1 0,0 0 0,0 1 0,0-1 0,0 1 0,0-1 0,0 1 0,0-1 0,0 0 0,-1 1 0,1-1 0,0 1 0,0-1 0,0 0 0,0 1 0,-1-1 0,1 0 0,0 1 0,0-1 0,-1 0 0,1 1 0,0-1 0,-1 0 0,1 0 0,0 1 0,-1-1 0,0 0 0,-11 14 0,11-13 17,-1 0 0,1 0 0,0 0 0,-1 0 0,1 0-1,-1 0 1,0 0 0,1 0 0,-1 0 0,0-1 0,1 1 0,-1-1 0,0 1 0,0-1 0,1 0 0,-1 1 0,0-1-1,0 0 1,0 0 0,1-1 0,-1 1 0,0 0 0,0 0 0,0-1 0,1 1 0,-1-1 0,0 0 0,1 1-1,-1-1 1,1 0 0,-1 0 0,0 0 0,1 0 0,0 0 0,-1-1 0,1 1 0,0 0 0,0 0 0,-1-1 0,1 1-1,0-1 1,1 1 0,-1-1 0,0 0 0,-1-1 0,1 0-172,0 0 1,0 1-1,1-1 0,-1 1 1,0-1-1,1 0 0,0 0 1,0 1-1,-1-1 0,2 0 0,-1 1 1,0-1-1,1-3 0,0 4-365,-1 0 0,1 0-1,-1 0 1,1 1 0,0-1-1,0 0 1,0 1 0,0-1-1,0 0 1,1 1 0,-1-1-1,0 1 1,1 0-1,-1-1 1,1 1 0,-1 0-1,1 0 1,0 0 0,-1 0-1,3-1 1,16-4-8855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263 129 4274,'17'-24'2916,"8"-13"3838,-24 35-6321,-1 1 0,1 0 0,0 0 1,-1 0-1,0-1 0,1 1 0,-1 0 0,0-1 1,1 1-1,-1 0 0,0-1 0,0 1 0,0 0 1,0-1-1,0 1 0,0 0 0,-1-1 1,1 1-1,0 0 0,-1-1 0,1 1 0,-1 0 1,1 0-1,-2-3 0,1 4-188,0-1 0,0 0 0,0 0 0,0 1 0,0-1 0,0 1 0,0-1 0,0 1 0,0-1 0,0 1 1,-1 0-1,1-1 0,0 1 0,0 0 0,0 0 0,0 0 0,-1 0 0,1 0 0,0 0 0,0 0 0,-2 1 0,-29 8 1103,25-7-910,-12 5-290,-1 0 0,1 1 0,0 1 0,1 1 0,-25 17 0,35-21-154,0 0 1,1 1 0,0 0 0,0 0 0,1 1 0,0 0 0,0 0 0,1 1 0,0-1-1,0 1 1,1 0 0,0 0 0,-4 16 0,4-8 5,0-1 0,1 1 0,1 0 0,1 0 0,0 0 0,1 0 0,4 32 0,-3-43 0,0-1 0,0 1 0,1 0 0,0-1 0,0 1 0,0-1 0,1 0 0,0 1 0,0-1 0,0 0 0,1-1 0,-1 1 0,1-1 0,0 1 0,0-1 0,1 0 0,-1-1 0,1 1 0,0-1 0,0 0 0,0 0 0,0 0 0,1-1 0,-1 0 0,11 3 0,-5-3 0,1 0 0,-1-1 0,1 0 0,-1-1 0,1 0 0,-1-1 0,0-1 0,1 1 0,-1-2 0,0 1 0,0-2 0,0 0 0,-1 0 0,1 0 0,-1-2 0,0 1 0,0-1 0,-1-1 0,0 1 0,15-15 0,-13 10 0,0 1 0,-1-2 0,-1 1 0,0-1 0,0-1 0,-1 1 0,-1-1 0,0-1 0,-1 1 0,0-1 0,-1-1 0,-1 1 0,0 0 0,-1-1 0,2-22 0,-5 27 0,-1 1 0,0-1 0,0 1 0,-1 0 0,0-1 0,-1 1 0,0 0 0,0 1 0,-1-1 0,0 0 0,-1 1 0,-8-12 0,8 13 0,0 0 0,0 1 0,-1-1 0,0 1 0,0 0 0,0 1 0,-1 0 0,0 0 0,0 0 0,0 1 0,0 0 0,-1 0 0,0 0 0,-10-2 0,17 6 1,0-1-1,0 1 1,0 0 0,-1-1 0,1 1-1,0 0 1,0 0 0,0 0-1,0 0 1,-1 0 0,1 0-1,0 0 1,0 0 0,0 1 0,-1-1-1,1 0 1,0 1 0,0-1-1,0 1 1,0-1 0,0 1-1,0-1 1,0 1 0,0 0 0,0-1-1,0 1 1,0 0 0,1 0-1,-1 0 1,0 0 0,0 0 0,1 0-1,-1 0 1,0 2 0,0-2-13,1 1 0,0 0 0,0-1 1,0 1-1,0-1 0,0 1 1,0 0-1,0-1 0,1 1 0,-1-1 1,1 1-1,-1-1 0,1 1 1,-1-1-1,1 1 0,0-1 0,0 0 1,0 1-1,-1-1 0,1 0 0,1 0 1,-1 1-1,0-1 0,0 0 1,2 1-1,1 1-781,0-1-1,0 0 1,0 1 0,0-2 0,0 1-1,1 0 1,-1-1 0,6 2 0,28 3-7027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 9684,'-2'-2'8836,"0"6"-7059,-2 7 432,-5 6-752,-3 8-689,-7 6-432,-4 5-336,-2-1-624,0-1-2321,2-3-3858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4962,'0'-1'351,"0"0"-1,0 1 0,1-1 1,-1 0-1,0 1 0,0-1 1,1 0-1,-1 1 0,0-1 1,1 1-1,-1-1 0,0 0 1,1 1-1,-1-1 0,1 1 1,-1-1-1,1 1 0,-1-1 1,1 1-1,0 0 0,-1-1 1,1 1-1,0 0 0,-1-1 1,1 1-1,-1 0 0,1 0 1,0 0-1,0 0 0,-1-1 1,1 1-1,0 0 0,1 0 1,33 1 8442,-10-1-6954,133-27 2889,-109 16-4550,1 2-1,84-3 1,-134 12-178,0 0 0,0 0 0,0 0 0,1 0 0,-1 0 0,0 0 0,0 0 0,0 0 0,0 0 0,0 0 0,0 0 0,0 0 0,1 0 0,-1 0 0,0 0 0,0 0 0,0 0 0,0 0 0,0 0 0,0 1 0,0-1 0,0 0 0,0 0 0,1 0 0,-1 0 0,0 0 0,0 0 0,0 0 0,0 0 0,0 1 0,0-1 0,0 0 0,0 0 0,0 0 0,0 0 0,0 0 0,0 0 0,0 1 0,0-1 0,0 0 0,0 0 0,0 0 0,0 0 0,0 0 0,0 0 0,0 1 0,0-1 0,0 0 0,0 0 0,-1 0 0,1 0 0,0 0 0,0 0 0,0 0 0,0 0 0,0 0 0,0 1 0,0-1 0,-10 11 0,8-9 0,0 0 0,1 0 0,-1-1 0,0 1 0,0-1 0,-1 0 0,1 1 0,0-1 0,0 0 0,-4 1 0,6-2-255,0-1-1,-1 1 1,1-1 0,0 1 0,0 0-1,0-1 1,0 1 0,0-1 0,0 1-1,0 0 1,0-1 0,0 1-1,1-1 1,-1 1 0,0 0 0,0-1-1,0 1 1,0-1 0,1 1 0,-1 0-1,0-1 1,0 1 0,0 0-1,1 0 1,-1-1 0,0 1 0,1 0-1,-1-1 1,0 1 0,1 0 0,-1 0-1,1-1 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 12198,'-14'-3'1354,"-6"-1"12867,38 9-10577,-14-4-3531,0 0 0,0 0 0,1 1 0,-1-1 0,0 1 0,0 0 0,0 0-1,-1 0 1,1 1 0,0-1 0,-1 1 0,4 3 0,-5-3-120,-1 0 0,1 0 0,-1 0 0,1 0 0,-1 0 0,0 0 0,0 1 1,0-1-1,-1 0 0,1 1 0,-1-1 0,1 0 0,-1 1 0,0-1 0,-1 0 0,0 7 0,-29 156 7,16-103 0,-6 78 0,17 49 0,3-128 0,0-70-144,6 2-3927,5-1-3367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84 2657,'4'-2'1262,"1"0"-1,-1 0 1,0 0 0,0-1-1,0 0 1,0 0 0,-1 0-1,1 0 1,-1 0-1,0-1 1,0 0 0,0 1-1,0-1 1,-1 0-1,0 0 1,1-1 0,2-7-1,-5 11-1115,0 0 0,0 1 0,0-1 0,0 1 0,0-1-1,0 0 1,0 1 0,0-1 0,0 1 0,0-1 0,0 0-1,-1 1 1,1-1 0,0 1 0,0-1 0,-1 0 0,1 1 0,0-1-1,-1 1 1,1-1 0,0 1 0,-1-1 0,1 1 0,-1 0-1,1-1 1,-1 1 0,1-1 0,-1 1 0,1 0 0,-1 0 0,1-1-1,-1 1 1,1 0 0,-1 0 0,0-1 0,1 1 0,-1 0-1,1 0 1,-1 0 0,0 0 0,1 0 0,-1 0 0,1 0 0,-1 0-1,-1 1 1,-31 2 546,26-2-692,1 1 0,0 0 0,0 1 0,0-1 0,-6 5 0,-75 43 0,78-44 0,-1 1 0,1 0 0,0 0 0,1 0 0,-1 1 0,2 1 0,-11 12 0,14-15 0,1 0 0,-1 0 0,1 1 0,0-1 0,0 1 0,1 0 0,0 0 0,0 0 0,-1 12 0,2-16 0,1 0 0,0 0 0,0 0 0,0 0 0,0-1 0,0 1 0,1 0 0,-1 0 0,1 0 0,-1-1 0,1 1 0,0 0 0,0-1 0,1 1 0,-1-1 0,0 1 0,1-1 0,0 0 0,-1 1 0,5 2 0,-3-2 0,0-1 0,0 0 0,1 0 0,-1-1 0,1 1 0,-1-1 0,1 1 0,0-1 0,0 0 0,-1-1 0,1 1 0,0-1 0,5 1 0,2-1 0,0-1 0,0 0 0,0-1 0,0 0 0,0 0 0,-1-1 0,1 0 0,-1-1 0,18-9 0,-15 3 0,1 0 0,-2-1 0,1 0 0,-1-1 0,17-22 0,13-13 0,-41 47 0,-1 0 0,0 0 0,1 0 0,-1 0 0,1 0 0,-1 0 0,0 0 0,1 0 0,-1 0 0,0 0 0,1 0 0,-1 0 0,0 0 0,1 1 0,-1-1 0,0 0 0,0 0 0,1 0 0,-1 1 0,0-1 0,0 0 0,1 0 0,-1 1 0,0-1 0,0 0 0,1 0 0,-1 1 0,0-1 0,0 0 0,0 1 0,0-1 0,0 0 0,1 1 0,-1-1 0,0 0 0,0 1 0,0-1 0,0 0 0,0 1 0,0-1 0,0 0 0,0 1 0,0-1 0,0 0 0,-1 1 0,7 29 0,-3-17 0,3 22-9,-4-26-12,-1 1 1,1-1 0,0 1 0,1-1-1,0 0 1,0 0 0,1 0-1,7 12 1,-10-21-183,-1 1 1,1-1-1,-1 1 1,1-1-1,0 1 1,-1-1-1,1 1 1,0-1-1,0 0 1,-1 1-1,1-1 1,0 0 0,0 1-1,0-1 1,-1 0-1,1 0 1,0 0-1,0 0 1,0 0-1,0 0 1,-1 0-1,1 0 1,0 0-1,0 0 1,0-1-1,-1 1 1,1 0-1,0 0 1,0-1-1,-1 1 1,1-1-1,0 1 1,0 0-1,-1-1 1,2 0-1,26-24-6008,-22 19 5247,59-53-3619,0-1 5559,-5-1 5747,-52 53-2769,-11 15 934,-5 13-2522,5-10-2276,1 0 1,1 1-1,-2 17 1,3-24-93,0-1 0,0 1 1,1-1-1,-1 0 0,1 1 0,0-1 0,0 0 0,0 0 1,0 0-1,0 1 0,1-1 0,-1 0 0,1-1 1,0 1-1,4 5 0,-5-7 2,0-1 0,0 1 0,1 0 0,-1-1 0,0 1 0,1-1 0,-1 0 0,0 1 0,1-1 0,-1 0 0,0 0 0,1 0 0,-1 0 0,1 0 0,-1 0 0,0 0 0,1-1 0,-1 1 0,0 0 0,1-1 0,-1 1 0,0-1 0,1 1 0,-1-1 0,2-1 0,34-22 0,-33 21 0,72-53 0,-74 57 0,-1 1 0,0-1 0,0 0 0,0 1 0,0-1 0,0 1 0,-1-1 0,1 1 0,0 0 0,-1-1 0,1 4 0,2 1 0,25 38-536,-1-20-6697,-7-11-1662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295 522 9460,'-10'1'1690,"0"0"-1,1-1 0,-1 0 1,1-1-1,-1 0 0,1 0 1,-1-1-1,1-1 0,0 1 1,-11-5-1,6 2-424,-1 0 0,-25-3 1,35 8-1221,0 0-1,0 0 1,0 1 0,1 0 0,-1 0 0,0 0 0,1 0 0,-1 0 0,1 1 0,-1 0 0,1 0 0,0 0 0,0 1-1,0-1 1,0 1 0,0 0 0,1 0 0,-1 1 0,1-1 0,0 0 0,0 1 0,-5 8 0,6-10-56,1 0 1,0 0-1,0 1 1,0-1 0,0 0-1,0 1 1,0-1-1,1 1 1,-1-1-1,1 1 1,0 0-1,-1-1 1,1 1 0,0-1-1,1 1 1,-1-1-1,0 1 1,1-1-1,-1 1 1,1-1-1,0 1 1,0-1 0,0 1-1,0-1 1,0 0-1,1 0 1,-1 0-1,1 1 1,-1-2 0,1 1-1,0 0 1,0 0-1,0 0 1,0-1-1,0 1 1,0-1-1,0 1 1,0-1 0,1 0-1,-1 0 1,1 0-1,3 1 1,1 0-138,0 0 0,-1-1-1,1 0 1,0 0 0,0-1 0,0 1 0,0-1 0,0-1 0,0 0-1,-1 0 1,1 0 0,0 0 0,-1-1 0,1 0 0,-1-1 0,1 0-1,-1 0 1,10-6 0,10-7-755,-1-1 0,41-37 0,-65 53 894,47-42-697,-2-1 0,63-79 1,-88 96 1239,-2-2-1,0 1 1,-2-2 0,-1 0 0,-2-2-1,16-47 1,-23 37 1771,-7 41-2218,1 0 0,-1 0 1,0-1-1,-1 1 0,1 0 0,0 0 0,0 0 0,0 0 1,-1 0-1,1 0 0,0 0 0,-1 0 0,1 0 0,-2-2 1,2 3-68,-1 0 1,1 0 0,-1-1 0,1 1 0,-1 0 0,0 0-1,1 0 1,-1 0 0,1 0 0,-1 0 0,1 0-1,-1 0 1,0 0 0,1 0 0,-1 0 0,1 0 0,-1 0-1,1 0 1,-1 0 0,1 1 0,-1-1 0,1 0-1,-1 0 1,1 1 0,-1-1 0,1 0 0,-1 1 0,1-1-1,-1 0 1,0 2 0,-5 3-21,0 0 0,1 1 0,-1 0 0,1 0 0,0 0 0,1 1 0,-8 13 0,-21 54 0,24-50 7,1 1 0,1 0-1,1 1 1,1 0 0,2 0 0,-1 37 0,3-48-53,2 1 1,0-1-1,1 0 1,0 0-1,1 0 1,1 0-1,0 0 0,2-1 1,-1 0-1,1 0 1,1 0-1,12 17 1,-15-25-626,1-1 0,-1 0 1,1 0-1,9 7 0,24 11-5756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2017,'-17'20'24608,"16"-17"-23395,5 7 4236,10 5-5969,-13-13 520,0 0 0,1 0 0,-1 0 0,0 1 0,0-1 0,-1 0 0,1 1 0,0-1 0,-1 0 0,0 1 0,1-1 0,-1 1 0,0-1 0,-1 5 0,-3 39 0,3-39 0,-5 51 0,2 78 0,-1-59 0,7-94-1811,-1 6-4133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46 6067,'-14'1'557,"-11"4"12483,45 0-8504,-6-3-2866,1-1 0,25-1 0,70-13-56,-37 4-1413,-50 7-476,19-2-84,60-13 0,-90 11-1560,-12 6 1801,0-1-1,0 1 1,1 0-1,-1 0 1,0-1-1,0 1 1,0 0-1,0 0 1,-1 0-1,1-1 0,0 1 1,0 0-1,0 0 1,0-1-1,0 1 1,0 0-1,0 0 1,0 0-1,0-1 1,0 1-1,-1 0 0,1 0 1,0 0-1,0-1 1,0 1-1,0 0 1,-1 0-1,1 0 1,0 0-1,0 0 1,0 0-1,-1-1 0,1 1 1,0 0-1,0 0 1,0 0-1,-1 0 1,1 0-1,0 0 1,0 0-1,-1 0 1,1 0-1,0 0 0,0 0 1,0 0-1,-1 0 1,1 0-1,0 0 1,-1 0-1,-9-2-6060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41 6707,'-2'0'680,"1"-1"0,-1 0-1,1 1 1,0-1 0,0 0-1,-1 1 1,1-1 0,0 0 0,0 0-1,0 0 1,0 0 0,0 0-1,0 0 1,0 0 0,0-1 0,-1-1-1,2 1-60,0 1 0,0 0-1,1 0 1,-1 0 0,0 0-1,1-1 1,-1 1 0,1 0-1,-1 0 1,1 0 0,-1 0-1,1 0 1,0 0-1,-1 0 1,1 0 0,0 0-1,0 1 1,0-1 0,1-1-1,-1 2-567,-1 0-1,0-1 1,1 1-1,-1 0 0,1 0 1,-1 0-1,1 0 1,-1-1-1,1 1 0,-1 0 1,1 0-1,-1 0 1,1 0-1,-1 0 0,1 0 1,-1 1-1,1-1 1,-1 0-1,0 0 0,1 0 1,-1 0-1,1 0 1,-1 1-1,1-1 0,-1 0 1,0 0-1,1 1 1,-1-1-1,1 0 0,-1 1 1,0-1-1,1 0 1,-1 1-1,0-1 1,0 1-1,1-1 0,-1 0 1,0 1-1,0-1 1,0 1-1,1-1 0,-1 1 1,0-1-1,0 1 1,0 0-1,8 21-237,-9 20 187,-1-1 0,-3 0 0,-1 0 0,-19 68 0,5-23 0,-17 94 0,-69 302 0,100-457 0,11-40 0,31-53 0,-36 67 8,0 0-723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7043,'17'-23'5601,"-16"20"-5082,0 1-1,0 0 1,0 0-1,0 1 0,1-1 1,-1 0-1,1 0 1,0 1-1,2-3 1,-3 4-392,0-1 1,1 1 0,-1-1 0,0 1 0,0 0 0,1 0 0,-1 0-1,0 0 1,1 0 0,-1 0 0,0 0 0,1 0 0,-1 0 0,0 0-1,0 1 1,1-1 0,-1 1 0,0-1 0,0 1 0,1-1 0,0 2-1,3 1 117,-2-1 0,1 1 0,0 0 0,0 1 0,-1-1 0,0 1 0,1-1 0,-1 1-1,-1 0 1,1 0 0,0 0 0,-1 0 0,0 1 0,0-1 0,2 7 0,2 10 370,-1 0 0,4 25 0,-4-17-230,-3-7-129,-7-27 238,-8-32 21,11 25-516,1 1 1,0-1 0,1 0 0,0 0 0,1 0 0,1 1 0,-1-1 0,2 0 0,0 1 0,0-1 0,1 1 0,1 0 0,-1 0 0,2 1 0,0-1 0,0 1 0,0 1 0,2-1 0,-1 1 0,1 0 0,0 1 0,14-12-1,-21 19-201,1 0 0,-1 0-1,1 0 1,-1 0-1,1 0 1,-1 0-1,1 1 1,0-1 0,0 0-1,-1 1 1,1-1-1,0 1 1,0 0-1,0 0 1,2 0 0,16 8-7708,-6 2-143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11653,'-37'14'6395,"9"7"-3603,26-17-2755,-1-1-1,1 0 1,0 1-1,0-1 1,0 1-1,0 0 1,1-1-1,-1 1 1,1 0-1,0 0 1,0 0-1,1 0 1,-1 0-1,1 0 1,0 0-1,0 7 0,1-7-19,-1 0 0,1-1-1,0 1 1,0-1-1,0 1 1,0-1 0,0 1-1,1-1 1,0 0-1,0 0 1,0 0 0,0 0-1,0 0 1,0 0-1,1-1 1,0 1 0,-1-1-1,1 1 1,0-1-1,0 0 1,0 0-1,0 0 1,1-1 0,3 2-1,-4-2 12,0 0 0,0 0 0,0 0 0,0 0 0,1-1 0,-1 1-1,0-1 1,0 0 0,1 0 0,-1 0 0,0 0 0,0-1 0,0 0-1,1 1 1,-1-1 0,0 0 0,0 0 0,0-1 0,0 1 0,0-1 0,0 1-1,-1-1 1,1 0 0,-1 0 0,1 0 0,-1 0 0,3-3 0,-2 1 111,0 0 0,-1 1 0,1-1 0,-1 0 0,1 0 0,-1-1 0,-1 1 0,1 0 0,-1-1 0,1 1 0,-1-1 0,-1 0 0,1 1 0,0-1-1,-1 0 1,0 1 0,0-1 0,-2-5 0,0 0-286,0-1 0,-1 1 0,-1 0 0,0-1 0,0 2 0,-10-16 0,11 17-2148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16 2369,'-21'-11'11359,"2"7"-4855,16 4-6015,0 0 0,1 0 0,-1 0 0,0 1 0,0-1 0,1 1 0,-1-1 0,0 1 0,1 0 0,-5 2-1,-1 2-357,0 1-1,0 0 0,1 0 0,-1 0 0,2 1 0,-9 10 0,7-8-125,1 0-1,0 1 0,0 0 0,1 0 0,0 1 1,-5 14-1,10-22 3,0-1 0,0 1 0,1 0 0,-1 0 0,0 0 1,1 0-1,0 0 0,0 0 0,0 0 0,0 0 0,1 0 0,-1 0 1,2 4-1,-2-5 7,1 0 1,0 0-1,1 0 0,-1-1 1,0 1-1,0-1 0,1 1 1,-1-1-1,1 1 1,-1-1-1,1 0 0,0 1 1,-1-1-1,1 0 0,0 0 1,0 0-1,0-1 1,0 1-1,0 0 0,0-1 1,4 1-1,1 0 20,-1-1 1,1-1-1,0 1 0,0-1 0,0 0 1,-1-1-1,1 1 0,-1-2 1,1 1-1,-1 0 0,0-1 0,0-1 1,0 1-1,0-1 0,0 1 0,-1-2 1,0 1-1,0-1 0,6-6 1,-8 8 63,1-1-1,-1 0 1,0 0 0,0 0 0,0 0 0,-1-1 0,0 1 0,0-1 0,0 0 0,0 1 0,2-11 0,-4 12-47,0 0 1,0 0 0,0 0 0,0 1 0,0-1 0,-1 0 0,1 0-1,-1 0 1,0 0 0,0 1 0,0-1 0,0 0 0,0 1 0,0-1-1,-1 1 1,0-1 0,1 1 0,-1-1 0,0 1 0,0 0 0,-4-3-1,4 3-257,0 1-1,0-1 1,-1 1-1,1-1 1,0 1-1,-1 0 1,1 0-1,-1 0 1,1 0-1,-1 0 1,-5 0-1,6 1-488,0 0 0,0 0-1,0 0 1,0 0 0,0 0-1,0 0 1,0 1 0,0-1-1,0 1 1,0-1 0,0 1-1,0 0 1,0 0 0,0 0-1,-2 1 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 10773,'-41'-42'12987,"38"48"-8919,-8 23-1602,1 5-1385,-41 148 464,45-150-1583,0 0 0,2 0-1,1 59 1,2-88 13,1 0 0,0 0 0,1 1 0,-1-1 0,0 0 0,1 0 0,0 0 0,0 0 0,0 0 0,0 0 0,0 0 0,0-1 0,1 1 0,-1 0 0,1-1 0,0 1 0,0-1 0,0 1 0,0-1 0,0 0 0,5 3 0,-5-4-262,0 0 0,0 0 0,1 0 0,-1 0 0,0-1 0,1 1 0,-1-1 0,0 0 0,1 1 0,-1-1 0,4-1 0,-1 1-775,0-1 0,0 0 1,-1 0-1,1-1 0,-1 1 0,7-4 0,11-7-6312,0-2-2190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4898,'-13'-6'10261,"7"0"-7732,10 0 208,7 1 545,8 1-2514,8 0-656,8 2-112,5 2-784,8-2-3106,2 2-4754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5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66 319 3410,'-13'-2'7831,"-17"-1"-6277,8 4 763,21-3 794,14-3-455,10 1-1802,-1 1-1,1 1 1,27 1 0,23-2-254,338-49 873,-385 49-1464,790-102 1100,-636 77-606,-77 13-30,148-40-1,-204 43 100,-32 9 243,1-1 1,-1 0-1,19-9 1,-104 30-4548,5 9-6588,19-10-1160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9 336 4370,'-1'0'264,"1"0"-1,0 0 1,-1 0 0,-4-3 3954,5 2-3954,0 1 0,0 0-1,0-1 1,-1 1 0,1 0-1,0-1 1,0 1 0,0 0-1,0-1 1,0 1 0,0-1-1,0 1 1,0 0 0,0-1-1,0 1 1,0 0 0,0-1-1,14-8 3528,31-1-3325,-39 9 169,359-80-414,-56 11-130,-268 61-79,633-118 1945,-651 123-1587,12-1 409,61-4 1,-88 9-584,1 0 0,-1 0 0,0 1 0,0 0 0,0 1 0,0 0 0,0 0 0,0 0 1,0 1-1,-1 0 0,1 1 0,-1 0 0,9 5 0,-12-4 54,1-1 1,-1 1-1,-1 0 0,1 0 1,0 0-1,-1 0 0,0 1 1,0-1-1,-1 1 0,0 0 1,0 0-1,2 6 0,1 11 655,4 39 0,-2 17-612,-3-1 1,-4 1-1,-3-1 1,-22 124-1,25-197-293,-5 20 0,-2 51 0,7-70 0,0 0 0,0 0 0,1 0 0,0 0 0,0 0 0,0 0 0,1 0 0,0 0 0,0 0 0,0 0 0,1-1 0,-1 1 0,2-1 0,2 6 0,-5-11-102,-1 1-1,1-1 1,-1 1 0,0-1 0,1 1-1,-1-1 1,1 1 0,-1-1-1,1 0 1,-1 1 0,1-1 0,-1 0-1,1 1 1,0-1 0,-1 0-1,1 0 1,-1 1 0,1-1 0,0 0-1,-1 0 1,1 0 0,0 0-1,-1 0 1,1 0 0,-1 0 0,1 0-1,0 0 1,-1 0 0,1 0-1,0-1 1,0 1-576,0-1 0,0 0 1,0 1-1,1-3-1356,-2 2 1356,1 1 0,0-1 1,-1 0-1,1 0 0,-1 0 0,1 0 0,-1 0 0,0 0 0,1 0 1,-1-2-1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8628,'-20'-11'12612,"30"16"-9862,0 0-1958,1 1 0,-2 0 1,1 1-1,-1 0 1,0 0-1,15 18 1,-5-2-125,22 37 0,-33-48-433,1 2-164,0-1 1,0 0 0,1 0-1,1-1 1,0 0-1,17 13 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7283,'-5'2'2013,"1"1"0,-1 0-1,1 1 1,-1-1 0,1 1 0,-6 6-1,-2 5 241,1 0-1,-9 17 0,-6 9-108,-25 26-748,-21 29-1003,49-64-4134,1 0-3344,14-19-929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1016 91 4658,'-3'0'702,"1"0"0,0 0-1,-1-1 1,1 1 0,-1-1-1,1 1 1,0-1 0,-1 0 0,1 0-1,0 0 1,0 0 0,0 0 0,0-1-1,-3-1 1,-21-27 4959,23 26-5436,1 1 1,-1-1-1,1 1 0,-1 0 0,0 0 1,0 0-1,0 0 0,0 0 0,-1 1 1,1-1-1,-1 1 0,0 0 0,1 0 0,-1 1 1,0-1-1,0 1 0,-5-2 0,0 3 101,-1 0 0,0 0 0,0 1 0,1 0 0,-1 0-1,0 1 1,1 1 0,-10 3 0,-75 34 1733,58-23-1443,-37 16 138,1 4-1,-74 49 0,119-65-753,0 1 0,2 1 0,0 2 0,2 0 0,1 2 0,0 0 0,3 1 0,-24 43 0,18-23 0,3 1 0,1 1 0,3 1 0,-20 87 0,32-103 0,1-1 0,2 1 0,2 0 0,1-1 0,2 1 0,1 0 0,2-1 0,1 1 0,13 42 0,-7-40 0,1-1 0,2 0 0,1 0 0,2-2 0,2 0 0,0-2 0,3 0 0,30 34 0,-32-45 0,1 0 0,2-2 0,0 0 0,0-2 0,2-1 0,0-1 0,1-1 0,32 12 0,-13-9 0,0-2 0,1-2 0,1-2 0,64 7 0,-76-16 0,-1-1 0,1-2 0,-1-1 0,42-8 0,137-38 0,-212 47 0,71-19 0,-1-4 0,-1-2 0,-1-4 0,-2-3 0,115-74 0,-167 96 0,-1 0 0,0-2 0,0 0 0,-1 0 0,-1-2 0,0 1 0,-1-2 0,-1 1 0,-1-2 0,0 0 0,-1 0 0,0 0 0,-2-1 0,0 0 0,-1-1 0,7-34 0,6-50 0,14-207 0,-34 288 0,0-1 0,-2 0 0,0 1 0,-2 0 0,-1 0 0,0 0 0,-1 1 0,-2 0 0,0 0 0,-1 1 0,-1 0 0,-25-33 0,15 25 0,-1 2 0,-1 1 0,-1 1 0,-1 0 0,-1 2 0,-1 1 0,-55-32 0,73 49 0,0 0 0,0 0 0,0 1 0,0 0 0,0 1 0,-1 0 0,-11-1 0,-69 1 0,68 3 0,0-1 0,1-1 0,-36-6 0,10-11 0,41 15 0,0 0 0,-1 0 0,1 1 0,-1 0 0,1 0 0,-1 1 0,0-1 0,-11 1 0,-151 9 0,164-8-267,-1 1 1,1 0-1,0 0 0,0 0 1,0 1-1,0-1 0,-8 5 1,-2 2-5873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53 3618,'29'-28'4699,"-4"3"3042,-42 37 640,-21 5-5618,-1 1-1563,-21 18 255,1 2 0,-89 76 0,133-101-1455,1 0 0,0 1 0,-23 31 0,34-40 0,0-1 0,0 1 0,0-1 0,1 1 0,0 0 0,0 0 0,0 0 0,1 0 0,-1 1 0,1-1 0,1 0 0,-1 0 0,1 1 0,-1-1 0,2 0 0,-1 1 0,0-1 0,1 0 0,2 8 0,1 0 0,1 0 0,1 0 0,0-1 0,0 0 0,1 0 0,0 0 0,1-1 0,11 11 0,-12-14 0,2-1 0,-1 0 0,1 0 0,0-1 0,0 0 0,0-1 0,1 0 0,0 0 0,0-1 0,18 5 0,-18-7 0,0 0 0,-1 0 0,1-1 0,0 0 0,0 0 0,0-1 0,0-1 0,0 0 0,0 0 0,0-1 0,0 0 0,16-6 0,-22 6 0,1 0 0,-1 0 0,0-1 0,0 1 0,0-1 0,-1 1 0,1-1 0,0-1 0,-1 1 0,0 0 0,0-1 0,0 0 0,0 1 0,-1-1 0,1 0 0,-1-1 0,0 1 0,0 0 0,-1 0 0,1-1 0,-1 1 0,0-1 0,0 0 0,0 1 0,-1-1 0,0 0 0,0 1 0,-1-10 0,-2-3 0,-2 0 0,0 0 0,0 0 0,-2 1 0,0 0 0,-1 0 0,0 1 0,-13-17 0,18 27 0,0 1 0,-1-1 0,1 1 0,-1 0 0,0 0 0,0 0 0,-1 1 0,1-1 0,-1 1 0,0 0 0,0 0 0,0 1 0,0 0 0,0 0 0,0 0 0,-1 0 0,1 1 0,-8-2 0,1 3 0,0 0 0,0 0 0,0 1 0,0 1 0,0 0 0,0 0 0,-18 7 0,22-7 0,0 0 0,0 0 0,0-1 0,-14 0 0,43 5 870,-14 0-3038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40 3410,'-4'-6'7312,"2"4"-6643,1-1 0,-1 1 0,0 0 0,0 0 0,-1 0 0,1 0 0,0 0 1,-5-2-1,-12 2 2202,17 2-2590,-1 0-1,1 0 1,0 0 0,-1 0 0,1-1-1,0 1 1,-1-1 0,1 1 0,0-1-1,0 0 1,-4-1 0,5 1-91,0 0 0,0 1 0,0 0 1,0-1-1,0 1 0,0-1 0,0 1 0,0 0 1,0 0-1,0 0 0,0 0 0,0 0 0,0 0 1,0 0-1,0 0 0,0 0 0,-1 0 0,1 1 1,-2 0 3142,2 0-3270,1 0-1,-1 0 1,1 0-1,0 0 1,0 0-1,-1 0 1,1 0-1,0 1 1,0-1-1,0 0 1,0 0-1,1 0 1,-1 0 0,0 0-1,0 0 1,1 0-1,-1 0 1,0 0-1,1 1 1,-1-1-1,1-1 1,0 1-1,-1 0 1,1 0-1,0 0 1,-1 0-1,3 1 1,21 25 680,-24-26-657,32 30-33,3 1-2,2-2 0,1-1-1,67 37 1,-77-50-51,0 2 0,-1 2 0,-1 0 0,-1 1 0,0 2 0,-2 0 0,29 39 0,-35-44 0,-1 0 0,2-1 0,34 24 0,6 7 0,-2-5 0,-37-29 0,30 28 0,-15-8 0,97 103 0,-29-14 0,63 59 0,-132-149 0,-26-27 0,0 0 0,0 1 0,10 14 0,-15-19 0,1 1 0,-1 0 0,1-1 0,-1 1 0,1-1 0,0 0 0,0 0 0,0 0 0,4 2 0,-16-18-231,1 10-3561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1278 66 2305,'25'-1'15164,"-38"2"-13816,-124 20 2078,62-8-3021,1 4 1,-88 31-1,110-29 120,1 2-1,1 3 1,1 2 0,1 2 0,1 2 0,-48 41-1,28-15-405,-114 104 2243,153-132-2108,2 1 0,1 1 0,1 1 0,-22 39 0,38-55-103,1 0-1,1 0 0,0 0 0,1 1 1,1 0-1,1 0 0,-3 21 0,0 118 597,6-83-812,-1-14 65,1-1 0,14 86 0,-11-122 0,2-1 0,0 1 0,1-1 0,1 0 0,1-1 0,1 0 0,1 0 0,0-1 0,1 0 0,17 20 0,-5-13 0,0-1 0,1 0 0,1-2 0,1-1 0,1-1 0,1-2 0,1 0 0,0-2 0,1-1 0,1-1 0,0-2 0,1-1 0,0-2 0,1-1 0,0-1 0,43 2 0,10-6 0,0-5 0,126-18 0,166-56 0,-330 62 0,-1-2 0,0-2 0,-1-2 0,-1-1 0,61-41 0,-51 25 0,-2-3 0,-1-2 0,73-77 0,-106 96 0,0 0 0,-1-2 0,-2 0 0,0 0 0,-2-2 0,-1 0 0,-1 0 0,10-35 0,-2-10 0,-4 0 0,9-83 0,-23 130 0,0-1 0,-2 0 0,-1 0 0,-1 1 0,-2-1 0,-7-30 0,-4-2 0,-36-87 0,37 116 0,-1 1 0,-1 1 0,-30-38 0,-6-12 0,42 62 0,-1 0 0,-1 1 0,0 0 0,-1 1 0,0 0 0,-1 1 0,-1 0 0,0 1 0,0 1 0,-1 1 0,0 0 0,0 1 0,-1 1 0,-1 0 0,1 1 0,-1 1 0,-21-3 0,-20-3 0,-70-20 0,118 28 0,1 2 0,0-1 0,0 1 0,-1 1 0,1 0 0,0 0 0,-1 1 0,1 0 0,-14 4 0,-14 5 0,-41 16 0,53-17 0,25-8-69,-24 10-470,15-3-5611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17 5330,'-12'0'1127,"-15"4"6131,37 4-2191,3 6 664,-13-13-5681,1 0 0,-1 0-1,1 0 1,0 0-1,0 0 1,-1 0-1,1 0 1,0 0 0,0-1-1,0 1 1,0 0-1,0-1 1,0 1-1,0-1 1,0 1 0,0-1-1,0 1 1,0-1-1,0 0 1,1 1-1,-1-1 1,0 0 0,0 0-1,0 0 1,0 0-1,3 0 1,30 0 361,-1-1 0,58-9-1,-22-4 174,65-15 1041,-133 29-1617,0-1-1,0 1 1,0-1-1,0 1 1,-1 0-1,1 0 0,0-1 1,0 1-1,0 0 1,0 0-1,0 0 1,0 0-1,0 0 1,0 0-1,-1 0 0,1 0 1,0 0-1,0 1 1,0-1-1,0 0 1,1 1-1,-1 1 65,-1-1 0,1 1-1,-1-1 1,0 1 0,1-1 0,-1 1-1,0-1 1,0 1 0,0-1 0,0 1-1,0 0 1,-1 2 0,-2 9 142,-1 0-1,0 1 1,0-1 0,-2-1 0,1 1-1,-2-1 1,1 0 0,-11 13 0,-1 5-657,-9 16 788,8-17-253,1 2 0,2 0 0,1 0-1,2 2 1,-12 41 0,23-58-92,0 0 0,1 1 0,1 19 0,0-14 0,19-32-2804,25-22-13419,-34 22 9334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65 120 4418,'-16'-2'5401,"15"2"-5082,0 1 1,0-1-1,0 0 0,0-1 1,0 1-1,0 0 1,-1 0-1,1 0 1,0-1-1,0 1 1,0 0-1,0-1 0,0 1 1,0-1-1,0 0 1,0 1-1,0-1 1,1 0-1,-2 0 0,1 0 10,-1 0 0,1 0-1,0 0 1,0 1 0,-1-1-1,1 0 1,0 1 0,-1-1-1,1 1 1,0 0 0,-1-1-1,1 1 1,-1 0 0,-6-2 3837,18-4-2809,8-3-1202,0 1-1,0 1 1,0 0-1,36-7 1,80-5 1345,-44 7-1594,-45 5 874,0 2 0,80 2 0,-113 5-396,9 1-409,-21-2 67,0-1 1,1 0-1,-1 0 1,0 0-1,1 0 1,-1 0-1,0 0 1,1 0-1,-1 0 1,0 0-1,1 0 1,-1 0-1,1 0 1,-1 0-1,0 0 1,1 0-1,-1 0 1,0 0-1,0-1 1,1 1 0,-1 0-1,0 0 1,1 0-1,-1 0 1,0-1-1,0 1 1,1 0-1,-1 0 1,0-1-1,0 1 1,1 0-1,-1-1 1,0 1-1,0-1 1,-10-1 26,2 0-69,8 2 0,0 0 0,0 0 0,0 0 0,-1 0 0,1 0 0,0 0 0,0 0 0,0 0 0,-1 0 0,1-1 0,0 1 0,0 0 0,0 0 0,0 0 0,-1 0 0,1 0 0,0 0 0,0 0 0,0 0 0,-1 0 0,1 1 0,0-1 0,0 0 0,0 0 0,-1 0 0,1 0 0,0 0 0,0 0 0,0 0 0,0 0 0,-1 0 0,1 1 0,0-1 0,0 0 0,0 0 0,0 0 0,0 0 0,0 0 0,-1 1 0,1-1 0,0 0 0,0 0 0,0 0 0,0 1 0,0-1 0,0 0 0,0 0 0,0 0 0,0 0 0,0 1 0,0-1 0,0 0 0,0 0 0,0 1 0,0-1-18,0 0 0,0 1 0,1-1 0,-1 0-1,0 1 1,0-1 0,0 0 0,1 0 0,-1 1 0,0-1 0,0 0 0,1 0-1,-1 0 1,0 1 0,1-1 0,-1 0 0,0 0 0,1 0 0,-1 0 0,0 0-1,1 0 1,-1 0 0,0 0 0,1 1 0,-1-1 0,0 0 0,1 0 0,-1 0-1,0-1 1,1 1 0,-1 0 0,1 0 0,6 2-4574,-18 6-3371,1-4 1475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180 3233,'1'-11'653,"0"1"0,1-1 0,0 1 0,0 0 0,7-17 0,5-22 6491,-14 41-2460,0 4-4426,-1 0 0,1 0 0,0 0 1,1 0-1,-1 0 0,1 0 1,-1 0-1,3-7 0,-11 24 861,-1-1 0,0 0 1,-1 0-1,-1-1 0,0 0 0,-23 17 0,20-17-874,0 1-1,0 1 0,1 0 1,1 1-1,-18 26 0,-25 63 1272,32-57-1192,-53 79 0,-71 56-324,-41 58 0,133-154 0,-4-3 0,-69 75 0,116-145 0,2 0 0,0 0 0,0 1 0,1 1 0,1-1 0,0 2 0,1-1 0,0 1 0,-8 28 0,14-37 0,-1 0 0,-1 0 0,1 0 0,-1-1 0,0 1 0,0-1 0,-1 0 0,0 1 0,0-2 0,-8 9 0,38-44-122,-19 22 150,0 0 1,1 0 0,14-12 0,-19 18-384,0 1 1,0 0-1,1 0 0,-1 0 1,1 0-1,-1 0 1,1 1-1,7-2 0,4 3-6883,-2 9-2510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240 3570,'20'-16'3417,"30"-34"1,-6 5 2152,-42 44-5234,-1 0 0,0 0 0,0 0 1,0 0-1,1 0 0,-1 0 0,0 0 0,0-1 0,-1 1 0,1 0 0,0-1 0,0 1 0,-1 0 0,1-1 0,-1 1 0,1-1 0,0-1 0,-2 2-165,1 1 1,0-1-1,0 1 0,-1-1 0,1 0 0,0 1 0,-1-1 1,1 1-1,-1 0 0,1-1 0,-1 1 0,1-1 0,-1 1 0,1 0 1,-1-1-1,1 1 0,-1 0 0,1-1 0,-1 1 0,1 0 1,-1 0-1,0 0 0,1-1 0,-1 1 0,1 0 0,-1 0 0,-1 0 1,-5 0 393,-1 0 0,1 0 1,0 1-1,0-1 0,-14 5 1,-38 13-10,0 3 1,2 2-1,1 3 1,-101 63-1,-191 166-780,299-214 224,1 2 0,2 2 0,3 1 0,1 3 0,2 1 0,-45 77 0,67-96 0,2 0 0,1 1 0,1 1 0,2 1 0,1 0 0,2 0 0,1 1 0,2 0 0,1 0 0,2 0 0,1 1 0,2-1 0,5 39 0,0-43 0,2 0 0,1 0 0,1 0 0,2-1 0,1 0 0,1-1 0,1-1 0,2 0 0,1-1 0,1-1 0,1 0 0,42 42 0,-33-41 0,2 0 0,1-2 0,0-2 0,2-1 0,1-1 0,0-1 0,1-3 0,1 0 0,76 21 0,-53-23 0,1-3 0,1-3 0,0-3 0,0-2 0,0-3 0,0-2 0,84-14 0,-79 4 0,0-3 0,-1-3 0,-1-2 0,0-4 0,-2-2 0,91-51 0,-110 50 0,0-1 0,-2-3 0,-1-1 0,-2-2 0,-1-1 0,-2-2 0,-1-2 0,41-58 0,-52 61 0,-2-1 0,-1-1 0,-2-1 0,-2 0 0,-1-1 0,-2-1 0,-1 0 0,-3-1 0,-1 0 0,4-65 0,-11 65 0,-1 1 0,-3-1 0,-1 1 0,-1-1 0,-3 2 0,-1-1 0,-2 1 0,-2 0 0,-1 1 0,-2 1 0,-2 0 0,-1 2 0,-1 0 0,-34-43 0,-235-263 0,288 340 0,-10-12 0,-1 0 0,0 2 0,-1-1 0,0 1 0,0 1 0,-1 0 0,-1 1 0,0 1 0,0 0 0,0 1 0,-1 1 0,0 0 0,0 1 0,-1 1 0,1 1 0,-1 0 0,0 1 0,0 0 0,-23 2 0,-31 6 0,0 2 0,0 4 0,2 3 0,-110 37 0,178-51-25,-1-1 0,1 0 1,0 1-1,0-1 0,-1 1 0,1-1 1,0 1-1,0 0 0,0-1 0,0 1 1,0 0-1,0 0 0,0 0 0,0 0 1,0 0-1,0 0 0,0 0 0,1 0 1,-1 0-1,0 0 0,1 0 0,-1 1 1,1-1-1,-1 0 0,1 0 0,0 1 0,-1-1 1,1 0-1,0 0 0,0 1 0,0-1 1,0 2-1,1 1-813,0-1 0,0 0 0,0 1 0,1-1 1,-1 0-1,1 0 0,-1 0 0,1 0 0,0-1 0,0 1 0,5 4 0,12 12-5834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51 5667,'16'-27'4621,"-1"4"5228,-64 106 1321,-41 42-9519,3-5-1842,84-117 191,1 1 0,-1 0 0,1 0 0,0 0 0,0 0 0,0 1 0,1-1 0,-1 0 0,1 1 0,-1 7 0,2-11 0,0 0 0,0 0 0,0 0 0,1-1 0,-1 1 0,0 0 0,0 0 0,1 0 0,-1 0 0,0-1 0,1 1 0,-1 0 0,1 0 0,-1 0 0,1-1 0,-1 1 0,1 0 0,0-1 0,-1 1 0,1-1 0,1 2 0,0-1 0,1 0 0,-1 0 0,0-1 0,1 1 0,-1 0 0,0-1 0,1 0 0,-1 1 0,1-1 0,-1 0 0,4-1 0,40-3 0,59-14 0,-23 3 0,-70 14 0,38-6 0,0-1 0,-1-3 0,0-1 0,48-21 0,-95 32-94,22-9 481,-22 12-963,-14 7-2569,10-8 1863,0 0 1,1 0 0,-1 0-1,0 0 1,0 0-1,0-1 1,0 1 0,0 0-1,0-1 1,0 1-1,0-1 1,-3 0-1,-9-1-8325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3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11205,'-7'8'4258,"-3"7"-1505,0 3 1905,-3 10-1088,7 9-1217,2 7-96,-1 6-640,3 0-1521,2 1-96,0-5 0,2-7 0,0-5 0,3-5 0,-1-4-480,0-4-2017,4-2-1713,-3 0-1905,-3-3-4786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11 590 3634,'-10'0'3910,"23"-8"775,2 0-2643,-5 1-351,0 0 1,1 1 0,0 0 0,1 1-1,-1 0 1,1 1 0,20-5 0,830-182 711,-517 119-1920,21-3-259,282-64 1612,-530 107-1820,-117 32-16,2-1 0,0 1 0,0-1 0,0 1 0,0 0 0,0 0 0,0 0 0,1 0 0,-1 0 0,0 1 0,0 0 0,0-1 0,0 1 0,0 0 0,4 2 0,-5-2 332,2 0-1980,-4-10-4629,-2-4-2329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30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118 143 1873,'0'-9'3472,"0"7"-3068,0 0 1,0 0-1,0-1 0,0 1 1,0 0-1,1-1 1,-1 1-1,1 0 1,0 0-1,0-3 1,11-17 4282,-3 13 4896,-10 12-9231,0-1 0,-1 1 0,1 0 0,-1-1 0,0 1 0,1-1 0,-1 0 0,0 1 0,-3 1 0,-5 8 189,-19 29 646,-25 38-143,50-70-956,-1-1-1,1 1 1,0 0-1,1 0 1,0 1 0,1-1-1,-3 16 1,5-24-79,0 1 0,0-1 0,0 1 0,0 0 1,0-1-1,0 1 0,0-1 0,1 1 0,-1 0 0,0-1 0,1 1 0,-1-1 1,1 1-1,0-1 0,-1 1 0,1-1 0,0 0 0,0 1 0,0-1 1,0 0-1,0 0 0,0 1 0,3 1 0,-1-2-32,0 1 0,-1-1 1,1 0-1,0 0 0,0 0 0,0-1 0,0 1 1,0 0-1,0-1 0,1 0 0,4 0 0,3-1 151,-1 0-1,0-1 1,1 0-1,-1-1 1,0 0-1,16-7 1,-11 3-127,-1-1 0,1-1 0,-1-1 0,-1 0 0,0 0 1,23-25-1,-31 29-13,1-1-1,-1 0 1,0-1 0,-1 1-1,0-1 1,0 0 0,0 0 0,-1 0-1,0 0 1,-1-1 0,0 1-1,0-1 1,-1 0 0,1-14 0,-2 14 61,-1 0 0,1 1 1,-1-1-1,-1 1 1,0-1-1,0 1 0,0 0 1,-1 0-1,-5-9 1,7 15-35,0 0 0,0 0 0,-1 0 0,1 0 0,-1 0 0,1 0 0,-1 0 0,0 1 0,0-1 0,0 1 0,0-1-1,0 1 1,0 0 0,0 0 0,0 0 0,0 0 0,-1 0 0,1 0 0,0 0 0,-1 1 0,1-1 0,-1 1 0,1 0 0,0 0 0,-1 0 0,1 0 0,-1 0 0,1 0 0,-1 1 0,1-1 0,0 1 0,-1 0 0,1 0 0,0-1 0,0 2 0,-4 1 0,-4 1-15,0 1 0,0 0 0,1 1 0,-1 0 0,1 0 0,1 1 0,-1 1 0,1-1 0,1 1 0,-1 1 0,-10 15 0,13-16-60,5-8 25,0-1-1,0 1 1,0 0-1,0 0 1,0 0-1,0 0 1,1 0-1,-1 0 1,0 0-1,0 0 1,0 0-1,0 0 1,0 0-1,1 0 1,-1 1-1,0-1 1,0 0-1,0 0 1,0 0-1,0 0 1,0 0-1,0 0 1,1 0-1,-1 0 0,0 0 1,0 0-1,0 0 1,0 0-1,0 1 1,0-1-1,0 0 1,0 0-1,0 0 1,0 0-1,0 0 1,1 0-1,-1 1 1,0-1-1,0 0 1,0 0-1,0 0 1,0 0-1,0 0 1,0 0-1,0 1 1,0-1-1,0 0 1,0 0-1,0 0 1,0 0-1,0 0 1,-1 0-1,1 1 1,0-1-1,0 0 1,0 0-1,0 0 0,0 0 1,0 0-1,0 0 1,0 0-1,0 1 1,17 1-6747,-3-2-899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88 2513,'-1'0'205,"-1"0"0,1 0 0,0-1 0,-1 1 0,1-1 0,-1 1 0,1-1 0,0 1 0,-1-1 0,1 0 0,0 1 0,0-1 0,0 0 0,0 0 0,-1 0 0,1 0 0,0 0 0,1 0 0,-1-1 0,0 1 0,0 0 0,0 0 0,1-1 0,-2-1 0,1 1 238,0 0-1,0 0 0,0 1 1,0-1-1,0 0 1,-1 1-1,1-1 1,-1 1-1,1-1 0,-1 1 1,1 0-1,-1 0 1,0 0-1,1 0 1,-1 0-1,0 0 0,-6-2 4086,2 2-2167,13 8-566,47 34 6590,-144-126-7846,96 90-539,1 0 0,0 0 0,0-1 0,8 5 0,27 17 0,-7 2 0,-14-11 0,0 0 0,-1 1 0,19 24 0,412 500 0,-415-503 0,42 37 0,-46-48 0,-2 3 0,43 52 0,-61-67 0,1-1 0,1 0 0,0-1 0,1 0 0,0-2 0,25 17 0,-40-29 0,0 0 0,0 0 0,0 0 0,0 0 0,0 0 0,1 0 0,-1 1 0,0-1 0,0 0 0,0 0 0,0 0 0,0 0 0,0 0 0,0 0 0,1 0 0,-1 0 0,0 0 0,0 0 0,0 0 0,0 0 0,0 0 0,0 0 0,0 0 0,1 0 0,-1 0 0,0 0 0,0 0 0,0 0 0,0 0 0,0 0 0,0 0 0,0-1 0,1 1 0,-1 0 0,0 0 0,0 0 0,0 0 0,0 0 0,0 0 0,0 0 0,0 0 0,0 0 0,0 0 0,0-1 0,0 1 0,0 0 0,1 0 0,-1 0 0,0 0 0,0 0 0,0 0 0,0 0 0,0-1 0,0 1 0,-1 0 0,1 0 0,0-1 0,0 1 0,0 0 0,0 0 0,-1 0 0,1-1 0,0 1 0,0 0 0,0 0 0,-1 0 0,1 0 0,0 0 0,0 0 0,-1-1 0,1 1 0,0 0 0,0 0 0,-1 0 0,1 0 0,0 0 0,0 0 0,-1 0 0,1 0 0,0 0 0,0 0 0,-1 0 0,1 0 0,0 0 0,0 0 0,-1 1 0,1-1 0,0 0 0,0 0 0,-1 0 0,1 0 0,-23 9-1839,14-5-2413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1071 30 2897,'-1'-17'2634,"1"17"-2218,-1-1 0,1 0 0,0 1 0,0-1 0,0 0 0,0 1 0,-1-1 0,1 1 0,0-1 0,-1 0 0,1 1 0,0-1 0,-1 1 0,1-1 0,-1 1 0,1-1 0,-1 1 0,1-1 0,-2 0 0,-14 0 6975,-1 4-6410,14-3-1223,-88 16 3078,-29 4-582,-145 43 0,237-54-2024,0 1-1,1 2 1,0 1-1,1 0 1,1 2-1,0 1 0,1 1 1,1 1-1,0 1 1,2 1-1,0 1 1,1 1-1,1 1 1,-20 31-1,14-11-229,1 1 0,2 1 0,2 1 0,2 1 0,2 1 0,-12 63 0,20-70 0,2 1 0,2 0 0,2 0 0,1 0 0,3 0 0,1 0 0,17 79 0,-12-93 0,1 0 0,1 0 0,2-1 0,1 0 0,1-1 0,1-1 0,1 0 0,38 44 0,-22-35 0,0-2 0,2-1 0,2-1 0,1-3 0,41 25 0,-42-32 0,1-2 0,0-1 0,1-2 0,1-2 0,0-1 0,0-2 0,1-2 0,1-2 0,65 2 0,-22-7 0,-1-5 0,0-3 0,139-29 0,-164 23 0,0-2 0,-1-3 0,-1-2 0,81-42 0,-102 42 0,0-1 0,-1-2 0,-2-1 0,0-1 0,-2-2 0,0-2 0,38-48 0,-45 48 0,-2 0 0,-1-2 0,-1 0 0,-2-1 0,-1-1 0,-2-1 0,-1 0 0,-2-1 0,-1 0 0,-2 0 0,-1-1 0,-2 0 0,1-68 0,-6 54 0,-3 1 0,-2-1 0,-2 1 0,-18-68 0,17 91 0,-1 0 0,-1 1 0,-1 0 0,-1 0 0,-1 1 0,-1 1 0,-1 0 0,-1 1 0,-30-31 0,32 40 0,-1 0 0,0 2 0,-1 0 0,0 0 0,-25-11 0,-94-33 0,49 21 0,58 21 0,-1 1 0,0 2 0,-1 1 0,0 2 0,0 0 0,-1 2 0,-51-1 0,67 6-67,-49-1 151,1 3 1,-73 12-1,117-10-268,-1 0 0,1 1 0,0 1 0,0 1 0,1 0 0,0 2 0,0 0 0,1 1 0,0 1 0,0 0 0,-16 16 0,6-2-4824,2 2-2977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237 103 1761,'2'-1'809,"1"-1"0,-1 1 0,0 0 0,0-1 1,0 0-1,0 1 0,0-1 0,0 0 0,0 0 0,-1 0 0,1 0 0,-1 0 1,0 0-1,1-1 0,-1 1 0,0 0 0,0-1 0,0 1 0,-1-1 1,1 1-1,0-1 0,-1-3 0,0 4-562,0-1 1,-1 1-1,0-1 1,0 1-1,1 0 0,-1 0 1,0 0-1,-1-1 1,1 1-1,0 0 0,-1 0 1,1 0-1,-1 1 1,1-1-1,-1 0 0,0 1 1,0-1-1,0 1 1,0-1-1,0 1 1,0 0-1,0 0 0,-1 0 1,-2-1-1,0 0-170,0 1 1,0 0-1,0 0 1,0 0-1,0 0 0,-1 1 1,1 0-1,0 0 0,0 1 1,0-1-1,0 1 0,-1 0 1,1 0-1,0 1 0,0 0 1,1 0-1,-1 0 0,-6 4 1,-7 4 22,1 1 0,0 0 0,-20 19 0,34-27-58,-1 0-1,1 0 0,0 0 0,0 0 0,0 1 1,1-1-1,-1 1 0,1 0 0,-1 0 1,1 0-1,1 0 0,-1 0 0,0 0 0,1 0 1,0 1-1,0-1 0,0 0 0,1 1 0,0-1 1,-1 1-1,1-1 0,1 1 0,-1-1 1,1 1-1,1 4 0,0-2 2,1 0-1,0 0 1,0-1 0,0 1 0,1-1-1,0 1 1,1-1 0,-1-1 0,1 1-1,0 0 1,1-1 0,-1 0 0,1-1-1,8 7 1,-13-11-45,9 7-5,0-1 1,1 1-1,0-2 0,13 6 0,-21-10 13,0 0 0,1 0-1,-1 0 1,0-1 0,0 0 0,0 1 0,1-1-1,-1 0 1,0 0 0,0-1 0,0 1-1,1-1 1,-1 0 0,0 1 0,0-1 0,0-1-1,0 1 1,0 0 0,0-1 0,5-3 0,2-3 184,0 0 0,0-1 1,-1 0-1,0-1 0,-1 0 1,0-1-1,0 1 1,-1-1-1,-1-1 0,9-18 1,-28 54 257,1 30-448,1 0 0,3 1 0,2 0 0,2 59 0,-7 67 0,6-137 0,23-91 0,-7 7-1413,-10 11-4932,-2 6-2032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50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1 388 2561,'16'-15'5426,"-15"14"-5122,0-1 0,0 1 0,0-1 0,1 1 0,-1 0 0,1-1 0,-1 1 0,1 0 0,-1 0 0,1 0 0,0 0 0,-1 1 0,5-2 0,1 3 904,2 1 961,-9-2-2147,0 0 1,1 0-1,-1-1 1,0 1-1,0 0 1,0 0-1,0 0 1,0 0-1,1 0 1,-1 0-1,0-1 1,0 1 0,0 0-1,0 0 1,0 0-1,0 0 1,0 0-1,0-1 1,0 1-1,0 0 1,0 0-1,0 0 1,0 0-1,0-1 1,1 1-1,-1 0 1,0 0-1,-1 0 1,1 0-1,0-1 1,0 1 0,0 0-1,0 0 1,0 0-1,0 0 1,0 0-1,0-1 1,0 1-1,0 0 1,0 0-1,0 0 1,0 0-1,-1 0 1,1-1-1,0 1 1,0 0-1,0 0 1,0 0 49,0-1-1,0 1 1,0 0 0,0 0 0,1-1 0,-1 1-1,0 0 1,0 0 0,0-1 0,1 1-1,-1 0 1,0 0 0,0-1 0,1 1-1,-1 0 1,0 0 0,1 0 0,-1 0-1,0 0 1,1 0 0,-1-1 0,0 1-1,0 0 1,1 0 0,-1 0 0,0 0-1,1 0 1,-1 0 0,0 0 0,1 0 0,-1 0-1,0 1 1,1-1 0,-1 0 0,0 0-1,1 0 1,-1 0 0,0 0 0,0 0-1,1 1 1,30 3 925,6 1-718,-23-7-177,-1 0-1,23-7 1,17-3 833,101-8-1528,545-86 2019,-667 100-1415,595-102 1200,-207 25 4466,-368 77-4146,-40 2 40,-8 5-2285,-13 5-1375,-28 12-8236,7-4 2081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6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6 400 3586,'2'-5'840,"1"0"0,0 0 1,0 0-1,0 0 1,0 1-1,1 0 0,0 0 1,0 0-1,8-7 0,-12 11-753,0 0 0,0 0-1,0 0 1,-1 0-1,1 0 1,0 0 0,0 0-1,0-1 1,0 1-1,0 0 1,0 0 0,-1 0-1,1 0 1,0 0-1,0 0 1,0 0-1,0 0 1,0-1 0,0 1-1,0 0 1,0 0-1,-1 0 1,1 0 0,0 0-1,0 0 1,0-1-1,0 1 1,0 0-1,0 0 1,0 0 0,0 0-1,0 0 1,0-1-1,0 1 1,0 0 0,0 0-1,0 0 1,0 0-1,0-1 1,0 1-1,0 0 1,0 0 0,0 0-1,0 0 1,1 0-1,-1 0 1,0-1 0,0 1-1,0 0 1,0 0-1,0 0 1,0 0 0,0 0-1,0 0 1,1 0-1,-1-1 1,0 1-1,0 0 1,0 0 0,0 0-1,0 0 1,1 0-1,-11 0 3154,0 5-3292,-14 9-347,25-12 472,1 0 173,-8 0 182,64-20 1752,185-26-471,24-2-849,400-63 1887,-527 84-1727,183-33-297,-121 20 1825,-177 33-2548,37-2 0,-40 6 0,1-2 0,26-6 0,-36 7 0,-12 4 0,6-2 0,2 1 0,-9-1 0,0 0 0,0 0 0,0 0 0,0 1 0,0-1 0,0 0 0,0 0 0,0 0 0,0 0 0,0 1 0,1-1 0,-1 0 0,0 0 0,0 0 0,-1 0 0,1 1 0,0-1 0,0 0 0,0 0 0,0 0 0,0 0 0,0 1 0,0-1 0,0 0 0,0 0 0,0 0 0,0 0 0,0 0 0,0 0 0,-1 1 0,1-1 0,0 0 0,0 0 0,0 0 0,0 0 0,0 0 0,-1 0 0,1 0 0,0 0 0,0 0 0,0 1 0,0-1 0,0 0 0,-1 0 0,1 0 0,0 0 0,0 0 0,0 0 0,0 0 0,-1 0 0,1 0 0,0 0 0,0 0 0,-11 4-1250,-16 6-11229,11-8 5078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9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3 2145,'2'1'600,"0"0"0,0 0 0,0-1 1,0 1-1,0 0 0,0-1 0,0 0 0,0 1 0,0-1 1,1 0-1,-1 0 0,0 0 0,4-1 0,7-6 9121,-22 10-3830,-2 4-3328,-17 21-1543,19-19-744,0 1 1,1 0-1,1 1 1,-1 0 0,-6 14-1,12-21-212,0 1-1,1-1 1,0 1 0,-1-1-1,1 1 1,1 0-1,-1 0 1,1-1-1,0 1 1,0 0 0,0 0-1,1-1 1,-1 1-1,1 0 1,0 0-1,1-1 1,2 7 0,-1-3-47,1-1 0,0 0 0,0 0 0,1 0 1,0 0-1,0-1 0,1 0 0,-1 0 0,2 0 1,-1-1-1,0 1 0,1-2 0,10 7 0,-13-9-17,-1 0-1,2 0 0,-1-1 1,0 1-1,0-1 0,0 0 0,1 0 1,-1 0-1,0-1 0,1 1 1,-1-1-1,1 0 0,-1 0 0,0-1 1,1 1-1,-1-1 0,0 0 0,1 0 1,-1-1-1,0 1 0,0-1 1,0 0-1,0 0 0,0 0 0,0-1 1,3-3-1,6-5 1,0 0 0,-1-1 0,14-19 0,-22 27 0,-1 0 0,0 0 0,-1-1 0,1 1 0,-1 0 0,0-1 0,0 0 0,0 0 0,0 1 0,-1-1 0,0 0 0,0 0 0,0 0 0,-1 0 0,0-10 0,-1 11 0,0 1 0,-1-1 0,0 0 0,0 1 0,0-1 0,0 1 0,0 0 0,-1-1 0,1 1 0,-1 0 0,0 0 0,0 1 0,0-1 0,0 1 0,0-1 0,-1 1 0,1 0 0,-1 0 0,1 1 0,-1-1 0,0 1 0,-6-2 0,-5-2 0,0 2 0,0-1 0,-1 2 0,-21-2 0,-24 4 0,75-2-155,16-3-571,-10 8-8270,-12 1 272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27.3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24 4450,'0'-1'313,"1"0"-1,-1 1 1,1-1 0,-1 0-1,0 1 1,0-1-1,1 0 1,-1 1 0,0-1-1,0 0 1,0 1-1,1-1 1,-1 0 0,0 0-1,0 1 1,0-1 0,-1 0-1,1 1 1,0-1-1,0 0 1,0 0 0,0 1-1,-1-1 1,1 0-1,0 1 1,0-1 0,-1 0-1,1 1 1,-1-1 0,-5-2 6812,5 14-1437,5 30-4176,-3 1 1,-4 57 0,0-6-385,1-75-1208,2-12 596,5-19-979,-2-3-5554,-3 11-2503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40.6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3874,'2'7'7460,"3"-6"-4210,-5-1-3157,0 0-1,0 0 1,0-1-1,0 1 1,0 0-1,0 0 1,0 0-1,1 0 1,-1 0-1,0 0 1,0 0-1,0 0 1,0 0-1,0 0 1,1 0-1,-1 0 1,0 0-1,0 0 1,0 0 0,0 0-1,0 1 1,0-1-1,1 0 1,-1 0-1,0 0 1,0 0-1,0 0 1,0 0-1,0 0 1,0 0-1,0 0 1,0 0-1,0 0 1,1 1-1,-1-1 1,0 0 0,0 0-1,0 0 1,0 0-1,0 0 1,0 0-1,0 1 1,0-1-1,0 0 1,0 0-1,0 0 1,0 0-1,0 0 1,0 0-1,0 1 1,0-1-1,0 0 1,0 0 0,0 0-1,3 43 5226,0 3-4137,-7 15-407,2-44-690,4-26 32,17-89-191,-11 62 94,-5-3-24,-5 34 123,-1 25 300,0 0 329,2 0 1,0 0-1,1 0 1,5 29-1,-5-47-785,0-2 40,0 1 1,0 0 0,0-1 0,0 1 0,0 0-1,0-1 1,1 1 0,-1-1 0,0 1 0,0 0-1,0-1 1,1 1 0,-1-1 0,0 1-1,1-1 1,-1 1 0,0-1 0,1 1 0,-1-1-1,1 1 1,-1-1 0,1 0 0,-1 1 0,1-1-1,-1 1 1,1-1 0,0 0 0,-1 0 0,1 1-1,-1-1 1,1 0 0,0 0 0,0 0 18,-10-4-11090,1 4 1846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88 2433,'8'-8'1222,"1"0"-1,-1 1 1,18-11-1,15-1 4927,-9-1-1709,-22 12-2287,-12 11 603,-3 1-2622,0-1 0,0 0 1,0-1-1,0 1 0,-1-1 0,1 0 0,-1 0 1,-6 1-1,-19 8-99,-27 16-23,1 3 0,2 2 0,1 3 0,-86 72 1,124-91-29,0 0 1,2 1-1,0 0 1,1 1 0,1 1-1,1 0 1,0 0-1,2 1 1,0 0 0,1 1-1,1 0 1,1 1-1,1-1 1,1 1 0,1 0-1,0 0 1,2 0-1,1 0 1,4 37 0,-4-53 12,1 1 1,1-1 0,-1 1-1,1-1 1,0 0 0,1 0-1,-1 0 1,1 0 0,0 0 0,5 5-1,-6-8 7,0-1 0,1 1 0,-1-1 0,1 0 0,-1 0-1,1 0 1,0 0 0,0 0 0,0-1 0,0 1 0,0-1 0,0 0-1,0 0 1,1 0 0,-1-1 0,0 1 0,1-1 0,-1 1 0,0-1 0,1 0-1,3-1 1,8 0 13,0-1-1,-1-1 1,1-1 0,-1 0-1,1 0 1,-1-2 0,-1 0-1,1 0 1,24-17-1,-28 17 9,0-1-1,-1-1 1,0 0 0,-1 0-1,0 0 1,0-1-1,-1 0 1,0-1-1,0 0 1,-1 0-1,0 0 1,-1-1-1,5-13 1,-9 19 10,1 1 0,-1 0 0,0-1-1,0 1 1,-1-1 0,1 0 0,-1 1 0,0-1 0,0 1 0,-1-1 0,1 0 0,-1 1 0,0-1 0,0 1-1,-1-1 1,1 1 0,-1 0 0,0 0 0,0 0 0,0 0 0,-1 0 0,1 0 0,-1 0 0,0 1 0,0-1 0,0 1-1,-1 0 1,1 0 0,-1 0 0,0 0 0,0 1 0,-6-4 0,-2 0-21,-1 1 0,0 0 0,1 1 0,-2 0 0,1 1 0,0 1 0,-1 0 0,1 0 0,-1 2 0,-13 0 0,15 0-153,0 1 1,1 0 0,-1 1-1,0 0 1,1 0 0,0 2-1,0-1 1,-17 9 0,28-12 29,0 0 1,-1 0-1,1 0 1,-1 1-1,1-1 1,0 0-1,-1 0 1,1 1-1,0-1 1,0 0-1,-1 0 1,1 1-1,0-1 1,0 0-1,-1 1 1,1-1-1,0 0 1,0 1-1,0-1 1,-1 1-1,1-1 1,0 0-1,0 1 1,0-1-1,0 1 1,0-1-1,0 0 0,0 1 1,0-1-1,0 1 1,0-1-1,0 0 1,0 1-1,0-1 1,1 1-1,-1-1 1,0 0-1,0 1 1,0-1-1,0 0 1,1 1-1,-1-1 1,0 0-1,0 1 1,1-1-1,-1 0 1,0 1-1,1-1 1,-1 0-1,0 0 1,1 1-1,0-1 1,19 12-5306,7-4-121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6243,'8'0'2481,"-4"0"2657,-8 0-3025,4 8-1120,-8 4 111,0 8 65,-8 0-321,0 4-288,-8 5-143,-1-5-337,5 4-80,-8-4-96,4-4-865,4 0-1248,-1-3-2321,5-1-1473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5555,'-15'6'2119,"12"-5"-1466,-1 1 0,1-1 0,-1 0 0,1 1 0,0 0 0,0 0 0,0 0 0,0 0 0,0 0-1,0 1 1,0-1 0,-4 6 0,15-4 2514,19 2-2732,-17-4-198,17 3-169,-1-2 0,1-1 0,-1-1 0,44-5 0,6 1 1353,-76 3-1385,0 1 0,1-1 1,-1 0-1,1 0 0,-1 0 1,0 0-1,1 0 0,-1 0 0,1 1 1,-1-1-1,0 0 0,1 0 0,-1 1 1,0-1-1,1 0 0,-1 0 0,0 1 1,0-1-1,1 0 0,-1 1 0,0-1 1,0 0-1,1 1 0,-1-1 0,0 1 1,0-1-1,0 0 0,0 1 0,0-1 1,0 1-1,1-1 0,-1 0 0,0 1 1,0-1-1,0 1 0,-1-1 0,1 1 1,0-1-1,0 0 0,0 1 0,0-1 1,0 1-1,0-1 0,0 0 1,-1 1-1,-8 23 762,8-22-836,-31 64 510,-40 61 0,-23 49-458,12-18-209,67-129-109,-16 25-636,8-24-2712,20-25 2187,4-5 1269,0 0-1,0 0 0,0 1 1,0-1-1,0 0 0,0 0 1,-1 1-1,1-1 0,0 0 1,0 0-1,0 0 0,0 1 1,-1-1-1,1 0 0,0 0 1,0 0-1,0 0 0,-1 1 1,1-1-1,0 0 0,0 0 1,-1 0-1,1 0 0,0 0 1,0 0-1,-1 0 0,1 0 0,0 0 1,0 0-1,-1 0 0,1 0 1,0 0-1,0 0 0,-1 0 1,1 0-1,0 0 0,0 0 1,-1 0-1,1 0 0,0 0 1,0-1-1,-1 1 0,-3-3-3951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7619,'-4'-12'1761,"4"4"32,4 4 656,4 0-720,17 4-352,7 0-209,8 0-175,9 4-433,3 4-192,0 0-208,-7 0-160,3 0 0,1 0-272,-5-4-736,-4-4-769,-4 0-1169,-7-4-1103,-9 4-1458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1777,'2'2'639,"0"-1"-1,1 1 1,-1 0 0,0 0 0,0 0-1,0 0 1,0 0 0,0 0 0,-1 0-1,1 1 1,-1-1 0,1 1 0,-1-1 0,0 1-1,1 3 1,-1-3-119,-1 0-1,1 0 0,-1-1 1,0 1-1,0 0 1,-1 0-1,1 0 1,0 0-1,-1 0 1,0 0-1,0-1 1,-2 6-1,-3 4 280,-2 0 0,1 0 1,-2 0-1,1-1 0,-13 11 0,3-1-1240,-38 48-15,20-22-3597,35-45 3296,0-1 0,0 1 0,-1-1-1,1 1 1,-1-1 0,1 0 0,-1 1 0,1-1-1,-1 0 1,-3 2 0,-1 1-5331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45 2721,'3'-5'884,"1"1"0,1 0 1,-1 0-1,1 0 0,-1 1 0,1-1 0,0 1 0,1 0 0,-1 1 0,0-1 0,1 1 0,5-2 1,-11 4-795,1 0 0,-1 1 0,0-1 1,0 0-1,1 0 0,-1 0 0,0 0 1,0 0-1,0 0 0,1 1 1,-1-1-1,0 0 0,0 0 0,0 0 1,1 0-1,-1 1 0,0-1 1,0 0-1,0 0 0,0 1 0,0-1 1,1 0-1,-1 0 0,0 0 1,0 1-1,0-1 0,0 0 0,0 0 1,0 1-1,0-1 0,0 0 0,0 1 1,0-1-1,0 0 0,0 0 1,0 1-1,0-1 0,0 0 0,0 0 1,0 1-1,0-1 0,-1 0 1,1 0-1,0 1 0,0-1 0,0 0 1,0 0-1,-1 1 0,-7 14 1476,-18 15-553,0-1 0,-44 37 0,-21 21-1142,79-73 119,1 0 0,0 0 0,1 1-1,0 1 1,-7 15 0,15-26-12,0 0 0,1 0 0,-1 0-1,1-1 1,0 1 0,1 1 0,-1-1-1,1 0 1,0 0 0,0 0 0,0 0-1,1 0 1,0 0 0,0 0 0,0 0 0,0 0-1,1 0 1,0-1 0,0 1 0,0-1-1,1 1 1,-1-1 0,1 0 0,0 0-1,1 0 1,-1 0 0,0 0 0,1-1-1,0 1 1,0-1 0,0 0 0,0 0 0,1-1-1,-1 1 1,8 2 0,11 1 19,1-2 0,0 0 0,0-1 0,34-1 0,97-9 21,-123 6 12,-1-3 0,0 0 0,48-14 0,-78 18-122,-1-1 1,0 1 0,0 0 0,1-1-1,-1 1 1,0 0 0,0-1 0,0 1-1,1-1 1,-1 1 0,0 0 0,0-1-1,0 1 1,0-1 0,0 1 0,0 0-1,0-1 1,0 1 0,0-1 0,0 1-1,0 0 1,0-1 0,0 1 0,0-1-1,0 1 1,-1 0 0,1-1 0,0 1-1,0-1 1,0 1 0,-1 0 0,1-1-1,0 1 1,0 0 0,-1-1 0,1 1-1,0 0 1,0 0 0,-1-1 0,1 1-1,-1 0 1,1 0 0,0 0 0,-1-1-1,0 1 1,-19-16-8138,9 11 3418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5 6627,'4'-4'6147,"-12"16"-3410,-8 16-736,-12 12-80,-8 13-32,-9 11-769,-3 1-688,8-9-303,3-7-129,5-5-64,12-12-593,4-8-976,8-7-720,8-5-1040,0-4-609,12-4-1232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10277,'12'8'2161,"-8"4"528,-8 0 1489,0 4-1745,-8 4-1617,-8 5-255,-4-1-289,0-4-208,-4 4-64,-5-8-464,5 0-977,0 1-704,0-9-1345,7-4-2609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79 3282,'8'-8'130,"-5"4"55,0 0-1,1 0 1,-1 1 0,1-1 0,0 1 0,0 0 0,1 0 0,-1 0-1,1 0 1,8-3 0,-38 24 5187,11-8-3794,8-12 4839,-14-9-4161,-17-8-2501,15 12 253,0 1 0,-1 2 0,1 0 0,-1 1 0,0 1-1,-1 2 1,1 0 0,-44 6 0,56-4-7,1 1 0,-1 0 0,0 0 0,1 1 0,-1 1 0,1-1 0,1 2 0,-1-1 0,-9 8 0,13-8-1,0 0 0,1 1 0,0-1 0,0 1 0,0 0 1,0 1-1,1-1 0,0 1 0,1 0 0,-1 0 0,1 0 0,1 0 0,-1 0 0,-1 10 1,1 1-22,0 0 0,1 1 1,1-1-1,1 28 1,1-37 4,0 0 0,0 0 0,1 0 0,0 0 0,1 0 1,0-1-1,0 1 0,0-1 0,2 0 0,8 14 0,-11-19-3,0 0 0,0 0-1,1-1 1,0 1 0,-1-1-1,1 0 1,0 0 0,0 0 0,0 0-1,0 0 1,0-1 0,1 1-1,-1-1 1,0 0 0,7 1 0,-4-1 7,0 0 1,0-1 0,0 0 0,0-1 0,0 1-1,0-1 1,0 0 0,9-3 0,6-4 41,-1 0 1,0-2-1,36-22 0,-55 32-27,12-9 49,-9 6 43,0 0-1,0 0 1,0 0 0,1 1-1,-1 0 1,1 0 0,0 0-1,7-2 1,-24 29 2311,-132 253 855,57-134-2789,-14 25-83,68-101-402,49-87-3583,-9 12 1823,0 1 1,0 0-1,1 0 1,-1 1-1,1 0 1,13-6-1,-18 9 919,21-10-5200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8916,'13'24'2769,"-5"1"97,-8 3 1087,0 8-1167,-13 0-1314,-3 1-639,-12-1-129,-4-8-544,0-4-160,-5-8-176,1-3-752,8-5-1185,0-4-1617,3-4-2785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12 4914,'6'-3'121,"16"-5"8917,-16 12-4351,-8 12-3721,-19 57 891,-35 76 1,-15 50-2518,49-131-1736,13-39-681,0 0-3317,8-17 1275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305 102 8916,'1'0'223,"-1"-1"0,0 1 0,0 0 0,0-1 0,0 1 0,-1 0 0,1-1 0,0 1 0,0 0 0,0 0 0,0-1 0,0 1 0,0 0 0,0-1 0,0 1 0,-1 0 0,1 0 0,0-1 0,0 1 0,0 0 0,-1 0 0,1-1 0,0 1 0,0 0 0,-1 0 0,1 0 0,0 0 0,0-1 0,-1 1 0,1 0 0,0 0 0,-1 0 0,1 0 0,0 0 0,-1 0 0,1 0 0,-1 0 0,-15 4 2682,-14 13-1833,4 5-1019,1 1 0,0 2 0,2 0-1,1 2 1,1 0 0,1 1 0,2 1 0,1 1 0,-18 42-1,31-63-104,1 0-1,0 0 1,0 0-1,1 0 1,0 1 0,1-1-1,0 1 1,0 13-1,1-20 42,1 0 1,-1 0-1,1 0 0,-1 0 0,1-1 1,0 1-1,0 0 0,1 0 0,-1 0 1,0-1-1,1 1 0,0-1 0,0 1 1,-1-1-1,1 0 0,1 0 0,-1 1 1,0-1-1,0-1 0,1 1 0,-1 0 0,1-1 1,0 1-1,-1-1 0,1 0 0,0 0 1,0 0-1,0 0 0,0 0 0,3 0 1,5 1 2,0-1 1,0-1-1,1 1 0,-1-2 1,0 1-1,0-2 1,0 0-1,0 0 1,0-1-1,19-7 0,7-5-15,56-33 0,-91 47 25,50-28 118,51-38 0,-86 55 146,-1-2 0,0 0 0,0-1 0,-2 0 0,0-1 0,19-28 0,-31 40-179,1 0 0,0-1 0,-1 0 0,0 1 0,0-1 0,0 0 0,-1 0 0,0 0 0,0 0 1,0 0-1,0-1 0,-1 1 0,0 0 0,0 0 0,0 0 0,-1 0 0,-1-9 0,-1 6-51,-1-1 0,1 1 1,-2 0-1,1 0 0,-1 0 0,0 1 0,0-1 0,-1 1 1,-7-7-1,-3-3-48,-1 1-1,-1 1 1,0 1 0,-30-19-1,48 33-68,0-1-1,-1 1 0,1 0 1,0 0-1,-1 0 0,1 0 1,-1 0-1,1 0 0,0 0 1,-1 0-1,1 0 0,-1 0 1,1 0-1,0 0 0,-1 0 1,1 0-1,-1 0 0,1 0 1,0 0-1,-1 0 0,1 1 1,-1-1-1,1 0 0,0 0 1,-1 0-1,1 1 0,0-1 1,0 0-1,-1 0 0,1 1 1,0-1-1,-1 0 0,1 1 1,-10 18-2888,-1 23-4126,7-10 1279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1 4786,'-4'8'4994,"4"0"-3809,-4 12 976,-8 0 1553,-8 8-1553,-8 9-865,-13-1-79,-7 4-81,-8 0-495,3-3-529,5-5-112,8-4-320,3-4-1361,5-3-1537,4-5-2977,8-8-2689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57 134 4962,'-1'0'179,"1"0"-1,0 0 0,-1 0 0,1-1 1,0 1-1,-1 0 0,1 0 0,0 0 1,-1-1-1,1 1 0,0 0 0,0 0 1,-1-1-1,1 1 0,0 0 0,0-1 0,-1 1 1,1 0-1,0-1 0,0 1 0,0 0 1,0-1-1,0 1 0,0-1 0,-1 1 1,1 0-1,0-1 0,0 1 0,0 0 1,0-1-1,0 1 0,0-1 0,0 1 1,1 0-1,-1-1 0,12-14 3726,31-13-407,-31 21-2649,1-2-569,1 0 0,0 1 1,1 1-1,-1 0 0,1 1 1,1 0-1,-1 1 0,1 1 1,18-2-1,9 2-265,-1 3 0,1 1 0,83 12 0,-103-4-53,-22-8 39,-1 0 0,0 1 0,1-1 0,-1 0 0,0 1 0,1-1 0,-1 0 0,0 1 0,1-1 0,-1 1 0,0-1 0,0 1 0,1-1 0,-1 1 0,0-1 0,0 1 0,0-1 0,0 1 0,0-1 0,0 1 0,0-1 0,0 1 0,0-1 0,0 1 0,-1 3 37,-1-1-1,1 1 1,-1-1 0,0 0 0,0 0-1,0 0 1,-1 0 0,1 0-1,-4 2 1,-28 28 215,-1-1 0,-55 38 0,-14 12-264,103-82-54,-1 1 0,1 0 0,0 0 0,0 0-1,0 0 1,0 0 0,0 0 0,0 1 0,0-1 0,0 0-1,1 0 1,-1 1 0,0-1 0,1 0 0,-1 1-1,1-1 1,0 1 0,-1-1 0,1 0 0,0 1-1,0-1 1,0 1 0,0-1 0,0 1 0,0-1-1,1 3 1,1 0-157,0 0 0,0 0-1,0 0 1,1 0 0,0 0-1,0-1 1,5 5 0,-5-5 240,60 60-1661,-43-45 1352,0 1 0,-1 0 0,-1 2 0,-1 0 0,15 26 0,-31-46 323,0 0 1,-1 0-1,1 0 0,0 0 1,-1 0-1,1 0 0,-1 0 1,0 0-1,1 0 0,-1 0 1,0 0-1,1 1 1,-1-1-1,0 0 0,0 0 1,0 0-1,0 1 0,0-1 1,0 0-1,0 0 0,-1 0 1,1 0-1,0 1 0,-1-1 1,1 0-1,-1 0 0,1 0 1,-1 0-1,1 0 1,-1 0-1,0 0 0,0 0 1,1 0-1,-1 0 0,0 0 1,0-1-1,0 1 0,0 0 1,0-1-1,0 1 0,0 0 1,0-1-1,0 1 0,0-1 1,0 0-1,-1 1 1,0-1-1,-8 3 351,-1-2 1,1 1-1,-1-1 1,-16-1-1,11 0 0,-137-3 2457,95 0-2045,-94 7-1,139-1-206,8 2-4616,6-4 3579,-1 0 0,1-1 0,-1 1-1,1 0 1,-1-1 0,1 1-1,-1 0 1,1-1 0,0 1-1,-1-1 1,1 1 0,0-1-1,0 1 1,-1-1 0,1 0-1,0 1 1,0-1 0,0 0-1,-1 1 1,1-1 0,0 0-1,0 0 1,1 0 0,17 4-5113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0 3330,'1'1'570,"0"0"0,0 0 0,0 0 0,-1 0 1,1 0-1,0 0 0,-1 0 0,1 0 0,-1 0 1,1 0-1,-1 0 0,0 1 0,1-1 0,-1 0 0,0 2 1,-4 16 4317,-1-12-4127,1 0 0,-1 0 0,-11 11 0,4-4 64,10-11-824,-162 179 3326,139-159-4428,-46 32-1,53-43-1467,0-1 0,-1 0 0,-33 12 0,15-11-5584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60 2641,'2'-5'776,"0"0"0,1 1 0,-1-1 0,1 1 0,0-1-1,1 1 1,-1 0 0,1 0 0,0 1 0,6-6 0,3 1 2414,-11 11 4,-14 18 1086,4-7-4425,-28 60 756,2 1-1,4 2 0,-31 125 0,53-170-588,-63 226 63,64-236-384,1 1-1,-4 34 1,8-13-7103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5378,'8'0'9717,"-12"4"-7828,-8 8-513,-8 5-191,-8 7-753,-5 4-416,-7 4-16,-4 0-112,3-3-864,-3 3-1297,-4-4-1537,3-4-240,-3 5-1024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6:43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882 200 3650,'14'-29'7635,"-12"9"1124,-16 10-4984,-23-4-3196,0 5-529,0 1 0,-1 2 0,0 2 0,0 1-1,0 2 1,-58 5 0,89-3-81,-55 8-75,58-8 50,0 0 0,0 0 0,0 1 0,1-1 0,-1 1 0,0 0 0,1 0 1,-1 0-1,1 1 0,0-1 0,0 1 0,-6 6 0,8-8-6,1 1-1,-1-1 1,0 1 0,0 0-1,1 0 1,-1-1 0,0 1-1,1 0 1,0 0 0,0 0-1,-1-1 1,1 1 0,0 0-1,0 0 1,1 0 0,-1 0-1,0 0 1,1-1 0,-1 1-1,1 0 1,0 2-1,22 40-418,-18-35 440,77 117-457,17 32-421,-86-135 824,-1 2 0,-1 0 0,-1 0 0,11 44 0,-19-60 95,-1 0-1,1 0 1,-1-1-1,-1 1 0,0 0 1,0 0-1,-1 0 1,0 0-1,0 0 1,-1 0-1,0 0 0,-1-1 1,-5 13-1,5-16 13,0 1 0,-1-1-1,0 1 1,0-1 0,0-1 0,0 1-1,-1-1 1,0 1 0,0-1 0,0 0-1,0-1 1,-1 0 0,0 1 0,1-2-1,-1 1 1,0-1 0,0 0-1,-1 0 1,-7 1 0,-8 1 26,-1-1 0,0-1 0,0-1 0,-36-4 0,-91-17 62,145 19-97,-60-12 151,-79-25-1,141 38-157,1-1 0,-1 0 0,1 1 0,0-1 0,0 0 0,-1 0 0,1 0 0,0 0 0,0-1 0,0 1 0,0-1 0,0 1 0,0-1 0,1 0 0,-1 1 0,1-1 0,-1 0 0,1 0 0,-1 0 0,1 0 0,-1-3 0,2 2-10,0 1 0,0-1 0,0 1 0,0-1 0,1 1 0,-1 0 0,1-1 0,-1 1 0,1-1 0,0 1 0,0 0 0,0 0 0,1-1 0,-1 1 0,0 0 0,1 0 1,-1 0-1,1 0 0,0 1 0,2-3 0,13-12-27,1 0 0,1 1 0,0 1 0,1 1 0,0 0 0,1 2 0,1 1 0,-1 0 0,2 1 0,31-7 0,29-4-7,132-14-1,-157 27 60,9-2 8,-6 3-16,94-24 0,-138 25 44,1-1-1,-1 0 1,-1-1 0,1 0-1,-1-2 1,-1 0-1,1-1 1,-1 0 0,24-23-1,-31 24 57,0 1 0,-1-1-1,-1 0 1,1 0 0,-1-1-1,-1 0 1,0 0 0,0 0-1,-1 0 1,-1-1 0,1 0-1,-2 0 1,1 0 0,0-17 0,-2 19-49,-1 1 0,-1 0 1,1-1-1,-1 1 0,-1 0 1,0 0-1,0 0 0,0 0 1,-1 0-1,0 0 0,-1 1 1,1-1-1,-2 1 0,1 0 1,-1 0-1,0 1 0,0-1 1,-1 1-1,1 0 0,-9-6 1,2 3-17,0 1 0,-1 0 0,0 1 0,-1 0 0,1 1 0,-1 1 0,0 0 0,0 1 0,-1 0 0,-22-2 0,23 5-270,0 0 0,-1 1 1,1 0-1,-23 4 0,26-2-432,1 0-1,-1 1 0,1 0 0,0 1 0,0 0 0,-14 9 0,0 6-4663,10 1-1878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11 2017,'-19'17'1008,"0"-5"-175,-2-6-433,0-1 16,-2-5 32,2 0-144,0 0-143,3 0-113,1-3-48,6-1-112,1 0-705,0-6-127,-1-3 512,-4-4-833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1541 24 2993,'-14'-2'977,"-131"-14"6035,98 12-5244,0 2 1,-77 8-1,56 3-577,2 3 0,0 2 0,0 4 0,-82 33 0,101-31-812,1 2 1,0 3-1,2 1 0,1 2 0,2 2 0,-51 46 1,46-32-49,2 1 0,2 2 0,2 2 1,3 2-1,-51 88 0,73-110-178,1-1 0,2 2 1,0 0-1,2 0 0,2 1 0,1 1 0,1-1 0,1 1 0,2 0 0,2 0 0,0 0 0,9 62 1,-4-70-28,2-1-1,0 0 1,1 0 0,2-1 0,0 0 0,2 0 0,16 25 0,-9-20 18,1-1 0,2-1 0,0 0 0,47 39 0,-26-31-60,1-2 0,2-1 0,1-3 0,1-2 0,1-1 0,70 22 0,-43-23-80,1-4-1,0-2 1,2-5 0,93 5-1,314-16 3,105-66 381,-531 54-375,0-2-1,-1-2 0,0-3 1,-1-3-1,-2-2 1,105-59-1,-127 61-26,-1-1-1,0-2 0,-2-1 1,-1-1-1,-1-1 1,-1-2-1,-2-1 1,-1 0-1,-1-2 1,-2-1-1,31-64 0,-38 63-44,-1 0 0,-2-1 0,-1 0 0,-2-1 0,-2 0 0,-1 0 0,-2 0-1,-1-1 1,-2 1 0,-1-1 0,-2 1 0,-2 0 0,-1 0 0,-21-66 0,13 58 130,-2 0 1,-2 1 0,-2 1-1,-29-44 1,39 69-87,-2 1 0,0 0 1,-1 1-1,0 1 0,-1 0 1,-1 0-1,0 2 0,-1 0 1,0 0-1,-1 2 0,0 0 1,-25-10-1,-30-6-91,-1 4 1,-86-14-1,-153-12 91,63 28 69,210 21 37,0 0 1,0 3 0,0 1 0,-50 14 0,59-10-46,0 1 0,1 1 0,0 2-1,1 1 1,-42 27 0,24-12-500,16-11-3261,0 2-4244,2-1-2047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41 2065,'-6'12'6661,"6"-11"-6484,-1 1 0,1-1 0,-1 1 0,1 0 0,-1-1 0,1 1 0,0 0 0,0 0 0,0-1 0,0 1 0,0 0 0,1-1 0,-1 1 0,0 0-1,1-1 1,-1 1 0,1 0 0,1 2 0,28-1 2648,-17-1-2518,0-1-1,0 0 0,0-1 1,0 0-1,0-1 0,19-4 0,11-1-235,442-11 169,-202 12-296,-205 2-43,105-3 54,135-15 98,-191 7-75,-75 7-171,0 1 1,1 3-1,80 6 1,238 14-438,-241-15 641,348 12-230,-263-9 1279,-124-5 1818,-64 2 1736,-21 0-4333,-19 2-3759,-4-1-522,-5 1-2893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2865,'9'-5'9167,"-8"5"-8513,0 0 1,0 0 0,0 0 0,-1 0-1,1 0 1,1 0 0,16 8 3945,16 23-4436,-28-25 1203,11 11-830,36 35 469,61 79-1,-108-123-1376,-6-7 511,1 1 1,0-1-1,0 1 1,1-1-1,-1 1 1,0-1 0,0 0-1,1 1 1,-1-1-1,1 0 1,2 1 0,-3-2-48,-1-1 0,1 1 0,0-1 0,0 0 0,0 1 0,-1-1 1,1 0-1,0 1 0,-1-1 0,1 0 0,0 0 0,-1 0 1,0 0-1,1 0 0,-1 0 0,1 0 0,-1 0 0,0 0 0,0 0 1,1 0-1,-1 0 0,0 0 0,0-2 0,8-31 181,3-1 0,0 1-1,2 1 1,2 0-1,0 1 1,29-41 0,-52 96-3322,-2 3-773,3-5-3864,5-8 410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10293,'-28'2'9685,"-1"5"-5337,-60 27-4441,72-27 960,13-6-840,-63 30 268,62-28-302,-1 1 0,1-1 0,-1 1 0,1 0-1,1 0 1,-1 0 0,0 1 0,1 0-1,-4 6 1,7-10-6,0 0-1,0 0 1,1 0 0,-1 0-1,1 0 1,-1 0-1,1 0 1,0 0 0,-1 0-1,1 0 1,0 0-1,0 0 1,-1 0 0,1 0-1,0 1 1,0-1-1,0 0 1,1 0 0,-1 0-1,0 0 1,0 0-1,1 0 1,-1 0 0,0 0-1,1 0 1,-1 1-1,1-2 1,0 3 0,1-2-39,0 1 1,0 0 0,0-1 0,0 1 0,0-1 0,0 0-1,1 1 1,-1-1 0,0 0 0,1 0 0,4 1-1,5 0-133,0 0-1,0 0 0,0-1 0,14-1 1,-7 0 17,1-2 0,-1-1 0,31-7 0,-43 8 239,0 0 0,-1 0 0,1-1 1,-1 0-1,0 0 0,0 0 0,0-1 1,0 0-1,0 0 0,-1-1 0,0 0 1,0 1-1,6-9 0,-10 12 31,0 1-1,-1-1 1,1 0-1,-1 0 1,1 0-1,-1 0 1,1 0 0,-1 0-1,1 0 1,-1 0-1,0 0 1,0 0-1,0 0 1,1 0-1,-1 0 1,0-2-1,-4 3 753,-4 10-697,7-8-158,-1 0 0,1 1 0,0-1 0,0 1 0,0-1 0,1 1-1,-1-1 1,0 1 0,1 0 0,0-1 0,0 1 0,-1 0 0,2-1-1,-1 1 1,0 0 0,0-1 0,1 1 0,0 0 0,-1-1 0,1 1-1,0-1 1,0 1 0,2 2 0,19 21-3072,8-6-4063,-4-7-321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17 7603,'-8'-16'4718,"8"16"-4612,0-1 1,-1 1 0,1 0 0,0 0-1,0 0 1,0 0 0,-1 0 0,1 0-1,0 0 1,0 0 0,0 0 0,0 0-1,-1 0 1,1 0 0,0 0 0,0 0 0,0 0-1,-1 0 1,1 0 0,0 0 0,0 0-1,0 1 1,0-1 0,-1 0 0,1 0-1,0 0 1,0 0 0,0 0 0,0 0-1,0 0 1,-1 1 0,1-1 0,0 0-1,0 0 1,0 0 0,0 0 0,0 0-1,0 1 1,0-1 0,0 0 0,0 0-1,-1 0 1,1 1 0,-8 35 6235,4-17-6305,-36 115 2970,23-81-2746,1 0 1,3 2-1,-11 102 1,23-155-258,1 0 0,0 0 0,0 1 0,0-1 0,0 0 1,0 0-1,1 0 0,-1 1 0,1-1 0,-1 0 0,1 0 0,0 0 0,0 0 0,0 0 0,0 0 1,0 0-1,0 0 0,0 0 0,1-1 0,-1 1 0,1 0 0,-1-1 0,3 2 0,-2-2-29,1 0 0,-1 0 0,0-1 0,0 1-1,1-1 1,-1 0 0,0 1 0,1-1-1,-1 0 1,1-1 0,-1 1 0,0 0 0,0-1-1,1 1 1,-1-1 0,0 0 0,0 0 0,1 1-1,-1-2 1,0 1 0,4-3 0,1-1 30,1-1 0,0 0 0,-1 0 0,0-1 0,-1 0 1,1 0-1,7-13 0,20-21 108,-28 85 696,-4-33-756,-2-7-43,0 0 0,1-1 0,-1 1 0,1 0-1,0-1 1,0 1 0,0-1 0,4 7 0,-4-9-29,0 0-1,0 0 1,0 0 0,1 0 0,-1-1 0,0 1 0,0 0-1,1-1 1,-1 1 0,0-1 0,1 1 0,-1-1 0,1 0-1,-1 0 1,0 1 0,1-1 0,-1 0 0,1 0-1,-1 0 1,1 0 0,-1-1 0,0 1 0,1 0 0,-1-1-1,1 1 1,-1-1 0,2 0 0,17-5-199,-1 0 1,28-14-1,-40 17 391,-1 0 1,0-1-1,0 0 0,0 0 1,-1 0-1,0-1 0,1 0 1,-2 0-1,1 0 1,0 0-1,3-7 0,-3 5 1301,-6 11-778,-2 9-657,1 3-178,-3 42-377,9-23-5298,-4-34 5402,0 0-1,0-1 1,1 1 0,-1-1 0,0 1 0,6 3-4533,-5-4 4533,-1 0 0,1 0 0,-1 1 0,1-1 0,0 0 0,-1 0-1,2 0 1,13-1-7295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19:5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7139,'2'19'9825,"5"1"-5203,23 35-2274,-26-51-2304,1 1 1,-1 0-1,1-1 1,0 0-1,0 0 1,0-1-1,1 1 1,-1-1-1,1 0 1,0 0-1,-1-1 1,1 0-1,1 0 1,-1 0-1,0-1 1,0 0-1,8 0 1,-7 0-24,0 0 0,0-1 0,0 0 0,0 0 0,0 0 0,-1-1 1,1 0-1,0-1 0,0 0 0,-1 0 0,1 0 0,-1-1 0,1 0 1,-1 0-1,8-6 0,-11 7 114,-1-1 1,0 0-1,0 0 1,0 0 0,-1 0-1,1 0 1,-1 0-1,1 0 1,-1-1-1,0 1 1,0-1 0,-1 1-1,1 0 1,-1-1-1,1 1 1,-1-1-1,0 0 1,0 1-1,-1-1 1,1 1 0,-1-1-1,0 1 1,0 0-1,0-1 1,0 1-1,-1 0 1,1 0-1,-4-5 1,4 5-60,0 0 1,-1 0-1,1 0 1,-1 1-1,0-1 0,0 0 1,0 1-1,0-1 1,0 1-1,0 0 1,-1 0-1,1 0 0,-1 0 1,0 0-1,0 1 1,1-1-1,-1 1 0,0-1 1,0 1-1,0 0 1,0 0-1,-1 1 0,1-1 1,0 1-1,0-1 1,0 1-1,-1 0 0,1 0 1,0 1-1,0-1 1,-5 2-1,-2 2 34,0 0 0,1 1 0,0 1 1,0-1-1,1 2 0,-1-1 0,1 1 0,0 0 0,1 1 0,0 0 0,0 0 1,1 0-1,0 1 0,0 0 0,-7 17 0,11-22-260,0 1 1,0 0-1,0 0 0,1 1 1,0-1-1,0 0 0,0 0 1,0 1-1,1-1 0,0 0 1,0 1-1,0-1 0,1 0 1,0 1-1,0-1 0,0 0 0,1 0 1,-1 0-1,1 0 0,1 0 1,-1 0-1,1 0 0,-1-1 1,1 1-1,1-1 0,-1 0 1,0 0-1,1 0 0,0 0 1,0-1-1,0 1 0,7 3 1,29 14-4830,11-4-1218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3650,'4'-16'1305,"13"-44"6303,-16 56-6118,1 0-1,0 1 1,0-1 0,0 0-1,0 1 1,1 0 0,4 0 4184,-3 23-4357,31 153 1361,11 74-2571,-47-262-99,1-1 0,0 1 0,1 0 0,1 0 0,0 0 0,1 0 0,5-15 0,-7 23-53,1 0 0,1-1 0,-1 2 1,1-1-1,0 0 0,1 1 0,0-1 0,0 1 0,0 0 0,1 0 0,-1 0 0,1 1 0,1 0 0,-1 0 0,1 0 1,0 1-1,13-8 0,-17 11 17,1 1 0,0-1 0,0 1 0,0 0 1,0 0-1,-1 0 0,1 0 0,0 0 0,0 0 1,0 1-1,0 0 0,-1-1 0,1 1 1,0 0-1,0 0 0,-1 0 0,1 1 0,-1-1 1,1 1-1,-1-1 0,0 1 0,0 0 0,1 0 1,-1 0-1,-1 0 0,4 5 0,4 3-75,-1 1 1,0 0-1,-1 0 0,7 17 0,-11-22 103,0 1-1,-1-1 0,0 1 1,0 0-1,-1 0 1,0-1-1,0 1 1,-1 0-1,1 0 1,-2 0-1,1 0 1,-1 0-1,0 0 1,-3 10-1,3-14 34,0 0 0,0 0-1,0 0 1,-1 0 0,1 0 0,-1 0-1,0 0 1,0 0 0,0-1 0,0 1 0,-1-1-1,1 1 1,-1-1 0,1 0 0,-1 0-1,0 0 1,0 0 0,0-1 0,0 1-1,0-1 1,0 0 0,0 0 0,-1 0-1,1 0 1,0 0 0,-1-1 0,1 1 0,0-1-1,-1 0 1,1 0 0,-7-1 0,1 0 12,0-1 1,0 0 0,1 0 0,-1-1 0,0 0 0,1 0-1,0-1 1,0 0 0,0 0 0,0-1 0,0 0-1,1-1 1,0 1 0,0-1 0,1-1 0,-11-12 0,13 13-3932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17 5090,'-8'-12'12457,"-1"7"-6244,-17 13-3252,24-7-2891,-6 2 423,-11 4 139,1 1 0,-26 16 1,41-22-622,-1 1 1,1-1 0,0 0 0,0 1-1,-1-1 1,2 1 0,-1 0 0,0 0 0,1 0-1,-1 1 1,1-1 0,0 0 0,0 1-1,0 0 1,1-1 0,-1 1 0,1 0 0,0 0-1,-1 4 1,2-6-17,0-1 1,0 1-1,0 0 0,0 0 1,1-1-1,-1 1 0,0 0 0,1 0 1,-1-1-1,1 1 0,0 0 1,-1-1-1,1 1 0,0-1 1,0 1-1,0-1 0,0 1 0,0-1 1,0 0-1,3 2 0,-2-1-38,1 0 0,0 0 0,1 0 0,-1-1 0,0 1 0,0-1 0,1 0 0,-1 0 0,7 1 0,1 0-159,0-1 0,0-1-1,0 0 1,1 0 0,15-4 0,-23 4 182,1-1 0,0 0 0,0-1 1,-1 1-1,1-1 0,-1 0 0,1 0 0,-1-1 0,0 1 1,0-1-1,0 0 0,0 0 0,6-6 0,-3-1 186,0 0 0,0 0 0,-1-1 0,6-13 0,-10 20-80,2-1 160,-3 14-114,0 5-116,0 7 22,6 36-1,6-24-2005,-11-28 1146,1 0 0,1 0 0,-1 0 0,1 0 0,0-1 0,0 1 0,0-1 0,1 0 0,-1-1 0,1 1 0,0-1 0,6 3 0,11-1-6229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6035,'2'20'15323,"2"6"-10062,3 36-3571,-7 25-47,-2-55-1615,2 0-1,1 0 1,1 1 0,2-1-1,16 60 1,-20-91-214,0 1 0,1 0 1,-1-1-1,1 1 0,0-1 1,-1 1-1,1-1 0,0 0 0,0 1 1,0-1-1,0 0 0,0 0 1,0 1-1,0-1 0,1 0 0,-1 0 1,0 0-1,2 0 0,-1 0-370,-1-1 0,1 0-1,-1 1 1,1-1 0,-1 0-1,1 0 1,-1 0 0,1-1-1,-1 1 1,0 0 0,1 0-1,-1-1 1,3 0 0,14-5-7536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24 10565,'0'-2'520,"-1"1"0,1 0 0,-1-1 1,1 1-1,-1 0 0,0 0 0,1 0 0,-1-1 0,0 1 1,0 0-1,0 0 0,0 0 0,0 1 0,0-1 1,0 0-1,0 0 0,-1 0 0,1 1 0,0-1 1,0 1-1,-1-1 0,1 1 0,0-1 0,-1 1 0,-2-1 1,0 1-75,0 0 0,0 0 1,-1 1-1,1-1 1,0 1-1,0 0 0,0 0 1,-7 3-1,-6 4-158,0 0 0,1 1 0,-18 13 0,24-15-242,1 0 1,1 1 0,-1 0 0,1 0-1,-12 17 1,18-23-65,1 0-1,-1 0 0,0 0 1,1 1-1,-1-1 1,1 0-1,0 1 0,0-1 1,0 1-1,0-1 1,1 1-1,-1 0 0,1-1 1,-1 1-1,1 0 1,0 0-1,0-1 0,0 1 1,0 0-1,1-1 1,-1 1-1,1 0 0,-1-1 1,1 1-1,0-1 1,0 1-1,0-1 0,1 1 1,-1-1-1,2 3 1,-2-4-12,1 0 0,-1 0 0,0 0 0,0 0 0,1 0-1,-1 0 1,0-1 0,1 1 0,-1 0 0,1-1 0,-1 1 0,1-1 0,-1 0 0,1 1 0,-1-1 0,1 0 0,0 0 0,-1 0 0,1 0 0,-1 0 0,1-1 0,-1 1 0,1 0 0,-1-1 0,1 1 0,-1-1 0,3 0 0,5-4-165,0 1-1,-1-1 1,12-9 0,-5 4 77,47-32 34,-56 37 260,0 0 1,0 0 0,-1 0-1,0-1 1,0 0-1,0 0 1,5-11 0,-9 18 17,-1 14-303,2 62-20,5-41-2286,7-8-3581,-5-19 407,5-6-1844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7427,'8'-6'11311,"-7"6"-11006,8 11 3994,2 18-1835,-7-13-1525,0 1-1,1 25 0,2 12 49,-6-54-993,-1 0 0,0 0 0,1 0 1,-1 0-1,0 0 0,1 1 0,-1-1 0,0 0 0,0 0 0,1 0 0,-1 0 0,0 0 0,1 0 0,-1 0 0,0 0 1,1-1-1,-1 1 0,0 0 0,1 0 0,-1 0 0,0 0 0,1 0 0,-1 0 0,0-1 0,0 1 0,1 0 1,-1 0-1,0 0 0,0-1 0,1 1 0,-1 0 0,0 0 0,0-1 0,0 1 0,1 0 0,-1-1 0,0 1 0,11-11-310,8-10 186,1 0 0,0 2 1,2 0-1,0 2 1,1 0-1,34-18 1,-64 80 2452,6-43-2457,-1 10 341,0 0 0,0 1-1,1 22 1,8-7-7284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10165,'0'3'16593,"1"-3"-16538,-1 0 0,0 0 0,0 0-1,0 0 1,0 0 0,0 0 0,0 1-1,0-1 1,0 0 0,0 0 0,0 0-1,0 0 1,0 0 0,0 0 0,0 1-1,0-1 1,0 0 0,0 0 0,0 0-1,0 0 1,0 0 0,0 1 0,0-1-1,0 0 1,0 0 0,0 0 0,0 0-1,0 0 1,0 0 0,0 1 0,0-1-1,0 0 1,0 0 0,-1 0 0,1 0-1,0 0 1,0 0 0,0 0 0,0 0-1,0 1 1,0-1 0,0 0 0,-1 0-1,1 0 1,0 0 0,0 0-1,0 0 1,0 0 0,0 0 0,0 0-1,-1 0 1,1 0 0,0 0 0,0 0-1,0 0 1,0 0 0,-1 0 0,-18 9 877,5-3-767,1 1 0,-1 0-1,2 1 1,-24 18-1,33-24-206,1 1-1,0-1 1,-1 1-1,1-1 0,0 1 1,0 0-1,0 0 1,1 0-1,-1 0 0,1 0 1,-1 0-1,1 1 1,0-1-1,0 0 0,1 1 1,-1-1-1,1 0 1,-1 1-1,1-1 0,0 1 1,0-1-1,1 1 1,-1-1-1,1 1 0,0-1 1,0 0-1,1 5 1,-1-6-125,0 1 0,0-1 0,0 0 0,0 0 1,1 0-1,-1 0 0,1 0 0,-1 0 0,1 0 1,0 0-1,-1 0 0,1-1 0,0 1 0,0-1 0,0 1 1,0-1-1,1 0 0,-1 0 0,0 0 0,4 2 1,3-2-1331,-1 1 1,0-2 0,0 1 0,0-1 0,9-1 0,-14 1 850,33-1-8049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0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 5122,'-4'14'11251,"5"1"-4597,0-12-6258,-1 0 0,1-1 0,1 1 0,-1 0 0,0-1 0,0 1 0,1-1 0,0 0 0,2 3 0,-3-3-415,1 1 1,0-1-1,0 0 1,1-1-1,-1 1 1,0 0-1,1-1 1,-1 1-1,1-1 1,-1 0 0,1 0-1,0 0 1,0 0-1,-1 0 1,1-1-1,0 1 1,0-1-1,0 0 1,0 1-1,-1-1 1,5-1-1,23-3 296,-11 2-474,0-1-1,19-6 1,-34 8 178,-1 0 1,1 0-1,-1 0 1,0-1-1,0 1 1,1-1-1,-1 0 1,0 0-1,-1 0 1,1 0-1,0 0 1,0-1-1,-1 1 1,0-1-1,1 0 1,-1 0-1,2-4 1,-3 6 24,-1 0 1,0 0 0,0 0-1,0 0 1,0 0-1,0 0 1,0-1-1,0 1 1,0 0-1,0 0 1,0 0-1,0 0 1,-1 0 0,1 0-1,-1 0 1,1 0-1,0 0 1,-1 0-1,0 0 1,1 0-1,-1 0 1,0 0 0,1 0-1,-1 0 1,0 1-1,0-1 1,0 0-1,1 1 1,-1-1-1,0 0 1,0 1-1,0-1 1,0 1 0,0 0-1,0-1 1,0 1-1,-2-1 1,-44-12 430,44 12-459,-5 0 297,1-1 0,-1 1 0,1 0 0,-1 1 0,0 0 1,1 0-1,-1 1 0,1 0 0,-13 3 0,17-3-176,0 0 0,0 1 0,0-1-1,0 1 1,0 0 0,1-1 0,-1 2 0,1-1 0,-1 0 0,1 0 0,0 1 0,0-1 0,0 1 0,0-1 0,0 1-1,1 0 1,-1 0 0,1 0 0,0 0 0,0 0 0,0 0 0,0 0 0,0 1 0,1-1 0,-1 3 0,1 0-57,-1-1 1,1 1 0,0-1 0,0 1-1,1-1 1,-1 1 0,1-1 0,0 1-1,1-1 1,0 0 0,-1 0 0,2 0-1,-1 0 1,0 0 0,1 0 0,0 0 0,0-1-1,6 6 1,-6-6-208,1-1-1,-1 0 1,1 1 0,0-2-1,1 1 1,-1 0 0,0-1-1,1 0 1,-1 0 0,1 0 0,0-1-1,-1 1 1,7 0 0,64 7-8573,-28-4 3082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15 7716,'0'0'88,"0"0"1,0 0 0,0-1 0,0 1 0,0 0 0,0 0 0,0 0 0,0 0 0,0 0 0,0-1 0,0 1 0,0 0 0,0 0 0,0 0 0,0 0 0,0 0 0,0-1 0,0 1-1,0 0 1,0 0 0,0 0 0,0 0 0,0 0 0,0 0 0,-1 0 0,1-1 0,0 1 0,0 0 0,0 0 0,0 0 0,0 0 0,0 0 0,-1 0 0,1 0 0,0 0 0,0 0-1,0 0 1,0 0 0,0 0 0,0 0 0,-1 0 0,1 0 0,0 0 0,0 0 0,0 0 0,0 0 0,0 0 0,-1 0 0,-1 10 1329,12 6 8896,-7-9-9133,-3-7-908,-1 14 130,-1-6-88,9-18-116,3-11-228,-9 17 32,1 0 0,0 0 0,0 0 0,0 0 0,0 0 0,0 1 0,4-5 0,-8 10 92,1-1 0,0 0-1,-1 0 1,1 1 0,0-1 0,-1 1 0,1-1-1,0 1 1,0-1 0,0 1 0,1 0 0,-1 0-1,0-1 1,0 3 0,1-1 477,2-9-170,-2 5-240,-30 58 1255,-38 50-160,52-83-1196,-8 10 271,-21 43 0,-288 595 306,304-621-638,21-40 0,1 1 0,0-1 0,1 1 0,1 0 0,0 1 0,-6 23 0,10-36-22,1 1 0,0-1 0,0 1 0,0-1 0,0 1 1,0-1-1,0 1 0,0-1 0,0 1 0,0-1 0,0 1 0,0-1 0,0 1 0,0-1 0,0 1 1,0-1-1,0 1 0,0-1 0,1 1 0,-1-1 0,0 1 0,0-1 0,1 0 0,-1 1 0,1 0 1,8-5 1438,1-8-3891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471 881 3602,'2'-5'659,"-1"0"0,1 0 1,-1 0-1,0 0 0,0 0 0,-1 0 1,0 0-1,1 0 0,-2 0 1,1 0-1,-2-5 0,2 4-147,-1 0 0,1 0 0,0 0-1,0 0 1,0 0 0,1 0 0,0 0 0,0 1 0,2-7 0,2 1-349,1 2 1,-1-1-1,1 1 1,1-1-1,0 2 1,0-1-1,1 1 1,0 0-1,1 1 1,14-11-1,10-4 12,59-29-1,22-2-36,3 4-1,219-59 1,259-9-103,-476 100-42,0 5 0,165 4 0,-260 10 24,0 1-1,0 1 1,-1 1 0,1 1-1,-1 1 1,24 11 0,1 4 509,73 48 0,-90-51-176,1-1-1,1-2 1,1-1 0,42 13 0,-52-22-362,1 0-1,0-1 0,0-2 1,0 0-1,1-2 1,-1-1-1,27-3 0,-8-2 68,0-2 0,0-2 0,-1-3 1,0-1-1,53-23 0,-74 26-27,0-1 0,-1-1 0,0-1 0,-1 0 0,0-2 0,-1 0 0,-1-1 0,0-1 0,-1-1 0,-1 0 0,17-26 0,-26 32 82,0 0 0,0-1 0,-2 0 0,6-18 0,-9 27-13,-1 0 0,0 0 0,0 0-1,0 0 1,-1-1 0,1 1-1,-1 0 1,0 0 0,0-1 0,-1 1-1,1 0 1,-1 0 0,0 0 0,0 0-1,0 0 1,-1 0 0,1 0-1,-4-5 1,4 8-93,1 0 1,-1 0-1,1 0 0,-1 0 1,0 1-1,0-1 0,1 0 1,-1 1-1,0-1 0,0 0 0,0 1 1,0-1-1,0 1 0,1-1 1,-1 1-1,0 0 0,0-1 1,0 1-1,0 0 0,0 0 0,0 0 1,-1 0-1,1 0 0,0 0 1,-2 0-1,1 1 1,0-1 1,0 1-1,-1 0 0,1 0 1,0 0-1,0 1 0,0-1 1,0 0-1,0 1 1,-3 3-1,-2 2 0,0 1 1,1 1-1,0-1 0,-6 12 1,2 1-3,1 1 0,1 0 0,0 0 1,2 0-1,1 1 0,1 0 0,-2 28 1,4-10 7,1 1 1,2 0-1,8 48 1,-1-43 9,3-1-1,1-1 1,3 0 0,1 0 0,3-2 0,1 0 0,30 47 0,205 263 213,-172-247-118,-54-69-99,-2 1 1,31 56-1,-52-81 81,0 0 0,-1 0 0,0 0 0,-1 0 0,0 1 0,-1 0 0,0-1 0,-2 1 0,1 0 0,-2 0 0,0 0 0,-2 21 0,-3-15 66,0-1 0,-1 1 0,-1-1 0,-1-1 0,0 0 0,-1 0 0,-1 0 0,-1-1 0,-15 17 0,-15 16 161,-71 66-1,-471 372 260,376-326-528,161-127 9,2 3-1,1 1 0,-73 89 0,105-114-107,1 1 0,0 0 0,1 0 0,1 1-1,1 0 1,0 1 0,1-1 0,1 1 0,0 0 0,1 1-1,1-1 1,1 1 0,0 0 0,2-1 0,0 1 0,1 0-1,3 21 1,3-13 46,1 1 1,2-1-1,0-1 0,1 0 0,25 39 0,-19-36 6,-2 1-1,-1 0 0,13 42 0,-24-61-3,-1 1 1,0-1-1,0 1 1,-1 0-1,0 0 1,-1 0-1,0 0 1,-1-1-1,-1 1 0,1 0 1,-2 0-1,1-1 1,-1 1-1,-5 9 1,-3 4 138,-2 0 0,0-1 0,-1-1 0,-1 0 1,-35 37-1,-106 89 456,68-69-510,41-34-87,1 1-1,-68 90 1,103-121-18,1 0 1,1 1-1,0-1 0,1 2 1,1-1-1,0 1 1,2 1-1,0-1 1,0 1-1,2-1 0,0 1 1,1 0-1,1 0 1,3 35-1,1-33 12,1 1 1,1-1-1,1-1 0,0 1 0,2-1 0,19 35 0,76 100-632,-67-105 444,34 61 0,-60-93 296,-2 0 0,0 1 0,-1 1 0,-1-1 0,-1 1 0,0 0 0,3 32 0,-7-39-98,-1-1 1,-1 0 0,0 0-1,0 0 1,-1 0 0,0 0-1,-1-1 1,0 1-1,-1-1 1,0 1 0,0-1-1,-1 0 1,-1-1 0,0 1-1,0-1 1,-1 0 0,0-1-1,0 1 1,-1-1-1,0-1 1,0 0 0,-14 9-1,-8 4 107,0-2 0,-1-2 0,-1 0 0,-1-3 0,-63 19 0,22-12 10,-1-3 1,0-3-1,-1-4 1,0-3-1,-1-4 1,-120-9-1,134 0-208,0-3 0,0-3 0,1-3 0,1-2 0,0-3 0,2-3 0,0-2 0,-72-43 0,62 24 103,2-3 0,2-4 0,2-2 0,2-2 0,3-4 0,3-1 0,2-3 1,3-3-1,3-1 0,3-3 0,-54-115 0,79 144-18,2-2-1,2 1 1,2-2 0,2 0 0,2 0-1,1-1 1,3 0 0,1-1-1,3 1 1,1 0 0,3-1 0,1 1-1,3 0 1,22-81 0,12 8-2,73-144 1,25-69 9,-132 312 3,-1 0 0,-1-1 1,-1 1-1,-1-1 0,2-29 0,-5 42-3,0 0-1,-1-1 0,0 1 0,0 0 0,0 0 1,-1 0-1,0 0 0,-1 0 0,0 0 0,0 0 1,0 1-1,0 0 0,-1-1 0,0 1 0,-1 1 1,1-1-1,-1 1 0,-8-7 0,-15-9 22,-1 1 0,0 2-1,-2 1 1,0 1 0,-62-21-1,57 25-24,2-2 0,0-2 0,1-1 0,-57-40 0,82 51-31,0-1 0,1 0 0,0 0 1,1-1-1,0 0 0,0 0 0,1 0 0,0-1 0,0 0 0,1 0 1,0 0-1,0 0 0,1-1 0,1 1 0,-1-1 0,1 0 1,1 0-1,0 0 0,1 0 0,0 0 0,0 0 0,3-14 0,3-12-109,2 1 0,2 0 0,1 1 0,29-63 0,28-40-189,5 2 0,6 4 0,107-133-1,-182 258 340,40-52 319,-2-2-1,53-101 0,-85 141-206,-1 0 1,-1-1-1,-1 0 0,-1 0 0,-1 0 1,-1-1-1,-1 1 0,-1-1 0,0 0 0,-2 0 1,0 0-1,-2 0 0,-4-22 0,5 37-133,-1 0 0,1-1-1,1 1 1,-1 0 0,1 0-1,1-1 1,-1 1-1,1 0 1,0-1 0,1 1-1,0 0 1,5-13 0,-3 13-24,1-1 1,0 1 0,0 0-1,0 0 1,1 0 0,0 1-1,0 0 1,1 0 0,-1 1-1,13-8 1,8-3-16,0 2 0,1 1 0,38-12 0,26-13-370,-90 37 357,-1 1 0,1-1 0,-1 0 0,1 1 0,-1-1 0,0 0 0,1 0 0,-1 0 0,0 0 0,0 0 0,0 0 0,0 0 0,0-1 0,0 1 0,0 0 0,0 0 0,0-1 0,-1 1 0,1-1 0,0 1 0,-1-1 0,1-1 0,-1 1-409,0 1 1,-1-1 0,1 0-1,0 1 1,-1-1 0,1 1-1,-1-1 1,0 1 0,1-1-1,-1 1 1,0-1 0,0 1-1,0 0 1,0-1 0,0 1-1,0 0 1,-1 0 0,1 0-1,-3-2 1,-6-6-8728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45 2753,'-24'-17'1687,"22"15"-1215,-1 0 1,1 0 0,0 0 0,-1 0 0,0 1 0,1-1 0,-1 0 0,0 1-1,0 0 1,1 0 0,-6-8 6633,9 19-3929,-1-2-2675,1 0 1,0 0-1,1 0 1,-1 0 0,2 0-1,-1 0 1,1-1-1,0 1 1,0-1-1,1 0 1,9 14-1,5 2 605,1 0-1,23 21 0,-25-28-635,-1 1-1,-1 1 1,25 37 0,150 289 1140,-156-291-1611,2-3 0,47 51 0,34 47 0,-97-119 0,1-1 0,1-2 0,1 0 0,2-1 0,43 33 0,-52-42 1084,-15-8-3500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1922 4082,'-13'23'11266,"10"-32"-3837,-4-16-4090,8 4-2527,2 0 0,0 0 0,1 0 0,12-36 0,-16 57-777,1 0 0,-1 0 0,0-1 0,0 1-1,1 0 1,-1-1 0,0 1 0,0 0-1,0-1 1,0 1 0,0 0 0,0-1 0,0 1-1,1-1 1,-1 1 0,0 0 0,0-1-1,0 1 1,0 0 0,-1-1 0,1 1 0,0 0-1,0-1 1,0 1 0,0-1 0,0 1-1,0 0 1,0-1 0,-1 1 0,1 0 0,0 0-1,0-1 1,-1 1 0,1 0 0,0-1-1,0 1 1,-1 0 0,1 0 0,0 0 0,-1-1-1,-15 4 689,-3 1-426,19-4-293,-1 0 0,1-1-1,-1 1 1,1 0 0,0 0 0,-1 0 0,1 0 0,0 0-1,-1-1 1,1 1 0,-1 0 0,1 0 0,0 0-1,-1-1 1,1 1 0,0 0 0,0-1 0,-1 1 0,1 0-1,0-1 1,-1 1 0,1 0 0,0-1 0,0 1-1,0 0 1,0-1 0,-1 1 0,1-1 0,0 1-1,0 0 1,0-1 0,0 1 0,0-1 0,0 1 0,0 0-1,0-1 1,0 0 0,0-45-10,2 0 0,3 0 0,1 0-1,2 0 1,2 1 0,2 0 0,2 1 0,2 1 0,37-73 0,-3 33-294,4 2-1,3 2 1,4 3 0,3 2 0,144-127 0,-191 187 299,97-78 107,-103 84-57,1 0 1,0 1-1,1 1 0,0 0 1,0 1-1,0 0 1,0 1-1,16-3 0,-20 6-13,1 0-1,-1 1 1,1 0-1,-1 1 1,1 0-1,-1 0 1,0 1-1,0 0 1,13 6-1,8 4 42,41 24 0,-50-24-46,1-1-1,-1-1 0,44 13 0,-32-17-85,0-1 0,0-2 0,0-1 0,0-1 0,1-2 1,49-8-1,-19-3-110,0-2 1,86-31-1,-85 22-99,-1-4-1,119-68 1,-151 75 305,-2-1 0,0-1 0,-2-1 1,-1-2-1,0 0 0,-2-2 0,29-40 0,-45 54 210,0-1 0,11-26 0,-18 36-205,0-1 0,0 1 1,-1-1-1,0 1 0,0-1 1,0 0-1,0 1 0,-1-1 0,0 0 1,0 0-1,0 1 0,-1-1 0,0-6 1,1 11-52,-1-1 0,1 0 0,0 1 0,0-1 0,0 1 0,0-1 0,0 1 0,0-1 0,-1 1 0,1-1 0,0 1 0,-1-1 0,1 1 0,0-1 0,-1 1 0,1-1 0,0 1 0,-1 0 0,1-1 0,-1 1 0,1 0 0,-1-1 0,1 1 0,0 0 0,-1-1 0,0 1 1,1 0-1,-1 0 0,1 0 0,-1 0 0,0-1 0,0 2-5,0-1 1,-1 1 0,1-1 0,0 1 0,0-1-1,0 1 1,0 0 0,0-1 0,0 1 0,0 0-1,0 0 1,1 0 0,-3 1 0,-20 35-98,18-26 107,1-1-1,1 1 1,-1-1 0,2 1 0,-1 0-1,1 0 1,1 0 0,0 0 0,1 1-1,2 20 1,0-13 30,2-1-1,0 0 1,2 1 0,0-2-1,15 33 1,8 1 105,2-1 1,2-1 0,44 50 0,75 69 114,163 145-199,-145-154-51,-112-107 0,94 100 0,-129-127 0,20 19 0,-2 2 0,-2 2 0,45 72 0,-73-101 0,-1 0 0,-1 1 0,-1 0 0,-1 1 0,8 37 0,-12-43 0,-1-1 0,-1 1 0,-1 0 0,0 0 0,-1 0 0,0-1 0,-1 1 0,-1 0 0,-7 22 0,-1-7 0,-2-1 0,-1 0 0,-1-2 0,-2 1 0,0-2 0,-2 0 0,-1-1 0,-1-1 0,-32 28 0,-16 9 0,-152 98 0,78-67 0,-109 74 0,210-134 0,1 1 0,2 2 0,-57 66 0,81-83 0,1 1 0,1 1 0,1 0 0,0 1 0,2 0 0,0 1 0,1 0 0,-10 45 0,15-47 0,1 0 0,0 1 0,2-1 0,1 1 0,0-1 0,2 0 0,0 1 0,1-1 0,1 0 0,12 33 0,0-13 0,1 0 0,2-2 0,40 60 0,86 99 0,-94-135 0,-4 2 0,75 134 0,-114-181 0,0 1 0,-1-1 0,0 1 0,-2 1 0,0-1 0,-1 1 0,-1 0 0,-1 0 0,-1 0 0,0 0 0,-2 0 0,0 0 0,-1 0 0,0 0 0,-2 0 0,0-1 0,-2 1 0,0-1 0,0 0 0,-2-1 0,-14 25 0,-1-5 0,-2-1 0,-1-1 0,-2-1 0,-1-2 0,-55 48 0,-186 123 0,-14 14 0,264-199 0,1 0 0,1 2 0,1 0 0,-25 39 0,37-51 0,0 1 0,0 0 0,1 0 0,1 0 0,-1 0 0,1 1 0,1 0 0,0-1 0,0 1 0,1 0 0,0 0 0,1 0 0,0 0 0,1 0 0,2 16 0,2-11 0,0 0 0,1 0 0,0 0 0,1-1 0,1 0 0,0 0 0,1-1 0,1 0 0,0 0 0,15 14 0,18 15 0,67 49 0,-91-76 0,137 103 0,-50-40 0,112 106 0,-214-180 0,8 8 0,0 0 0,-1 1 0,0 0 0,12 20 0,-21-31 0,-1 0 0,1 1 0,-1-1 0,0 0 0,0 1 0,0-1 0,0 1 0,0 0 0,-1-1 0,1 1 0,-1 0 0,1 0 0,-1-1 0,0 1 0,0 0 0,-1-1 0,1 1 0,0 0 0,-1 0 0,0-1 0,1 1 0,-1-1 0,0 1 0,0-1 0,-1 1 0,1-1 0,0 1 0,-1-1 0,0 0 0,1 0 0,-1 0 0,0 0 0,0 0 0,-3 2 0,-3 2 0,-2 0 0,1 0 0,-1-1 0,0-1 0,0 1 0,0-1 0,-13 2 0,-78 14 0,86-18 0,-104 13 0,-141 0 0,-123-24 0,-20-29 0,341 28 0,1-4 0,0-1 0,1-4 0,-80-36 0,116 44 0,1-2 0,1-1 0,0 0 0,1-2 0,1 0 0,0-2 0,1 0 0,-22-28 0,13 10 0,3-2 0,1-1 0,-37-80 0,-5-22 0,-6 4 0,-6 3 0,-156-205 0,143 228 0,-62-80 0,129 158 0,3-1 0,0 0 0,-29-74 0,44 94 0,2 0 0,-1-1 0,2 0 0,0 1 0,1-1 0,0-1 0,2 1 0,-1 0 0,2 0 0,0 0 0,1 0 0,0 0 0,1 0 0,1 0 0,0 1 0,1 0 0,1-1 0,0 2 0,1-1 0,0 1 0,1 0 0,1 1 0,0-1 0,1 2 0,13-14 0,32-25 0,1 3 0,111-70 0,55-43 0,-198 139 0,-1-1 0,-1-2 0,-1 0 0,-1 0 0,-1-2 0,26-47 0,-33 51 0,-2 0 0,0-1 0,-2-1 0,0 1 0,7-42 0,-13 52 0,-1 0 0,0 0 0,-1 0 0,-1-1 0,0 1 0,0 0 0,-1 0 0,-1 0 0,0 0 0,-1 1 0,0-1 0,-9-16 0,1 8 0,0 0 0,-2 1 0,0 1 0,-1 0 0,-20-18 0,-93-77 0,93 86 0,1-1 0,2-1 0,1-2 0,-36-47 0,61 70 0,0-1 0,1 1 0,0-1 0,0-1 0,2 1 0,-1 0 0,1-1 0,0 0 0,1 0 0,1 0 0,-1 0 0,2 0 0,-1 0 0,2 0 0,-1 0 0,2 0 0,-1 0 0,2 0 0,-1 0 0,1 1 0,1-1 0,7-14 0,74-141 0,2-2 0,-74 134 0,-1-1 0,-1 1 0,-2-2 0,-2 1 0,-1-1 0,-2-1 0,0-54 0,-5 62 0,-2-1 0,-1 1 0,-1 0 0,-1 0 0,-1 1 0,-2 0 0,-1 0 0,-1 1 0,-26-45 0,13 33 0,-2 2 0,-1 2 0,-2 0 0,-1 2 0,-53-45 0,12 21 0,-132-81 0,161 110 0,45 27-33,13 4 116,18 7-864,-18-2-2562,0 3-4957,-4-5-120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4210,'37'1'12780,"17"0"-8393,119 1-4530,621 24 3110,-232-4 39,-503-20-2434,117-2 3127,-166 1-3767,-21 14-12563,1-3 6450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234 110 4130,'-31'-10'1763,"-1"0"0,-33-5 0,5 2-863,51 11-701,5 1 430,0 1 1,0-1 0,0 0 0,1 0 0,-1-1 0,0 1 0,-6-5-1,21 3 5707,16-4-2670,-13 5-3205,1 1-1,-1 0 0,28 2 1,1 0 138,300-18 1741,1 1-824,400 14-606,-383 4-908,-359-2-2,23 1 0,-23 3 0,-12 3 0,-7 0-1425,-10-4-6101,4-7-1819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51 2609,'-1'-1'247,"1"0"0,-1 0 0,1-1 0,-1 1 0,1 0 0,-1 0-1,1 0 1,0 0 0,0-1 0,0 1 0,-1 0 0,1 0 0,0-1 0,0 1-1,1 0 1,-1 0 0,0-1 0,0 1 0,1 0 0,-1 0 0,0 0 0,1 0 0,0 0-1,-1-1 1,1 1 0,-1 0 0,1 0 0,0 0 0,0 0 0,0 1 0,-1-1 0,1 0-1,0 0 1,0 0 0,0 1 0,0-1 0,0 0 0,2 0 0,7-7 3514,-14 35 2084,-1 5-3974,12 205 2890,-1-156-3576,-7 117 0,-18 0 55,3-61-900,4 218 1,13-348-341,5 242 0,-8-192 0,-2-1 0,-15 78 0,11-98 0,-27 162 0,31-156 0,2 0 0,1-1 0,8 55 0,12 118 0,8 145 0,7 66 0,-23-318 0,-5 0 0,-5 1 0,-4 0 0,-21 130 0,2-82 0,-4 181 0,1 185 0,25-507 0,-3 81 0,17 161 0,-5-175 0,-1 151 0,-7-190 0,10 71 0,2 28 0,-17-90 0,2-38 0,1 0 0,0 0 0,1-1 0,2 15 0,3-5 0,-4-18 0,1 0 0,-1 0 0,0 0 0,-1 0 0,1 0 0,-1 0 0,0 0 0,0 0 0,-2 9 0,-10-49-15568,9 30 12181,-6-15-6583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7892,'0'0'332,"-1"-1"0,1 1-1,-1-1 1,1 1 0,-1-1 0,0 1 0,1 0 0,-1-1 0,0 1 0,1 0 0,-1-1 0,0 1 0,1 0 0,-1 0 0,0 0 0,0 0 0,1 0 0,-1 0 0,0 0 0,0 0 0,1 0 0,-2 0 0,2 13 5061,19 22 590,14 3-3188,51 45 0,-25-27-2521,-43-37-274,-1 0 0,-1 1 0,-1 0 0,-1 1 0,-1 1 0,12 30 0,6 10 0,-27-58 700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9 7411,'-24'-8'17892,"5"9"-15943,5 0-1450,0 1 0,0-1-1,0 2 1,0 0-1,1 1 1,-1 0-1,1 1 1,0 1-1,0 0 1,-19 12 0,-8 9-552,-64 56 0,77-60 189,-11 10-136,1 1 0,-33 40 0,62-59 747,8-15-799,0 0 0,0 0 0,0 1 0,1-1 0,-1 0 0,0 0 0,0 0-1,0 1 1,0-1 0,0 0 0,1 0 0,-1 0 0,0 0 0,0 0 0,0 1 0,1-1 0,-1 0 0,0 0 0,0 0 0,0 0 0,1 0 0,-1 0 0,0 0 0,0 0 0,0 0-1,1 0 1,-1 0 0,0 0 0,0 0 0,1 0 0,-1 0 0,0 0 0,0 0 0,0 0 0,1 0 0,-1 0 0,0-1 0,3 1-1089,-1-1 1,1 0-1,-1 0 1,0 0-1,1 0 1,-1-1-1,0 1 1,0-1-1,0 1 1,3-4-1,8-11-12070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42 2689,'-10'-1'16474,"10"2"-16273,-20 15 3260,15-11-3113,-196 185 1816,159-153-2040,-65 47 1,23-20-102,66-46-44,20-15 157,13-7 72,4-3-354,0-2 1,-1 0-1,0-1 1,-1-1 0,0-1-1,-1 0 1,0-1-1,-1-1 1,22-26-1,3-10-1158,58-96-1,-44 62 1658,-52 81-201,0 0 0,0 0 0,0 0-1,0 1 1,0-1 0,1 0 0,-1 1 0,1 0 0,0 0 0,0 0 0,0 0 0,0 0-1,0 0 1,5-2 0,-5 33 2201,0-22-2017,-1 0 0,1-1 1,0 1-1,0-1 0,0 0 0,1 0 0,0 0 0,0 0 0,1-1 0,0 1 0,-1-1 0,2 0 0,10 7 0,3 1 74,2-1 0,40 17 0,-41-20-415,-1 0 0,0 1 0,30 21 0,-44-27 5,-1 1 0,0 0 0,1 0 0,-2 0 0,1 0 0,-1 1 0,5 9 0,3 6 0,-10-20 0,1 0 0,-1 0 0,0 0 0,0 0 0,1 0 0,-1 0 0,0 0 0,1-1 0,-1 1 0,1 0 0,-1-1 0,1 1 0,-1-1 0,4 1 0,6 3 0,-11-4 0,1 1 0,-1-1 0,0 0 0,0 0 0,0 0 0,0 1 0,0-1 0,0 0 0,0 0 0,0 1 0,0-1 0,0 0 0,0 0 0,0 0 0,1 1 0,-2-1 0,1 0 0,0 0 0,0 1 0,0-1 0,0 0 0,0 0 0,0 1 0,0-1 0,0 0 0,0 0 0,0 0 0,0 1 0,-1-1 0,1 0 0,0 0 0,0 0 0,0 0 0,0 1 0,-1-1 0,1 0 0,0 0 0,0 0 0,0 0 0,-1 1 0,0-2-302,0 0 0,0 1 1,0-1-1,0 0 0,0 1 0,0 0 0,0-1 0,0 1 1,0-1-1,0 1 0,0 0 0,0 0 0,-1 0 0,0 0 1,-13 8-6676,-7 2-3433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 3714,'-4'-4'336,"2"-2"-320,0 4-16,6 0-496,-4 6-273,2 0 193,-4 0 32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84 3073,'8'-9'2396,"0"0"0,-1-1 0,8-11 0,-14 18-1290,1 1-1,0-1 1,-1 0-1,0-1 1,1 1-1,-1 0 1,0 0-1,-1-1 1,1-3-1,-8 15 3432,-3 10-3503,2 2-346,0 0 1,2 0-1,0 0 1,-5 43-1,0 90-724,5-46 114,-7 16-78,-38 157 0,50-278 0,-8 40 0,8-35 0,8-27 0,3-6 0,2 0 0,1 1 0,1 0 0,1 2 0,27-35 0,-11 16 0,-15 19 0,24-26 0,-34 43 0,0 0 0,0 0 0,1 0 0,0 1 0,0 0 0,1 1 0,-1 0 0,13-5 0,-19 8 0,1 0 0,-1 1 0,1-1 0,-1 1 0,1 0 0,-1 0 0,1-1 0,0 1 0,-1 0 0,1 0 0,-1 0 0,1 1 0,0-1 0,-1 0 0,1 1 0,-1-1 0,1 1 0,-1-1 0,1 1 0,-1 0 0,0-1 0,3 3 0,-2-1 0,1 0 0,-1 1 0,0-1 0,0 1 0,0-1 0,-1 1 0,1 0 0,0 0 0,-1 0 0,2 5 0,-1-1 0,0 1 0,0-1 0,-1 0 0,0 1 0,0-1 0,0 1 0,-1-1 0,-1 1 0,0 8 0,-3-4 0,0-1 0,-1 1 0,-10 19 0,10-23 0,0 1 0,1 0 0,0 0 0,0 0 0,1 1 0,0-1 0,-2 17 0,4-16 0,-1 1 0,-1-1 0,0 1 0,0-1 0,-1 0 0,-8 14 0,6-11 0,0 1 0,-5 20 0,11-33 0,0 0 0,0 0 0,0 0 0,1 0 0,-1 0 0,0 0 0,1 0 0,-1 0 0,1 0 0,-1 0 0,1 0 0,0 0 0,-1 0 0,1 0 0,0 0 0,0-1 0,0 1 0,-1 0 0,1 0 0,0-1 0,0 1 0,0-1 0,0 1 0,0-1 0,0 1 0,0-1 0,0 0 0,0 1 0,1-1 0,0 0 0,40 10 0,-39-9 0,22 5 344,-5 0-4367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91 208 4290,'-1'4'17770,"-2"20"-14064,2-8-2724,0 1 0,-1-1 0,-4 17-1,-31 87 749,23-81-1630,-11 50-1,41-146-588,3 0-1,2 1 0,42-79 0,-30 66 110,-25 53 332,4-11-1,1 1 1,19-28 0,-28 48 29,-1 1 0,1 0 1,0 0-1,0 0 0,0 1 1,1 0-1,0 0 1,0 0-1,0 0 0,0 1 1,0-1-1,1 1 1,0 1-1,-1-1 0,1 1 1,8-2-1,-13 3 9,0 1 0,1 0 0,-1 0 0,0 0-1,0 0 1,0 0 0,0 0 0,1 0 0,-1 0 0,0 1 0,0-1-1,0 0 1,0 1 0,0-1 0,0 1 0,0-1 0,0 1-1,0-1 1,0 1 0,0 0 0,0-1 0,0 1 0,0 0 0,0 0-1,0 1 1,1 1 11,-1-1 0,0 1 0,0-1-1,0 1 1,0-1 0,0 1 0,-1 0-1,1 0 1,-1-1 0,0 6 0,0 6 50,-1 1 0,-1 0-1,-4 16 1,6-27-52,-2 6 34,-12 48-82,13-54 119,0 0-1,-1-1 0,1 1 1,-1 0-1,1-1 0,-1 1 1,0-1-1,-1 0 0,1 0 1,-1 0-1,1 0 0,-4 3 1,1-4-23,1 0 0,-1-1 0,0 1 0,0-1 0,0 0 0,1-1 0,-1 1 0,0-1 0,0 0 0,-5-1 0,-10 2 9,-6-1-101,21 0 78,1 0 0,-1 0 0,0 0 0,1 1 1,-1-1-1,1 1 0,-1 0 0,-4 2 1,4-1-6,3-1 32,-1-1 0,1 1 0,-1 0 1,1 1-1,0-1 0,0 0 0,-1 0 0,1 1 1,-3 3-1,4-4-16,1 0 1,0 0 0,0 0-1,0 0 1,0 0-1,-1 0 1,1 0 0,1 0-1,-1 0 1,0 0-1,0 0 1,0 0 0,0 0-1,1 0 1,-1 0-1,1 0 1,-1 0 0,0-1-1,1 1 1,-1 0-1,1 0 1,0 0 0,-1 0-1,1-1 1,0 1-1,0 0 1,-1-1 0,3 2-1,23 24 107,1-1-1,37 26 0,-41-35-156,-1 2-1,-1 0 0,0 1 0,-1 2 1,18 23-1,-25-21 7,-14-22 1,1-1 0,0 0-1,0 0 1,0 1 0,0-1 0,0 0-1,-1 1 1,1-1 0,0 0 0,0 0-1,0 1 1,-1-1 0,1 0 0,0 0 0,0 0-1,-1 1 1,1-1 0,0 0 0,-1 0-1,1 0 1,0 0 0,-1 0 0,1 0-1,0 1 1,-1-1 0,1 0 0,0 0 0,0 0-1,-1 0 1,1 0 0,0 0 0,-1 0-1,1 0 1,-1-1 0,-17 3-219,15-2-143,-29 4-6864,12-2-749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 5394,'-5'-13'6926,"12"13"-6309,0-1-1,0 1 1,0 0-1,0 0 0,9 3 1,14-1 793,366-15 3749,-149 1-4320,38-4 401,-173 9 1548,-136 11-1300,4 4-3343,3 4-3479,-2 6-3617,8-6 2359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2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76 115 4130,'-22'-24'1339,"13"15"-434,-5 6 4709,12 3-5119,0 0 1,0 0-1,0-1 1,0 1-1,0-1 0,-1 1 1,1-1-1,0 0 1,-3-1-1,5 1-192,-1 1 0,1-1 0,-1 1 0,0-1 0,1 1 0,0-1 0,-1 0 1,1 1-1,-1-1 0,1 0 0,0 1 0,-1-1 0,1 0 0,0 0 0,0 1 0,0-1 0,-1 0 0,1 0 0,0 1 1,0-3-1,32 4 3838,-12 0-3539,257-22 1495,-93 4-1782,110 6 837,308 28 1,-588-15-1153,-10-2 0,0 1 0,-1-1 0,1 1 0,0-1 0,0-1 0,0 1 0,0 0 0,0-1 0,3-1 0,-7 2 1,0 0 1,1 0-1,-1 0 1,0 0-1,0-1 1,0 1-1,0 0 0,0 0 1,0 0-1,0 0 1,0-1-1,0 1 1,0 0-1,0 0 0,0 0 1,0 0-1,0-1 1,-1 1-1,1 0 0,0 0 1,0 0-1,0 0 1,0 0-1,0-1 1,0 1-1,0 0 0,0 0 1,0 0-1,-1 0 1,1 0-1,0 0 1,0 0-1,0-1 0,0 1 1,0 0-1,-1 0 1,1 0-1,0 0 0,0 0 1,0 0-1,0 0 1,0 0-1,-1 0 1,1 0-1,0 0 0,0 0 1,0 0-1,0 0 1,-1 0-1,-15-8-3486,7 4-1473,-5-6-1477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72 4706,'11'-37'6668,"-7"16"-2592,2 7 1548,-10 24-4557,0 0 0,0 0 0,2 0 1,-3 11-1,-7 84 582,10-81-1111,-8 382 2785,5-56-2476,-14-99-847,-8 191 0,27-373 0,-4 0 0,-2 0 0,-26 111 0,7-88 0,5 1 0,3 2 0,-4 106 0,19-158 0,-3 395 0,51 2 0,-30-320 0,52 197 0,-39-204 0,-25-92 0,-1-1 0,-1 1 0,0-1 0,-4 41 0,-16 83 0,10-96 0,0 6 0,-2 86 0,0 1 0,1-36 0,15-4 0,-6-103-214,0-7 328,-2 9 430,-8-2-5969,-2-15-10097,9 1 6700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10933,'-1'0'506,"0"0"0,-1 0 0,1 0 0,0 1 0,0-1 0,-1 0 0,1 0 0,0 1-1,0-1 1,0 1 0,-1-1 0,1 1 0,0 0 0,0-1 0,0 1 0,-1 1 0,14 9 6718,13 6-4355,-16-7-2474,-1 0 0,0 0 0,-1 0 0,0 1-1,-1 0 1,0 0 0,8 22 0,-8-16-401,2 0-1,16 26 1,-4-14 6,64 86 0,-68-104 413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4 3682,'-7'-4'10459,"-8"7"-5986,-13 7 198,6 4-497,-34 29 0,-50 58-3040,77-71-1134,-6 8 0,-1-2 0,-81 62 0,122-112-7647,4-6-3611,1 2 710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3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392 151 2625,'2'0'174,"1"-1"0,-1-1 0,0 1 0,0 0 0,0 0 0,0-1 0,0 1 0,-1-1 0,1 1 0,0-1 0,-1 0 0,1 0 0,-1 0 0,0 0 0,1 0 0,-1 0 0,0 0 0,0 0 0,0-1 0,-1 1 0,1 0 0,-1 0 0,1-1 0,-1 1 0,0-1 0,1 1 0,-1 0 0,-1-5 0,0 4 329,0-1 0,0 1 1,0 0-1,0 0 0,-1 0 0,1 0 1,-1 0-1,0 0 0,0 1 0,0-1 1,0 0-1,0 1 0,0 0 1,-1-1-1,0 1 0,1 0 0,-1 0 1,0 0-1,-7 4 4476,-2 20-2831,-9 16-1279,-1-2 0,-2-1 0,-55 64 0,-101 81 316,146-151-1182,26-25-50,22-21 19,114-107-1352,-4 5 229,-105 98 1150,-1 0 1,-1-1-1,-1-1 0,15-30 1,12-32 701,-43 85-680,0-1 0,0 1-1,0 0 1,1 0-1,-1 0 1,0 0-1,0 0 1,0 0 0,0 0-1,0 0 1,0 0-1,0 0 1,1 0-1,-1 0 1,0 0 0,0 0-1,0 0 1,0 0-1,0 0 1,0 0 0,1 0-1,-1 0 1,0 0-1,0 0 1,0 0-1,0 0 1,0 0 0,0 0-1,1 0 1,-1 0-1,0 0 1,0 0-1,0 1 1,0-1 0,0 0-1,0 0 1,0 0-1,0 0 1,0 0 0,0 0-1,1 0 1,-1 0-1,0 1 1,0-1-1,0 0 1,0 0 0,0 0-1,0 0 1,0 0-1,0 0 1,0 0-1,0 1 1,0-1 0,0 0-1,0 0 1,0 0-1,6 16 1008,4 17 317,0 12-625,2 0-1,27 65 1,-32-95-725,0-1 1,1 0-1,0 0 1,1-1-1,0 0 1,2-1-1,-1 0 1,1 0-1,1-1 1,0-1-1,15 10 1,-15-11 4,-7-5 0,0-1 0,1 1 0,-1-1 0,1 0 0,0 0 0,0 0 0,9 2 0,-12-4-1030,-8 0-2611,-1-1 268,-16 3-5023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92 6883,'0'0'61,"17"-59"5534,-16 56-4747,1 0 1,-1-1-1,1 1 0,0 0 1,0 0-1,0 0 1,1 1-1,4-6 1,-7 8-771,1 0 1,-1 0 0,0 0 0,1 0 0,-1 0 0,0 0 0,0 0-1,1 0 1,-1 0 0,0 0 0,1 0 0,-1 0 0,0 0 0,0 0 0,1 0-1,-1 0 1,0 1 0,0-1 0,1 0 0,-1 0 0,0 0 0,0 0-1,1 1 1,-1-1 0,0 0 0,0 0 0,0 0 0,1 1 0,-1-1 0,0 0-1,0 0 1,0 1 0,0-1 0,0 0 0,0 1 0,0-1 0,1 0-1,-1 0 1,0 1 0,0-1 0,0 0 0,0 0 0,0 1 0,0-1-1,0 0 1,0 1 0,-1-1 0,4 20 2035,-3-19-1965,5 92 3043,-8 104-1,-20 93-3183,11-159 145,2-64-153,6-41 0,-3 45 0,7-71 0,0 0 0,0 0 0,0 0 0,0 1 0,0-1 0,0 0 0,0 0 0,0 0 0,0 1 0,0-1 0,0 0 0,0 0 0,0 0 0,0 1 0,0-1 0,0 0 0,0 0 0,0 0 0,0 0 0,1 1 0,-1-1 0,0 0 0,0 0 0,0 0 0,0 0 0,0 1 0,0-1 0,0 0 0,1 0 0,-1 0 0,0 0 0,0 0 0,0 0 0,0 0 0,1 1 0,-1-1 0,0 0 0,0 0 0,0 0 0,1 0 0,-1 0 0,0 0 0,0 0 0,0 0 0,0 0 0,1 0 0,-1 0 0,11-7 0,12-18 0,-22 23 0,69-86 0,-35 43 0,2 1 0,63-59 0,-99 102 0,1-1 0,-1 1 0,1-1 0,0 1 0,-1 0 0,1 0 0,0 0 0,0 0 0,0 0 0,0 0 0,0 1 0,3-2 0,-4 3 0,0-1 0,-1 0 0,1 0 0,0 1 0,0-1 0,0 0 0,-1 1 0,1-1 0,0 1 0,-1-1 0,1 1 0,0-1 0,-1 1 0,1-1 0,0 1 0,-1 0 0,1 0 0,-1-1 0,1 1 0,-1 0 0,0-1 0,1 1 0,-1 0 0,0 0 0,0 0 0,1 0 0,-1-1 0,0 1 0,0 0 0,0 0 0,0 1 0,3 21 0,-1 0 0,-1 0 0,-1 1 0,-1-1 0,-5 24 0,3-19 0,0 0 0,4 51 0,-1-78 0,0 0 1,0 0-1,0 0 1,1 0-1,-1 0 0,0 0 1,1 0-1,-1 0 0,1 0 1,-1 0-1,1 0 1,-1 0-1,1 0 0,0-1 1,-1 1-1,1 0 1,0 0-1,0-1 0,-1 1 1,1 0-1,0-1 0,0 1 1,0-1-1,0 1 1,1 0-1,10 3-4333,-7-3 380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63 5779,'13'-45'9136,"-12"43"-8356,0 0 0,0 0 0,0 1 0,0-1 1,0 0-1,1 1 0,-1-1 0,0 1 0,8-2 6650,-11 20-5385,1-2-1177,-7 32-771,-2 1 1,-2-2 0,-2 0-1,-39 88 1,38-92-98,14-41 0,1 0 0,0 0 0,0 0 0,0-1 0,-1 1 0,1 0 0,0 0 0,0 0 0,0 0 0,0 0 0,0 0 0,1 0 0,-1 0 0,0 0 0,0 0 0,1 0 0,-1-1 0,0 1 0,1 0 0,-1 0 0,1 0 0,-1 0 0,1-1 0,-1 1 0,1 0 0,0-1 0,-1 1 0,1 0 0,0-1 0,0 1 0,-1-1 0,1 1 0,0-1 0,0 1 0,0-1 0,0 0 0,0 1 0,0-1 0,-1 0 0,1 0 0,1 1 0,20-1 0,-1 0 0,0-1 0,0-1 0,0-1 0,0 0 0,0-2 0,0-1 0,-1 0 0,26-13 0,-20 7 232,-45 23-3276,7-3-3442,1 0-1808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18 7684,'10'-17'12623,"-13"25"-8088,-1 12-4403,-22 206 5788,-4 0-4014,-63 221-1939,88-427 33,9-32 0,10-34 0,-8 25 0,1 0 0,1 0 0,0 1 0,2 0 0,1 0 0,0 1 0,1 1 0,2 0 0,-1 0 0,2 1 0,0 1 0,1 1 0,1 0 0,0 1 0,1 1 0,0 0 0,29-13 0,-45 24 0,1 1 0,-1 0 0,1 0 0,0 0 0,-1 0 0,1 0 0,0 1 0,-1-1 0,1 1 0,0-1 0,0 1 0,0 0 0,3 1 0,-5-1 0,1 1 0,-1 0 0,0 0 0,0 0 0,0 0 0,0 0 0,0 0 0,0 0 0,0 0 0,0 0 0,-1 0 0,1 0 0,0 1 0,-1-1 0,1 0 0,-1 0 0,1 1 0,-1-1 0,0 0 0,1 1 0,-1-1 0,0 1 0,0-1 0,0 0 0,0 1 0,-1 1 0,1 16 0,-1 0 0,-2 0 0,0 0 0,0-1 0,-2 1 0,-11 28 0,-8 35 0,23-78 7,0 1 0,1-1 0,-1 0-1,1 0 1,0 1 0,0-1 0,1 0 0,0 1 0,-1-1 0,1 0 0,0 0-1,1 0 1,-1 0 0,1 0 0,0 0 0,0 0 0,0-1 0,0 1 0,1-1-1,0 1 1,-1-1 0,5 4 0,11 6-3137,4-4-3388,-8-4-4834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36 5475,'14'-36'20115,"-16"40"-19476,0 0 0,0 0-1,0 0 1,0 0 0,-1-1 0,1 1-1,-4 2 1,-7 11 337,-131 217 115,143-233-1091,0 1 0,0 0 0,0 0 0,0 0 0,1 0 0,-1 0 0,1 0 0,-1 0 0,1 0 0,-1 3 0,1-4 0,1-1 0,-1 1 0,0-1 0,0 1 0,0-1 0,0 1 0,0-1 0,1 0 0,-1 1 0,0-1 0,0 1 0,1-1 0,-1 1 0,0-1 0,1 0 0,-1 1 0,0-1 0,1 0 0,-1 1 0,0-1 0,1 0 0,-1 0 0,1 1 0,-1-1 0,1 0 0,-1 0 0,1 1 0,4-1 0,0 0 0,-1 1 0,1-2 0,0 1 0,-1 0 0,1-1 0,5-1 0,0 0 0,32-5 0,273-57 0,-326 72 549,-2 1-2248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12150,'-9'4'1180,"0"0"0,0 0 0,0 0 1,0 1-1,0 1 0,1-1 0,0 1 1,1 1-1,-13 12 0,10-7-424,1 0-1,0 0 0,1 1 0,0 0 1,-10 24-1,2 7 43,3 1 0,1 0 0,-7 53 1,19-97-749,-20 122 913,-37 168-886,60-302-77,0 1 0,1-1 0,1 0 0,0 1 0,0 0 0,1 0 0,0 0 0,1 1 0,10-12 0,-4 10 0,0 0 0,1 1 0,0 0 0,0 1 0,1 0 0,0 1 0,1 1 0,-1 1 0,1 0 0,1 1 0,18-3 0,-33 7 0,0 1 0,-1-1 0,1 1 0,0 0 0,0 0 0,0 0 0,0 0 0,-1 0 0,1 0 0,0 0 0,0 1 0,0-1 0,-1 1 0,1-1 0,0 1 0,0 0 0,-1-1 0,1 1 0,-1 0 0,1 0 0,-1 0 0,1 1 0,-1-1 0,0 0 0,1 0 0,-1 1 0,0-1 0,0 1 0,0-1 0,0 1 0,0-1 0,0 1 0,0 0 0,-1-1 0,1 1 0,-1 0 0,1 0 0,-1 3 0,2 7 0,-1 0 0,-1 0 0,0 1 0,-3 22 0,0-1 0,3-28-373,0 1 0,1-1 0,0 1 0,0-1 0,3 12 0,-3-16-475,0 0 0,0 0 0,0 1 0,0-1 0,1 0 0,-1 0 0,0 0 0,1 0 0,0 0 0,-1-1 0,4 4 0,9 2-8764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20 7475,'7'6'8624,"-6"-5"-8316,-1-1 0,0 0 0,0 1 0,0-1 0,0 1 0,8 27 3046,-6-18-3005,1-1 1,0 1-1,7 13 0,-8-19-289,1-1-1,0 0 0,0 0 0,-1 0 0,2 0 1,-1 0-1,0-1 0,0 1 0,1-1 1,0 0-1,-1 0 0,1 0 0,0 0 0,5 0 1,-8-1-68,1-1 1,0 1 0,0-1 0,0 0 0,-1 0 0,1 0-1,0 0 1,0 0 0,-1 0 0,1 0 0,0-1 0,0 1 0,-1-1-1,1 1 1,0-1 0,-1 0 0,1 1 0,0-1 0,-1 0-1,1 0 1,-1 0 0,1 0 0,-1-1 0,0 1 0,0 0-1,1-1 1,-1 1 0,0 0 0,0-1 0,0 1 0,-1-1-1,1 0 1,0 1 0,1-4 0,0-2 174,0 1-1,-1-1 1,1 1 0,-1-1-1,-1 1 1,1-1 0,-1 0-1,-1-11 1,1 16-128,0 0 1,-1 0-1,1 0 1,0-1-1,-1 1 1,0 0-1,1 0 1,-1 0-1,0 0 1,0 0-1,0 1 1,0-1-1,-1 0 1,1 0-1,0 1 0,-1-1 1,1 1-1,-1-1 1,0 1-1,1-1 1,-1 1-1,0 0 1,0 0-1,0 0 1,0 0-1,0 0 1,0 0-1,0 1 0,-4-2 1,-2 2 132,0 0 0,-1 0 0,1 0 0,-1 1 0,1 1 1,0-1-1,0 1 0,0 1 0,0-1 0,0 1 0,0 1 0,1-1 0,-12 9 0,14-10-109,0 1 0,1 1-1,0-1 1,-1 1-1,1-1 1,1 1-1,-1 0 1,0 1-1,1-1 1,0 1 0,0-1-1,1 1 1,-1 0-1,1 0 1,0 0-1,0 0 1,0 0-1,1 1 1,0-1 0,0 1-1,0 7 1,1-5-194,1 0 0,-1 0 0,2 0 0,-1 0 0,1 0 0,0 0 0,1-1 1,0 1-1,0-1 0,1 0 0,0 0 0,0 0 0,0-1 0,1 1 0,0-1 0,8 8 0,-7-9-587,0-1 0,-1 1-1,1-1 1,1-1 0,-1 1 0,1-1-1,-1 0 1,1-1 0,0 0-1,0 0 1,13 2 0,33-1-7358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12086,'-14'2'6691,"-3"2"-5123,-2 4 2082,2 3-1265,-6 8-2193,9 6 1873,1 2-1489,1 4-448,8-1-128,6-3-256,-2-6-1504,2-5-2675,4-7-879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29 16872,'2'-19'2849,"-4"9"-2593,-8 10 2177,-5 10-1472,7 11-961,-1 11-320,5 7-2354,11 3-2800,-3 0-2882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250 893 8772,'-1'-2'513,"1"1"0,-1 0 0,0 0 0,1-1 1,-1 1-1,0 0 0,0 0 0,0 0 0,0 0 0,0 0 0,0 1 0,0-1 0,0 0 1,-3-1-1,-23-8 3654,18 8-3186,0 0 0,0 1 1,-18 0-1,18 2-607,0 0 1,1 0 0,-1 1-1,0 0 1,0 0 0,1 1 0,-1 1-1,1-1 1,0 1 0,0 1 0,-13 9-1,18-12-356,0 0 0,0 1-1,0-1 1,1 1 0,-1 0-1,1 0 1,-1 0 0,1 0-1,0 1 1,1-1 0,-1 0-1,0 1 1,1-1 0,0 1 0,0 0-1,0-1 1,0 1 0,1 0-1,-1 0 1,1 0 0,0-1-1,0 1 1,0 0 0,1 0-1,-1-1 1,1 1 0,0 0-1,0 0 1,0-1 0,3 5 0,5 10-291,2 1 0,0-1 1,1-1-1,22 24 1,-22-27 0,0 0 0,-1 1 0,-1 0 0,0 0 1,-1 1-1,11 26 0,-20-40 274,1 1 1,0-1-1,-1 0 1,1 0-1,-1 0 0,0 1 1,1-1-1,-1 0 0,0 1 1,0-1-1,-1 0 1,1 0-1,0 1 0,-1-1 1,0 0-1,1 0 0,-1 0 1,0 1-1,0-1 0,0 0 1,0 0-1,-1-1 1,1 1-1,0 0 0,-3 2 1,1-2 5,0 0-1,0 1 1,0-1 0,0-1 0,-1 1 0,1 0 0,-1-1-1,1 0 1,-1 0 0,1 0 0,-1 0 0,0 0 0,0-1-1,-4 0 1,3 1-14,0-1 0,1-1 0,-1 1-1,1-1 1,-1 0 0,1 0 0,-1 0 0,1-1 0,-1 1-1,1-1 1,-8-5 0,10 6-16,0 0-1,0-1 1,0 1 0,0-1-1,1 0 1,-1 0 0,0 0 0,1 0-1,0 0 1,-1 0 0,1 0-1,0 0 1,0 0 0,0-1-1,0 1 1,0 0 0,1-1-1,-1 1 1,1-1 0,0 1-1,-1 0 1,1-6 0,1 1-149,0 0 1,1-1 0,0 1-1,0 0 1,0 0 0,1 0-1,0 0 1,0 1 0,8-12-1,5-4-51,25-28-1,-37 46 179,293-286-9344,-84 88 2745,-22-9 3791,-157 167 3643,-1-2 0,-3 0 0,26-54 0,-50 89-75,0 0 1,-1-1-1,-1 1 1,0-1-1,0 0 1,-1 0-1,-1 0 0,2-19 1,-3 29-604,-1 1 0,0-1 0,0 0 0,0 1 1,-1-1-1,1 0 0,0 1 0,0-1 0,-1 0 0,1 1 0,-1-1 0,0 1 0,1-1 1,-1 1-1,0-1 0,0 1 0,0-1 0,0 1 0,0 0 0,0 0 0,0-1 0,-1 1 1,1 0-1,0 0 0,-1 0 0,1 0 0,0 0 0,-1 1 0,1-1 0,-1 0 1,0 1-1,1-1 0,-1 1 0,1 0 0,-1-1 0,0 1 0,1 0 0,-1 0 0,0 0 1,-1 0-1,-5 1 350,0 0 1,1 1 0,-1 0 0,1 0-1,0 0 1,0 1 0,-12 7 0,-3 2 12,1 1 1,1 1 0,0 1-1,1 0 1,1 2-1,0 0 1,1 1-1,1 1 1,1 1 0,1 0-1,0 0 1,-13 30-1,10-14-167,3 1 0,0 0 0,3 1 0,1 1 0,2-1 0,-7 79 0,10-29-351,1-18 162,-21 118 0,23-174-343,5-11 46,11-16 96,-7 5 180,135-130 710,-141 138-805,-1 0 0,0 0 0,0-1 0,0 1 0,0 0 0,0 0 0,1 0 0,-1 0 0,0 0 0,0 0 0,0 0 0,0 0 0,1-1 0,-1 1 0,0 0 0,0 0 0,0 0 1,1 0-1,-1 0 0,0 0 0,0 0 0,0 0 0,1 0 0,-1 0 0,0 0 0,0 0 0,0 0 0,1 0 0,-1 1 0,0-1 0,0 0 0,0 0 0,0 0 0,1 0 0,-1 0 1,0 0-1,0 0 0,0 1 0,0-1 0,0 0 0,1 0 0,-1 0 0,4 12 4,-1 23-237,-3-28 145,8 54-3905,5-23-3353,0-18-957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3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18601,'-9'0'930,"1"2"1,-1-1 0,1 1-1,-1 1 1,1-1 0,0 1 0,0 1-1,0-1 1,0 2 0,1-1-1,0 1 1,-10 7 0,9-4-626,0-1 0,1 2 0,0-1 0,0 1 0,0 1 0,1-1 0,1 1 0,-8 17 0,5-6-381,1 1 1,2 0 0,0 1-1,1-1 1,1 1 0,1 0 0,1 0-1,3 42 1,-1-59 117,-1 1 1,1-1-1,1 1 0,-1-1 1,1 0-1,0 0 0,0 1 1,1-2-1,6 12 0,-8-15-192,0 0-1,1 0 1,0 0-1,0-1 1,-1 1-1,1-1 1,0 1-1,0-1 1,0 0-1,0 0 0,5 2 1,-4-2-634,0 0 1,0-1 0,1 1-1,-1-1 1,1 1-1,-1-1 1,0 0-1,1-1 1,6 0-1,11-5-8759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14118,'-5'-4'5107,"12"-2"-3619,9 0 2242,14-3-2017,20 5-1601,13 6-224,1 2-1377,3 0-2096,0 5-4771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43 12005,'0'0'5948,"-8"-4"-3209,-20-1 4374,-7 7-3572,33-2-3507,1 0 0,-1 0 0,1 1-1,-1-1 1,1 0 0,0 1 0,-1-1 0,1 1 0,0-1-1,-1 1 1,1 0 0,0 0 0,0 0 0,-1-1 0,1 1-1,0 0 1,0 0 0,0 1 0,0-1 0,0 0 0,0 0-1,1 0 1,-1 1 0,0-1 0,1 0 0,-1 1 0,1-1-1,-1 0 1,1 1 0,-1-1 0,1 1 0,0-1 0,0 1-1,0-1 1,0 1 0,0-1 0,0 1 0,0-1 0,1 0-1,-1 1 1,1 1 0,0-1-34,0 1 0,0-1 0,0 0 0,1 0 0,-1 1 0,1-1 0,0 0 0,-1 0 0,1-1 0,0 1 0,0 0 0,0-1 0,1 1 0,-1-1 0,0 1 0,4 1 0,-1-1 0,-1 0 0,1-1 0,0 1 0,0-1 0,0 0 0,-1 0 0,11 0 0,-15-1 0,1 0 0,-1 0 0,1 1 0,-1-1 0,0 0 0,1 0 0,-1 0 0,1 0 0,-1-1 0,1 1 0,-1 0 0,1 0 0,-1 0 0,1 0 0,-1 0 0,1-1 0,-1 1 0,1 0 0,-1 0 0,0-1 0,1 1 0,-1 0 0,1-1 0,-1 1 0,0 0 0,1-1 0,-1 1 0,0 0 0,0-1 0,1 1 0,-1-1 0,0 1 0,0-1 0,0 1 0,1-1 0,-8-18 0,-21-13 0,0 11-15,-28-24-714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582 270 6179,'-31'-68'11093,"-8"0"-6147,30 54-4047,0 0 0,-2 0 0,0 1 0,0 1 1,-1 0-1,-26-20 0,34 29-785,-1 0 0,0 1 0,0-1-1,0 1 1,-1 0 0,1 0 0,0 1 0,-1-1 0,1 1 0,-1 0 0,0 1 0,1 0 0,-1-1 0,1 2 0,-1-1 0,0 1 0,1 0 0,-1 0-1,1 0 1,0 1 0,-1 0 0,1 0 0,0 0 0,0 0 0,-5 4 0,-6 4 64,1 1-1,0 0 0,0 1 1,1 1-1,1 0 1,-15 19-1,13-12-169,0 0 0,2 0-1,0 2 1,1-1 0,-17 46-1,17-29-4,1 0 0,2 0 0,-5 44 0,6 25-21,8 185 0,4-214-333,0 29-1328,-5-37-4911,1-59 523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0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17864,'0'-11'2449,"6"1"-960,11 6 1520,14 4-2624,15 14-385,9 1-2033,1 4-4450,7-9-3634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 17608,'-3'-1'737,"-1"1"1,0-1-1,0 1 0,0 0 0,0 0 1,0 1-1,0-1 0,0 1 0,0 0 1,0 0-1,1 0 0,-7 3 0,4-2-160,1 1-1,0 1 1,0-1-1,0 1 0,0 0 1,1 0-1,-6 7 0,-2 4-383,1 1 0,0 0 0,2 1-1,-9 19 1,0 3-193,3 2 0,1 0 0,-11 57 0,-15 133 0,22-110 0,15-105 0,-4 29 0,7-42 0,0-1 0,0 1 0,0-1 0,0 1 0,0-1 0,1 1 0,-1-1 0,1 0 0,0 1 0,-1-1 0,1 1 0,0-1 0,0 0 0,2 3 0,0-4 0,-1 0 0,1 0 0,-1 0 0,1 0 0,0 0 0,0-1 0,-1 1 0,1-1 0,0 0 0,0 0 0,0 0 0,0 0 0,-1 0 0,1-1 0,0 1 0,0-1 0,2-1 0,10 0 0,147-18 0,-123 11 743,-28 3-2955,-24 2-8658,-1 3 3648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13942,'14'-5'10805,"14"10"-6036,-19-3-4559,11 4 182,5 1 311,40 6 0,-59-12-694,1 0 0,-1-1 1,0 1-1,0-1 0,1-1 1,-1 1-1,0-1 0,0 0 1,0-1-1,0 1 0,0-1 1,0 0-1,6-3 0,-10 3-43,0 1 0,0-1-1,0 1 1,0-1 0,-1 0-1,1 0 1,0 0 0,-1 0-1,1 0 1,-1 0-1,0 0 1,0-1 0,0 1-1,0 0 1,0-1 0,0 1-1,0-1 1,-1 1-1,1-1 1,-1 1 0,0-1-1,0 1 1,0-1 0,0 1-1,0-1 1,-1 1 0,1-1-1,-1 1 1,1-1-1,-1 1 1,0-1 0,-2-3-1,0-1 38,-1 0 0,1 0-1,-2 0 1,1 1 0,-1-1 0,0 1-1,0 0 1,0 1 0,-10-8-1,4 5 141,0 0 0,0 1-1,-22-10 1,28 15-25,1 1 0,0-1-1,-1 0 1,0 1 0,1 0 0,-1 0 0,0 1-1,1-1 1,-1 1 0,0 0 0,0 0-1,1 1 1,-10 1 0,12-1-118,0 0 0,1 0 0,-1 0 0,0 1 0,0-1 0,1 0 0,-1 1 0,1-1 0,0 1 0,-1-1 0,1 1 0,0 0 0,0-1 0,0 1 0,0 0 0,0 0 0,0 0 0,1 0 0,-1 0 0,0 0 0,1 0 0,0 0 0,-1 3 0,0 2 0,1 1 0,-1 0 0,2 0 0,1 15 0,0-8-123,2 0 0,0-1 1,0 0-1,1 0 0,1 0 0,0 0 0,1-1 0,1 0 1,0-1-1,13 16 0,-12-17-1029,0-1 1,1-1-1,0 0 0,1 0 0,0-1 1,0 0-1,14 6 0,26 8-7012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597 268 14134,'-9'-22'2151,"-2"1"-1,0 0 1,-1 0-1,-1 1 1,-28-33-1,23 32-451,-1 2-1,-33-27 0,49 44-1662,0-1 0,-1 1 0,1-1 0,-1 1-1,0 0 1,1 1 0,-1-1 0,0 0 0,0 1 0,0 0 0,0 0 0,-1 0-1,1 1 1,0-1 0,0 1 0,0 0 0,-1 0 0,-4 1 0,1 1-41,1 1 0,-1 0 1,1 0-1,0 0 0,0 1 1,1 0-1,-1 0 0,1 0 1,-8 8-1,-6 5 5,0 1 0,1 1 0,1 1 0,1 1 0,1 0 0,1 1 0,-17 33 0,16-24 0,3 1 0,0 1 0,3 0 0,-14 67 0,14-36 0,-1 120 0,17 66 0,-1-104 0,-1-105 87,0-3-5294,-4-38 5162,0 5-3538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13782,'23'-12'3234,"4"8"335,5-1 177,1 3-2401,5 2-1217,3 5-128,-3-1-1281,-2 0-2737,-3-2-3617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37 5555,'-1'-2'797,"1"0"1,-1 0 0,0 0 0,0 0 0,0 0 0,0 0 0,0 0 0,0 1-1,0-1 1,-1 0 0,1 1 0,-1-1 0,1 1 0,-1-1 0,1 1 0,-1 0 0,0 0-1,0-1 1,0 1 0,-3-1 0,2 1-236,0 1 0,0 0 0,0-1 0,0 1 0,0 0 0,0 1 0,0-1 0,0 0 0,0 1 0,0 0 0,0-1 0,0 1 0,-3 2 0,-2 1-303,0 0 0,0 1-1,0 0 1,1 0 0,0 0 0,0 1 0,0 0 0,1 1 0,-7 7 0,-4 12-259,1 0 0,1 2 0,1-1 0,1 2 0,2 0 0,-14 54 0,17-47 0,1 0 0,2 0 0,1 1 0,2 0 0,4 52 0,-1-76 0,0 0 0,1 0 0,1-1 0,0 1 0,0-1 0,1 1 0,1-1 0,0 0 0,0-1 0,1 1 0,10 13 0,-14-23-98,0 0 0,0 0 0,0 0 0,0 0 0,0-1-1,0 1 1,0-1 0,0 1 0,1-1 0,-1 0 0,1 0 0,-1 0 0,1 0 0,-1 0 0,1 0 0,-1-1-1,6 1 1,-6-1-517,0 0 0,0 0-1,0 0 1,0-1-1,0 1 1,0 0 0,0-1-1,0 0 1,-1 1 0,1-1-1,0 0 1,0 0 0,0 0-1,-1 0 1,1-1-1,2-1 1,16-21-10337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14231,'-8'-6'4033,"12"1"-1616,15 3 1057,6 6-545,12-4-2929,9 3-624,5-1 240,-1-2-2673,2 0-3282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23 12278,'-39'-14'12938,"-5"6"-7365,34 8-5393,0-1-1,0 1 1,0 1 0,0 0 0,0 0 0,0 1 0,0 0-1,0 1 1,1 0 0,-18 8 0,21-6-180,-1 0 0,1 0 0,0 0 0,0 1 0,1 0 0,0 0 0,0 1 0,0 0 0,-5 10 0,4-7 0,-1 0 0,-15 17 0,21-26-64,1-1 0,-1 1-1,0-1 1,1 1 0,-1 0 0,0 0-1,1-1 1,-1 1 0,1 0 0,-1 0-1,1-1 1,0 1 0,-1 0 0,1 0 0,0 0-1,0 0 1,-1 0 0,1 0 0,0-1-1,0 1 1,0 0 0,0 0 0,0 0-1,0 0 1,1 0 0,-1 0 0,0 0 0,0 0-1,1-1 1,-1 1 0,0 0 0,1 0-1,-1 0 1,1 0 0,-1-1 0,1 1-1,-1 0 1,1-1 0,-1 1 0,1 0 0,0-1-1,0 1 1,-1-1 0,1 1 0,1 0-1,5 4-654,1-1 0,0 0 0,0 0 0,9 2 0,0 1-12,38 14-560,-44-18 1283,0 0-1,0 1 1,-1 0-1,0 1 1,1 0-1,-2 1 1,1 0-1,-1 0 1,1 1-1,7 9 1,-16-15 89,0-1 0,-1 1 0,1-1 0,-1 1 1,1 0-1,-1-1 0,0 1 0,1 0 0,-1-1 1,0 1-1,1 0 0,-1 0 0,0-1 0,0 1 1,0 0-1,1 0 0,-1-1 0,0 1 0,0 0 1,0 0-1,0 0 0,-1-1 0,1 1 0,0 0 1,0 0-1,0-1 0,-1 1 0,1 1 0,-2-1 76,1 1 0,0-1 0,0 1 0,-1-1 0,1 1 0,-1-1 0,0 0 0,1 0-1,-1 0 1,0 0 0,-2 1 0,-7 3 630,0-1 0,-24 4 0,29-6-556,-17 2 596,18-4-747,0 1-1,0 0 0,0 0 1,0 0-1,0 0 0,0 1 1,0 0-1,0 0 0,0 0 1,-7 6-1,10 2-4052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 15031,'0'-1'587,"-1"0"0,1 1 0,-1-1 0,0 0 0,0 0 0,1 1 0,-1-1 0,0 1 0,0-1 0,0 1 0,0-1 0,0 1 0,0-1-1,0 1 1,0 0 0,0-1 0,0 1 0,0 0 0,0 0 0,-2 0 0,3 0-378,-1 0 0,0 1-1,1-1 1,-1 1 0,1-1 0,-1 1-1,1-1 1,-1 1 0,1-1-1,-1 1 1,1-1 0,-1 1-1,1-1 1,0 1 0,-1 0 0,1-1-1,0 1 1,0 0 0,-1-1-1,1 1 1,0 0 0,0 0 0,-1 4-142,1-1 1,0 1 0,-1-1-1,2 1 1,-1-1 0,0 0 0,1 1-1,2 7 1,2 1-34,1 1 0,13 23 0,-17-34-153,0 1 0,1-1 0,-1 1 0,1-1 0,0 0 0,-1 0 0,1 0 0,1 0 0,-1-1 0,0 1 0,1-1 0,-1 0 0,1 0 0,6 3 0,-8-5-180,1 0 0,-1 0 0,0 0 0,0 0 0,1-1 0,-1 1 1,0-1-1,1 0 0,-1 1 0,0-1 0,0 0 0,0 0 0,0 0 1,0-1-1,0 1 0,0 0 0,0-1 0,3-3 0,34-37-1472,-27 28 2297,-9 12-122,-1-1-1,0 0 1,1 0-1,-1-1 0,0 1 1,0 0-1,-1-1 0,1 1 1,-2-7 4373,0 9-4645,0 5-124,0-1 0,0 1 1,0-1-1,0 1 0,-1-1 0,1 1 0,-2 4 0,-1 6-6,1-4-423,1-1 0,1 0 0,0 17 0,1-19-778,0 1-1,1-1 1,-1 0 0,2 1 0,4 10 0,7 11-5609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16343,'-3'0'598,"0"0"-1,1 1 0,-1-1 0,0 0 0,0 1 0,0 0 0,1 0 0,-1-1 0,0 2 0,1-1 0,-1 0 0,1 0 0,-1 1 0,1-1 0,0 1 0,-1 0 0,1 0 0,0 0 1,0 0-1,0 0 0,1 0 0,-4 5 0,0 2 101,1 1 0,0 0 0,0 0 0,-4 19 0,4-14-1497,-8 40 799,-9 110 0,17-115 0,-2-1 0,-24 93 0,20-118 0,8-18 0,12-11 0,0-1 0,7-2-293,0 0 1,0 2-1,1 0 0,0 1 1,0 0-1,1 1 0,-1 2 1,1 0-1,37 0 0,-56 2 314,1 0 0,0 0 0,0 0 0,0 0-1,0 0 1,0 0 0,0 0 0,0 1 0,0-1-1,0 0 1,-1 0 0,1 1 0,0-1 0,0 1-1,0-1 1,0 0 0,-1 1 0,1 0 0,0-1-1,0 1 1,-1-1 0,1 1 0,0 0 0,-1-1-1,1 1 1,0 1 0,-1-1 41,0 1 0,0-1-1,0 0 1,0 1 0,0-1 0,0 0-1,-1 0 1,1 1 0,0-1 0,-1 0-1,1 0 1,-1 0 0,1 0 0,-1 1-1,0-1 1,-1 1 0,-5 8 274,-1-1-1,0 0 1,-10 8 0,16-15-364,-23 21 29,-2 0 0,-31 21 0,49-39-4,1 1 1,-1-2-1,0 1 1,0-1-1,0-1 1,-1 0-1,1 0 1,-1 0-1,0-1 1,0-1 0,0 0-1,-13 0 1,10-1-267,-5 1-2783,4-7-4198,9-5 1330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18104,'-7'11'2680,"1"0"0,0 0-1,-6 17 1,-7 40 1030,0 69-3483,19-137-220,-3 30-7,-57 397 0,59-422-151,-10 34-360,-2-18-5254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5 151 13526,'-1'-1'262,"0"-1"1,1 1-1,-1-1 0,1 1 0,-1-1 1,1 1-1,0 0 0,-1-1 0,1 1 1,0-1-1,0 0 0,0 1 0,0-1 0,1 1 1,-1-1-1,0 1 0,0 0 0,1-1 1,-1 1-1,1-1 0,0 1 0,-1-1 1,2-1-1,0 2 88,0-1 1,0 1 0,0 0-1,1-1 1,-1 1 0,0 1-1,0-1 1,0 0 0,1 0-1,-1 1 1,0-1 0,1 1-1,-1 0 1,1 0 0,3 0-1,66 4 3620,-41 1-3652,1 1-1,-2 2 1,48 18-1,-69-22-150,0 0 1,0 1-1,0-1 0,-1 2 1,1-1-1,-1 1 0,-1 1 1,1-1-1,-1 1 0,7 8 0,-7-4-134,0 0-1,0 0 0,-1 0 0,0 1 0,-1 0 0,-1 0 0,5 17 0,-3-9-32,-2-12 0,-2 1 0,1-1 0,-1 1 0,0 0 0,-1-1 0,0 1 0,0 0 0,-1 12 0,14-82 0,2-9 0,39-106 0,-5 47 0,-50 129-72,0-1-1,0 1 1,0 0-1,1 0 1,-1 0-1,0 0 1,0 0-1,0-1 1,0 1-1,1 0 1,-1 0 0,0 0-1,0 0 1,0 0-1,1 0 1,-1 0-1,0 0 1,0 0-1,1 0 1,-1 0-1,0 0 1,0 0-1,1 0 1,-1 0 0,0 0-1,0 0 1,0 0-1,1 0 1,-1 0-1,0 0 1,0 0-1,0 0 1,1 0-1,-1 1 1,0-1-1,0 0 1,0 0 0,1 0-1,-1 0 1,0 0-1,0 1 1,0-1-1,0 0 1,0 0-1,0 0 1,1 1-1,-1-1 1,0 0 0,0 0-1,0 0 1,0 1-1,0-1 1,0 0-1,0 0 1,0 1-1,0-1 1,0 0-1,0 0 1,0 1-1,6 11-5918,0 1-2511,0 1-3583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80 14086,'-2'2'849,"0"0"-1,1 0 1,-1 0-1,1 0 1,-1 0-1,1 0 1,0 0-1,0 0 1,0 0-1,0 0 0,0 1 1,0-1-1,1 1 1,-1 4-1,1-5-498,0 0-1,0 0 0,0 0 1,1 1-1,-1-1 1,0 0-1,1 0 0,0 0 1,0 0-1,-1 0 0,1 0 1,0 0-1,1 0 1,0 2-1,0-2-322,0 0 1,0 0-1,0 0 1,1 0-1,-1 0 1,0 0-1,1 0 0,-1-1 1,1 0-1,-1 1 1,1-1-1,0 0 0,0 0 1,-1 0-1,1-1 1,0 1-1,0-1 1,0 1-1,0-1 0,0 0 1,0 0-1,0 0 1,0-1-1,-1 1 1,4-2-1,1 0-94,-1 0 1,1-1-1,-1 0 0,0 0 1,0-1-1,-1 0 0,1 0 1,-1 0-1,1 0 1,-1-1-1,-1 0 0,1 0 1,5-8-1,-8 10 102,0 0 0,0 0 0,0-1 0,0 1 0,0-1 0,-1 1 0,1-1 0,-1 1 1,0-1-1,0 0 0,-1 1 0,1-1 0,-1 0 0,0 0 0,0 0 0,0 1 0,0-1 0,-1 0 0,1 0 0,-1 1 0,0-1 0,0 0 0,-1 1 1,1-1-1,-4-6 0,4 9-35,0 0 1,1 0-1,-1 1 1,0-1 0,0 0-1,0 0 1,0 0-1,0 1 1,0-1-1,0 0 1,-1 1 0,1-1-1,0 1 1,0 0-1,0-1 1,0 1 0,-1 0-1,1 0 1,0-1-1,0 1 1,-1 0-1,1 0 1,0 0 0,0 1-1,-1-1 1,1 0-1,0 0 1,0 1-1,-1-1 1,1 1 0,0-1-1,0 1 1,0-1-1,0 1 1,0 0 0,0-1-1,0 1 1,0 0-1,-1 1 1,-4 2-1,1 1-1,0-1 1,0 1 0,1 0-1,-8 10 1,-6 12 42,-21 46 0,34-64-217,1 1 0,1 0 0,0-1 0,0 1 1,1 0-1,0 1 0,1-1 0,0 0 0,1 13 0,1-20-278,-1 1 0,1-1 0,-1 1 0,1-1 0,1 0 0,-1 1 0,0-1 0,1 0 0,-1 0 0,1 0 0,0 0 0,3 4 0,21 16-7451,-2-8-2122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16 109 6771,'-11'-24'16844,"19"28"-13353,5 6-3301,0-1 1,0-1-1,0 0 1,17 7-1,-27-14-180,1 1 0,-1-1 0,1 0 0,-1 0 0,1 0 0,0-1 0,-1 1 0,1-1 0,0 0 0,0 0 0,-1 0 0,1 0 0,0-1 0,-1 1 0,1-1 0,0 0 0,-1 0 0,1-1 0,-1 1 0,1-1 0,-1 1 0,0-1 0,3-3 0,0 1-35,0-1-1,-1 0 1,0-1 0,0 1-1,0-1 1,-1 0-1,0-1 1,3-6-1,-6 12 46,0-1 1,0 1-1,0-1 0,-1 1 0,1-1 0,-1 0 0,1 1 0,-1-1 0,0 1 0,0-1 0,1 0 0,-1 0 0,0 1 0,-1-1 0,1 0 0,0 1 0,0-1 0,-1 1 0,1-1 0,-1 0 0,1 1 0,-1-1 0,0 1 0,1-1 0,-1 1 0,0-1 0,0 1 0,0 0 0,0-1 0,-1 1 0,1 0 0,0 0 0,0 0 0,-1 0 0,1 0 0,0 0 0,-1 0 0,1 0 1,-1 1-1,-2-2 0,-6-1 353,0 0 1,0 0 0,-1 1 0,1 1-1,-1-1 1,1 2 0,-1-1-1,0 2 1,-11 1 0,-18-1-243,38-1-131,0 0 0,0 0 1,0 0-1,0 0 0,0 0 0,-1 1 1,1-1-1,0 1 0,0-1 0,0 1 0,1 0 1,-1 0-1,0 0 0,0 0 0,0 0 1,1 0-1,-1 1 0,0-1 0,1 0 0,-1 1 1,1-1-1,0 1 0,-1 0 0,1-1 1,0 1-1,0 0 0,0 0 0,0 0 1,0 0-1,1 0 0,-1 0 0,1 0 0,-1 0 1,1 0-1,0 0 0,-1 0 0,1 0 1,1 4-1,-1 8 0,2-1-1,-1 1 1,2-1 0,7 24 0,-8-29 0,13 37-194,33 73-1,-15-51-5037,-9-20-1553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0 598 2273,'9'-3'230,"-1"0"1,0 0-1,0-1 0,0 0 0,0 0 1,-1-1-1,8-5 0,-11 7-139,-1 0-1,0 0 1,0 0 0,0-1-1,0 1 1,0-1 0,-1 1-1,1-1 1,-1 0-1,0 0 1,0 0 0,-1 0-1,1-1 1,-1 1 0,0 0-1,1-5 1,14-92 4576,-9 61-2787,-1-1-1,0-60 1,-7 34-89,-2-74 6564,2 139-6386,-3 5-1247,-4 10 170,-14 38 693,-31 81-387,45-110-1160,0 1 1,1 0 0,2 0 0,0 1 0,1-1 0,0 39-1,1-15-16,3 404-22,1-420 0,-1-21 0,1 18 0,0 0 0,-2 0 0,-6 35 0,15-117 0,-7 39 0,1 1 0,1-1 0,0 1 0,0 0 0,1-1 0,1 2 0,1-1 0,0 0 0,1 1 0,11-17 0,-9 18 0,1-1 0,1 2 0,0-1 0,1 2 0,0-1 0,1 2 0,0-1 0,0 2 0,1 0 0,0 0 0,0 2 0,1-1 0,0 2 0,0 0 0,19-3 0,-32 7 0,0 1 0,0 0 0,0 0 0,0 0 0,0 0 0,0 0 0,0 1 0,0-1 0,0 0 0,0 1 0,0 0 0,0-1 0,0 1 0,0 0 0,0 0 0,0 0 0,-1 0 0,1 0 0,0 1 0,-1-1 0,1 1 0,1 1 0,0 1 0,-1-1 0,0 1 0,0 0 0,0 0 0,0 0 0,-1 0 0,1 0 0,-1 1 0,0-1 0,0 6 0,1 4 0,-2 1 0,0 0 0,0 0 0,-1 0 0,-4 18 0,-2-12 0,-2 19 0,9-39 0,0 0 0,0 0 0,0 0 0,0 0 0,0 1 0,0-1 0,1 0 0,-1 0 0,0 0 0,1 0 0,-1 0 0,1 0 0,-1 1 0,1-1 0,0 0 0,-1-1 0,1 1 0,0 0 0,0 0 0,0 0 0,-1 0 0,1-1 0,0 1 0,0 0 0,0-1 0,0 1 0,1 0 0,1 0 0,50 14-2171,-34-13-2209,0-1-3449,6 0-7501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6835,'6'19'12024,"1"-1"-5872,7 28-1392,-11-17-3256,0 42-1,-5-15-1507,-3-1 1,-15 72-1,23-142 4,0-5 0,1 0 0,6-19 0,119-279-2409,-111 280 1989,26-42 1,-38 71 315,-1 0-1,2 1 1,-1 0 0,1 0 0,0 0 0,1 1 0,0 0-1,0 0 1,0 1 0,14-7 0,-21 12 120,1 0 0,-1 0 1,1 0-1,0 1 0,-1-1 0,1 1 0,0-1 0,0 1 1,-1 0-1,1 0 0,0 0 0,0 0 0,0 0 0,-1 0 1,1 0-1,0 1 0,1-1 0,-1 1 43,-1 0 0,0-1 0,0 1 0,0 0 0,0-1 0,0 1 0,0 0 0,-1 0 0,1 0 0,0 0 0,0 0 0,-1 0 0,1 0 0,0 0 0,-1 0 0,1 0 0,-1 1 0,1 1 0,0 1-27,0 0-1,-1-1 1,0 1 0,1 0-1,-1 0 1,-1 0-1,1 0 1,-1 0 0,1 0-1,-1 0 1,0-1-1,0 1 1,-1 0 0,-1 3-1,0-2 81,0 0 0,0 0 1,-1 0-1,1-1 0,-1 1 0,0-1 0,-1 0 0,1 0 0,-1 0 0,0-1 1,0 1-1,0-1 0,-9 4 0,-3-1 119,0 0 0,-1-1 0,-19 3 0,23-5-229,0-1 0,1 2 0,0 0 0,0 0 0,0 2 0,-20 10 0,33-16-2,-1 0 0,0 1 0,1-1 0,-1 0 0,0 1 0,1-1 0,-1 1 0,0 0 0,1-1 0,-1 1 0,1-1 0,-1 1 0,1 0 0,-1-1 0,1 1 0,0 0 0,-1-1 0,1 1 0,0 0 0,-1 0 0,1 0 0,0-1 0,0 1 0,0 0 0,0 0 0,0 0 0,0-1 0,0 1 0,0 0 0,0 1 0,1 0 0,0-1 0,0 1 0,0-1 0,0 1 0,1-1 0,-1 1 0,0-1 0,1 0 0,-1 1 0,1-1 0,-1 0 0,3 1 0,9 5 0,-1-1 0,23 7 0,-30-11 0,8 3 0,17 4 0,0 2 0,-1 1 0,0 1 0,-1 2 0,47 32 0,-73-46-43,11 8-2017,-4-6-4425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8 11861,'-8'-5'5196,"8"5"-5093,-1 0 0,1-1 0,0 1 0,-1 0 0,1-1 0,-1 1 0,1 0 0,-1 0 0,1 0-1,0 0 1,-1-1 0,1 1 0,-1 0 0,1 0 0,-1 0 0,1 0 0,-1 0 0,1 0 0,-1 0 0,1 0 0,-1 0-1,1 0 1,0 1 0,-1-1 0,1 0 0,-1 0 0,1 0 0,-1 0 0,1 1 0,0-1 0,-1 0 0,1 0-1,-1 1 1,1-1 0,0 0 0,-1 1 0,1-1 0,0 0 0,0 1 0,-1-1 0,1 1 0,0-1 0,0 0 0,-1 1-1,1 0 1,-7 7 913,0 1-1,1-1 1,0 2-1,0-1 1,1 0-1,0 1 1,-6 19-1,-18 76 905,25-87-1450,-14 61-220,-9 103 0,23-135-259,3 1-1,1-1 1,10 74-1,-10-121 10,0 0 0,0 0 0,0 1 0,0-1 0,0 0 0,0 0 0,0 1 0,0-1 0,0 0 0,0 0 0,0 1 0,0-1 0,0 0 0,0 0 0,0 1 0,0-1 0,1 0 0,-1 0 0,0 1 0,0-1 0,0 0 0,0 0 0,0 0 0,1 1 0,-1-1 0,0 0 0,0 0 0,0 0 0,1 0 0,-1 1 0,0-1 0,0 0 0,0 0 0,1 0 0,-1 0 0,0 0 0,0 0 0,1 0 0,-1 0 0,0 0 0,0 0 0,1 0 0,-1 0 0,0 0 0,0 0 0,1 0 0,-1 0 0,0 0 0,0 0 0,1 0 0,-1 0 0,0 0 0,0 0 0,1 0 0,-1 0 0,0-1 0,0 1 0,1 0 0,-1 0 0,13-15 0,-10 12 0,44-53 0,137-150 0,-167 187 0,-5 6 0,-12 13 0,1 1 0,-1-1 0,1 1 0,-1-1 0,0 1 0,1-1 0,-1 1 0,1-1 0,-1 1 0,0-1 0,0 1 0,1 0 0,-1-1 0,0 1 0,0-1 0,0 1 0,0 0 0,0-1 0,0 1 0,0 0 0,0-1 0,0 1 0,0 0 0,0-1 0,0 1 0,0-1 0,0 1 0,-1 0 0,2 17 0,0 0 0,1 0 0,1 0 0,1-1 0,0 1 0,1-1 0,1 0 0,1 0 0,13 25 0,-18-39-306,0 0-1,1 1 1,-1-1-1,1 0 1,0 0-1,0 0 1,0 0-1,0-1 1,0 0-1,1 1 1,5 2-1,-6-4-838,0 0 0,0 0 0,0 0 0,0 0 0,0-1 0,0 1-1,0-1 1,0 0 0,0 0 0,3 0 0,16-5-13107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7203,'14'4'9986,"-1"0"-3923,14 7-1413,20 6-2626,-26-12-1628,40 4 0,-53-8-391,-1-1 1,0 0 0,0 0-1,0-1 1,0 1 0,0-2-1,0 1 1,0-1-1,10-4 1,-16 6-11,0 0-1,0-1 1,0 1 0,-1 0-1,1-1 1,0 1 0,0-1-1,-1 1 1,1-1 0,0 0-1,0 1 1,-1-1 0,1 0-1,-1 1 1,1-1 0,-1 0-1,1 0 1,-1 1 0,1-1-1,-1 0 1,0 0 0,1 0-1,-1 0 1,0 0 0,0 0-1,0 1 1,0-3 0,0 1-74,0 1-1,-1-1 1,1 0 0,-1 1 0,0-1 0,0 0-1,0 1 1,0-1 0,0 1 0,0-1 0,0 1-1,-3-3 1,-2-3-74,-1 1 0,-1 0 0,1 1-1,-12-6 1,8 4 414,-1 1 0,0 0 0,0 1 0,0 1-1,-1 0 1,0 1 0,1 0 0,-1 0 0,0 2 0,0 0-1,-1 0 1,-13 2 0,25-1-248,1 0 0,-1 0-1,1 0 1,-1 0 0,1 0 0,0 1-1,-1-1 1,1 1 0,-1-1 0,1 1-1,0-1 1,0 1 0,-1 0 0,1 0-1,0 0 1,0-1 0,0 1 0,0 0-1,0 0 1,0 1 0,0-1-1,0 0 1,0 0 0,0 0 0,1 1-1,-1-1 1,1 0 0,-1 1 0,1-1-1,-1 0 1,1 1 0,0-1 0,-1 1-1,1-1 1,0 0 0,0 1 0,0-1-1,0 1 1,0-1 0,1 1 0,-1-1-1,0 0 1,1 1 0,-1-1 0,1 1-1,0 1 1,4 8-30,0 0 0,1 0 0,0 0 1,10 13-1,-12-19 49,9 14 146,30 41-2822,-32-47 174,0 0 1,18 16 0,6 0-3872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 13398,'-18'-2'5026,"3"4"-1456,7-2 1232,1-4-3553,12 8 1216,-1 11-768,0 4-1137,-4 4-560,2 6 0,-6-4 0,0-6 0,2-2 0,-3-3 0,3-10-1505,2 3 337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122 114 2177,'-2'-34'14519,"-11"3"-11766,-3 8 2033,-5 6-688,2 9-2097,2 8-1153,3 8-400,3 5-448,5 6-112,4 6-1152,6 0-3394,0 2 432,7-2-3602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325 547 15927,'-83'-15'9455,"-21"-2"-2844,84 15-6418,0 0 1,0 2-1,-21 2 1,40-3-194,-1 1 0,1 0 0,-1 0 0,1 0 0,0 0 0,-1 1 0,1-1 0,0 0 0,-1 0 0,1 1 0,0-1 0,-1 1 0,1-1 0,0 1 0,0 0 0,0-1 0,-1 1 0,1 0 0,0 0 0,0 0 0,0 0 0,0 0 0,0 0 0,1 0 0,-1 0 0,0 0 0,0 0 0,1 1 0,-1-1 0,0 0 0,1 1 0,0-1 0,-1 0 0,1 0 0,0 1 0,-1-1 0,1 1 0,0-1 0,0 0 0,0 1 0,0-1 0,1 0 0,-1 1 0,1 1 0,1 5 0,1 1 0,1-1 0,-1 0 0,2 0 0,6 11 0,-9-17 0,-2-2 0,24 39 0,29 63 0,-48-91 0,0 0 0,-1 1 0,0 0 0,-1 0 0,-1 0 0,0 0 0,0 0 0,-1 1 0,-1-1 0,-2 24 0,2-33-17,0-1-1,-1 1 1,0 0-1,1-1 1,-1 1-1,0 0 1,0-1-1,-1 1 1,1-1-1,0 0 1,-1 1-1,1-1 1,-1 0-1,0 0 1,0 0-1,0 0 1,0 0-1,0 0 1,0-1-1,-1 1 1,1-1-1,0 1 1,-1-1-1,1 0 1,-6 2-1,7-3-47,-1 0-1,1 0 0,-1 0 0,0 0 0,1 0 1,-1 0-1,1 0 0,-1-1 0,1 1 1,-1-1-1,0 1 0,1-1 0,0 1 0,-1-1 1,1 0-1,-1 0 0,1 1 0,-2-2 0,1 0-74,0-1 0,0 1 0,0 0 1,1 0-1,-1-1 0,0 1 0,1-1 0,0 0 0,-1 1 0,1-1 0,0 0 0,-1-5 0,1-4-76,-1 1 1,1-1-1,1 1 1,0-1 0,1 1-1,0-1 1,1 1-1,0-1 1,1 1 0,0 0-1,0 0 1,11-20-1,3-4-531,2 0 0,34-45-1,6 1 513,2 2-1,5 3 1,79-70-1,-74 83 3594,120-81 0,-165 123-1589,-19 12-1287,-18 9 60,-12 7-542,1 2 0,0 0 0,1 1 0,0 1 0,1 1 0,1 1 0,0 1 0,1 0 0,1 1 0,0 1 0,-17 25 0,23-28 0,1 1 0,0 0 0,1 1 0,0 0 0,2 1 0,0-1 0,1 1 0,1 1 0,0-1 0,2 1 0,0 0 0,1 0 0,1 0 0,2 36 0,0-47 0,0 0 0,1 1 0,0-1 0,0 0 0,1 0 0,0-1 0,0 1 0,1-1 0,5 10 0,-7-15 0,0 1 0,0 0 0,0-1 0,1 0 0,-1 1 0,0-1 0,1 0 0,0 0 0,-1 0 0,1-1 0,0 1 0,0-1 0,0 1 0,0-1 0,0 0 0,1 0 0,-1-1 0,0 1 0,0-1 0,1 1 0,-1-1 0,0 0 0,1 0 0,-1 0 0,6-2 0,-1 0 0,0 0 0,0-1 0,0 0 0,0 0 0,-1-1 0,1 0 0,-1 0 0,0 0 0,0-1 0,9-8 0,-6 3 0,1-1 0,-1 0 0,-1-1 0,0 0 0,8-13 0,-13 24 0,-1 9 0,2 17 0,-4-18 0,3 33-25,3 21-1470,2-34-3749,8-7-5275,0-11-2788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4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25 17400,'2'-15'4450,"-6"5"-944,-11 12 1648,-4 9-2897,-4 18-2257,-2 13 0,0 12 0,6 9 0,9 4 0,6-3 0,10-5 0,0-7 0,5-8 0,-1-10 0,1-9 0,1-9 0,5-7-3714,4-7-4225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 20826,'-12'-6'3761,"20"2"-3617,22-1 5267,20 7-4835,19 7-576,10 5-2033,-2 5-2353,-5-2-4930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59 13830,'-56'-12'6114,"-40"-7"2259,81 17-7488,0 1 0,-1 0 1,1 0-1,-17 3 0,29-2-884,0 1-1,1-1 1,-1 1 0,0-1-1,0 1 1,1 0 0,-1 0-1,0 0 1,1 0 0,-1 1-1,1-1 1,0 1-1,-1-1 1,1 1 0,0 0-1,0 0 1,0 0 0,0 0-1,0 0 1,1 0 0,-1 1-1,0-1 1,1 1 0,0-1-1,0 1 1,0-1 0,0 1-1,0 0 1,0 0 0,1-1-1,-1 1 1,1 0 0,0 0-1,0 0 1,0-1-1,0 1 1,0 0 0,0 0-1,2 4 1,0 1-1,-1 0 0,2 0 0,-1-1 0,1 1-1,0-1 1,1 0 0,-1 0 0,1 0 0,1-1 0,-1 1-1,1-1 1,0 0 0,8 7 0,-6-9 0,-1 0 0,1 0 0,-1 0 0,1-1 0,0 0 0,1-1 0,-1 1 0,0-1 0,1-1 0,-1 1 0,1-1 0,-1-1 0,1 0 0,0 0 0,-1 0 0,1-1 0,-1 0 0,11-2 0,-14 2 0,0 0 0,0 0 0,0-1 0,-1 1 0,1-1 0,-1 0 0,1 0 0,-1 0 0,1 0 0,-1 0 0,0-1 0,0 1 0,0-1 0,0 0 0,-1 0 0,1 0 0,-1-1 0,0 1 0,0 0 0,0-1 0,0 1 0,-1-1 0,1 0 0,-1 0 0,0 0 0,0 1 0,0-1 0,-1 0 0,1 0 0,-1 0 0,0 0 0,0 0 0,0 0 0,-1 0 0,-1-8 0,0 4-132,0 1 0,-1-1 0,0 1 0,0-1 0,0 1 0,-1 0 0,-9-13-1,8 14-1425,0 0 0,0 0 0,-1 0 0,-10-7 0,-9-3-7971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516 251 15095,'-7'-18'1167,"0"0"-1,-1 1 1,-1 0 0,-1 0-1,0 1 1,-1 1 0,-24-28-1,25 33-627,1 2 1,-2-1-1,1 1 0,-1 1 0,0 0 1,0 0-1,-1 1 0,0 0 0,0 1 1,-1 1-1,1 0 0,-18-3 0,24 6-486,0 0 0,0 1 0,1 0 0,-1 0 0,0 1 0,0-1 0,0 1 0,0 0 0,1 1 0,-1 0 0,1 0 0,-1 0 0,1 0 0,-1 1 0,1 0 0,0 0 0,1 0 0,-1 1 0,0-1 0,1 1 0,0 0 0,0 1 0,0-1 0,0 1 0,1-1 1,-5 9-1,-5 9-74,1 1 1,2 0-1,0 1 1,-11 41-1,7-14 21,3 1 0,2 1 0,2-1 0,1 88 0,27 213 0,-5-140 0,-15-169-171,-10 77 0,6-89-808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14615,'31'-2'1680,"13"6"1346,6 3 720,11 3-3170,10 9-576,11 2-4418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7491,'4'1'974,"0"1"0,-1 0-1,1 0 1,-1 0 0,1 0-1,-1 1 1,0-1 0,0 1-1,0 0 1,0 0-1,-1 0 1,1 0 0,-1 1-1,0-1 1,4 7 0,3 24 2477,-3-4-1298,11 49 785,10 16-1802,-42-133-1116,9 24-20,1 0-1,0-1 1,0 1 0,-2-20 0,5 12 0,1 0 0,0 0 0,2 0 0,0 0 0,8-36 0,-7 48 0,1-1 0,0 1 0,0 0 0,1 0 0,1 1 0,-1-1 0,1 1 0,1 0 0,0 0 0,0 0 0,1 1 0,0 0 0,14-12 0,-20 18-82,1 1 0,-1 0 0,1 0 0,-1 0 1,1 0-1,0 0 0,-1 0 0,1 0 0,0 1 0,0-1 0,-1 1 0,1-1 0,0 1 1,0 0-1,0-1 0,0 1 0,0 0 0,0 0 0,-1 0 0,1 1 0,0-1 0,0 0 1,0 1-1,0-1 0,2 2 0,0 0-1096,-1 1 0,1 0 0,-1-1 0,0 1 1,1 0-1,-1 1 0,0-1 0,-1 1 0,5 6 0,7 12-9293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8660,'-11'10'9332,"1"-1"-6931,1 1 2065,3-2-368,4 5-2145,6-1-864,5 1-625,1-1-464,1-3-336,-1-3-1121,-4-4-1664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9076,'10'-15'6691,"-3"9"-5314,-9 10 880,-3 8 272,1 11-2385,2 9-144,4 3-1905,7 3-1776,3 2-3955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267 480 8148,'-3'-4'1098,"0"1"1,-1-1-1,1 1 1,-1 0 0,1 0-1,-1 0 1,0 1-1,0-1 1,0 1-1,0 0 1,-1 0-1,-7-2 1,5 2-313,0 1-1,0-1 1,-1 2 0,1-1-1,0 1 1,0 0 0,-1 0-1,-7 2 1,9-1-614,-1 0 0,0 1 0,1 0 0,-1 0 0,1 0 0,0 1 0,-1-1 0,1 2-1,0-1 1,1 1 0,-1 0 0,1 0 0,-1 0 0,1 1 0,1 0 0,-1 0 0,1 0 0,-8 12 0,8-7-172,0 0 0,1 0 0,0 1 0,1-1 0,0 1 0,1 0 0,0-1 0,0 1 0,1 0 0,3 18 0,2 6 0,18 65 0,-17-79 27,17 40-1,-20-53-107,1-1 0,1 0 0,-1 1 1,1-2-1,0 1 0,1-1 0,-1 1 0,9 6 0,-11-13-445,-7-8 221,-15-21 34,3 2-92,11 19 264,1 0 0,0-1 0,1 1 0,0-1-1,0 0 1,1 0 0,0 0 0,1-1-1,0 1 1,0 0 0,1 0 0,0-1 0,1 1-1,0 0 1,3-15 0,0 10-143,1 1 1,0-1-1,1 1 0,0 0 0,1 0 1,1 1-1,0 0 0,1 0 1,15-16-1,38-34-1506,140-105 0,26-25 1309,-203 168 650,-17 18 233,0-1-1,0-1 0,-1 0 1,0 0-1,-1 0 0,0-1 1,0 1-1,7-16 1,-13 23-413,1 0 0,-1 1 0,0-1-1,1 0 1,-1 0 0,0 0 0,0 0 0,0 1 0,0-1 0,0 0 0,0 0 0,0 0 0,0 0 0,0 0 0,0 0 0,0 1 0,-1-1 0,1 0 0,0 0 0,-1 0 0,1 0 0,0 1 0,-1-1 0,1 0 0,-1 1 0,1-1 0,-1 0 0,0 1-1,0-2 1,-1 1 69,0 0 0,-1-1 0,1 1 0,0 0 0,-1 0 0,1 1 0,0-1-1,-1 0 1,1 1 0,-5-1 0,-1 1 232,-1-1 0,1 1 1,-1 1-1,1 0 0,-15 3 0,15-1-251,1 0-1,-1 0 1,1 1-1,0 0 1,0 1-1,1 0 1,-1 0-1,-5 6 1,-46 52 899,40-40-969,1 1 0,1 1 0,1 1-1,1 0 1,2 0 0,0 2 0,2-1 0,1 2 0,1-1 0,2 1-1,0 0 1,3 0 0,-2 39 0,5-60-11,0-1 0,1 1 0,0-1 0,0 1 0,1-1 0,0 0 0,0 1 0,0-1 0,1 0 0,5 9 0,-6-13 0,0 0 0,1-1 0,-1 1 0,0-1 0,1 1 0,0-1 0,-1 0 0,1 0 0,0 0 0,0-1 0,0 1 0,0-1 0,1 1 0,-1-1 0,0 0 0,1 0 0,-1-1 0,0 1 0,1-1 0,-1 1 0,1-1 0,-1 0 0,1 0 0,5-2 0,3 0 0,1-1 0,-1 0 0,1-1 0,-1 0 0,0-1 0,-1 0 0,1-1 0,17-13 0,-9 5 0,-1 0 0,0-2 0,27-29 0,-39 38 0,-9 10 0,-8 18 0,10-21-1,-24 128-6,21-74-3688,7-31-2540,7-3-683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16359,'-28'12'4258,"-1"7"-800,-2 8 2081,-3 5-2386,7 14-3153,6 8 0,7 5 0,5 1 0,7-1 0,4-5 0,3-6 0,-3-10 0,2-11-1265,-4-10-3137,2-9-1840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9732,'0'-9'7876,"6"3"-6243,0 2 1264,13 4-608,10 6-2001,13 7-288,8 4-1328,13 3-3955,-5 1-2848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52 14599,'-2'-4'964,"-1"1"0,0 0 0,1 0 0,-1 0 0,0 1 1,-1-1-1,1 1 0,0-1 0,-1 1 0,-5-2 0,1 0 147,0 1-1,0 1 1,-1-1 0,-12-1-1,-2 2-440,-1 0 0,-38 4 0,57-2-670,1 0 0,-1 0 0,0 1 0,1 0 0,-1 0 0,1 0 0,-1 1 0,1-1 0,-1 1 0,1 0 0,0 0 0,0 1 0,-6 3 0,7-3 0,1 0 0,0 0 0,-1 0 0,1 0 0,1 1 0,-1-1 0,0 0 0,1 1 0,-1-1 0,1 1 0,0-1 0,0 1 0,1 0 0,-1 0 0,1-1 0,0 1 0,0 6 0,0-5-7,0 0 1,1 1-1,-1-1 0,1 0 1,0 0-1,1 1 1,-1-1-1,1 0 0,0 0 1,0-1-1,1 1 0,-1 0 1,1-1-1,0 1 1,4 3-1,3 2-307,0-1 0,0 0 0,1-1 0,20 13 1,-9-8 75,-7-4 228,0 0 0,25 22 1,-40-31 23,1 0 1,-1 1 0,1-1-1,-1 0 1,1 0 0,-1 1-1,0-1 1,1 0 0,-1 1 0,1-1-1,-1 0 1,0 1 0,1-1-1,-1 1 1,0-1 0,0 1-1,1-1 1,-1 1 0,0-1-1,0 1 1,0-1 0,1 1-1,-1-1 1,0 1 0,0-1-1,0 1 1,0-1 0,0 1-1,0-1 1,0 1 0,0-1-1,0 1 1,0-1 0,-1 1-1,1-1 1,0 1 0,0-1-1,0 1 1,-1-1 0,1 1-1,0-1 1,0 1 0,-1-1-1,1 1 1,-1-1 0,1 0-1,0 1 1,-1-1 0,1 0-1,-1 1 1,1-1 0,0 0-1,-1 0 1,1 1 0,-1-1-1,1 0 1,-1 0 0,1 0-1,-1 0 1,1 0 0,-1 1-1,0-1 1,1 0 0,-1 0-1,0-1 1,-45 5-46,39-4-69,-78-2 741,16 0-2602,104 0-24907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1745,'12'-8'4202,"42"-28"4258,-51 34-6840,0-1 1,0 0 0,0 0 0,0 0-1,0 0 1,-1-1 0,3-3 0,-14 11 3316,-12 10-4480,19-12-457,0 0-1,0 0 1,0 0-1,0 0 1,1 0-1,-1 1 1,1-1-1,0 0 1,0 1-1,0-1 1,0 1-1,0-1 1,0 1-1,1 0 1,-1-1-1,1 1 1,0 0-1,-1-1 1,1 1-1,1 0 1,-1-1-1,0 1 1,1 0-1,-1-1 1,1 1 0,0 0-1,0-1 1,0 1-1,0-1 1,0 0-1,0 1 1,1-1-1,-1 0 1,1 0-1,0 0 1,0 0-1,0 0 1,-1 0-1,2 0 1,-1 0-1,0-1 1,0 1-1,1-1 1,-1 0-1,0 0 1,1 0-1,-1 0 1,1 0-1,3 1 1,1-2-272,-1 0-1,1 0 1,-1 0-1,1-1 1,-1 1-1,1-2 1,-1 1-1,1-1 1,8-3-1,-12 4 324,-1 0-1,1 1 1,0-1 0,-1-1-1,1 1 1,-1 0 0,0 0-1,1-1 1,-1 0-1,0 1 1,0-1 0,0 0-1,0 0 1,0 0-1,0 0 1,-1 0 0,1-1-1,-1 1 1,1-1 0,-1 1-1,0-1 1,0 1-1,0-1 1,1-3 0,-3-5 1360,-1 15-1784,0 22-1503,3-17 1177,0 9-2747,4-2-4479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23 12630,'-1'-2'521,"0"1"0,0-1-1,0 1 1,0-1 0,0 1 0,-1 0 0,1-1 0,0 1 0,-1 0-1,1 0 1,-1 0 0,1 0 0,-1 0 0,1 0 0,-1 0 0,0 1 0,1-1-1,-1 1 1,-2-1 0,0 0 65,1 1-1,0 0 1,0 0 0,0 1-1,-1-1 1,1 1-1,0-1 1,0 1 0,0 0-1,-4 2 1,-3 2-60,0 0 0,0 0 0,1 2-1,0-1 1,-10 10 0,7-6-519,1 2-1,1-1 1,0 2-1,0-1 1,1 1-1,1 0 0,0 1 1,1 0-1,0 1 1,1-1-1,1 1 1,0 0-1,1 0 1,1 1-1,0-1 1,1 1-1,1 0 1,1 21-1,0-36-6,0 0 0,0 0 0,0-1 0,0 1 0,1 0 0,-1 0 0,0-1 0,0 1 0,1 0 0,-1-1 0,1 1 0,-1 0 0,0-1 0,1 1 0,-1-1 0,1 1 0,0-1 0,-1 1 0,1-1 0,-1 1 0,1-1 0,0 1 0,-1-1 0,1 0 0,0 1 0,-1-1 0,1 0 0,0 0 0,0 0 0,-1 1 0,1-1 0,0 0 0,0 0 0,0 0 0,35-1 0,-22-1 0,16 1 0,2 0 0,0 1 0,43 5 0,-74-5 0,0 0 0,0 0 0,0 0 0,1 0 0,-1 0 0,0 0 0,0 1 0,0-1 0,0 0 0,1 1 0,-1-1 0,0 1 0,0-1 0,0 1 0,0 0 0,0-1 0,0 1 0,0 0 0,0 0 0,0 0 0,-1 0 0,1 0 0,0 0 0,-1 0 0,1 0 0,0 0 0,-1 0 0,1 0 0,-1 0 0,1 0 0,-1 0 0,0 0 0,0 1 0,1 0 0,-2 3 0,0 0 0,0-1 0,0 0 0,-1 1 0,1-1 0,-1 0 0,-4 7 0,1-1 0,0-1 0,0-1 0,0 0 0,-1 1 0,0-2 0,0 1 0,-1-1 0,0 0 0,-1 0 0,1-1 0,-1 0 0,-17 10 0,20-14 0,1 1 0,-1-1 0,0 0 0,0 0 0,0 0 0,0-1 0,-1 0 0,1 0 0,0 0 0,0-1 0,-1 0 0,1 0 0,0 0 0,-1 0 0,1-1 0,0 0 0,0 0 0,-1 0 0,1-1 0,0 0 0,0 0 0,0 0 0,-8-6 0,5 3-224,-15-12-467,22 16 330,1 1 1,-1-1-1,1 1 0,-1-1 1,1 1-1,-1-1 0,1 0 0,0 1 1,-1-1-1,1 0 0,0 1 1,0-1-1,0 0 0,-1 0 1,1 1-1,0-1 0,0 0 1,0 1-1,0-1 0,0-1 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18681,'-18'16'2926,"0"2"0,1-1 0,-20 27 1,17-15-2025,2 0 1,0 1 0,-23 56 0,18-25-1211,3 2 1,3 0-1,-11 70 1,27-119-123,-2 19 1117,-2-20-3539,-4-8-4547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14359,'1'-1'608,"-1"0"1,1 0 0,0 1-1,-1-1 1,1 0 0,0 1-1,0-1 1,0 1 0,0-1-1,-1 1 1,1-1 0,0 1-1,0 0 1,0-1 0,0 1-1,0 0 1,0 0 0,0 0-1,2-1 1,14 10 5388,-6-1-6050,5 1 161,8 5-40,-1 0 0,41 35 0,-59-45-69,0 1 0,0 0 0,0 0 0,-1 1-1,0-1 1,0 1 0,0 0 0,-1 0 0,0 0 0,0 0-1,0 1 1,-1-1 0,0 1 0,0 0 0,-1-1-1,1 1 1,-1 8 0,-1-14 1,0-1 0,0 0 0,0 0 0,0 0 0,0 1 0,0-1 0,0 0 0,0 0 0,0 1 0,0-1 0,0 0 0,0 0 0,0 1 0,0-1 0,0 0 0,0 0 0,0 1 0,0-1 0,0 0 0,0 0 0,-1 0 0,1 1 0,0-1 0,0 0 0,0 0 0,0 0 0,0 1 0,-1-1 0,1 0 0,0 0 0,0 0 0,0 0 0,-1 0 0,1 0 0,0 1 0,0-1 0,-1 0 0,1 0 0,0 0 0,0 0 0,-1 0 0,1 0 0,0 0 0,0 0 0,-1 0 0,1 0 0,0 0 0,0 0 0,0 0 0,-1 0 0,1 0 0,0 0 0,0 0 0,-1-1 0,1 1 0,0 0 0,0 0 0,0 0 0,-1 0 0,1 0 0,0-1 0,-1 1 0,9-23 0,0-9 5,0 0-1,15-32 1,-20 55-17,0 1-1,1 0 1,1 1-1,-1-1 1,1 1-1,0 0 1,1 0 0,0 0-1,0 1 1,0 0-1,1 0 1,0 0-1,8-4 1,9 1-4509,1 5-3591,-1 3-2786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6403,'0'1'509,"-1"0"1,1-1-1,0 1 0,-1 0 1,1-1-1,0 1 0,0 0 1,0-1-1,0 1 0,0 0 1,0-1-1,0 1 0,0 0 1,0-1-1,0 1 0,0 0 1,0-1-1,1 1 0,3 6 5094,-3-6-5094,26 12 6264,-17-10-6005,1-1 0,-1 0-1,20 1 1,-19-4-639,1 0 0,-1 0 0,0-1-1,1-1 1,20-7 0,-29 9-131,0 0 1,0 0-1,0 0 0,0 0 1,0-1-1,0 1 0,0-1 0,-1 0 1,1 0-1,-1 0 0,1 0 0,-1 0 1,0-1-1,0 1 0,0-1 1,0 1-1,0-1 0,0 0 0,-1 0 1,1 1-1,-1-1 0,0 0 1,0-1-1,0 1 0,0-4 0,-1 5 2,0 0 0,-1 0-1,1 0 1,-1 0-1,1 0 1,-1 0 0,0 0-1,0 0 1,0 0-1,0 1 1,0-1 0,0 0-1,-1 1 1,1-1-1,-1 1 1,1-1-1,-1 1 1,1-1 0,-1 1-1,0 0 1,1 0-1,-1 0 1,0 0 0,0 0-1,0 1 1,0-1-1,0 0 1,0 1 0,0 0-1,0-1 1,0 1-1,-3 0 1,-7-1 4,-1 0 0,0 0 0,-23 3 0,27-1-4,0 0 0,-1 1 0,1-1 1,0 2-1,0-1 0,0 1 0,0 1 0,1 0 0,-11 6 1,16-8-2,1 0 0,-1 0 1,1 0-1,0 0 0,0 1 1,0-1-1,0 1 0,0-1 1,0 1-1,1 0 0,-1-1 1,1 1-1,0 0 0,0 0 1,0 0-1,0 0 1,0 0-1,1 1 0,0-1 1,-1 0-1,1 0 0,0 0 1,0 0-1,1 0 0,-1 1 1,1-1-1,-1 0 0,1 0 1,0 0-1,3 5 0,-2-1-426,1 0 0,1 0-1,-1-1 1,1 1 0,0-1-1,7 8 1,-4-6-1102,0-1-1,0-1 1,1 1 0,0-1 0,0-1-1,0 1 1,13 5 0,21 7-8070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0:5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17 120 8580,'-2'-1'1675,"1"0"-1256,1 1 0,-1 0-1,1 0 1,-1-1 0,1 1 0,-1 0 0,1 0-1,-1 0 1,1 0 0,-1 0 0,1 0 0,-1 0-1,0 0 1,1 0 0,-1 0 0,1 0 0,-1 0-1,1 0 1,-1 0 0,1 1 0,-1-1-1,1 0 1,-1 0 0,1 0 0,-2 1 0,17 11 4436,28 12-2814,-35-21-1921,0 0 1,0-1-1,0 1 1,0-2 0,0 1-1,1-1 1,-1-1 0,0 1-1,1-1 1,10-2 0,-16 2-140,0-1 0,0 1 1,0-1-1,0 0 0,-1 0 1,1 0-1,0 0 1,0 0-1,-1-1 0,1 1 1,-1-1-1,1 0 0,-1 0 1,0 0-1,0 0 1,0 0-1,0 0 0,0 0 1,0-1-1,0 1 0,-1-1 1,1 1-1,-1-1 0,0 0 1,0 1-1,0-1 1,0 0-1,0 0 0,-1 0 1,1 0-1,-1 0 0,0-3 1,1-1 10,-1 1-1,-1-1 1,1 0 0,-1 1-1,0-1 1,0 0 0,-1 1-1,-3-10 1,4 14 62,0 0 1,0 0-1,0 1 0,0-1 0,0 0 1,-1 0-1,1 1 0,0-1 0,-1 0 1,0 1-1,1-1 0,-1 1 0,0 0 1,1 0-1,-1 0 0,0 0 0,0 0 1,0 0-1,0 0 0,0 0 0,0 1 1,0-1-1,0 1 0,-1 0 0,1-1 1,0 1-1,0 0 0,0 0 0,-3 1 1,-1-1 65,1 1 0,-1 0 0,0 0 1,1 1-1,0-1 0,-1 1 0,1 1 1,0-1-1,0 1 0,0-1 0,0 1 1,0 1-1,1-1 0,0 1 1,-1 0-1,1 0 0,-3 4 0,3-2-98,0 0-1,1 0 0,0 0 0,0 1 1,0-1-1,1 1 0,0 0 0,1-1 1,-1 1-1,1 0 0,0 0 0,1 0 1,0 11-1,0-9-23,1 0 0,0-1 0,1 1 0,-1-1 0,1 0 0,1 1 0,0-1 0,0 0 0,1 0 0,-1-1 0,2 1 0,-1-1 0,1 0 0,0 0 0,1 0 0,-1-1 0,1 1 1,1-2-1,-1 1 0,1-1 0,0 0 0,9 5 0,3 0-2014,38 16 0,-36-18 50,44 19-1916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7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631 112 10261,'8'-6'2543,"0"-1"0,0-1 0,-1 1 0,9-12 0,-18 17-2272,1 0 0,-1 0 0,0 0 0,0 0 0,0 0 0,0 1 0,0-1 0,0 1 0,0-1 0,-4-1 0,3 2 112,-7-5-342,0 0-1,0 1 0,-1 0 1,0 1-1,0 0 1,0 1-1,0 0 1,0 1-1,0 0 1,-1 1-1,-18 0 0,14 1 10,1 2-1,0 0 1,0 1-1,0 1 1,0 0-1,1 1 0,0 1 1,-15 7-1,4 1 71,0 1-1,0 2 1,2 1-1,0 0 1,1 2 0,1 0-1,1 2 1,-31 42-1,32-38 0,2 2 0,1 0 0,-23 58 0,34-73-202,0 1 0,1 0 0,0 0-1,1 1 1,1-1 0,0 1 0,1-1-1,0 1 1,2 0 0,0-1 0,2 16-1,-2-24 99,1-1 0,0 1 0,0 0 0,0-1 0,0 0-1,1 1 1,0-1 0,0 0 0,0 0 0,1-1-1,-1 1 1,1-1 0,0 0 0,1 0 0,-1 0 0,1 0-1,-1-1 1,11 6 0,-7-6 43,0 0 1,0 0-1,0-1 1,0 0-1,0-1 0,0 0 1,1 0-1,-1 0 1,0-1-1,1-1 0,-1 1 1,0-1-1,10-3 1,30-8 441,-2-3 1,51-23 0,37-12 638,-131 49-1006,25-5 721,-28 6-850,1-1 0,-1 1 0,0 0 0,1 0 0,-1 0 0,1 0 0,-1 0-1,1 0 1,-1 0 0,0 0 0,1 0 0,-1 0 0,1 0 0,-1 0 0,1 1 0,-1-1 0,0 0 0,1 0 0,-1 0 0,0 0 0,1 1-1,-1-1 1,1 0 0,-1 0 0,0 1 0,0-1 0,1 0 0,-1 1 0,0-1 0,1 0 0,-1 1 0,0-1 0,0 0 0,0 1-1,1-1 1,-1 1 0,0-1 0,0 1 0,0-1 0,0 0 0,0 1 0,0-1 0,0 1 0,0-1 0,0 0 0,0 1 0,0-1 0,0 1-1,0-1 1,0 1 0,0-1 0,0 0 0,-1 1 0,1 0 0,-83 210-4,7-18 0,4-8 0,69-180-272,1-1 0,0 0-1,-1 0 1,0-1 0,0 1 0,-6 6 0,8-10-15,1 1 1,-1-1 0,0 1-1,1-1 1,-1 1 0,0-1-1,1 1 1,-1-1 0,0 0-1,0 1 1,0-1 0,1 0 0,-1 0-1,0 0 1,0 0 0,0 0-1,-1 0 1,1 0-110,1 0 0,-1-1 0,0 1 1,1 0-1,-1-1 0,1 1 0,-1-1 0,0 1 0,1-1 0,-1 1 1,1-1-1,0 1 0,-1-1 0,1 0 0,-1 1 0,1-1 0,0 0 1,-1 1-1,1-1 0,0 0 0,0 0 0,0 1 0,-1-2 0,-1-18-8640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82 8036,'4'-5'321,"20"-34"3026,-18 10 1925,-6 28-5135,0 1 1,0 0-1,0-1 1,0 1 0,0 0-1,0-1 1,0 1-1,0 0 1,0-1-1,-1 1 1,1 0-1,0-1 1,0 1 0,0 0-1,-1 0 1,1-1-1,0 1 1,-1 0-1,1 0 1,0-1-1,0 1 1,-1 0 0,1 0-1,0 0 1,-1-1-1,1 1 1,0 0-1,-1 0 1,1 0 0,0 0-1,-1 0 1,1 0-1,-1 0 1,1 0-1,0 0 1,-1 0-1,1 0 1,0 0 0,-1 0-1,-24 6 3170,-23 15-627,47-21-2647,-17 10 442,-1 0 0,2 0-1,-1 2 1,-21 19-1,35-27-420,-1 0-1,1 0 0,0 0 0,0 0 1,1 1-1,-1 0 0,1-1 1,0 1-1,1 1 0,-1-1 1,1 0-1,0 1 0,0-1 0,0 1 1,1-1-1,0 1 0,0 0 1,1 0-1,-1 0 0,2 8 1,-1-12-61,1 0 1,0 0-1,-1-1 1,1 1 0,0 0-1,0 0 1,0-1-1,0 1 1,1-1-1,-1 1 1,0-1 0,0 1-1,1-1 1,-1 0-1,1 0 1,0 0-1,-1 0 1,1 0 0,0 0-1,-1 0 1,1 0-1,0 0 1,4 0-1,1 1-17,0 0-1,1-1 0,0 0 1,14 1-1,-8-3-4,-1 0-1,1 0 1,-1-1 0,1-1-1,-1-1 1,25-9 0,-31 10 36,1 0 1,-2 0 0,1-1 0,0 0 0,-1-1 0,0 1-1,0-1 1,0 0 0,0-1 0,-1 1 0,0-1-1,0 0 1,6-12 0,-9 15 24,-1-1 0,0 1 0,0-1 1,0 0-1,0 1 0,-1-1 0,1 0 0,-1 0 0,0 1 0,0-1 0,-1 0 0,1 0 1,-1 1-1,0-1 0,0 0 0,0 1 0,0-1 0,0 1 0,-1-1 0,0 1 0,0 0 0,0 0 1,0 0-1,-4-5 0,3 5-153,0-1 1,0 1-1,-1-1 0,0 1 1,0 0-1,0 0 1,0 1-1,-6-4 0,7 4-301,-1 1-1,1 0 0,0 0 0,0 0 1,-1 0-1,1 1 0,-1-1 0,1 1 1,-1 0-1,1 0 0,-1 0 0,-3 1 0,6-1 25,0 0 0,0 1 0,0-1 0,1 1 0,-1-1 0,0 1 0,0-1 0,0 1 0,1-1 0,-1 1 0,0 0 0,1-1 0,-1 1 0,0 0-1,1 0 1,-1-1 0,1 1 0,0 0 0,-1 0 0,1 0 0,-1 0 0,1 0 0,0-1 0,0 1 0,0 0 0,-1 0 0,1 0 0,0 1 0,1 14-7062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74 4834,'0'-1'902,"1"-1"-1,-1 1 1,1-1 0,-1 0-1,0 1 1,0-1 0,0 1-1,0-1 1,0 1-1,0-1 1,0 1 0,0-1-1,-1-2 1,-12-18 6138,9 19-6415,1 0-1,-1 0 0,1 1 0,-1-1 0,0 1 1,0-1-1,0 1 0,0 1 0,-6-3 0,6 3-475,0 1 0,1 0 0,-1 0 0,0 0 0,0 0 1,1 1-1,-1-1 0,1 1 0,-1 0 0,0 0 0,1 0 0,-4 2 0,-41 21-60,48-24-88,-12 6-1,0 1 0,1 0 0,0 1 0,1 0 0,0 0 0,0 1 0,-9 12 0,17-19 0,0 1 0,0 0 0,0-1 0,0 1 0,1 0 0,0 0 0,-1 0 0,1 0 0,0 0 0,1 1 0,-1-1 0,0 0 0,1 0 0,0 1 0,0-1 0,0 0 0,0 0 0,0 1 0,1-1 0,-1 0 0,1 0 0,0 1 0,0-1 0,0 0 0,0 0 0,1 0 0,-1 0 0,1-1 0,0 1 0,0 0 0,0-1 0,0 1 0,0-1 0,4 4 0,-3-2 0,1-1 0,1 1 0,-1-1 0,0 0 0,1 0 0,0 0 0,-1-1 0,1 0 0,0 1 0,0-2 0,0 1 0,1-1 0,10 2 0,-13-2 0,0-1 0,0 0 0,0 0 0,0 0 0,1-1 0,-1 1 0,0-1 0,0 0 0,0 0 0,0 0 0,0 0 0,0 0 0,0 0 0,0-1 0,-1 0 0,1 1 0,-1-1 0,1 0 0,-1 0 0,1-1 0,-1 1 0,0 0 0,0-1 0,0 1 0,1-4 0,5-10-56,0 0-1,-2 0 1,0 0 0,0-1-1,-2 0 1,0 0-1,2-33 1,-9 39-1033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8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399 660 11477,'-105'-14'14363,"82"12"-12441,1 2 0,-41 3-1,53-2-1859,0 1-1,0 0 0,0 0 0,0 1 0,0 0 0,1 0 0,-1 1 1,1 1-1,0 0 0,0 0 0,1 0 0,-1 1 0,1 1 0,0-1 0,1 1 1,0 1-1,0-1 0,-10 15 0,16-21-61,0 0 0,1 0 0,-1 0 0,0 1 0,0-1 0,0 1 0,1-1 0,-1 0 0,1 1 0,-1-1 0,1 1 0,0-1 0,-1 1 0,1-1 0,0 1 0,0-1 0,0 1 0,0-1 0,0 1 0,1 0 0,-1-1 0,0 1 0,1-1 0,-1 0 0,1 1 0,-1-1 0,1 1 0,0-1 0,0 0 0,-1 1 0,1-1 0,0 0 0,0 0 0,0 0 0,0 0 0,1 0 0,-1 0 0,0 0 0,0 0 0,1 0 0,-1 0 0,0-1 0,1 1 0,-1 0 0,1-1 0,-1 1 0,3-1 0,4 3 0,0-1 0,0 0 0,0 0 0,1-1 0,-1-1 0,1 1 0,12-2 0,-12 0 0,0-1 0,-1-1 0,1 0 0,0 0 0,-1-1 0,0 1 0,0-2 0,0 1 0,0-1 1,-1-1-1,1 1 0,5-8 0,8-6-3,-1-2 0,25-33 0,121-191-1029,-140 198 952,-2-2 1,-2 0-1,23-73 1,-41 107-24,-1 0 0,4-28 0,-7 38 219,1 0 0,-1-1 0,-1 1-1,1 0 1,-1-1 0,1 1 0,-1 0-1,-1 0 1,1 0 0,-1 0 0,-3-7 0,5 12-107,-1-1 1,1 0 0,-1 0-1,1 0 1,-1 1 0,1-1-1,-1 0 1,0 1 0,1-1-1,-1 0 1,0 1 0,0-1-1,1 1 1,-1-1 0,0 1-1,0-1 1,0 1-1,1 0 1,-1-1 0,0 1-1,0 0 1,0 0 0,0 0-1,0-1 1,0 1 0,-1 0-1,0 1-5,0-1-1,1 1 1,-1 0-1,0-1 1,0 1-1,0 0 0,1 0 1,-1 0-1,0 0 1,1 0-1,-3 3 0,-3 3-9,0 1 0,1-1 0,-11 17 0,-2 9 6,2 1 0,1 0 0,1 1 0,2 1 0,2 0 0,1 1 0,-10 75 0,18-85 80,1 1-1,1 0 1,7 53-1,-4-66-268,0 0 0,1 0 0,10 21 1,-11-28-322,1-1 0,0 0 0,0 1 0,1-2 0,0 1 0,0 0 0,8 7 0,-9-11-310,0 1-1,0-1 1,0 0-1,0 0 0,0-1 1,6 3-1,34 8-5342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12 15943,'0'-1'353,"-1"0"-1,0 1 0,1-1 1,-1 0-1,0 0 0,0 1 1,1-1-1,-1 0 1,0 1-1,0-1 0,0 1 1,0-1-1,0 1 0,0-1 1,0 1-1,0 0 0,0-1 1,0 1-1,0 0 1,0 0-1,0 0 0,0 0 1,0 0-1,0 0 0,0 0 1,-1 0-1,1 0 0,-1 1 1,-1 0 66,0 1 1,0-1-1,1 1 1,-1 0 0,1 0-1,0 0 1,-1 0-1,1 0 1,0 0-1,-2 4 1,-7 9 184,1 1-1,-12 28 1,19-39-425,-20 51-179,2 2 0,-23 102 0,-13 39 0,53-189 0,2-6 0,0 0 0,0 0 0,1 1 0,-1-1 0,1 1 0,0-1 0,0 1 0,1-1 0,-1 1 0,1-1 0,0 7 0,1-10 0,-1-1 0,0 1 0,1-1 0,-1 1 0,1-1 0,-1 0 0,1 1 0,-1-1 0,1 1 0,-1-1 0,1 0 0,0 1 0,-1-1 0,1 0 0,-1 0 0,1 0 0,0 1 0,-1-1 0,1 0 0,-1 0 0,1 0 0,0 0 0,-1 0 0,1 0 0,0 0 0,-1 0 0,1 0 0,0-1 0,-1 1 0,1 0 0,-1 0 0,1 0 0,0-1 0,0 0 0,23-11 0,-22 11 0,16-9 0,16-10 0,43-19 0,-67 35 0,0 0 0,0 0 0,1 1 0,-1 1 0,1-1 0,0 2 0,0 0 0,0 0 0,14 1 0,-22 0 0,-1 0 0,1 1 0,-1-1 0,0 1 0,1 0 0,-1-1 0,0 1 0,1 0 0,-1 0 0,0 0 0,0 1 0,0-1 0,0 1 0,0-1 0,0 1 0,0-1 0,0 1 0,-1 0 0,1 0 0,-1 0 0,1 0 0,-1 0 0,0 0 0,0 1 0,0-1 0,0 0 0,0 1 0,0-1 0,0 0 0,-1 1 0,1 3 0,-1-2 0,0 0 0,0 0 0,0 0 0,-1 0 0,1-1 0,-1 1 0,0 0 0,0 0 0,0 0 0,-1-1 0,1 1 0,-1 0 0,0-1 0,0 0 0,0 1 0,-1-1 0,1 0 0,-1 0 0,-4 4 0,-8 4 0,1-2 0,-2 1 0,1-2 0,-1 0 0,-1-1 0,1 0 0,-19 4 0,-34 14 0,-37 11 0,96-33-1645,21-8-66,29-10-4655,1-1-2192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33 11829,'1'-1'398,"0"1"0,0-1 0,0 0 0,0 1 0,0-1-1,0 0 1,0 0 0,0 0 0,-1 0 0,1 0 0,0 0 0,-1 0-1,1 0 1,0 0 0,-1 0 0,1 0 0,-1 0 0,1-2-1,-1 2-142,-1 1 0,1-1 0,0 0-1,0 1 1,-1-1 0,1 1-1,0-1 1,-1 1 0,1-1 0,0 1-1,-1 0 1,1-1 0,-1 1-1,1-1 1,0 1 0,-1 0 0,1-1-1,-1 1 1,1 0 0,-1 0-1,0-1 1,1 1 0,-1 0 0,1 0-1,-2 0 1,-3-1 484,0 0 0,0 0 0,0 1 0,0 0 1,0 0-1,0 0 0,-8 2 0,-7 3-624,1 1-1,1 0 1,-1 1-1,1 1 1,1 1 0,-1 1-1,-31 23 1,42-27-131,0 1 1,0-1 0,0 1-1,1 1 1,0 0-1,0-1 1,-8 18-1,11-20 20,0 1 0,1 0 0,0 1 0,1-1-1,-1 0 1,1 0 0,0 1 0,1-1 0,-1 1 0,1-1-1,1 0 1,1 13 0,-2-17-4,1 0 0,-1 1 0,0-1 0,1 0 0,0 0 0,-1 0 0,1 1 0,0-1 0,0 0 0,1 0 0,-1 0 0,0 0 0,1 0 0,-1-1 0,1 1 0,-1 0 0,1-1 0,0 1 0,0-1 0,0 1 0,-1-1 0,1 0 0,1 0 0,-1 0 0,0 0 0,0 0 0,0 0 0,0-1 0,1 1 0,-1-1 0,0 0 0,1 1 0,-1-1 0,0 0 0,1 0 0,-1 0 0,0-1 0,1 1 0,-1-1 0,0 1 0,4-2 0,5-2 0,-1 1 0,0-2 0,-1 1 0,1-1 0,-1-1 0,0 1 0,14-13 0,-14 10 0,-1 0 0,1-1 0,-2 0 0,0 0 0,0-1 0,0 0 0,-1 0 0,-1-1 0,5-11 0,-9 20 0,0 0 0,-1 0 0,0 1 0,1-1 0,-1 0 0,0 0 0,0 1 0,0-1 0,0 0 0,0 0 0,-1-2 0,-4 0 0,-4 12 0,7-4 0,0-1 0,1 1 0,0 0 0,0 0 0,0 0 0,0 0 0,0 0 0,1 0 0,0 0 0,0 0 0,0 0 0,0 0 0,2 7 0,-1 16 0,0-19 24,0 0 0,0 1 0,0-1 0,1 0 0,0 0 0,1 0 0,0 0 0,0-1 0,1 1 0,4 7 0,-5-11-260,-1-1 0,1 1 0,0-1 0,0 0-1,0 1 1,0-1 0,1-1 0,-1 1 0,6 3 0,-7-5-302,1 0 1,-1 0-1,1 0 0,0 0 1,-1 0-1,1-1 1,0 1-1,-1-1 1,1 1-1,0-1 1,0 0-1,0 0 0,-1-1 1,1 1-1,5-2 1,29-12-9398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0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60 13878,'0'-6'1462,"-6"-32"5181,6 37-6440,0 1 0,-1-1 0,1 0 0,-1 0 0,1 0 0,-1 0 0,1 0-1,-1 1 1,1-1 0,-1 0 0,0 1 0,1-1 0,-1 0 0,0 1 0,0-1 0,1 1 0,-1-1 0,0 1 0,0-1-1,0 1 1,0 0 0,0-1 0,0 1 0,0 0 0,0 0 0,1 0 0,-1-1 0,0 1 0,0 0 0,0 0-1,0 1 1,0-1 0,0 0 0,0 0 0,-2 1 0,-1 0 6,0 1 0,0 0 0,0 0 1,0 0-1,0 0 0,0 1 0,1 0 0,-1-1 0,1 1 0,0 1 0,0-1 1,0 0-1,0 1 0,0-1 0,1 1 0,0 0 0,-4 7 0,-2 9-376,0-1 1,-8 33-1,12-39 382,-15 62-215,4 0 0,2 1 0,4 0 0,4 1 0,4 100 0,2-156-137,-2-15-45,1 0-1,0 0 0,0 0 1,1 0-1,0 0 1,0-1-1,0 1 0,1 0 1,-1 0-1,1-1 1,1 1-1,3 6 1,-6-12-102,1 1 0,0 0 0,-1-1 0,1 1 1,0-1-1,-1 1 0,1-1 0,0 0 1,-1 1-1,1-1 0,0 1 0,0-1 1,0 0-1,0 0 0,-1 0 0,1 1 0,0-1 1,0 0-1,0 0 0,0 0 0,1 0 1,26-9-11085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1 10885,'-77'10'8978,"-23"4"-1223,2 6-3469,76-15-4162,-1 2-1,1 1 0,1 0 0,0 2 1,0 0-1,-30 22 0,43-26-123,0 0 0,1 1 0,0 0 0,1 0 0,0 0 0,0 1 0,0 0 0,1 1 0,0-1 0,-5 13 0,8-17 0,0 0 0,1 0 0,0 0 0,0 0 0,0 0 0,0 0 0,0 0 0,1 1 0,0-1 0,0 0 0,0 0 0,0 1 0,1-1 0,-1 0 0,1 0 0,0 0 0,1 0 0,-1 0 0,1 0 0,-1 0 0,1 0 0,0 0 0,1-1 0,-1 1 0,1-1 0,2 4 0,-2-5 0,0 1 0,1-1 0,-1 0 0,0 0 0,1 0 0,-1-1 0,1 1 0,-1-1 0,1 0 0,0 0 0,0 0 0,0 0 0,-1-1 0,1 1 0,0-1 0,0 0 0,0 0 0,0-1 0,0 1 0,0-1 0,-1 0 0,1 0 0,0 0 0,0 0 0,-1-1 0,4-1 0,6-3 0,0-1 0,0 0 0,-1-1 0,0 0 0,19-18 0,71-69 0,-93 91 0,-11 5 0,1 0 0,0 0 0,1 0 0,-1-1 0,0 1 0,1 0 0,-1 0 0,1 0 0,-1 0 0,1 0 0,0 0 0,-1 0 0,1 0 0,0 0 0,0 0 0,0 0 0,0 1 0,0-1 0,0 0 0,0 0 0,0 2 0,1 28 0,0-23 4,0 0 0,0 0 0,1 1 0,1-1 0,-1 0 0,1-1 0,1 1 0,-1-1 0,1 1 0,0-1 0,1 0 0,0 0 1,0-1-1,9 9 0,-11-12-31,1 0 0,-1 0 0,1 0 0,0-1 0,0 1 1,0-1-1,0 0 0,1 0 0,-1-1 0,0 1 0,1-1 0,-1 0 1,1 0-1,-1-1 0,1 1 0,-1-1 0,1 0 0,0 0 1,-1 0-1,1-1 0,-1 0 0,1 0 0,-1 0 0,1 0 1,-1-1-1,0 1 0,8-5 0,11-8-1187,-1 0 0,40-35 0,-32 24 841,-5 4 689,33-40 1,-48 49 272,9-17 1668,-16 20-1379,-4 10-529,-1 5-349,0 1 0,1-1 0,0 1 0,0 0 0,0-1 0,1 1 0,0 0 0,1 0 0,0-1 0,0 1 0,0 0 0,0-1 0,1 1 0,0-1 0,1 1 0,0-1 0,0 0 0,0 0 0,0 0 0,1-1 0,0 1 0,0-1 0,1 0 0,5 6 0,-8-11 0,-1 1 0,1-1 0,0 1 0,-1-1 0,1 1 0,0-1 0,0 0 0,-1 0 0,1 0 0,0 0 0,-1 0 0,1 0 0,0-1 0,-1 1 0,1 0 0,0-1 0,-1 1 0,1-1 0,0 0 0,1-1 0,33-20 0,-35 21 0,19-15 0,0-1 0,21-24 0,-3 2 0,-26 27 0,-6 6 0,0 0 0,0 0 0,1 0 0,14-8 0,-10 7 0,-11 7 0,0 0 0,0 0 0,0 0 0,0 0 0,0 0 0,0 0 0,0 0 0,0 0 0,0 0 0,0 1 0,0-1 0,0 0 0,0 0 0,0 0 0,0 0 0,0 0 0,0 0 0,0 0 0,0 0 0,0 0 0,0 0 0,0 0 0,0 0 0,1 0 0,-1 0 0,0 0 0,0 0 0,0 0 0,0 0 0,0 0 0,0 0 0,0 0 0,0 0 0,0 0 0,0 0 0,0 0 0,0 0 0,0 0 0,0 0 0,0 0 0,1 0 0,-1 0 0,0 0 0,0 0 0,0 0 0,0 0 0,0 0 0,2 25 0,0-18 0,0 0 0,0-1 0,0 0 0,0 1 0,1-1 0,0 0 0,1 0 0,-1 0 0,1-1 0,0 1 0,1-1 0,-1 0 0,1 0 0,0 0 0,0-1 0,0 0 0,8 5 0,27 19-3348,-19-22 53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10 13974,'-8'-9'17674,"-12"12"-14907,-5 7-5910,15-5 4638,-5 3-1495,2 0 0,-1 1 0,1 1 0,0 0 0,1 0 0,-15 18 0,21-22 0,0 1 0,1 0 0,0 0 0,0 0 0,0 1 0,1 0 0,0 0 0,1 0 0,0 0 0,0 1 0,1-1 0,0 1 0,-2 12 0,4-18-113,0 0 1,0-1-1,1 1 1,-1 0-1,0 0 1,1 0-1,0 0 0,0-1 1,0 1-1,0 0 1,0-1-1,0 1 1,1-1-1,-1 1 0,1-1 1,0 0-1,0 0 1,2 3-1,0-2-788,0 0 1,0 0-1,0 0 0,1-1 0,-1 1 1,1-1-1,-1 0 0,1 0 0,8 1 1,28 5-7899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118 106 9476,'-19'5'4561,"-34"11"4745,48-15-8676,1 1 1,0 0-1,0 0 0,0 0 1,0 1-1,0-1 0,0 1 1,-5 5-1,8-7-548,1 0 0,-1 0 1,1 0-1,0 0 0,-1 0 0,1 0 1,0 0-1,0 0 0,0 0 0,0-1 0,0 1 1,0 0-1,0 0 0,0 0 0,0 0 1,0 0-1,0 0 0,1 0 0,-1 0 0,0 0 1,1 0-1,-1 0 0,1 0 0,-1 0 1,1-1-1,-1 1 0,1 0 0,0 0 0,-1-1 1,1 1-1,0 0 0,-1-1 0,1 1 1,0-1-1,0 1 0,0-1 0,0 1 0,1 0 1,35 18 461,-28-16-652,-1-1 1,0-1-1,1 0 1,-1 0-1,1-1 1,-1 0-1,0 0 0,1-1 1,-1 0-1,1 0 1,-1-1-1,0 0 0,0-1 1,0 0-1,14-7 1,-16 8 66,-1-1-1,0-1 1,0 1 0,0-1 0,0 0 0,0 0 0,-1 0-1,1 0 1,-1-1 0,0 0 0,-1 0 0,1 0 0,-1 0 0,0 0-1,0-1 1,-1 0 0,0 1 0,0-1 0,0 0 0,0 0-1,-1 0 1,1-9 0,-2 12 109,0 0-1,0 1 1,0-1 0,0 0 0,0 1-1,-1-1 1,1 0 0,-1 1-1,0-1 1,0 1 0,0-1-1,0 1 1,0-1 0,0 1-1,-1 0 1,1 0 0,-1-1 0,0 1-1,1 0 1,-5-3 0,3 3 7,-1 0-1,1 0 1,-1 0 0,0 1 0,0-1 0,1 1 0,-1 0 0,0 0 0,0 1 0,0-1 0,0 1 0,-7 0 0,-1 0-45,0 1 0,-1 1 1,1 0-1,0 1 0,0 0 0,0 1 1,0 1-1,-12 5 0,19-7-9,1 1 0,-1-1 0,0 1 0,1-1 0,0 1 0,0 1 0,0-1 0,0 1 0,0-1 0,1 1 0,0 0 0,0 0 0,1 0 0,-1 1 0,1-1 0,0 1 0,1-1 0,-1 1 0,1 0 0,0 0 0,0-1 0,1 1 0,0 0 0,0 0 0,0 0 0,1-1 0,0 1 0,2 8 0,-1-5-241,0 0 0,1 0 0,0-1-1,1 1 1,0-1 0,0 0 0,11 15 0,-11-18-576,0 0 0,0 0 0,1 0 1,0 0-1,0-1 0,0 0 0,1 0 0,-1 0 1,1-1-1,11 6 0,25 3-6810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 15943,'-101'-3'10134,"-31"-1"-3655,112 5-6437,0 1 0,0 0 0,0 2 1,-26 7-1,45-11-42,-1 0 0,1 1 0,0-1 0,-1 0 0,1 1 0,0-1 0,0 1 0,0-1 0,-1 1 0,1 0 0,0 0 0,0-1 0,0 1 0,0 0 0,0 0 0,0 0 0,1 0 0,-1 0 0,0 0 0,0 0 0,1 1 0,-1-1 0,0 0 0,0 2 0,1-2 0,1 1 0,-1-1 0,0 1 0,0-1 0,1 1 0,-1-1 0,1 0 0,-1 1 0,1-1 0,0 0 0,-1 1 0,1-1 0,0 0 0,0 0 0,0 1 0,0-1 0,2 1 0,5 6 0,1-1 0,0 0 0,1-1 0,12 7 0,15 6 0,-26-15 0,-1 1 0,1 0 0,-1 1 0,0 0 0,-1 0 0,0 1 0,0 1 0,0-1 0,11 14 0,-19-20 0,0 1 0,-1-1 0,1 0 0,0 0 0,-1 0 0,1 0 0,-1 1 0,1-1 0,-1 0 0,0 1 0,0-1 0,1 0 0,-1 1 0,0-1 0,0 0 0,0 1 0,-1-1 0,1 0 0,0 1 0,0-1 0,-1 0 0,1 1 0,-1-1 0,1 0 0,-1 0 0,1 0 0,-1 1 0,0-1 0,1 0 0,-1 0 0,0 0 0,0 0 0,0 0 0,0 0 0,0 0 0,0-1 0,0 1 0,-3 1 0,-2 2 0,-1 0 0,0-1 0,0 1 0,-13 3 0,14-6 0,2 1 5,-1 0 1,0-1-1,0 0 0,0 0 1,-1-1-1,1 1 0,0-1 1,0 0-1,0-1 0,0 1 1,-8-3-1,10 3-44,0-1 0,1 0 0,-1 1 0,1 0 0,-1-1 0,1 1-1,-1 0 1,0 0 0,1 1 0,-1-1 0,1 0 0,-1 1 0,0 0 0,1 0 0,0-1 0,-1 1-1,1 1 1,-1-1 0,1 0 0,0 0 0,0 1 0,-3 2 0,-2 4-4136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345 171 6979,'48'-67'5068,"-40"53"-1935,0-1-1,11-30 0,-19 44-2966,1 0 0,-1 1 0,0-1 0,1 0-1,-1 0 1,0 0 0,0 0 0,0 1-1,0-1 1,0 0 0,0 0 0,0 0-1,0 0 1,0 0 0,0 0 0,-1 1-1,1-1 1,0 0 0,0 0 0,-1 0-1,1 1 1,-1-1 0,1 0 0,-1 0-1,1 1 1,-1-2 0,-1 1 16,1 0-1,0 1 1,-1-1 0,1 0 0,-1 1 0,1-1 0,-1 0-1,1 1 1,-1 0 0,0-1 0,1 1 0,-1 0-1,-1 0 1,-6 0 278,1 1 1,0 0-1,0 0 0,-13 4 0,1 1-198,1 2 1,0 0-1,0 2 1,1 0-1,0 0 0,1 2 1,-21 17-1,12-6-286,1 1-1,1 1 1,-32 44-1,49-60 25,0 0 0,1 1 0,1 0 0,-1 1 0,2-1 0,-7 20 0,10-27 0,1-1 0,-1 0 0,1 1 0,0-1 0,0 0 0,0 1 0,0-1 0,0 0 0,0 1 0,1-1 0,-1 0 0,1 1 0,0-1 0,-1 0 0,1 0 0,2 3 0,-2-3 0,1 0 0,0 0 0,0-1 0,0 1 0,0-1 0,0 0 0,0 1 0,0-1 0,0 0 0,0 0 0,0 0 0,1 0 0,-1-1 0,0 1 0,1 0 0,-1-1 0,1 0 0,-1 0 0,4 0 0,6 0 0,0-1 0,0 0 0,0-1 0,0 0 0,0-1 0,-1 0 0,1-1 0,-1-1 0,0 0 0,0 0 0,15-10 0,10-9 0,60-51 0,-87 68 0,0 0 0,-1-1 0,0 0 0,0 0 0,-1-1 0,0 0 0,10-19 0,-17 28 0,0 0 0,0-1 0,0 1 0,0 0 0,1-1 0,-1 1 0,0 0 0,0-1 0,0 1 0,0 0 0,0-1 0,0 1 0,0 0 0,-1-1 0,1 1 0,0 0 0,0-1 0,0 1 0,0 0 0,0-1 0,0 1 0,-1 0 0,1 0 0,0-1 0,0 1 0,0 0 0,-1 0 0,1-1 0,0 1 0,0 0 0,-1 0 0,1 0 0,0-1 0,0 1 0,-1 0 0,1 0 0,0 0 0,-1 0 0,1 0 0,0 0 0,-1-1 0,1 1 0,0 0 0,-1 0 0,0 1 0,1 0 0,-1 0 0,1-1 0,-1 1 0,1 0 0,-1 0 0,1 0 0,0 0 0,-1 0 0,1 0 0,0 0 0,0-1 0,0 1 0,0 0 0,0 0 0,0 0 0,0 0 0,0 0 0,0 0 0,0 0 0,0 0 0,1 0 0,-1 1 0,1-1 0,0 6-56,0 1-1,1-1 1,0 1 0,0-1 0,1 0-1,0 0 1,0 0 0,1 0-1,-1-1 1,2 1 0,7 9-1,-9-12-505,1 0 0,0-1 0,0 1 0,1-1 0,-1 0-1,1 0 1,6 3 0,-6-4-623,-1 0-1,1-1 1,0 1-1,0-1 1,-1 0-1,1 0 1,0-1 0,9 1-1,23-6-10088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8 124 11829,'-4'-7'12037,"0"20"-6970,14 48-1671,14 27-3054,-17-62-246,-11-40-96,1 0 0,1 1 0,0-1 0,1 0 0,0 0 0,1 0 0,0 0 0,1 0 0,5-19 0,0 10 0,0 0 0,2 0 0,1 1 0,12-22 0,-20 43-54,-1 1 0,1-1 0,-1 0 0,1 0-1,-1 0 1,1 1 0,0-1 0,-1 0 0,1 1 0,0-1 0,0 1 0,0-1-1,-1 1 1,1-1 0,0 1 0,0 0 0,0-1 0,0 1 0,0 0 0,0 0 0,0-1-1,0 1 1,0 0 0,0 0 0,-1 0 0,1 0 0,0 0 0,2 1 0,30 11-7807,-3-1-189,6-7-2611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89 7908,'0'1'564,"-1"0"1,0 1-1,0-1 1,0 1 0,1-1-1,-1 1 1,1 0-1,-1-1 1,1 1 0,0 0-1,0-1 1,-1 1 0,1 0-1,0-1 1,1 1-1,-1 0 1,0-1 0,0 1-1,1-1 1,-1 1-1,1 0 1,-1-1 0,1 1-1,0-1 1,0 2-1,1-1-204,0 0 0,1 0 0,-1 0 0,0-1 0,0 1 0,1-1 0,-1 0 0,1 0 0,-1 0 0,1 0 0,-1 0 0,1 0 0,5 0 0,7 1-33,0 0 0,0-2 0,1 0 0,19-3-1,-16 1-219,-1-1-1,19-6 0,-31 8-94,-1-1-1,0 0 0,1 0 0,-1 0 0,0-1 1,0 1-1,-1-1 0,1 0 0,0-1 1,-1 1-1,6-7 0,-9 9 9,0 0 0,0-1-1,0 1 1,-1 0 0,1 0 0,0 0-1,-1-1 1,1 1 0,-1 0 0,1-1 0,-1 1-1,0 0 1,1-1 0,-1 1 0,0 0 0,0-1-1,0 1 1,0-1 0,0 1 0,-1 0 0,1-1-1,0 1 1,-1 0 0,1-1 0,-1-1-1,-1 0 124,0 0-1,0 0 1,0 1-1,-1-1 1,1 1-1,0-1 1,-1 1-1,0 0 1,1 0-1,-5-2 1,-3-2 18,0 1 1,0 1 0,-1-1 0,1 2-1,-21-5 1,26 7-162,0 0 0,-1 0 0,1 1 0,-1 0 0,1 0 0,-1 0 0,1 1 0,-1 0 0,1 0 0,0 0 0,-1 1 0,1 0 0,0 0 0,0 0 0,0 0 0,0 1 0,1 0 0,-5 3 0,5-3 0,1 1 0,0-1 0,0 1 0,0 0 0,1 0 0,-1 0 0,1 0 0,0 1 0,0-1 0,0 0 0,1 1 0,0-1 0,0 1 0,0 0 0,0-1 0,1 1 0,-1 0 0,1 0 0,0-1 0,1 1 0,0 5 0,0-2-8,1 0 0,0-1 0,0 1 0,0 0 0,1-1 0,1 0 0,-1 0 0,1 0 0,0 0 0,0 0 0,1-1 0,0 1 0,0-1 0,9 7 0,-6-6-493,1 0 1,0 0-1,18 10 1,-15-11-922,0-1-1,0 0 1,14 3-1,53 8-5908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21 9668,'5'-4'5926,"15"-9"4105,-19 13-9896,-1 0-1,0-1 1,0 1 0,0 0 0,1 0 0,-1 0-1,0-1 1,0 1 0,0 0 0,1 0-1,-1 0 1,0 0 0,0-1 0,1 1-1,-1 0 1,0 0 0,0 0 0,1 0-1,-1 0 1,0 0 0,1 0 0,-1 0-1,0 0 1,0 0 0,1 0 0,-1 0-1,0 0 1,1 0 0,-1 0 0,0 0-1,0 0 1,1 0 0,-1 1 0,0-1-1,1 0 1,-1 0 0,0 0 0,0 0-1,0 0 1,1 1 0,-1-1 0,0 0-1,0 0 1,0 1 0,1-1 0,-1 0-1,0 0 1,0 1 0,0-1 0,0 0 0,0 0-1,1 1 1,-2 0-135,1 0 0,-1 1 0,1-1 0,-1 0 0,1 0 0,-1 0 0,0 0 0,1 0 0,-1 0 0,0 0 0,0 0 0,0 0 0,0 0 0,0 0 0,0-1 0,0 1 0,0 0 0,0-1 0,0 1 0,0-1 0,0 1 0,0-1 0,-2 1 0,-35 10 0,30-9 0,-10 3 0,-16 3 0,0 2 0,-49 23 0,75-30 0,1 1 0,0 0 0,0 0 0,0 0 0,1 1 0,0 0 0,-1 0 0,2 1 0,-1-1 0,1 1 0,-1 1 0,2-1 0,-1 1 0,1 0 0,0 0 0,0 0 0,-2 8 0,5-10-78,-1-1 1,1 0-1,1 1 1,-1-1-1,1 1 1,0-1-1,0 1 0,0-1 1,0 0-1,1 1 1,0-1-1,-1 1 0,2-1 1,-1 0-1,1 0 1,-1 1-1,1-1 1,0 0-1,1-1 0,-1 1 1,1 0-1,-1-1 1,1 1-1,0-1 0,0 0 1,4 4-1,1-2-884,-1 0 0,1 0 0,0 0 0,0-1 1,1 0-1,-1-1 0,1 0 0,0 0 0,0-1 0,0 0 0,17 1 0,32-3-7186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21 10645,'1'-1'416,"-1"1"1,0-1-1,0 1 1,0-1 0,0 1-1,1-1 1,-1 0-1,0 1 1,0-1-1,0 1 1,0-1-1,-1 1 1,1-1-1,-5-8 7082,4 9-7081,1 0-1,-1-1 1,1 1-1,-1 0 1,-2-1 155,1 1 1,-1-1 0,1 1 0,-1 0-1,1 0 1,-1 0 0,1 0 0,-1 0-1,-2 2 1,-50 14 410,32-6-983,-1 1 0,-38 25 0,53-30 0,0 0 0,1 1 0,0 0 0,0 0 0,1 1 0,0 0 0,0 0 0,1 1 0,-8 13 0,13-20 0,0-1 0,0 0 0,0 1 0,1-1 0,-1 0 0,1 1 0,-1-1 0,1 1 0,-1-1 0,1 1 0,0-1 0,-1 1 0,1-1 0,0 1 0,0-1 0,0 1 0,1-1 0,-1 1 0,0-1 0,0 1 0,1-1 0,-1 1 0,1-1 0,-1 1 0,1-1 0,0 0 0,0 1 0,-1-1 0,1 0 0,0 0 0,0 0 0,0 1 0,0-1 0,0 0 0,2 1 0,1 0 0,-1-1 0,0 0 0,1 1 0,-1-1 0,0 0 0,1-1 0,0 1 0,-1-1 0,1 1 0,-1-1 0,1 0 0,0 0 0,5-2 0,11-1 0,1-2 0,-1-1 0,0 0 0,-1-1 0,25-13 0,-34 15 0,0-1 0,0 0 0,-1 0 0,0-1 0,0 0 0,-1 0 0,1-1 0,-2 0 0,1-1 0,-1 0 0,8-13 0,-14 22 0,-1-1 0,1 0 0,-1 0 0,1 0 0,-1 0 0,0 0 0,1 1 0,-1-1 0,0 0 0,0 0 0,0 0 0,0 0 0,0 0 0,0 0 0,0 0 0,0 0 0,0 0 0,0 0 0,-1-2 0,1 3 0,-1 0 0,1 0 0,0 0 0,-1 0 0,1 0 0,-1 0 0,1-1 0,-1 1 0,1 0 0,-1 0 0,1 0 0,-1 1 0,1-1 0,-1 0 0,1 0 0,-1 0 0,1 0 0,0 0 0,-1 0 0,1 1 0,-1-1 0,1 0 0,-1 0 0,1 1 0,0-1 0,-1 0 0,1 1 0,0-1 0,-1 0 0,1 1 0,0-1 0,-1 0 0,1 1 0,0-1 0,0 1 0,0-1 0,-1 1 0,1 0 0,-6 7-64,1 0 0,-1 1 0,2-1 0,-1 1 1,1 0-1,1 1 0,-1-1 0,2 1 0,-1-1 0,1 1 0,1 0 0,0 0 1,0 0-1,1 0 0,0 0 0,1 0 0,2 13 0,-3-21-203,0 0 0,1 0-1,-1 0 1,1 0 0,0-1 0,-1 1 0,1 0-1,0 0 1,0 0 0,0-1 0,1 1 0,-1 0-1,0-1 1,0 1 0,1-1 0,2 2-1,-2-2-214,-1 0 1,1 0-1,0 0 0,0 0 0,0-1 0,0 1 0,0-1 0,1 1 0,-1-1 0,0 0 0,0 0 0,0 0 0,0 0 0,0 0 0,0-1 0,3 0 0,29-9-8891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59 12422,'-2'-5'1057,"-1"0"0,1 0 0,-1 0 0,0 1 0,0 0 0,-1-1 0,1 1 0,-9-7 0,10 10-735,-1-1 0,1 1 0,-1 0 1,1 0-1,-1 0 0,1 0 0,-1 1 0,0-1 0,1 1 0,-1-1 0,0 1 0,1 0 0,-1 0 0,0 0 0,0 0 0,1 1 0,-1-1 0,0 1 0,1-1 0,-4 2 0,-4 3-61,0-1-1,0 1 0,1 1 0,0 0 0,0 0 0,0 1 0,1 0 0,0 0 0,0 1 0,0 0 0,1 0 0,1 1 0,-1 0 0,2 0 0,-1 1 0,-4 10 0,-3 7-330,2 0-1,0 1 1,2 0-1,-9 50 1,11-32 70,2-1 0,3 1 0,1 0 0,9 74 0,2-46 0,41 147 0,-17-87-325,-33-132 3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8628,'-16'4'6175,"-19"5"4138,2 0-4847,23-5-5193,0 0 0,0 1 0,0 0 0,0 0 0,1 1 1,0 0-1,-14 13 0,15-11-273,0-1 0,1 2 0,1-1 0,-1 1 0,1 0 0,1 0 0,-1 1 0,2 0 0,-5 12 0,8-19 0,0 0 0,0-1 0,0 1 0,0 0 0,1 0 0,-1 0 0,1 0 0,0 0 0,0 0 0,0 0 0,0-1 0,1 1 0,-1 0 0,1 0 0,0 0 0,-1 0 0,1 0 0,1-1 0,-1 1 0,0-1 0,1 1 0,-1-1 0,1 1 0,0-1 0,-1 0 0,1 1 0,1-1 0,-1 0 0,0 0 0,0-1 0,1 1 0,-1 0 0,1-1 0,-1 0 0,1 1 0,0-1 0,-1 0 0,7 1 0,0 0-215,1 0-1,-1-1 1,1 0-1,0-1 1,0 0-1,-1-1 1,1 0-1,0 0 1,-1-1 0,1 0-1,-1-1 1,0 0-1,1 0 1,8-6-1,19-9-1350,66-43 1,-99 58 1637,6-3 60,19-13-248,28-24 0,-49 36 829,0-1-1,0 0 1,0 0-1,6-11 1,-13 18-667,-1 1-1,0 0 1,0-1 0,1 1-1,-1 0 1,0-1 0,0 1 0,1 0-1,-1-1 1,0 1 0,0-1-1,0 1 1,0-1 0,0 1-1,0 0 1,0-1 0,0 1-1,1-1 1,-1 1 0,-1-1-1,1 1 1,0 0 0,0-1 0,0 1-1,0-1 1,0 1 0,0 0-1,0-1 1,-1 1 0,1-1-1,0 1 1,0 0 0,0-1-1,-1 1 1,1 0 0,0-1-1,-1 1 1,1 0 0,0-1-1,-1 1 1,1 0 0,0 0 0,-1-1-1,1 1 1,-1 0 0,1 0-1,0 0 1,-1 0 0,1 0-1,-1-1 1,1 1 0,0 0-1,-1 0 1,1 0 0,-1 0-1,1 0 1,-1 0 0,1 0 0,0 0-1,-1 1 1,1-1 0,-1 0-1,1 0 1,-1 0 0,0 1-1,0-1-55,-1 0 1,0 0-1,1 1 0,-1-1 0,0 0 0,1 1 0,-1-1 0,1 1 1,-1 0-1,1 0 0,-1 0 0,1-1 0,-1 1 0,1 0 0,0 1 1,-1-1-1,1 0 0,-2 2 0,2 0 10,1 0 0,-1 0 0,1 0 0,-1 0 0,1 0 0,0 0 0,0 0 0,0 0 0,0 0 0,1 1 0,-1-1 0,1 0 0,0-1 0,0 1 0,0 0 0,0 0 0,0 0 0,1 0 0,-1-1 0,1 1 0,0-1 0,-1 1 0,1-1 0,0 0 0,1 0 0,-1 1 0,5 2 0,-3-2 0,0 1 0,0-1 0,1 0 0,-1 0 0,1 0 0,0-1 0,0 0 0,0 0 0,0 0 0,0 0 0,1-1 0,-1 0 0,0 0 0,10 0 0,-4-2 0,-1-1 0,0-1 0,1 0 0,-1 0 0,-1-1 0,1 0 0,10-6 0,63-44 0,-55 35 0,-2-4 0,-27 26 0,0 0 0,0-1 0,0 1 0,0 0 0,0 0 0,1 0 0,-1 0 0,1 0 0,0 0 0,0-1 0,0 1 0,0 0 0,0 0 0,1 0 0,1 5 0,13 42 0,-14-47-76,21 39-303,-7-25-3006,6-7-5399,1-8-9342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18440,'-36'15'4274,"1"8"-64,1 6 1345,5 9-5267,4 10-288,6 14 0,5 7 0,3 11 0,9 1 0,2 1 0,4-5 0,5-8 0,-3-10 0,0-9 0,0-15-2577,5-7-2113,3-16-3410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10981,'-67'1'11489,"0"10"-4752,46-5-4995,-37 14 0,41-12-1727,0 0 0,0 2 0,1 0 1,-20 15-1,31-20-15,0-1 0,1 2 0,-1-1 0,1 0 0,0 1 0,0 0 0,1 0 0,-1 0 0,1 0 0,1 0 0,-1 1 0,1-1 0,0 1 0,1 0 0,-1 0 0,1 7 0,0-11 0,1 1 0,0 0 0,0 0 0,0 0 0,1 0 0,-1 0 0,1 0 0,0-1 0,0 1 0,0 0 0,1 0 0,-1-1 0,1 1 0,0-1 0,0 0 0,0 1 0,0-1 0,1 0 0,-1 0 0,1 0 0,0-1 0,0 1 0,0 0 0,0-1 0,0 0 0,1 0 0,-1 0 0,1 0 0,4 1 0,-1-1 0,-1-1 0,1 0 0,-1 0 0,1-1 0,-1 0 0,1 0 0,-1 0 0,1-1 0,-1 0 0,0-1 0,1 1 0,-1-1 0,0 0 0,0 0 0,8-5 0,10-5 0,0-1 0,26-20 0,-49 32 0,0 0 0,0 0 0,0 0 0,0 0 0,0 1 0,1-1 0,-1 0 0,0 1 0,0-1 0,1 1 0,-1-1 0,1 1 0,1-1 0,-2 2 0,0 0 0,-1-1 0,1 1 0,0 0 0,-1-1 0,1 1 0,-1 0 0,1-1 0,-1 1 0,1 0 0,-1 0 0,1 0 0,-1 0 0,0 0 0,0-1 0,1 3 0,4 9 0,-1-3-565,1 0 1,0 0-1,11 17 0,-13-23-679,0 0-1,0 1 0,0-1 1,0 0-1,1-1 0,-1 1 0,6 2 1,13 3-7398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32 17240,'-3'-3'683,"0"0"0,0 0 1,0 0-1,0 1 0,-1-1 0,0 1 0,1 0 1,-1 0-1,0 0 0,0 1 0,0-1 0,0 1 1,-7-1-1,9 2-353,0-1 1,0 2-1,0-1 0,0 0 1,0 0-1,0 1 0,0-1 1,0 1-1,0-1 1,0 1-1,0 0 0,1 0 1,-1 0-1,0 0 0,0 0 1,-1 2-1,1-1-287,-1 0 1,1 1-1,0-1 0,0 1 0,0-1 1,0 1-1,-2 4 0,-4 12-43,1-1 0,1 1 0,0 0 0,1 1 0,2-1 0,-3 24 0,1 120 0,5-153 0,3 114-2,0-53-198,-9 101-1,6-163-902,0-1-1930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 14359,'-6'-2'5538,"10"0"-2384,9 2 1840,3-3-2065,18 3-1136,5 5-1793,3-3 0,2 0 0,0 2 0,-2 0 0,-9 0-2721,-3 1-2738,-10-1-4994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 13638,'-3'3'942,"1"0"-1,0 1 0,0-1 1,0 1-1,0 0 1,0 0-1,1 0 1,0-1-1,0 1 0,0 0 1,0 1-1,1-1 1,0 0-1,-1 4 0,2-6-548,-1 0 0,1 0-1,-1 0 1,1 0 0,0 0-1,-1 0 1,1 0-1,0 0 1,1 0 0,-1-1-1,2 4 1,0-2-356,0-1 0,-1 1 0,1-1 0,0 0 0,0 0 0,1 0 0,5 3 0,0-2-48,-1 0 0,1-1 0,0 0 0,0 0 0,0-1 1,0 0-1,1-1 0,-1 0 0,17-2 0,-21 1-11,0 0 0,0 0 0,0 0 0,0-1 0,0 0-1,0 0 1,-1 0 0,8-5 0,-10 6 24,1-1-1,-1 0 0,0 0 0,0 0 0,-1 0 1,1 0-1,0 0 0,-1 0 0,1 0 1,-1-1-1,0 1 0,0-1 0,0 1 1,0-1-1,0 1 0,0-1 0,0-3 1,-1 4 5,1 0 0,-1 0 0,0 0 1,0 0-1,0 0 0,0 0 0,0 0 1,-1 0-1,1 0 0,0 0 0,-1 0 1,0 0-1,1 0 0,-1 0 1,0 0-1,0 0 0,0 0 0,0 1 1,0-1-1,-1 0 0,1 1 0,0-1 1,-1 1-1,1-1 0,-1 1 1,0 0-1,1 0 0,-1 0 0,0 0 1,0 0-1,0 0 0,1 0 0,-1 0 1,0 1-1,0-1 0,0 1 0,-4-1 1,2 0-8,0 1 1,0 0-1,-1 0 1,1 0-1,0 0 1,0 1-1,-1 0 1,1-1-1,0 2 1,0-1-1,0 0 1,0 1-1,0 0 1,1 0-1,-1 0 1,0 0-1,-4 4 1,4-2-37,1 0 1,0 0-1,0 0 1,0 1-1,0-1 0,1 1 1,-1 0-1,1 0 1,1-1-1,-1 1 0,1 0 1,0 1-1,0-1 1,0 0-1,0 0 1,1 0-1,0 0 0,0 1 1,2 4-1,-2-6-342,1 0-1,0 0 1,0 1 0,0-1-1,1-1 1,0 1 0,0 0-1,0 0 1,0-1 0,0 1-1,5 4 1,-4-5-431,0 0 1,0 0-1,1 0 0,-1 0 1,1-1-1,0 0 1,0 0-1,0 0 0,0 0 1,0-1-1,0 1 0,0-1 1,5 1-1,95 11-9670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340 811 15527,'-46'-16'5996,"-62"-16"3006,95 29-8682,0 0 1,0 2-1,0-1 0,0 1 0,-1 1 1,-13 2-1,23-1-320,0 0 0,0 1 0,0-1 0,0 1 0,0 0 0,1 0 0,-1 0 0,1 1 0,0-1 0,-1 1 0,1 0 0,0 0 0,0 0 0,1 0 0,-1 1 0,1-1 0,0 1 0,-1-1 0,1 1 0,1 0 0,-1 0 0,1 0 0,-1 0 0,0 7 0,0-5 0,0 1 0,1 0 0,0-1 0,0 1 0,1 0 0,-1 0 0,2 0 0,-1 0 0,1 0 0,0 0 0,0-1 0,1 1 0,0 0 0,3 8 0,-4-13 0,0 0 0,0-1 0,1 1 0,-1 0 0,0-1 0,0 1 0,1-1 0,-1 0 0,1 1 0,0-1 0,-1 0 0,1 0 0,0 0 0,-1 0 0,1 0 0,0 0 0,0-1 0,0 1 0,0-1 0,3 1 0,-1-1 0,0 1 0,0-2 0,0 1 0,0 0 0,0-1 0,0 0 0,0 0 0,0 0 0,6-3 0,2-1 0,-1-2 0,0 1 0,0-1 0,0-1 0,13-12 0,5-9-275,-2-1 0,-1-1 0,-1-1 0,-2-2 1,-1 0-1,25-55 0,-2-12-1139,36-118 1,-54 137 2830,17-86 1,-39 125 147,-5 42-1548,0 0 1,0 1-1,0-1 1,0 0-1,0 0 1,-1 1 0,1-1-1,0 0 1,0 1-1,0-1 1,-1 0-1,1 1 1,0-1 0,-1 1-1,1-1 1,-1 0-1,1 1 1,-1-1 0,0 0-1,0 1-17,0 0 0,1 0 0,-1-1 0,0 1 0,0 0 0,1 1 0,-1-1 0,0 0 0,0 0 0,1 0 0,-1 0 0,0 0 0,0 1 0,1-1 0,-1 0 0,0 1 0,1-1 0,-1 1 0,0-1 0,1 0 0,-1 1 0,0-1 0,0 2 0,-8 6 0,0 0 0,1 1 0,0 0 0,0 1 0,1 0 0,0 0 0,-10 21 0,1 2 0,-16 51 0,18-38 0,2 1 0,2 0 0,2 1 0,2 0 0,1 71 0,7-35 0,4-1 0,23 111 0,-8-67-1235,-17-111-4941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24 9604,'-1'-2'575,"1"1"0,-1 0 0,1-1 1,-1 1-1,1-1 0,-1 1 0,0 0 0,0 0 0,0-1 0,0 1 0,0 0 0,0 0 0,0 0 0,0 0 0,-1 0 0,1 0 0,0 0 0,-2 0 0,1 0-289,1 1 0,0 0 0,0 0 0,0 0 0,0 0-1,0 0 1,0 0 0,0 1 0,0-1 0,0 0 0,0 0 0,0 1 0,0-1 0,0 1 0,0-1 0,0 1 0,0-1-1,0 1 1,-1 1 0,-4 4 410,0 0-1,1 0 1,0 1 0,0 0-1,-6 10 1,-2 8-378,1 0 0,2 1-1,0 1 1,1 0 0,2 0 0,1 0 0,-5 55 0,5 200-561,6-273 288,1 68-45,9 202 0,-10-279 0,0 0 0,-1 1 0,1-1 0,0 0 0,0 0 0,0 0 0,0 0 0,0 0 0,0 0 0,0 1 0,0-1 0,0 0 0,0 0 0,0 0 0,0 0 0,0 0 0,0 1 0,0-1 0,0 0 0,0 0 0,0 0 0,1 0 0,-1 0 0,0 0 0,0 1 0,0-1 0,0 0 0,0 0 0,0 0 0,0 0 0,0 0 0,0 0 0,1 0 0,-1 0 0,0 1 0,0-1 0,0 0 0,0 0 0,0 0 0,0 0 0,1 0 0,-1 0 0,0 0 0,0 0 0,0 0 0,0 0 0,0 0 0,0 0 0,1 0 0,-1 0 0,0 0 0,0 0 0,0 0 0,0 0 0,0 0 0,1 0 0,-1 0 0,0 0 0,0 0 0,0 0 0,0-1 0,0 1 0,0 0 0,1 0 0,9-13 0,17-33 0,-19 31 0,11-17-21,0 1 1,2 2-1,2 0 0,1 1 0,0 1 0,2 1 1,1 1-1,38-26 0,-63 50 25,0 0 1,-1 0-1,1 0 0,0 0 0,0 0 0,0 0 1,0 0-1,0 1 0,0-1 0,0 1 1,0-1-1,4 1 0,-5 0-1,0 0 0,0 0 1,-1 0-1,1 0 0,0 1 0,-1-1 0,1 0 1,-1 1-1,1-1 0,0 0 0,-1 1 1,1-1-1,-1 1 0,1-1 0,-1 1 0,1-1 1,-1 1-1,1-1 0,-1 1 0,0-1 1,1 1-1,-1 0 0,0-1 0,0 1 0,1 0 1,0 5 5,0 1 1,0-1-1,-1 0 1,0 0-1,0 0 1,-2 10-1,2-9-27,-8 56 18,4-46 0,2 1 0,0-1 0,1 0 0,1 0 0,3 26 0,-3-40 6,1 0 0,0 0-1,0-1 1,0 1 0,0 0 0,0 0-1,1 0 1,-1-1 0,1 1 0,-1-1 0,1 1-1,0-1 1,0 0 0,0 0 0,1 0 0,-1 0-1,0 0 1,4 2 0,21 9-2261,2-3-5079,-24-8 5416,22 6-6886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1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3089,'-1'14'6230,"7"25"13299,-3-23-15223,0 0-5886,7 66 2846,-4-50-1291,-3 0 1,1 62 0,-4-69 24,1-22 0,-1 1 0,0-1 0,0 1 0,0 0 0,0-1 0,-1 1 0,1 0 0,-3 4 0,1-3 0,1-7 0,1-14 0,0-12 0,-1 17 0,1-1 0,0 0 0,1 1 1,0-1-1,0 1 0,6-19 0,26-68-5,-14 46-26,0-3-171,3 1 1,35-61-1,-49 101 157,0 0 0,19-21 1,-25 32 48,0 0 0,0 0 0,1 1 0,-1-1 0,1 1 0,0 0 0,0 0 1,0 0-1,0 0 0,0 0 0,0 1 0,0 0 0,0-1 0,1 1 0,-1 0 0,0 0 0,1 1 1,6-1-1,-9 1 12,0 0 1,1 1-1,-1-1 1,0 1-1,0 0 0,1-1 1,-1 1-1,0 0 1,0 0-1,0 0 1,0 0-1,0 0 1,0 0-1,0 0 1,0 0-1,0 0 1,-1 0-1,1 0 1,0 1-1,-1-1 0,1 0 1,-1 0-1,1 3 1,9 36 319,-8-30-371,-1-6 35,-1-1 0,1 1 0,-1-1 0,1 1 0,-1-1 0,0 1 0,0-1 0,-1 1 0,1-1 0,-1 1 0,0-1 0,0 1 0,0-1 0,0 0 0,-1 0 0,1 1 0,-1-1 0,0 0 0,0 0 0,-4 5 0,-3 0 0,1-1 0,-1 0 0,-1 0 0,1-1 0,-13 7 0,19-12 0,-15 9 0,12-8 0,0 1 0,1 0 0,-1 0 0,1 0 0,0 1 0,-7 6 0,12-10 0,0 1 0,0 0 0,-1-1 0,1 1 0,0 0 0,0-1 0,0 1 0,0 0 0,0 0 0,-1-1 0,2 1 0,-1 0 0,0 0 0,0-1 0,0 1 0,0 0 0,0 0 0,1-1 0,-1 1 0,0 0 0,0-1 0,1 1 0,-1 0 0,1-1 0,0 2 0,16 20 0,-8-10 0,-4-5 0,1 0 0,-1 0 0,1-1 0,0 1 0,1-1 0,-1 0 0,1-1 0,0 0 0,1 0 0,-1 0 0,1-1 0,0 0 0,0-1 0,1 0 0,15 4 0,-6-3 0,0-1 0,0-1 0,1-1 0,-1-1 0,0 0 0,31-5 0,-42 0 288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13 5186,'-15'5'3530,"11"-4"-2493,0 0 0,1 0 0,-1 1 0,0-1 0,0 1 0,1 0 1,-1 0-1,0 0 0,1 1 0,0-1 0,0 1 0,0 0 0,0-1 0,-4 7 0,-1 1 941,0 3 984,8-12-2889,1-1 1,-1 0 0,1 1-1,-1-1 1,0 1 0,1-1-1,-1 0 1,1 1 0,-1-1-1,1 0 1,-1 1 0,1-1-1,-1 0 1,1 0 0,-1 1-1,1-1 1,-1 0 0,1 0-1,0 0 1,-1 0 0,1 0-1,-1 0 1,1 0 0,-1 0-1,1 0 1,0 0 0,-1 0-1,1 0 1,-1 0 0,1-1-1,0 1 1,28-4 553,40-9-1,-40 7-653,37-4-1,-41 8-232,0 0 0,0-2 0,39-11 0,-22-10-2171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49 3185,'-2'-1'677,"1"-1"1,0 0-1,-1 1 0,1-1 0,0 0 0,0 0 0,0 0 0,0 0 0,1 0 0,-1 0 0,0 0 0,1 0 0,-1-3 0,1 4-415,0 0 1,0 0-1,0 1 0,0-1 0,0 0 0,1 0 1,-1 1-1,0-1 0,0 0 0,1 0 1,-1 1-1,0-1 0,1 0 0,-1 1 1,1-1-1,-1 0 0,1 1 0,-1-1 1,1 1-1,-1-1 0,1 1 0,-1-1 1,1 1-1,0-1 0,-1 1 0,1-1 1,0 1-1,0 0 0,-1 0 0,1-1 1,0 1-1,0 0 0,-1 0 0,1 0 1,0 0-1,0 0 0,0 0 0,-1 0 1,1 0-1,1 0 0,2 6 3767,-6 11-2158,2-15-1411,-5 34 442,-59 577 1187,58-262-2089,25-378 0,9-29 0,-9 18 0,35-53 0,-47 80 0,1 1 0,0 0 0,1 1 0,0 0 0,0 0 0,1 1 0,0 0 0,0 1 0,17-9 0,-26 15 0,-1 1 0,1 0 0,-1 0 0,1-1 0,-1 1 0,1 0 0,-1 0 0,1-1 0,-1 1 0,1 0 0,-1 0 0,1 0 0,-1 0 0,1 0 0,-1 0 0,1 0 0,0 0 0,-1 0 0,1 0 0,-1 0 0,1 1 0,-1-1 0,1 0 0,-1 0 0,1 0 0,-1 1 0,1-1 0,-1 0 0,1 1 0,0-1 0,4 20 0,-10 32 0,4-43 0,-6 31 0,3-22 0,2 0 0,0-1 0,0 1 0,2 25 0,1-39 0,-1 0 0,1 0 0,-1 0 0,1 0 0,1-1 0,-1 1 0,0 0 0,1 0 0,0-1 0,-1 1 0,1-1 0,1 0 0,-1 0 0,0 1 0,1-2 0,0 1 0,0 0 0,0 0 0,0-1 0,0 1 0,0-1 0,1 0 0,-1 0 0,1-1 0,3 3 0,31 8-263,-26-9-2289,1-2-3544,2-1-2841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2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5234,'19'3'13381,"-4"5"-3722,-15-7-9379,1 0 1,-1-1-1,1 1 1,-1 0 0,0-1-1,1 1 1,-1 0-1,0-1 1,1 1 0,-1 0-1,0 0 1,0-1-1,0 1 1,0 0-1,0 0 1,0-1 0,0 3-1,-10 17-1037,-8 3 933,-36 41-152,42-52-24,2 0 0,-1 1 0,2 0 0,0 0 0,0 1 0,-11 26 0,20-39 0,-1 1 0,0 0 0,1-1 0,0 1 0,-1-1 0,1 1 0,0-1 0,0 1 0,0 0 0,0-1 0,0 1 0,0 0 0,0-1 0,0 1 0,1-1 0,-1 1 0,1-1 0,-1 1 0,1-1 0,0 1 0,-1-1 0,3 3 0,-2-2 0,1-1 0,0 1 0,0-1 0,0 0 0,0 1 0,0-1 0,0 0 0,1 0 0,-1-1 0,0 1 0,0 0 0,1-1 0,3 1 0,9 0 0,0 0 0,0-2 0,30-3 0,-36 2 0,32-3 0,-1-3 0,0-1 0,-1-2 0,0-2 0,55-26 0,-80 31 0,-14 8 0,1-1 0,-1 1 0,0 0 0,0 0 0,0 0 0,1 0 0,-1 0 0,0 0 0,0-1 0,0 1 0,0 0 0,1 0 0,-1 0 0,0 0 0,0-1 0,0 1 0,0 0 0,0 0 0,0 0 0,0-1 0,1 1 0,-1 0 0,0 0 0,0-1 0,0 1 0,0 0 0,0 0 0,0 0 0,0-1 0,0 1 0,0 0 0,0 0 0,0-1 0,0 1 0,0 0 0,-1 0 0,1 0 0,0-1 0,0 1 0,0 0 0,0 0 0,0 0 0,0-1 0,0 1 0,-1 0 0,1 0 0,0 0 0,0-1 0,0 1 0,0 0 0,-1 0 0,1 0 0,0 0 0,-1 0 0,-17 7-2160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2417,'-12'4'16,"1"-2"-16,3 4-16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3970,'9'-16'3933,"0"-1"1,1 2-1,0-1 1,16-16-1,-8 75-341,-4-13-2907,29 101 575,5 13-967,-40-125-262,0-2 0,1 1 0,1-1 0,1 0 0,19 23 1,-30-39-22,1-1 0,-1 1 0,1-1 1,-1 1-1,1-1 0,-1 1 0,1-1 1,-1 1-1,1-1 0,-1 0 0,1 1 1,0-1-1,-1 0 0,1 0 0,0 1 1,-1-1-1,1 0 0,0 0 1,-1 0-1,1 0 0,0 1 0,-1-1 1,1 0-1,0 0 0,-1-1 0,1 1 1,0 0-1,-1 0 0,1 0 0,0 0 1,-1-1-1,1 1 0,0 0 0,-1 0 1,1-1-1,-1 1 0,1-1 0,0 1 1,-1 0-1,1-1 0,-1 1 0,1-1 1,-1 1-1,0-1 0,1 0 1,-1 1-1,1-1 0,-1 1 0,0-1 1,0 0-1,1 1 0,-1-1 0,0 0 1,19-50 72,-14 32-61,195-553-145,-196 559-164,-4 9 207,1 1 0,0 0-1,0-1 1,1 1 0,-1 0 0,1 0 0,-1 0 0,3-3-1,-2 13-2031,0 1-1,1-1 1,0 0 0,4 7-1,2 1-3780,3 3-1150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6211,'15'5'5419,"-15"1"-562,-21 7 1311,4-3-6122,-53 37 1839,-82 72 0,132-95-1619,20-23-276,0-1 0,0 0 0,-1 1 0,1-1 0,0 0-1,0 0 1,0 1 0,0-1 0,0 0 0,0 1 0,0-1-1,0 0 1,0 1 0,0-1 0,0 0 0,0 1 0,0-1-1,0 0 1,0 0 0,0 1 0,1-1 0,-1 0 0,0 1-1,0-1 1,0 0 0,0 0 0,0 1 0,1-1 0,-1 0-1,0 1 1,17-1-232,6-5 256,0-1 0,0-1 0,-1-2 1,0 0-1,-1-1 0,0-1 0,-1-1 0,0-1 0,26-22 0,-44 33-7,7-5 35,-8 13-15,-3 10-17,2-12-321,0 0 0,1 1 1,-1-1-1,1 0 0,0 1 0,0-1 1,0 0-1,0 0 0,1 0 0,0 0 1,0 0-1,0 0 0,0 0 0,0 0 1,1-1-1,0 1 0,0-1 0,5 5 1,-5-6-106,1 0 1,-1 0 0,0 0-1,1 0 1,0-1 0,-1 1-1,1-1 1,0 0 0,0 0-1,0 0 1,-1-1 0,1 1-1,0-1 1,0 0 0,0 0-1,0-1 1,0 1 0,0-1-1,0 1 1,0-1 0,5-2-1,27-12-6563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56 2241,'0'-40'9424,"0"40"-9288,0-1 0,0 0-1,0 1 1,0-1 0,0 0 0,-1 1 0,1-1 0,0 0 0,0 1 0,0-1 0,-1 1 0,1-1 0,0 0 0,-1 1 0,1-1 0,0 1 0,-1-1 0,1 1 0,-1-1 0,1 1 0,-1-1 0,1 1 0,-1 0 0,1-1 0,-1 1 0,0 0 0,1-1-1,-1 1 1,1 0 0,-1 0 0,0 0 0,1-1 0,-1 1 0,0 0 0,1 0 0,-1 0 0,0 0 0,1 0 0,-1 0 0,0 0 0,1 0 0,-1 1 0,0-1 0,1 0 0,-1 0 0,1 1 0,-1-1 0,0 0 0,1 0 0,-1 1 0,1-1 0,-1 1-1,1-1 1,-1 0 0,1 1 0,-1-1 0,0 2 0,-4 2 425,0 0-1,1 1 1,-1 0-1,1 0 1,0 1 0,0-1-1,0 1 1,1 0-1,-6 11 1,-19 63 2290,26-75-2661,-44 185 3520,35-117-3423,3 0-1,1 76 1,6-140-287,2 0 0,-1 0 0,1 1 0,4 14 0,-5-22 0,1 0 0,-1-1 0,1 1 0,-1-1 0,1 0 0,0 1 0,-1-1 0,1 1 0,0-1 0,0 0 0,0 0 0,0 1 0,0-1 0,0 0 0,0 0 0,0 0 0,1 0 0,-1 0 0,0-1 0,1 1 0,-1 0 0,1 0 0,-1-1 0,1 1 0,-1-1 0,1 0 0,-1 1 0,1-1 0,-1 0 0,1 0 0,-1 0 0,1 0 0,-1 0 0,1 0 0,2-1 0,5-1-58,-1-1 0,1 0-1,-1 0 1,1-1 0,-1 0 0,-1-1 0,1 0-1,0 0 1,10-10 0,8-9-584,25-30 0,-24 25 371,6-7 236,-34 43 284,0 0 0,0 0-1,-1 1 1,-4 10 0,6-18-239,-17 65 449,16-60-457,0 1 1,0 0-1,0 0 0,1 0 1,0-1-1,1 1 1,-1 0-1,1 0 1,2 9-1,-2-15-5,-1 1 0,0 0-1,1 0 1,-1 0 0,1-1-1,-1 1 1,1 0 0,-1-1 0,1 1-1,-1 0 1,1-1 0,-1 1-1,1-1 1,0 1 0,-1-1 0,1 1-1,0-1 1,0 0 0,-1 1-1,1-1 1,0 0 0,0 1-1,0-1 1,-1 0 0,1 0 0,2 0-1,-1 0-30,1 0 0,0 0 0,0-1 0,-1 1 1,1-1-1,0 0 0,-1 0 0,5-1 0,3-3-181,0-1 0,0 0 0,9-8 0,-4 2 256,0 0 0,-2-1 0,1-1-1,-1-1 1,-1 1 0,18-31 0,-32 49 55,0 0 1,0 0 0,1 1-1,-1-1 1,1 1-1,0-1 1,0 1 0,1 0-1,-1-1 1,1 1-1,0 0 1,0 0 0,1-1-1,-1 1 1,1 0-1,2 4 1,-2-5-485,0-1 0,0 0-1,0 0 1,1 0 0,0 0 0,0 0 0,0 0-1,0 0 1,0 0 0,4 3 0,-3-4-597,0 0 1,-1 0-1,1 0 1,0 0 0,0-1-1,0 1 1,1-1-1,-1 0 1,0 0-1,0 0 1,1 0-1,4 0 1,13 0-8151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72 11109,'-1'-1'387,"0"1"1,0-1-1,0 0 0,0 1 0,-1-1 0,1 1 1,0-1-1,0 1 0,-1 0 0,1-1 0,0 1 1,-1 0-1,1 0 0,0 0 0,-1 0 0,-1 0 1,3 1-254,-1-1 1,1 1 0,0-1-1,0 0 1,0 1 0,-1-1-1,1 1 1,0-1 0,0 1-1,0-1 1,0 1 0,0-1 0,0 1-1,0-1 1,0 1 0,0-1-1,0 0 1,0 1 0,0-1-1,0 1 1,0-1 0,1 1-1,-1-1 1,0 1 0,0-1-1,1 0 1,-1 1 0,1 0-1,2 5 275,0-1 0,1 1 0,0-1 0,0 1 0,6 5 0,-5-8-274,-1 0-1,1 0 1,-1 0 0,1 0-1,0-1 1,0 0 0,0 0-1,0 0 1,11 2 0,-15-4-135,1 1 0,0-1 0,0 0 0,-1 1 0,1-1 0,0 0 0,0 0 0,0 0 0,0-1 1,-1 1-1,1 0 0,0-1 0,0 1 0,-1-1 0,1 1 0,0-1 0,-1 0 0,1 0 0,0 0 1,-1 0-1,1 0 0,-1 0 0,1 0 0,-1 0 0,0-1 0,0 1 0,0 0 0,1-1 0,-1 1 1,0-1-1,-1 1 0,1-1 0,1-2 0,-2 1 49,1-1-1,-1 1 1,0 0-1,0 0 1,0-1-1,-1 1 1,1 0-1,-1 0 1,0-1 0,0 1-1,0 0 1,0 0-1,0 0 1,-1 0-1,1 0 1,-1 0-1,0 1 1,0-1 0,0 0-1,0 1 1,-3-3-1,0 0 199,0-1-1,0 1 1,-1 1-1,1-1 1,-1 1-1,0 0 1,-1 0-1,-9-4 1,14 7-215,1 0 0,-1 1 0,0-1 0,0 0 0,0 1 0,0 0 0,1-1 0,-1 1 0,0 0 0,0 0 0,0 0 0,0 0 0,0 0 0,0 0 0,0 1 0,1-1 0,-1 1 0,0-1 0,0 1 0,0 0 0,1-1 0,-1 1 0,0 0 0,1 0 0,-1 0 0,1 1 0,-1-1 0,1 0 0,0 1 0,-1-1 0,1 0 0,0 1 0,0-1 0,0 1 0,0 0 0,0-1 0,0 1 0,1 0 0,-1 0 0,0 0 0,1-1 0,0 1 0,-1 0 0,1 0 0,0 2 0,-2 8-269,1-1 1,1 1-1,0-1 0,1 1 1,0-1-1,3 13 1,-2-16-557,0 1 1,0-1-1,1 0 1,0 0 0,1 0-1,0 0 1,5 7-1,-7-11-108,1 0-1,0-1 0,0 1 0,1-1 0,-1 1 0,1-1 0,0 0 0,0 0 0,0-1 0,0 1 0,0-1 1,0 0-1,9 3 0,20 1-4858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21 12470,'-2'-2'633,"0"0"0,0 0 0,-1 1 0,1-1-1,-1 0 1,1 1 0,-1 0 0,1-1 0,-1 1 0,0 0 0,0 0 0,1 1 0,-1-1 0,-4 0 0,3 1-218,0 0 1,0 0-1,0 1 0,1-1 0,-1 1 1,0 0-1,0 0 0,1 0 0,-1 0 1,-4 3-1,3-2-234,1 1 0,-1 0 1,1 0-1,-1 0 0,1 1 0,0 0 1,0-1-1,1 1 0,-1 1 1,1-1-1,0 0 0,0 1 0,0 0 1,0 0-1,-2 9 0,4-13-179,1 0 0,0 0 0,-1 0 0,1 0 0,0 0 1,0 0-1,0 1 0,0-1 0,0 0 0,0 0 0,0 0 0,1 0 0,-1 1 0,0-1 0,1 0 0,-1 0 0,1 0 0,-1 0 0,1 0 1,-1 0-1,1 0 0,1 1 0,0 0 2,0 0 1,0 0-1,1 0 0,-1 0 1,1-1-1,-1 1 1,1-1-1,5 2 1,5 2 9,1-2 1,28 5 0,-32-7-13,-10-1 3,1 0 0,-1 0 1,1 0-1,-1 0 0,1 0 1,-1 1-1,1-1 0,-1 0 1,1 0-1,-1 0 0,1 0 1,-1 0-1,1 1 0,-1-1 1,1 0-1,-1 0 1,0 1-1,1-1 0,-1 0 1,0 1-1,1-1 0,-1 0 1,0 1-1,1-1 0,-1 0 1,1 2-1,-10 7 342,-27 7 438,30-13-655,-50 17 165,35-13-1431,-38 19 0,52-20-3659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19 5378,'-1'-16'10460,"-11"13"-3693,3 4-6620,-4 3 536,0 0-1,1 1 1,-1 0 0,1 2 0,0-1 0,1 1-1,-1 1 1,-13 12 0,7-5-346,1 1 0,1 1 0,0 0 0,-13 21 0,23-29-286,1-1-1,0 1 1,0 0-1,1 1 1,0-1-1,1 1 1,-4 13-1,7-20-47,-1-1-1,0 1 0,1-1 1,0 1-1,0 0 0,0-1 1,0 1-1,0-1 0,0 1 1,1 0-1,-1-1 0,1 1 0,-1-1 1,1 1-1,0-1 0,0 1 1,0-1-1,1 0 0,-1 0 1,1 1-1,-1-1 0,1 0 1,-1 0-1,1 0 0,0-1 0,0 1 1,0 0-1,0-1 0,0 1 1,1-1-1,-1 0 0,0 0 1,5 2-1,0-1-28,0-1 0,1 0 0,-1 0 1,0 0-1,1-1 0,-1 0 0,1 0 0,-1-1 0,1 0 1,-1 0-1,0-1 0,0 0 0,1 0 0,-1-1 0,-1 0 0,1 0 1,0-1-1,7-5 0,3-2-50,0-1-1,-1 0 1,-1-1-1,0-1 1,20-25-1,-31 35 91,0-1 0,-1 1-1,1-1 1,-1 0 0,0 0-1,0 0 1,-1-1 0,1 1-1,-1-1 1,-1 1 0,1-1-1,-1 0 1,0 0 0,1-8 0,-2 13-7,0 1 1,0 0 0,0 0 0,0 0-1,0-1 1,1 1 0,-1 0-1,0 0 1,0 0 0,0-1 0,0 1-1,0 0 1,0 0 0,0-1 0,0 1-1,0 0 1,0 0 0,0 0 0,-1-1-1,1 1 1,0 0 0,0 0 0,0 0-1,0-1 1,0 1 0,0 0 0,0 0-1,-1 0 1,1-1 0,0 1-1,0 0 1,0 0 0,0 0 0,-1 0-1,1 0 1,0 0 0,0-1 0,0 1-1,-1 0 1,1 0 0,0 0 0,-7 8 529,-5 16-655,11-21 46,0 1 0,0 0 0,0-1 0,0 1 0,1 0 0,-1 0 0,1 0 0,0-1 0,1 1 0,-1 0 0,0 0 0,1-1 0,0 1 0,0 0 0,0 0 0,0-1 0,1 1 0,0-1 0,-1 0 0,1 1 0,0-1 0,1 0 0,-1 0 0,0 0 0,6 4 0,-3-2-812,1-1 0,-1 0 1,1 0-1,1 0 1,7 4-1,38 10-9414,-23-13 1907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5 227 11061,'-1'8'10876,"0"-6"-10446,0 1 0,1 0 0,-1 0 0,1 0 0,0 0 0,0 0 0,0 0 0,1 6-1,16 36 3459,-20-52-3724,1-1 1,0 0-1,0 0 1,0 1-1,1-1 1,0 0-1,1 0 1,-1-1-1,2 1 1,-1 0-1,1 0 1,0 0-1,1 1 1,0-1-1,0 0 1,1 0-1,0 1 1,0-1-1,1 1 1,5-8-1,0-1-602,0 2 0,1-1 0,1 1 0,1 1 0,0 0 0,0 0 0,1 1-1,16-11 1,-27 22-10,-1 1 0,0-1 0,1 0 0,-1 0 0,0 0 0,1 1 0,-1-1 0,1 1 0,-1-1 0,1 1 0,-1 0 0,1-1 0,0 1 0,-1 0 0,1 0 0,-1 0 0,1 0 0,-1 0 0,1 1 0,0-1 0,1 1 0,5 0-3785,6 0-4640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7059,'2'2'1346,"1"1"-1,0-1 1,0 0-1,0 0 1,1 0-1,-1 0 0,6 1 1,30 7 1662,-19-8-2920,37-1 0,-49-1-77,1-1-1,-1 0 1,1 0 0,-1 0 0,0-1 0,13-5-1,-19 6 30,-1 1-1,1-1 1,-1 0-1,1 0 0,-1 1 1,0-1-1,1-1 1,-1 1-1,0 0 0,0 0 1,1 0-1,-1-1 1,0 1-1,0 0 0,0-1 1,-1 1-1,1-1 1,0 1-1,-1-1 0,1 1 1,0-1-1,-1 0 1,0 1-1,1-1 0,-1 0 1,0 1-1,0-1 1,0 0-1,0 1 0,0-1 1,-1 0-1,1 1 1,0-1-1,-1 0 0,1 1 1,-1-1-1,1 1 1,-1-1-1,-1-2 0,-2-1 184,1-1 0,-1 1 0,0-1 0,0 2 0,-1-1 0,1 0 0,-1 1 0,0-1 0,-1 2 0,1-1 0,0 0 0,-1 1 0,0 0 0,0 0 0,0 1 0,0 0 0,0 0 0,-1 0 0,1 1 0,-1 0 0,1 0 0,-1 0 0,1 1 0,-1 0 0,-7 1 0,8-1-58,-1 0 1,1 1 0,0 0 0,-1 0 0,1 0 0,0 1-1,-1 0 1,1 0 0,0 0 0,0 1 0,1 0-1,-1 0 1,1 1 0,-1-1 0,1 1 0,0 0 0,0 1-1,1-1 1,-1 1 0,1 0 0,0 0 0,0 0 0,1 1-1,0-1 1,-5 11 0,6-11-166,1 0 0,-1 1 0,1-1 0,-1 1 0,2-1 0,-1 1 0,1 0 0,0-1 0,0 1 0,0 0 0,1-1 0,0 1 0,0-1 0,0 1 0,1-1 0,-1 1 0,1-1 0,1 0 0,-1 0 0,1 0 0,0 0 0,0 0 0,0-1 0,1 1 0,0-1 0,0 0 0,0 0 0,0 0 0,0-1 0,1 1 0,0-1 0,0 0 0,0-1 0,0 1 0,0-1 0,0 0 0,1 0 0,-1 0 0,7 0 0,4 1-248,1-1 0,-1-1-1,0-1 1,24-2 0,31-6-6492,-69 8 6413,36-5-8637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5619,'10'-15'2990,"28"-36"9002,-33 56-8075,5 25-606,-10-27-3097,0 0 0,0 1 0,0-1 0,0 0 0,-1 0 0,1 0 0,-1 0 1,0 0-1,0 1 0,0-2 0,-2 5 0,-5-32 1371,7 21-1452,1 2-106,-1 1 0,1 0 0,0-1 1,0 1-1,0 0 0,0-1 0,0 1 0,0-1 0,0 1 0,0 0 0,0-1 1,1 1-1,-1 0 0,1 0 0,-1-1 0,1 1 0,-1 0 0,1 0 0,0-1 1,-1 1-1,1 0 0,0 0 0,2-1 0,20 27-3027,-19-20-334,7 6-3165,3 1-2230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59 8068,'-40'35'7726,"27"-25"-4166,1 1 0,-17 17-1,29-28-3474,0 1 0,0-1 0,0 1 0,0-1 0,-1 1 0,1-1 0,0 0 0,0 1 0,-1-1 0,1 0 0,0 1 0,-1-1 0,1 0 0,0 1 0,-1-1 0,1 0 0,0 0 0,-1 1 0,1-1 0,-1 0-1,1 0 1,-1 0 0,1 0 0,0 1 0,-1-1 0,1 0 0,-1 0 0,1 0 0,-1 0 0,1 0 0,-1 0 0,1 0 0,0 0 0,-1 0 0,1-1 0,-1 1 0,1 0 0,-1 0 0,1 0 0,0 0 0,-1-1 0,1 1-1,-1 0 1,1 0 0,0-1 0,-1 1 0,1 0 0,0-1 0,-1 1 0,1 0 0,0-1 0,0 1 0,-1 0 0,1-1 0,0 1 0,0-1 0,-1 1 0,1 0 0,0-1 0,0 1 0,0-1 0,0 0 0,-1-1-29,1 0 0,-1-1 0,1 1 0,0 0 0,-1 0 0,1-1 0,0 1 0,1 0 0,-1-1 0,0 1 0,2-4 0,15-21 190,-16 26-245,-1 0 0,1 0 0,0 0 0,0 0 0,0 0 0,0 0 0,0 0 0,0 0 0,0 1 0,0-1 0,0 0 0,0 1 0,0-1 0,0 0 0,0 1 0,1 0 0,-1-1 0,0 1 0,0 0 0,1-1 0,-1 1 0,2 0 0,-3 0-1,0 1 0,0-1 0,0 1 0,0-1 0,1 0 0,-1 1 0,0-1 0,0 1 0,0-1 0,0 0 0,0 1 0,0-1 0,0 1 0,0-1 0,0 1 0,0-1 0,0 0 0,-1 1 0,1-1 0,0 1 0,0-1 0,0 0 0,0 1 0,-1-1 0,1 0 0,0 1 0,0-1 0,-1 0 0,1 1 0,0-1 0,-1 0 0,1 0 0,0 1 0,-1-1 0,0 0 0,-11 14 0,11-13 17,-1 0 0,1 0 0,0 0 0,-1 0 0,1 0-1,-1 0 1,0 0 0,1 0 0,-1 0 0,0-1 0,1 1 0,-1-1 0,0 1 0,0-1 0,1 0 0,-1 1 0,0-1-1,0 0 1,0 0 0,1-1 0,-1 1 0,0 0 0,0 0 0,0-1 0,1 1 0,-1-1 0,0 0 0,1 1-1,-1-1 1,1 0 0,-1 0 0,0 0 0,1 0 0,0 0 0,-1-1 0,1 1 0,0 0 0,0 0 0,-1-1 0,1 1-1,0-1 1,1 1 0,-1-1 0,0 0 0,-1-1 0,1 0-172,0 0 1,0 1-1,1-1 0,-1 1 1,0-1-1,1 0 0,0 0 1,0 1-1,-1-1 0,2 0 0,-1 1 1,0-1-1,1-3 0,0 4-365,-1 0 0,1 0-1,-1 0 1,1 1 0,0-1-1,0 0 1,0 1 0,0-1-1,0 0 1,1 1 0,-1-1-1,0 1 1,1 0-1,-1-1 1,1 1 0,-1 0-1,1 0 1,0 0 0,-1 0-1,3-1 1,16-4-8855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4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263 129 4274,'17'-24'2916,"8"-13"3838,-24 35-6321,-1 1 0,1 0 0,0 0 1,-1 0-1,0-1 0,1 1 0,-1 0 0,0-1 1,1 1-1,-1 0 0,0-1 0,0 1 0,0 0 1,0-1-1,0 1 0,0 0 0,-1-1 1,1 1-1,0 0 0,-1-1 0,1 1 0,-1 0 1,1 0-1,-2-3 0,1 4-188,0-1 0,0 0 0,0 0 0,0 1 0,0-1 0,0 1 0,0-1 0,0 1 0,0-1 0,0 1 1,-1 0-1,1-1 0,0 1 0,0 0 0,0 0 0,0 0 0,-1 0 0,1 0 0,0 0 0,0 0 0,-2 1 0,-29 8 1103,25-7-910,-12 5-290,-1 0 0,1 1 0,0 1 0,1 1 0,-25 17 0,35-21-154,0 0 1,1 1 0,0 0 0,0 0 0,1 1 0,0 0 0,0 0 0,1 1 0,0-1-1,0 1 1,1 0 0,0 0 0,-4 16 0,4-8 5,0-1 0,1 1 0,1 0 0,1 0 0,0 0 0,1 0 0,4 32 0,-3-43 0,0-1 0,0 1 0,1 0 0,0-1 0,0 1 0,0-1 0,1 0 0,0 1 0,0-1 0,0 0 0,1-1 0,-1 1 0,1-1 0,0 1 0,0-1 0,1 0 0,-1-1 0,1 1 0,0-1 0,0 0 0,0 0 0,0 0 0,1-1 0,-1 0 0,11 3 0,-5-3 0,1 0 0,-1-1 0,1 0 0,-1-1 0,1 0 0,-1-1 0,0-1 0,1 1 0,-1-2 0,0 1 0,0-2 0,0 0 0,-1 0 0,1 0 0,-1-2 0,0 1 0,0-1 0,-1-1 0,0 1 0,15-15 0,-13 10 0,0 1 0,-1-2 0,-1 1 0,0-1 0,0-1 0,-1 1 0,-1-1 0,0-1 0,-1 1 0,0-1 0,-1-1 0,-1 1 0,0 0 0,-1-1 0,2-22 0,-5 27 0,-1 1 0,0-1 0,0 1 0,-1 0 0,0-1 0,-1 1 0,0 0 0,0 1 0,-1-1 0,0 0 0,-1 1 0,-8-12 0,8 13 0,0 0 0,0 1 0,-1-1 0,0 1 0,0 0 0,0 1 0,-1 0 0,0 0 0,0 0 0,0 1 0,0 0 0,-1 0 0,0 0 0,-10-2 0,17 6 1,0-1-1,0 1 1,0 0 0,-1-1 0,1 1-1,0 0 1,0 0 0,0 0-1,0 0 1,-1 0 0,1 0-1,0 0 1,0 0 0,0 1 0,-1-1-1,1 0 1,0 1 0,0-1-1,0 1 1,0-1 0,0 1-1,0-1 1,0 1 0,0 0 0,0-1-1,0 1 1,0 0 0,1 0-1,-1 0 1,0 0 0,0 0 0,1 0-1,-1 0 1,0 2 0,0-2-13,1 1 0,0 0 0,0-1 1,0 1-1,0-1 0,0 1 1,0 0-1,0-1 0,1 1 0,-1-1 1,1 1-1,-1-1 0,1 1 1,-1-1-1,1 1 0,0-1 0,0 0 1,0 1-1,-1-1 0,1 0 0,1 0 1,-1 1-1,0-1 0,0 0 1,2 1-1,1 1-781,0-1-1,0 0 1,0 1 0,0-2 0,0 1-1,1 0 1,-1-1 0,6 2 0,28 3-7027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 9684,'-2'-2'8836,"0"6"-7059,-2 7 432,-5 6-752,-3 8-689,-7 6-432,-4 5-336,-2-1-624,0-1-2321,2-3-3858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4962,'0'-1'351,"0"0"-1,0 1 0,1-1 1,-1 0-1,0 1 0,0-1 1,1 0-1,-1 1 0,0-1 1,1 1-1,-1-1 0,0 0 1,1 1-1,-1-1 0,1 1 1,-1-1-1,1 1 0,-1-1 1,1 1-1,0 0 0,-1-1 1,1 1-1,0 0 0,-1-1 1,1 1-1,-1 0 0,1 0 1,0 0-1,0 0 0,-1-1 1,1 1-1,0 0 0,1 0 1,33 1 8442,-10-1-6954,133-27 2889,-109 16-4550,1 2-1,84-3 1,-134 12-178,0 0 0,0 0 0,0 0 0,1 0 0,-1 0 0,0 0 0,0 0 0,0 0 0,0 0 0,0 0 0,0 0 0,0 0 0,1 0 0,-1 0 0,0 0 0,0 0 0,0 0 0,0 0 0,0 0 0,0 1 0,0-1 0,0 0 0,0 0 0,1 0 0,-1 0 0,0 0 0,0 0 0,0 0 0,0 0 0,0 1 0,0-1 0,0 0 0,0 0 0,0 0 0,0 0 0,0 0 0,0 0 0,0 1 0,0-1 0,0 0 0,0 0 0,0 0 0,0 0 0,0 0 0,0 0 0,0 1 0,0-1 0,0 0 0,0 0 0,-1 0 0,1 0 0,0 0 0,0 0 0,0 0 0,0 0 0,0 0 0,0 1 0,0-1 0,-10 11 0,8-9 0,0 0 0,1 0 0,-1-1 0,0 1 0,0-1 0,-1 0 0,1 1 0,0-1 0,0 0 0,-4 1 0,6-2-255,0-1-1,-1 1 1,1-1 0,0 1 0,0 0-1,0-1 1,0 1 0,0-1 0,0 1-1,0 0 1,0-1 0,0 1-1,1-1 1,-1 1 0,0 0 0,0-1-1,0 1 1,0-1 0,1 1 0,-1 0-1,0-1 1,0 1 0,0 0-1,1 0 1,-1-1 0,0 1 0,1 0-1,-1-1 1,0 1 0,1 0 0,-1 0-1,1-1 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 12198,'-14'-3'1354,"-6"-1"12867,38 9-10577,-14-4-3531,0 0 0,0 0 0,1 1 0,-1-1 0,0 1 0,0 0 0,0 0-1,-1 0 1,1 1 0,0-1 0,-1 1 0,4 3 0,-5-3-120,-1 0 0,1 0 0,-1 0 0,1 0 0,-1 0 0,0 0 0,0 1 1,0-1-1,-1 0 0,1 1 0,-1-1 0,1 0 0,-1 1 0,0-1 0,-1 0 0,0 7 0,-29 156 7,16-103 0,-6 78 0,17 49 0,3-128 0,0-70-144,6 2-3927,5-1-3367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84 2657,'4'-2'1262,"1"0"-1,-1 0 1,0 0 0,0-1-1,0 0 1,0 0 0,-1 0-1,1 0 1,-1 0-1,0-1 1,0 0 0,0 1-1,0-1 1,-1 0-1,0 0 1,1-1 0,2-7-1,-5 11-1115,0 0 0,0 1 0,0-1 0,0 1 0,0-1-1,0 0 1,0 1 0,0-1 0,0 1 0,0-1 0,0 0-1,-1 1 1,1-1 0,0 1 0,0-1 0,-1 0 0,1 1 0,0-1-1,-1 1 1,1-1 0,0 1 0,-1-1 0,1 1 0,-1 0-1,1-1 1,-1 1 0,1-1 0,-1 1 0,1 0 0,-1 0 0,1-1-1,-1 1 1,1 0 0,-1 0 0,0-1 0,1 1 0,-1 0-1,1 0 1,-1 0 0,0 0 0,1 0 0,-1 0 0,1 0 0,-1 0-1,-1 1 1,-31 2 546,26-2-692,1 1 0,0 0 0,0 1 0,0-1 0,-6 5 0,-75 43 0,78-44 0,-1 1 0,1 0 0,0 0 0,1 0 0,-1 1 0,2 1 0,-11 12 0,14-15 0,1 0 0,-1 0 0,1 1 0,0-1 0,0 1 0,1 0 0,0 0 0,0 0 0,-1 12 0,2-16 0,1 0 0,0 0 0,0 0 0,0 0 0,0-1 0,0 1 0,1 0 0,-1 0 0,1 0 0,-1-1 0,1 1 0,0 0 0,0-1 0,1 1 0,-1-1 0,0 1 0,1-1 0,0 0 0,-1 1 0,5 2 0,-3-2 0,0-1 0,0 0 0,1 0 0,-1-1 0,1 1 0,-1-1 0,1 1 0,0-1 0,0 0 0,-1-1 0,1 1 0,0-1 0,5 1 0,2-1 0,0-1 0,0 0 0,0-1 0,0 0 0,0 0 0,-1-1 0,1 0 0,-1-1 0,18-9 0,-15 3 0,1 0 0,-2-1 0,1 0 0,-1-1 0,17-22 0,13-13 0,-41 47 0,-1 0 0,0 0 0,1 0 0,-1 0 0,1 0 0,-1 0 0,0 0 0,1 0 0,-1 0 0,0 0 0,1 0 0,-1 0 0,0 0 0,1 1 0,-1-1 0,0 0 0,0 0 0,1 0 0,-1 1 0,0-1 0,0 0 0,1 0 0,-1 1 0,0-1 0,0 0 0,1 0 0,-1 1 0,0-1 0,0 0 0,0 1 0,0-1 0,0 0 0,1 1 0,-1-1 0,0 0 0,0 1 0,0-1 0,0 0 0,0 1 0,0-1 0,0 0 0,0 1 0,0-1 0,0 0 0,-1 1 0,7 29 0,-3-17 0,3 22-9,-4-26-12,-1 1 1,1-1 0,0 1 0,1-1-1,0 0 1,0 0 0,1 0-1,7 12 1,-10-21-183,-1 1 1,1-1-1,-1 1 1,1-1-1,0 1 1,-1-1-1,1 1 1,0-1-1,0 0 1,-1 1-1,1-1 1,0 0 0,0 1-1,0-1 1,-1 0-1,1 0 1,0 0-1,0 0 1,0 0-1,0 0 1,-1 0-1,1 0 1,0 0-1,0 0 1,0-1-1,-1 1 1,1 0-1,0 0 1,0-1-1,-1 1 1,1-1-1,0 1 1,0 0-1,-1-1 1,2 0-1,26-24-6008,-22 19 5247,59-53-3619,0-1 5559,-5-1 5747,-52 53-2769,-11 15 934,-5 13-2522,5-10-2276,1 0 1,1 1-1,-2 17 1,3-24-93,0-1 0,0 1 1,1-1-1,-1 0 0,1 1 0,0-1 0,0 0 0,0 0 1,0 0-1,0 1 0,1-1 0,-1 0 0,1-1 1,0 1-1,4 5 0,-5-7 2,0-1 0,0 1 0,1 0 0,-1-1 0,0 1 0,1-1 0,-1 0 0,0 1 0,1-1 0,-1 0 0,0 0 0,1 0 0,-1 0 0,1 0 0,-1 0 0,0 0 0,1-1 0,-1 1 0,0 0 0,1-1 0,-1 1 0,0-1 0,1 1 0,-1-1 0,2-1 0,34-22 0,-33 21 0,72-53 0,-74 57 0,-1 1 0,0-1 0,0 0 0,0 1 0,0-1 0,0 1 0,-1-1 0,1 1 0,0 0 0,-1-1 0,1 4 0,2 1 0,25 38-536,-1-20-6697,-7-11-1662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295 522 9460,'-10'1'1690,"0"0"-1,1-1 0,-1 0 1,1-1-1,-1 0 0,1 0 1,-1-1-1,1-1 0,0 1 1,-11-5-1,6 2-424,-1 0 0,-25-3 1,35 8-1221,0 0-1,0 0 1,0 1 0,1 0 0,-1 0 0,0 0 0,1 0 0,-1 0 0,1 1 0,-1 0 0,1 0 0,0 0 0,0 1-1,0-1 1,0 1 0,0 0 0,1 0 0,-1 1 0,1-1 0,0 0 0,0 1 0,-5 8 0,6-10-56,1 0 1,0 0-1,0 1 1,0-1 0,0 0-1,0 1 1,0-1-1,1 1 1,-1-1-1,1 1 1,0 0-1,-1-1 1,1 1 0,0-1-1,1 1 1,-1-1-1,0 1 1,1-1-1,-1 1 1,1-1-1,0 1 1,0-1 0,0 1-1,0-1 1,0 0-1,1 0 1,-1 0-1,1 1 1,-1-2 0,1 1-1,0 0 1,0 0-1,0 0 1,0-1-1,0 1 1,0-1-1,0 1 1,0-1 0,1 0-1,-1 0 1,1 0-1,3 1 1,1 0-138,0 0 0,-1-1-1,1 0 1,0 0 0,0-1 0,0 1 0,0-1 0,0-1 0,0 0-1,-1 0 1,1 0 0,0 0 0,-1-1 0,1 0 0,-1-1 0,1 0-1,-1 0 1,10-6 0,10-7-755,-1-1 0,41-37 0,-65 53 894,47-42-697,-2-1 0,63-79 1,-88 96 1239,-2-2-1,0 1 1,-2-2 0,-1 0 0,-2-2-1,16-47 1,-23 37 1771,-7 41-2218,1 0 0,-1 0 1,0-1-1,-1 1 0,1 0 0,0 0 0,0 0 0,0 0 1,-1 0-1,1 0 0,0 0 0,-1 0 0,1 0 0,-2-2 1,2 3-68,-1 0 1,1 0 0,-1-1 0,1 1 0,-1 0 0,0 0-1,1 0 1,-1 0 0,1 0 0,-1 0 0,1 0-1,-1 0 1,0 0 0,1 0 0,-1 0 0,1 0 0,-1 0-1,1 0 1,-1 0 0,1 1 0,-1-1 0,1 0-1,-1 0 1,1 1 0,-1-1 0,1 0 0,-1 1 0,1-1-1,-1 0 1,0 2 0,-5 3-21,0 0 0,1 1 0,-1 0 0,1 0 0,0 0 0,1 1 0,-8 13 0,-21 54 0,24-50 7,1 1 0,1 0-1,1 1 1,1 0 0,2 0 0,-1 37 0,3-48-53,2 1 1,0-1-1,1 0 1,0 0-1,1 0 1,1 0-1,0 0 0,2-1 1,-1 0-1,1 0 1,1 0-1,12 17 1,-15-25-626,1-1 0,-1 0 1,1 0-1,9 7 0,24 11-5756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2017,'-17'20'24608,"16"-17"-23395,5 7 4236,10 5-5969,-13-13 520,0 0 0,1 0 0,-1 0 0,0 1 0,0-1 0,-1 0 0,1 1 0,0-1 0,-1 0 0,0 1 0,1-1 0,-1 1 0,0-1 0,-1 5 0,-3 39 0,3-39 0,-5 51 0,2 78 0,-1-59 0,7-94-1811,-1 6-4133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46 6067,'-14'1'557,"-11"4"12483,45 0-8504,-6-3-2866,1-1 0,25-1 0,70-13-56,-37 4-1413,-50 7-476,19-2-84,60-13 0,-90 11-1560,-12 6 1801,0-1-1,0 1 1,1 0-1,-1 0 1,0-1-1,0 1 1,0 0-1,0 0 1,-1 0-1,1-1 0,0 1 1,0 0-1,0 0 1,0-1-1,0 1 1,0 0-1,0 0 1,0 0-1,0-1 1,0 1-1,-1 0 0,1 0 1,0 0-1,0-1 1,0 1-1,0 0 1,-1 0-1,1 0 1,0 0-1,0 0 1,0 0-1,-1-1 0,1 1 1,0 0-1,0 0 1,0 0-1,-1 0 1,1 0-1,0 0 1,0 0-1,-1 0 1,1 0-1,0 0 0,0 0 1,0 0-1,-1 0 1,1 0-1,0 0 1,-1 0-1,-9-2-6060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1:5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41 6707,'-2'0'680,"1"-1"0,-1 0-1,1 1 1,0-1 0,0 0-1,-1 1 1,1-1 0,0 0 0,0 0-1,0 0 1,0 0 0,0 0-1,0 0 1,0 0 0,0-1 0,-1-1-1,2 1-60,0 1 0,0 0-1,1 0 1,-1 0 0,0 0-1,1-1 1,-1 1 0,1 0-1,-1 0 1,1 0 0,-1 0-1,1 0 1,0 0-1,-1 0 1,1 0 0,0 0-1,0 1 1,0-1 0,1-1-1,-1 2-567,-1 0-1,0-1 1,1 1-1,-1 0 0,1 0 1,-1 0-1,1 0 1,-1-1-1,1 1 0,-1 0 1,1 0-1,-1 0 1,1 0-1,-1 0 0,1 0 1,-1 1-1,1-1 1,-1 0-1,0 0 0,1 0 1,-1 0-1,1 0 1,-1 1-1,1-1 0,-1 0 1,0 0-1,1 1 1,-1-1-1,1 0 0,-1 1 1,0-1-1,1 0 1,-1 1-1,0-1 1,0 1-1,1-1 0,-1 0 1,0 1-1,0-1 1,0 1-1,1-1 0,-1 1 1,0-1-1,0 1 1,0 0-1,8 21-237,-9 20 187,-1-1 0,-3 0 0,-1 0 0,-19 68 0,5-23 0,-17 94 0,-69 302 0,100-457 0,11-40 0,31-53 0,-36 67 8,0 0-723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7043,'17'-23'5601,"-16"20"-5082,0 1-1,0 0 1,0 0-1,0 1 0,1-1 1,-1 0-1,1 0 1,0 1-1,2-3 1,-3 4-392,0-1 1,1 1 0,-1-1 0,0 1 0,0 0 0,1 0 0,-1 0-1,0 0 1,1 0 0,-1 0 0,0 0 0,1 0 0,-1 0 0,0 0-1,0 1 1,1-1 0,-1 1 0,0-1 0,0 1 0,1-1 0,0 2-1,3 1 117,-2-1 0,1 1 0,0 0 0,0 1 0,-1-1 0,0 1 0,1-1 0,-1 1-1,-1 0 1,1 0 0,0 0 0,-1 0 0,0 1 0,0-1 0,2 7 0,2 10 370,-1 0 0,4 25 0,-4-17-230,-3-7-129,-7-27 238,-8-32 21,11 25-516,1 1 1,0-1 0,1 0 0,0 0 0,1 0 0,1 1 0,-1-1 0,2 0 0,0 1 0,0-1 0,1 1 0,1 0 0,-1 0 0,2 1 0,0-1 0,0 1 0,0 1 0,2-1 0,-1 1 0,1 0 0,0 1 0,14-12-1,-21 19-201,1 0 0,-1 0-1,1 0 1,-1 0-1,1 0 1,-1 0-1,1 1 1,0-1 0,0 0-1,-1 1 1,1-1-1,0 1 1,0 0-1,0 0 1,2 0 0,16 8-7708,-6 2-143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11653,'-37'14'6395,"9"7"-3603,26-17-2755,-1-1-1,1 0 1,0 1-1,0-1 1,0 1-1,0 0 1,1-1-1,-1 1 1,1 0-1,0 0 1,0 0-1,1 0 1,-1 0-1,1 0 1,0 0-1,0 7 0,1-7-19,-1 0 0,1-1-1,0 1 1,0-1-1,0 1 1,0-1 0,0 1-1,1-1 1,0 0-1,0 0 1,0 0 0,0 0-1,0 0 1,0 0-1,1-1 1,0 1 0,-1-1-1,1 1 1,0-1-1,0 0 1,0 0-1,0 0 1,1-1 0,3 2-1,-4-2 12,0 0 0,0 0 0,0 0 0,0 0 0,1-1 0,-1 1-1,0-1 1,0 0 0,1 0 0,-1 0 0,0 0 0,0-1 0,0 0-1,1 1 1,-1-1 0,0 0 0,0 0 0,0-1 0,0 1 0,0-1 0,0 1-1,-1-1 1,1 0 0,-1 0 0,1 0 0,-1 0 0,3-3 0,-2 1 111,0 0 0,-1 1 0,1-1 0,-1 0 0,1 0 0,-1-1 0,-1 1 0,1 0 0,-1-1 0,1 1 0,-1-1 0,-1 0 0,1 1 0,0-1-1,-1 0 1,0 1 0,0-1 0,-2-5 0,0 0-286,0-1 0,-1 1 0,-1 0 0,0-1 0,0 2 0,-10-16 0,11 17-2148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16 2369,'-21'-11'11359,"2"7"-4855,16 4-6015,0 0 0,1 0 0,-1 0 0,0 1 0,0-1 0,1 1 0,-1-1 0,0 1 0,1 0 0,-5 2-1,-1 2-357,0 1-1,0 0 0,1 0 0,-1 0 0,2 1 0,-9 10 0,7-8-125,1 0-1,0 1 0,0 0 0,1 0 0,0 1 1,-5 14-1,10-22 3,0-1 0,0 1 0,1 0 0,-1 0 0,0 0 1,1 0-1,0 0 0,0 0 0,0 0 0,0 0 0,1 0 0,-1 0 1,2 4-1,-2-5 7,1 0 1,0 0-1,1 0 0,-1-1 1,0 1-1,0-1 0,1 1 1,-1-1-1,1 1 1,-1-1-1,1 0 0,0 1 1,-1-1-1,1 0 0,0 0 1,0 0-1,0-1 1,0 1-1,0 0 0,0-1 1,4 1-1,1 0 20,-1-1 1,1-1-1,0 1 0,0-1 0,0 0 1,-1-1-1,1 1 0,-1-2 1,1 1-1,-1 0 0,0-1 0,0-1 1,0 1-1,0-1 0,0 1 0,-1-2 1,0 1-1,0-1 0,6-6 1,-8 8 63,1-1-1,-1 0 1,0 0 0,0 0 0,0 0 0,-1-1 0,0 1 0,0-1 0,0 0 0,0 1 0,2-11 0,-4 12-47,0 0 1,0 0 0,0 0 0,0 1 0,0-1 0,-1 0 0,1 0-1,-1 0 1,0 0 0,0 1 0,0-1 0,0 0 0,0 1 0,0-1-1,-1 1 1,0-1 0,1 1 0,-1-1 0,0 1 0,0 0 0,-4-3-1,4 3-257,0 1-1,0-1 1,-1 1-1,1-1 1,0 1-1,-1 0 1,1 0-1,-1 0 1,1 0-1,-1 0 1,-5 0-1,6 1-488,0 0 0,0 0-1,0 0 1,0 0 0,0 0-1,0 0 1,0 1 0,0-1-1,0 1 1,0-1 0,0 1-1,0 0 1,0 0 0,0 0-1,-2 1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 10773,'-41'-42'12987,"38"48"-8919,-8 23-1602,1 5-1385,-41 148 464,45-150-1583,0 0 0,2 0-1,1 59 1,2-88 13,1 0 0,0 0 0,1 1 0,-1-1 0,0 0 0,1 0 0,0 0 0,0 0 0,0 0 0,0 0 0,0 0 0,0-1 0,1 1 0,-1 0 0,1-1 0,0 1 0,0-1 0,0 1 0,0-1 0,0 0 0,5 3 0,-5-4-262,0 0 0,0 0 0,1 0 0,-1 0 0,0-1 0,1 1 0,-1-1 0,0 0 0,1 1 0,-1-1 0,4-1 0,-1 1-775,0-1 0,0 0 1,-1 0-1,1-1 0,-1 1 0,7-4 0,11-7-6312,0-2-2190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4898,'-13'-6'10261,"7"0"-7732,10 0 208,7 1 545,8 1-2514,8 0-656,8 2-112,5 2-784,8-2-3106,2 2-4754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5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66 319 3410,'-13'-2'7831,"-17"-1"-6277,8 4 763,21-3 794,14-3-455,10 1-1802,-1 1-1,1 1 1,27 1 0,23-2-254,338-49 873,-385 49-1464,790-102 1100,-636 77-606,-77 13-30,148-40-1,-204 43 100,-32 9 243,1-1 1,-1 0-1,19-9 1,-104 30-4548,5 9-6588,19-10-1160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0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9 336 4370,'-1'0'264,"1"0"-1,0 0 1,-1 0 0,-4-3 3954,5 2-3954,0 1 0,0 0-1,0-1 1,-1 1 0,1 0-1,0-1 1,0 1 0,0 0-1,0-1 1,0 1 0,0-1-1,0 1 1,0 0 0,0-1-1,0 1 1,0 0 0,0-1-1,14-8 3528,31-1-3325,-39 9 169,359-80-414,-56 11-130,-268 61-79,633-118 1945,-651 123-1587,12-1 409,61-4 1,-88 9-584,1 0 0,-1 0 0,0 1 0,0 0 0,0 1 0,0 0 0,0 0 0,0 0 1,0 1-1,-1 0 0,1 1 0,-1 0 0,9 5 0,-12-4 54,1-1 1,-1 1-1,-1 0 0,1 0 1,0 0-1,-1 0 0,0 1 1,0-1-1,-1 1 0,0 0 1,0 0-1,2 6 0,1 11 655,4 39 0,-2 17-612,-3-1 1,-4 1-1,-3-1 1,-22 124-1,25-197-293,-5 20 0,-2 51 0,7-70 0,0 0 0,0 0 0,1 0 0,0 0 0,0 0 0,0 0 0,1 0 0,0 0 0,0 0 0,0 0 0,1-1 0,-1 1 0,2-1 0,2 6 0,-5-11-102,-1 1-1,1-1 1,-1 1 0,0-1 0,1 1-1,-1-1 1,1 1 0,-1-1-1,1 0 1,-1 1 0,1-1 0,-1 0-1,1 1 1,0-1 0,-1 0-1,1 0 1,-1 1 0,1-1 0,0 0-1,-1 0 1,1 0 0,0 0-1,-1 0 1,1 0 0,-1 0 0,1 0-1,0 0 1,-1 0 0,1 0-1,0-1 1,0 1-576,0-1 0,0 0 1,0 1-1,1-3-1356,-2 2 1356,1 1 0,0-1 1,-1 0-1,1 0 0,-1 0 0,1 0 0,-1 0 0,0 0 0,1 0 1,-1-2-1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8628,'-20'-11'12612,"30"16"-9862,0 0-1958,1 1 0,-2 0 1,1 1-1,-1 0 1,0 0-1,15 18 1,-5-2-125,22 37 0,-33-48-433,1 2-164,0-1 1,0 0 0,1 0-1,1-1 1,0 0-1,17 13 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7283,'-5'2'2013,"1"1"0,-1 0-1,1 1 1,-1-1 0,1 1 0,-6 6-1,-2 5 241,1 0-1,-9 17 0,-6 9-108,-25 26-748,-21 29-1003,49-64-4134,1 0-3344,14-19-929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1016 91 4658,'-3'0'702,"1"0"0,0 0-1,-1-1 1,1 1 0,-1-1-1,1 1 1,0-1 0,-1 0 0,1 0-1,0 0 1,0 0 0,0 0 0,0-1-1,-3-1 1,-21-27 4959,23 26-5436,1 1 1,-1-1-1,1 1 0,-1 0 0,0 0 1,0 0-1,0 0 0,0 0 0,-1 1 1,1-1-1,-1 1 0,0 0 0,1 0 0,-1 1 1,0-1-1,0 1 0,-5-2 0,0 3 101,-1 0 0,0 0 0,0 1 0,1 0 0,-1 0-1,0 1 1,1 1 0,-10 3 0,-75 34 1733,58-23-1443,-37 16 138,1 4-1,-74 49 0,119-65-753,0 1 0,2 1 0,0 2 0,2 0 0,1 2 0,0 0 0,3 1 0,-24 43 0,18-23 0,3 1 0,1 1 0,3 1 0,-20 87 0,32-103 0,1-1 0,2 1 0,2 0 0,1-1 0,2 1 0,1 0 0,2-1 0,1 1 0,13 42 0,-7-40 0,1-1 0,2 0 0,1 0 0,2-2 0,2 0 0,0-2 0,3 0 0,30 34 0,-32-45 0,1 0 0,2-2 0,0 0 0,0-2 0,2-1 0,0-1 0,1-1 0,32 12 0,-13-9 0,0-2 0,1-2 0,1-2 0,64 7 0,-76-16 0,-1-1 0,1-2 0,-1-1 0,42-8 0,137-38 0,-212 47 0,71-19 0,-1-4 0,-1-2 0,-1-4 0,-2-3 0,115-74 0,-167 96 0,-1 0 0,0-2 0,0 0 0,-1 0 0,-1-2 0,0 1 0,-1-2 0,-1 1 0,-1-2 0,0 0 0,-1 0 0,0 0 0,-2-1 0,0 0 0,-1-1 0,7-34 0,6-50 0,14-207 0,-34 288 0,0-1 0,-2 0 0,0 1 0,-2 0 0,-1 0 0,0 0 0,-1 1 0,-2 0 0,0 0 0,-1 1 0,-1 0 0,-25-33 0,15 25 0,-1 2 0,-1 1 0,-1 1 0,-1 0 0,-1 2 0,-1 1 0,-55-32 0,73 49 0,0 0 0,0 0 0,0 1 0,0 0 0,0 1 0,-1 0 0,-11-1 0,-69 1 0,68 3 0,0-1 0,1-1 0,-36-6 0,10-11 0,41 15 0,0 0 0,-1 0 0,1 1 0,-1 0 0,1 0 0,-1 1 0,0-1 0,-11 1 0,-151 9 0,164-8-267,-1 1 1,1 0-1,0 0 0,0 0 1,0 1-1,0-1 0,-8 5 1,-2 2-5873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1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53 3618,'29'-28'4699,"-4"3"3042,-42 37 640,-21 5-5618,-1 1-1563,-21 18 255,1 2 0,-89 76 0,133-101-1455,1 0 0,0 1 0,-23 31 0,34-40 0,0-1 0,0 1 0,0-1 0,1 1 0,0 0 0,0 0 0,0 0 0,1 0 0,-1 1 0,1-1 0,1 0 0,-1 0 0,1 1 0,-1-1 0,2 0 0,-1 1 0,0-1 0,1 0 0,2 8 0,1 0 0,1 0 0,1 0 0,0-1 0,0 0 0,1 0 0,0 0 0,1-1 0,11 11 0,-12-14 0,2-1 0,-1 0 0,1 0 0,0-1 0,0 0 0,0-1 0,1 0 0,0 0 0,0-1 0,18 5 0,-18-7 0,0 0 0,-1 0 0,1-1 0,0 0 0,0 0 0,0-1 0,0-1 0,0 0 0,0 0 0,0-1 0,0 0 0,16-6 0,-22 6 0,1 0 0,-1 0 0,0-1 0,0 1 0,0-1 0,-1 1 0,1-1 0,0-1 0,-1 1 0,0 0 0,0-1 0,0 0 0,0 1 0,-1-1 0,1 0 0,-1-1 0,0 1 0,0 0 0,-1 0 0,1-1 0,-1 1 0,0-1 0,0 0 0,0 1 0,-1-1 0,0 0 0,0 1 0,-1-10 0,-2-3 0,-2 0 0,0 0 0,0 0 0,-2 1 0,0 0 0,-1 0 0,0 1 0,-13-17 0,18 27 0,0 1 0,-1-1 0,1 1 0,-1 0 0,0 0 0,0 0 0,-1 1 0,1-1 0,-1 1 0,0 0 0,0 0 0,0 1 0,0 0 0,0 0 0,0 0 0,-1 0 0,1 1 0,-8-2 0,1 3 0,0 0 0,0 0 0,0 1 0,0 1 0,0 0 0,0 0 0,-18 7 0,22-7 0,0 0 0,0 0 0,0-1 0,-14 0 0,43 5 870,-14 0-3038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40 3410,'-4'-6'7312,"2"4"-6643,1-1 0,-1 1 0,0 0 0,0 0 0,-1 0 0,1 0 0,0 0 1,-5-2-1,-12 2 2202,17 2-2590,-1 0-1,1 0 1,0 0 0,-1 0 0,1-1-1,0 1 1,-1-1 0,1 1 0,0-1-1,0 0 1,-4-1 0,5 1-91,0 0 0,0 1 0,0 0 1,0-1-1,0 1 0,0-1 0,0 1 0,0 0 1,0 0-1,0 0 0,0 0 0,0 0 0,0 0 1,0 0-1,0 0 0,0 0 0,-1 0 0,1 1 1,-2 0 3142,2 0-3270,1 0-1,-1 0 1,1 0-1,0 0 1,0 0-1,-1 0 1,1 0-1,0 1 1,0-1-1,0 0 1,0 0-1,1 0 1,-1 0 0,0 0-1,0 0 1,1 0-1,-1 0 1,0 0-1,1 1 1,-1-1-1,1-1 1,0 1-1,-1 0 1,1 0-1,0 0 1,-1 0-1,3 1 1,21 25 680,-24-26-657,32 30-33,3 1-2,2-2 0,1-1-1,67 37 1,-77-50-51,0 2 0,-1 2 0,-1 0 0,-1 1 0,0 2 0,-2 0 0,29 39 0,-35-44 0,-1 0 0,2-1 0,34 24 0,6 7 0,-2-5 0,-37-29 0,30 28 0,-15-8 0,97 103 0,-29-14 0,63 59 0,-132-149 0,-26-27 0,0 0 0,0 1 0,10 14 0,-15-19 0,1 1 0,-1 0 0,1-1 0,-1 1 0,1-1 0,0 0 0,0 0 0,0 0 0,4 2 0,-16-18-231,1 10-3561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1278 66 2305,'25'-1'15164,"-38"2"-13816,-124 20 2078,62-8-3021,1 4 1,-88 31-1,110-29 120,1 2-1,1 3 1,1 2 0,1 2 0,1 2 0,-48 41-1,28-15-405,-114 104 2243,153-132-2108,2 1 0,1 1 0,1 1 0,-22 39 0,38-55-103,1 0-1,1 0 0,0 0 0,1 1 1,1 0-1,1 0 0,-3 21 0,0 118 597,6-83-812,-1-14 65,1-1 0,14 86 0,-11-122 0,2-1 0,0 1 0,1-1 0,1 0 0,1-1 0,1 0 0,1 0 0,0-1 0,1 0 0,17 20 0,-5-13 0,0-1 0,1 0 0,1-2 0,1-1 0,1-1 0,1-2 0,1 0 0,0-2 0,1-1 0,1-1 0,0-2 0,1-1 0,0-2 0,1-1 0,0-1 0,43 2 0,10-6 0,0-5 0,126-18 0,166-56 0,-330 62 0,-1-2 0,0-2 0,-1-2 0,-1-1 0,61-41 0,-51 25 0,-2-3 0,-1-2 0,73-77 0,-106 96 0,0 0 0,-1-2 0,-2 0 0,0 0 0,-2-2 0,-1 0 0,-1 0 0,10-35 0,-2-10 0,-4 0 0,9-83 0,-23 130 0,0-1 0,-2 0 0,-1 0 0,-1 1 0,-2-1 0,-7-30 0,-4-2 0,-36-87 0,37 116 0,-1 1 0,-1 1 0,-30-38 0,-6-12 0,42 62 0,-1 0 0,-1 1 0,0 0 0,-1 1 0,0 0 0,-1 1 0,-1 0 0,0 1 0,0 1 0,-1 1 0,0 0 0,0 1 0,-1 1 0,-1 0 0,1 1 0,-1 1 0,-21-3 0,-20-3 0,-70-20 0,118 28 0,1 2 0,0-1 0,0 1 0,-1 1 0,1 0 0,0 0 0,-1 1 0,1 0 0,-14 4 0,-14 5 0,-41 16 0,53-17 0,25-8-69,-24 10-470,15-3-5611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17 5330,'-12'0'1127,"-15"4"6131,37 4-2191,3 6 664,-13-13-5681,1 0 0,-1 0-1,1 0 1,0 0-1,0 0 1,-1 0-1,1 0 1,0 0 0,0-1-1,0 1 1,0 0-1,0-1 1,0 1-1,0-1 1,0 1 0,0-1-1,0 1 1,0-1-1,0 0 1,1 1-1,-1-1 1,0 0 0,0 0-1,0 0 1,0 0-1,3 0 1,30 0 361,-1-1 0,58-9-1,-22-4 174,65-15 1041,-133 29-1617,0-1-1,0 1 1,0-1-1,0 1 1,-1 0-1,1 0 0,0-1 1,0 1-1,0 0 1,0 0-1,0 0 1,0 0-1,0 0 1,0 0-1,-1 0 0,1 0 1,0 0-1,0 1 1,0-1-1,0 0 1,1 1-1,-1 1 65,-1-1 0,1 1-1,-1-1 1,0 1 0,1-1 0,-1 1-1,0-1 1,0 1 0,0-1 0,0 1-1,0 0 1,-1 2 0,-2 9 142,-1 0-1,0 1 1,0-1 0,-2-1 0,1 1-1,-2-1 1,1 0 0,-11 13 0,-1 5-657,-9 16 788,8-17-253,1 2 0,2 0 0,1 0-1,2 2 1,-12 41 0,23-58-92,0 0 0,1 1 0,1 19 0,0-14 0,19-32-2804,25-22-13419,-34 22 9334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65 120 4418,'-16'-2'5401,"15"2"-5082,0 1 1,0-1-1,0 0 0,0-1 1,0 1-1,0 0 1,-1 0-1,1 0 1,0-1-1,0 1 1,0 0-1,0-1 0,0 1 1,0-1-1,0 0 1,0 1-1,0-1 1,1 0-1,-2 0 0,1 0 10,-1 0 0,1 0-1,0 0 1,0 1 0,-1-1-1,1 0 1,0 1 0,-1-1-1,1 1 1,0 0 0,-1-1-1,1 1 1,-1 0 0,-6-2 3837,18-4-2809,8-3-1202,0 1-1,0 1 1,0 0-1,36-7 1,80-5 1345,-44 7-1594,-45 5 874,0 2 0,80 2 0,-113 5-396,9 1-409,-21-2 67,0-1 1,1 0-1,-1 0 1,0 0-1,1 0 1,-1 0-1,0 0 1,1 0-1,-1 0 1,0 0-1,1 0 1,-1 0-1,1 0 1,-1 0-1,0 0 1,1 0-1,-1 0 1,0 0-1,0-1 1,1 1 0,-1 0-1,0 0 1,1 0-1,-1 0 1,0-1-1,0 1 1,1 0-1,-1 0 1,0-1-1,0 1 1,1 0-1,-1-1 1,0 1-1,0-1 1,-10-1 26,2 0-69,8 2 0,0 0 0,0 0 0,0 0 0,-1 0 0,1 0 0,0 0 0,0 0 0,0 0 0,-1 0 0,1-1 0,0 1 0,0 0 0,0 0 0,0 0 0,-1 0 0,1 0 0,0 0 0,0 0 0,0 0 0,-1 0 0,1 1 0,0-1 0,0 0 0,0 0 0,-1 0 0,1 0 0,0 0 0,0 0 0,0 0 0,0 0 0,-1 0 0,1 1 0,0-1 0,0 0 0,0 0 0,0 0 0,0 0 0,0 0 0,-1 1 0,1-1 0,0 0 0,0 0 0,0 0 0,0 1 0,0-1 0,0 0 0,0 0 0,0 0 0,0 0 0,0 1 0,0-1 0,0 0 0,0 0 0,0 1 0,0-1-18,0 0 0,0 1 0,1-1 0,-1 0-1,0 1 1,0-1 0,0 0 0,1 0 0,-1 1 0,0-1 0,0 0 0,1 0-1,-1 0 1,0 1 0,1-1 0,-1 0 0,0 0 0,1 0 0,-1 0 0,0 0-1,1 0 1,-1 0 0,0 0 0,1 1 0,-1-1 0,0 0 0,1 0 0,-1 0-1,0-1 1,1 1 0,-1 0 0,1 0 0,6 2-4574,-18 6-3371,1-4 1475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180 3233,'1'-11'653,"0"1"0,1-1 0,0 1 0,0 0 0,7-17 0,5-22 6491,-14 41-2460,0 4-4426,-1 0 0,1 0 0,0 0 1,1 0-1,-1 0 0,1 0 1,-1 0-1,3-7 0,-11 24 861,-1-1 0,0 0 1,-1 0-1,-1-1 0,0 0 0,-23 17 0,20-17-874,0 1-1,0 1 0,1 0 1,1 1-1,-18 26 0,-25 63 1272,32-57-1192,-53 79 0,-71 56-324,-41 58 0,133-154 0,-4-3 0,-69 75 0,116-145 0,2 0 0,0 0 0,0 1 0,1 1 0,1-1 0,0 2 0,1-1 0,0 1 0,-8 28 0,14-37 0,-1 0 0,-1 0 0,1 0 0,-1-1 0,0 1 0,0-1 0,-1 0 0,0 1 0,0-2 0,-8 9 0,38-44-122,-19 22 150,0 0 1,1 0 0,14-12 0,-19 18-384,0 1 1,0 0-1,1 0 0,-1 0 1,1 0-1,-1 0 1,1 1-1,7-2 0,4 3-6883,-2 9-2510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240 3570,'20'-16'3417,"30"-34"1,-6 5 2152,-42 44-5234,-1 0 0,0 0 0,0 0 1,0 0-1,1 0 0,-1 0 0,0 0 0,0-1 0,-1 1 0,1 0 0,0-1 0,0 1 0,-1 0 0,1-1 0,-1 1 0,1-1 0,0-1 0,-2 2-165,1 1 1,0-1-1,0 1 0,-1-1 0,1 0 0,0 1 0,-1-1 1,1 1-1,-1 0 0,1-1 0,-1 1 0,1-1 0,-1 1 0,1 0 1,-1-1-1,1 1 0,-1 0 0,1-1 0,-1 1 0,1 0 1,-1 0-1,0 0 0,1-1 0,-1 1 0,1 0 0,-1 0 0,-1 0 1,-5 0 393,-1 0 0,1 0 1,0 1-1,0-1 0,-14 5 1,-38 13-10,0 3 1,2 2-1,1 3 1,-101 63-1,-191 166-780,299-214 224,1 2 0,2 2 0,3 1 0,1 3 0,2 1 0,-45 77 0,67-96 0,2 0 0,1 1 0,1 1 0,2 1 0,1 0 0,2 0 0,1 1 0,2 0 0,1 0 0,2 0 0,1 1 0,2-1 0,5 39 0,0-43 0,2 0 0,1 0 0,1 0 0,2-1 0,1 0 0,1-1 0,1-1 0,2 0 0,1-1 0,1-1 0,1 0 0,42 42 0,-33-41 0,2 0 0,1-2 0,0-2 0,2-1 0,1-1 0,0-1 0,1-3 0,1 0 0,76 21 0,-53-23 0,1-3 0,1-3 0,0-3 0,0-2 0,0-3 0,0-2 0,84-14 0,-79 4 0,0-3 0,-1-3 0,-1-2 0,0-4 0,-2-2 0,91-51 0,-110 50 0,0-1 0,-2-3 0,-1-1 0,-2-2 0,-1-1 0,-2-2 0,-1-2 0,41-58 0,-52 61 0,-2-1 0,-1-1 0,-2-1 0,-2 0 0,-1-1 0,-2-1 0,-1 0 0,-3-1 0,-1 0 0,4-65 0,-11 65 0,-1 1 0,-3-1 0,-1 1 0,-1-1 0,-3 2 0,-1-1 0,-2 1 0,-2 0 0,-1 1 0,-2 1 0,-2 0 0,-1 2 0,-1 0 0,-34-43 0,-235-263 0,288 340 0,-10-12 0,-1 0 0,0 2 0,-1-1 0,0 1 0,0 1 0,-1 0 0,-1 1 0,0 1 0,0 0 0,0 1 0,-1 1 0,0 0 0,0 1 0,-1 1 0,1 1 0,-1 0 0,0 1 0,0 0 0,-23 2 0,-31 6 0,0 2 0,0 4 0,2 3 0,-110 37 0,178-51-25,-1-1 0,1 0 1,0 1-1,0-1 0,-1 1 0,1-1 1,0 1-1,0 0 0,0-1 0,0 1 1,0 0-1,0 0 0,0 0 0,0 0 1,0 0-1,0 0 0,0 0 0,1 0 1,-1 0-1,0 0 0,1 0 0,-1 1 1,1-1-1,-1 0 0,1 0 0,0 1 0,-1-1 1,1 0-1,0 0 0,0 1 0,0-1 1,0 2-1,1 1-813,0-1 0,0 0 0,0 1 0,1-1 1,-1 0-1,1 0 0,-1 0 0,1 0 0,0-1 0,0 1 0,5 4 0,12 12-5834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51 5667,'16'-27'4621,"-1"4"5228,-64 106 1321,-41 42-9519,3-5-1842,84-117 191,1 1 0,-1 0 0,1 0 0,0 0 0,0 0 0,0 1 0,1-1 0,-1 0 0,1 1 0,-1 7 0,2-11 0,0 0 0,0 0 0,0 0 0,1-1 0,-1 1 0,0 0 0,0 0 0,1 0 0,-1 0 0,0-1 0,1 1 0,-1 0 0,1 0 0,-1 0 0,1-1 0,-1 1 0,1 0 0,0-1 0,-1 1 0,1-1 0,1 2 0,0-1 0,1 0 0,-1 0 0,0-1 0,1 1 0,-1 0 0,0-1 0,1 0 0,-1 1 0,1-1 0,-1 0 0,4-1 0,40-3 0,59-14 0,-23 3 0,-70 14 0,38-6 0,0-1 0,-1-3 0,0-1 0,48-21 0,-95 32-94,22-9 481,-22 12-963,-14 7-2569,10-8 1863,0 0 1,1 0 0,-1 0-1,0 0 1,0 0-1,0-1 1,0 1 0,0 0-1,0-1 1,0 1-1,0-1 1,-3 0-1,-9-1-8325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3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11205,'-7'8'4258,"-3"7"-1505,0 3 1905,-3 10-1088,7 9-1217,2 7-96,-1 6-640,3 0-1521,2 1-96,0-5 0,2-7 0,0-5 0,3-5 0,-1-4-480,0-4-2017,4-2-1713,-3 0-1905,-3-3-4786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2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11 590 3634,'-10'0'3910,"23"-8"775,2 0-2643,-5 1-351,0 0 1,1 1 0,0 0 0,1 1-1,-1 0 1,1 1 0,20-5 0,830-182 711,-517 119-1920,21-3-259,282-64 1612,-530 107-1820,-117 32-16,2-1 0,0 1 0,0-1 0,0 1 0,0 0 0,0 0 0,0 0 0,1 0 0,-1 0 0,0 1 0,0 0 0,0-1 0,0 1 0,0 0 0,4 2 0,-5-2 332,2 0-1980,-4-10-4629,-2-4-2329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5:30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118 143 1873,'0'-9'3472,"0"7"-3068,0 0 1,0 0-1,0-1 0,0 1 1,0 0-1,1-1 1,-1 1-1,1 0 1,0 0-1,0-3 1,11-17 4282,-3 13 4896,-10 12-9231,0-1 0,-1 1 0,1 0 0,-1-1 0,0 1 0,1-1 0,-1 0 0,0 1 0,-3 1 0,-5 8 189,-19 29 646,-25 38-143,50-70-956,-1-1-1,1 1 1,0 0-1,1 0 1,0 1 0,1-1-1,-3 16 1,5-24-79,0 1 0,0-1 0,0 1 0,0 0 1,0-1-1,0 1 0,0-1 0,1 1 0,-1 0 0,0-1 0,1 1 0,-1-1 1,1 1-1,0-1 0,-1 1 0,1-1 0,0 0 0,0 1 0,0-1 1,0 0-1,0 0 0,0 1 0,3 1 0,-1-2-32,0 1 0,-1-1 1,1 0-1,0 0 0,0 0 0,0-1 0,0 1 1,0 0-1,0-1 0,1 0 0,4 0 0,3-1 151,-1 0-1,0-1 1,1 0-1,-1-1 1,0 0-1,16-7 1,-11 3-127,-1-1 0,1-1 0,-1-1 0,-1 0 0,0 0 1,23-25-1,-31 29-13,1-1-1,-1 0 1,0-1 0,-1 1-1,0-1 1,0 0 0,0 0 0,-1 0-1,0 0 1,-1-1 0,0 1-1,0-1 1,-1 0 0,1-14 0,-2 14 61,-1 0 0,1 1 1,-1-1-1,-1 1 1,0-1-1,0 1 0,0 0 1,-1 0-1,-5-9 1,7 15-35,0 0 0,0 0 0,-1 0 0,1 0 0,-1 0 0,1 0 0,-1 0 0,0 1 0,0-1 0,0 1 0,0-1-1,0 1 1,0 0 0,0 0 0,0 0 0,0 0 0,-1 0 0,1 0 0,0 0 0,-1 1 0,1-1 0,-1 1 0,1 0 0,0 0 0,-1 0 0,1 0 0,-1 0 0,1 0 0,-1 1 0,1-1 0,0 1 0,-1 0 0,1 0 0,0-1 0,0 2 0,-4 1 0,-4 1-15,0 1 0,0 0 0,1 1 0,-1 0 0,1 0 0,1 1 0,-1 1 0,1-1 0,1 1 0,-1 1 0,-10 15 0,13-16-60,5-8 25,0-1-1,0 1 1,0 0-1,0 0 1,0 0-1,0 0 1,1 0-1,-1 0 1,0 0-1,0 0 1,0 0-1,0 0 1,0 0-1,1 0 1,-1 1-1,0-1 1,0 0-1,0 0 1,0 0-1,0 0 1,0 0-1,0 0 1,1 0-1,-1 0 0,0 0 1,0 0-1,0 0 1,0 0-1,0 1 1,0-1-1,0 0 1,0 0-1,0 0 1,0 0-1,0 0 1,1 0-1,-1 1 1,0-1-1,0 0 1,0 0-1,0 0 1,0 0-1,0 0 1,0 0-1,0 1 1,0-1-1,0 0 1,0 0-1,0 0 1,0 0-1,0 0 1,-1 0-1,1 1 1,0-1-1,0 0 1,0 0-1,0 0 0,0 0 1,0 0-1,0 0 1,0 0-1,0 1 1,17 1-6747,-3-2-899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88 2513,'-1'0'205,"-1"0"0,1 0 0,0-1 0,-1 1 0,1-1 0,-1 1 0,1-1 0,0 1 0,-1-1 0,1 0 0,0 1 0,0-1 0,0 0 0,0 0 0,-1 0 0,1 0 0,0 0 0,1 0 0,-1-1 0,0 1 0,0 0 0,0 0 0,1-1 0,-2-1 0,1 1 238,0 0-1,0 0 0,0 1 1,0-1-1,0 0 1,-1 1-1,1-1 1,-1 1-1,1-1 0,-1 1 1,1 0-1,-1 0 1,0 0-1,1 0 1,-1 0-1,0 0 0,-6-2 4086,2 2-2167,13 8-566,47 34 6590,-144-126-7846,96 90-539,1 0 0,0 0 0,0-1 0,8 5 0,27 17 0,-7 2 0,-14-11 0,0 0 0,-1 1 0,19 24 0,412 500 0,-415-503 0,42 37 0,-46-48 0,-2 3 0,43 52 0,-61-67 0,1-1 0,1 0 0,0-1 0,1 0 0,0-2 0,25 17 0,-40-29 0,0 0 0,0 0 0,0 0 0,0 0 0,0 0 0,1 0 0,-1 1 0,0-1 0,0 0 0,0 0 0,0 0 0,0 0 0,0 0 0,0 0 0,1 0 0,-1 0 0,0 0 0,0 0 0,0 0 0,0 0 0,0 0 0,0 0 0,0 0 0,1 0 0,-1 0 0,0 0 0,0 0 0,0 0 0,0 0 0,0 0 0,0 0 0,0-1 0,1 1 0,-1 0 0,0 0 0,0 0 0,0 0 0,0 0 0,0 0 0,0 0 0,0 0 0,0 0 0,0 0 0,0-1 0,0 1 0,0 0 0,1 0 0,-1 0 0,0 0 0,0 0 0,0 0 0,0 0 0,0-1 0,0 1 0,-1 0 0,1 0 0,0-1 0,0 1 0,0 0 0,0 0 0,-1 0 0,1-1 0,0 1 0,0 0 0,0 0 0,-1 0 0,1 0 0,0 0 0,0 0 0,-1-1 0,1 1 0,0 0 0,0 0 0,-1 0 0,1 0 0,0 0 0,0 0 0,-1 0 0,1 0 0,0 0 0,0 0 0,-1 0 0,1 0 0,0 0 0,0 0 0,-1 1 0,1-1 0,0 0 0,0 0 0,-1 0 0,1 0 0,-23 9-1839,14-5-2413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1071 30 2897,'-1'-17'2634,"1"17"-2218,-1-1 0,1 0 0,0 1 0,0-1 0,0 0 0,0 1 0,-1-1 0,1 1 0,0-1 0,-1 0 0,1 1 0,0-1 0,-1 1 0,1-1 0,-1 1 0,1-1 0,-1 1 0,1-1 0,-2 0 0,-14 0 6975,-1 4-6410,14-3-1223,-88 16 3078,-29 4-582,-145 43 0,237-54-2024,0 1-1,1 2 1,0 1-1,1 0 1,1 2-1,0 1 0,1 1 1,1 1-1,0 1 1,2 1-1,0 1 1,1 1-1,1 1 1,-20 31-1,14-11-229,1 1 0,2 1 0,2 1 0,2 1 0,2 1 0,-12 63 0,20-70 0,2 1 0,2 0 0,2 0 0,1 0 0,3 0 0,1 0 0,17 79 0,-12-93 0,1 0 0,1 0 0,2-1 0,1 0 0,1-1 0,1-1 0,1 0 0,38 44 0,-22-35 0,0-2 0,2-1 0,2-1 0,1-3 0,41 25 0,-42-32 0,1-2 0,0-1 0,1-2 0,1-2 0,0-1 0,0-2 0,1-2 0,1-2 0,65 2 0,-22-7 0,-1-5 0,0-3 0,139-29 0,-164 23 0,0-2 0,-1-3 0,-1-2 0,81-42 0,-102 42 0,0-1 0,-1-2 0,-2-1 0,0-1 0,-2-2 0,0-2 0,38-48 0,-45 48 0,-2 0 0,-1-2 0,-1 0 0,-2-1 0,-1-1 0,-2-1 0,-1 0 0,-2-1 0,-1 0 0,-2 0 0,-1-1 0,-2 0 0,1-68 0,-6 54 0,-3 1 0,-2-1 0,-2 1 0,-18-68 0,17 91 0,-1 0 0,-1 1 0,-1 0 0,-1 0 0,-1 1 0,-1 1 0,-1 0 0,-1 1 0,-30-31 0,32 40 0,-1 0 0,0 2 0,-1 0 0,0 0 0,-25-11 0,-94-33 0,49 21 0,58 21 0,-1 1 0,0 2 0,-1 1 0,0 2 0,0 0 0,-1 2 0,-51-1 0,67 6-67,-49-1 151,1 3 1,-73 12-1,117-10-268,-1 0 0,1 1 0,0 1 0,0 1 0,1 0 0,0 2 0,0 0 0,1 1 0,0 1 0,0 0 0,-16 16 0,6-2-4824,2 2-2977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237 103 1761,'2'-1'809,"1"-1"0,-1 1 0,0 0 0,0-1 1,0 0-1,0 1 0,0-1 0,0 0 0,0 0 0,-1 0 0,1 0 0,-1 0 1,0 0-1,1-1 0,-1 1 0,0 0 0,0-1 0,0 1 0,-1-1 1,1 1-1,0-1 0,-1-3 0,0 4-562,0-1 1,-1 1-1,0-1 1,0 1-1,1 0 0,-1 0 1,0 0-1,-1-1 1,1 1-1,0 0 0,-1 0 1,1 0-1,-1 1 1,1-1-1,-1 0 0,0 1 1,0-1-1,0 1 1,0-1-1,0 1 1,0 0-1,0 0 0,-1 0 1,-2-1-1,0 0-170,0 1 1,0 0-1,0 0 1,0 0-1,0 0 0,-1 1 1,1 0-1,0 0 0,0 1 1,0-1-1,0 1 0,-1 0 1,1 0-1,0 1 0,0 0 1,1 0-1,-1 0 0,-6 4 1,-7 4 22,1 1 0,0 0 0,-20 19 0,34-27-58,-1 0-1,1 0 0,0 0 0,0 0 0,0 1 1,1-1-1,-1 1 0,1 0 0,-1 0 1,1 0-1,1 0 0,-1 0 0,0 0 0,1 0 1,0 1-1,0-1 0,0 0 0,1 1 0,0-1 1,-1 1-1,1-1 0,1 1 0,-1-1 1,1 1-1,1 4 0,0-2 2,1 0-1,0 0 1,0-1 0,0 1 0,1-1-1,0 1 1,1-1 0,-1-1 0,1 1-1,0 0 1,1-1 0,-1 0 0,1-1-1,8 7 1,-13-11-45,9 7-5,0-1 1,1 1-1,0-2 0,13 6 0,-21-10 13,0 0 0,1 0-1,-1 0 1,0-1 0,0 0 0,0 1 0,1-1-1,-1 0 1,0 0 0,0-1 0,0 1-1,1-1 1,-1 0 0,0 1 0,0-1 0,0-1-1,0 1 1,0 0 0,0-1 0,5-3 0,2-3 184,0 0 0,0-1 1,-1 0-1,0-1 0,-1 0 1,0-1-1,0 1 1,-1-1-1,-1-1 0,9-18 1,-28 54 257,1 30-448,1 0 0,3 1 0,2 0 0,2 59 0,-7 67 0,6-137 0,23-91 0,-7 7-1413,-10 11-4932,-2 6-2032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4:50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1 388 2561,'16'-15'5426,"-15"14"-5122,0-1 0,0 1 0,0-1 0,1 1 0,-1 0 0,1-1 0,-1 1 0,1 0 0,-1 0 0,1 0 0,0 0 0,-1 1 0,5-2 0,1 3 904,2 1 961,-9-2-2147,0 0 1,1 0-1,-1-1 1,0 1-1,0 0 1,0 0-1,0 0 1,0 0-1,1 0 1,-1 0-1,0-1 1,0 1 0,0 0-1,0 0 1,0 0-1,0 0 1,0 0-1,0-1 1,0 1-1,0 0 1,0 0-1,0 0 1,0 0-1,0-1 1,1 1-1,-1 0 1,0 0-1,-1 0 1,1 0-1,0-1 1,0 1 0,0 0-1,0 0 1,0 0-1,0 0 1,0 0-1,0-1 1,0 1-1,0 0 1,0 0-1,0 0 1,0 0-1,-1 0 1,1-1-1,0 1 1,0 0-1,0 0 1,0 0 49,0-1-1,0 1 1,0 0 0,0 0 0,1-1 0,-1 1-1,0 0 1,0 0 0,0-1 0,1 1-1,-1 0 1,0 0 0,0-1 0,1 1-1,-1 0 1,0 0 0,1 0 0,-1 0-1,0 0 1,1 0 0,-1-1 0,0 1-1,0 0 1,1 0 0,-1 0 0,0 0-1,1 0 1,-1 0 0,0 0 0,1 0 0,-1 0-1,0 1 1,1-1 0,-1 0 0,0 0-1,1 0 1,-1 0 0,0 0 0,0 0-1,1 1 1,30 3 925,6 1-718,-23-7-177,-1 0-1,23-7 1,17-3 833,101-8-1528,545-86 2019,-667 100-1415,595-102 1200,-207 25 4466,-368 77-4146,-40 2 40,-8 5-2285,-13 5-1375,-28 12-8236,7-4 2081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16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6 400 3586,'2'-5'840,"1"0"0,0 0 1,0 0-1,0 0 1,0 1-1,1 0 0,0 0 1,0 0-1,8-7 0,-12 11-753,0 0 0,0 0-1,0 0 1,-1 0-1,1 0 1,0 0 0,0 0-1,0-1 1,0 1-1,0 0 1,0 0 0,-1 0-1,1 0 1,0 0-1,0 0 1,0 0-1,0 0 1,0-1 0,0 1-1,0 0 1,0 0-1,-1 0 1,1 0 0,0 0-1,0 0 1,0-1-1,0 1 1,0 0-1,0 0 1,0 0 0,0 0-1,0 0 1,0-1-1,0 1 1,0 0 0,0 0-1,0 0 1,0 0-1,0-1 1,0 1-1,0 0 1,0 0 0,0 0-1,0 0 1,1 0-1,-1 0 1,0-1 0,0 1-1,0 0 1,0 0-1,0 0 1,0 0 0,0 0-1,0 0 1,1 0-1,-1-1 1,0 1-1,0 0 1,0 0 0,0 0-1,0 0 1,1 0-1,-11 0 3154,0 5-3292,-14 9-347,25-12 472,1 0 173,-8 0 182,64-20 1752,185-26-471,24-2-849,400-63 1887,-527 84-1727,183-33-297,-121 20 1825,-177 33-2548,37-2 0,-40 6 0,1-2 0,26-6 0,-36 7 0,-12 4 0,6-2 0,2 1 0,-9-1 0,0 0 0,0 0 0,0 0 0,0 1 0,0-1 0,0 0 0,0 0 0,0 0 0,0 0 0,0 1 0,1-1 0,-1 0 0,0 0 0,0 0 0,-1 0 0,1 1 0,0-1 0,0 0 0,0 0 0,0 0 0,0 0 0,0 1 0,0-1 0,0 0 0,0 0 0,0 0 0,0 0 0,0 0 0,0 0 0,-1 1 0,1-1 0,0 0 0,0 0 0,0 0 0,0 0 0,0 0 0,-1 0 0,1 0 0,0 0 0,0 0 0,0 1 0,0-1 0,0 0 0,-1 0 0,1 0 0,0 0 0,0 0 0,0 0 0,0 0 0,-1 0 0,1 0 0,0 0 0,0 0 0,-11 4-1250,-16 6-11229,11-8 5078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6:40.6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3874,'2'7'7460,"3"-6"-4210,-5-1-3157,0 0-1,0 0 1,0-1-1,0 1 1,0 0-1,0 0 1,0 0-1,1 0 1,-1 0-1,0 0 1,0 0-1,0 0 1,0 0-1,0 0 1,1 0-1,-1 0 1,0 0-1,0 0 1,0 0 0,0 0-1,0 1 1,0-1-1,1 0 1,-1 0-1,0 0 1,0 0-1,0 0 1,0 0-1,0 0 1,0 0-1,0 0 1,0 0-1,0 0 1,1 1-1,-1-1 1,0 0 0,0 0-1,0 0 1,0 0-1,0 0 1,0 0-1,0 1 1,0-1-1,0 0 1,0 0-1,0 0 1,0 0-1,0 0 1,0 0-1,0 1 1,0-1-1,0 0 1,0 0 0,0 0-1,3 43 5226,0 3-4137,-7 15-407,2-44-690,4-26 32,17-89-191,-11 62 94,-5-3-24,-5 34 123,-1 25 300,0 0 329,2 0 1,0 0-1,1 0 1,5 29-1,-5-47-785,0-2 40,0 1 1,0 0 0,0-1 0,0 1 0,0 0-1,0-1 1,1 1 0,-1-1 0,0 1 0,0 0-1,0-1 1,1 1 0,-1-1 0,0 1-1,1-1 1,-1 1 0,0-1 0,1 1 0,-1-1-1,1 1 1,-1-1 0,1 0 0,-1 1 0,1-1-1,-1 1 1,1-1 0,0 0 0,-1 0 0,1 1-1,-1-1 1,1 0 0,0 0 0,0 0 18,-10-4-11090,1 4 1846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 6227,'-45'-3'4773,"45"-8"3351,0 11-8055,0-1-1,0 1 1,0 0-1,0-1 1,0 1-1,0 0 1,0 0-1,0-1 1,0 1-1,0 0 1,0-1-1,-1 1 0,1 0 1,0 0-1,0-1 1,0 1-1,-1 0 1,1 0-1,0-1 1,0 1-1,-1 0 1,1 0-1,0 0 1,0 0-1,-1-1 1,1 1-1,0 0 1,-1 0-1,1 0 1,0 0-1,0 0 1,-1 0-1,1 0 0,0 0 1,-1 0-1,1 0 1,0 0-1,-1 0 1,1 0-1,0 0 1,-1 0-1,1 0 1,0 0-1,0 0 1,-1 0-1,1 1 1,0-1-1,-1 0 1,1 0-1,0 0 1,-1 1-1,1-1 145,0 0-1,0 0 1,-1 1-1,1-1 1,0 0 0,0 1-1,0-1 1,0 0-1,0 1 1,0-1-1,-1 0 1,1 1 0,0-1-1,0 0 1,0 1-1,0-1 1,0 0-1,0 1 1,0-1 0,0 1-1,0-1 1,1 0-1,-1 1 1,0-1-1,0 0 1,0 1 0,0-1-1,0 0 1,1 0-1,-1 1 1,0-1 0,0 0-1,0 1 1,1-1-1,-1 0 1,0 0-1,1 0 1,-1 1 0,21 20 1878,28 17-2391,28 6 300,92 37 0,31 16 0,-77-34 0,-77-41 0,-1 1 0,-2 2 0,-1 2 0,62 51 0,108 103 0,-149-132 0,102 102 0,-143-130 0,2-1 0,-1-2 0,30 18 0,-26-18 0,-1 1 0,35 32 0,57 74 0,-118-124-12,1 0 1,0 0-1,-1 0 0,1 0 0,0-1 1,0 1-1,-1 0 0,1-1 0,0 1 1,0-1-1,0 1 0,0-1 0,0 1 1,0-1-1,0 0 0,0 1 0,0-1 1,0 0-1,0 0 0,0 1 0,0-1 1,2 0-1,-2-1 42,0 1 0,-1-1 0,1 0 0,-1 1 0,1-1 0,0 0 0,-1 1 0,1-1 0,-1 0 0,1 1 0,-1-1 0,1 0 0,-1 0 0,0 0 0,0 1 0,1-1 0,-1 0 0,0 0 0,0 0 0,0-1 0,0-49-4074,0 50 3377,0-10-5979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70 6163,'0'-39'4309,"-13"8"12075,0 53-14008,0 4-1178,1 0 1,-15 51-1,20-51-1204,2 0 0,1 1 0,0 0 0,3-1 0,0 1 0,1 0 0,2 0 0,1 0 0,10 46 0,-11-54 30,1 5-266,1-14-4556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 9636,'-1'-1'652,"0"0"0,0 0 0,0 1-1,0-1 1,0 0 0,0 1 0,0-1-1,0 1 1,0-1 0,0 1 0,-1 0-1,1 0 1,-2-1 0,-19 3 3833,-23 16-1883,28-11-965,6-3-1199,1 1 0,-1 1 1,1-1-1,0 2 0,1-1 0,-1 1 1,1 1-1,0 0 0,-12 14 1,14-13-386,1 0-1,0 0 1,0 1 0,1 0 0,0 0 0,1 0 0,0 0 0,1 1 0,0-1 0,0 1 0,1 0 0,1 0-1,0 0 1,0 0 0,1 0 0,2 16 0,-1-16-53,1 0 0,0-1 0,1 1 0,0-1 0,0 0 0,1 0 0,1 0 0,0 0 0,0-1 0,12 16 0,-15-22 0,1 0 0,0 0 0,0 0 0,0 0 0,0 0 0,0 0 0,1-1 0,0 0 0,-1 1 0,1-1 0,0-1 0,0 1 0,0 0 0,0-1 0,0 0 0,0 0 0,0 0 0,1-1 0,-1 1 0,0-1 0,0 0 0,1 0 0,-1-1 0,0 1 0,0-1 0,0 0 0,1 0 0,-1 0 0,6-3 0,1-2 0,-1 0 0,0 0 0,0-1 0,-1 0 0,0 0 0,0-1 0,0-1 0,-1 0 0,-1 0 0,1 0 0,-1-1 0,-1 0 0,0 0 0,0 0 0,-1-1 0,-1 0 0,7-23 0,-9 26 0,0 0 0,-1-1 0,0 1 0,0 0 0,-1-1 0,0 1 0,0 0 0,-1-1 0,0 1 0,0 0 0,-5-13 0,4 15 0,-1 0 0,0 0 0,0 0 0,0 1 0,-1-1 0,0 1 0,0 0 0,0 0 0,0 1 0,-1-1 0,0 1 0,0 0 0,0 0 0,-1 0 0,1 1 0,-9-4 0,5 3 3,-1 1 0,0 0 0,0 0 1,0 1-1,-1 0 0,1 0 0,0 2 0,-1-1 0,1 1 1,-1 1-1,1 0 0,0 0 0,-17 5 0,19-4-709,1 0-1,-1 1 1,1 0-1,0 1 1,0-1 0,-10 8-1,17-10 213,-1-1 0,0 0 0,1 1 1,-1-1-1,0 1 0,1-1 0,-1 1 0,1 0 0,-1-1 0,1 1 0,-1-1 0,1 1 0,-1 0 1,1-1-1,0 1 0,-1 0 0,1 0 0,0-1 0,0 1 0,-1 0 0,1 0 0,0 0 1,0 1-1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916 1 5827,'-31'1'10298,"-1"1"-5952,-53 1-1062,55-3-2562,0 1-1,0 1 1,1 2 0,-1 1 0,1 1 0,0 2-1,0 0 1,1 2 0,-39 20 0,21-6-363,1 3-1,1 1 1,1 3 0,-60 55 0,92-75-359,0 0 0,0 1 0,2 0 0,-1 0 0,1 1 0,1 1 0,1 0 0,-8 17 0,3 2 0,2 0 0,-11 57 0,13-41 0,1 0 0,1 98 0,7-116 0,1 0 0,2-1 0,1 1 0,2-1 0,19 57 0,-13-58 0,2 1 0,1-2 0,1 0 0,39 47 0,98 91 0,-113-127 0,1-1 0,2-2 0,2-2 0,51 29 0,-72-50 0,0 0 0,0-2 0,1-1 0,1 0 0,0-2 0,0-2 0,1 0 0,-1-2 0,1-1 0,35 0 0,-9-6 0,0-3 0,0-1 0,-1-4 0,92-29 0,201-97 0,-237 91 0,-65 28 0,-1-3 0,0-2 0,-2-1 0,0-2 0,-2-2 0,46-42 0,-66 51 0,0 0 0,-2-1 0,0 0 0,-2-2 0,0 0 0,-1-1 0,-1 0 0,-2-1 0,0 0 0,-1-1 0,-2 0 0,-1 0 0,5-28 0,-9 31 0,0 0 0,-2-1 0,0 1 0,-2-1 0,-1 1 0,0-1 0,-2 1 0,0 0 0,-1 0 0,-12-29 0,6 25 0,-2 0 0,0 2 0,-1-1 0,-2 2 0,0 0 0,-2 1 0,-38-38 0,28 32 0,-138-127 0,124 119 0,-1 3 0,-54-32 0,79 55 0,-1 1 0,1 1 0,-1 0 0,-1 2 0,1 0 0,-1 1 0,0 1 0,-1 1 0,1 1 0,-39 0 0,-3 6 0,0 3 0,-74 18 0,82-13 0,0-2 0,-1-3 0,-76 1 0,115-8 3,-1 1-1,1 1 1,0 0 0,-1 1-1,1 1 1,0 1-1,1 0 1,-28 14 0,-9 8-107,-53 37 1,75-45-63,25-15-142,-28 18-7636,18-10-1527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7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23 353 2945,'-8'1'497,"0"-2"493,10-3 17,10-12 920,-12 15-1724,5-8 2603,-4 5-787,-3 5 130,-2 10 3762,3-8-5796,-1 1-1,1-1 1,0 0-1,-1 0 1,0 0-1,0 0 1,0 0-1,0 0 1,-4 4-1,32-5 1068,10-7-661,0-1 0,50-17 0,10-2-304,56-5-58,202-48 813,-233 45-437,244-30 0,-252 52 349,187-41 0,-276 46-676,102-23 1153,-92 27 438,8-2-930,-41 4-869,-18 8-2001,-18 5-7114,13-7 2506,-14 6-3727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18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55 2225,'21'-21'2026,"-18"18"-1119,0-1 0,0 1 0,0 0 0,1 0 0,-1 0 0,1 1 0,0-1 0,6-2 0,-2 1 10918,-16 9-6343,0 0-6171,1 3 834,0-1 1,1 1-1,0 1 1,1-1-1,-1 1 0,1 0 1,1 0-1,0 0 1,0 1-1,1 0 0,0-1 1,1 1-1,0 0 1,1 0-1,0 1 0,0-1 1,1 12-1,0-20-140,1 0-1,-1 0 1,1 0-1,-1 0 1,1 0-1,0 0 1,0 0-1,0 0 1,0-1-1,0 1 1,0 0-1,0 0 1,0-1-1,1 1 1,-1-1-1,1 1 1,-1-1-1,1 0 1,0 1-1,-1-1 1,4 1-1,-2 0-5,1-1 1,0 0-1,0 0 1,1 0-1,-1 0 1,0 0-1,0-1 1,0 0-1,0 0 0,6-1 1,0 0-10,0 0 0,1-2 0,-1 1 0,0-1 0,0-1 0,-1 1 0,19-11 1,-23 10 56,0 0 1,0-1 0,0 1 0,-1-1 0,0 0 0,0-1-1,0 1 1,0 0 0,-1-1 0,4-10 0,-5 14-30,-1-1 0,0 1 0,0 0 0,0-1-1,-1 1 1,1 0 0,-1-1 0,1 1 0,-1-1 0,0 1 0,0-1 0,0 1 0,0-1 0,0 1 0,0-1 0,-1 1 0,0-1 0,1 1 0,-1-1 0,0 1 0,0 0-1,0-1 1,0 1 0,0 0 0,-1 0 0,1 0 0,-1 0 0,0 0 0,-3-3 0,-1 2-15,1 0 0,-1 1-1,0 0 1,0 0 0,0 1 0,0 0 0,0 0 0,0 0-1,-1 1 1,1 0 0,0 0 0,-9 1 0,-4 0 0,30-7-2377,1 1-7610,-6 3-68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24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5491,'0'-1'498,"1"1"0,0-1 0,-1 1 1,1-1-1,-1 1 0,1 0 0,0-1 1,-1 1-1,1-1 0,-1 1 0,1 0 1,0 0-1,0 0 0,-1-1 0,1 1 1,0 0-1,-1 0 0,1 0 0,0 0 1,0 0-1,-1 0 0,1 0 0,0 0 1,0 0-1,-1 1 0,2-1 0,6 19 8778,-4-8-10157,0 3 2097,0 1 0,3 28 0,-5 67 12,-2-70-675,-7-91-553,14-40 0,-7 91 0,0 0 0,0 0 0,0 0 0,0 0 0,0 0 0,0 0 0,0 0 0,0 0 0,0 0 0,0 0 0,0 0 0,0 0 0,-1 0 0,1 0 0,0 0 0,0 0 0,0 0 0,0 0 0,0 0 0,0 0 0,0 0 0,0 0 0,0 0 0,0 0 0,0 0 0,0 0 0,0 0 0,0 0 0,0 0 0,0 0 0,0 0 0,0 0 0,0 0 0,0 0 0,0 0 0,0 0 0,0 0 0,0 0 0,0 0 0,-1 0 0,1 0 0,0 0 0,-3 9 0,-2 15 0,7-5 667,1-9-2200,2-6-6864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33.2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4258,'0'-1'3894,"1"0"-3495,0 1 0,-1-1 0,1 1 0,-1-1-1,1 1 1,-1-1 0,1 1 0,-1-1 0,1 1 0,-1-1 0,1 0 0,-1 1 0,0-1 0,1 0 0,-1 1 0,-3-6 9461,10 9-8585,-7-4-1104,39-10 469,7-5-536,-31 10 4,0 1 0,0 0 0,1 1 0,-1 1 1,19-1-1,-33 3-88,0 1 1,-1 0 0,1 0-1,-1 0 1,1 0-1,-1 1 1,1-1 0,0 0-1,-1 0 1,1 0 0,-1 0-1,1 1 1,-1-1-1,1 0 1,-1 0 0,1 1-1,-1-1 1,1 0-1,-1 1 1,1-1 0,-1 1-1,0-1 1,1 0-1,-1 1 1,0-1 0,1 1-1,-1-1 1,0 1 0,1-1-1,-1 1 1,0-1-1,0 1 1,0 0 0,1 1 50,-1 0 1,0 1 0,0-1-1,-1 0 1,1 0 0,0 0-1,-1 0 1,1 0 0,-2 4-1,-1-1 52,1 1 0,-1-1 0,0 1 0,0-1 0,0 0 0,-7 8 0,-36 21 496,31-23-385,0 0-1,-23 24 1,35-32-220,0 1-1,0-1 1,0 1 0,0 0-1,1 0 1,-1 0 0,1 1 0,0-1-1,0 1 1,1-1 0,0 1 0,-1-1-1,1 1 1,1 0 0,-1 6 0,1-10 0,0 0 1,0 0-1,1-1 1,-1 1 0,0 0-1,1-1 1,-1 1 0,1-1-1,-1 1 1,1 0-1,-1-1 1,1 1 0,-1-1-1,1 0 1,0 1 0,-1-1-1,1 1 1,0-1-1,-1 0 1,1 1 0,0-1-1,-1 0 1,1 0-1,0 0 1,-1 1 0,1-1-1,0 0 1,0 0 0,-1 0-1,1 0 1,0 0-1,0 0 1,-1-1 0,1 1-1,0 0 1,0 0 0,-1 0-1,2-1 1,35-8 776,-32 8-1088,51-16 802,-24 7-432,41-8 0,-63 14-73,-19 9 0,3-12-1370,4 0-5546,1 0-149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1.1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1794 65 4450,'2'-17'4578,"11"-25"540,-10 36-146,-22 34-4039,-1-2 0,-43 44 0,22-26-741,-19 21 41,-3-3 1,-3-3 0,-84 58-1,-235 122 1511,125-96-575,-309 185 1645,553-317-2744,-42 30 129,54-38-201,0 1 0,0 0 0,0-1 0,1 1 1,-1 1-1,1-1 0,0 0 0,0 1 0,1 0 0,-3 6 1,5-11 6,-1 1 0,1 0 1,0-1-1,0 1 1,-1 0-1,1-1 0,0 1 1,0 0-1,0-1 1,0 1-1,0 0 0,0-1 1,0 1-1,0 0 1,0-1-1,0 1 0,1 0 1,-1-1-1,0 1 1,0 0-1,1 0 0,-1-1 9,1 0 0,-1 0 0,1 0 0,-1 0-1,0 0 1,1 0 0,-1 0 0,0 0 0,1 0 0,-1-1-1,1 1 1,-1 0 0,0 0 0,1 0 0,-1 0-1,0-1 1,1 1 0,-1 0 0,0 0 0,0-1 0,1 1-1,-1 0 1,0-1 0,0 1 0,1 0 0,-1-1 0,0 1-1,0 0 1,0-1 0,0 1 0,1 0 0,-1-1-1,0 1 1,0 0 0,0-1 0,21-35-433,-12 25-5187,0 1-8109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1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46 6067,'17'-46'7771,"-16"68"-2259,-6-3-4480,-1 0 0,-1 0 0,-1 0 0,-17 30-1,-52 67 1075,-9 17-884,76-115-1049,-19 42 45,27-55-111,0 0 1,0 0 0,0 1-1,1-1 1,0 0 0,0 1-1,1-1 1,-1 1-1,1 6 1,1-11-43,-1 0 1,1 0-1,-1 1 0,1-1 1,-1 0-1,1 0 0,0 0 0,-1 0 1,1 0-1,0 0 0,0-1 1,-1 1-1,1 0 0,0 0 1,0-1-1,0 1 0,0 0 0,0-1 1,0 1-1,1-1 0,-1 1 1,0-1-1,0 1 0,0-1 1,0 0-1,0 0 0,1 0 0,-1 0 1,0 0-1,0 0 0,0 0 1,1 0-1,0 0 0,48-7 499,-42 5-360,383-83 271,-391 85-499,1 0-1,-1 0 1,0 0-1,0-1 1,0 1-1,0 0 1,1 0-1,-1 0 1,0 0-1,0 0 1,0 0-1,0 0 1,0-1-1,0 1 1,1 0-1,-1 0 1,0 0-1,0 0 1,0-1-1,0 1 1,0 0-1,0 0 1,0 0-1,0 0 1,0-1-1,0 1 1,0 0 0,0 0-1,0 0 1,0-1-1,0 1 1,0 0-1,0 0 1,0 0-1,0 0 1,0-1-1,0 1 1,0 0-1,0 0 1,0 0-1,0 0 1,-1-1-1,1 1 1,0 0-1,0 0 1,0 0-1,0 0 1,0 0-1,0 0 1,-1-1-1,1 1 1,0 0-1,0 0 1,-10-10-7023,3 2-4753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6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61 12918,'1'-19'1130,"-3"-11"5401,2 30-6305,0-1-1,-1 1 1,1-1-1,0 0 0,0 1 1,0-1-1,0 1 1,-1-1-1,1 1 1,0-1-1,0 1 1,-1-1-1,1 1 0,-1 0 1,1-1-1,0 1 1,-1-1-1,1 1 1,-1 0-1,1-1 1,-1 1-1,1 0 0,-1-1 1,1 1-1,-1 0 1,1 0-1,-2-1 1,1 2-12,-1-1 1,1 1-1,0-1 1,-1 1 0,1 0-1,0-1 1,-1 1-1,1 0 1,0 0-1,0 0 1,0 0-1,-1 0 1,1 0 0,0 0-1,0 0 1,-1 2-1,-14 19 89,1 0 0,1 0 0,0 2 0,2-1 0,1 2 0,1-1-1,-14 53 1,6 5-400,-10 98-1,20-122 98,1-10 0,1 1 0,2 86 0,4-134 0,0-1 0,0 1 0,0-1 0,0 0 0,0 1 0,0-1 0,0 1 0,1-1 0,-1 1 0,0-1 0,0 1 0,0-1 0,0 0 0,1 1 0,-1-1 0,0 1 0,0-1 0,1 0 0,-1 1 0,0-1 0,1 0 0,-1 1 0,0-1 0,1 0 0,-1 0 0,0 1 0,1-1 0,-1 0 0,1 0 0,-1 0 0,1 1 0,-1-1 0,0 0 0,1 0 0,-1 0 0,1 0 0,-1 0 0,1 0 0,-1 0 0,1 0 0,-1 0 0,1 0 0,-1 0 0,0 0 0,1-1 0,-1 1 0,1 0 0,-1 0 0,1 0 0,0-1 0,25-14 0,-20 10 0,-3 3 0,22-14 0,1 1 0,38-18 0,-58 31 0,0-1 0,0 1 0,0 0 0,0 0 0,0 0 0,0 1 0,1 0 0,-1 0 0,0 1 0,1 0 0,-1 0 0,1 1 0,-1-1 0,0 1 0,1 1 0,-1-1 0,0 1 0,6 2 0,-9-2 0,0 0 0,-1-1 0,1 1 0,0 0 0,-1 0 0,0 1 0,1-1 0,-1 0 0,0 1 0,0-1 0,-1 1 0,1 0 0,0 0 0,-1 0 0,0 0 0,1 0 0,-1 0 0,0 0 0,-1 0 0,1 0 0,-1 0 0,1 0 0,-1 1 0,0-1 0,0 0 0,0 0 0,-1 0 0,1 1 0,-2 3 0,1-1 0,-1-1 0,0 1 0,0-1 0,0 0 0,-1 0 0,1 0 0,-1 0 0,-1 0 0,1-1 0,-1 1 0,1-1 0,-1 0 0,0 0 0,-1 0 0,-8 6 0,-2-3 0,-1 0 0,1-1 0,-1-1 0,0 0 0,0-1 0,0-1 0,-1-1 0,1 0 0,-1-1 0,1-1 0,-1 0 0,0-1 0,-18-4 0,34 5-52,1 0-1,-1 0 1,0 0-1,1 0 1,-1 0-1,0 0 1,1 0-1,-1-1 1,0 1 0,1 0-1,-1 0 1,0-1-1,1 1 1,-1 0-1,1-1 1,-1 1 0,1 0-1,-1-1 1,0 1-1,1-1 1,0 1-1,-1-1 1,1 1-1,-1-1 1,1 1 0,0-1-1,-1 0 1,1 1-1,0-1 1,-1 1-1,1-2 1,0 1-786,1-1 0,0 1 1,-1 0-1,1 0 0,0 0 1,0-1-1,-1 1 0,1 0 0,0 0 1,0 0-1,0 0 0,0 0 1,1 1-1,-1-1 0,1-1 0,16-10-11677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6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15575,'-2'4'4866,"2"0"-2304,-2 0 2448,4-2-1489,2 5-2288,7 3-1233,1 3 0,3-1 0,4 5 0,2 0 0,-3-5 0,1 1 0,-4-5 0,-5 1 0,1-3-1153,3-2-2304,3-2-1761,2-2-4115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7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724 0 17832,'-21'4'3218,"-6"7"591,-7 5 1970,3 12-3650,0 13-2129,-9 14 0,0 12 0,-4 10 0,-4 7 0,-6 8 0,0 0 0,-7-1 0,2-1-304,-1 0-4610,-1-6-1121,3-5-3586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2.5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476 37 11845,'31'-36'9677,"-30"36"-9548,-1-1 0,1 1 1,-1 0-1,1 0 0,-1 1 1,1-1-1,-1 0 0,1 0 1,-1 0-1,1 0 0,-1 0 1,1 0-1,-1 1 0,1-1 1,-1 0-1,1 0 0,-1 1 1,1-1-1,-1 0 0,0 1 0,1-1 1,-1 0-1,0 1 0,1-1 1,-1 1-1,0-1 0,1 0 1,-1 1-1,0-1 0,0 1 1,1 0-1,9 16 1469,-2 3-721,-1 1 0,0 0 0,-2 0 0,0 0 0,3 37 0,3 16-630,-12-119-247,0-9-7,1 50-8,0 1 1,-1-1 0,0 1 0,0 0 0,0-1-1,0 1 1,0 0 0,-1 0 0,1 0 0,-1 0-1,0 0 1,-2-4 0,2 6-2,1 0 0,0 0-1,0 1 1,-1-1 0,1 0 0,-1 0 0,1 1 0,0-1 0,-1 1-1,1-1 1,-1 1 0,0 0 0,1-1 0,-1 1 0,1 0 0,-1 0-1,1 0 1,-1 0 0,1 0 0,-1 1 0,0-1 0,1 0 0,-1 1-1,1-1 1,-2 2 0,-40 19-59,39-18 68,-38 25 76,0 2 1,2 2-1,2 2 0,1 1 0,2 2 0,1 2 0,2 1 0,1 1 0,-37 69 0,55-85-68,1 1-1,0 0 1,3 1-1,0 0 1,-6 29-1,13-46 0,0 1 0,1-1 0,0 0 0,0 0 0,1 1 0,0-1 0,1 0 0,0 1 0,1-1 0,0 0 0,1 0 0,0 0 0,0 0 0,1-1 0,0 1 0,1-1 0,7 11 0,-10-17-43,1-1 1,-1 1-1,1-1 0,-1 0 1,1 1-1,0-1 0,0 0 1,0-1-1,0 1 0,0-1 1,1 1-1,-1-1 0,0 0 1,1 0-1,-1 0 0,1-1 1,-1 1-1,1-1 0,-1 0 1,1 0-1,-1 0 0,1 0 1,-1-1-1,1 1 0,-1-1 1,1 0-1,-1 0 0,0 0 1,7-3-1,5-4-1354,1 0-1,-1 0 0,0-2 1,22-18-1,40-42-10669,-39 32 4709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2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31 4770,'2'-2'2267,"14"-13"3918,-15 15-5883,-1 0-1,0 0 0,1 0 0,-1-1 1,1 1-1,-1 0 0,0-1 0,0 1 1,1 0-1,-1-1 0,0 1 0,1 0 1,-1-1-1,0 1 0,0 0 0,0-1 1,0 1-1,1-1 0,-1 1 0,0-1 1,0 1-1,0 0 0,0-1 0,0 1 1,0-1-1,0 1 0,0-1 0,0 1 1,0 0-1,0-1 0,0 1 0,0-1 1,-1 1-1,1-1 0,0 1 0,0-1 0,-1 2-69,0-1 0,0 1-1,0-1 1,0 1-1,0-1 1,0 1-1,0 0 1,0 0-1,1-1 1,-1 1-1,0 0 1,0 0-1,1 0 1,-1 0-1,1 0 1,-1 0-1,1 0 1,-1 0-1,1 1 1,-3 3 273,-14 24 449,-23 48-1,37-69-947,-1 1-1,1-1 1,1 1 0,-1 0-1,2 0 1,-1-1-1,1 1 1,0 0 0,1 0-1,0 0 1,2 12-1,-2-18 2,0-1 0,1 0 0,-1 0-1,1 1 1,-1-1 0,1 0-1,0 0 1,0 0 0,0 0-1,0 0 1,0 0 0,1 0 0,-1-1-1,1 1 1,-1 0 0,1-1-1,-1 1 1,1-1 0,0 1-1,0-1 1,0 0 0,-1 0 0,1 1-1,1-2 1,-1 1 0,0 0-1,0 0 1,0-1 0,0 1 0,0-1-1,1 1 1,-1-1 0,0 0-1,0 0 1,1 0 0,2-1-1,1 0 10,0 0-1,0-1 0,0 0 0,-1 0 0,1-1 1,-1 1-1,1-1 0,-1 0 0,0-1 0,0 1 1,0-1-1,5-6 0,-1 1 35,-2 0 0,1-1 0,-1 0 0,-1 0 0,0-1-1,0 0 1,5-15 0,-9 20-48,0 0-1,0 0 1,0 0-1,-1 0 1,0 0-1,0-1 1,0 1-1,-1 0 0,0 0 1,0-1-1,0 1 1,-1 0-1,0 0 1,-1-1-1,1 1 1,-3-6-1,3 11-183,0-1-1,0 1 1,0-1-1,-1 1 1,1-1-1,0 1 1,-1 0-1,1 0 1,0 0-1,-1 0 1,0 0-1,1 0 1,-1 0-1,1 0 1,-1 1-1,0-1 1,0 1-1,1-1 1,-1 1-1,0 0 1,0-1-1,0 1 1,1 0-1,-1 0 1,0 0 0,0 1-1,0-1 1,-3 1-1,-5 1-2664,1 1 0,-1 0 0,-16 8 1,-5 3-6180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3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86 17192,'-1'7'2182,"-1"-1"1,2 1 0,-1 0-1,1 11 1,0-13-1773,1-1 0,0 1 0,1-1 0,-1 1 0,1-1 0,0 0 0,4 8 0,11 15 439,-11-18-760,-1-1 0,1 1 0,-2 0-1,1 1 1,3 11 0,-8-20-89,1-1 0,-1 0 0,0 1 0,0-1 0,0 0 0,0 1 0,0-1 0,0 0 0,1 1 0,-1-1 0,0 0 0,0 1 0,0-1 0,0 1 0,0-1 0,0 0 0,-1 1 0,1-1 0,0 0 0,0 1 0,0-1 0,0 0 0,0 1 0,0-1 0,-1 0 0,1 1 0,0-1 0,0 0 0,-1 1 0,1-1 0,0 0 0,-1 1 0,-11-4 0,-11-16 0,19 12-11,0 0-1,1-1 1,-1 1-1,2-1 1,-1 0 0,1 0-1,0 0 1,1 0-1,0 0 1,0 0 0,1 0-1,0 0 1,0 0 0,1 0-1,0 0 1,0 0-1,1 0 1,0 0 0,0 0-1,1 0 1,0 1-1,1 0 1,-1-1 0,1 1-1,6-7 1,18-10-6008,5 8-6152,-9 7 2052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3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1 141 10405,'16'24'11752,"-1"4"-5215,-11-20-6028,0 1 0,-1-1 0,0 1 0,-1 0 1,0 0-1,0 0 0,1 18 0,-3-28-509,0 1 0,0 0 0,0 0 0,0 0 0,0 0 0,0 0 0,0 0 0,0 0 0,0 0 0,-1 0 0,1-1 0,0 1 0,0 0 0,0 0 0,0 0 0,0 0 0,0 0 0,0 0 0,0 0 0,0 0 0,0 0 0,0 0 0,-1 0 0,1 0 0,0 0 0,0 0 0,0 0 0,0 0 0,0 0 0,0 0 0,0 0 0,0 0 0,-1 0 0,1 0 0,0 0 0,0 0 0,0 0 0,0 0 0,0 0 0,0 0 0,0 0 0,0 0 0,-1 0 0,1 0 0,0 0 0,0 0 0,0 0 0,0 0 0,0 0 0,0 0 0,0 0 0,0 1 0,0-1 0,0 0 0,0 0 0,0 0 0,0 0 0,0 0 0,-1 0 0,1 0 0,0 0 0,0 0 0,0 1 0,0-1 0,0 0 0,0 0 0,0 0 0,-10-12 0,-8-19 0,15 21-16,1 0 0,0-1 0,1 1 0,1 0 0,-1-1 0,1 1-1,1-1 1,0 1 0,1 0 0,0-1 0,0 1 0,1 0 0,0 0 0,6-12 0,-5 15-1252,-1-1 0,1 1 0,1 0 0,-1 0 1,1 0-1,8-8 0,0 7-5629,1 3-2798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3.9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9 110 8452,'25'10'10977,"4"-4"-5685,-5-3-3775,40 1-1,-54-4-1420,0-1 0,-1 1 0,1-2 0,0 1-1,0-1 1,16-6 0,-24 7-80,0 0 0,0 1-1,0-1 1,0 0-1,-1 0 1,1 0 0,0-1-1,-1 1 1,1 0 0,-1-1-1,1 1 1,-1-1-1,1 1 1,-1-1 0,0 0-1,0 1 1,0-1 0,0 0-1,0 0 1,-1 0-1,1 0 1,0 0 0,-1 0-1,1 0 1,-1 0 0,0 0-1,0 0 1,0 0-1,0 0 1,0 0 0,0 0-1,0 0 1,-1 0 0,1 0-1,-1 0 1,1 0-1,-1 0 1,-1-2 0,1 1 37,-1 0-1,1 0 1,0 0 0,-1 0 0,0 0 0,1 1 0,-1-1 0,0 1 0,-1-1 0,1 1-1,0 0 1,-1-1 0,1 1 0,-1 1 0,1-1 0,-1 0 0,0 1 0,-5-3 0,3 3 6,1 0 0,-1 0-1,1 0 1,-1 1 0,0 0 0,1 0 0,-1 0 0,0 0 0,1 1 0,-1 0 0,-7 2 0,0 1 26,0 1 1,0 0-1,1 1 1,-1 0-1,1 1 1,1 0-1,-1 0 0,-14 16 1,21-20-117,0 1 1,1-1 0,0 1-1,0 0 1,0 0-1,0 1 1,0-1-1,1 1 1,0-1 0,0 1-1,0 0 1,1 0-1,-1-1 1,1 1 0,0 0-1,1 1 1,-1-1-1,1 0 1,0 0-1,0 0 1,1 0 0,-1 0-1,1 0 1,0 0-1,1 0 1,-1 0 0,4 6-1,-2-5-372,0 1 0,1-1 0,0 0-1,0 0 1,1-1 0,0 1 0,0-1 0,6 5-1,-4-4-626,0-1 0,0 0 0,1 0 0,-1-1 0,1 0 0,15 6 0,31 2-6200,11-8-1283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4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311 1 15399,'-12'0'1945,"0"1"1,-1 0-1,1 1 1,-23 7-1,21-4-959,0 0-1,0 1 1,-21 13 0,17-7-537,0 1 0,1 0 0,0 2 1,1 0-1,-24 29 0,37-41-430,0 1 0,1 0 1,-1-1-1,1 1 0,0 0 0,0 1 0,0-1 1,1 0-1,-2 6 0,3-8-33,0-1 0,0 0 0,-1 0-1,1 1 1,0-1 0,1 0 0,-1 1 0,0-1 0,0 0 0,1 1-1,-1-1 1,0 0 0,1 0 0,-1 0 0,1 1 0,0-1-1,-1 0 1,1 0 0,0 0 0,0 0 0,0 0 0,0 0-1,-1 0 1,1 0 0,1 0 0,-1-1 0,0 1 0,0 0 0,0-1-1,0 1 1,0-1 0,1 1 0,-1-1 0,0 1 0,3-1-1,4 2-528,0 0-1,0-1 0,1-1 1,-1 1-1,0-2 1,1 1-1,-1-1 0,12-2 1,67-21-9367,-70 19 7224,29-10-5253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4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33 11797,'-1'-2'686,"0"0"-1,0-1 0,0 1 0,-1 0 1,1 0-1,-1 0 0,0 0 0,0 0 0,0 0 1,0 1-1,0-1 0,0 1 0,0-1 1,0 1-1,0 0 0,-5-2 0,5 3-439,0 0-1,0 0 1,1 0 0,-1 0-1,0 0 1,1 1-1,-1-1 1,1 1 0,-1-1-1,0 1 1,1 0 0,-1 0-1,1-1 1,0 1-1,-1 0 1,1 0 0,0 1-1,-1-1 1,1 0-1,0 0 1,0 0 0,0 1-1,0-1 1,0 1-1,0-1 1,0 1 0,0 1-1,-19 37 329,2 0 0,2 1 0,-11 43-1,17-52-424,-6 15-149,-26 94 0,39-128 0,1 0 0,0 0 0,1-1 0,0 1 0,1 0 0,1 0 0,0 0 0,5 24 0,-5-36-116,-1 1 0,1 0 0,0 0 1,-1 0-1,1 0 0,0-1 0,0 1 0,0 0 0,0-1 1,1 1-1,-1 0 0,0-1 0,1 0 0,-1 1 0,1-1 1,-1 0-1,1 0 0,0 0 0,-1 0 0,1 0 0,0 0 1,0 0-1,0 0 0,-1-1 0,4 1 0,-1 0-1240,1-1 0,0 0 0,-1 0 0,1 0 0,0-1 0,-1 0-1,1 0 1,0 0 0,6-3 0,20-9-9636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4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28 6899,'-23'-3'11109,"11"3"-8996,3 0 2449,20-2-4322,16 2-144,9-2-96,14 0-1056,10-2-2546,5-2-2961,4-3-2881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4.8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0 15927,'-23'23'5155,"-8"11"-2802,-5 10 2801,-1 8-1616,5 15-2898,7 8-640,4 0 0,5-4 0,3-6 0,3-8 0,-3-14 0,3-7-416,-3-11-2273,-1-12-2034,-7-7-2976,-7-10-4403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5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1 705 14086,'258'-97'10798,"9"22"-7111,122-41-4672,-332 94 1043,0-2 0,-2-3-1,-1-2 1,81-57-1,-119 74-30,0 0 0,0-1 0,-1-1 0,0 0 0,-2-1 0,0 0 0,0-1 0,18-33 0,-29 46 21,0 0 0,-1 0 0,0-1 0,0 1-1,0 0 1,0-1 0,0 1 0,-1-1 0,1 1 0,-1-1 0,0-4 0,0 7-23,-1 0 0,1 0-1,0-1 1,-1 1 0,1 0 0,-1 0 0,0 0 0,1 0 0,-1 0 0,0 0 0,0 0-1,1 0 1,-1 0 0,0 0 0,0 0 0,0 1 0,0-1 0,0 0 0,0 1 0,0-1-1,-1 0 1,1 1 0,0 0 0,0-1 0,0 1 0,-1 0 0,1-1 0,0 1 0,0 0-1,-1 0 1,1 0 0,0 0 0,0 0 0,-2 1 0,-11 0 140,0 0 0,0 2 0,0 0 0,0 0 0,1 1 0,0 1 0,0 0 1,0 1-1,-12 7 0,-111 76 905,132-87-1049,-71 54 72,2 2-1,2 3 0,4 4 1,-98 119-1,147-159-92,0 0 0,-22 44 0,35-58 0,0 0 0,0 1 0,1-1 0,1 1 0,0 0 0,1 0 0,0 1 0,-1 23 0,3-34 0,0 1 0,0 0 0,0 0 0,0 0 0,1 0 0,-1 0 0,1 0 0,0 0 0,0 0 0,0-1 0,0 1 0,0 0 0,1-1 0,-1 1 0,1-1 0,0 1 0,-1-1 0,1 0 0,0 1 0,0-1 0,1 0 0,-1-1 0,4 4 0,-2-4 0,-1 0 0,1 0 0,0 0 0,0 0 0,-1-1 0,1 1 0,0-1 0,0 0 0,0 0 0,0 0 0,0-1 0,-1 1 0,1-1 0,0 0 0,0 0 0,-1 0 0,5-2 0,18-10 0,0-1 0,0 0 0,-2-2 0,0-1 0,34-32 0,-22 20 0,40-26 0,-83 101 0,2-22-361,1 1-1,1-1 1,1 1-1,1 0 1,3 29-1,-2-53 22,0 0-1,0 0 1,0 0 0,0 0 0,0 0-1,1 0 1,-1 0 0,0 0-1,1 0 1,-1 0 0,1 0 0,-1 0-1,1 0 1,-1-1 0,1 1-1,0 0 1,-1 0 0,1 0 0,0-1-1,0 1 1,-1 0 0,1-1-1,0 1 1,0-1 0,0 1 0,0-1-1,0 1 1,0-1 0,0 0-1,1 1 1,20-5-9640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5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 15095,'-2'-2'5891,"-6"4"-2578,-7 5 1441,-2 3-1344,3 7-3106,-3 6-304,4 6 0,5 0 0,2 1 0,2-1 0,1-2 0,-1-4 0,2-4 0,-4-7-2273,0-5-2097,1-7-784,3-9-5123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5.7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0 103 4914,'17'-50'14663,"-11"19"-11862,-4 16 225,-4 9 191,0 6-2144,2 8-961,0 61 48,-2-52-160,2-1-1089,0-1-1056,2 2-1729,0 16-2480,2-4-1410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6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 7107,'-9'4'16870,"-8"7"-8744,-6 3-5757,-48 32-5802,47-29 5161,20-15-1728,1 0 0,-1 1 0,1 0 0,-1 0 0,1 0 0,0 0 0,0 0 0,0 1 0,0-1 0,-4 8 0,7-9 0,-1 1 0,1-1 0,-1 0 0,1 0 0,0 1 0,0-1 0,0 0 0,0 1 0,0-1 0,1 0 0,-1 0 0,1 1 0,-1-1 0,1 0 0,0 0 0,0 0 0,0 0 0,0 0 0,0 0 0,1 0 0,2 4 0,-3-5 0,1 1 0,-1 0 0,1 0 0,-1 1 0,0-1 0,0 0 0,0 0 0,0 1 0,0-1 0,0 0 0,-1 1 0,1-1 0,-1 1 0,0-1 0,0 3 0,0-3 0,-1 0 0,0-1 0,0 1 0,1-1 0,-1 1 0,0-1 0,-1 1 0,1-1 0,0 0 0,0 1 0,-1-1 0,1 0 0,0 0 0,-1 0 0,1 0 0,-1 0 0,1 0 0,-1-1 0,0 1 0,1 0 0,-4 0 0,-39 15 61,25-10-3649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9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2929,'16'-13'8633,"-5"5"-908,-10 8-7511,0 1 0,-1-1 1,1 0-1,0 1 0,0-1 0,-1 1 0,1 0 1,0-1-1,-1 1 0,1-1 0,-1 1 0,1 0 1,-1-1-1,1 1 0,-1 0 0,1 0 0,-1 0 1,0-1-1,0 1 0,1 0 0,-1 0 1,0 1-1,14 53 3101,-9 34-2443,-2-41-703,-1-27-76,-1-15 72,0 0 1,0-1-1,-1 1 1,0 0 0,0 0-1,-2 7 1,-12-43 637,11 15-766,0-1 1,1 0 0,1-1-1,0 1 1,2-22 0,1 27-9,0 1 0,0 0 1,1-1-1,0 1 1,1 0-1,0 1 1,0-1-1,1 1 1,9-13-1,-4 8-130,1 1 0,0 0 1,1 1-1,0 0 0,17-11 0,-20 16-527,1 0-1,0 0 1,0 2-1,0-1 1,1 1-1,0 1 0,0 0 1,15-4-1,1 8-11088,-18 6 2601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9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95 16440,'-3'-1'597,"-1"0"0,1 1 1,0-1-1,-1 1 0,1 0 1,-1 0-1,1 0 1,0 1-1,-1-1 0,1 1 1,0 0-1,-1 0 1,1 0-1,0 0 0,0 0 1,0 1-1,-4 2 1,2-1-321,0 1 0,1 0 0,-1 0 0,1 1 1,0 0-1,0-1 0,0 1 0,1 0 0,-4 6 1,1 0-210,1 0 1,0 0 0,1 1 0,1-1 0,-1 1 0,2 0 0,-1 0 0,2 0 0,-1 18 0,2-25-87,0 0 0,1 1 1,0-1-1,0 1 0,0-1 0,1 0 0,-1 0 1,1 0-1,1 0 0,-1 0 0,1 0 0,0-1 1,0 1-1,6 6 0,-7-9 22,0 1 1,1-1-1,-1 0 1,1-1-1,0 1 0,-1 0 1,1-1-1,0 1 1,0-1-1,0 0 1,0 0-1,0 0 0,1-1 1,-1 1-1,0-1 1,0 0-1,0 0 1,1 0-1,-1 0 0,0 0 1,0 0-1,0-1 1,1 0-1,-1 0 1,5-2-1,3-2 2,-1 0-1,0-1 1,-1 0-1,1-1 1,-1 0 0,0-1-1,-1 1 1,0-2-1,0 1 1,-1-1-1,0 0 1,0-1 0,-1 0-1,0 0 1,-1 0-1,7-19 1,-8 19 20,-1-1 0,0 1 0,-1 0 0,0-1 0,-1 1 0,0-1 0,0 1 0,-2-15-1,0 18-1,0 0-1,0 1 0,0-1 0,-1 1 0,0-1 0,-1 1 0,0 0 0,1-1 0,-2 1 0,1 1 0,-1-1 0,0 0 0,-7-7 0,8 10-193,-1 0 0,0 0 0,0 1 0,0-1 0,-1 1 0,1 0 0,0 0 0,-1 0 0,1 1 0,-1-1 0,0 1 0,1 0-1,-1 1 1,0-1 0,0 1 0,0 0 0,0 0 0,1 0 0,-1 1 0,0 0 0,-7 2 0,6-2-448,0 1 0,0 0 0,-1 1 0,2-1 0,-1 1 0,0 0 0,-5 5 0,7-6-308,1 1-1,0 0 1,-1 0-1,1 0 1,0 0 0,1 1-1,-1-1 1,1 1-1,-1 0 1,-2 5 0,1 10-5701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7:5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16 14887,'0'-1'195,"1"1"-1,-1 0 1,0-1 0,1 1-1,-1-1 1,0 1 0,0-1-1,0 1 1,1-1 0,-1 1-1,0-1 1,0 1 0,0-1 0,0 1-1,0-1 1,0 1 0,0-1-1,0 1 1,0-1 0,0 1-1,0-1 1,0 1 0,0-1-1,0 1 1,0-1 0,-1 1 0,1-1-1,-1 0 1,1 1 27,-1 0 1,0 1-1,1-1 1,-1 0 0,0 1-1,1-1 1,-1 1-1,1-1 1,-1 1-1,1-1 1,-1 1-1,1-1 1,-1 1-1,1-1 1,-1 1-1,1 0 1,0-1-1,-1 1 1,1 0-1,0-1 1,-1 1-1,1 0 1,0 0-1,-7 20 755,2 1 1,1-1-1,0 1 0,1-1 0,2 1 0,1 28 0,-1-26-960,10 360-76,-5-366-414,-1 3-1626,-5-17-2524,-6-8-4115,-7-10-1005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0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5218,'14'-9'3807,"-1"1"1,25-11-1,34-6 1794,77-6-2485,-75 17-1541,113-24 3158,-195 44-4457,0-1-1,1 1 1,-13 11-1,2-1-275,1-3-38,1 2 0,0-1 0,1 2 0,1 0-1,0 0 1,-21 36 0,34-52-11,1 1-1,-1 0 1,1-1-1,-1 1 1,1 0 0,0 0-1,-1-1 1,1 1-1,0 0 1,-1 0-1,1 0 1,0-1 0,0 1-1,0 0 1,0 0-1,0 0 1,0 0-1,0 0 1,0-1 0,0 1-1,0 0 1,1 0-1,-1 0 1,0 0-1,0-1 1,1 1-1,0 1 1,0-1 6,0-1 0,0 1 0,0-1 0,0 1-1,1-1 1,-1 0 0,0 0 0,0 1 0,0-1 0,0 0 0,1 0 0,-1 0-1,0 0 1,0-1 0,0 1 0,3 0 0,5-3-99,0 1 1,0-1-1,13-7 0,-7 3 283,0-1-1,0-1 1,-1 0-1,0-1 0,-1 0 1,0-1-1,20-22 1,-31 34-58,0 1 0,0 0 0,-1 0 0,1-1 0,-1 1 0,1 0 1,-1 0-1,0 1 0,0-1 0,0 0 0,2 4 0,17 39-488,-19-44 338,3 8-625,0 0 0,1 0 0,11 15 1,-14-21-120,1 0 0,0-1 0,-1 1 0,1 0 0,0-1 0,1 0 0,-1 0 0,5 3 0,16 2-6646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0.4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14118,'-26'92'13411,"20"-64"-11092,-2 38 0,-1 196-1664,3-40-846,6-220-91,-2 13-419,0-10-1958,-3-3-3874,-2-6-2093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0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2481,'24'-1'11957,"-1"-1"-5549,6-2-2390,13-5-2584,20-2-381,-4 2-106,-10 0-344,0 3 1,0 1 0,63 3 0,-108 2-533,1 0 0,-1 1 0,1-1 0,-1 1-1,1 0 1,-1 0 0,1 0 0,-1 0 0,0 1 0,0-1 0,0 1 0,0 0 0,0 0 0,3 2 0,-4-2-21,0 0-1,-1 1 1,0-1-1,1 0 1,-1 0-1,0 1 1,0-1-1,0 0 1,-1 1-1,1-1 1,0 1-1,-1-1 1,0 1-1,1 0 1,-1-1-1,0 1 1,0-1-1,-1 1 1,0 4-1,-3 42-49,3-31-20,-1-1 1,0 1 0,-8 27 0,9-43-169,0 0-1,0 1 1,0-1 0,0 0 0,0 0 0,-1 0 0,1 0 0,-1 0-1,0-1 1,1 1 0,-4 2 0,-7 3-5998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0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6531,'7'-23'12854,"-3"11"-10725,-2 3-224,-4 7 928,0 4-1680,4 11-1025,-4 4-128,4 4-961,0 6-1360,-2 0-2033,2 0-3185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1.4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33 5298,'-1'0'195,"1"-1"0,0 1-1,0 0 1,0 0-1,0 0 1,0 0-1,-1 0 1,1-1 0,0 1-1,0 0 1,0 0-1,0 0 1,0 0-1,0-1 1,0 1-1,-1 0 1,1 0 0,0 0-1,0-1 1,0 1-1,0 0 1,0 0-1,0 0 1,0-1 0,0 1-1,0 0 1,0 0-1,0 0 1,0-1-1,0 1 1,0 0-1,1 0 1,-1 0 0,0-1-1,0 1 1,0 0-1,0 0 1,0 0-1,0 0 1,0-1 0,1 1-1,9-11 5411,14-3 1185,-21 14-6415,0 0-1,0 0 1,-1 1-1,1-1 0,0 1 1,0-1-1,0 1 1,0 0-1,0 0 1,-1 0-1,1 1 1,-1-1-1,1 1 1,-1-1-1,3 3 0,35 35 519,-8-8-875,-29-29-18,-1 0 0,1 0 0,0 0 0,0 0 0,0-1 0,1 1 0,-1-1 0,0 0 0,1 0 0,-1 0 0,0 0 0,1-1 0,-1 1 0,1-1 0,-1 0 0,1 0 0,-1-1 0,1 1 0,-1 0 0,0-1 0,1 0 0,-1 0 0,0 0 0,6-3 0,3-2 0,-1-1 0,0-1 0,0 0 0,-1-1 0,11-10 0,11-10 0,-32 29 0,1 1 0,0-1 0,0 0 0,-1 0 0,1 0 0,0 1 0,0-1 0,-1 0 0,1 1 0,0-1 0,-1 0 0,1 1 0,0-1 0,-1 1 0,1-1 0,-1 1 0,1 0 0,0-1 0,-1 1 0,0 0 0,1 0 0,16 21 0,-14-18 0,6 7-706,0 0-1,19 17 1,-10-14-3630,3-5-3354,3-3-4721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2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864 77 2497,'-12'-19'10114,"0"2"-5308,9 13-4257,0 0 1,-1 0-1,1 1 1,-1-1-1,0 1 1,0 0-1,0 0 1,0 1-1,0-1 1,-8-3-1,10 6-468,0 0 1,0-1-1,0 1 0,0 0 0,0 0 0,0 0 0,0 0 0,0 0 0,0 1 0,0-1 0,0 1 0,0-1 0,1 1 0,-1 0 0,0-1 0,0 1 0,0 0 0,1 0 1,-1 1-1,1-1 0,-1 0 0,1 0 0,-3 3 0,-30 36 1224,32-37-1255,-7 10-69,1-1 0,1 1 0,-7 15 0,12-25 52,1 0 0,0 0-1,-1 0 1,1 1 0,0-1 0,1 0-1,-1 1 1,0-1 0,1 1-1,0-1 1,0 1 0,0-1 0,0 0-1,1 1 1,-1-1 0,1 1-1,0-1 1,0 0 0,2 5 0,-2-7-52,0 0 0,0 0 0,1 0 0,-1 0 1,0 0-1,1 0 0,-1 0 0,1 0 0,-1 0 1,1-1-1,0 1 0,-1-1 0,1 1 1,-1-1-1,1 0 0,0 0 0,0 1 0,-1-1 1,1 0-1,0-1 0,-1 1 0,1 0 1,0 0-1,-1-1 0,1 1 0,0-1 0,-1 1 1,1-1-1,2-1 0,2-1-52,1 0 1,0 0-1,-1-1 1,0 1-1,10-9 0,22-31-135,-36 40 250,1 0-1,-1 0 0,0 0 1,-1 0-1,1 0 0,-1-1 1,1 1-1,-1-1 0,0 1 0,0-1 1,0 1-1,-1-1 0,1-5 1,-1 9-44,0 0 0,0 0 1,0-1-1,0 1 1,0 0-1,0 0 0,0-1 1,0 1-1,0 0 1,0 0-1,0-1 0,0 1 1,0 0-1,0 0 1,-1-1-1,1 1 0,0 0 1,0 0-1,0 0 1,0-1-1,0 1 0,-1 0 1,1 0-1,0 0 1,0 0-1,0-1 0,-1 1 1,1 0-1,0 0 1,0 0-1,0 0 1,-1 0-1,1 0 0,0-1 1,0 1-1,-1 0 1,1 0-1,0 0 0,0 0 1,-1 0-1,1 0 1,0 0-1,-1 0 0,-12 9-3,-8 18 10,8-3 32,0 0 1,2 0 0,1 1-1,-8 31 1,-20 108 215,31-124 117,3 0 0,1 0-1,2 0 1,5 45-1,4-7-290,22 86 0,-25-141-59,9 49-47,-13-65 75,-1-1 0,0 0 0,0 1-1,0-1 1,-1 1 0,0-1 0,0 1 0,-4 9 0,4-14-27,1 0 1,-1 0 0,0 0 0,0-1-1,-1 1 1,1 0 0,0-1-1,0 1 1,-1-1 0,1 1 0,-1-1-1,0 0 1,1 0 0,-1 0 0,0 1-1,1-2 1,-1 1 0,0 0 0,0 0-1,0 0 1,0-1 0,0 1-1,0-1 1,0 0 0,0 0 0,0 1-1,0-1 1,0 0 0,0-1 0,-4 0-1,-5-1 41,-1 0-1,1-1 0,1-1 0,-15-6 0,14 6 30,-57-23 176,-354-132-2221,403 153 785,-30-12-2066,47 17 2502,-1 0 0,1-1-1,0 1 1,0-1 0,0 1 0,0-1-1,1 0 1,-1 1 0,0-1 0,-1-2 0,0-11-9082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3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3634,'13'-33'5858,"-11"26"-4252,0 1 0,0 0 1,1 0-1,6-11 0,-9 50 4044,-8 183-509,21 109-4930,-12-312-653,0 5-848,0 1 0,-3 20 0,2-34 6,-1 1 1,0 0-1,-1-1 1,1 1-1,-1-1 1,-4 8-1,-6 5-6549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3.8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0 581 9973,'14'-11'2534,"0"0"0,28-16-1,37-11 1752,89-16-1557,-76 28-2127,210-79-95,-241 80-452,-2-3-1,105-65 1,-151 85 8,0-1 0,0-1 0,-1 0 1,0-1-1,0 0 0,-1-1 0,-1 0 1,9-14-1,-18 25-36,0 0 1,0 0-1,0 0 1,-1-1-1,1 1 1,0 0-1,-1 0 1,1 0-1,0-1 1,-1 1-1,0 0 1,1-1-1,-1 1 1,0 0-1,0-1 1,1 1-1,-1 0 1,0-1-1,0 1 1,-1 0-1,1-1 1,0 1-1,0-1 1,-1 1-1,1 0 1,-1 0 0,1-1-1,-1 1 1,1 0-1,-1 0 1,0-1-1,0 1 1,1 0-1,-1 0 1,-2-1-1,1 0-8,-1 1 1,1 0-1,0 0 0,-1 1 0,0-1 1,1 0-1,-1 1 0,1-1 1,-1 1-1,0 0 0,1 0 0,-1 0 1,0 0-1,1 1 0,-1-1 0,0 1 1,-3 1-1,-5 2 123,0 1-1,0 0 1,0 1 0,1 0-1,0 1 1,0 0-1,1 0 1,0 1 0,0 0-1,0 1 1,1 0 0,1 0-1,-7 11 1,-13 21 543,-39 79-1,63-113-655,-10 18 120,-15 29 57,3 0 0,-27 86 0,50-133-197,0 0-1,1 0 0,0 1 1,1-1-1,-1 0 1,1 0-1,1 9 0,-1-15-6,1 1 0,-1-1 0,0 1 0,0-1 0,1 0 0,-1 1 0,1-1 0,-1 1 0,1-1 0,0 0 0,0 0 0,-1 1 0,1-1 0,0 0 0,0 0-1,0 0 1,0 0 0,0 0 0,0 0 0,1 0 0,-1 0 0,0 0 0,0-1 0,1 1 0,-1 0 0,0-1 0,1 1 0,-1-1 0,1 0 0,-1 1 0,0-1 0,1 0-1,-1 0 1,1 0 0,-1 0 0,1 0 0,-1 0 0,1 0 0,-1-1 0,1 1 0,1-1 0,4-1-2,-1 0 1,1-1-1,-1 0 0,0 0 0,0 0 1,0-1-1,0 0 0,-1 0 1,7-6-1,44-49-20,-39 41 20,0-3 39,-13 15 25,0 1 0,0 0 0,1 0-1,0 0 1,0 0 0,0 1 0,7-5 0,-10 59-7,0-32-1090,-1-1 0,6 21 1,5-3-3750,8-6-3948,-3-16-87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4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11893,'21'19'10389,"-3"-1"-7801,-10-12-2340,1-1 1,0 0-1,0-1 0,0 0 0,1 0 0,-1-1 1,15 3-1,-20-5-210,-1 0 0,1-1 0,0 1 1,0-1-1,0 0 0,0 0 0,0 0 0,0 0 0,0-1 0,0 0 1,0 0-1,-1 0 0,1 0 0,0 0 0,-1-1 0,1 1 1,-1-1-1,1 0 0,-1 0 0,0-1 0,6-4 0,-9 7 10,1-1-1,0 0 1,-1 0-1,1 1 1,-1-1-1,1 0 1,-1 0-1,1 0 1,-1 0-1,0 0 1,1 0-1,-1 1 1,0-1-1,0 0 1,0 0-1,0 0 0,0 0 1,0 0-1,0 0 1,0 0-1,0 0 1,0 0-1,0 0 1,0 0-1,-1-2 1,-1 1 77,1 0 0,0 0 0,-1 0 1,1 0-1,-1 0 0,1 1 0,-1-1 1,0 0-1,0 1 0,-3-3 0,1 1 103,-1 0 0,0 1-1,0-1 1,-1 1-1,1 0 1,-1 0 0,1 0-1,-9-1 1,5 3-154,0 0 0,0 0-1,0 1 1,1 0 0,-17 4 0,23-4-75,-1-1 0,1 1-1,0 0 1,0 0 0,0 0 0,0 0 0,0 0 0,0 0 0,0 1-1,0-1 1,1 1 0,-1-1 0,1 1 0,-1 0 0,1-1 0,-1 1 0,1 0-1,0 0 1,0 0 0,0 0 0,0 0 0,0 0 0,0 1 0,0-1-1,1 0 1,-1 0 0,1 4 0,0 6-55,1 0-1,0 0 1,1 0 0,0-1 0,1 1-1,8 21 1,5 10-2894,-10-30 1150,10 27-5045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4.9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53 10533,'62'-52'15466,"-119"92"-10057,-10 1-3756,25-16-1787,0 2-1,-38 33 1,78-59 100,1-1 0,0 1 0,0 0 0,0 0 0,0 0 0,0 0 0,0 0 1,0 0-1,1 0 0,-1 0 0,0 0 0,0 1 0,1-1 0,-1 0 0,1 0 0,-1 1 0,1-1 1,0 0-1,-1 1 0,1-1 0,0 1 0,0-1 0,0 2 0,0-2-45,1 0 1,0 0-1,-1 1 0,1-1 0,0 0 0,0 0 0,0 0 1,0-1-1,0 1 0,0 0 0,0 0 0,0 0 0,0-1 1,0 1-1,1-1 0,-1 1 0,0-1 0,0 1 1,2 0-1,6 1-315,-1 0 0,1-1 1,0 0-1,0 0 1,17-1-1,20-6-382,-31 3 456,1 1 0,0 1-1,0 0 1,28 3 0,-43-2 365,0 0 0,0 0 0,0 0 0,0 0 1,0 0-1,0 1 0,0-1 0,0 0 0,0 1 0,0-1 0,0 1 0,0-1 0,0 1 1,0-1-1,0 1 0,0-1 0,0 1 0,-1 0 0,1 0 0,0-1 0,0 1 0,-1 0 1,1 0-1,-1 0 0,1 0 0,-1 0 0,1 0 0,-1 0 0,1 0 0,-1 0 0,0 0 1,0 0-1,1 0 0,-1 0 0,0 0 0,0 0 0,0 0 0,0 0 0,0 0 1,0 0-1,-1 0 0,1 0 0,0 0 0,0 0 0,-1 0 0,1 0 0,-1 0 0,1 0 1,-1 0-1,1 0 0,-1 0 0,1 0 0,-3 1 0,-3 8 403,-1-1 1,0 0-1,-15 14 0,20-21-467,-24 22 65,0-1 0,-1-2 0,-2-1 0,0-1 0,-1-1 0,0-2 0,-45 17 0,55-29-2683,20-4 2518,0 0 0,0 0 1,-1-1-1,1 1 0,0 0 1,0 0-1,0-1 0,0 1 0,0 0 1,0 0-1,0-1 0,0 1 0,0 0 1,0 0-1,0-1 0,0 1 1,0 0-1,0 0 0,0-1 0,0 1 1,0 0-1,0-1 0,1 1 0,-1 0 1,0 0-1,0 0 0,0-1 1,0 1-1,0 0 0,1 0 0,-1 0 1,0-1-1,0 1 0,0 0 0,1 0 1,-1 0-1,32-31-9152,-27 26 7748,29-25-6614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5.3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1 13414,'-2'0'857,"0"0"-1,0 0 0,0 1 1,0-1-1,0 1 0,0-1 1,0 1-1,1 0 0,-1 0 1,0-1-1,0 1 0,1 1 1,-4 1-1,-17 24 3635,19-21-4267,0 0 1,0 0-1,1 0 0,0 0 1,0 1-1,0-1 1,-1 13-1,3-16-191,-1 0 0,1 0 0,0 0 0,0 0 0,1 0 0,-1 0-1,0 0 1,1 0 0,0 0 0,0 0 0,0 0 0,0 0 0,0-1 0,1 1 0,-1 0-1,1-1 1,3 5 0,-3-6-60,-1 0 1,1 0-1,0 0 0,0 0 0,0 0 0,0-1 0,0 1 0,0-1 0,1 0 1,-1 1-1,0-1 0,0 0 0,0 0 0,0 0 0,0-1 0,0 1 0,0 0 1,1-1-1,-1 1 0,0-1 0,0 0 0,0 0 0,-1 0 0,1 0 1,0 0-1,2-2 0,28-14-199,-1-2 0,-1-1 1,-1-1-1,43-41 0,-68 61 1698,-8 11-999,3-6-472,-1 0 1,1 0-1,-1 0 0,1 1 1,1-1-1,-1 0 0,0 1 1,1-1-1,0 6 1,1-7-233,0 1 1,0-1-1,0 0 1,0 0-1,0 0 1,1 0-1,-1 0 1,1 0 0,0-1-1,0 1 1,0 0-1,0-1 1,1 0-1,-1 1 1,1-1-1,3 3 1,-4-4-525,1 0 1,0 0-1,-1 0 1,1 0-1,-1 0 1,1-1-1,0 1 0,-1-1 1,1 0-1,0 1 1,0-1-1,-1-1 0,1 1 1,0 0-1,0-1 1,-1 1-1,1-1 1,0 0-1,-1 0 0,4-1 1,19-11-7706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5.8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67 12134,'0'-5'1374,"-8"-40"4482,8 44-5697,0 0 0,0 0 1,-1 1-1,1-1 1,0 0-1,0 0 1,0 1-1,-1-1 1,1 0-1,0 1 0,-1-1 1,1 0-1,-1 1 1,1-1-1,-1 1 1,1-1-1,-1 1 1,1-1-1,-1 1 0,0-1 1,1 1-1,-1-1 1,0 1-1,1 0 1,-1-1-1,0 1 1,1 0-1,-1 0 0,0-1 1,0 1-1,1 0 1,-1 0-1,0 0 1,0 0-1,1 0 1,-1 0-1,0 0 0,0 0 1,1 0-1,-1 1 1,0-1-1,0 0 1,1 0-1,-1 1 1,0-1-1,1 0 0,-1 1 1,0-1-1,1 1 1,-2 0-1,0 1 105,-1 1-1,1 0 1,-1-1 0,1 1-1,0 0 1,0 0-1,0 0 1,0 0-1,1 0 1,-1 1-1,1-1 1,-2 6 0,-7 46 906,9-47-935,-4 50-75,2 0 0,10 100 1,-3-103-172,-2 1 1,-2-1 0,-10 72 0,10-128 10,1 1 0,-1 0 0,0 0 0,0 0 0,0 0 0,0 0 0,0 0 0,0 0 0,0 0 0,1-1 0,-1 1 0,0 0 0,0 0 0,0 0 0,0 0 0,0 0 0,1 0 0,-1 0 0,0 0 0,0 0 0,0 0 0,0 0 0,0 0 0,1 0 0,-1 0 0,0 0 0,0 0 0,0 0 0,0 0 0,0 0 0,1 0 0,-1 0 0,0 1 0,0-1 0,0 0 0,0 0 0,0 0 0,0 0 0,1 0 0,-1 0 0,0 0 0,0 0 0,0 1 0,0-1 0,0 0 0,0 0 0,0 0 0,0 0 0,0 0 0,0 0 0,0 1 0,0-1 0,9-11 0,-9 11 0,10-12-1,0 0 0,0 0 0,1 1-1,1 1 1,0 0 0,0 0 0,1 1 0,0 1 0,17-8 0,-23 12-15,-1 1 0,1 1 1,0-1-1,-1 1 1,1 0-1,0 1 0,0 0 1,1 0-1,-1 0 1,0 1-1,0 0 0,0 1 1,0-1-1,0 1 0,0 0 1,0 1-1,0 0 1,0 0-1,0 1 0,0 0 1,11 6-1,-15-7 19,0 0 1,0 0-1,0 0 0,0 0 1,-1 1-1,1-1 0,-1 1 1,0-1-1,1 1 0,-1 0 1,0 0-1,0 0 0,-1 0 1,1 1-1,-1-1 0,0 0 0,1 1 1,-2-1-1,1 0 0,0 1 1,-1 0-1,1-1 0,-1 1 1,0-1-1,0 1 0,0-1 1,-1 1-1,1-1 0,-1 1 1,-2 5-1,0-2 15,0 0 0,0-1 0,-1 1 0,0-1 0,0 1 0,-1-1 0,1 0 0,-1-1 0,-1 1 0,1-1 0,-1 0 0,0-1 0,-9 7 0,3-4-18,0 0 0,0-1 0,-1 0 0,0-1 0,0 0 0,0-1 0,-1-1 0,1 0 0,-1-1 0,0 0 0,0-1 0,0-1 0,1 0 0,-1-1 0,0 0 0,-15-4 0,28 5-69,-1-1-1,0 1 1,1-1-1,-1 1 1,1-1 0,-1 0-1,1 0 1,-1 0 0,1 0-1,0 0 1,-1 0-1,1 0 1,0 0 0,0 0-1,-2-2 1,2 1-418,1 1-1,-1-1 1,1 1 0,-1 0 0,1-1 0,0 1-1,0-1 1,0 1 0,-1-1 0,1 1-1,0-1 1,1 1 0,-1-1 0,0 1-1,0-1 1,1 1 0,-1 0 0,1-1 0,-1 1-1,1-1 1,-1 1 0,1 0 0,0 0-1,0-1 1,0 1 0,1-2 0,15-15-8843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6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15127,'6'0'3986,"2"-2"-1569,5-2 1393,6-5-833,10 3-1825,6 2 33,5-5-1185,-6 5-192,-5 0 96,-8 0-881,-7 4-1424,-5-4-960,-5 4-3234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6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 20585,'-1'0'297,"0"0"-1,0 0 0,0 0 0,0 0 1,0 1-1,0-1 0,0 0 0,0 1 0,0-1 1,0 1-1,1-1 0,-1 1 0,0-1 1,0 1-1,0 0 0,1-1 0,-1 1 0,0 0 1,1-1-1,-1 1 0,1 0 0,-1 0 1,1 0-1,-1 0 0,1 0 0,0-1 0,-1 1 1,1 0-1,0 0 0,0 0 0,-1 0 1,1 0-1,0 2 0,0 37 1630,1-34-1849,3 47-19,6 61-34,-9 202 1,-6-242 80,1 5-651,-3-28-7628,6-46 952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6.6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25 124 15111,'-7'-10'2653,"5"8"-1581,0-1 0,0 0 0,0 1 0,0-1 1,1 0-1,0 0 0,-1 0 0,1 0 0,-1-5 0,2 7-952,0 0 1,1 0 0,-1-1-1,1 1 1,-1 0-1,1 0 1,-1 0 0,1 0-1,0 0 1,-1 0-1,1 0 1,0 0 0,0 0-1,0 0 1,-1 0-1,1 0 1,0 1 0,0-1-1,0 0 1,1 1-1,-1-1 1,0 1 0,0-1-1,0 1 1,0-1-1,0 1 1,1 0 0,-1 0-1,2-1 1,54-14-11,1 1 1,1 3 0,-1 3 0,1 2-1,109 4 1,-157 4-182,-2-1-84,-4-4-7220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7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1 196 8740,'12'8'12828,"-2"4"-5912,2 5-3994,2 10-3324,-3-7 2042,-7-14-1611,8 13 5,-2 1 1,16 37 0,-24-52-36,0 0 1,-1 0-1,0-1 1,0 1-1,0 0 1,0 0-1,-1 0 1,0 0-1,0 1 1,0-1-1,-1 0 1,1 0-1,-1 0 1,0-1-1,-1 1 1,1 0-1,-1 0 1,-4 7-1,6-11 1,0 0 0,0-1 0,-1 1 0,1-1 0,0 1 0,-1 0 0,1-1 0,0 1 0,-1-1 0,1 1 0,-1 0 0,1-1 0,-1 1 0,1-1 0,-1 0 0,1 1 0,-1-1 0,0 1 0,1-1 0,-1 0 0,1 1 0,-1-1 0,0 0 0,1 0 0,-1 0 0,0 1 0,1-1 0,-1 0 0,0 0 0,0 0 0,1 0 0,-1 0 0,0 0 0,1 0 0,-1-1 0,0 1 0,1 0 0,-1 0 0,0 0 0,1-1 0,-1 1 0,0 0 0,1-1 0,-1 1 0,1-1 0,-1 1 0,1 0 0,-1-1 0,1 1 0,-1-1 0,1 0 0,-1 1 0,1-1 0,-1 0 0,-1-3 0,0 0 0,0 1 0,0-1 0,0 0 0,1 0 0,0 0 0,0 0 0,-1-5 0,1-8 6,1 0 1,0 0-1,1 0 1,1 0-1,1 1 1,1-1-1,0 0 0,8-19 1,5-10-372,39-69 0,-48 99-109,1 1 1,0 0-1,1 0 0,1 1 1,18-19-1,-19 27-3215,-10 6 3355,1 0 0,-1 0 0,1 0 0,-1 0 0,1 0 0,-1 0 0,0 0 0,1 0-1,-1 0 1,1 0 0,-1 1 0,1-1 0,-1 0 0,0 0 0,1 0 0,-1 0 0,0 1 0,1-1 0,-1 0 0,0 1 0,1-1 0,-1 0 0,0 1 0,1-1-1,-1 0 1,0 1 0,0-1 0,1 0 0,-1 1 0,0-1 0,0 1 0,0 0 0,3 10-7947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7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7 122 7203,'13'11'14534,"4"-2"-7887,40 13-5668,-45-18 840,-4-2-1751,0 1 0,1-2 0,-1 1 0,1-1 0,-1 0 0,1-1 0,0 0 0,9-1 0,-14 0-60,1 1 0,-1-1 0,1 0 1,-1 0-1,0-1 0,1 1 0,-1-1 0,0 0 0,0 0 0,0 0 0,0-1 0,-1 1 0,1-1 1,-1 0-1,1 0 0,-1-1 0,4-3 0,-6 4-38,1 0 1,-1 1-1,0-1 1,0 0-1,0 0 0,0 1 1,-1-1-1,1 0 0,-1 0 1,0 0-1,0 0 1,0 0-1,0 0 0,0 0 1,-1 1-1,1-1 1,-1 0-1,1 0 0,-1 0 1,0 0-1,-1 1 1,1-1-1,0 0 0,-1 1 1,1 0-1,-1-1 0,0 1 1,-3-4-1,0 1-8,1 0 0,0 1 0,-1-1-1,0 1 1,0 0 0,0 1 0,0-1 0,-1 1-1,1 0 1,-1 1 0,0-1 0,-10-2 0,8 4 157,-1 0 0,1 0 1,-1 1-1,0 0 0,1 1 1,-1-1-1,0 2 0,1-1 1,-1 1-1,1 1 0,0-1 1,0 1-1,-12 7 0,16-8-103,1 0-1,0 0 1,0 0-1,0 0 1,0 1-1,0-1 1,0 1-1,1 0 1,-1 0-1,1 0 1,0 0-1,0 0 1,0 0-1,0 1 1,1-1-1,-1 1 1,1-1-1,0 1 1,0 0-1,0-1 1,1 1-1,-1 0 1,1 0-1,0 0 1,0-1-1,0 1 1,0 0-1,1 0 1,-1-1-1,1 1 1,0 0-1,3 5 1,0 2-24,1-1 0,1 1 1,0-1-1,0 0 0,1-1 0,1 0 0,-1 0 1,1 0-1,1-1 0,0 0 0,0-1 0,0 0 0,17 10 1,-22-16-307,-1 1 1,0-1 0,1 0 0,-1 0 0,1 0 0,-1 0-1,6 0 1,24-4-6917,-10-6-1269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07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34 180 7523,'8'5'12878,"0"3"-6765,-7-6-5919,1-1-1,-1 1 0,1 0 0,0-1 1,-1 1-1,1-1 0,0 0 1,0 0-1,0 1 0,0-1 1,1-1-1,-1 1 0,0 0 0,0 0 1,0-1-1,3 1 0,4 0-98,1-1-1,-1-1 1,0 0-1,1 0 1,-1 0-1,0-1 0,0-1 1,0 1-1,0-2 1,0 1-1,13-9 1,-18 11-110,-2-1 1,1 0 0,0 0 0,0-1-1,-1 1 1,1-1 0,-1 1 0,1-1-1,-1 0 1,0 0 0,0 0-1,-1 0 1,1 0 0,0 0 0,-1 0-1,0 0 1,0-1 0,0 1 0,0-1-1,0 1 1,-1-1 0,0 1 0,0-1-1,0 1 1,0-1 0,0 1-1,0-1 1,-1 1 0,0-1 0,0 1-1,0 0 1,0-1 0,-3-5 0,2 4 17,0 1 0,0-1 1,-1 0-1,0 1 1,1 0-1,-1-1 0,-1 1 1,1 1-1,-1-1 1,1 0-1,-1 1 0,0 0 1,0 0-1,-1 0 1,1 0-1,0 0 0,-1 1 1,0 0-1,-5-2 1,6 4 76,-1-1 1,1 1 0,-1-1 0,1 1 0,-1 0 0,1 1-1,-1-1 1,1 1 0,-1 0 0,1 0 0,0 1 0,-1-1-1,1 1 1,0 0 0,0 0 0,0 0 0,0 0-1,0 1 1,1 0 0,-1-1 0,-5 8 0,1-2-53,2 0 1,-1 0-1,1 1 1,1 0-1,0 0 1,0 0 0,0 1-1,1-1 1,1 1-1,0 0 1,0 0-1,1 0 1,0 1-1,1-1 1,0 1-1,0-1 1,2 18-1,0-23-29,-1 1 0,1-1 0,0 1 0,0-1 0,0 0-1,1 1 1,0-1 0,0 0 0,0 0 0,1 0-1,0-1 1,0 1 0,0-1 0,0 1 0,1-1-1,0 0 1,-1 0 0,1-1 0,1 1 0,-1-1 0,1 0-1,-1 0 1,1 0 0,0-1 0,0 1 0,0-1-1,0 0 1,0-1 0,0 1 0,1-1 0,-1 0 0,1-1-1,-1 1 1,10-1 0,-1-1-38,-2-1 1,1 0-1,0-1 0,0 0 0,-1-1 1,1 0-1,17-9 0,16-10-9026,-39 20 6491,2-1-7055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27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0 2737,'-22'0'116,"0"2"-1,-1 0 1,1 1-1,0 1 1,-40 13-1,50-12-172,-1 0 0,1 1-1,0 0 1,0 1 0,1 0-1,0 1 1,0 0 0,1 0 0,0 2-1,0-1 1,-8 12 0,16-17 82,-1 0 0,1 0 0,0 1 1,0-1-1,0 1 0,0 0 1,1-1-1,0 1 0,0 0 0,0 0 1,1 0-1,0 0 0,-1 0 1,2 0-1,-1 0 0,1 0 0,1 5 1,2 11 125,2 0 0,13 32 1,-12-33-202,27 74-174,-15-40-385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30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164 161 4354,'-1'5'5427,"7"13"-1890,12 13 1049,-18-32-4286,0 0-1,0 1 1,0-1-1,0 0 1,0 1-1,0-1 1,0 0-1,1 0 1,-1 1-1,0-1 1,1 0-1,-1 1 0,0-1 1,1 1-1,-1-1 1,0 0-1,1 1 1,-1-1-1,1 1 1,0-1-1,4-1 1035,-6 12 786,-79 345-113,74-319-1853,4-15-27,-1-1 0,-2 0 0,1-1 0,-10 24 0,13-42-126,1 0 0,-1 0-1,1 0 1,-1 0 0,1 0 0,-1 0-1,0 0 1,1 0 0,-1 0 0,0-1-1,0 1 1,0 0 0,1 0-1,-1-1 1,0 1 0,0-1 0,0 1-1,0-1 1,0 1 0,0-1 0,-1 1-1,1-1 1,0 0 0,0 0-1,0 0 1,0 1 0,0-1 0,0 0-1,-1 0 1,1 0 0,0-1 0,0 1-1,0 0 1,0 0 0,0-1-1,0 1 1,0-1 0,0 1 0,0 0-1,0-1 1,0 0 0,0 1 0,0-1-1,-1-1 1,-1 0-3,0 0-1,0-1 1,0 1 0,0-1-1,0 0 1,1 0 0,0 0-1,-1 0 1,1 0 0,1 0 0,-1-1-1,-2-4 1,2-4-53,0 1 0,1-1 0,0 0-1,1 0 1,0 0 0,1 0 0,1 1 0,0-1 0,0 0 0,4-11 0,6-14-81,28-60 0,-18 51-140,1 2-1,58-81 0,-64 102 161,1 2-1,1 0 1,1 1-1,0 1 0,2 1 1,42-28-1,-56 41 106,0 0 0,1 1-1,-1 0 1,1 1 0,0 0 0,0 0-1,13-1 1,-19 3 35,-1 1-1,0 0 1,0 0-1,0 0 1,0 0 0,1 0-1,-1 0 1,0 0-1,0 1 1,0-1-1,0 1 1,0 0-1,0 0 1,0 0 0,0 0-1,0 0 1,0 0-1,0 0 1,0 0-1,-1 1 1,1-1-1,-1 1 1,1-1 0,-1 1-1,1 0 1,-1-1-1,0 1 1,0 0-1,0 0 1,0 0-1,0 0 1,0 0 0,-1 0-1,1 0 1,0 0-1,-1 4 1,2 2-26,0 1 0,-1-1 1,0 1-1,-1-1 0,0 1 1,0-1-1,-1 0 0,0 1 1,0-1-1,-1 0 0,0 1 0,-1-1 1,1 0-1,-2 0 0,1-1 1,-1 1-1,0-1 0,-1 0 1,1 0-1,-1 0 0,-9 8 0,1 0 10,0-1 0,-2-1 0,0 0 0,0-1-1,-1-1 1,0 0 0,-1-1 0,0-1-1,-1 0 1,-36 11 0,35-14-79,1 1 0,0 1 1,-18 10-1,35-17 115,1-1 0,-1 0-1,1 1 1,-1-1 0,1 1 0,0-1 0,-1 1 0,1-1-1,0 1 1,-1-1 0,1 1 0,0-1 0,-1 1-1,1-1 1,0 1 0,0 0 0,0-1 0,-1 1-1,1-1 1,0 1 0,0 0 0,0-1 0,0 1 0,0-1-1,0 1 1,0 0 0,0-1 0,1 1 0,-1-1-1,0 1 1,0 0 0,0-1 0,1 1 0,-1-1-1,0 1 1,1-1 0,0 2 0,18 25 399,-8-13 173,7 26-153,-11-25-162,0 1 1,15 22-1,-19-33-284,1 0 1,0-1-1,0 0 0,0 1 0,0-1 1,1 0-1,0-1 0,0 1 0,0-1 1,0 0-1,7 3 0,4-1-17,1 0 0,0-1 0,0 0 0,0-2 0,21 1 0,-20-1 0,0-1 0,0 2 0,-1 0 0,26 9 0,-39-10 0,-1 0 0,1 0 0,-1 0 0,0 1 0,1-1 0,-1 1 0,0 0 0,-1-1 0,6 8 0,-7-9 0,0 0 0,0 0 0,-1 0 0,1 0 0,0 0 0,-1 0 0,1 1 0,0-1 0,-1 0 0,1 0 0,-1 1 0,0-1 0,1 0 0,-1 1 0,0-1 0,0 0 0,0 1 0,0-1 0,0 1 0,0-1 0,0 0 0,-1 1 0,1-1 0,0 0 0,-1 0 0,1 1 0,-1-1 0,1 0 0,-1 0 0,0 1 0,-1 1 0,2-3 1,0-1-1,0 1 1,0 0 0,0 0-1,0 0 1,0-1 0,0 1 0,0 0-1,1 0 1,-1 0 0,0-1-1,0 1 1,-1 0 0,1 0-1,0 0 1,0-1 0,0 1-1,0 0 1,0 0 0,0 0 0,0-1-1,0 1 1,0 0 0,0 0-1,0 0 1,-1-1 0,1 1-1,0 0 1,0 0 0,0 0-1,0 0 1,0 0 0,-1-1 0,1 1-1,0 0 1,0 0 0,0 0-1,0 0 1,-1 0 0,1 0-1,0 0 1,0 0 0,0 0-1,-1 0 1,1 0 0,0 0 0,0 0-1,-1 0 1,1 0 0,-9 0-2483,0 4-5177,3 3-1780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28:32.6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82 393 7203,'1'2'943,"0"1"-1,0-1 1,-1 0-1,1 1 1,0-1-1,-1 1 0,0-1 1,1 0-1,-1 1 1,0-1-1,-1 5 1,2 15 1121,0-13-1408,0 0 0,0 0 0,-1 1-1,-1-1 1,0 0 0,0 0 0,-4 15-1,-24 64 1306,3-12-1175,2 34 764,21-161-1720,3 0 0,1 0-1,3 0 1,2 0-1,3 0 1,1 1-1,3 0 1,2 1-1,40-89 1,-46 121 157,0 0-1,1 0 1,1 1 0,1 1 0,0 0 0,1 1 0,0 0 0,2 1 0,18-14 0,-25 20 13,0 2 0,1-1 1,0 1-1,1 0 0,-1 1 0,1 0 1,0 1-1,0 0 0,0 0 1,0 1-1,0 0 0,0 1 0,1 0 1,-1 1-1,1 0 0,-1 1 1,0 0-1,17 3 0,-23-3 16,-1 0 0,1 0 0,-1 0 0,1 1 0,-1-1 0,0 1 1,0-1-1,0 1 0,0 0 0,0 0 0,0 1 0,0-1 0,0 1 0,-1-1 0,0 1 0,1 0 0,-1 0 0,0 0 0,0 0 0,-1 0 0,1 0 0,-1 0 0,1 1 0,-1-1 0,0 1 0,0 3 0,0-2 24,-1 0 1,0 1-1,0-1 0,-1 0 0,0 1 0,0-1 0,0 0 0,-1 0 0,1 0 0,-1 0 1,0 0-1,-1 0 0,1-1 0,-1 1 0,0-1 0,0 1 0,-5 4 0,-8 8 0,0-1-1,-1-1 1,-1 0-1,-1-1 1,0-1-1,-36 18 1,4-7 179,-85 28 0,134-51-136,0 0 0,0-1 0,0 1 0,0 0 0,0 0 0,0 0 0,0 0 0,1 1 0,-1-1 0,-2 3 0,3-3-26,1-1 1,-1 1-1,1 0 1,-1-1-1,1 1 1,0 0-1,-1-1 1,1 1-1,0 0 1,0 0-1,0 0 1,0-1-1,0 1 1,-1 0-1,1 0 1,0 0-1,1-1 1,-1 1-1,0 0 1,0 1-1,2 2-8,0 0-1,1 0 1,-1 0 0,1 0 0,0 0-1,0-1 1,0 0 0,0 1-1,5 2 1,13 14-49,30 29 0,2-1 0,2-3 0,91 56 0,-80-65 0,57 34 0,-121-63 0,0-5 0,-2-4 0,0 2-18,0 0 1,0 0-1,1 0 0,-1 0 1,0-1-1,0 1 0,0 0 1,0 0-1,0 0 0,0 0 0,0 0 1,0-1-1,0 1 0,0 0 1,0 0-1,0 0 0,0 0 1,0-1-1,0 1 0,0 0 1,0 0-1,0 0 0,0 0 1,0-1-1,0 1 0,0 0 0,0 0 1,0 0-1,0 0 0,0-1 1,0 1-1,0 0 0,-1 0 1,1 0-1,0 0 0,0 0 1,0 0-1,0-1 0,0 1 1,0 0-1,-1 0 0,1 0 0,0 0 1,0 0-1,0 0 0,0 0 1,-1 0-1,1 0 0,0 0 1,0 0-1,0 0 0,0 0 1,-1 0-1,1 0 0,0 0 1,0 0-1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7043,'17'-23'5601,"-16"20"-5082,0 1-1,0 0 1,0 0-1,0 1 0,1-1 1,-1 0-1,1 0 1,0 1-1,2-3 1,-3 4-392,0-1 1,1 1 0,-1-1 0,0 1 0,0 0 0,1 0 0,-1 0-1,0 0 1,1 0 0,-1 0 0,0 0 0,1 0 0,-1 0 0,0 0-1,0 1 1,1-1 0,-1 1 0,0-1 0,0 1 0,1-1 0,0 2-1,3 1 117,-2-1 0,1 1 0,0 0 0,0 1 0,-1-1 0,0 1 0,1-1 0,-1 1-1,-1 0 1,1 0 0,0 0 0,-1 0 0,0 1 0,0-1 0,2 7 0,2 10 370,-1 0 0,4 25 0,-4-17-230,-3-7-129,-7-27 238,-8-32 21,11 25-516,1 1 1,0-1 0,1 0 0,0 0 0,1 0 0,1 1 0,-1-1 0,2 0 0,0 1 0,0-1 0,1 1 0,1 0 0,-1 0 0,2 1 0,0-1 0,0 1 0,0 1 0,2-1 0,-1 1 0,1 0 0,0 1 0,14-12-1,-21 19-201,1 0 0,-1 0-1,1 0 1,-1 0-1,1 0 1,-1 0-1,1 1 1,0-1 0,0 0-1,-1 1 1,1-1-1,0 1 1,0 0-1,0 0 1,2 0 0,16 8-7708,-6 2-143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11653,'-37'14'6395,"9"7"-3603,26-17-2755,-1-1-1,1 0 1,0 1-1,0-1 1,0 1-1,0 0 1,1-1-1,-1 1 1,1 0-1,0 0 1,0 0-1,1 0 1,-1 0-1,1 0 1,0 0-1,0 7 0,1-7-19,-1 0 0,1-1-1,0 1 1,0-1-1,0 1 1,0-1 0,0 1-1,1-1 1,0 0-1,0 0 1,0 0 0,0 0-1,0 0 1,0 0-1,1-1 1,0 1 0,-1-1-1,1 1 1,0-1-1,0 0 1,0 0-1,0 0 1,1-1 0,3 2-1,-4-2 12,0 0 0,0 0 0,0 0 0,0 0 0,1-1 0,-1 1-1,0-1 1,0 0 0,1 0 0,-1 0 0,0 0 0,0-1 0,0 0-1,1 1 1,-1-1 0,0 0 0,0 0 0,0-1 0,0 1 0,0-1 0,0 1-1,-1-1 1,1 0 0,-1 0 0,1 0 0,-1 0 0,3-3 0,-2 1 111,0 0 0,-1 1 0,1-1 0,-1 0 0,1 0 0,-1-1 0,-1 1 0,1 0 0,-1-1 0,1 1 0,-1-1 0,-1 0 0,1 1 0,0-1-1,-1 0 1,0 1 0,0-1 0,-2-5 0,0 0-286,0-1 0,-1 1 0,-1 0 0,0-1 0,0 2 0,-10-16 0,11 17-2148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16 2369,'-21'-11'11359,"2"7"-4855,16 4-6015,0 0 0,1 0 0,-1 0 0,0 1 0,0-1 0,1 1 0,-1-1 0,0 1 0,1 0 0,-5 2-1,-1 2-357,0 1-1,0 0 0,1 0 0,-1 0 0,2 1 0,-9 10 0,7-8-125,1 0-1,0 1 0,0 0 0,1 0 0,0 1 1,-5 14-1,10-22 3,0-1 0,0 1 0,1 0 0,-1 0 0,0 0 1,1 0-1,0 0 0,0 0 0,0 0 0,0 0 0,1 0 0,-1 0 1,2 4-1,-2-5 7,1 0 1,0 0-1,1 0 0,-1-1 1,0 1-1,0-1 0,1 1 1,-1-1-1,1 1 1,-1-1-1,1 0 0,0 1 1,-1-1-1,1 0 0,0 0 1,0 0-1,0-1 1,0 1-1,0 0 0,0-1 1,4 1-1,1 0 20,-1-1 1,1-1-1,0 1 0,0-1 0,0 0 1,-1-1-1,1 1 0,-1-2 1,1 1-1,-1 0 0,0-1 0,0-1 1,0 1-1,0-1 0,0 1 0,-1-2 1,0 1-1,0-1 0,6-6 1,-8 8 63,1-1-1,-1 0 1,0 0 0,0 0 0,0 0 0,-1-1 0,0 1 0,0-1 0,0 0 0,0 1 0,2-11 0,-4 12-47,0 0 1,0 0 0,0 0 0,0 1 0,0-1 0,-1 0 0,1 0-1,-1 0 1,0 0 0,0 1 0,0-1 0,0 0 0,0 1 0,0-1-1,-1 1 1,0-1 0,1 1 0,-1-1 0,0 1 0,0 0 0,-4-3-1,4 3-257,0 1-1,0-1 1,-1 1-1,1-1 1,0 1-1,-1 0 1,1 0-1,-1 0 1,1 0-1,-1 0 1,-5 0-1,6 1-488,0 0 0,0 0-1,0 0 1,0 0 0,0 0-1,0 0 1,0 1 0,0-1-1,0 1 1,0-1 0,0 1-1,0 0 1,0 0 0,0 0-1,-2 1 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 10773,'-41'-42'12987,"38"48"-8919,-8 23-1602,1 5-1385,-41 148 464,45-150-1583,0 0 0,2 0-1,1 59 1,2-88 13,1 0 0,0 0 0,1 1 0,-1-1 0,0 0 0,1 0 0,0 0 0,0 0 0,0 0 0,0 0 0,0 0 0,0-1 0,1 1 0,-1 0 0,1-1 0,0 1 0,0-1 0,0 1 0,0-1 0,0 0 0,5 3 0,-5-4-262,0 0 0,0 0 0,1 0 0,-1 0 0,0-1 0,1 1 0,-1-1 0,0 0 0,1 1 0,-1-1 0,4-1 0,-1 1-775,0-1 0,0 0 1,-1 0-1,1-1 0,-1 1 0,7-4 0,11-7-6312,0-2-2190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4898,'-13'-6'10261,"7"0"-7732,10 0 208,7 1 545,8 1-2514,8 0-656,8 2-112,5 2-784,8-2-3106,2 2-4754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66 319 3410,'-13'-2'7831,"-17"-1"-6277,8 4 763,21-3 794,14-3-455,10 1-1802,-1 1-1,1 1 1,27 1 0,23-2-254,338-49 873,-385 49-1464,790-102 1100,-636 77-606,-77 13-30,148-40-1,-204 43 100,-32 9 243,1-1 1,-1 0-1,19-9 1,-104 30-4548,5 9-6588,19-10-1160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9 336 4370,'-1'0'264,"1"0"-1,0 0 1,-1 0 0,-4-3 3954,5 2-3954,0 1 0,0 0-1,0-1 1,-1 1 0,1 0-1,0-1 1,0 1 0,0 0-1,0-1 1,0 1 0,0-1-1,0 1 1,0 0 0,0-1-1,0 1 1,0 0 0,0-1-1,14-8 3528,31-1-3325,-39 9 169,359-80-414,-56 11-130,-268 61-79,633-118 1945,-651 123-1587,12-1 409,61-4 1,-88 9-584,1 0 0,-1 0 0,0 1 0,0 0 0,0 1 0,0 0 0,0 0 0,0 0 1,0 1-1,-1 0 0,1 1 0,-1 0 0,9 5 0,-12-4 54,1-1 1,-1 1-1,-1 0 0,1 0 1,0 0-1,-1 0 0,0 1 1,0-1-1,-1 1 0,0 0 1,0 0-1,2 6 0,1 11 655,4 39 0,-2 17-612,-3-1 1,-4 1-1,-3-1 1,-22 124-1,25-197-293,-5 20 0,-2 51 0,7-70 0,0 0 0,0 0 0,1 0 0,0 0 0,0 0 0,0 0 0,1 0 0,0 0 0,0 0 0,0 0 0,1-1 0,-1 1 0,2-1 0,2 6 0,-5-11-102,-1 1-1,1-1 1,-1 1 0,0-1 0,1 1-1,-1-1 1,1 1 0,-1-1-1,1 0 1,-1 1 0,1-1 0,-1 0-1,1 1 1,0-1 0,-1 0-1,1 0 1,-1 1 0,1-1 0,0 0-1,-1 0 1,1 0 0,0 0-1,-1 0 1,1 0 0,-1 0 0,1 0-1,0 0 1,-1 0 0,1 0-1,0-1 1,0 1-576,0-1 0,0 0 1,0 1-1,1-3-1356,-2 2 1356,1 1 0,0-1 1,-1 0-1,1 0 0,-1 0 0,1 0 0,-1 0 0,0 0 0,1 0 1,-1-2-1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8628,'-20'-11'12612,"30"16"-9862,0 0-1958,1 1 0,-2 0 1,1 1-1,-1 0 1,0 0-1,15 18 1,-5-2-125,22 37 0,-33-48-433,1 2-164,0-1 1,0 0 0,1 0-1,1-1 1,0 0-1,17 13 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7283,'-5'2'2013,"1"1"0,-1 0-1,1 1 1,-1-1 0,1 1 0,-6 6-1,-2 5 241,1 0-1,-9 17 0,-6 9-108,-25 26-748,-21 29-1003,49-64-4134,1 0-3344,14-19-929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1016 91 4658,'-3'0'702,"1"0"0,0 0-1,-1-1 1,1 1 0,-1-1-1,1 1 1,0-1 0,-1 0 0,1 0-1,0 0 1,0 0 0,0 0 0,0-1-1,-3-1 1,-21-27 4959,23 26-5436,1 1 1,-1-1-1,1 1 0,-1 0 0,0 0 1,0 0-1,0 0 0,0 0 0,-1 1 1,1-1-1,-1 1 0,0 0 0,1 0 0,-1 1 1,0-1-1,0 1 0,-5-2 0,0 3 101,-1 0 0,0 0 0,0 1 0,1 0 0,-1 0-1,0 1 1,1 1 0,-10 3 0,-75 34 1733,58-23-1443,-37 16 138,1 4-1,-74 49 0,119-65-753,0 1 0,2 1 0,0 2 0,2 0 0,1 2 0,0 0 0,3 1 0,-24 43 0,18-23 0,3 1 0,1 1 0,3 1 0,-20 87 0,32-103 0,1-1 0,2 1 0,2 0 0,1-1 0,2 1 0,1 0 0,2-1 0,1 1 0,13 42 0,-7-40 0,1-1 0,2 0 0,1 0 0,2-2 0,2 0 0,0-2 0,3 0 0,30 34 0,-32-45 0,1 0 0,2-2 0,0 0 0,0-2 0,2-1 0,0-1 0,1-1 0,32 12 0,-13-9 0,0-2 0,1-2 0,1-2 0,64 7 0,-76-16 0,-1-1 0,1-2 0,-1-1 0,42-8 0,137-38 0,-212 47 0,71-19 0,-1-4 0,-1-2 0,-1-4 0,-2-3 0,115-74 0,-167 96 0,-1 0 0,0-2 0,0 0 0,-1 0 0,-1-2 0,0 1 0,-1-2 0,-1 1 0,-1-2 0,0 0 0,-1 0 0,0 0 0,-2-1 0,0 0 0,-1-1 0,7-34 0,6-50 0,14-207 0,-34 288 0,0-1 0,-2 0 0,0 1 0,-2 0 0,-1 0 0,0 0 0,-1 1 0,-2 0 0,0 0 0,-1 1 0,-1 0 0,-25-33 0,15 25 0,-1 2 0,-1 1 0,-1 1 0,-1 0 0,-1 2 0,-1 1 0,-55-32 0,73 49 0,0 0 0,0 0 0,0 1 0,0 0 0,0 1 0,-1 0 0,-11-1 0,-69 1 0,68 3 0,0-1 0,1-1 0,-36-6 0,10-11 0,41 15 0,0 0 0,-1 0 0,1 1 0,-1 0 0,1 0 0,-1 1 0,0-1 0,-11 1 0,-151 9 0,164-8-267,-1 1 1,1 0-1,0 0 0,0 0 1,0 1-1,0-1 0,-8 5 1,-2 2-5873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53 3618,'29'-28'4699,"-4"3"3042,-42 37 640,-21 5-5618,-1 1-1563,-21 18 255,1 2 0,-89 76 0,133-101-1455,1 0 0,0 1 0,-23 31 0,34-40 0,0-1 0,0 1 0,0-1 0,1 1 0,0 0 0,0 0 0,0 0 0,1 0 0,-1 1 0,1-1 0,1 0 0,-1 0 0,1 1 0,-1-1 0,2 0 0,-1 1 0,0-1 0,1 0 0,2 8 0,1 0 0,1 0 0,1 0 0,0-1 0,0 0 0,1 0 0,0 0 0,1-1 0,11 11 0,-12-14 0,2-1 0,-1 0 0,1 0 0,0-1 0,0 0 0,0-1 0,1 0 0,0 0 0,0-1 0,18 5 0,-18-7 0,0 0 0,-1 0 0,1-1 0,0 0 0,0 0 0,0-1 0,0-1 0,0 0 0,0 0 0,0-1 0,0 0 0,16-6 0,-22 6 0,1 0 0,-1 0 0,0-1 0,0 1 0,0-1 0,-1 1 0,1-1 0,0-1 0,-1 1 0,0 0 0,0-1 0,0 0 0,0 1 0,-1-1 0,1 0 0,-1-1 0,0 1 0,0 0 0,-1 0 0,1-1 0,-1 1 0,0-1 0,0 0 0,0 1 0,-1-1 0,0 0 0,0 1 0,-1-10 0,-2-3 0,-2 0 0,0 0 0,0 0 0,-2 1 0,0 0 0,-1 0 0,0 1 0,-13-17 0,18 27 0,0 1 0,-1-1 0,1 1 0,-1 0 0,0 0 0,0 0 0,-1 1 0,1-1 0,-1 1 0,0 0 0,0 0 0,0 1 0,0 0 0,0 0 0,0 0 0,-1 0 0,1 1 0,-8-2 0,1 3 0,0 0 0,0 0 0,0 1 0,0 1 0,0 0 0,0 0 0,-18 7 0,22-7 0,0 0 0,0 0 0,0-1 0,-14 0 0,43 5 870,-14 0-3038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40 3410,'-4'-6'7312,"2"4"-6643,1-1 0,-1 1 0,0 0 0,0 0 0,-1 0 0,1 0 0,0 0 1,-5-2-1,-12 2 2202,17 2-2590,-1 0-1,1 0 1,0 0 0,-1 0 0,1-1-1,0 1 1,-1-1 0,1 1 0,0-1-1,0 0 1,-4-1 0,5 1-91,0 0 0,0 1 0,0 0 1,0-1-1,0 1 0,0-1 0,0 1 0,0 0 1,0 0-1,0 0 0,0 0 0,0 0 0,0 0 1,0 0-1,0 0 0,0 0 0,-1 0 0,1 1 1,-2 0 3142,2 0-3270,1 0-1,-1 0 1,1 0-1,0 0 1,0 0-1,-1 0 1,1 0-1,0 1 1,0-1-1,0 0 1,0 0-1,1 0 1,-1 0 0,0 0-1,0 0 1,1 0-1,-1 0 1,0 0-1,1 1 1,-1-1-1,1-1 1,0 1-1,-1 0 1,1 0-1,0 0 1,-1 0-1,3 1 1,21 25 680,-24-26-657,32 30-33,3 1-2,2-2 0,1-1-1,67 37 1,-77-50-51,0 2 0,-1 2 0,-1 0 0,-1 1 0,0 2 0,-2 0 0,29 39 0,-35-44 0,-1 0 0,2-1 0,34 24 0,6 7 0,-2-5 0,-37-29 0,30 28 0,-15-8 0,97 103 0,-29-14 0,63 59 0,-132-149 0,-26-27 0,0 0 0,0 1 0,10 14 0,-15-19 0,1 1 0,-1 0 0,1-1 0,-1 1 0,1-1 0,0 0 0,0 0 0,0 0 0,4 2 0,-16-18-231,1 10-3561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1278 66 2305,'25'-1'15164,"-38"2"-13816,-124 20 2078,62-8-3021,1 4 1,-88 31-1,110-29 120,1 2-1,1 3 1,1 2 0,1 2 0,1 2 0,-48 41-1,28-15-405,-114 104 2243,153-132-2108,2 1 0,1 1 0,1 1 0,-22 39 0,38-55-103,1 0-1,1 0 0,0 0 0,1 1 1,1 0-1,1 0 0,-3 21 0,0 118 597,6-83-812,-1-14 65,1-1 0,14 86 0,-11-122 0,2-1 0,0 1 0,1-1 0,1 0 0,1-1 0,1 0 0,1 0 0,0-1 0,1 0 0,17 20 0,-5-13 0,0-1 0,1 0 0,1-2 0,1-1 0,1-1 0,1-2 0,1 0 0,0-2 0,1-1 0,1-1 0,0-2 0,1-1 0,0-2 0,1-1 0,0-1 0,43 2 0,10-6 0,0-5 0,126-18 0,166-56 0,-330 62 0,-1-2 0,0-2 0,-1-2 0,-1-1 0,61-41 0,-51 25 0,-2-3 0,-1-2 0,73-77 0,-106 96 0,0 0 0,-1-2 0,-2 0 0,0 0 0,-2-2 0,-1 0 0,-1 0 0,10-35 0,-2-10 0,-4 0 0,9-83 0,-23 130 0,0-1 0,-2 0 0,-1 0 0,-1 1 0,-2-1 0,-7-30 0,-4-2 0,-36-87 0,37 116 0,-1 1 0,-1 1 0,-30-38 0,-6-12 0,42 62 0,-1 0 0,-1 1 0,0 0 0,-1 1 0,0 0 0,-1 1 0,-1 0 0,0 1 0,0 1 0,-1 1 0,0 0 0,0 1 0,-1 1 0,-1 0 0,1 1 0,-1 1 0,-21-3 0,-20-3 0,-70-20 0,118 28 0,1 2 0,0-1 0,0 1 0,-1 1 0,1 0 0,0 0 0,-1 1 0,1 0 0,-14 4 0,-14 5 0,-41 16 0,53-17 0,25-8-69,-24 10-470,15-3-5611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17 5330,'-12'0'1127,"-15"4"6131,37 4-2191,3 6 664,-13-13-5681,1 0 0,-1 0-1,1 0 1,0 0-1,0 0 1,-1 0-1,1 0 1,0 0 0,0-1-1,0 1 1,0 0-1,0-1 1,0 1-1,0-1 1,0 1 0,0-1-1,0 1 1,0-1-1,0 0 1,1 1-1,-1-1 1,0 0 0,0 0-1,0 0 1,0 0-1,3 0 1,30 0 361,-1-1 0,58-9-1,-22-4 174,65-15 1041,-133 29-1617,0-1-1,0 1 1,0-1-1,0 1 1,-1 0-1,1 0 0,0-1 1,0 1-1,0 0 1,0 0-1,0 0 1,0 0-1,0 0 1,0 0-1,-1 0 0,1 0 1,0 0-1,0 1 1,0-1-1,0 0 1,1 1-1,-1 1 65,-1-1 0,1 1-1,-1-1 1,0 1 0,1-1 0,-1 1-1,0-1 1,0 1 0,0-1 0,0 1-1,0 0 1,-1 2 0,-2 9 142,-1 0-1,0 1 1,0-1 0,-2-1 0,1 1-1,-2-1 1,1 0 0,-11 13 0,-1 5-657,-9 16 788,8-17-253,1 2 0,2 0 0,1 0-1,2 2 1,-12 41 0,23-58-92,0 0 0,1 1 0,1 19 0,0-14 0,19-32-2804,25-22-13419,-34 22 9334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65 120 4418,'-16'-2'5401,"15"2"-5082,0 1 1,0-1-1,0 0 0,0-1 1,0 1-1,0 0 1,-1 0-1,1 0 1,0-1-1,0 1 1,0 0-1,0-1 0,0 1 1,0-1-1,0 0 1,0 1-1,0-1 1,1 0-1,-2 0 0,1 0 10,-1 0 0,1 0-1,0 0 1,0 1 0,-1-1-1,1 0 1,0 1 0,-1-1-1,1 1 1,0 0 0,-1-1-1,1 1 1,-1 0 0,-6-2 3837,18-4-2809,8-3-1202,0 1-1,0 1 1,0 0-1,36-7 1,80-5 1345,-44 7-1594,-45 5 874,0 2 0,80 2 0,-113 5-396,9 1-409,-21-2 67,0-1 1,1 0-1,-1 0 1,0 0-1,1 0 1,-1 0-1,0 0 1,1 0-1,-1 0 1,0 0-1,1 0 1,-1 0-1,1 0 1,-1 0-1,0 0 1,1 0-1,-1 0 1,0 0-1,0-1 1,1 1 0,-1 0-1,0 0 1,1 0-1,-1 0 1,0-1-1,0 1 1,1 0-1,-1 0 1,0-1-1,0 1 1,1 0-1,-1-1 1,0 1-1,0-1 1,-10-1 26,2 0-69,8 2 0,0 0 0,0 0 0,0 0 0,-1 0 0,1 0 0,0 0 0,0 0 0,0 0 0,-1 0 0,1-1 0,0 1 0,0 0 0,0 0 0,0 0 0,-1 0 0,1 0 0,0 0 0,0 0 0,0 0 0,-1 0 0,1 1 0,0-1 0,0 0 0,0 0 0,-1 0 0,1 0 0,0 0 0,0 0 0,0 0 0,0 0 0,-1 0 0,1 1 0,0-1 0,0 0 0,0 0 0,0 0 0,0 0 0,0 0 0,-1 1 0,1-1 0,0 0 0,0 0 0,0 0 0,0 1 0,0-1 0,0 0 0,0 0 0,0 0 0,0 0 0,0 1 0,0-1 0,0 0 0,0 0 0,0 1 0,0-1-18,0 0 0,0 1 0,1-1 0,-1 0-1,0 1 1,0-1 0,0 0 0,1 0 0,-1 1 0,0-1 0,0 0 0,1 0-1,-1 0 1,0 1 0,1-1 0,-1 0 0,0 0 0,1 0 0,-1 0 0,0 0-1,1 0 1,-1 0 0,0 0 0,1 1 0,-1-1 0,0 0 0,1 0 0,-1 0-1,0-1 1,1 1 0,-1 0 0,1 0 0,6 2-4574,-18 6-3371,1-4 1475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180 3233,'1'-11'653,"0"1"0,1-1 0,0 1 0,0 0 0,7-17 0,5-22 6491,-14 41-2460,0 4-4426,-1 0 0,1 0 0,0 0 1,1 0-1,-1 0 0,1 0 1,-1 0-1,3-7 0,-11 24 861,-1-1 0,0 0 1,-1 0-1,-1-1 0,0 0 0,-23 17 0,20-17-874,0 1-1,0 1 0,1 0 1,1 1-1,-18 26 0,-25 63 1272,32-57-1192,-53 79 0,-71 56-324,-41 58 0,133-154 0,-4-3 0,-69 75 0,116-145 0,2 0 0,0 0 0,0 1 0,1 1 0,1-1 0,0 2 0,1-1 0,0 1 0,-8 28 0,14-37 0,-1 0 0,-1 0 0,1 0 0,-1-1 0,0 1 0,0-1 0,-1 0 0,0 1 0,0-2 0,-8 9 0,38-44-122,-19 22 150,0 0 1,1 0 0,14-12 0,-19 18-384,0 1 1,0 0-1,1 0 0,-1 0 1,1 0-1,-1 0 1,1 1-1,7-2 0,4 3-6883,-2 9-2510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240 3570,'20'-16'3417,"30"-34"1,-6 5 2152,-42 44-5234,-1 0 0,0 0 0,0 0 1,0 0-1,1 0 0,-1 0 0,0 0 0,0-1 0,-1 1 0,1 0 0,0-1 0,0 1 0,-1 0 0,1-1 0,-1 1 0,1-1 0,0-1 0,-2 2-165,1 1 1,0-1-1,0 1 0,-1-1 0,1 0 0,0 1 0,-1-1 1,1 1-1,-1 0 0,1-1 0,-1 1 0,1-1 0,-1 1 0,1 0 1,-1-1-1,1 1 0,-1 0 0,1-1 0,-1 1 0,1 0 1,-1 0-1,0 0 0,1-1 0,-1 1 0,1 0 0,-1 0 0,-1 0 1,-5 0 393,-1 0 0,1 0 1,0 1-1,0-1 0,-14 5 1,-38 13-10,0 3 1,2 2-1,1 3 1,-101 63-1,-191 166-780,299-214 224,1 2 0,2 2 0,3 1 0,1 3 0,2 1 0,-45 77 0,67-96 0,2 0 0,1 1 0,1 1 0,2 1 0,1 0 0,2 0 0,1 1 0,2 0 0,1 0 0,2 0 0,1 1 0,2-1 0,5 39 0,0-43 0,2 0 0,1 0 0,1 0 0,2-1 0,1 0 0,1-1 0,1-1 0,2 0 0,1-1 0,1-1 0,1 0 0,42 42 0,-33-41 0,2 0 0,1-2 0,0-2 0,2-1 0,1-1 0,0-1 0,1-3 0,1 0 0,76 21 0,-53-23 0,1-3 0,1-3 0,0-3 0,0-2 0,0-3 0,0-2 0,84-14 0,-79 4 0,0-3 0,-1-3 0,-1-2 0,0-4 0,-2-2 0,91-51 0,-110 50 0,0-1 0,-2-3 0,-1-1 0,-2-2 0,-1-1 0,-2-2 0,-1-2 0,41-58 0,-52 61 0,-2-1 0,-1-1 0,-2-1 0,-2 0 0,-1-1 0,-2-1 0,-1 0 0,-3-1 0,-1 0 0,4-65 0,-11 65 0,-1 1 0,-3-1 0,-1 1 0,-1-1 0,-3 2 0,-1-1 0,-2 1 0,-2 0 0,-1 1 0,-2 1 0,-2 0 0,-1 2 0,-1 0 0,-34-43 0,-235-263 0,288 340 0,-10-12 0,-1 0 0,0 2 0,-1-1 0,0 1 0,0 1 0,-1 0 0,-1 1 0,0 1 0,0 0 0,0 1 0,-1 1 0,0 0 0,0 1 0,-1 1 0,1 1 0,-1 0 0,0 1 0,0 0 0,-23 2 0,-31 6 0,0 2 0,0 4 0,2 3 0,-110 37 0,178-51-25,-1-1 0,1 0 1,0 1-1,0-1 0,-1 1 0,1-1 1,0 1-1,0 0 0,0-1 0,0 1 1,0 0-1,0 0 0,0 0 0,0 0 1,0 0-1,0 0 0,0 0 0,1 0 1,-1 0-1,0 0 0,1 0 0,-1 1 1,1-1-1,-1 0 0,1 0 0,0 1 0,-1-1 1,1 0-1,0 0 0,0 1 0,0-1 1,0 2-1,1 1-813,0-1 0,0 0 0,0 1 0,1-1 1,-1 0-1,1 0 0,-1 0 0,1 0 0,0-1 0,0 1 0,5 4 0,12 12-5834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51 5667,'16'-27'4621,"-1"4"5228,-64 106 1321,-41 42-9519,3-5-1842,84-117 191,1 1 0,-1 0 0,1 0 0,0 0 0,0 0 0,0 1 0,1-1 0,-1 0 0,1 1 0,-1 7 0,2-11 0,0 0 0,0 0 0,0 0 0,1-1 0,-1 1 0,0 0 0,0 0 0,1 0 0,-1 0 0,0-1 0,1 1 0,-1 0 0,1 0 0,-1 0 0,1-1 0,-1 1 0,1 0 0,0-1 0,-1 1 0,1-1 0,1 2 0,0-1 0,1 0 0,-1 0 0,0-1 0,1 1 0,-1 0 0,0-1 0,1 0 0,-1 1 0,1-1 0,-1 0 0,4-1 0,40-3 0,59-14 0,-23 3 0,-70 14 0,38-6 0,0-1 0,-1-3 0,0-1 0,48-21 0,-95 32-94,22-9 481,-22 12-963,-14 7-2569,10-8 1863,0 0 1,1 0 0,-1 0-1,0 0 1,0 0-1,0-1 1,0 1 0,0 0-1,0-1 1,0 1-1,0-1 1,-3 0-1,-9-1-8325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11205,'-7'8'4258,"-3"7"-1505,0 3 1905,-3 10-1088,7 9-1217,2 7-96,-1 6-640,3 0-1521,2 1-96,0-5 0,2-7 0,0-5 0,3-5 0,-1-4-480,0-4-2017,4-2-1713,-3 0-1905,-3-3-4786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11 590 3634,'-10'0'3910,"23"-8"775,2 0-2643,-5 1-351,0 0 1,1 1 0,0 0 0,1 1-1,-1 0 1,1 1 0,20-5 0,830-182 711,-517 119-1920,21-3-259,282-64 1612,-530 107-1820,-117 32-16,2-1 0,0 1 0,0-1 0,0 1 0,0 0 0,0 0 0,0 0 0,1 0 0,-1 0 0,0 1 0,0 0 0,0-1 0,0 1 0,0 0 0,4 2 0,-5-2 332,2 0-1980,-4-10-4629,-2-4-2329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118 143 1873,'0'-9'3472,"0"7"-3068,0 0 1,0 0-1,0-1 0,0 1 1,0 0-1,1-1 1,-1 1-1,1 0 1,0 0-1,0-3 1,11-17 4282,-3 13 4896,-10 12-9231,0-1 0,-1 1 0,1 0 0,-1-1 0,0 1 0,1-1 0,-1 0 0,0 1 0,-3 1 0,-5 8 189,-19 29 646,-25 38-143,50-70-956,-1-1-1,1 1 1,0 0-1,1 0 1,0 1 0,1-1-1,-3 16 1,5-24-79,0 1 0,0-1 0,0 1 0,0 0 1,0-1-1,0 1 0,0-1 0,1 1 0,-1 0 0,0-1 0,1 1 0,-1-1 1,1 1-1,0-1 0,-1 1 0,1-1 0,0 0 0,0 1 0,0-1 1,0 0-1,0 0 0,0 1 0,3 1 0,-1-2-32,0 1 0,-1-1 1,1 0-1,0 0 0,0 0 0,0-1 0,0 1 1,0 0-1,0-1 0,1 0 0,4 0 0,3-1 151,-1 0-1,0-1 1,1 0-1,-1-1 1,0 0-1,16-7 1,-11 3-127,-1-1 0,1-1 0,-1-1 0,-1 0 0,0 0 1,23-25-1,-31 29-13,1-1-1,-1 0 1,0-1 0,-1 1-1,0-1 1,0 0 0,0 0 0,-1 0-1,0 0 1,-1-1 0,0 1-1,0-1 1,-1 0 0,1-14 0,-2 14 61,-1 0 0,1 1 1,-1-1-1,-1 1 1,0-1-1,0 1 0,0 0 1,-1 0-1,-5-9 1,7 15-35,0 0 0,0 0 0,-1 0 0,1 0 0,-1 0 0,1 0 0,-1 0 0,0 1 0,0-1 0,0 1 0,0-1-1,0 1 1,0 0 0,0 0 0,0 0 0,0 0 0,-1 0 0,1 0 0,0 0 0,-1 1 0,1-1 0,-1 1 0,1 0 0,0 0 0,-1 0 0,1 0 0,-1 0 0,1 0 0,-1 1 0,1-1 0,0 1 0,-1 0 0,1 0 0,0-1 0,0 2 0,-4 1 0,-4 1-15,0 1 0,0 0 0,1 1 0,-1 0 0,1 0 0,1 1 0,-1 1 0,1-1 0,1 1 0,-1 1 0,-10 15 0,13-16-60,5-8 25,0-1-1,0 1 1,0 0-1,0 0 1,0 0-1,0 0 1,1 0-1,-1 0 1,0 0-1,0 0 1,0 0-1,0 0 1,0 0-1,1 0 1,-1 1-1,0-1 1,0 0-1,0 0 1,0 0-1,0 0 1,0 0-1,0 0 1,1 0-1,-1 0 0,0 0 1,0 0-1,0 0 1,0 0-1,0 1 1,0-1-1,0 0 1,0 0-1,0 0 1,0 0-1,0 0 1,1 0-1,-1 1 1,0-1-1,0 0 1,0 0-1,0 0 1,0 0-1,0 0 1,0 0-1,0 1 1,0-1-1,0 0 1,0 0-1,0 0 1,0 0-1,0 0 1,-1 0-1,1 1 1,0-1-1,0 0 1,0 0-1,0 0 0,0 0 1,0 0-1,0 0 1,0 0-1,0 1 1,17 1-6747,-3-2-899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88 2513,'-1'0'205,"-1"0"0,1 0 0,0-1 0,-1 1 0,1-1 0,-1 1 0,1-1 0,0 1 0,-1-1 0,1 0 0,0 1 0,0-1 0,0 0 0,0 0 0,-1 0 0,1 0 0,0 0 0,1 0 0,-1-1 0,0 1 0,0 0 0,0 0 0,1-1 0,-2-1 0,1 1 238,0 0-1,0 0 0,0 1 1,0-1-1,0 0 1,-1 1-1,1-1 1,-1 1-1,1-1 0,-1 1 1,1 0-1,-1 0 1,0 0-1,1 0 1,-1 0-1,0 0 0,-6-2 4086,2 2-2167,13 8-566,47 34 6590,-144-126-7846,96 90-539,1 0 0,0 0 0,0-1 0,8 5 0,27 17 0,-7 2 0,-14-11 0,0 0 0,-1 1 0,19 24 0,412 500 0,-415-503 0,42 37 0,-46-48 0,-2 3 0,43 52 0,-61-67 0,1-1 0,1 0 0,0-1 0,1 0 0,0-2 0,25 17 0,-40-29 0,0 0 0,0 0 0,0 0 0,0 0 0,0 0 0,1 0 0,-1 1 0,0-1 0,0 0 0,0 0 0,0 0 0,0 0 0,0 0 0,0 0 0,1 0 0,-1 0 0,0 0 0,0 0 0,0 0 0,0 0 0,0 0 0,0 0 0,0 0 0,1 0 0,-1 0 0,0 0 0,0 0 0,0 0 0,0 0 0,0 0 0,0 0 0,0-1 0,1 1 0,-1 0 0,0 0 0,0 0 0,0 0 0,0 0 0,0 0 0,0 0 0,0 0 0,0 0 0,0 0 0,0-1 0,0 1 0,0 0 0,1 0 0,-1 0 0,0 0 0,0 0 0,0 0 0,0 0 0,0-1 0,0 1 0,-1 0 0,1 0 0,0-1 0,0 1 0,0 0 0,0 0 0,-1 0 0,1-1 0,0 1 0,0 0 0,0 0 0,-1 0 0,1 0 0,0 0 0,0 0 0,-1-1 0,1 1 0,0 0 0,0 0 0,-1 0 0,1 0 0,0 0 0,0 0 0,-1 0 0,1 0 0,0 0 0,0 0 0,-1 0 0,1 0 0,0 0 0,0 0 0,-1 1 0,1-1 0,0 0 0,0 0 0,-1 0 0,1 0 0,-23 9-1839,14-5-2413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1071 30 2897,'-1'-17'2634,"1"17"-2218,-1-1 0,1 0 0,0 1 0,0-1 0,0 0 0,0 1 0,-1-1 0,1 1 0,0-1 0,-1 0 0,1 1 0,0-1 0,-1 1 0,1-1 0,-1 1 0,1-1 0,-1 1 0,1-1 0,-2 0 0,-14 0 6975,-1 4-6410,14-3-1223,-88 16 3078,-29 4-582,-145 43 0,237-54-2024,0 1-1,1 2 1,0 1-1,1 0 1,1 2-1,0 1 0,1 1 1,1 1-1,0 1 1,2 1-1,0 1 1,1 1-1,1 1 1,-20 31-1,14-11-229,1 1 0,2 1 0,2 1 0,2 1 0,2 1 0,-12 63 0,20-70 0,2 1 0,2 0 0,2 0 0,1 0 0,3 0 0,1 0 0,17 79 0,-12-93 0,1 0 0,1 0 0,2-1 0,1 0 0,1-1 0,1-1 0,1 0 0,38 44 0,-22-35 0,0-2 0,2-1 0,2-1 0,1-3 0,41 25 0,-42-32 0,1-2 0,0-1 0,1-2 0,1-2 0,0-1 0,0-2 0,1-2 0,1-2 0,65 2 0,-22-7 0,-1-5 0,0-3 0,139-29 0,-164 23 0,0-2 0,-1-3 0,-1-2 0,81-42 0,-102 42 0,0-1 0,-1-2 0,-2-1 0,0-1 0,-2-2 0,0-2 0,38-48 0,-45 48 0,-2 0 0,-1-2 0,-1 0 0,-2-1 0,-1-1 0,-2-1 0,-1 0 0,-2-1 0,-1 0 0,-2 0 0,-1-1 0,-2 0 0,1-68 0,-6 54 0,-3 1 0,-2-1 0,-2 1 0,-18-68 0,17 91 0,-1 0 0,-1 1 0,-1 0 0,-1 0 0,-1 1 0,-1 1 0,-1 0 0,-1 1 0,-30-31 0,32 40 0,-1 0 0,0 2 0,-1 0 0,0 0 0,-25-11 0,-94-33 0,49 21 0,58 21 0,-1 1 0,0 2 0,-1 1 0,0 2 0,0 0 0,-1 2 0,-51-1 0,67 6-67,-49-1 151,1 3 1,-73 12-1,117-10-268,-1 0 0,1 1 0,0 1 0,0 1 0,1 0 0,0 2 0,0 0 0,1 1 0,0 1 0,0 0 0,-16 16 0,6-2-4824,2 2-2977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237 103 1761,'2'-1'809,"1"-1"0,-1 1 0,0 0 0,0-1 1,0 0-1,0 1 0,0-1 0,0 0 0,0 0 0,-1 0 0,1 0 0,-1 0 1,0 0-1,1-1 0,-1 1 0,0 0 0,0-1 0,0 1 0,-1-1 1,1 1-1,0-1 0,-1-3 0,0 4-562,0-1 1,-1 1-1,0-1 1,0 1-1,1 0 0,-1 0 1,0 0-1,-1-1 1,1 1-1,0 0 0,-1 0 1,1 0-1,-1 1 1,1-1-1,-1 0 0,0 1 1,0-1-1,0 1 1,0-1-1,0 1 1,0 0-1,0 0 0,-1 0 1,-2-1-1,0 0-170,0 1 1,0 0-1,0 0 1,0 0-1,0 0 0,-1 1 1,1 0-1,0 0 0,0 1 1,0-1-1,0 1 0,-1 0 1,1 0-1,0 1 0,0 0 1,1 0-1,-1 0 0,-6 4 1,-7 4 22,1 1 0,0 0 0,-20 19 0,34-27-58,-1 0-1,1 0 0,0 0 0,0 0 0,0 1 1,1-1-1,-1 1 0,1 0 0,-1 0 1,1 0-1,1 0 0,-1 0 0,0 0 0,1 0 1,0 1-1,0-1 0,0 0 0,1 1 0,0-1 1,-1 1-1,1-1 0,1 1 0,-1-1 1,1 1-1,1 4 0,0-2 2,1 0-1,0 0 1,0-1 0,0 1 0,1-1-1,0 1 1,1-1 0,-1-1 0,1 1-1,0 0 1,1-1 0,-1 0 0,1-1-1,8 7 1,-13-11-45,9 7-5,0-1 1,1 1-1,0-2 0,13 6 0,-21-10 13,0 0 0,1 0-1,-1 0 1,0-1 0,0 0 0,0 1 0,1-1-1,-1 0 1,0 0 0,0-1 0,0 1-1,1-1 1,-1 0 0,0 1 0,0-1 0,0-1-1,0 1 1,0 0 0,0-1 0,5-3 0,2-3 184,0 0 0,0-1 1,-1 0-1,0-1 0,-1 0 1,0-1-1,0 1 1,-1-1-1,-1-1 0,9-18 1,-28 54 257,1 30-448,1 0 0,3 1 0,2 0 0,2 59 0,-7 67 0,6-137 0,23-91 0,-7 7-1413,-10 11-4932,-2 6-2032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1 388 2561,'16'-15'5426,"-15"14"-5122,0-1 0,0 1 0,0-1 0,1 1 0,-1 0 0,1-1 0,-1 1 0,1 0 0,-1 0 0,1 0 0,0 0 0,-1 1 0,5-2 0,1 3 904,2 1 961,-9-2-2147,0 0 1,1 0-1,-1-1 1,0 1-1,0 0 1,0 0-1,0 0 1,0 0-1,1 0 1,-1 0-1,0-1 1,0 1 0,0 0-1,0 0 1,0 0-1,0 0 1,0 0-1,0-1 1,0 1-1,0 0 1,0 0-1,0 0 1,0 0-1,0-1 1,1 1-1,-1 0 1,0 0-1,-1 0 1,1 0-1,0-1 1,0 1 0,0 0-1,0 0 1,0 0-1,0 0 1,0 0-1,0-1 1,0 1-1,0 0 1,0 0-1,0 0 1,0 0-1,-1 0 1,1-1-1,0 1 1,0 0-1,0 0 1,0 0 49,0-1-1,0 1 1,0 0 0,0 0 0,1-1 0,-1 1-1,0 0 1,0 0 0,0-1 0,1 1-1,-1 0 1,0 0 0,0-1 0,1 1-1,-1 0 1,0 0 0,1 0 0,-1 0-1,0 0 1,1 0 0,-1-1 0,0 1-1,0 0 1,1 0 0,-1 0 0,0 0-1,1 0 1,-1 0 0,0 0 0,1 0 0,-1 0-1,0 1 1,1-1 0,-1 0 0,0 0-1,1 0 1,-1 0 0,0 0 0,0 0-1,1 1 1,30 3 925,6 1-718,-23-7-177,-1 0-1,23-7 1,17-3 833,101-8-1528,545-86 2019,-667 100-1415,595-102 1200,-207 25 4466,-368 77-4146,-40 2 40,-8 5-2285,-13 5-1375,-28 12-8236,7-4 2081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6 400 3586,'2'-5'840,"1"0"0,0 0 1,0 0-1,0 0 1,0 1-1,1 0 0,0 0 1,0 0-1,8-7 0,-12 11-753,0 0 0,0 0-1,0 0 1,-1 0-1,1 0 1,0 0 0,0 0-1,0-1 1,0 1-1,0 0 1,0 0 0,-1 0-1,1 0 1,0 0-1,0 0 1,0 0-1,0 0 1,0-1 0,0 1-1,0 0 1,0 0-1,-1 0 1,1 0 0,0 0-1,0 0 1,0-1-1,0 1 1,0 0-1,0 0 1,0 0 0,0 0-1,0 0 1,0-1-1,0 1 1,0 0 0,0 0-1,0 0 1,0 0-1,0-1 1,0 1-1,0 0 1,0 0 0,0 0-1,0 0 1,1 0-1,-1 0 1,0-1 0,0 1-1,0 0 1,0 0-1,0 0 1,0 0 0,0 0-1,0 0 1,1 0-1,-1-1 1,0 1-1,0 0 1,0 0 0,0 0-1,0 0 1,1 0-1,-11 0 3154,0 5-3292,-14 9-347,25-12 472,1 0 173,-8 0 182,64-20 1752,185-26-471,24-2-849,400-63 1887,-527 84-1727,183-33-297,-121 20 1825,-177 33-2548,37-2 0,-40 6 0,1-2 0,26-6 0,-36 7 0,-12 4 0,6-2 0,2 1 0,-9-1 0,0 0 0,0 0 0,0 0 0,0 1 0,0-1 0,0 0 0,0 0 0,0 0 0,0 0 0,0 1 0,1-1 0,-1 0 0,0 0 0,0 0 0,-1 0 0,1 1 0,0-1 0,0 0 0,0 0 0,0 0 0,0 0 0,0 1 0,0-1 0,0 0 0,0 0 0,0 0 0,0 0 0,0 0 0,0 0 0,-1 1 0,1-1 0,0 0 0,0 0 0,0 0 0,0 0 0,0 0 0,-1 0 0,1 0 0,0 0 0,0 0 0,0 1 0,0-1 0,0 0 0,-1 0 0,1 0 0,0 0 0,0 0 0,0 0 0,0 0 0,-1 0 0,1 0 0,0 0 0,0 0 0,-11 4-1250,-16 6-11229,11-8 5078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3874,'2'7'7460,"3"-6"-4210,-5-1-3157,0 0-1,0 0 1,0-1-1,0 1 1,0 0-1,0 0 1,0 0-1,1 0 1,-1 0-1,0 0 1,0 0-1,0 0 1,0 0-1,0 0 1,1 0-1,-1 0 1,0 0-1,0 0 1,0 0 0,0 0-1,0 1 1,0-1-1,1 0 1,-1 0-1,0 0 1,0 0-1,0 0 1,0 0-1,0 0 1,0 0-1,0 0 1,0 0-1,0 0 1,1 1-1,-1-1 1,0 0 0,0 0-1,0 0 1,0 0-1,0 0 1,0 0-1,0 1 1,0-1-1,0 0 1,0 0-1,0 0 1,0 0-1,0 0 1,0 0-1,0 1 1,0-1-1,0 0 1,0 0 0,0 0-1,3 43 5226,0 3-4137,-7 15-407,2-44-690,4-26 32,17-89-191,-11 62 94,-5-3-24,-5 34 123,-1 25 300,0 0 329,2 0 1,0 0-1,1 0 1,5 29-1,-5-47-785,0-2 40,0 1 1,0 0 0,0-1 0,0 1 0,0 0-1,0-1 1,1 1 0,-1-1 0,0 1 0,0 0-1,0-1 1,1 1 0,-1-1 0,0 1-1,1-1 1,-1 1 0,0-1 0,1 1 0,-1-1-1,1 1 1,-1-1 0,1 0 0,-1 1 0,1-1-1,-1 1 1,1-1 0,0 0 0,-1 0 0,1 1-1,-1-1 1,1 0 0,0 0 0,0 0 18,-10-4-11090,1 4 1846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 6227,'-45'-3'4773,"45"-8"3351,0 11-8055,0-1-1,0 1 1,0 0-1,0-1 1,0 1-1,0 0 1,0 0-1,0-1 1,0 1-1,0 0 1,0-1-1,-1 1 0,1 0 1,0 0-1,0-1 1,0 1-1,-1 0 1,1 0-1,0-1 1,0 1-1,-1 0 1,1 0-1,0 0 1,0 0-1,-1-1 1,1 1-1,0 0 1,-1 0-1,1 0 1,0 0-1,0 0 1,-1 0-1,1 0 0,0 0 1,-1 0-1,1 0 1,0 0-1,-1 0 1,1 0-1,0 0 1,-1 0-1,1 0 1,0 0-1,0 0 1,-1 0-1,1 1 1,0-1-1,-1 0 1,1 0-1,0 0 1,-1 1-1,1-1 145,0 0-1,0 0 1,-1 1-1,1-1 1,0 0 0,0 1-1,0-1 1,0 0-1,0 1 1,0-1-1,-1 0 1,1 1 0,0-1-1,0 0 1,0 1-1,0-1 1,0 0-1,0 1 1,0-1 0,0 1-1,0-1 1,1 0-1,-1 1 1,0-1-1,0 0 1,0 1 0,0-1-1,0 0 1,1 0-1,-1 1 1,0-1 0,0 0-1,0 1 1,1-1-1,-1 0 1,0 0-1,1 0 1,-1 1 0,21 20 1878,28 17-2391,28 6 300,92 37 0,31 16 0,-77-34 0,-77-41 0,-1 1 0,-2 2 0,-1 2 0,62 51 0,108 103 0,-149-132 0,102 102 0,-143-130 0,2-1 0,-1-2 0,30 18 0,-26-18 0,-1 1 0,35 32 0,57 74 0,-118-124-12,1 0 1,0 0-1,-1 0 0,1 0 0,0-1 1,0 1-1,-1 0 0,1-1 0,0 1 1,0-1-1,0 1 0,0-1 0,0 1 1,0-1-1,0 0 0,0 1 0,0-1 1,0 0-1,0 0 0,0 1 0,0-1 1,2 0-1,-2-1 42,0 1 0,-1-1 0,1 0 0,-1 1 0,1-1 0,0 0 0,-1 1 0,1-1 0,-1 0 0,1 1 0,-1-1 0,1 0 0,-1 0 0,0 0 0,0 1 0,1-1 0,-1 0 0,0 0 0,0 0 0,0-1 0,0-49-4074,0 50 3377,0-10-5979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70 6163,'0'-39'4309,"-13"8"12075,0 53-14008,0 4-1178,1 0 1,-15 51-1,20-51-1204,2 0 0,1 1 0,0 0 0,3-1 0,0 1 0,1 0 0,2 0 0,1 0 0,10 46 0,-11-54 30,1 5-266,1-14-4556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 9636,'-1'-1'652,"0"0"0,0 0 0,0 1-1,0-1 1,0 0 0,0 1 0,0-1-1,0 1 1,0-1 0,0 1 0,-1 0-1,1 0 1,-2-1 0,-19 3 3833,-23 16-1883,28-11-965,6-3-1199,1 1 0,-1 1 1,1-1-1,0 2 0,1-1 0,-1 1 1,1 1-1,0 0 0,-12 14 1,14-13-386,1 0-1,0 0 1,0 1 0,1 0 0,0 0 0,1 0 0,0 0 0,1 1 0,0-1 0,0 1 0,1 0 0,1 0-1,0 0 1,0 0 0,1 0 0,2 16 0,-1-16-53,1 0 0,0-1 0,1 1 0,0-1 0,0 0 0,1 0 0,1 0 0,0 0 0,0-1 0,12 16 0,-15-22 0,1 0 0,0 0 0,0 0 0,0 0 0,0 0 0,0 0 0,1-1 0,0 0 0,-1 1 0,1-1 0,0-1 0,0 1 0,0 0 0,0-1 0,0 0 0,0 0 0,0 0 0,1-1 0,-1 1 0,0-1 0,0 0 0,1 0 0,-1-1 0,0 1 0,0-1 0,0 0 0,1 0 0,-1 0 0,6-3 0,1-2 0,-1 0 0,0 0 0,0-1 0,-1 0 0,0 0 0,0-1 0,0-1 0,-1 0 0,-1 0 0,1 0 0,-1-1 0,-1 0 0,0 0 0,0 0 0,-1-1 0,-1 0 0,7-23 0,-9 26 0,0 0 0,-1-1 0,0 1 0,0 0 0,-1-1 0,0 1 0,0 0 0,-1-1 0,0 1 0,0 0 0,-5-13 0,4 15 0,-1 0 0,0 0 0,0 0 0,0 1 0,-1-1 0,0 1 0,0 0 0,0 0 0,0 1 0,-1-1 0,0 1 0,0 0 0,0 0 0,-1 0 0,1 1 0,-9-4 0,5 3 3,-1 1 0,0 0 0,0 0 1,0 1-1,-1 0 0,1 0 0,0 2 0,-1-1 0,1 1 1,-1 1-1,1 0 0,0 0 0,-17 5 0,19-4-709,1 0-1,-1 1 1,1 0-1,0 1 1,0-1 0,-10 8-1,17-10 213,-1-1 0,0 0 0,1 1 1,-1-1-1,0 1 0,1-1 0,-1 1 0,1 0 0,-1-1 0,1 1 0,-1-1 0,1 1 0,-1 0 1,1-1-1,0 1 0,-1 0 0,1 0 0,0-1 0,0 1 0,-1 0 0,1 0 0,0 0 1,0 1-1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916 1 5827,'-31'1'10298,"-1"1"-5952,-53 1-1062,55-3-2562,0 1-1,0 1 1,1 2 0,-1 1 0,1 1 0,0 2-1,0 0 1,1 2 0,-39 20 0,21-6-363,1 3-1,1 1 1,1 3 0,-60 55 0,92-75-359,0 0 0,0 1 0,2 0 0,-1 0 0,1 1 0,1 1 0,1 0 0,-8 17 0,3 2 0,2 0 0,-11 57 0,13-41 0,1 0 0,1 98 0,7-116 0,1 0 0,2-1 0,1 1 0,2-1 0,19 57 0,-13-58 0,2 1 0,1-2 0,1 0 0,39 47 0,98 91 0,-113-127 0,1-1 0,2-2 0,2-2 0,51 29 0,-72-50 0,0 0 0,0-2 0,1-1 0,1 0 0,0-2 0,0-2 0,1 0 0,-1-2 0,1-1 0,35 0 0,-9-6 0,0-3 0,0-1 0,-1-4 0,92-29 0,201-97 0,-237 91 0,-65 28 0,-1-3 0,0-2 0,-2-1 0,0-2 0,-2-2 0,46-42 0,-66 51 0,0 0 0,-2-1 0,0 0 0,-2-2 0,0 0 0,-1-1 0,-1 0 0,-2-1 0,0 0 0,-1-1 0,-2 0 0,-1 0 0,5-28 0,-9 31 0,0 0 0,-2-1 0,0 1 0,-2-1 0,-1 1 0,0-1 0,-2 1 0,0 0 0,-1 0 0,-12-29 0,6 25 0,-2 0 0,0 2 0,-1-1 0,-2 2 0,0 0 0,-2 1 0,-38-38 0,28 32 0,-138-127 0,124 119 0,-1 3 0,-54-32 0,79 55 0,-1 1 0,1 1 0,-1 0 0,-1 2 0,1 0 0,-1 1 0,0 1 0,-1 1 0,1 1 0,-39 0 0,-3 6 0,0 3 0,-74 18 0,82-13 0,0-2 0,-1-3 0,-76 1 0,115-8 3,-1 1-1,1 1 1,0 0 0,-1 1-1,1 1 1,0 1-1,1 0 1,-28 14 0,-9 8-107,-53 37 1,75-45-63,25-15-142,-28 18-7636,18-10-1527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23 353 2945,'-8'1'497,"0"-2"493,10-3 17,10-12 920,-12 15-1724,5-8 2603,-4 5-787,-3 5 130,-2 10 3762,3-8-5796,-1 1-1,1-1 1,0 0-1,-1 0 1,0 0-1,0 0 1,0 0-1,0 0 1,-4 4-1,32-5 1068,10-7-661,0-1 0,50-17 0,10-2-304,56-5-58,202-48 813,-233 45-437,244-30 0,-252 52 349,187-41 0,-276 46-676,102-23 1153,-92 27 438,8-2-930,-41 4-869,-18 8-2001,-18 5-7114,13-7 2506,-14 6-3727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55 2225,'21'-21'2026,"-18"18"-1119,0-1 0,0 1 0,0 0 0,1 0 0,-1 0 0,1 1 0,0-1 0,6-2 0,-2 1 10918,-16 9-6343,0 0-6171,1 3 834,0-1 1,1 1-1,0 1 1,1-1-1,-1 1 0,1 0 1,1 0-1,0 0 1,0 1-1,1 0 0,0-1 1,1 1-1,0 0 1,1 0-1,0 1 0,0-1 1,1 12-1,0-20-140,1 0-1,-1 0 1,1 0-1,-1 0 1,1 0-1,0 0 1,0 0-1,0 0 1,0-1-1,0 1 1,0 0-1,0 0 1,0-1-1,1 1 1,-1-1-1,1 1 1,-1-1-1,1 0 1,0 1-1,-1-1 1,4 1-1,-2 0-5,1-1 1,0 0-1,0 0 1,1 0-1,-1 0 1,0 0-1,0-1 1,0 0-1,0 0 0,6-1 1,0 0-10,0 0 0,1-2 0,-1 1 0,0-1 0,0-1 0,-1 1 0,19-11 1,-23 10 56,0 0 1,0-1 0,0 1 0,-1-1 0,0 0 0,0-1-1,0 1 1,0 0 0,-1-1 0,4-10 0,-5 14-30,-1-1 0,0 1 0,0 0 0,0-1-1,-1 1 1,1 0 0,-1-1 0,1 1 0,-1-1 0,0 1 0,0-1 0,0 1 0,0-1 0,0 1 0,0-1 0,-1 1 0,0-1 0,1 1 0,-1-1 0,0 1 0,0 0-1,0-1 1,0 1 0,0 0 0,-1 0 0,1 0 0,-1 0 0,0 0 0,-3-3 0,-1 2-15,1 0 0,-1 1-1,0 0 1,0 0 0,0 1 0,0 0 0,0 0 0,0 0-1,-1 1 1,1 0 0,0 0 0,-9 1 0,-4 0 0,30-7-2377,1 1-7610,-6 3-68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5491,'0'-1'498,"1"1"0,0-1 0,-1 1 1,1-1-1,-1 1 0,1 0 0,0-1 1,-1 1-1,1-1 0,-1 1 0,1 0 1,0 0-1,0 0 0,-1-1 0,1 1 1,0 0-1,-1 0 0,1 0 0,0 0 1,0 0-1,-1 0 0,1 0 0,0 0 1,0 0-1,-1 1 0,2-1 0,6 19 8778,-4-8-10157,0 3 2097,0 1 0,3 28 0,-5 67 12,-2-70-675,-7-91-553,14-40 0,-7 91 0,0 0 0,0 0 0,0 0 0,0 0 0,0 0 0,0 0 0,0 0 0,0 0 0,0 0 0,0 0 0,0 0 0,0 0 0,-1 0 0,1 0 0,0 0 0,0 0 0,0 0 0,0 0 0,0 0 0,0 0 0,0 0 0,0 0 0,0 0 0,0 0 0,0 0 0,0 0 0,0 0 0,0 0 0,0 0 0,0 0 0,0 0 0,0 0 0,0 0 0,0 0 0,0 0 0,0 0 0,0 0 0,0 0 0,0 0 0,-1 0 0,1 0 0,0 0 0,-3 9 0,-2 15 0,7-5 667,1-9-2200,2-6-6864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4258,'0'-1'3894,"1"0"-3495,0 1 0,-1-1 0,1 1 0,-1-1-1,1 1 1,-1-1 0,1 1 0,-1-1 0,1 1 0,-1-1 0,1 0 0,-1 1 0,0-1 0,1 0 0,-1 1 0,-3-6 9461,10 9-8585,-7-4-1104,39-10 469,7-5-536,-31 10 4,0 1 0,0 0 0,1 1 0,-1 1 1,19-1-1,-33 3-88,0 1 1,-1 0 0,1 0-1,-1 0 1,1 0-1,-1 1 1,1-1 0,0 0-1,-1 0 1,1 0 0,-1 0-1,1 1 1,-1-1-1,1 0 1,-1 0 0,1 1-1,-1-1 1,1 0-1,-1 1 1,1-1 0,-1 1-1,0-1 1,1 0-1,-1 1 1,0-1 0,1 1-1,-1-1 1,0 1 0,1-1-1,-1 1 1,0-1-1,0 1 1,0 0 0,1 1 50,-1 0 1,0 1 0,0-1-1,-1 0 1,1 0 0,0 0-1,-1 0 1,1 0 0,-2 4-1,-1-1 52,1 1 0,-1-1 0,0 1 0,0-1 0,0 0 0,-7 8 0,-36 21 496,31-23-385,0 0-1,-23 24 1,35-32-220,0 1-1,0-1 1,0 1 0,0 0-1,1 0 1,-1 0 0,1 1 0,0-1-1,0 1 1,1-1 0,0 1 0,-1-1-1,1 1 1,1 0 0,-1 6 0,1-10 0,0 0 1,0 0-1,1-1 1,-1 1 0,0 0-1,1-1 1,-1 1 0,1-1-1,-1 1 1,1 0-1,-1-1 1,1 1 0,-1-1-1,1 0 1,0 1 0,-1-1-1,1 1 1,0-1-1,-1 0 1,1 1 0,0-1-1,-1 0 1,1 0-1,0 0 1,-1 1 0,1-1-1,0 0 1,0 0 0,-1 0-1,1 0 1,0 0-1,0 0 1,-1-1 0,1 1-1,0 0 1,0 0 0,-1 0-1,2-1 1,35-8 776,-32 8-1088,51-16 802,-24 7-432,41-8 0,-63 14-73,-19 9 0,3-12-1370,4 0-5546,1 0-149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1794 65 4450,'2'-17'4578,"11"-25"540,-10 36-146,-22 34-4039,-1-2 0,-43 44 0,22-26-741,-19 21 41,-3-3 1,-3-3 0,-84 58-1,-235 122 1511,125-96-575,-309 185 1645,553-317-2744,-42 30 129,54-38-201,0 1 0,0 0 0,0-1 0,1 1 1,-1 1-1,1-1 0,0 0 0,0 1 0,1 0 0,-3 6 1,5-11 6,-1 1 0,1 0 1,0-1-1,0 1 1,-1 0-1,1-1 0,0 1 1,0 0-1,0-1 1,0 1-1,0 0 0,0-1 1,0 1-1,0 0 1,0-1-1,0 1 0,1 0 1,-1-1-1,0 1 1,0 0-1,1 0 0,-1-1 9,1 0 0,-1 0 0,1 0 0,-1 0-1,0 0 1,1 0 0,-1 0 0,0 0 0,1 0 0,-1-1-1,1 1 1,-1 0 0,0 0 0,1 0 0,-1 0-1,0-1 1,1 1 0,-1 0 0,0 0 0,0-1 0,1 1-1,-1 0 1,0-1 0,0 1 0,1 0 0,-1-1 0,0 1-1,0 0 1,0-1 0,0 1 0,1 0 0,-1-1-1,0 1 1,0 0 0,0-1 0,21-35-433,-12 25-5187,0 1-8109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46 6067,'17'-46'7771,"-16"68"-2259,-6-3-4480,-1 0 0,-1 0 0,-1 0 0,-17 30-1,-52 67 1075,-9 17-884,76-115-1049,-19 42 45,27-55-111,0 0 1,0 0 0,0 1-1,1-1 1,0 0 0,0 1-1,1-1 1,-1 1-1,1 6 1,1-11-43,-1 0 1,1 0-1,-1 1 0,1-1 1,-1 0-1,1 0 0,0 0 0,-1 0 1,1 0-1,0 0 0,0-1 1,-1 1-1,1 0 0,0 0 1,0-1-1,0 1 0,0 0 0,0-1 1,0 1-1,1-1 0,-1 1 1,0-1-1,0 1 0,0-1 1,0 0-1,0 0 0,1 0 0,-1 0 1,0 0-1,0 0 0,0 0 1,1 0-1,0 0 0,48-7 499,-42 5-360,383-83 271,-391 85-499,1 0-1,-1 0 1,0 0-1,0-1 1,0 1-1,0 0 1,1 0-1,-1 0 1,0 0-1,0 0 1,0 0-1,0 0 1,0-1-1,0 1 1,1 0-1,-1 0 1,0 0-1,0 0 1,0-1-1,0 1 1,0 0-1,0 0 1,0 0-1,0 0 1,0-1-1,0 1 1,0 0 0,0 0-1,0 0 1,0-1-1,0 1 1,0 0-1,0 0 1,0 0-1,0 0 1,0-1-1,0 1 1,0 0-1,0 0 1,0 0-1,0 0 1,-1-1-1,1 1 1,0 0-1,0 0 1,0 0-1,0 0 1,0 0-1,0 0 1,-1-1-1,1 1 1,0 0-1,0 0 1,-10-10-7023,3 2-4753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61 12918,'1'-19'1130,"-3"-11"5401,2 30-6305,0-1-1,-1 1 1,1-1-1,0 0 0,0 1 1,0-1-1,0 1 1,-1-1-1,1 1 1,0-1-1,0 1 1,-1-1-1,1 1 0,-1 0 1,1-1-1,0 1 1,-1-1-1,1 1 1,-1 0-1,1-1 1,-1 1-1,1 0 0,-1-1 1,1 1-1,-1 0 1,1 0-1,-2-1 1,1 2-12,-1-1 1,1 1-1,0-1 1,-1 1 0,1 0-1,0-1 1,-1 1-1,1 0 1,0 0-1,0 0 1,0 0-1,-1 0 1,1 0 0,0 0-1,0 0 1,-1 2-1,-14 19 89,1 0 0,1 0 0,0 2 0,2-1 0,1 2 0,1-1-1,-14 53 1,6 5-400,-10 98-1,20-122 98,1-10 0,1 1 0,2 86 0,4-134 0,0-1 0,0 1 0,0-1 0,0 0 0,0 1 0,0-1 0,0 1 0,1-1 0,-1 1 0,0-1 0,0 1 0,0-1 0,0 0 0,1 1 0,-1-1 0,0 1 0,0-1 0,1 0 0,-1 1 0,0-1 0,1 0 0,-1 1 0,0-1 0,1 0 0,-1 0 0,0 1 0,1-1 0,-1 0 0,1 0 0,-1 0 0,1 1 0,-1-1 0,0 0 0,1 0 0,-1 0 0,1 0 0,-1 0 0,1 0 0,-1 0 0,1 0 0,-1 0 0,1 0 0,-1 0 0,0 0 0,1-1 0,-1 1 0,1 0 0,-1 0 0,1 0 0,0-1 0,25-14 0,-20 10 0,-3 3 0,22-14 0,1 1 0,38-18 0,-58 31 0,0-1 0,0 1 0,0 0 0,0 0 0,0 0 0,0 1 0,1 0 0,-1 0 0,0 1 0,1 0 0,-1 0 0,1 1 0,-1-1 0,0 1 0,1 1 0,-1-1 0,0 1 0,6 2 0,-9-2 0,0 0 0,-1-1 0,1 1 0,0 0 0,-1 0 0,0 1 0,1-1 0,-1 0 0,0 1 0,0-1 0,-1 1 0,1 0 0,0 0 0,-1 0 0,0 0 0,1 0 0,-1 0 0,0 0 0,-1 0 0,1 0 0,-1 0 0,1 0 0,-1 1 0,0-1 0,0 0 0,0 0 0,-1 0 0,1 1 0,-2 3 0,1-1 0,-1-1 0,0 1 0,0-1 0,0 0 0,-1 0 0,1 0 0,-1 0 0,-1 0 0,1-1 0,-1 1 0,1-1 0,-1 0 0,0 0 0,-1 0 0,-8 6 0,-2-3 0,-1 0 0,1-1 0,-1-1 0,0 0 0,0-1 0,0-1 0,-1-1 0,1 0 0,-1-1 0,1-1 0,-1 0 0,0-1 0,-18-4 0,34 5-52,1 0-1,-1 0 1,0 0-1,1 0 1,-1 0-1,0 0 1,1 0-1,-1-1 1,0 1 0,1 0-1,-1 0 1,0-1-1,1 1 1,-1 0-1,1-1 1,-1 1 0,1 0-1,-1-1 1,0 1-1,1-1 1,0 1-1,-1-1 1,1 1-1,-1-1 1,1 1 0,0-1-1,-1 0 1,1 1-1,0-1 1,-1 1-1,1-2 1,0 1-786,1-1 0,0 1 1,-1 0-1,1 0 0,0 0 1,0-1-1,-1 1 0,1 0 0,0 0 1,0 0-1,0 0 0,0 0 1,1 1-1,-1-1 0,1-1 0,16-10-11677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15575,'-2'4'4866,"2"0"-2304,-2 0 2448,4-2-1489,2 5-2288,7 3-1233,1 3 0,3-1 0,4 5 0,2 0 0,-3-5 0,1 1 0,-4-5 0,-5 1 0,1-3-1153,3-2-2304,3-2-1761,2-2-4115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724 0 17832,'-21'4'3218,"-6"7"591,-7 5 1970,3 12-3650,0 13-2129,-9 14 0,0 12 0,-4 10 0,-4 7 0,-6 8 0,0 0 0,-7-1 0,2-1-304,-1 0-4610,-1-6-1121,3-5-3586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476 37 11845,'31'-36'9677,"-30"36"-9548,-1-1 0,1 1 1,-1 0-1,1 0 0,-1 1 1,1-1-1,-1 0 0,1 0 1,-1 0-1,1 0 0,-1 0 1,1 0-1,-1 1 0,1-1 1,-1 0-1,1 0 0,-1 1 1,1-1-1,-1 0 0,0 1 0,1-1 1,-1 0-1,0 1 0,1-1 1,-1 1-1,0-1 0,1 0 1,-1 1-1,0-1 0,0 1 1,1 0-1,9 16 1469,-2 3-721,-1 1 0,0 0 0,-2 0 0,0 0 0,3 37 0,3 16-630,-12-119-247,0-9-7,1 50-8,0 1 1,-1-1 0,0 1 0,0 0 0,0-1-1,0 1 1,0 0 0,-1 0 0,1 0 0,-1 0-1,0 0 1,-2-4 0,2 6-2,1 0 0,0 0-1,0 1 1,-1-1 0,1 0 0,-1 0 0,1 1 0,0-1 0,-1 1-1,1-1 1,-1 1 0,0 0 0,1-1 0,-1 1 0,1 0 0,-1 0-1,1 0 1,-1 0 0,1 0 0,-1 1 0,0-1 0,1 0 0,-1 1-1,1-1 1,-2 2 0,-40 19-59,39-18 68,-38 25 76,0 2 1,2 2-1,2 2 0,1 1 0,2 2 0,1 2 0,2 1 0,1 1 0,-37 69 0,55-85-68,1 1-1,0 0 1,3 1-1,0 0 1,-6 29-1,13-46 0,0 1 0,1-1 0,0 0 0,0 0 0,1 1 0,0-1 0,1 0 0,0 1 0,1-1 0,0 0 0,1 0 0,0 0 0,0 0 0,1-1 0,0 1 0,1-1 0,7 11 0,-10-17-43,1-1 1,-1 1-1,1-1 0,-1 0 1,1 1-1,0-1 0,0 0 1,0-1-1,0 1 0,0-1 1,1 1-1,-1-1 0,0 0 1,1 0-1,-1 0 0,1-1 1,-1 1-1,1-1 0,-1 0 1,1 0-1,-1 0 0,1 0 1,-1-1-1,1 1 0,-1-1 1,1 0-1,-1 0 0,0 0 1,7-3-1,5-4-1354,1 0-1,-1 0 0,0-2 1,22-18-1,40-42-10669,-39 32 4709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31 4770,'2'-2'2267,"14"-13"3918,-15 15-5883,-1 0-1,0 0 0,1 0 0,-1-1 1,1 1-1,-1 0 0,0-1 0,0 1 1,1 0-1,-1-1 0,0 1 0,1 0 1,-1-1-1,0 1 0,0 0 0,0-1 1,0 1-1,1-1 0,-1 1 0,0-1 1,0 1-1,0 0 0,0-1 0,0 1 1,0-1-1,0 1 0,0-1 0,0 1 1,0 0-1,0-1 0,0 1 0,0-1 1,-1 1-1,1-1 0,0 1 0,0-1 0,-1 2-69,0-1 0,0 1-1,0-1 1,0 1-1,0-1 1,0 1-1,0 0 1,0 0-1,1-1 1,-1 1-1,0 0 1,0 0-1,1 0 1,-1 0-1,1 0 1,-1 0-1,1 0 1,-1 0-1,1 1 1,-3 3 273,-14 24 449,-23 48-1,37-69-947,-1 1-1,1-1 1,1 1 0,-1 0-1,2 0 1,-1-1-1,1 1 1,0 0 0,1 0-1,0 0 1,2 12-1,-2-18 2,0-1 0,1 0 0,-1 0-1,1 1 1,-1-1 0,1 0-1,0 0 1,0 0 0,0 0-1,0 0 1,0 0 0,1 0 0,-1-1-1,1 1 1,-1 0 0,1-1-1,-1 1 1,1-1 0,0 1-1,0-1 1,0 0 0,-1 0 0,1 1-1,1-2 1,-1 1 0,0 0-1,0 0 1,0-1 0,0 1 0,0-1-1,1 1 1,-1-1 0,0 0-1,0 0 1,1 0 0,2-1-1,1 0 10,0 0-1,0-1 0,0 0 0,-1 0 0,1-1 1,-1 1-1,1-1 0,-1 0 0,0-1 0,0 1 1,0-1-1,5-6 0,-1 1 35,-2 0 0,1-1 0,-1 0 0,-1 0 0,0-1-1,0 0 1,5-15 0,-9 20-48,0 0-1,0 0 1,0 0-1,-1 0 1,0 0-1,0-1 1,0 1-1,-1 0 0,0 0 1,0-1-1,0 1 1,-1 0-1,0 0 1,-1-1-1,1 1 1,-3-6-1,3 11-183,0-1-1,0 1 1,0-1-1,-1 1 1,1-1-1,0 1 1,-1 0-1,1 0 1,0 0-1,-1 0 1,0 0-1,1 0 1,-1 0-1,1 0 1,-1 1-1,0-1 1,0 1-1,1-1 1,-1 1-1,0 0 1,0-1-1,0 1 1,1 0-1,-1 0 1,0 0 0,0 1-1,0-1 1,-3 1-1,-5 1-2664,1 1 0,-1 0 0,-16 8 1,-5 3-6180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86 17192,'-1'7'2182,"-1"-1"1,2 1 0,-1 0-1,1 11 1,0-13-1773,1-1 0,0 1 0,1-1 0,-1 1 0,1-1 0,0 0 0,4 8 0,11 15 439,-11-18-760,-1-1 0,1 1 0,-2 0-1,1 1 1,3 11 0,-8-20-89,1-1 0,-1 0 0,0 1 0,0-1 0,0 0 0,0 1 0,0-1 0,0 0 0,1 1 0,-1-1 0,0 0 0,0 1 0,0-1 0,0 1 0,0-1 0,0 0 0,-1 1 0,1-1 0,0 0 0,0 1 0,0-1 0,0 0 0,0 1 0,0-1 0,-1 0 0,1 1 0,0-1 0,0 0 0,-1 1 0,1-1 0,0 0 0,-1 1 0,-11-4 0,-11-16 0,19 12-11,0 0-1,1-1 1,-1 1-1,2-1 1,-1 0 0,1 0-1,0 0 1,1 0-1,0 0 1,0 0 0,1 0-1,0 0 1,0 0 0,1 0-1,0 0 1,0 0-1,1 0 1,0 0 0,0 0-1,1 0 1,0 1-1,1 0 1,-1-1 0,1 1-1,6-7 1,18-10-6008,5 8-6152,-9 7 2052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1 141 10405,'16'24'11752,"-1"4"-5215,-11-20-6028,0 1 0,-1-1 0,0 1 0,-1 0 1,0 0-1,0 0 0,1 18 0,-3-28-509,0 1 0,0 0 0,0 0 0,0 0 0,0 0 0,0 0 0,0 0 0,0 0 0,0 0 0,-1 0 0,1-1 0,0 1 0,0 0 0,0 0 0,0 0 0,0 0 0,0 0 0,0 0 0,0 0 0,0 0 0,0 0 0,0 0 0,-1 0 0,1 0 0,0 0 0,0 0 0,0 0 0,0 0 0,0 0 0,0 0 0,0 0 0,0 0 0,-1 0 0,1 0 0,0 0 0,0 0 0,0 0 0,0 0 0,0 0 0,0 0 0,0 0 0,0 0 0,-1 0 0,1 0 0,0 0 0,0 0 0,0 0 0,0 0 0,0 0 0,0 0 0,0 0 0,0 1 0,0-1 0,0 0 0,0 0 0,0 0 0,0 0 0,0 0 0,-1 0 0,1 0 0,0 0 0,0 0 0,0 1 0,0-1 0,0 0 0,0 0 0,0 0 0,-10-12 0,-8-19 0,15 21-16,1 0 0,0-1 0,1 1 0,1 0 0,-1-1 0,1 1-1,1-1 1,0 1 0,1 0 0,0-1 0,0 1 0,1 0 0,0 0 0,6-12 0,-5 15-1252,-1-1 0,1 1 0,1 0 0,-1 0 1,1 0-1,8-8 0,0 7-5629,1 3-2798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9 110 8452,'25'10'10977,"4"-4"-5685,-5-3-3775,40 1-1,-54-4-1420,0-1 0,-1 1 0,1-2 0,0 1-1,0-1 1,16-6 0,-24 7-80,0 0 0,0 1-1,0-1 1,0 0-1,-1 0 1,1 0 0,0-1-1,-1 1 1,1 0 0,-1-1-1,1 1 1,-1-1-1,1 1 1,-1-1 0,0 0-1,0 1 1,0-1 0,0 0-1,0 0 1,-1 0-1,1 0 1,0 0 0,-1 0-1,1 0 1,-1 0 0,0 0-1,0 0 1,0 0-1,0 0 1,0 0 0,0 0-1,0 0 1,-1 0 0,1 0-1,-1 0 1,1 0-1,-1 0 1,-1-2 0,1 1 37,-1 0-1,1 0 1,0 0 0,-1 0 0,0 0 0,1 1 0,-1-1 0,0 1 0,-1-1 0,1 1-1,0 0 1,-1-1 0,1 1 0,-1 1 0,1-1 0,-1 0 0,0 1 0,-5-3 0,3 3 6,1 0 0,-1 0-1,1 0 1,-1 1 0,0 0 0,1 0 0,-1 0 0,0 0 0,1 1 0,-1 0 0,-7 2 0,0 1 26,0 1 1,0 0-1,1 1 1,-1 0-1,1 1 1,1 0-1,-1 0 0,-14 16 1,21-20-117,0 1 1,1-1 0,0 1-1,0 0 1,0 0-1,0 1 1,0-1-1,1 1 1,0-1 0,0 1-1,0 0 1,1 0-1,-1-1 1,1 1 0,0 0-1,1 1 1,-1-1-1,1 0 1,0 0-1,0 0 1,1 0 0,-1 0-1,1 0 1,0 0-1,1 0 1,-1 0 0,4 6-1,-2-5-372,0 1 0,1-1 0,0 0-1,0 0 1,1-1 0,0 1 0,0-1 0,6 5-1,-4-4-626,0-1 0,0 0 0,1 0 0,-1-1 0,1 0 0,15 6 0,31 2-6200,11-8-1283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311 1 15399,'-12'0'1945,"0"1"1,-1 0-1,1 1 1,-23 7-1,21-4-959,0 0-1,0 1 1,-21 13 0,17-7-537,0 1 0,1 0 0,0 2 1,1 0-1,-24 29 0,37-41-430,0 1 0,1 0 1,-1-1-1,1 1 0,0 0 0,0 1 0,0-1 1,1 0-1,-2 6 0,3-8-33,0-1 0,0 0 0,-1 0-1,1 1 1,0-1 0,1 0 0,-1 1 0,0-1 0,0 0 0,1 1-1,-1-1 1,0 0 0,1 0 0,-1 0 0,1 1 0,0-1-1,-1 0 1,1 0 0,0 0 0,0 0 0,0 0 0,0 0-1,-1 0 1,1 0 0,1 0 0,-1-1 0,0 1 0,0 0 0,0-1-1,0 1 1,0-1 0,1 1 0,-1-1 0,0 1 0,3-1-1,4 2-528,0 0-1,0-1 0,1-1 1,-1 1-1,0-2 1,1 1-1,-1-1 0,12-2 1,67-21-9367,-70 19 7224,29-10-5253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33 11797,'-1'-2'686,"0"0"-1,0-1 0,0 1 0,-1 0 1,1 0-1,-1 0 0,0 0 0,0 0 0,0 0 1,0 1-1,0-1 0,0 1 0,0-1 1,0 1-1,0 0 0,-5-2 0,5 3-439,0 0-1,0 0 1,1 0 0,-1 0-1,0 0 1,1 1-1,-1-1 1,1 1 0,-1-1-1,0 1 1,1 0 0,-1 0-1,1-1 1,0 1-1,-1 0 1,1 0 0,0 1-1,-1-1 1,1 0-1,0 0 1,0 0 0,0 1-1,0-1 1,0 1-1,0-1 1,0 1 0,0 1-1,-19 37 329,2 0 0,2 1 0,-11 43-1,17-52-424,-6 15-149,-26 94 0,39-128 0,1 0 0,0 0 0,1-1 0,0 1 0,1 0 0,1 0 0,0 0 0,5 24 0,-5-36-116,-1 1 0,1 0 0,0 0 1,-1 0-1,1 0 0,0-1 0,0 1 0,0 0 0,0-1 1,1 1-1,-1 0 0,0-1 0,1 0 0,-1 1 0,1-1 1,-1 0-1,1 0 0,0 0 0,-1 0 0,1 0 0,0 0 1,0 0-1,0 0 0,-1-1 0,4 1 0,-1 0-1240,1-1 0,0 0 0,-1 0 0,1 0 0,0-1 0,-1 0-1,1 0 1,0 0 0,6-3 0,20-9-9636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28 6899,'-23'-3'11109,"11"3"-8996,3 0 2449,20-2-4322,16 2-144,9-2-96,14 0-1056,10-2-2546,5-2-2961,4-3-2881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0 15927,'-23'23'5155,"-8"11"-2802,-5 10 2801,-1 8-1616,5 15-2898,7 8-640,4 0 0,5-4 0,3-6 0,3-8 0,-3-14 0,3-7-416,-3-11-2273,-1-12-2034,-7-7-2976,-7-10-4403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1 705 14086,'258'-97'10798,"9"22"-7111,122-41-4672,-332 94 1043,0-2 0,-2-3-1,-1-2 1,81-57-1,-119 74-30,0 0 0,0-1 0,-1-1 0,0 0 0,-2-1 0,0 0 0,0-1 0,18-33 0,-29 46 21,0 0 0,-1 0 0,0-1 0,0 1-1,0 0 1,0-1 0,0 1 0,-1-1 0,1 1 0,-1-1 0,0-4 0,0 7-23,-1 0 0,1 0-1,0-1 1,-1 1 0,1 0 0,-1 0 0,0 0 0,1 0 0,-1 0 0,0 0 0,0 0-1,1 0 1,-1 0 0,0 0 0,0 0 0,0 1 0,0-1 0,0 0 0,0 1 0,0-1-1,-1 0 1,1 1 0,0 0 0,0-1 0,0 1 0,-1 0 0,1-1 0,0 1 0,0 0-1,-1 0 1,1 0 0,0 0 0,0 0 0,-2 1 0,-11 0 140,0 0 0,0 2 0,0 0 0,0 0 0,1 1 0,0 1 0,0 0 1,0 1-1,-12 7 0,-111 76 905,132-87-1049,-71 54 72,2 2-1,2 3 0,4 4 1,-98 119-1,147-159-92,0 0 0,-22 44 0,35-58 0,0 0 0,0 1 0,1-1 0,1 1 0,0 0 0,1 0 0,0 1 0,-1 23 0,3-34 0,0 1 0,0 0 0,0 0 0,0 0 0,1 0 0,-1 0 0,1 0 0,0 0 0,0 0 0,0-1 0,0 1 0,0 0 0,1-1 0,-1 1 0,1-1 0,0 1 0,-1-1 0,1 0 0,0 1 0,0-1 0,1 0 0,-1-1 0,4 4 0,-2-4 0,-1 0 0,1 0 0,0 0 0,0 0 0,-1-1 0,1 1 0,0-1 0,0 0 0,0 0 0,0 0 0,0-1 0,-1 1 0,1-1 0,0 0 0,0 0 0,-1 0 0,5-2 0,18-10 0,0-1 0,0 0 0,-2-2 0,0-1 0,34-32 0,-22 20 0,40-26 0,-83 101 0,2-22-361,1 1-1,1-1 1,1 1-1,1 0 1,3 29-1,-2-53 22,0 0-1,0 0 1,0 0 0,0 0 0,0 0-1,1 0 1,-1 0 0,0 0-1,1 0 1,-1 0 0,1 0 0,-1 0-1,1 0 1,-1-1 0,1 1-1,0 0 1,-1 0 0,1 0 0,0-1-1,0 1 1,-1 0 0,1-1-1,0 1 1,0-1 0,0 1 0,0-1-1,0 1 1,0-1 0,0 0-1,1 1 1,20-5-9640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 15095,'-2'-2'5891,"-6"4"-2578,-7 5 1441,-2 3-1344,3 7-3106,-3 6-304,4 6 0,5 0 0,2 1 0,2-1 0,1-2 0,-1-4 0,2-4 0,-4-7-2273,0-5-2097,1-7-784,3-9-5123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0 103 4914,'17'-50'14663,"-11"19"-11862,-4 16 225,-4 9 191,0 6-2144,2 8-961,0 61 48,-2-52-160,2-1-1089,0-1-1056,2 2-1729,0 16-2480,2-4-1410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 7107,'-9'4'16870,"-8"7"-8744,-6 3-5757,-48 32-5802,47-29 5161,20-15-1728,1 0 0,-1 1 0,1 0 0,-1 0 0,1 0 0,0 0 0,0 0 0,0 1 0,0-1 0,-4 8 0,7-9 0,-1 1 0,1-1 0,-1 0 0,1 0 0,0 1 0,0-1 0,0 0 0,0 1 0,0-1 0,1 0 0,-1 0 0,1 1 0,-1-1 0,1 0 0,0 0 0,0 0 0,0 0 0,0 0 0,0 0 0,1 0 0,2 4 0,-3-5 0,1 1 0,-1 0 0,1 0 0,-1 1 0,0-1 0,0 0 0,0 0 0,0 1 0,0-1 0,0 0 0,-1 1 0,1-1 0,-1 1 0,0-1 0,0 3 0,0-3 0,-1 0 0,0-1 0,0 1 0,1-1 0,-1 1 0,0-1 0,-1 1 0,1-1 0,0 0 0,0 1 0,-1-1 0,1 0 0,0 0 0,-1 0 0,1 0 0,-1 0 0,1 0 0,-1-1 0,0 1 0,1 0 0,-4 0 0,-39 15 61,25-10-3649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2929,'16'-13'8633,"-5"5"-908,-10 8-7511,0 1 0,-1-1 1,1 0-1,0 1 0,0-1 0,-1 1 0,1 0 1,0-1-1,-1 1 0,1-1 0,-1 1 0,1 0 1,-1-1-1,1 1 0,-1 0 0,1 0 0,-1 0 1,0-1-1,0 1 0,1 0 0,-1 0 1,0 1-1,14 53 3101,-9 34-2443,-2-41-703,-1-27-76,-1-15 72,0 0 1,0-1-1,-1 1 1,0 0 0,0 0-1,-2 7 1,-12-43 637,11 15-766,0-1 1,1 0 0,1-1-1,0 1 1,2-22 0,1 27-9,0 1 0,0 0 1,1-1-1,0 1 1,1 0-1,0 1 1,0-1-1,1 1 1,9-13-1,-4 8-130,1 1 0,0 0 1,1 1-1,0 0 0,17-11 0,-20 16-527,1 0-1,0 0 1,0 2-1,0-1 1,1 1-1,0 1 0,0 0 1,15-4-1,1 8-11088,-18 6 2601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95 16440,'-3'-1'597,"-1"0"0,1 1 1,0-1-1,-1 1 0,1 0 1,-1 0-1,1 0 1,0 1-1,-1-1 0,1 1 1,0 0-1,-1 0 1,1 0-1,0 0 0,0 0 1,0 1-1,-4 2 1,2-1-321,0 1 0,1 0 0,-1 0 0,1 1 1,0 0-1,0-1 0,0 1 0,1 0 0,-4 6 1,1 0-210,1 0 1,0 0 0,1 1 0,1-1 0,-1 1 0,2 0 0,-1 0 0,2 0 0,-1 18 0,2-25-87,0 0 0,1 1 1,0-1-1,0 1 0,0-1 0,1 0 0,-1 0 1,1 0-1,1 0 0,-1 0 0,1 0 0,0-1 1,0 1-1,6 6 0,-7-9 22,0 1 1,1-1-1,-1 0 1,1-1-1,0 1 0,-1 0 1,1-1-1,0 1 1,0-1-1,0 0 1,0 0-1,0 0 0,1-1 1,-1 1-1,0-1 1,0 0-1,0 0 1,1 0-1,-1 0 0,0 0 1,0 0-1,0-1 1,1 0-1,-1 0 1,5-2-1,3-2 2,-1 0-1,0-1 1,-1 0-1,1-1 1,-1 0 0,0-1-1,-1 1 1,0-2-1,0 1 1,-1-1-1,0 0 1,0-1 0,-1 0-1,0 0 1,-1 0-1,7-19 1,-8 19 20,-1-1 0,0 1 0,-1 0 0,0-1 0,-1 1 0,0-1 0,0 1 0,-2-15-1,0 18-1,0 0-1,0 1 0,0-1 0,-1 1 0,0-1 0,-1 1 0,0 0 0,1-1 0,-2 1 0,1 1 0,-1-1 0,0 0 0,-7-7 0,8 10-193,-1 0 0,0 0 0,0 1 0,0-1 0,-1 1 0,1 0 0,0 0 0,-1 0 0,1 1 0,-1-1 0,0 1 0,1 0-1,-1 1 1,0-1 0,0 1 0,0 0 0,0 0 0,1 0 0,-1 1 0,0 0 0,-7 2 0,6-2-448,0 1 0,0 0 0,-1 1 0,2-1 0,-1 1 0,0 0 0,-5 5 0,7-6-308,1 1-1,0 0 1,-1 0-1,1 0 1,0 0 0,1 1-1,-1-1 1,1 1-1,-1 0 1,-2 5 0,1 10-5701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16 14887,'0'-1'195,"1"1"-1,-1 0 1,0-1 0,1 1-1,-1-1 1,0 1 0,0-1-1,0 1 1,1-1 0,-1 1-1,0-1 1,0 1 0,0-1 0,0 1-1,0-1 1,0 1 0,0-1-1,0 1 1,0-1 0,0 1-1,0-1 1,0 1 0,0-1-1,0 1 1,0-1 0,-1 1 0,1-1-1,-1 0 1,1 1 27,-1 0 1,0 1-1,1-1 1,-1 0 0,0 1-1,1-1 1,-1 1-1,1-1 1,-1 1-1,1-1 1,-1 1-1,1-1 1,-1 1-1,1-1 1,-1 1-1,1 0 1,0-1-1,-1 1 1,1 0-1,0-1 1,-1 1-1,1 0 1,0 0-1,-7 20 755,2 1 1,1-1-1,0 1 0,1-1 0,2 1 0,1 28 0,-1-26-960,10 360-76,-5-366-414,-1 3-1626,-5-17-2524,-6-8-4115,-7-10-1005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5218,'14'-9'3807,"-1"1"1,25-11-1,34-6 1794,77-6-2485,-75 17-1541,113-24 3158,-195 44-4457,0-1-1,1 1 1,-13 11-1,2-1-275,1-3-38,1 2 0,0-1 0,1 2 0,1 0-1,0 0 1,-21 36 0,34-52-11,1 1-1,-1 0 1,1-1-1,-1 1 1,1 0 0,0 0-1,-1-1 1,1 1-1,0 0 1,-1 0-1,1 0 1,0-1 0,0 1-1,0 0 1,0 0-1,0 0 1,0 0-1,0 0 1,0-1 0,0 1-1,0 0 1,1 0-1,-1 0 1,0 0-1,0-1 1,1 1-1,0 1 1,0-1 6,0-1 0,0 1 0,0-1 0,0 1-1,1-1 1,-1 0 0,0 0 0,0 1 0,0-1 0,0 0 0,1 0 0,-1 0-1,0 0 1,0-1 0,0 1 0,3 0 0,5-3-99,0 1 1,0-1-1,13-7 0,-7 3 283,0-1-1,0-1 1,-1 0-1,0-1 0,-1 0 1,0-1-1,20-22 1,-31 34-58,0 1 0,0 0 0,-1 0 0,1-1 0,-1 1 0,1 0 1,-1 0-1,0 1 0,0-1 0,0 0 0,2 4 0,17 39-488,-19-44 338,3 8-625,0 0 0,1 0 0,11 15 1,-14-21-120,1 0 0,0-1 0,-1 1 0,1 0 0,0-1 0,1 0 0,-1 0 0,5 3 0,16 2-6646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14118,'-26'92'13411,"20"-64"-11092,-2 38 0,-1 196-1664,3-40-846,6-220-91,-2 13-419,0-10-1958,-3-3-3874,-2-6-2093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2481,'24'-1'11957,"-1"-1"-5549,6-2-2390,13-5-2584,20-2-381,-4 2-106,-10 0-344,0 3 1,0 1 0,63 3 0,-108 2-533,1 0 0,-1 1 0,1-1 0,-1 1-1,1 0 1,-1 0 0,1 0 0,-1 0 0,0 1 0,0-1 0,0 1 0,0 0 0,0 0 0,3 2 0,-4-2-21,0 0-1,-1 1 1,0-1-1,1 0 1,-1 0-1,0 1 1,0-1-1,0 0 1,-1 1-1,1-1 1,0 1-1,-1-1 1,0 1-1,1 0 1,-1-1-1,0 1 1,0-1-1,-1 1 1,0 4-1,-3 42-49,3-31-20,-1-1 1,0 1 0,-8 27 0,9-43-169,0 0-1,0 1 1,0-1 0,0 0 0,0 0 0,-1 0 0,1 0 0,-1 0-1,0-1 1,1 1 0,-4 2 0,-7 3-5998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6531,'7'-23'12854,"-3"11"-10725,-2 3-224,-4 7 928,0 4-1680,4 11-1025,-4 4-128,4 4-961,0 6-1360,-2 0-2033,2 0-3185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33 5298,'-1'0'195,"1"-1"0,0 1-1,0 0 1,0 0-1,0 0 1,0 0-1,-1 0 1,1-1 0,0 1-1,0 0 1,0 0-1,0 0 1,0 0-1,0-1 1,0 1-1,-1 0 1,1 0 0,0 0-1,0-1 1,0 1-1,0 0 1,0 0-1,0 0 1,0-1 0,0 1-1,0 0 1,0 0-1,0 0 1,0-1-1,0 1 1,0 0-1,1 0 1,-1 0 0,0-1-1,0 1 1,0 0-1,0 0 1,0 0-1,0 0 1,0-1 0,1 1-1,9-11 5411,14-3 1185,-21 14-6415,0 0-1,0 0 1,-1 1-1,1-1 0,0 1 1,0-1-1,0 1 1,0 0-1,0 0 1,-1 0-1,1 1 1,-1-1-1,1 1 1,-1-1-1,3 3 0,35 35 519,-8-8-875,-29-29-18,-1 0 0,1 0 0,0 0 0,0 0 0,0-1 0,1 1 0,-1-1 0,0 0 0,1 0 0,-1 0 0,0 0 0,1-1 0,-1 1 0,1-1 0,-1 0 0,1 0 0,-1-1 0,1 1 0,-1 0 0,0-1 0,1 0 0,-1 0 0,0 0 0,6-3 0,3-2 0,-1-1 0,0-1 0,0 0 0,-1-1 0,11-10 0,11-10 0,-32 29 0,1 1 0,0-1 0,0 0 0,-1 0 0,1 0 0,0 1 0,0-1 0,-1 0 0,1 1 0,0-1 0,-1 0 0,1 1 0,0-1 0,-1 1 0,1-1 0,-1 1 0,1 0 0,0-1 0,-1 1 0,0 0 0,1 0 0,16 21 0,-14-18 0,6 7-706,0 0-1,19 17 1,-10-14-3630,3-5-3354,3-3-4721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864 77 2497,'-12'-19'10114,"0"2"-5308,9 13-4257,0 0 1,-1 0-1,1 1 1,-1-1-1,0 1 1,0 0-1,0 0 1,0 1-1,0-1 1,-8-3-1,10 6-468,0 0 1,0-1-1,0 1 0,0 0 0,0 0 0,0 0 0,0 0 0,0 0 0,0 1 0,0-1 0,0 1 0,0-1 0,1 1 0,-1 0 0,0-1 0,0 1 0,0 0 0,1 0 1,-1 1-1,1-1 0,-1 0 0,1 0 0,-3 3 0,-30 36 1224,32-37-1255,-7 10-69,1-1 0,1 1 0,-7 15 0,12-25 52,1 0 0,0 0-1,-1 0 1,1 1 0,0-1 0,1 0-1,-1 1 1,0-1 0,1 1-1,0-1 1,0 1 0,0-1 0,0 0-1,1 1 1,-1-1 0,1 1-1,0-1 1,0 0 0,2 5 0,-2-7-52,0 0 0,0 0 0,1 0 0,-1 0 1,0 0-1,1 0 0,-1 0 0,1 0 0,-1 0 1,1-1-1,0 1 0,-1-1 0,1 1 1,-1-1-1,1 0 0,0 0 0,0 1 0,-1-1 1,1 0-1,0-1 0,-1 1 0,1 0 1,0 0-1,-1-1 0,1 1 0,0-1 0,-1 1 1,1-1-1,2-1 0,2-1-52,1 0 1,0 0-1,-1-1 1,0 1-1,10-9 0,22-31-135,-36 40 250,1 0-1,-1 0 0,0 0 1,-1 0-1,1 0 0,-1-1 1,1 1-1,-1-1 0,0 1 0,0-1 1,0 1-1,-1-1 0,1-5 1,-1 9-44,0 0 0,0 0 1,0-1-1,0 1 1,0 0-1,0 0 0,0-1 1,0 1-1,0 0 1,0 0-1,0-1 0,0 1 1,0 0-1,0 0 1,-1-1-1,1 1 0,0 0 1,0 0-1,0 0 1,0-1-1,0 1 0,-1 0 1,1 0-1,0 0 1,0 0-1,0-1 0,-1 1 1,1 0-1,0 0 1,0 0-1,0 0 1,-1 0-1,1 0 0,0-1 1,0 1-1,-1 0 1,1 0-1,0 0 0,0 0 1,-1 0-1,1 0 1,0 0-1,-1 0 0,-12 9-3,-8 18 10,8-3 32,0 0 1,2 0 0,1 1-1,-8 31 1,-20 108 215,31-124 117,3 0 0,1 0-1,2 0 1,5 45-1,4-7-290,22 86 0,-25-141-59,9 49-47,-13-65 75,-1-1 0,0 0 0,0 1-1,0-1 1,-1 1 0,0-1 0,0 1 0,-4 9 0,4-14-27,1 0 1,-1 0 0,0 0 0,0-1-1,-1 1 1,1 0 0,0-1-1,0 1 1,-1-1 0,1 1 0,-1-1-1,0 0 1,1 0 0,-1 0 0,0 1-1,1-2 1,-1 1 0,0 0 0,0 0-1,0 0 1,0-1 0,0 1-1,0-1 1,0 0 0,0 0 0,0 1-1,0-1 1,0 0 0,0-1 0,-4 0-1,-5-1 41,-1 0-1,1-1 0,1-1 0,-15-6 0,14 6 30,-57-23 176,-354-132-2221,403 153 785,-30-12-2066,47 17 2502,-1 0 0,1-1-1,0 1 1,0-1 0,0 1 0,0-1-1,1 0 1,-1 1 0,0-1 0,-1-2 0,0-11-9082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3634,'13'-33'5858,"-11"26"-4252,0 1 0,0 0 1,1 0-1,6-11 0,-9 50 4044,-8 183-509,21 109-4930,-12-312-653,0 5-848,0 1 0,-3 20 0,2-34 6,-1 1 1,0 0-1,-1-1 1,1 1-1,-1-1 1,-4 8-1,-6 5-6549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0 581 9973,'14'-11'2534,"0"0"0,28-16-1,37-11 1752,89-16-1557,-76 28-2127,210-79-95,-241 80-452,-2-3-1,105-65 1,-151 85 8,0-1 0,0-1 0,-1 0 1,0-1-1,0 0 0,-1-1 0,-1 0 1,9-14-1,-18 25-36,0 0 1,0 0-1,0 0 1,-1-1-1,1 1 1,0 0-1,-1 0 1,1 0-1,0-1 1,-1 1-1,0 0 1,1-1-1,-1 1 1,0 0-1,0-1 1,1 1-1,-1 0 1,0-1-1,0 1 1,-1 0-1,1-1 1,0 1-1,0-1 1,-1 1-1,1 0 1,-1 0 0,1-1-1,-1 1 1,1 0-1,-1 0 1,0-1-1,0 1 1,1 0-1,-1 0 1,-2-1-1,1 0-8,-1 1 1,1 0-1,0 0 0,-1 1 0,0-1 1,1 0-1,-1 1 0,1-1 1,-1 1-1,0 0 0,1 0 0,-1 0 1,0 0-1,1 1 0,-1-1 0,0 1 1,-3 1-1,-5 2 123,0 1-1,0 0 1,0 1 0,1 0-1,0 1 1,0 0-1,1 0 1,0 1 0,0 0-1,0 1 1,1 0 0,1 0-1,-7 11 1,-13 21 543,-39 79-1,63-113-655,-10 18 120,-15 29 57,3 0 0,-27 86 0,50-133-197,0 0-1,1 0 0,0 1 1,1-1-1,-1 0 1,1 0-1,1 9 0,-1-15-6,1 1 0,-1-1 0,0 1 0,0-1 0,1 0 0,-1 1 0,1-1 0,-1 1 0,1-1 0,0 0 0,0 0 0,-1 1 0,1-1 0,0 0 0,0 0-1,0 0 1,0 0 0,0 0 0,0 0 0,1 0 0,-1 0 0,0 0 0,0-1 0,1 1 0,-1 0 0,0-1 0,1 1 0,-1-1 0,1 0 0,-1 1 0,0-1 0,1 0-1,-1 0 1,1 0 0,-1 0 0,1 0 0,-1 0 0,1 0 0,-1-1 0,1 1 0,1-1 0,4-1-2,-1 0 1,1-1-1,-1 0 0,0 0 0,0 0 1,0-1-1,0 0 0,-1 0 1,7-6-1,44-49-20,-39 41 20,0-3 39,-13 15 25,0 1 0,0 0 0,1 0-1,0 0 1,0 0 0,0 1 0,7-5 0,-10 59-7,0-32-1090,-1-1 0,6 21 1,5-3-3750,8-6-3948,-3-16-87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11893,'21'19'10389,"-3"-1"-7801,-10-12-2340,1-1 1,0 0-1,0-1 0,0 0 0,1 0 0,-1-1 1,15 3-1,-20-5-210,-1 0 0,1-1 0,0 1 1,0-1-1,0 0 0,0 0 0,0 0 0,0 0 0,0-1 0,0 0 1,0 0-1,-1 0 0,1 0 0,0 0 0,-1-1 0,1 1 1,-1-1-1,1 0 0,-1 0 0,0-1 0,6-4 0,-9 7 10,1-1-1,0 0 1,-1 0-1,1 1 1,-1-1-1,1 0 1,-1 0-1,1 0 1,-1 0-1,0 0 1,1 0-1,-1 1 1,0-1-1,0 0 1,0 0-1,0 0 0,0 0 1,0 0-1,0 0 1,0 0-1,0 0 1,0 0-1,0 0 1,0 0-1,-1-2 1,-1 1 77,1 0 0,0 0 0,-1 0 1,1 0-1,-1 0 0,1 1 0,-1-1 1,0 0-1,0 1 0,-3-3 0,1 1 103,-1 0 0,0 1-1,0-1 1,-1 1-1,1 0 1,-1 0 0,1 0-1,-9-1 1,5 3-154,0 0 0,0 0-1,0 1 1,1 0 0,-17 4 0,23-4-75,-1-1 0,1 1-1,0 0 1,0 0 0,0 0 0,0 0 0,0 0 0,0 0 0,0 1-1,0-1 1,1 1 0,-1-1 0,1 1 0,-1 0 0,1-1 0,-1 1 0,1 0-1,0 0 1,0 0 0,0 0 0,0 0 0,0 0 0,0 1 0,0-1-1,1 0 1,-1 0 0,1 4 0,0 6-55,1 0-1,0 0 1,1 0 0,0-1 0,1 1-1,8 21 1,5 10-2894,-10-30 1150,10 27-5045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53 10533,'62'-52'15466,"-119"92"-10057,-10 1-3756,25-16-1787,0 2-1,-38 33 1,78-59 100,1-1 0,0 1 0,0 0 0,0 0 0,0 0 0,0 0 0,0 0 1,0 0-1,1 0 0,-1 0 0,0 0 0,0 1 0,1-1 0,-1 0 0,1 0 0,-1 1 0,1-1 1,0 0-1,-1 1 0,1-1 0,0 1 0,0-1 0,0 2 0,0-2-45,1 0 1,0 0-1,-1 1 0,1-1 0,0 0 0,0 0 0,0 0 1,0-1-1,0 1 0,0 0 0,0 0 0,0 0 0,0-1 1,0 1-1,1-1 0,-1 1 0,0-1 0,0 1 1,2 0-1,6 1-315,-1 0 0,1-1 1,0 0-1,0 0 1,17-1-1,20-6-382,-31 3 456,1 1 0,0 1-1,0 0 1,28 3 0,-43-2 365,0 0 0,0 0 0,0 0 0,0 0 1,0 0-1,0 1 0,0-1 0,0 0 0,0 1 0,0-1 0,0 1 0,0-1 0,0 1 1,0-1-1,0 1 0,0-1 0,0 1 0,-1 0 0,1 0 0,0-1 0,0 1 0,-1 0 1,1 0-1,-1 0 0,1 0 0,-1 0 0,1 0 0,-1 0 0,1 0 0,-1 0 0,0 0 1,0 0-1,1 0 0,-1 0 0,0 0 0,0 0 0,0 0 0,0 0 0,0 0 1,0 0-1,-1 0 0,1 0 0,0 0 0,0 0 0,-1 0 0,1 0 0,-1 0 0,1 0 1,-1 0-1,1 0 0,-1 0 0,1 0 0,-3 1 0,-3 8 403,-1-1 1,0 0-1,-15 14 0,20-21-467,-24 22 65,0-1 0,-1-2 0,-2-1 0,0-1 0,-1-1 0,0-2 0,-45 17 0,55-29-2683,20-4 2518,0 0 0,0 0 1,-1-1-1,1 1 0,0 0 1,0 0-1,0-1 0,0 1 0,0 0 1,0 0-1,0-1 0,0 1 0,0 0 1,0 0-1,0-1 0,0 1 1,0 0-1,0 0 0,0-1 0,0 1 1,0 0-1,0-1 0,1 1 0,-1 0 1,0 0-1,0 0 0,0-1 1,0 1-1,0 0 0,1 0 0,-1 0 1,0-1-1,0 1 0,0 0 0,1 0 1,-1 0-1,32-31-9152,-27 26 7748,29-25-6614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1 13414,'-2'0'857,"0"0"-1,0 0 0,0 1 1,0-1-1,0 1 0,0-1 1,0 1-1,1 0 0,-1 0 1,0-1-1,0 1 0,1 1 1,-4 1-1,-17 24 3635,19-21-4267,0 0 1,0 0-1,1 0 0,0 0 1,0 1-1,0-1 1,-1 13-1,3-16-191,-1 0 0,1 0 0,0 0 0,0 0 0,1 0 0,-1 0-1,0 0 1,1 0 0,0 0 0,0 0 0,0 0 0,0 0 0,0-1 0,1 1 0,-1 0-1,1-1 1,3 5 0,-3-6-60,-1 0 1,1 0-1,0 0 0,0 0 0,0 0 0,0-1 0,0 1 0,0-1 0,1 0 1,-1 1-1,0-1 0,0 0 0,0 0 0,0 0 0,0-1 0,0 1 0,0 0 1,1-1-1,-1 1 0,0-1 0,0 0 0,0 0 0,-1 0 0,1 0 1,0 0-1,2-2 0,28-14-199,-1-2 0,-1-1 1,-1-1-1,43-41 0,-68 61 1698,-8 11-999,3-6-472,-1 0 1,1 0-1,-1 0 0,1 1 1,1-1-1,-1 0 0,0 1 1,1-1-1,0 6 1,1-7-233,0 1 1,0-1-1,0 0 1,0 0-1,0 0 1,1 0-1,-1 0 1,1 0 0,0-1-1,0 1 1,0 0-1,0-1 1,1 0-1,-1 1 1,1-1-1,3 3 1,-4-4-525,1 0 1,0 0-1,-1 0 1,1 0-1,-1 0 1,1-1-1,0 1 0,-1-1 1,1 0-1,0 1 1,0-1-1,-1-1 0,1 1 1,0 0-1,0-1 1,-1 1-1,1-1 1,0 0-1,-1 0 0,4-1 1,19-11-7706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67 12134,'0'-5'1374,"-8"-40"4482,8 44-5697,0 0 0,0 0 1,-1 1-1,1-1 1,0 0-1,0 0 1,0 1-1,-1-1 1,1 0-1,0 1 0,-1-1 1,1 0-1,-1 1 1,1-1-1,-1 1 1,1-1-1,-1 1 1,1-1-1,-1 1 0,0-1 1,1 1-1,-1-1 1,0 1-1,1 0 1,-1-1-1,0 1 1,1 0-1,-1 0 0,0-1 1,0 1-1,1 0 1,-1 0-1,0 0 1,0 0-1,1 0 1,-1 0-1,0 0 0,0 0 1,1 0-1,-1 1 1,0-1-1,0 0 1,1 0-1,-1 1 1,0-1-1,1 0 0,-1 1 1,0-1-1,1 1 1,-2 0-1,0 1 105,-1 1-1,1 0 1,-1-1 0,1 1-1,0 0 1,0 0-1,0 0 1,0 0-1,1 0 1,-1 1-1,1-1 1,-2 6 0,-7 46 906,9-47-935,-4 50-75,2 0 0,10 100 1,-3-103-172,-2 1 1,-2-1 0,-10 72 0,10-128 10,1 1 0,-1 0 0,0 0 0,0 0 0,0 0 0,0 0 0,0 0 0,0 0 0,0 0 0,1-1 0,-1 1 0,0 0 0,0 0 0,0 0 0,0 0 0,0 0 0,1 0 0,-1 0 0,0 0 0,0 0 0,0 0 0,0 0 0,0 0 0,1 0 0,-1 0 0,0 0 0,0 0 0,0 0 0,0 0 0,0 0 0,1 0 0,-1 0 0,0 1 0,0-1 0,0 0 0,0 0 0,0 0 0,0 0 0,1 0 0,-1 0 0,0 0 0,0 0 0,0 1 0,0-1 0,0 0 0,0 0 0,0 0 0,0 0 0,0 0 0,0 0 0,0 1 0,0-1 0,9-11 0,-9 11 0,10-12-1,0 0 0,0 0 0,1 1-1,1 1 1,0 0 0,0 0 0,1 1 0,0 1 0,17-8 0,-23 12-15,-1 1 0,1 1 1,0-1-1,-1 1 1,1 0-1,0 1 0,0 0 1,1 0-1,-1 0 1,0 1-1,0 0 0,0 1 1,0-1-1,0 1 0,0 0 1,0 1-1,0 0 1,0 0-1,0 1 0,0 0 1,11 6-1,-15-7 19,0 0 1,0 0-1,0 0 0,0 0 1,-1 1-1,1-1 0,-1 1 1,0-1-1,1 1 0,-1 0 1,0 0-1,0 0 0,-1 0 1,1 1-1,-1-1 0,0 0 0,1 1 1,-2-1-1,1 0 0,0 1 1,-1 0-1,1-1 0,-1 1 1,0-1-1,0 1 0,0-1 1,-1 1-1,1-1 0,-1 1 1,-2 5-1,0-2 15,0 0 0,0-1 0,-1 1 0,0-1 0,0 1 0,-1-1 0,1 0 0,-1-1 0,-1 1 0,1-1 0,-1 0 0,0-1 0,-9 7 0,3-4-18,0 0 0,0-1 0,-1 0 0,0-1 0,0 0 0,0-1 0,-1-1 0,1 0 0,-1-1 0,0 0 0,0-1 0,0-1 0,1 0 0,-1-1 0,0 0 0,-15-4 0,28 5-69,-1-1-1,0 1 1,1-1-1,-1 1 1,1-1 0,-1 0-1,1 0 1,-1 0 0,1 0-1,0 0 1,-1 0-1,1 0 1,0 0 0,0 0-1,-2-2 1,2 1-418,1 1-1,-1-1 1,1 1 0,-1 0 0,1-1 0,0 1-1,0-1 1,0 1 0,-1-1 0,1 1-1,0-1 1,1 1 0,-1-1 0,0 1-1,0-1 1,1 1 0,-1 0 0,1-1 0,-1 1-1,1-1 1,-1 1 0,1 0 0,0 0-1,0-1 1,0 1 0,1-2 0,15-15-8843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15127,'6'0'3986,"2"-2"-1569,5-2 1393,6-5-833,10 3-1825,6 2 33,5-5-1185,-6 5-192,-5 0 96,-8 0-881,-7 4-1424,-5-4-960,-5 4-3234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 20585,'-1'0'297,"0"0"-1,0 0 0,0 0 0,0 0 1,0 1-1,0-1 0,0 0 0,0 1 0,0-1 1,0 1-1,1-1 0,-1 1 0,0-1 1,0 1-1,0 0 0,1-1 0,-1 1 0,0 0 1,1-1-1,-1 1 0,1 0 0,-1 0 1,1 0-1,-1 0 0,1 0 0,0-1 0,-1 1 1,1 0-1,0 0 0,0 0 0,-1 0 1,1 0-1,0 2 0,0 37 1630,1-34-1849,3 47-19,6 61-34,-9 202 1,-6-242 80,1 5-651,-3-28-7628,6-46 952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25 124 15111,'-7'-10'2653,"5"8"-1581,0-1 0,0 0 0,0 1 0,0-1 1,1 0-1,0 0 0,-1 0 0,1 0 0,-1-5 0,2 7-952,0 0 1,1 0 0,-1-1-1,1 1 1,-1 0-1,1 0 1,-1 0 0,1 0-1,0 0 1,-1 0-1,1 0 1,0 0 0,0 0-1,0 0 1,-1 0-1,1 0 1,0 1 0,0-1-1,0 0 1,1 1-1,-1-1 1,0 1 0,0-1-1,0 1 1,0-1-1,0 1 1,1 0 0,-1 0-1,2-1 1,54-14-11,1 1 1,1 3 0,-1 3 0,1 2-1,109 4 1,-157 4-182,-2-1-84,-4-4-7220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1 196 8740,'12'8'12828,"-2"4"-5912,2 5-3994,2 10-3324,-3-7 2042,-7-14-1611,8 13 5,-2 1 1,16 37 0,-24-52-36,0 0 1,-1 0-1,0-1 1,0 1-1,0 0 1,0 0-1,-1 0 1,0 0-1,0 1 1,0-1-1,-1 0 1,1 0-1,-1 0 1,0-1-1,-1 1 1,1 0-1,-1 0 1,-4 7-1,6-11 1,0 0 0,0-1 0,-1 1 0,1-1 0,0 1 0,-1 0 0,1-1 0,0 1 0,-1-1 0,1 1 0,-1 0 0,1-1 0,-1 1 0,1-1 0,-1 0 0,1 1 0,-1-1 0,0 1 0,1-1 0,-1 0 0,1 1 0,-1-1 0,0 0 0,1 0 0,-1 0 0,0 1 0,1-1 0,-1 0 0,0 0 0,0 0 0,1 0 0,-1 0 0,0 0 0,1 0 0,-1-1 0,0 1 0,1 0 0,-1 0 0,0 0 0,1-1 0,-1 1 0,0 0 0,1-1 0,-1 1 0,1-1 0,-1 1 0,1 0 0,-1-1 0,1 1 0,-1-1 0,1 0 0,-1 1 0,1-1 0,-1 0 0,-1-3 0,0 0 0,0 1 0,0-1 0,0 0 0,1 0 0,0 0 0,0 0 0,-1-5 0,1-8 6,1 0 1,0 0-1,1 0 1,1 0-1,1 1 1,1-1-1,0 0 0,8-19 1,5-10-372,39-69 0,-48 99-109,1 1 1,0 0-1,1 0 0,1 1 1,18-19-1,-19 27-3215,-10 6 3355,1 0 0,-1 0 0,1 0 0,-1 0 0,1 0 0,-1 0 0,0 0 0,1 0-1,-1 0 1,1 0 0,-1 1 0,1-1 0,-1 0 0,0 0 0,1 0 0,-1 0 0,0 1 0,1-1 0,-1 0 0,0 1 0,1-1 0,-1 0 0,0 1 0,1-1-1,-1 0 1,0 1 0,0-1 0,1 0 0,-1 1 0,0-1 0,0 1 0,0 0 0,3 10-7947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7 122 7203,'13'11'14534,"4"-2"-7887,40 13-5668,-45-18 840,-4-2-1751,0 1 0,1-2 0,-1 1 0,1-1 0,-1 0 0,1-1 0,0 0 0,9-1 0,-14 0-60,1 1 0,-1-1 0,1 0 1,-1 0-1,0-1 0,1 1 0,-1-1 0,0 0 0,0 0 0,0 0 0,0-1 0,-1 1 0,1-1 1,-1 0-1,1 0 0,-1-1 0,4-3 0,-6 4-38,1 0 1,-1 1-1,0-1 1,0 0-1,0 0 0,0 1 1,-1-1-1,1 0 0,-1 0 1,0 0-1,0 0 1,0 0-1,0 0 0,0 0 1,-1 1-1,1-1 1,-1 0-1,1 0 0,-1 0 1,0 0-1,-1 1 1,1-1-1,0 0 0,-1 1 1,1 0-1,-1-1 0,0 1 1,-3-4-1,0 1-8,1 0 0,0 1 0,-1-1-1,0 1 1,0 0 0,0 1 0,0-1 0,-1 1-1,1 0 1,-1 1 0,0-1 0,-10-2 0,8 4 157,-1 0 0,1 0 1,-1 1-1,0 0 0,1 1 1,-1-1-1,0 2 0,1-1 1,-1 1-1,1 1 0,0-1 1,0 1-1,-12 7 0,16-8-103,1 0-1,0 0 1,0 0-1,0 0 1,0 1-1,0-1 1,0 1-1,1 0 1,-1 0-1,1 0 1,0 0-1,0 0 1,0 0-1,0 1 1,1-1-1,-1 1 1,1-1-1,0 1 1,0 0-1,0-1 1,1 1-1,-1 0 1,1 0-1,0 0 1,0-1-1,0 1 1,0 0-1,1 0 1,-1-1-1,1 1 1,0 0-1,3 5 1,0 2-24,1-1 0,1 1 1,0-1-1,0 0 0,1-1 0,1 0 0,-1 0 1,1 0-1,1-1 0,0 0 0,0-1 0,0 0 0,17 10 1,-22-16-307,-1 1 1,0-1 0,1 0 0,-1 0 0,1 0 0,-1 0-1,6 0 1,24-4-6917,-10-6-1269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34 180 7523,'8'5'12878,"0"3"-6765,-7-6-5919,1-1-1,-1 1 0,1 0 0,0-1 1,-1 1-1,1-1 0,0 0 1,0 0-1,0 1 0,0-1 1,1-1-1,-1 1 0,0 0 0,0 0 1,0-1-1,3 1 0,4 0-98,1-1-1,-1-1 1,0 0-1,1 0 1,-1 0-1,0-1 0,0-1 1,0 1-1,0-2 1,0 1-1,13-9 1,-18 11-110,-2-1 1,1 0 0,0 0 0,0-1-1,-1 1 1,1-1 0,-1 1 0,1-1-1,-1 0 1,0 0 0,0 0-1,-1 0 1,1 0 0,0 0 0,-1 0-1,0 0 1,0-1 0,0 1 0,0-1-1,0 1 1,-1-1 0,0 1 0,0-1-1,0 1 1,0-1 0,0 1-1,0-1 1,-1 1 0,0-1 0,0 1-1,0 0 1,0-1 0,-3-5 0,2 4 17,0 1 0,0-1 1,-1 0-1,0 1 1,1 0-1,-1-1 0,-1 1 1,1 1-1,-1-1 1,1 0-1,-1 1 0,0 0 1,0 0-1,-1 0 1,1 0-1,0 0 0,-1 1 1,0 0-1,-5-2 1,6 4 76,-1-1 1,1 1 0,-1-1 0,1 1 0,-1 0 0,1 1-1,-1-1 1,1 1 0,-1 0 0,1 0 0,0 1 0,-1-1-1,1 1 1,0 0 0,0 0 0,0 0 0,0 0-1,0 1 1,1 0 0,-1-1 0,-5 8 0,1-2-53,2 0 1,-1 0-1,1 1 1,1 0-1,0 0 1,0 0 0,0 1-1,1-1 1,1 1-1,0 0 1,0 0-1,1 0 1,0 1-1,1-1 1,0 1-1,0-1 1,2 18-1,0-23-29,-1 1 0,1-1 0,0 1 0,0-1 0,0 0-1,1 1 1,0-1 0,0 0 0,0 0 0,1 0-1,0-1 1,0 1 0,0-1 0,0 1 0,1-1-1,0 0 1,-1 0 0,1-1 0,1 1 0,-1-1 0,1 0-1,-1 0 1,1 0 0,0-1 0,0 1 0,0-1-1,0 0 1,0-1 0,0 1 0,1-1 0,-1 0 0,1-1-1,-1 1 1,10-1 0,-1-1-38,-2-1 1,1 0-1,0-1 0,0 0 0,-1-1 1,1 0-1,17-9 0,16-10-9026,-39 20 6491,2-1-7055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164 161 4354,'-1'5'5427,"7"13"-1890,12 13 1049,-18-32-4286,0 0-1,0 1 1,0-1-1,0 0 1,0 1-1,0-1 1,0 0-1,1 0 1,-1 1-1,0-1 1,1 0-1,-1 1 0,0-1 1,1 1-1,-1-1 1,0 0-1,1 1 1,-1-1-1,1 1 1,0-1-1,4-1 1035,-6 12 786,-79 345-113,74-319-1853,4-15-27,-1-1 0,-2 0 0,1-1 0,-10 24 0,13-42-126,1 0 0,-1 0-1,1 0 1,-1 0 0,1 0 0,-1 0-1,0 0 1,1 0 0,-1 0 0,0-1-1,0 1 1,0 0 0,1 0-1,-1-1 1,0 1 0,0-1 0,0 1-1,0-1 1,0 1 0,0-1 0,-1 1-1,1-1 1,0 0 0,0 0-1,0 0 1,0 1 0,0-1 0,0 0-1,-1 0 1,1 0 0,0-1 0,0 1-1,0 0 1,0 0 0,0-1-1,0 1 1,0-1 0,0 1 0,0 0-1,0-1 1,0 0 0,0 1 0,0-1-1,-1-1 1,-1 0-3,0 0-1,0-1 1,0 1 0,0-1-1,0 0 1,1 0 0,0 0-1,-1 0 1,1 0 0,1 0 0,-1-1-1,-2-4 1,2-4-53,0 1 0,1-1 0,0 0-1,1 0 1,0 0 0,1 0 0,1 1 0,0-1 0,0 0 0,4-11 0,6-14-81,28-60 0,-18 51-140,1 2-1,58-81 0,-64 102 161,1 2-1,1 0 1,1 1-1,0 1 0,2 1 1,42-28-1,-56 41 106,0 0 0,1 1-1,-1 0 1,1 1 0,0 0 0,0 0-1,13-1 1,-19 3 35,-1 1-1,0 0 1,0 0-1,0 0 1,0 0 0,1 0-1,-1 0 1,0 0-1,0 1 1,0-1-1,0 1 1,0 0-1,0 0 1,0 0 0,0 0-1,0 0 1,0 0-1,0 0 1,0 0-1,-1 1 1,1-1-1,-1 1 1,1-1 0,-1 1-1,1 0 1,-1-1-1,0 1 1,0 0-1,0 0 1,0 0-1,0 0 1,0 0 0,-1 0-1,1 0 1,0 0-1,-1 4 1,2 2-26,0 1 0,-1-1 1,0 1-1,-1-1 0,0 1 1,0-1-1,-1 0 0,0 1 1,0-1-1,-1 0 0,0 1 0,-1-1 1,1 0-1,-2 0 0,1-1 1,-1 1-1,0-1 0,-1 0 1,1 0-1,-1 0 0,-9 8 0,1 0 10,0-1 0,-2-1 0,0 0 0,0-1-1,-1-1 1,0 0 0,-1-1 0,0-1-1,-1 0 1,-36 11 0,35-14-79,1 1 0,0 1 1,-18 10-1,35-17 115,1-1 0,-1 0-1,1 1 1,-1-1 0,1 1 0,0-1 0,-1 1 0,1-1-1,0 1 1,-1-1 0,1 1 0,0-1 0,-1 1-1,1-1 1,0 1 0,0 0 0,0-1 0,-1 1-1,1-1 1,0 1 0,0 0 0,0-1 0,0 1 0,0-1-1,0 1 1,0 0 0,0-1 0,1 1 0,-1-1-1,0 1 1,0 0 0,0-1 0,1 1 0,-1-1-1,0 1 1,1-1 0,0 2 0,18 25 399,-8-13 173,7 26-153,-11-25-162,0 1 1,15 22-1,-19-33-284,1 0 1,0-1-1,0 0 0,0 1 0,0-1 1,1 0-1,0-1 0,0 1 0,0-1 1,0 0-1,7 3 0,4-1-17,1 0 0,0-1 0,0 0 0,0-2 0,21 1 0,-20-1 0,0-1 0,0 2 0,-1 0 0,26 9 0,-39-10 0,-1 0 0,1 0 0,-1 0 0,0 1 0,1-1 0,-1 1 0,0 0 0,-1-1 0,6 8 0,-7-9 0,0 0 0,0 0 0,-1 0 0,1 0 0,0 0 0,-1 0 0,1 1 0,0-1 0,-1 0 0,1 0 0,-1 1 0,0-1 0,1 0 0,-1 1 0,0-1 0,0 0 0,0 1 0,0-1 0,0 1 0,0-1 0,0 0 0,-1 1 0,1-1 0,0 0 0,-1 0 0,1 1 0,-1-1 0,1 0 0,-1 0 0,0 1 0,-1 1 0,2-3 1,0-1-1,0 1 1,0 0 0,0 0-1,0 0 1,0-1 0,0 1 0,0 0-1,1 0 1,-1 0 0,0-1-1,0 1 1,-1 0 0,1 0-1,0 0 1,0-1 0,0 1-1,0 0 1,0 0 0,0 0 0,0-1-1,0 1 1,0 0 0,0 0-1,0 0 1,-1-1 0,1 1-1,0 0 1,0 0 0,0 0-1,0 0 1,0 0 0,-1-1 0,1 1-1,0 0 1,0 0 0,0 0-1,0 0 1,-1 0 0,1 0-1,0 0 1,0 0 0,0 0-1,-1 0 1,1 0 0,0 0 0,0 0-1,-1 0 1,1 0 0,-9 0-2483,0 4-5177,3 3-1780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35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82 393 7203,'1'2'943,"0"1"-1,0-1 1,-1 0-1,1 1 1,0-1-1,-1 1 0,0-1 1,1 0-1,-1 1 1,0-1-1,-1 5 1,2 15 1121,0-13-1408,0 0 0,0 0 0,-1 1-1,-1-1 1,0 0 0,0 0 0,-4 15-1,-24 64 1306,3-12-1175,2 34 764,21-161-1720,3 0 0,1 0-1,3 0 1,2 0-1,3 0 1,1 1-1,3 0 1,2 1-1,40-89 1,-46 121 157,0 0-1,1 0 1,1 1 0,1 1 0,0 0 0,1 1 0,0 0 0,2 1 0,18-14 0,-25 20 13,0 2 0,1-1 1,0 1-1,1 0 0,-1 1 0,1 0 1,0 1-1,0 0 0,0 0 1,0 1-1,0 0 0,0 1 0,1 0 1,-1 1-1,1 0 0,-1 1 1,0 0-1,17 3 0,-23-3 16,-1 0 0,1 0 0,-1 0 0,1 1 0,-1-1 0,0 1 1,0-1-1,0 1 0,0 0 0,0 0 0,0 1 0,0-1 0,0 1 0,-1-1 0,0 1 0,1 0 0,-1 0 0,0 0 0,0 0 0,-1 0 0,1 0 0,-1 0 0,1 1 0,-1-1 0,0 1 0,0 3 0,0-2 24,-1 0 1,0 1-1,0-1 0,-1 0 0,0 1 0,0-1 0,0 0 0,-1 0 0,1 0 0,-1 0 1,0 0-1,-1 0 0,1-1 0,-1 1 0,0-1 0,0 1 0,-5 4 0,-8 8 0,0-1-1,-1-1 1,-1 0-1,-1-1 1,0-1-1,-36 18 1,4-7 179,-85 28 0,134-51-136,0 0 0,0-1 0,0 1 0,0 0 0,0 0 0,0 0 0,0 0 0,1 1 0,-1-1 0,-2 3 0,3-3-26,1-1 1,-1 1-1,1 0 1,-1-1-1,1 1 1,0 0-1,-1-1 1,1 1-1,0 0 1,0 0-1,0 0 1,0-1-1,0 1 1,-1 0-1,1 0 1,0 0-1,1-1 1,-1 1-1,0 0 1,0 1-1,2 2-8,0 0-1,1 0 1,-1 0 0,1 0 0,0 0-1,0-1 1,0 0 0,0 1-1,5 2 1,13 14-49,30 29 0,2-1 0,2-3 0,91 56 0,-80-65 0,57 34 0,-121-63 0,0-5 0,-2-4 0,0 2-18,0 0 1,0 0-1,1 0 0,-1 0 1,0-1-1,0 1 0,0 0 1,0 0-1,0 0 0,0 0 0,0 0 1,0-1-1,0 1 0,0 0 1,0 0-1,0 0 0,0 0 1,0-1-1,0 1 0,0 0 1,0 0-1,0 0 0,0 0 1,0-1-1,0 1 0,0 0 0,0 0 1,0 0-1,0 0 0,0-1 1,0 1-1,0 0 0,-1 0 1,1 0-1,0 0 0,0 0 1,0 0-1,0-1 0,0 1 1,0 0-1,-1 0 0,1 0 0,0 0 1,0 0-1,0 0 0,0 0 1,-1 0-1,1 0 0,0 0 1,0 0-1,0 0 0,0 0 1,-1 0-1,1 0 0,0 0 1,0 0-1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51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0 2993,'-21'7'0,"4"-3"0,5 2 0,6 0 192,8 3-15,6 1-161,3 3-16,5 1-401,1 1-415,-4 0 816,-5-7 176,2-2-112,-8 1-64,3-5-80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54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6038 3552 7219,'-3'0'712,"1"0"0,-1-1-1,1 1 1,0-1 0,-1 1 0,1-1-1,0 0 1,-1 0 0,1 0 0,0 0-1,0-1 1,0 1 0,0 0 0,-2-3-1,-31-23 2980,27 19-3350,1 0 0,0 0 0,0-1 0,1 0 0,-10-18 0,-19-27-258,-55-57 346,17 32-214,-129-107 0,117 112-186,28 28 1,-82-51 0,10 9 225,108 70-435,-36-38 0,4 2 257,29 32-140,-21-28 0,-3-2 157,-76-65 291,-37-39-418,135 126 48,-35-54-1,-7-9 11,13 24 9,3-2 1,-70-129 0,103 170-48,-1 0 1,-2 1 0,-31-31-1,29 33 18,0-1-1,1-1 0,-21-38 1,-27-80-25,-19-34-22,18 57-164,-63-97-284,125 209 481,0 0-1,-1 1 1,0 0 0,0 0-1,-18-11 1,-68-40-26,29 22 35,-284-173-216,295 183 102,-1 4 0,-1 2 0,-1 2 0,-90-19-1,39 18 156,-225-42-59,228 49 158,-122-3-1,202 19-68,0 1 1,-1 2-1,1 0 0,0 2 1,-37 12-1,16-1 68,-94 47 1,68-28 41,-42 22 422,84-38-481,2 2 0,1 1-1,0 1 1,-47 49-1,19-12 59,30-33 118,1 1-1,2 1 1,0 1-1,-36 61 1,58-84-255,-13 25 126,-1-1-1,-1-1 1,-2-1-1,-1 0 0,-28 29 1,40-49-172,-12 10 171,1 2 0,1 0 0,1 1 0,1 1 1,-23 39-1,-30 73 300,-38 80 411,80-153-672,-1 4 612,-60 99 1,56-106-820,2 1 0,-33 92 0,28-63 0,27-71 0,6-11 0,0-1 0,0 0 0,1 1 0,-1 0 0,1-1 0,-1 13 0,-1-7 0,18-32-5230,-1 3-2186,-5 2 133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0:55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26 5138,'0'-1'226,"0"1"0,-1-1 0,1 1 0,0-1 0,-1 0-1,1 1 1,0-1 0,0 0 0,-1 1 0,1-1 0,0 0 0,0 1-1,0-1 1,0 0 0,0 1 0,0-1 0,0 0 0,0 1 0,0-1-1,1 0 1,-1 1 0,0-1 0,0 0 0,0 1 0,1-1-1,-1 1 1,0-1 0,1 0 0,-1 1 0,1-1 0,-1 1 0,1-1-1,-1 1 1,1-1 0,-1 1 0,1 0 0,-1-1 0,1 1 0,-1 0-1,1-1 1,0 1 0,-1 0 0,1 0 0,-1-1 0,1 1 0,0 0-1,-1 0 1,2 0 0,-1 0-8,0 0-1,0 0 1,0 0-1,0 0 1,0 0 0,0 0-1,0 0 1,0 1-1,0-1 1,-1 0 0,1 1-1,0-1 1,0 0-1,0 1 1,0-1 0,-1 1-1,1 0 1,0-1-1,-1 1 1,1-1 0,0 1-1,-1 0 1,1 0-1,-1-1 1,1 1 0,-1 0-1,1 0 1,-1 0-1,0-1 1,1 1 0,-1 0-1,0 0 1,1 0-1,-1 0 1,0 0-1,0 0 1,0 0 0,0 1-1,-3 23 662,0 1 0,-2-1 0,-1 0 1,-1 0-1,-19 44 0,11-28-426,-16 43 548,-53 100-1,70-155-884,2 2-1,-15 50 1,18-55-116,6-20 0,1 0 0,0 0 0,0 1 0,1-1 0,0 0 0,-1 11 0,-2-2 0,4-15 0,9-7 0,17-11 0,1 0 0,1 2 0,0 1 0,1 1 0,0 2 0,1 1 0,1 1 0,-1 2 0,35-5 0,49-7 0,-11 2 0,116-5 0,-212 22 0,0 1 0,0 0 0,0 0 0,0 0 0,0 1 0,0 1 0,12 3 0,-19-5-3,0 0-1,-1 0 1,1 0 0,0 0-1,0 0 1,0 0 0,0 0 0,0 0-1,0 0 1,0 0 0,-1 0-1,1 0 1,0 0 0,0 0-1,0 0 1,0 1 0,0-1 0,0 0-1,0 0 1,0 0 0,0 0-1,0 0 1,0 0 0,0 0-1,0 1 1,0-1 0,-1 0 0,1 0-1,0 0 1,0 0 0,0 0-1,0 0 1,0 1 0,0-1-1,0 0 1,0 0 0,1 0 0,-1 0-1,0 0 1,0 0 0,0 1-1,0-1 1,0 0 0,0 0-1,0 0 1,0 0 0,0 0-1,0 0 1,0 0 0,0 0 0,0 0-1,1 1 1,-18 0-6102,13-1 289,-6 2-3970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7043,'17'-23'5601,"-16"20"-5082,0 1-1,0 0 1,0 0-1,0 1 0,1-1 1,-1 0-1,1 0 1,0 1-1,2-3 1,-3 4-392,0-1 1,1 1 0,-1-1 0,0 1 0,0 0 0,1 0 0,-1 0-1,0 0 1,1 0 0,-1 0 0,0 0 0,1 0 0,-1 0 0,0 0-1,0 1 1,1-1 0,-1 1 0,0-1 0,0 1 0,1-1 0,0 2-1,3 1 117,-2-1 0,1 1 0,0 0 0,0 1 0,-1-1 0,0 1 0,1-1 0,-1 1-1,-1 0 1,1 0 0,0 0 0,-1 0 0,0 1 0,0-1 0,2 7 0,2 10 370,-1 0 0,4 25 0,-4-17-230,-3-7-129,-7-27 238,-8-32 21,11 25-516,1 1 1,0-1 0,1 0 0,0 0 0,1 0 0,1 1 0,-1-1 0,2 0 0,0 1 0,0-1 0,1 1 0,1 0 0,-1 0 0,2 1 0,0-1 0,0 1 0,0 1 0,2-1 0,-1 1 0,1 0 0,0 1 0,14-12-1,-21 19-201,1 0 0,-1 0-1,1 0 1,-1 0-1,1 0 1,-1 0-1,1 1 1,0-1 0,0 0-1,-1 1 1,1-1-1,0 1 1,0 0-1,0 0 1,2 0 0,16 8-7708,-6 2-143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11653,'-37'14'6395,"9"7"-3603,26-17-2755,-1-1-1,1 0 1,0 1-1,0-1 1,0 1-1,0 0 1,1-1-1,-1 1 1,1 0-1,0 0 1,0 0-1,1 0 1,-1 0-1,1 0 1,0 0-1,0 7 0,1-7-19,-1 0 0,1-1-1,0 1 1,0-1-1,0 1 1,0-1 0,0 1-1,1-1 1,0 0-1,0 0 1,0 0 0,0 0-1,0 0 1,0 0-1,1-1 1,0 1 0,-1-1-1,1 1 1,0-1-1,0 0 1,0 0-1,0 0 1,1-1 0,3 2-1,-4-2 12,0 0 0,0 0 0,0 0 0,0 0 0,1-1 0,-1 1-1,0-1 1,0 0 0,1 0 0,-1 0 0,0 0 0,0-1 0,0 0-1,1 1 1,-1-1 0,0 0 0,0 0 0,0-1 0,0 1 0,0-1 0,0 1-1,-1-1 1,1 0 0,-1 0 0,1 0 0,-1 0 0,3-3 0,-2 1 111,0 0 0,-1 1 0,1-1 0,-1 0 0,1 0 0,-1-1 0,-1 1 0,1 0 0,-1-1 0,1 1 0,-1-1 0,-1 0 0,1 1 0,0-1-1,-1 0 1,0 1 0,0-1 0,-2-5 0,0 0-286,0-1 0,-1 1 0,-1 0 0,0-1 0,0 2 0,-10-16 0,11 17-2148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16 2369,'-21'-11'11359,"2"7"-4855,16 4-6015,0 0 0,1 0 0,-1 0 0,0 1 0,0-1 0,1 1 0,-1-1 0,0 1 0,1 0 0,-5 2-1,-1 2-357,0 1-1,0 0 0,1 0 0,-1 0 0,2 1 0,-9 10 0,7-8-125,1 0-1,0 1 0,0 0 0,1 0 0,0 1 1,-5 14-1,10-22 3,0-1 0,0 1 0,1 0 0,-1 0 0,0 0 1,1 0-1,0 0 0,0 0 0,0 0 0,0 0 0,1 0 0,-1 0 1,2 4-1,-2-5 7,1 0 1,0 0-1,1 0 0,-1-1 1,0 1-1,0-1 0,1 1 1,-1-1-1,1 1 1,-1-1-1,1 0 0,0 1 1,-1-1-1,1 0 0,0 0 1,0 0-1,0-1 1,0 1-1,0 0 0,0-1 1,4 1-1,1 0 20,-1-1 1,1-1-1,0 1 0,0-1 0,0 0 1,-1-1-1,1 1 0,-1-2 1,1 1-1,-1 0 0,0-1 0,0-1 1,0 1-1,0-1 0,0 1 0,-1-2 1,0 1-1,0-1 0,6-6 1,-8 8 63,1-1-1,-1 0 1,0 0 0,0 0 0,0 0 0,-1-1 0,0 1 0,0-1 0,0 0 0,0 1 0,2-11 0,-4 12-47,0 0 1,0 0 0,0 0 0,0 1 0,0-1 0,-1 0 0,1 0-1,-1 0 1,0 0 0,0 1 0,0-1 0,0 0 0,0 1 0,0-1-1,-1 1 1,0-1 0,1 1 0,-1-1 0,0 1 0,0 0 0,-4-3-1,4 3-257,0 1-1,0-1 1,-1 1-1,1-1 1,0 1-1,-1 0 1,1 0-1,-1 0 1,1 0-1,-1 0 1,-5 0-1,6 1-488,0 0 0,0 0-1,0 0 1,0 0 0,0 0-1,0 0 1,0 1 0,0-1-1,0 1 1,0-1 0,0 1-1,0 0 1,0 0 0,0 0-1,-2 1 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 10773,'-41'-42'12987,"38"48"-8919,-8 23-1602,1 5-1385,-41 148 464,45-150-1583,0 0 0,2 0-1,1 59 1,2-88 13,1 0 0,0 0 0,1 1 0,-1-1 0,0 0 0,1 0 0,0 0 0,0 0 0,0 0 0,0 0 0,0 0 0,0-1 0,1 1 0,-1 0 0,1-1 0,0 1 0,0-1 0,0 1 0,0-1 0,0 0 0,5 3 0,-5-4-262,0 0 0,0 0 0,1 0 0,-1 0 0,0-1 0,1 1 0,-1-1 0,0 0 0,1 1 0,-1-1 0,4-1 0,-1 1-775,0-1 0,0 0 1,-1 0-1,1-1 0,-1 1 0,7-4 0,11-7-6312,0-2-2190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4898,'-13'-6'10261,"7"0"-7732,10 0 208,7 1 545,8 1-2514,8 0-656,8 2-112,5 2-784,8-2-3106,2 2-4754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66 319 3410,'-13'-2'7831,"-17"-1"-6277,8 4 763,21-3 794,14-3-455,10 1-1802,-1 1-1,1 1 1,27 1 0,23-2-254,338-49 873,-385 49-1464,790-102 1100,-636 77-606,-77 13-30,148-40-1,-204 43 100,-32 9 243,1-1 1,-1 0-1,19-9 1,-104 30-4548,5 9-6588,19-10-1160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9 336 4370,'-1'0'264,"1"0"-1,0 0 1,-1 0 0,-4-3 3954,5 2-3954,0 1 0,0 0-1,0-1 1,-1 1 0,1 0-1,0-1 1,0 1 0,0 0-1,0-1 1,0 1 0,0-1-1,0 1 1,0 0 0,0-1-1,0 1 1,0 0 0,0-1-1,14-8 3528,31-1-3325,-39 9 169,359-80-414,-56 11-130,-268 61-79,633-118 1945,-651 123-1587,12-1 409,61-4 1,-88 9-584,1 0 0,-1 0 0,0 1 0,0 0 0,0 1 0,0 0 0,0 0 0,0 0 1,0 1-1,-1 0 0,1 1 0,-1 0 0,9 5 0,-12-4 54,1-1 1,-1 1-1,-1 0 0,1 0 1,0 0-1,-1 0 0,0 1 1,0-1-1,-1 1 0,0 0 1,0 0-1,2 6 0,1 11 655,4 39 0,-2 17-612,-3-1 1,-4 1-1,-3-1 1,-22 124-1,25-197-293,-5 20 0,-2 51 0,7-70 0,0 0 0,0 0 0,1 0 0,0 0 0,0 0 0,0 0 0,1 0 0,0 0 0,0 0 0,0 0 0,1-1 0,-1 1 0,2-1 0,2 6 0,-5-11-102,-1 1-1,1-1 1,-1 1 0,0-1 0,1 1-1,-1-1 1,1 1 0,-1-1-1,1 0 1,-1 1 0,1-1 0,-1 0-1,1 1 1,0-1 0,-1 0-1,1 0 1,-1 1 0,1-1 0,0 0-1,-1 0 1,1 0 0,0 0-1,-1 0 1,1 0 0,-1 0 0,1 0-1,0 0 1,-1 0 0,1 0-1,0-1 1,0 1-576,0-1 0,0 0 1,0 1-1,1-3-1356,-2 2 1356,1 1 0,0-1 1,-1 0-1,1 0 0,-1 0 0,1 0 0,-1 0 0,0 0 0,1 0 1,-1-2-1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8628,'-20'-11'12612,"30"16"-9862,0 0-1958,1 1 0,-2 0 1,1 1-1,-1 0 1,0 0-1,15 18 1,-5-2-125,22 37 0,-33-48-433,1 2-164,0-1 1,0 0 0,1 0-1,1-1 1,0 0-1,17 13 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7283,'-5'2'2013,"1"1"0,-1 0-1,1 1 1,-1-1 0,1 1 0,-6 6-1,-2 5 241,1 0-1,-9 17 0,-6 9-108,-25 26-748,-21 29-1003,49-64-4134,1 0-3344,14-19-929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1016 91 4658,'-3'0'702,"1"0"0,0 0-1,-1-1 1,1 1 0,-1-1-1,1 1 1,0-1 0,-1 0 0,1 0-1,0 0 1,0 0 0,0 0 0,0-1-1,-3-1 1,-21-27 4959,23 26-5436,1 1 1,-1-1-1,1 1 0,-1 0 0,0 0 1,0 0-1,0 0 0,0 0 0,-1 1 1,1-1-1,-1 1 0,0 0 0,1 0 0,-1 1 1,0-1-1,0 1 0,-5-2 0,0 3 101,-1 0 0,0 0 0,0 1 0,1 0 0,-1 0-1,0 1 1,1 1 0,-10 3 0,-75 34 1733,58-23-1443,-37 16 138,1 4-1,-74 49 0,119-65-753,0 1 0,2 1 0,0 2 0,2 0 0,1 2 0,0 0 0,3 1 0,-24 43 0,18-23 0,3 1 0,1 1 0,3 1 0,-20 87 0,32-103 0,1-1 0,2 1 0,2 0 0,1-1 0,2 1 0,1 0 0,2-1 0,1 1 0,13 42 0,-7-40 0,1-1 0,2 0 0,1 0 0,2-2 0,2 0 0,0-2 0,3 0 0,30 34 0,-32-45 0,1 0 0,2-2 0,0 0 0,0-2 0,2-1 0,0-1 0,1-1 0,32 12 0,-13-9 0,0-2 0,1-2 0,1-2 0,64 7 0,-76-16 0,-1-1 0,1-2 0,-1-1 0,42-8 0,137-38 0,-212 47 0,71-19 0,-1-4 0,-1-2 0,-1-4 0,-2-3 0,115-74 0,-167 96 0,-1 0 0,0-2 0,0 0 0,-1 0 0,-1-2 0,0 1 0,-1-2 0,-1 1 0,-1-2 0,0 0 0,-1 0 0,0 0 0,-2-1 0,0 0 0,-1-1 0,7-34 0,6-50 0,14-207 0,-34 288 0,0-1 0,-2 0 0,0 1 0,-2 0 0,-1 0 0,0 0 0,-1 1 0,-2 0 0,0 0 0,-1 1 0,-1 0 0,-25-33 0,15 25 0,-1 2 0,-1 1 0,-1 1 0,-1 0 0,-1 2 0,-1 1 0,-55-32 0,73 49 0,0 0 0,0 0 0,0 1 0,0 0 0,0 1 0,-1 0 0,-11-1 0,-69 1 0,68 3 0,0-1 0,1-1 0,-36-6 0,10-11 0,41 15 0,0 0 0,-1 0 0,1 1 0,-1 0 0,1 0 0,-1 1 0,0-1 0,-11 1 0,-151 9 0,164-8-267,-1 1 1,1 0-1,0 0 0,0 0 1,0 1-1,0-1 0,-8 5 1,-2 2-5873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53 3618,'29'-28'4699,"-4"3"3042,-42 37 640,-21 5-5618,-1 1-1563,-21 18 255,1 2 0,-89 76 0,133-101-1455,1 0 0,0 1 0,-23 31 0,34-40 0,0-1 0,0 1 0,0-1 0,1 1 0,0 0 0,0 0 0,0 0 0,1 0 0,-1 1 0,1-1 0,1 0 0,-1 0 0,1 1 0,-1-1 0,2 0 0,-1 1 0,0-1 0,1 0 0,2 8 0,1 0 0,1 0 0,1 0 0,0-1 0,0 0 0,1 0 0,0 0 0,1-1 0,11 11 0,-12-14 0,2-1 0,-1 0 0,1 0 0,0-1 0,0 0 0,0-1 0,1 0 0,0 0 0,0-1 0,18 5 0,-18-7 0,0 0 0,-1 0 0,1-1 0,0 0 0,0 0 0,0-1 0,0-1 0,0 0 0,0 0 0,0-1 0,0 0 0,16-6 0,-22 6 0,1 0 0,-1 0 0,0-1 0,0 1 0,0-1 0,-1 1 0,1-1 0,0-1 0,-1 1 0,0 0 0,0-1 0,0 0 0,0 1 0,-1-1 0,1 0 0,-1-1 0,0 1 0,0 0 0,-1 0 0,1-1 0,-1 1 0,0-1 0,0 0 0,0 1 0,-1-1 0,0 0 0,0 1 0,-1-10 0,-2-3 0,-2 0 0,0 0 0,0 0 0,-2 1 0,0 0 0,-1 0 0,0 1 0,-13-17 0,18 27 0,0 1 0,-1-1 0,1 1 0,-1 0 0,0 0 0,0 0 0,-1 1 0,1-1 0,-1 1 0,0 0 0,0 0 0,0 1 0,0 0 0,0 0 0,0 0 0,-1 0 0,1 1 0,-8-2 0,1 3 0,0 0 0,0 0 0,0 1 0,0 1 0,0 0 0,0 0 0,-18 7 0,22-7 0,0 0 0,0 0 0,0-1 0,-14 0 0,43 5 870,-14 0-3038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40 3410,'-4'-6'7312,"2"4"-6643,1-1 0,-1 1 0,0 0 0,0 0 0,-1 0 0,1 0 0,0 0 1,-5-2-1,-12 2 2202,17 2-2590,-1 0-1,1 0 1,0 0 0,-1 0 0,1-1-1,0 1 1,-1-1 0,1 1 0,0-1-1,0 0 1,-4-1 0,5 1-91,0 0 0,0 1 0,0 0 1,0-1-1,0 1 0,0-1 0,0 1 0,0 0 1,0 0-1,0 0 0,0 0 0,0 0 0,0 0 1,0 0-1,0 0 0,0 0 0,-1 0 0,1 1 1,-2 0 3142,2 0-3270,1 0-1,-1 0 1,1 0-1,0 0 1,0 0-1,-1 0 1,1 0-1,0 1 1,0-1-1,0 0 1,0 0-1,1 0 1,-1 0 0,0 0-1,0 0 1,1 0-1,-1 0 1,0 0-1,1 1 1,-1-1-1,1-1 1,0 1-1,-1 0 1,1 0-1,0 0 1,-1 0-1,3 1 1,21 25 680,-24-26-657,32 30-33,3 1-2,2-2 0,1-1-1,67 37 1,-77-50-51,0 2 0,-1 2 0,-1 0 0,-1 1 0,0 2 0,-2 0 0,29 39 0,-35-44 0,-1 0 0,2-1 0,34 24 0,6 7 0,-2-5 0,-37-29 0,30 28 0,-15-8 0,97 103 0,-29-14 0,63 59 0,-132-149 0,-26-27 0,0 0 0,0 1 0,10 14 0,-15-19 0,1 1 0,-1 0 0,1-1 0,-1 1 0,1-1 0,0 0 0,0 0 0,0 0 0,4 2 0,-16-18-231,1 10-3561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180 3233,'1'-11'653,"0"1"0,1-1 0,0 1 0,0 0 0,7-17 0,5-22 6491,-14 41-2460,0 4-4426,-1 0 0,1 0 0,0 0 1,1 0-1,-1 0 0,1 0 1,-1 0-1,3-7 0,-11 24 861,-1-1 0,0 0 1,-1 0-1,-1-1 0,0 0 0,-23 17 0,20-17-874,0 1-1,0 1 0,1 0 1,1 1-1,-18 26 0,-25 63 1272,32-57-1192,-53 79 0,-71 56-324,-41 58 0,133-154 0,-4-3 0,-69 75 0,116-145 0,2 0 0,0 0 0,0 1 0,1 1 0,1-1 0,0 2 0,1-1 0,0 1 0,-8 28 0,14-37 0,-1 0 0,-1 0 0,1 0 0,-1-1 0,0 1 0,0-1 0,-1 0 0,0 1 0,0-2 0,-8 9 0,38-44-122,-19 22 150,0 0 1,1 0 0,14-12 0,-19 18-384,0 1 1,0 0-1,1 0 0,-1 0 1,1 0-1,-1 0 1,1 1-1,7-2 0,4 3-6883,-2 9-2510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240 3570,'20'-16'3417,"30"-34"1,-6 5 2152,-42 44-5234,-1 0 0,0 0 0,0 0 1,0 0-1,1 0 0,-1 0 0,0 0 0,0-1 0,-1 1 0,1 0 0,0-1 0,0 1 0,-1 0 0,1-1 0,-1 1 0,1-1 0,0-1 0,-2 2-165,1 1 1,0-1-1,0 1 0,-1-1 0,1 0 0,0 1 0,-1-1 1,1 1-1,-1 0 0,1-1 0,-1 1 0,1-1 0,-1 1 0,1 0 1,-1-1-1,1 1 0,-1 0 0,1-1 0,-1 1 0,1 0 1,-1 0-1,0 0 0,1-1 0,-1 1 0,1 0 0,-1 0 0,-1 0 1,-5 0 393,-1 0 0,1 0 1,0 1-1,0-1 0,-14 5 1,-38 13-10,0 3 1,2 2-1,1 3 1,-101 63-1,-191 166-780,299-214 224,1 2 0,2 2 0,3 1 0,1 3 0,2 1 0,-45 77 0,67-96 0,2 0 0,1 1 0,1 1 0,2 1 0,1 0 0,2 0 0,1 1 0,2 0 0,1 0 0,2 0 0,1 1 0,2-1 0,5 39 0,0-43 0,2 0 0,1 0 0,1 0 0,2-1 0,1 0 0,1-1 0,1-1 0,2 0 0,1-1 0,1-1 0,1 0 0,42 42 0,-33-41 0,2 0 0,1-2 0,0-2 0,2-1 0,1-1 0,0-1 0,1-3 0,1 0 0,76 21 0,-53-23 0,1-3 0,1-3 0,0-3 0,0-2 0,0-3 0,0-2 0,84-14 0,-79 4 0,0-3 0,-1-3 0,-1-2 0,0-4 0,-2-2 0,91-51 0,-110 50 0,0-1 0,-2-3 0,-1-1 0,-2-2 0,-1-1 0,-2-2 0,-1-2 0,41-58 0,-52 61 0,-2-1 0,-1-1 0,-2-1 0,-2 0 0,-1-1 0,-2-1 0,-1 0 0,-3-1 0,-1 0 0,4-65 0,-11 65 0,-1 1 0,-3-1 0,-1 1 0,-1-1 0,-3 2 0,-1-1 0,-2 1 0,-2 0 0,-1 1 0,-2 1 0,-2 0 0,-1 2 0,-1 0 0,-34-43 0,-235-263 0,288 340 0,-10-12 0,-1 0 0,0 2 0,-1-1 0,0 1 0,0 1 0,-1 0 0,-1 1 0,0 1 0,0 0 0,0 1 0,-1 1 0,0 0 0,0 1 0,-1 1 0,1 1 0,-1 0 0,0 1 0,0 0 0,-23 2 0,-31 6 0,0 2 0,0 4 0,2 3 0,-110 37 0,178-51-25,-1-1 0,1 0 1,0 1-1,0-1 0,-1 1 0,1-1 1,0 1-1,0 0 0,0-1 0,0 1 1,0 0-1,0 0 0,0 0 0,0 0 1,0 0-1,0 0 0,0 0 0,1 0 1,-1 0-1,0 0 0,1 0 0,-1 1 1,1-1-1,-1 0 0,1 0 0,0 1 0,-1-1 1,1 0-1,0 0 0,0 1 0,0-1 1,0 2-1,1 1-813,0-1 0,0 0 0,0 1 0,1-1 1,-1 0-1,1 0 0,-1 0 0,1 0 0,0-1 0,0 1 0,5 4 0,12 12-5834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51 5667,'16'-27'4621,"-1"4"5228,-64 106 1321,-41 42-9519,3-5-1842,84-117 191,1 1 0,-1 0 0,1 0 0,0 0 0,0 0 0,0 1 0,1-1 0,-1 0 0,1 1 0,-1 7 0,2-11 0,0 0 0,0 0 0,0 0 0,1-1 0,-1 1 0,0 0 0,0 0 0,1 0 0,-1 0 0,0-1 0,1 1 0,-1 0 0,1 0 0,-1 0 0,1-1 0,-1 1 0,1 0 0,0-1 0,-1 1 0,1-1 0,1 2 0,0-1 0,1 0 0,-1 0 0,0-1 0,1 1 0,-1 0 0,0-1 0,1 0 0,-1 1 0,1-1 0,-1 0 0,4-1 0,40-3 0,59-14 0,-23 3 0,-70 14 0,38-6 0,0-1 0,-1-3 0,0-1 0,48-21 0,-95 32-94,22-9 481,-22 12-963,-14 7-2569,10-8 1863,0 0 1,1 0 0,-1 0-1,0 0 1,0 0-1,0-1 1,0 1 0,0 0-1,0-1 1,0 1-1,0-1 1,-3 0-1,-9-1-8325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11205,'-7'8'4258,"-3"7"-1505,0 3 1905,-3 10-1088,7 9-1217,2 7-96,-1 6-640,3 0-1521,2 1-96,0-5 0,2-7 0,0-5 0,3-5 0,-1-4-480,0-4-2017,4-2-1713,-3 0-1905,-3-3-4786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11 590 3634,'-10'0'3910,"23"-8"775,2 0-2643,-5 1-351,0 0 1,1 1 0,0 0 0,1 1-1,-1 0 1,1 1 0,20-5 0,830-182 711,-517 119-1920,21-3-259,282-64 1612,-530 107-1820,-117 32-16,2-1 0,0 1 0,0-1 0,0 1 0,0 0 0,0 0 0,0 0 0,1 0 0,-1 0 0,0 1 0,0 0 0,0-1 0,0 1 0,0 0 0,4 2 0,-5-2 332,2 0-1980,-4-10-4629,-2-4-2329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118 143 1873,'0'-9'3472,"0"7"-3068,0 0 1,0 0-1,0-1 0,0 1 1,0 0-1,1-1 1,-1 1-1,1 0 1,0 0-1,0-3 1,11-17 4282,-3 13 4896,-10 12-9231,0-1 0,-1 1 0,1 0 0,-1-1 0,0 1 0,1-1 0,-1 0 0,0 1 0,-3 1 0,-5 8 189,-19 29 646,-25 38-143,50-70-956,-1-1-1,1 1 1,0 0-1,1 0 1,0 1 0,1-1-1,-3 16 1,5-24-79,0 1 0,0-1 0,0 1 0,0 0 1,0-1-1,0 1 0,0-1 0,1 1 0,-1 0 0,0-1 0,1 1 0,-1-1 1,1 1-1,0-1 0,-1 1 0,1-1 0,0 0 0,0 1 0,0-1 1,0 0-1,0 0 0,0 1 0,3 1 0,-1-2-32,0 1 0,-1-1 1,1 0-1,0 0 0,0 0 0,0-1 0,0 1 1,0 0-1,0-1 0,1 0 0,4 0 0,3-1 151,-1 0-1,0-1 1,1 0-1,-1-1 1,0 0-1,16-7 1,-11 3-127,-1-1 0,1-1 0,-1-1 0,-1 0 0,0 0 1,23-25-1,-31 29-13,1-1-1,-1 0 1,0-1 0,-1 1-1,0-1 1,0 0 0,0 0 0,-1 0-1,0 0 1,-1-1 0,0 1-1,0-1 1,-1 0 0,1-14 0,-2 14 61,-1 0 0,1 1 1,-1-1-1,-1 1 1,0-1-1,0 1 0,0 0 1,-1 0-1,-5-9 1,7 15-35,0 0 0,0 0 0,-1 0 0,1 0 0,-1 0 0,1 0 0,-1 0 0,0 1 0,0-1 0,0 1 0,0-1-1,0 1 1,0 0 0,0 0 0,0 0 0,0 0 0,-1 0 0,1 0 0,0 0 0,-1 1 0,1-1 0,-1 1 0,1 0 0,0 0 0,-1 0 0,1 0 0,-1 0 0,1 0 0,-1 1 0,1-1 0,0 1 0,-1 0 0,1 0 0,0-1 0,0 2 0,-4 1 0,-4 1-15,0 1 0,0 0 0,1 1 0,-1 0 0,1 0 0,1 1 0,-1 1 0,1-1 0,1 1 0,-1 1 0,-10 15 0,13-16-60,5-8 25,0-1-1,0 1 1,0 0-1,0 0 1,0 0-1,0 0 1,1 0-1,-1 0 1,0 0-1,0 0 1,0 0-1,0 0 1,0 0-1,1 0 1,-1 1-1,0-1 1,0 0-1,0 0 1,0 0-1,0 0 1,0 0-1,0 0 1,1 0-1,-1 0 0,0 0 1,0 0-1,0 0 1,0 0-1,0 1 1,0-1-1,0 0 1,0 0-1,0 0 1,0 0-1,0 0 1,1 0-1,-1 1 1,0-1-1,0 0 1,0 0-1,0 0 1,0 0-1,0 0 1,0 0-1,0 1 1,0-1-1,0 0 1,0 0-1,0 0 1,0 0-1,0 0 1,-1 0-1,1 1 1,0-1-1,0 0 1,0 0-1,0 0 0,0 0 1,0 0-1,0 0 1,0 0-1,0 1 1,17 1-6747,-3-2-899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3874,'2'7'7460,"3"-6"-4210,-5-1-3157,0 0-1,0 0 1,0-1-1,0 1 1,0 0-1,0 0 1,0 0-1,1 0 1,-1 0-1,0 0 1,0 0-1,0 0 1,0 0-1,0 0 1,1 0-1,-1 0 1,0 0-1,0 0 1,0 0 0,0 0-1,0 1 1,0-1-1,1 0 1,-1 0-1,0 0 1,0 0-1,0 0 1,0 0-1,0 0 1,0 0-1,0 0 1,0 0-1,0 0 1,1 1-1,-1-1 1,0 0 0,0 0-1,0 0 1,0 0-1,0 0 1,0 0-1,0 1 1,0-1-1,0 0 1,0 0-1,0 0 1,0 0-1,0 0 1,0 0-1,0 1 1,0-1-1,0 0 1,0 0 0,0 0-1,3 43 5226,0 3-4137,-7 15-407,2-44-690,4-26 32,17-89-191,-11 62 94,-5-3-24,-5 34 123,-1 25 300,0 0 329,2 0 1,0 0-1,1 0 1,5 29-1,-5-47-785,0-2 40,0 1 1,0 0 0,0-1 0,0 1 0,0 0-1,0-1 1,1 1 0,-1-1 0,0 1 0,0 0-1,0-1 1,1 1 0,-1-1 0,0 1-1,1-1 1,-1 1 0,0-1 0,1 1 0,-1-1-1,1 1 1,-1-1 0,1 0 0,-1 1 0,1-1-1,-1 1 1,1-1 0,0 0 0,-1 0 0,1 1-1,-1-1 1,1 0 0,0 0 0,0 0 18,-10-4-11090,1 4 1846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1794 65 4450,'2'-17'4578,"11"-25"540,-10 36-146,-22 34-4039,-1-2 0,-43 44 0,22-26-741,-19 21 41,-3-3 1,-3-3 0,-84 58-1,-235 122 1511,125-96-575,-309 185 1645,553-317-2744,-42 30 129,54-38-201,0 1 0,0 0 0,0-1 0,1 1 1,-1 1-1,1-1 0,0 0 0,0 1 0,1 0 0,-3 6 1,5-11 6,-1 1 0,1 0 1,0-1-1,0 1 1,-1 0-1,1-1 0,0 1 1,0 0-1,0-1 1,0 1-1,0 0 0,0-1 1,0 1-1,0 0 1,0-1-1,0 1 0,1 0 1,-1-1-1,0 1 1,0 0-1,1 0 0,-1-1 9,1 0 0,-1 0 0,1 0 0,-1 0-1,0 0 1,1 0 0,-1 0 0,0 0 0,1 0 0,-1-1-1,1 1 1,-1 0 0,0 0 0,1 0 0,-1 0-1,0-1 1,1 1 0,-1 0 0,0 0 0,0-1 0,1 1-1,-1 0 1,0-1 0,0 1 0,1 0 0,-1-1 0,0 1-1,0 0 1,0-1 0,0 1 0,1 0 0,-1-1-1,0 1 1,0 0 0,0-1 0,21-35-433,-12 25-5187,0 1-8109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46 6067,'17'-46'7771,"-16"68"-2259,-6-3-4480,-1 0 0,-1 0 0,-1 0 0,-17 30-1,-52 67 1075,-9 17-884,76-115-1049,-19 42 45,27-55-111,0 0 1,0 0 0,0 1-1,1-1 1,0 0 0,0 1-1,1-1 1,-1 1-1,1 6 1,1-11-43,-1 0 1,1 0-1,-1 1 0,1-1 1,-1 0-1,1 0 0,0 0 0,-1 0 1,1 0-1,0 0 0,0-1 1,-1 1-1,1 0 0,0 0 1,0-1-1,0 1 0,0 0 0,0-1 1,0 1-1,1-1 0,-1 1 1,0-1-1,0 1 0,0-1 1,0 0-1,0 0 0,1 0 0,-1 0 1,0 0-1,0 0 0,0 0 1,1 0-1,0 0 0,48-7 499,-42 5-360,383-83 271,-391 85-499,1 0-1,-1 0 1,0 0-1,0-1 1,0 1-1,0 0 1,1 0-1,-1 0 1,0 0-1,0 0 1,0 0-1,0 0 1,0-1-1,0 1 1,1 0-1,-1 0 1,0 0-1,0 0 1,0-1-1,0 1 1,0 0-1,0 0 1,0 0-1,0 0 1,0-1-1,0 1 1,0 0 0,0 0-1,0 0 1,0-1-1,0 1 1,0 0-1,0 0 1,0 0-1,0 0 1,0-1-1,0 1 1,0 0-1,0 0 1,0 0-1,0 0 1,-1-1-1,1 1 1,0 0-1,0 0 1,0 0-1,0 0 1,0 0-1,0 0 1,-1-1-1,1 1 1,0 0-1,0 0 1,-10-10-7023,3 2-4753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61 12918,'1'-19'1130,"-3"-11"5401,2 30-6305,0-1-1,-1 1 1,1-1-1,0 0 0,0 1 1,0-1-1,0 1 1,-1-1-1,1 1 1,0-1-1,0 1 1,-1-1-1,1 1 0,-1 0 1,1-1-1,0 1 1,-1-1-1,1 1 1,-1 0-1,1-1 1,-1 1-1,1 0 0,-1-1 1,1 1-1,-1 0 1,1 0-1,-2-1 1,1 2-12,-1-1 1,1 1-1,0-1 1,-1 1 0,1 0-1,0-1 1,-1 1-1,1 0 1,0 0-1,0 0 1,0 0-1,-1 0 1,1 0 0,0 0-1,0 0 1,-1 2-1,-14 19 89,1 0 0,1 0 0,0 2 0,2-1 0,1 2 0,1-1-1,-14 53 1,6 5-400,-10 98-1,20-122 98,1-10 0,1 1 0,2 86 0,4-134 0,0-1 0,0 1 0,0-1 0,0 0 0,0 1 0,0-1 0,0 1 0,1-1 0,-1 1 0,0-1 0,0 1 0,0-1 0,0 0 0,1 1 0,-1-1 0,0 1 0,0-1 0,1 0 0,-1 1 0,0-1 0,1 0 0,-1 1 0,0-1 0,1 0 0,-1 0 0,0 1 0,1-1 0,-1 0 0,1 0 0,-1 0 0,1 1 0,-1-1 0,0 0 0,1 0 0,-1 0 0,1 0 0,-1 0 0,1 0 0,-1 0 0,1 0 0,-1 0 0,1 0 0,-1 0 0,0 0 0,1-1 0,-1 1 0,1 0 0,-1 0 0,1 0 0,0-1 0,25-14 0,-20 10 0,-3 3 0,22-14 0,1 1 0,38-18 0,-58 31 0,0-1 0,0 1 0,0 0 0,0 0 0,0 0 0,0 1 0,1 0 0,-1 0 0,0 1 0,1 0 0,-1 0 0,1 1 0,-1-1 0,0 1 0,1 1 0,-1-1 0,0 1 0,6 2 0,-9-2 0,0 0 0,-1-1 0,1 1 0,0 0 0,-1 0 0,0 1 0,1-1 0,-1 0 0,0 1 0,0-1 0,-1 1 0,1 0 0,0 0 0,-1 0 0,0 0 0,1 0 0,-1 0 0,0 0 0,-1 0 0,1 0 0,-1 0 0,1 0 0,-1 1 0,0-1 0,0 0 0,0 0 0,-1 0 0,1 1 0,-2 3 0,1-1 0,-1-1 0,0 1 0,0-1 0,0 0 0,-1 0 0,1 0 0,-1 0 0,-1 0 0,1-1 0,-1 1 0,1-1 0,-1 0 0,0 0 0,-1 0 0,-8 6 0,-2-3 0,-1 0 0,1-1 0,-1-1 0,0 0 0,0-1 0,0-1 0,-1-1 0,1 0 0,-1-1 0,1-1 0,-1 0 0,0-1 0,-18-4 0,34 5-52,1 0-1,-1 0 1,0 0-1,1 0 1,-1 0-1,0 0 1,1 0-1,-1-1 1,0 1 0,1 0-1,-1 0 1,0-1-1,1 1 1,-1 0-1,1-1 1,-1 1 0,1 0-1,-1-1 1,0 1-1,1-1 1,0 1-1,-1-1 1,1 1-1,-1-1 1,1 1 0,0-1-1,-1 0 1,1 1-1,0-1 1,-1 1-1,1-2 1,0 1-786,1-1 0,0 1 1,-1 0-1,1 0 0,0 0 1,0-1-1,-1 1 0,1 0 0,0 0 1,0 0-1,0 0 0,0 0 1,1 1-1,-1-1 0,1-1 0,16-10-11677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15575,'-2'4'4866,"2"0"-2304,-2 0 2448,4-2-1489,2 5-2288,7 3-1233,1 3 0,3-1 0,4 5 0,2 0 0,-3-5 0,1 1 0,-4-5 0,-5 1 0,1-3-1153,3-2-2304,3-2-1761,2-2-4115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724 0 17832,'-21'4'3218,"-6"7"591,-7 5 1970,3 12-3650,0 13-2129,-9 14 0,0 12 0,-4 10 0,-4 7 0,-6 8 0,0 0 0,-7-1 0,2-1-304,-1 0-4610,-1-6-1121,3-5-3586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476 37 11845,'31'-36'9677,"-30"36"-9548,-1-1 0,1 1 1,-1 0-1,1 0 0,-1 1 1,1-1-1,-1 0 0,1 0 1,-1 0-1,1 0 0,-1 0 1,1 0-1,-1 1 0,1-1 1,-1 0-1,1 0 0,-1 1 1,1-1-1,-1 0 0,0 1 0,1-1 1,-1 0-1,0 1 0,1-1 1,-1 1-1,0-1 0,1 0 1,-1 1-1,0-1 0,0 1 1,1 0-1,9 16 1469,-2 3-721,-1 1 0,0 0 0,-2 0 0,0 0 0,3 37 0,3 16-630,-12-119-247,0-9-7,1 50-8,0 1 1,-1-1 0,0 1 0,0 0 0,0-1-1,0 1 1,0 0 0,-1 0 0,1 0 0,-1 0-1,0 0 1,-2-4 0,2 6-2,1 0 0,0 0-1,0 1 1,-1-1 0,1 0 0,-1 0 0,1 1 0,0-1 0,-1 1-1,1-1 1,-1 1 0,0 0 0,1-1 0,-1 1 0,1 0 0,-1 0-1,1 0 1,-1 0 0,1 0 0,-1 1 0,0-1 0,1 0 0,-1 1-1,1-1 1,-2 2 0,-40 19-59,39-18 68,-38 25 76,0 2 1,2 2-1,2 2 0,1 1 0,2 2 0,1 2 0,2 1 0,1 1 0,-37 69 0,55-85-68,1 1-1,0 0 1,3 1-1,0 0 1,-6 29-1,13-46 0,0 1 0,1-1 0,0 0 0,0 0 0,1 1 0,0-1 0,1 0 0,0 1 0,1-1 0,0 0 0,1 0 0,0 0 0,0 0 0,1-1 0,0 1 0,1-1 0,7 11 0,-10-17-43,1-1 1,-1 1-1,1-1 0,-1 0 1,1 1-1,0-1 0,0 0 1,0-1-1,0 1 0,0-1 1,1 1-1,-1-1 0,0 0 1,1 0-1,-1 0 0,1-1 1,-1 1-1,1-1 0,-1 0 1,1 0-1,-1 0 0,1 0 1,-1-1-1,1 1 0,-1-1 1,1 0-1,-1 0 0,0 0 1,7-3-1,5-4-1354,1 0-1,-1 0 0,0-2 1,22-18-1,40-42-10669,-39 32 4709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31 4770,'2'-2'2267,"14"-13"3918,-15 15-5883,-1 0-1,0 0 0,1 0 0,-1-1 1,1 1-1,-1 0 0,0-1 0,0 1 1,1 0-1,-1-1 0,0 1 0,1 0 1,-1-1-1,0 1 0,0 0 0,0-1 1,0 1-1,1-1 0,-1 1 0,0-1 1,0 1-1,0 0 0,0-1 0,0 1 1,0-1-1,0 1 0,0-1 0,0 1 1,0 0-1,0-1 0,0 1 0,0-1 1,-1 1-1,1-1 0,0 1 0,0-1 0,-1 2-69,0-1 0,0 1-1,0-1 1,0 1-1,0-1 1,0 1-1,0 0 1,0 0-1,1-1 1,-1 1-1,0 0 1,0 0-1,1 0 1,-1 0-1,1 0 1,-1 0-1,1 0 1,-1 0-1,1 1 1,-3 3 273,-14 24 449,-23 48-1,37-69-947,-1 1-1,1-1 1,1 1 0,-1 0-1,2 0 1,-1-1-1,1 1 1,0 0 0,1 0-1,0 0 1,2 12-1,-2-18 2,0-1 0,1 0 0,-1 0-1,1 1 1,-1-1 0,1 0-1,0 0 1,0 0 0,0 0-1,0 0 1,0 0 0,1 0 0,-1-1-1,1 1 1,-1 0 0,1-1-1,-1 1 1,1-1 0,0 1-1,0-1 1,0 0 0,-1 0 0,1 1-1,1-2 1,-1 1 0,0 0-1,0 0 1,0-1 0,0 1 0,0-1-1,1 1 1,-1-1 0,0 0-1,0 0 1,1 0 0,2-1-1,1 0 10,0 0-1,0-1 0,0 0 0,-1 0 0,1-1 1,-1 1-1,1-1 0,-1 0 0,0-1 0,0 1 1,0-1-1,5-6 0,-1 1 35,-2 0 0,1-1 0,-1 0 0,-1 0 0,0-1-1,0 0 1,5-15 0,-9 20-48,0 0-1,0 0 1,0 0-1,-1 0 1,0 0-1,0-1 1,0 1-1,-1 0 0,0 0 1,0-1-1,0 1 1,-1 0-1,0 0 1,-1-1-1,1 1 1,-3-6-1,3 11-183,0-1-1,0 1 1,0-1-1,-1 1 1,1-1-1,0 1 1,-1 0-1,1 0 1,0 0-1,-1 0 1,0 0-1,1 0 1,-1 0-1,1 0 1,-1 1-1,0-1 1,0 1-1,1-1 1,-1 1-1,0 0 1,0-1-1,0 1 1,1 0-1,-1 0 1,0 0 0,0 1-1,0-1 1,-3 1-1,-5 1-2664,1 1 0,-1 0 0,-16 8 1,-5 3-6180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86 17192,'-1'7'2182,"-1"-1"1,2 1 0,-1 0-1,1 11 1,0-13-1773,1-1 0,0 1 0,1-1 0,-1 1 0,1-1 0,0 0 0,4 8 0,11 15 439,-11-18-760,-1-1 0,1 1 0,-2 0-1,1 1 1,3 11 0,-8-20-89,1-1 0,-1 0 0,0 1 0,0-1 0,0 0 0,0 1 0,0-1 0,0 0 0,1 1 0,-1-1 0,0 0 0,0 1 0,0-1 0,0 1 0,0-1 0,0 0 0,-1 1 0,1-1 0,0 0 0,0 1 0,0-1 0,0 0 0,0 1 0,0-1 0,-1 0 0,1 1 0,0-1 0,0 0 0,-1 1 0,1-1 0,0 0 0,-1 1 0,-11-4 0,-11-16 0,19 12-11,0 0-1,1-1 1,-1 1-1,2-1 1,-1 0 0,1 0-1,0 0 1,1 0-1,0 0 1,0 0 0,1 0-1,0 0 1,0 0 0,1 0-1,0 0 1,0 0-1,1 0 1,0 0 0,0 0-1,1 0 1,0 1-1,1 0 1,-1-1 0,1 1-1,6-7 1,18-10-6008,5 8-6152,-9 7 2052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1 141 10405,'16'24'11752,"-1"4"-5215,-11-20-6028,0 1 0,-1-1 0,0 1 0,-1 0 1,0 0-1,0 0 0,1 18 0,-3-28-509,0 1 0,0 0 0,0 0 0,0 0 0,0 0 0,0 0 0,0 0 0,0 0 0,0 0 0,-1 0 0,1-1 0,0 1 0,0 0 0,0 0 0,0 0 0,0 0 0,0 0 0,0 0 0,0 0 0,0 0 0,0 0 0,0 0 0,-1 0 0,1 0 0,0 0 0,0 0 0,0 0 0,0 0 0,0 0 0,0 0 0,0 0 0,0 0 0,-1 0 0,1 0 0,0 0 0,0 0 0,0 0 0,0 0 0,0 0 0,0 0 0,0 0 0,0 0 0,-1 0 0,1 0 0,0 0 0,0 0 0,0 0 0,0 0 0,0 0 0,0 0 0,0 0 0,0 1 0,0-1 0,0 0 0,0 0 0,0 0 0,0 0 0,0 0 0,-1 0 0,1 0 0,0 0 0,0 0 0,0 1 0,0-1 0,0 0 0,0 0 0,0 0 0,-10-12 0,-8-19 0,15 21-16,1 0 0,0-1 0,1 1 0,1 0 0,-1-1 0,1 1-1,1-1 1,0 1 0,1 0 0,0-1 0,0 1 0,1 0 0,0 0 0,6-12 0,-5 15-1252,-1-1 0,1 1 0,1 0 0,-1 0 1,1 0-1,8-8 0,0 7-5629,1 3-2798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9 110 8452,'25'10'10977,"4"-4"-5685,-5-3-3775,40 1-1,-54-4-1420,0-1 0,-1 1 0,1-2 0,0 1-1,0-1 1,16-6 0,-24 7-80,0 0 0,0 1-1,0-1 1,0 0-1,-1 0 1,1 0 0,0-1-1,-1 1 1,1 0 0,-1-1-1,1 1 1,-1-1-1,1 1 1,-1-1 0,0 0-1,0 1 1,0-1 0,0 0-1,0 0 1,-1 0-1,1 0 1,0 0 0,-1 0-1,1 0 1,-1 0 0,0 0-1,0 0 1,0 0-1,0 0 1,0 0 0,0 0-1,0 0 1,-1 0 0,1 0-1,-1 0 1,1 0-1,-1 0 1,-1-2 0,1 1 37,-1 0-1,1 0 1,0 0 0,-1 0 0,0 0 0,1 1 0,-1-1 0,0 1 0,-1-1 0,1 1-1,0 0 1,-1-1 0,1 1 0,-1 1 0,1-1 0,-1 0 0,0 1 0,-5-3 0,3 3 6,1 0 0,-1 0-1,1 0 1,-1 1 0,0 0 0,1 0 0,-1 0 0,0 0 0,1 1 0,-1 0 0,-7 2 0,0 1 26,0 1 1,0 0-1,1 1 1,-1 0-1,1 1 1,1 0-1,-1 0 0,-14 16 1,21-20-117,0 1 1,1-1 0,0 1-1,0 0 1,0 0-1,0 1 1,0-1-1,1 1 1,0-1 0,0 1-1,0 0 1,1 0-1,-1-1 1,1 1 0,0 0-1,1 1 1,-1-1-1,1 0 1,0 0-1,0 0 1,1 0 0,-1 0-1,1 0 1,0 0-1,1 0 1,-1 0 0,4 6-1,-2-5-372,0 1 0,1-1 0,0 0-1,0 0 1,1-1 0,0 1 0,0-1 0,6 5-1,-4-4-626,0-1 0,0 0 0,1 0 0,-1-1 0,1 0 0,15 6 0,31 2-6200,11-8-1283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311 1 15399,'-12'0'1945,"0"1"1,-1 0-1,1 1 1,-23 7-1,21-4-959,0 0-1,0 1 1,-21 13 0,17-7-537,0 1 0,1 0 0,0 2 1,1 0-1,-24 29 0,37-41-430,0 1 0,1 0 1,-1-1-1,1 1 0,0 0 0,0 1 0,0-1 1,1 0-1,-2 6 0,3-8-33,0-1 0,0 0 0,-1 0-1,1 1 1,0-1 0,1 0 0,-1 1 0,0-1 0,0 0 0,1 1-1,-1-1 1,0 0 0,1 0 0,-1 0 0,1 1 0,0-1-1,-1 0 1,1 0 0,0 0 0,0 0 0,0 0 0,0 0-1,-1 0 1,1 0 0,1 0 0,-1-1 0,0 1 0,0 0 0,0-1-1,0 1 1,0-1 0,1 1 0,-1-1 0,0 1 0,3-1-1,4 2-528,0 0-1,0-1 0,1-1 1,-1 1-1,0-2 1,1 1-1,-1-1 0,12-2 1,67-21-9367,-70 19 7224,29-10-5253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33 11797,'-1'-2'686,"0"0"-1,0-1 0,0 1 0,-1 0 1,1 0-1,-1 0 0,0 0 0,0 0 0,0 0 1,0 1-1,0-1 0,0 1 0,0-1 1,0 1-1,0 0 0,-5-2 0,5 3-439,0 0-1,0 0 1,1 0 0,-1 0-1,0 0 1,1 1-1,-1-1 1,1 1 0,-1-1-1,0 1 1,1 0 0,-1 0-1,1-1 1,0 1-1,-1 0 1,1 0 0,0 1-1,-1-1 1,1 0-1,0 0 1,0 0 0,0 1-1,0-1 1,0 1-1,0-1 1,0 1 0,0 1-1,-19 37 329,2 0 0,2 1 0,-11 43-1,17-52-424,-6 15-149,-26 94 0,39-128 0,1 0 0,0 0 0,1-1 0,0 1 0,1 0 0,1 0 0,0 0 0,5 24 0,-5-36-116,-1 1 0,1 0 0,0 0 1,-1 0-1,1 0 0,0-1 0,0 1 0,0 0 0,0-1 1,1 1-1,-1 0 0,0-1 0,1 0 0,-1 1 0,1-1 1,-1 0-1,1 0 0,0 0 0,-1 0 0,1 0 0,0 0 1,0 0-1,0 0 0,-1-1 0,4 1 0,-1 0-1240,1-1 0,0 0 0,-1 0 0,1 0 0,0-1 0,-1 0-1,1 0 1,0 0 0,6-3 0,20-9-9636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28 6899,'-23'-3'11109,"11"3"-8996,3 0 2449,20-2-4322,16 2-144,9-2-96,14 0-1056,10-2-2546,5-2-2961,4-3-2881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0 15927,'-23'23'5155,"-8"11"-2802,-5 10 2801,-1 8-1616,5 15-2898,7 8-640,4 0 0,5-4 0,3-6 0,3-8 0,-3-14 0,3-7-416,-3-11-2273,-1-12-2034,-7-7-2976,-7-10-4403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1 705 14086,'258'-97'10798,"9"22"-7111,122-41-4672,-332 94 1043,0-2 0,-2-3-1,-1-2 1,81-57-1,-119 74-30,0 0 0,0-1 0,-1-1 0,0 0 0,-2-1 0,0 0 0,0-1 0,18-33 0,-29 46 21,0 0 0,-1 0 0,0-1 0,0 1-1,0 0 1,0-1 0,0 1 0,-1-1 0,1 1 0,-1-1 0,0-4 0,0 7-23,-1 0 0,1 0-1,0-1 1,-1 1 0,1 0 0,-1 0 0,0 0 0,1 0 0,-1 0 0,0 0 0,0 0-1,1 0 1,-1 0 0,0 0 0,0 0 0,0 1 0,0-1 0,0 0 0,0 1 0,0-1-1,-1 0 1,1 1 0,0 0 0,0-1 0,0 1 0,-1 0 0,1-1 0,0 1 0,0 0-1,-1 0 1,1 0 0,0 0 0,0 0 0,-2 1 0,-11 0 140,0 0 0,0 2 0,0 0 0,0 0 0,1 1 0,0 1 0,0 0 1,0 1-1,-12 7 0,-111 76 905,132-87-1049,-71 54 72,2 2-1,2 3 0,4 4 1,-98 119-1,147-159-92,0 0 0,-22 44 0,35-58 0,0 0 0,0 1 0,1-1 0,1 1 0,0 0 0,1 0 0,0 1 0,-1 23 0,3-34 0,0 1 0,0 0 0,0 0 0,0 0 0,1 0 0,-1 0 0,1 0 0,0 0 0,0 0 0,0-1 0,0 1 0,0 0 0,1-1 0,-1 1 0,1-1 0,0 1 0,-1-1 0,1 0 0,0 1 0,0-1 0,1 0 0,-1-1 0,4 4 0,-2-4 0,-1 0 0,1 0 0,0 0 0,0 0 0,-1-1 0,1 1 0,0-1 0,0 0 0,0 0 0,0 0 0,0-1 0,-1 1 0,1-1 0,0 0 0,0 0 0,-1 0 0,5-2 0,18-10 0,0-1 0,0 0 0,-2-2 0,0-1 0,34-32 0,-22 20 0,40-26 0,-83 101 0,2-22-361,1 1-1,1-1 1,1 1-1,1 0 1,3 29-1,-2-53 22,0 0-1,0 0 1,0 0 0,0 0 0,0 0-1,1 0 1,-1 0 0,0 0-1,1 0 1,-1 0 0,1 0 0,-1 0-1,1 0 1,-1-1 0,1 1-1,0 0 1,-1 0 0,1 0 0,0-1-1,0 1 1,-1 0 0,1-1-1,0 1 1,0-1 0,0 1 0,0-1-1,0 1 1,0-1 0,0 0-1,1 1 1,20-5-9640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 15095,'-2'-2'5891,"-6"4"-2578,-7 5 1441,-2 3-1344,3 7-3106,-3 6-304,4 6 0,5 0 0,2 1 0,2-1 0,1-2 0,-1-4 0,2-4 0,-4-7-2273,0-5-2097,1-7-784,3-9-5123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0 103 4914,'17'-50'14663,"-11"19"-11862,-4 16 225,-4 9 191,0 6-2144,2 8-961,0 61 48,-2-52-160,2-1-1089,0-1-1056,2 2-1729,0 16-2480,2-4-1410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 7107,'-9'4'16870,"-8"7"-8744,-6 3-5757,-48 32-5802,47-29 5161,20-15-1728,1 0 0,-1 1 0,1 0 0,-1 0 0,1 0 0,0 0 0,0 0 0,0 1 0,0-1 0,-4 8 0,7-9 0,-1 1 0,1-1 0,-1 0 0,1 0 0,0 1 0,0-1 0,0 0 0,0 1 0,0-1 0,1 0 0,-1 0 0,1 1 0,-1-1 0,1 0 0,0 0 0,0 0 0,0 0 0,0 0 0,0 0 0,1 0 0,2 4 0,-3-5 0,1 1 0,-1 0 0,1 0 0,-1 1 0,0-1 0,0 0 0,0 0 0,0 1 0,0-1 0,0 0 0,-1 1 0,1-1 0,-1 1 0,0-1 0,0 3 0,0-3 0,-1 0 0,0-1 0,0 1 0,1-1 0,-1 1 0,0-1 0,-1 1 0,1-1 0,0 0 0,0 1 0,-1-1 0,1 0 0,0 0 0,-1 0 0,1 0 0,-1 0 0,1 0 0,-1-1 0,0 1 0,1 0 0,-4 0 0,-39 15 61,25-10-3649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2929,'16'-13'8633,"-5"5"-908,-10 8-7511,0 1 0,-1-1 1,1 0-1,0 1 0,0-1 0,-1 1 0,1 0 1,0-1-1,-1 1 0,1-1 0,-1 1 0,1 0 1,-1-1-1,1 1 0,-1 0 0,1 0 0,-1 0 1,0-1-1,0 1 0,1 0 0,-1 0 1,0 1-1,14 53 3101,-9 34-2443,-2-41-703,-1-27-76,-1-15 72,0 0 1,0-1-1,-1 1 1,0 0 0,0 0-1,-2 7 1,-12-43 637,11 15-766,0-1 1,1 0 0,1-1-1,0 1 1,2-22 0,1 27-9,0 1 0,0 0 1,1-1-1,0 1 1,1 0-1,0 1 1,0-1-1,1 1 1,9-13-1,-4 8-130,1 1 0,0 0 1,1 1-1,0 0 0,17-11 0,-20 16-527,1 0-1,0 0 1,0 2-1,0-1 1,1 1-1,0 1 0,0 0 1,15-4-1,1 8-11088,-18 6 2601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95 16440,'-3'-1'597,"-1"0"0,1 1 1,0-1-1,-1 1 0,1 0 1,-1 0-1,1 0 1,0 1-1,-1-1 0,1 1 1,0 0-1,-1 0 1,1 0-1,0 0 0,0 0 1,0 1-1,-4 2 1,2-1-321,0 1 0,1 0 0,-1 0 0,1 1 1,0 0-1,0-1 0,0 1 0,1 0 0,-4 6 1,1 0-210,1 0 1,0 0 0,1 1 0,1-1 0,-1 1 0,2 0 0,-1 0 0,2 0 0,-1 18 0,2-25-87,0 0 0,1 1 1,0-1-1,0 1 0,0-1 0,1 0 0,-1 0 1,1 0-1,1 0 0,-1 0 0,1 0 0,0-1 1,0 1-1,6 6 0,-7-9 22,0 1 1,1-1-1,-1 0 1,1-1-1,0 1 0,-1 0 1,1-1-1,0 1 1,0-1-1,0 0 1,0 0-1,0 0 0,1-1 1,-1 1-1,0-1 1,0 0-1,0 0 1,1 0-1,-1 0 0,0 0 1,0 0-1,0-1 1,1 0-1,-1 0 1,5-2-1,3-2 2,-1 0-1,0-1 1,-1 0-1,1-1 1,-1 0 0,0-1-1,-1 1 1,0-2-1,0 1 1,-1-1-1,0 0 1,0-1 0,-1 0-1,0 0 1,-1 0-1,7-19 1,-8 19 20,-1-1 0,0 1 0,-1 0 0,0-1 0,-1 1 0,0-1 0,0 1 0,-2-15-1,0 18-1,0 0-1,0 1 0,0-1 0,-1 1 0,0-1 0,-1 1 0,0 0 0,1-1 0,-2 1 0,1 1 0,-1-1 0,0 0 0,-7-7 0,8 10-193,-1 0 0,0 0 0,0 1 0,0-1 0,-1 1 0,1 0 0,0 0 0,-1 0 0,1 1 0,-1-1 0,0 1 0,1 0-1,-1 1 1,0-1 0,0 1 0,0 0 0,0 0 0,1 0 0,-1 1 0,0 0 0,-7 2 0,6-2-448,0 1 0,0 0 0,-1 1 0,2-1 0,-1 1 0,0 0 0,-5 5 0,7-6-308,1 1-1,0 0 1,-1 0-1,1 0 1,0 0 0,1 1-1,-1-1 1,1 1-1,-1 0 1,-2 5 0,1 10-5701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16 14887,'0'-1'195,"1"1"-1,-1 0 1,0-1 0,1 1-1,-1-1 1,0 1 0,0-1-1,0 1 1,1-1 0,-1 1-1,0-1 1,0 1 0,0-1 0,0 1-1,0-1 1,0 1 0,0-1-1,0 1 1,0-1 0,0 1-1,0-1 1,0 1 0,0-1-1,0 1 1,0-1 0,-1 1 0,1-1-1,-1 0 1,1 1 27,-1 0 1,0 1-1,1-1 1,-1 0 0,0 1-1,1-1 1,-1 1-1,1-1 1,-1 1-1,1-1 1,-1 1-1,1-1 1,-1 1-1,1-1 1,-1 1-1,1 0 1,0-1-1,-1 1 1,1 0-1,0-1 1,-1 1-1,1 0 1,0 0-1,-7 20 755,2 1 1,1-1-1,0 1 0,1-1 0,2 1 0,1 28 0,-1-26-960,10 360-76,-5-366-414,-1 3-1626,-5-17-2524,-6-8-4115,-7-10-1005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5218,'14'-9'3807,"-1"1"1,25-11-1,34-6 1794,77-6-2485,-75 17-1541,113-24 3158,-195 44-4457,0-1-1,1 1 1,-13 11-1,2-1-275,1-3-38,1 2 0,0-1 0,1 2 0,1 0-1,0 0 1,-21 36 0,34-52-11,1 1-1,-1 0 1,1-1-1,-1 1 1,1 0 0,0 0-1,-1-1 1,1 1-1,0 0 1,-1 0-1,1 0 1,0-1 0,0 1-1,0 0 1,0 0-1,0 0 1,0 0-1,0 0 1,0-1 0,0 1-1,0 0 1,1 0-1,-1 0 1,0 0-1,0-1 1,1 1-1,0 1 1,0-1 6,0-1 0,0 1 0,0-1 0,0 1-1,1-1 1,-1 0 0,0 0 0,0 1 0,0-1 0,0 0 0,1 0 0,-1 0-1,0 0 1,0-1 0,0 1 0,3 0 0,5-3-99,0 1 1,0-1-1,13-7 0,-7 3 283,0-1-1,0-1 1,-1 0-1,0-1 0,-1 0 1,0-1-1,20-22 1,-31 34-58,0 1 0,0 0 0,-1 0 0,1-1 0,-1 1 0,1 0 1,-1 0-1,0 1 0,0-1 0,0 0 0,2 4 0,17 39-488,-19-44 338,3 8-625,0 0 0,1 0 0,11 15 1,-14-21-120,1 0 0,0-1 0,-1 1 0,1 0 0,0-1 0,1 0 0,-1 0 0,5 3 0,16 2-6646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14118,'-26'92'13411,"20"-64"-11092,-2 38 0,-1 196-1664,3-40-846,6-220-91,-2 13-419,0-10-1958,-3-3-3874,-2-6-2093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2481,'24'-1'11957,"-1"-1"-5549,6-2-2390,13-5-2584,20-2-381,-4 2-106,-10 0-344,0 3 1,0 1 0,63 3 0,-108 2-533,1 0 0,-1 1 0,1-1 0,-1 1-1,1 0 1,-1 0 0,1 0 0,-1 0 0,0 1 0,0-1 0,0 1 0,0 0 0,0 0 0,3 2 0,-4-2-21,0 0-1,-1 1 1,0-1-1,1 0 1,-1 0-1,0 1 1,0-1-1,0 0 1,-1 1-1,1-1 1,0 1-1,-1-1 1,0 1-1,1 0 1,-1-1-1,0 1 1,0-1-1,-1 1 1,0 4-1,-3 42-49,3-31-20,-1-1 1,0 1 0,-8 27 0,9-43-169,0 0-1,0 1 1,0-1 0,0 0 0,0 0 0,-1 0 0,1 0 0,-1 0-1,0-1 1,1 1 0,-4 2 0,-7 3-5998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6531,'7'-23'12854,"-3"11"-10725,-2 3-224,-4 7 928,0 4-1680,4 11-1025,-4 4-128,4 4-961,0 6-1360,-2 0-2033,2 0-3185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33 5298,'-1'0'195,"1"-1"0,0 1-1,0 0 1,0 0-1,0 0 1,0 0-1,-1 0 1,1-1 0,0 1-1,0 0 1,0 0-1,0 0 1,0 0-1,0-1 1,0 1-1,-1 0 1,1 0 0,0 0-1,0-1 1,0 1-1,0 0 1,0 0-1,0 0 1,0-1 0,0 1-1,0 0 1,0 0-1,0 0 1,0-1-1,0 1 1,0 0-1,1 0 1,-1 0 0,0-1-1,0 1 1,0 0-1,0 0 1,0 0-1,0 0 1,0-1 0,1 1-1,9-11 5411,14-3 1185,-21 14-6415,0 0-1,0 0 1,-1 1-1,1-1 0,0 1 1,0-1-1,0 1 1,0 0-1,0 0 1,-1 0-1,1 1 1,-1-1-1,1 1 1,-1-1-1,3 3 0,35 35 519,-8-8-875,-29-29-18,-1 0 0,1 0 0,0 0 0,0 0 0,0-1 0,1 1 0,-1-1 0,0 0 0,1 0 0,-1 0 0,0 0 0,1-1 0,-1 1 0,1-1 0,-1 0 0,1 0 0,-1-1 0,1 1 0,-1 0 0,0-1 0,1 0 0,-1 0 0,0 0 0,6-3 0,3-2 0,-1-1 0,0-1 0,0 0 0,-1-1 0,11-10 0,11-10 0,-32 29 0,1 1 0,0-1 0,0 0 0,-1 0 0,1 0 0,0 1 0,0-1 0,-1 0 0,1 1 0,0-1 0,-1 0 0,1 1 0,0-1 0,-1 1 0,1-1 0,-1 1 0,1 0 0,0-1 0,-1 1 0,0 0 0,1 0 0,16 21 0,-14-18 0,6 7-706,0 0-1,19 17 1,-10-14-3630,3-5-3354,3-3-4721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864 77 2497,'-12'-19'10114,"0"2"-5308,9 13-4257,0 0 1,-1 0-1,1 1 1,-1-1-1,0 1 1,0 0-1,0 0 1,0 1-1,0-1 1,-8-3-1,10 6-468,0 0 1,0-1-1,0 1 0,0 0 0,0 0 0,0 0 0,0 0 0,0 0 0,0 1 0,0-1 0,0 1 0,0-1 0,1 1 0,-1 0 0,0-1 0,0 1 0,0 0 0,1 0 1,-1 1-1,1-1 0,-1 0 0,1 0 0,-3 3 0,-30 36 1224,32-37-1255,-7 10-69,1-1 0,1 1 0,-7 15 0,12-25 52,1 0 0,0 0-1,-1 0 1,1 1 0,0-1 0,1 0-1,-1 1 1,0-1 0,1 1-1,0-1 1,0 1 0,0-1 0,0 0-1,1 1 1,-1-1 0,1 1-1,0-1 1,0 0 0,2 5 0,-2-7-52,0 0 0,0 0 0,1 0 0,-1 0 1,0 0-1,1 0 0,-1 0 0,1 0 0,-1 0 1,1-1-1,0 1 0,-1-1 0,1 1 1,-1-1-1,1 0 0,0 0 0,0 1 0,-1-1 1,1 0-1,0-1 0,-1 1 0,1 0 1,0 0-1,-1-1 0,1 1 0,0-1 0,-1 1 1,1-1-1,2-1 0,2-1-52,1 0 1,0 0-1,-1-1 1,0 1-1,10-9 0,22-31-135,-36 40 250,1 0-1,-1 0 0,0 0 1,-1 0-1,1 0 0,-1-1 1,1 1-1,-1-1 0,0 1 0,0-1 1,0 1-1,-1-1 0,1-5 1,-1 9-44,0 0 0,0 0 1,0-1-1,0 1 1,0 0-1,0 0 0,0-1 1,0 1-1,0 0 1,0 0-1,0-1 0,0 1 1,0 0-1,0 0 1,-1-1-1,1 1 0,0 0 1,0 0-1,0 0 1,0-1-1,0 1 0,-1 0 1,1 0-1,0 0 1,0 0-1,0-1 0,-1 1 1,1 0-1,0 0 1,0 0-1,0 0 1,-1 0-1,1 0 0,0-1 1,0 1-1,-1 0 1,1 0-1,0 0 0,0 0 1,-1 0-1,1 0 1,0 0-1,-1 0 0,-12 9-3,-8 18 10,8-3 32,0 0 1,2 0 0,1 1-1,-8 31 1,-20 108 215,31-124 117,3 0 0,1 0-1,2 0 1,5 45-1,4-7-290,22 86 0,-25-141-59,9 49-47,-13-65 75,-1-1 0,0 0 0,0 1-1,0-1 1,-1 1 0,0-1 0,0 1 0,-4 9 0,4-14-27,1 0 1,-1 0 0,0 0 0,0-1-1,-1 1 1,1 0 0,0-1-1,0 1 1,-1-1 0,1 1 0,-1-1-1,0 0 1,1 0 0,-1 0 0,0 1-1,1-2 1,-1 1 0,0 0 0,0 0-1,0 0 1,0-1 0,0 1-1,0-1 1,0 0 0,0 0 0,0 1-1,0-1 1,0 0 0,0-1 0,-4 0-1,-5-1 41,-1 0-1,1-1 0,1-1 0,-15-6 0,14 6 30,-57-23 176,-354-132-2221,403 153 785,-30-12-2066,47 17 2502,-1 0 0,1-1-1,0 1 1,0-1 0,0 1 0,0-1-1,1 0 1,-1 1 0,0-1 0,-1-2 0,0-11-9082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3634,'13'-33'5858,"-11"26"-4252,0 1 0,0 0 1,1 0-1,6-11 0,-9 50 4044,-8 183-509,21 109-4930,-12-312-653,0 5-848,0 1 0,-3 20 0,2-34 6,-1 1 1,0 0-1,-1-1 1,1 1-1,-1-1 1,-4 8-1,-6 5-6549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0 581 9973,'14'-11'2534,"0"0"0,28-16-1,37-11 1752,89-16-1557,-76 28-2127,210-79-95,-241 80-452,-2-3-1,105-65 1,-151 85 8,0-1 0,0-1 0,-1 0 1,0-1-1,0 0 0,-1-1 0,-1 0 1,9-14-1,-18 25-36,0 0 1,0 0-1,0 0 1,-1-1-1,1 1 1,0 0-1,-1 0 1,1 0-1,0-1 1,-1 1-1,0 0 1,1-1-1,-1 1 1,0 0-1,0-1 1,1 1-1,-1 0 1,0-1-1,0 1 1,-1 0-1,1-1 1,0 1-1,0-1 1,-1 1-1,1 0 1,-1 0 0,1-1-1,-1 1 1,1 0-1,-1 0 1,0-1-1,0 1 1,1 0-1,-1 0 1,-2-1-1,1 0-8,-1 1 1,1 0-1,0 0 0,-1 1 0,0-1 1,1 0-1,-1 1 0,1-1 1,-1 1-1,0 0 0,1 0 0,-1 0 1,0 0-1,1 1 0,-1-1 0,0 1 1,-3 1-1,-5 2 123,0 1-1,0 0 1,0 1 0,1 0-1,0 1 1,0 0-1,1 0 1,0 1 0,0 0-1,0 1 1,1 0 0,1 0-1,-7 11 1,-13 21 543,-39 79-1,63-113-655,-10 18 120,-15 29 57,3 0 0,-27 86 0,50-133-197,0 0-1,1 0 0,0 1 1,1-1-1,-1 0 1,1 0-1,1 9 0,-1-15-6,1 1 0,-1-1 0,0 1 0,0-1 0,1 0 0,-1 1 0,1-1 0,-1 1 0,1-1 0,0 0 0,0 0 0,-1 1 0,1-1 0,0 0 0,0 0-1,0 0 1,0 0 0,0 0 0,0 0 0,1 0 0,-1 0 0,0 0 0,0-1 0,1 1 0,-1 0 0,0-1 0,1 1 0,-1-1 0,1 0 0,-1 1 0,0-1 0,1 0-1,-1 0 1,1 0 0,-1 0 0,1 0 0,-1 0 0,1 0 0,-1-1 0,1 1 0,1-1 0,4-1-2,-1 0 1,1-1-1,-1 0 0,0 0 0,0 0 1,0-1-1,0 0 0,-1 0 1,7-6-1,44-49-20,-39 41 20,0-3 39,-13 15 25,0 1 0,0 0 0,1 0-1,0 0 1,0 0 0,0 1 0,7-5 0,-10 59-7,0-32-1090,-1-1 0,6 21 1,5-3-3750,8-6-3948,-3-16-87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11893,'21'19'10389,"-3"-1"-7801,-10-12-2340,1-1 1,0 0-1,0-1 0,0 0 0,1 0 0,-1-1 1,15 3-1,-20-5-210,-1 0 0,1-1 0,0 1 1,0-1-1,0 0 0,0 0 0,0 0 0,0 0 0,0-1 0,0 0 1,0 0-1,-1 0 0,1 0 0,0 0 0,-1-1 0,1 1 1,-1-1-1,1 0 0,-1 0 0,0-1 0,6-4 0,-9 7 10,1-1-1,0 0 1,-1 0-1,1 1 1,-1-1-1,1 0 1,-1 0-1,1 0 1,-1 0-1,0 0 1,1 0-1,-1 1 1,0-1-1,0 0 1,0 0-1,0 0 0,0 0 1,0 0-1,0 0 1,0 0-1,0 0 1,0 0-1,0 0 1,0 0-1,-1-2 1,-1 1 77,1 0 0,0 0 0,-1 0 1,1 0-1,-1 0 0,1 1 0,-1-1 1,0 0-1,0 1 0,-3-3 0,1 1 103,-1 0 0,0 1-1,0-1 1,-1 1-1,1 0 1,-1 0 0,1 0-1,-9-1 1,5 3-154,0 0 0,0 0-1,0 1 1,1 0 0,-17 4 0,23-4-75,-1-1 0,1 1-1,0 0 1,0 0 0,0 0 0,0 0 0,0 0 0,0 0 0,0 1-1,0-1 1,1 1 0,-1-1 0,1 1 0,-1 0 0,1-1 0,-1 1 0,1 0-1,0 0 1,0 0 0,0 0 0,0 0 0,0 0 0,0 1 0,0-1-1,1 0 1,-1 0 0,1 4 0,0 6-55,1 0-1,0 0 1,1 0 0,0-1 0,1 1-1,8 21 1,5 10-2894,-10-30 1150,10 27-5045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53 10533,'62'-52'15466,"-119"92"-10057,-10 1-3756,25-16-1787,0 2-1,-38 33 1,78-59 100,1-1 0,0 1 0,0 0 0,0 0 0,0 0 0,0 0 0,0 0 1,0 0-1,1 0 0,-1 0 0,0 0 0,0 1 0,1-1 0,-1 0 0,1 0 0,-1 1 0,1-1 1,0 0-1,-1 1 0,1-1 0,0 1 0,0-1 0,0 2 0,0-2-45,1 0 1,0 0-1,-1 1 0,1-1 0,0 0 0,0 0 0,0 0 1,0-1-1,0 1 0,0 0 0,0 0 0,0 0 0,0-1 1,0 1-1,1-1 0,-1 1 0,0-1 0,0 1 1,2 0-1,6 1-315,-1 0 0,1-1 1,0 0-1,0 0 1,17-1-1,20-6-382,-31 3 456,1 1 0,0 1-1,0 0 1,28 3 0,-43-2 365,0 0 0,0 0 0,0 0 0,0 0 1,0 0-1,0 1 0,0-1 0,0 0 0,0 1 0,0-1 0,0 1 0,0-1 0,0 1 1,0-1-1,0 1 0,0-1 0,0 1 0,-1 0 0,1 0 0,0-1 0,0 1 0,-1 0 1,1 0-1,-1 0 0,1 0 0,-1 0 0,1 0 0,-1 0 0,1 0 0,-1 0 0,0 0 1,0 0-1,1 0 0,-1 0 0,0 0 0,0 0 0,0 0 0,0 0 0,0 0 1,0 0-1,-1 0 0,1 0 0,0 0 0,0 0 0,-1 0 0,1 0 0,-1 0 0,1 0 1,-1 0-1,1 0 0,-1 0 0,1 0 0,-3 1 0,-3 8 403,-1-1 1,0 0-1,-15 14 0,20-21-467,-24 22 65,0-1 0,-1-2 0,-2-1 0,0-1 0,-1-1 0,0-2 0,-45 17 0,55-29-2683,20-4 2518,0 0 0,0 0 1,-1-1-1,1 1 0,0 0 1,0 0-1,0-1 0,0 1 0,0 0 1,0 0-1,0-1 0,0 1 0,0 0 1,0 0-1,0-1 0,0 1 1,0 0-1,0 0 0,0-1 0,0 1 1,0 0-1,0-1 0,1 1 0,-1 0 1,0 0-1,0 0 0,0-1 1,0 1-1,0 0 0,1 0 0,-1 0 1,0-1-1,0 1 0,0 0 0,1 0 1,-1 0-1,32-31-9152,-27 26 7748,29-25-6614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1 13414,'-2'0'857,"0"0"-1,0 0 0,0 1 1,0-1-1,0 1 0,0-1 1,0 1-1,1 0 0,-1 0 1,0-1-1,0 1 0,1 1 1,-4 1-1,-17 24 3635,19-21-4267,0 0 1,0 0-1,1 0 0,0 0 1,0 1-1,0-1 1,-1 13-1,3-16-191,-1 0 0,1 0 0,0 0 0,0 0 0,1 0 0,-1 0-1,0 0 1,1 0 0,0 0 0,0 0 0,0 0 0,0 0 0,0-1 0,1 1 0,-1 0-1,1-1 1,3 5 0,-3-6-60,-1 0 1,1 0-1,0 0 0,0 0 0,0 0 0,0-1 0,0 1 0,0-1 0,1 0 1,-1 1-1,0-1 0,0 0 0,0 0 0,0 0 0,0-1 0,0 1 0,0 0 1,1-1-1,-1 1 0,0-1 0,0 0 0,0 0 0,-1 0 0,1 0 1,0 0-1,2-2 0,28-14-199,-1-2 0,-1-1 1,-1-1-1,43-41 0,-68 61 1698,-8 11-999,3-6-472,-1 0 1,1 0-1,-1 0 0,1 1 1,1-1-1,-1 0 0,0 1 1,1-1-1,0 6 1,1-7-233,0 1 1,0-1-1,0 0 1,0 0-1,0 0 1,1 0-1,-1 0 1,1 0 0,0-1-1,0 1 1,0 0-1,0-1 1,1 0-1,-1 1 1,1-1-1,3 3 1,-4-4-525,1 0 1,0 0-1,-1 0 1,1 0-1,-1 0 1,1-1-1,0 1 0,-1-1 1,1 0-1,0 1 1,0-1-1,-1-1 0,1 1 1,0 0-1,0-1 1,-1 1-1,1-1 1,0 0-1,-1 0 0,4-1 1,19-11-7706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67 12134,'0'-5'1374,"-8"-40"4482,8 44-5697,0 0 0,0 0 1,-1 1-1,1-1 1,0 0-1,0 0 1,0 1-1,-1-1 1,1 0-1,0 1 0,-1-1 1,1 0-1,-1 1 1,1-1-1,-1 1 1,1-1-1,-1 1 1,1-1-1,-1 1 0,0-1 1,1 1-1,-1-1 1,0 1-1,1 0 1,-1-1-1,0 1 1,1 0-1,-1 0 0,0-1 1,0 1-1,1 0 1,-1 0-1,0 0 1,0 0-1,1 0 1,-1 0-1,0 0 0,0 0 1,1 0-1,-1 1 1,0-1-1,0 0 1,1 0-1,-1 1 1,0-1-1,1 0 0,-1 1 1,0-1-1,1 1 1,-2 0-1,0 1 105,-1 1-1,1 0 1,-1-1 0,1 1-1,0 0 1,0 0-1,0 0 1,0 0-1,1 0 1,-1 1-1,1-1 1,-2 6 0,-7 46 906,9-47-935,-4 50-75,2 0 0,10 100 1,-3-103-172,-2 1 1,-2-1 0,-10 72 0,10-128 10,1 1 0,-1 0 0,0 0 0,0 0 0,0 0 0,0 0 0,0 0 0,0 0 0,0 0 0,1-1 0,-1 1 0,0 0 0,0 0 0,0 0 0,0 0 0,0 0 0,1 0 0,-1 0 0,0 0 0,0 0 0,0 0 0,0 0 0,0 0 0,1 0 0,-1 0 0,0 0 0,0 0 0,0 0 0,0 0 0,0 0 0,1 0 0,-1 0 0,0 1 0,0-1 0,0 0 0,0 0 0,0 0 0,0 0 0,1 0 0,-1 0 0,0 0 0,0 0 0,0 1 0,0-1 0,0 0 0,0 0 0,0 0 0,0 0 0,0 0 0,0 0 0,0 1 0,0-1 0,9-11 0,-9 11 0,10-12-1,0 0 0,0 0 0,1 1-1,1 1 1,0 0 0,0 0 0,1 1 0,0 1 0,17-8 0,-23 12-15,-1 1 0,1 1 1,0-1-1,-1 1 1,1 0-1,0 1 0,0 0 1,1 0-1,-1 0 1,0 1-1,0 0 0,0 1 1,0-1-1,0 1 0,0 0 1,0 1-1,0 0 1,0 0-1,0 1 0,0 0 1,11 6-1,-15-7 19,0 0 1,0 0-1,0 0 0,0 0 1,-1 1-1,1-1 0,-1 1 1,0-1-1,1 1 0,-1 0 1,0 0-1,0 0 0,-1 0 1,1 1-1,-1-1 0,0 0 0,1 1 1,-2-1-1,1 0 0,0 1 1,-1 0-1,1-1 0,-1 1 1,0-1-1,0 1 0,0-1 1,-1 1-1,1-1 0,-1 1 1,-2 5-1,0-2 15,0 0 0,0-1 0,-1 1 0,0-1 0,0 1 0,-1-1 0,1 0 0,-1-1 0,-1 1 0,1-1 0,-1 0 0,0-1 0,-9 7 0,3-4-18,0 0 0,0-1 0,-1 0 0,0-1 0,0 0 0,0-1 0,-1-1 0,1 0 0,-1-1 0,0 0 0,0-1 0,0-1 0,1 0 0,-1-1 0,0 0 0,-15-4 0,28 5-69,-1-1-1,0 1 1,1-1-1,-1 1 1,1-1 0,-1 0-1,1 0 1,-1 0 0,1 0-1,0 0 1,-1 0-1,1 0 1,0 0 0,0 0-1,-2-2 1,2 1-418,1 1-1,-1-1 1,1 1 0,-1 0 0,1-1 0,0 1-1,0-1 1,0 1 0,-1-1 0,1 1-1,0-1 1,1 1 0,-1-1 0,0 1-1,0-1 1,1 1 0,-1 0 0,1-1 0,-1 1-1,1-1 1,-1 1 0,1 0 0,0 0-1,0-1 1,0 1 0,1-2 0,15-15-8843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15127,'6'0'3986,"2"-2"-1569,5-2 1393,6-5-833,10 3-1825,6 2 33,5-5-1185,-6 5-192,-5 0 96,-8 0-881,-7 4-1424,-5-4-960,-5 4-3234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 20585,'-1'0'297,"0"0"-1,0 0 0,0 0 0,0 0 1,0 1-1,0-1 0,0 0 0,0 1 0,0-1 1,0 1-1,1-1 0,-1 1 0,0-1 1,0 1-1,0 0 0,1-1 0,-1 1 0,0 0 1,1-1-1,-1 1 0,1 0 0,-1 0 1,1 0-1,-1 0 0,1 0 0,0-1 0,-1 1 1,1 0-1,0 0 0,0 0 0,-1 0 1,1 0-1,0 2 0,0 37 1630,1-34-1849,3 47-19,6 61-34,-9 202 1,-6-242 80,1 5-651,-3-28-7628,6-46 952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25 124 15111,'-7'-10'2653,"5"8"-1581,0-1 0,0 0 0,0 1 0,0-1 1,1 0-1,0 0 0,-1 0 0,1 0 0,-1-5 0,2 7-952,0 0 1,1 0 0,-1-1-1,1 1 1,-1 0-1,1 0 1,-1 0 0,1 0-1,0 0 1,-1 0-1,1 0 1,0 0 0,0 0-1,0 0 1,-1 0-1,1 0 1,0 1 0,0-1-1,0 0 1,1 1-1,-1-1 1,0 1 0,0-1-1,0 1 1,0-1-1,0 1 1,1 0 0,-1 0-1,2-1 1,54-14-11,1 1 1,1 3 0,-1 3 0,1 2-1,109 4 1,-157 4-182,-2-1-84,-4-4-7220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1 196 8740,'12'8'12828,"-2"4"-5912,2 5-3994,2 10-3324,-3-7 2042,-7-14-1611,8 13 5,-2 1 1,16 37 0,-24-52-36,0 0 1,-1 0-1,0-1 1,0 1-1,0 0 1,0 0-1,-1 0 1,0 0-1,0 1 1,0-1-1,-1 0 1,1 0-1,-1 0 1,0-1-1,-1 1 1,1 0-1,-1 0 1,-4 7-1,6-11 1,0 0 0,0-1 0,-1 1 0,1-1 0,0 1 0,-1 0 0,1-1 0,0 1 0,-1-1 0,1 1 0,-1 0 0,1-1 0,-1 1 0,1-1 0,-1 0 0,1 1 0,-1-1 0,0 1 0,1-1 0,-1 0 0,1 1 0,-1-1 0,0 0 0,1 0 0,-1 0 0,0 1 0,1-1 0,-1 0 0,0 0 0,0 0 0,1 0 0,-1 0 0,0 0 0,1 0 0,-1-1 0,0 1 0,1 0 0,-1 0 0,0 0 0,1-1 0,-1 1 0,0 0 0,1-1 0,-1 1 0,1-1 0,-1 1 0,1 0 0,-1-1 0,1 1 0,-1-1 0,1 0 0,-1 1 0,1-1 0,-1 0 0,-1-3 0,0 0 0,0 1 0,0-1 0,0 0 0,1 0 0,0 0 0,0 0 0,-1-5 0,1-8 6,1 0 1,0 0-1,1 0 1,1 0-1,1 1 1,1-1-1,0 0 0,8-19 1,5-10-372,39-69 0,-48 99-109,1 1 1,0 0-1,1 0 0,1 1 1,18-19-1,-19 27-3215,-10 6 3355,1 0 0,-1 0 0,1 0 0,-1 0 0,1 0 0,-1 0 0,0 0 0,1 0-1,-1 0 1,1 0 0,-1 1 0,1-1 0,-1 0 0,0 0 0,1 0 0,-1 0 0,0 1 0,1-1 0,-1 0 0,0 1 0,1-1 0,-1 0 0,0 1 0,1-1-1,-1 0 1,0 1 0,0-1 0,1 0 0,-1 1 0,0-1 0,0 1 0,0 0 0,3 10-7947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7 122 7203,'13'11'14534,"4"-2"-7887,40 13-5668,-45-18 840,-4-2-1751,0 1 0,1-2 0,-1 1 0,1-1 0,-1 0 0,1-1 0,0 0 0,9-1 0,-14 0-60,1 1 0,-1-1 0,1 0 1,-1 0-1,0-1 0,1 1 0,-1-1 0,0 0 0,0 0 0,0 0 0,0-1 0,-1 1 0,1-1 1,-1 0-1,1 0 0,-1-1 0,4-3 0,-6 4-38,1 0 1,-1 1-1,0-1 1,0 0-1,0 0 0,0 1 1,-1-1-1,1 0 0,-1 0 1,0 0-1,0 0 1,0 0-1,0 0 0,0 0 1,-1 1-1,1-1 1,-1 0-1,1 0 0,-1 0 1,0 0-1,-1 1 1,1-1-1,0 0 0,-1 1 1,1 0-1,-1-1 0,0 1 1,-3-4-1,0 1-8,1 0 0,0 1 0,-1-1-1,0 1 1,0 0 0,0 1 0,0-1 0,-1 1-1,1 0 1,-1 1 0,0-1 0,-10-2 0,8 4 157,-1 0 0,1 0 1,-1 1-1,0 0 0,1 1 1,-1-1-1,0 2 0,1-1 1,-1 1-1,1 1 0,0-1 1,0 1-1,-12 7 0,16-8-103,1 0-1,0 0 1,0 0-1,0 0 1,0 1-1,0-1 1,0 1-1,1 0 1,-1 0-1,1 0 1,0 0-1,0 0 1,0 0-1,0 1 1,1-1-1,-1 1 1,1-1-1,0 1 1,0 0-1,0-1 1,1 1-1,-1 0 1,1 0-1,0 0 1,0-1-1,0 1 1,0 0-1,1 0 1,-1-1-1,1 1 1,0 0-1,3 5 1,0 2-24,1-1 0,1 1 1,0-1-1,0 0 0,1-1 0,1 0 0,-1 0 1,1 0-1,1-1 0,0 0 0,0-1 0,0 0 0,17 10 1,-22-16-307,-1 1 1,0-1 0,1 0 0,-1 0 0,1 0 0,-1 0-1,6 0 1,24-4-6917,-10-6-1269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06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34 180 7523,'8'5'12878,"0"3"-6765,-7-6-5919,1-1-1,-1 1 0,1 0 0,0-1 1,-1 1-1,1-1 0,0 0 1,0 0-1,0 1 0,0-1 1,1-1-1,-1 1 0,0 0 0,0 0 1,0-1-1,3 1 0,4 0-98,1-1-1,-1-1 1,0 0-1,1 0 1,-1 0-1,0-1 0,0-1 1,0 1-1,0-2 1,0 1-1,13-9 1,-18 11-110,-2-1 1,1 0 0,0 0 0,0-1-1,-1 1 1,1-1 0,-1 1 0,1-1-1,-1 0 1,0 0 0,0 0-1,-1 0 1,1 0 0,0 0 0,-1 0-1,0 0 1,0-1 0,0 1 0,0-1-1,0 1 1,-1-1 0,0 1 0,0-1-1,0 1 1,0-1 0,0 1-1,0-1 1,-1 1 0,0-1 0,0 1-1,0 0 1,0-1 0,-3-5 0,2 4 17,0 1 0,0-1 1,-1 0-1,0 1 1,1 0-1,-1-1 0,-1 1 1,1 1-1,-1-1 1,1 0-1,-1 1 0,0 0 1,0 0-1,-1 0 1,1 0-1,0 0 0,-1 1 1,0 0-1,-5-2 1,6 4 76,-1-1 1,1 1 0,-1-1 0,1 1 0,-1 0 0,1 1-1,-1-1 1,1 1 0,-1 0 0,1 0 0,0 1 0,-1-1-1,1 1 1,0 0 0,0 0 0,0 0 0,0 0-1,0 1 1,1 0 0,-1-1 0,-5 8 0,1-2-53,2 0 1,-1 0-1,1 1 1,1 0-1,0 0 1,0 0 0,0 1-1,1-1 1,1 1-1,0 0 1,0 0-1,1 0 1,0 1-1,1-1 1,0 1-1,0-1 1,2 18-1,0-23-29,-1 1 0,1-1 0,0 1 0,0-1 0,0 0-1,1 1 1,0-1 0,0 0 0,0 0 0,1 0-1,0-1 1,0 1 0,0-1 0,0 1 0,1-1-1,0 0 1,-1 0 0,1-1 0,1 1 0,-1-1 0,1 0-1,-1 0 1,1 0 0,0-1 0,0 1 0,0-1-1,0 0 1,0-1 0,0 1 0,1-1 0,-1 0 0,1-1-1,-1 1 1,10-1 0,-1-1-38,-2-1 1,1 0-1,0-1 0,0 0 0,-1-1 1,1 0-1,17-9 0,16-10-9026,-39 20 6491,2-1-7055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0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113 254 2017,'-12'3'4212,"-16"-4"-3663,11-1 4,2 4 114,-18 0-312,25-3 808,13-4 1553,34-8 1133,33 2-3000,-31 5-115,1011-155 1659,-892 143-1348,90-16 2683,-246 32-3290,-3 2-49,-1 0 49,-2 0 213,28-5 532,-15 4-3042,-22 5-9129,4-2 3509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1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0 140 4802,'33'-1'5368,"60"-12"0,-56 7-3381,40-2 1,374 5 1661,0 0-2888,-291-1-447,4 1 1035,266-40 0,-391 34 198,54-19-1,-66 18-56,-17 9-1365,0-1 0,0 1 0,0 1 0,0 0 0,0 0 0,0 1 0,0 0 0,18 5 0,15 1-1,-29-6-124,0-1 0,27-3 0,-27 0 240,-13 1-1143,-23-3-4784,14 3 3449,-20-4-4493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3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53 127 2833,'-13'1'1168,"-18"5"46,30-5-1112,1-1 0,-1 0 0,1 0-1,-1 1 1,1-1 0,-1 0 0,1 1 0,0-1-1,-1 1 1,1-1 0,-1 1 0,1-1 0,0 1-1,-1-1 1,1 1 0,0-1 0,0 1 0,-1-1-1,1 1 1,0-1 0,0 1 0,0 0 0,0-1-1,0 1 1,0-1 0,0 1 0,0-1 0,0 1-1,0 0 1,0-1 0,0 1 0,0-1-1,0 1 1,0 0 0,1-1 0,-1 1 0,0-1-1,0 1 1,1-1 0,-1 1 0,0-1 0,1 1-1,-1-1 1,1 0 0,0 2 0,0-1 204,0 0 0,0-1 0,1 1 0,-1 0 1,0 0-1,1 0 0,-1-1 0,0 1 0,1-1 0,-1 1 0,1-1 0,-1 1 1,1-1-1,-1 0 0,1 0 0,-1 0 0,1 0 0,1 0 0,33-3 652,-28 3-569,102-17 1384,31-3-459,671-25 73,-621 33-1269,29 5 378,-173 5-232,2 2-88,-1-2 0,1-3 0,60-13 0,-108 18-109,0 0-1,-1 0 1,1-1-1,0 1 1,0-1-1,-1 1 1,1 0-1,0-1 1,-1 1-1,1-1 1,0 0 0,-1 1-1,1-1 1,-1 0-1,1 1 1,-1-1-1,1 0 1,0-1-1,-1 2-32,0-1 1,1 0-1,-1 1 0,1-1 1,-1 1-1,0-1 0,1 1 1,-1-1-1,1 1 0,-1-1 1,1 1-1,-1-1 0,1 1 1,-1-1-1,1 1 0,0 0 1,-1 0-1,1-1 0,0 1 1,-1 0-1,1 0 0,0-1 1,-1 1-1,1 0 0,0 0 1,-1 0-1,2 0 0,53 0-287,-54 0 442,-27-15-384,24 16-396,0-1-1,0 1 1,1 0 0,-1 0-1,0 0 1,0 0-1,1 0 1,-1 0-1,0 0 1,1 0-1,-1 1 1,1-1-1,0 1 1,-1-1-1,1 1 1,0-1-1,0 1 1,-1 2-1,-5 6-3150,-5 3-2791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5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106 151 1857,'28'-48'2590,"-1"1"4867,-26 46-7234,-1 0 0,0 0-1,0-1 1,0 1 0,0 0 0,0 0-1,0-1 1,0 1 0,0 0 0,0 0-1,-1 0 1,1 0 0,0-1-1,-1 1 1,1 0 0,-1 0 0,0 0-1,1 0 1,-1 0 0,0 0 0,1 0-1,-1 0 1,0 0 0,0 0 0,0 0-1,0 1 1,0-1 0,0 0 0,0 1-1,0-1 1,0 0 0,0 1 0,0 0-1,0-1 1,-1 1 0,1 0-1,0-1 1,0 1 0,0 0 0,-1 0-1,1 0 1,0 0 0,0 0 0,0 0-1,-1 0 1,0 1 0,-8 3-26,1 0 0,0 0 0,0 1 0,1 1 0,0 0 0,0 0 0,0 0 0,0 1 0,1 0 0,0 0 0,1 1 0,-1 0 0,-7 15 1,13-22-187,0 1 1,0 0 0,0-1 0,0 1 0,0 0 0,1-1 0,-1 1 0,1 0 0,-1 0 0,1 0 0,0-1 0,0 1 0,-1 0 0,1 0 0,1 0 0,-1 0 0,0-1 0,0 1 0,1 0 0,-1 0 0,2 3 0,0-3 12,-1 0 1,1 1-1,0-1 1,-1 0-1,1 0 0,0-1 1,0 1-1,1 0 1,-1-1-1,0 1 0,1-1 1,-1 0-1,4 2 1,6 1 19,0 0 0,1-1 1,-1-1-1,26 3 1,-24-4-2,0-1 1,0 0 0,0-1 0,-1-1-1,1 0 1,0-1 0,-1 0 0,0-1-1,0 0 1,0-1 0,0-1 0,-1 0-1,0-1 1,12-8 0,-22 14-22,-1 0 0,1 0 0,-1 0 1,1 0-1,-1 0 0,0 0 0,0-1 0,0 1 0,1-1 1,-1 1-1,0-1 0,-1 1 0,1-1 0,0 1 0,0-1 1,-1 0-1,1 0 0,-1 1 0,1-1 0,-1 0 0,0 0 1,0 1-1,0-1 0,0 0 0,0 0 0,0 0 0,0 1 1,-1-1-1,1 0 0,-1 0 0,1 1 0,-1-1 0,1 0 1,-1 1-1,0-1 0,0 1 0,0-1 0,0 1 0,0-1 1,0 1-1,0 0 0,-1-1 0,1 1 0,-2-1 0,-5-6-1,-1 1-1,0 0 1,0 1-1,-1 0 1,-16-8-1,2 0 209,-1 0-745,10 8-5149,9 6-1239,-2 1-2725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6.2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0 6835,'-1'1'318,"0"0"0,0 0 0,1-1 1,-1 1-1,0 0 0,1 0 0,-1 0 0,1 0 0,-1 0 0,1 0 0,-1 0 0,1 0 0,0 0 0,0 0 1,-1 0-1,1 1 0,0-1 0,0 0 0,0 0 0,0 0 0,0 0 0,0 0 0,1 0 0,-1 0 1,0 0-1,1 0 0,-1 0 0,0 1 0,1-1 0,0 1 0,-1-2-300,0 1 179,0 0 0,0 0 0,0 0 0,0 0-1,0 1 1,0-1 0,0 0 0,0 0 0,-1 0 0,1 0-1,0 0 1,-1 0 0,1 0 0,-1 0 0,1 0 0,-1 0-1,0 0 1,-1 2 0,-18 18 15,10-10 342,-10 13-200,2-3-133,1 1-1,-25 41 1,38-57-185,1 0 1,0 1-1,0-1 1,1 1-1,0-1 1,0 1-1,0 0 1,1-1-1,0 1 1,1 0-1,-1 0 0,1 0 1,0 0-1,1 0 1,0 0-1,2 8 1,-2-13 12,-1 1 0,1-1 0,0 0 0,0 0 0,0 0 0,0 0 0,0 0-1,0 0 1,1 0 0,-1 0 0,1-1 0,-1 1 0,1 0 0,0-1 0,0 0 0,-1 1 0,1-1 0,0 0 0,4 2 0,-3-2-21,1 0 0,0 0-1,-1-1 1,1 1 0,-1-1 0,1 0 0,0 0-1,-1 0 1,1 0 0,0-1 0,4-1 0,5-1 12,0-2 0,0 0 0,-1 0 0,1-1 0,17-12 0,-19 11-6,-1-1 1,1 0-1,-1-1 1,-1 0-1,1 0 1,-2-1 0,1 0-1,9-17 1,-15 24 19,-1-1 1,0-1 0,0 1-1,0 0 1,0-1 0,-1 1-1,0 0 1,0-1-1,0 0 1,0 1 0,-1-1-1,1 0 1,-1 1 0,0-1-1,-1 0 1,1 1-1,-1-1 1,0 1 0,0-1-1,-1 1 1,1-1 0,-1 1-1,0 0 1,0 0-1,0-1 1,-1 2 0,-3-6-1,4 7-46,-1 0-1,1 0 0,-1 0 0,1 1 0,-1-1 1,0 1-1,1-1 0,-1 1 0,0 0 0,0 0 1,0 0-1,0 0 0,0 1 0,-1-1 1,1 1-1,0 0 0,0 0 0,0 0 0,0 0 1,0 1-1,-4 0 0,-4 1-206,1 0-1,0 0 1,1 1-1,-1 1 1,-11 4 0,47-8-10540,-10-4 4270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47.6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35 4722,'3'-1'507,"0"0"0,0-1 0,-1 1 0,1 0 0,-1-1 0,1 1-1,-1-1 1,0 0 0,1 0 0,-1 0 0,0 0 0,3-4 0,-1 2 637,-4 4-1052,0 0 0,0 0-1,0 0 1,0 0 0,0 0-1,-1 0 1,1 0 0,0 0-1,0 0 1,0 0 0,0 0-1,-1 0 1,1 0 0,0 0-1,0 0 1,0 0 0,0 0-1,0 0 1,-1 0 0,1 0-1,0 0 1,0 0 0,0 0-1,0 0 1,0-1 0,0 1-1,-1 0 1,1 0 0,0 0-1,0 0 1,0 0 0,0 0-1,0 0 1,0 0 0,0-1-1,0 1 1,0 0 0,-1 0-1,1 0 1,0 0 0,0 0-1,0 0 1,0-1 0,0 1-1,0 0 1,0 0 0,0 0-1,0 0 1,0 0 0,0-1-1,0 1 1,0 0 0,0 0-1,0 0 1,0 0 0,0 0-1,0-1 1,1 1-1,-1 0 1,0 0 0,0 0-1,0 0 1,-25 4 1023,-32 13-615,52-14-460,0 0-1,0 0 1,0 0-1,0 1 0,1 0 1,0 0-1,-1 0 0,1 0 1,1 1-1,-1-1 0,1 1 1,-1 0-1,2 0 1,-1 0-1,0 1 0,1-1 1,0 1-1,0-1 0,1 1 1,-1 0-1,1-1 1,1 1-1,-1 0 0,1 0 1,0 0-1,0 6 0,1-3 49,0 0 0,0 0-1,1 0 1,0 0 0,1 0-1,0-1 1,0 1 0,1-1-1,0 0 1,1 1 0,-1-2-1,1 1 1,1-1 0,0 0-1,0 0 1,9 8 0,-13-14-61,0 0 1,0 0 0,0 0-1,1 0 1,-1-1 0,0 1-1,1-1 1,-1 1 0,0-1-1,1 0 1,-1 0 0,1 0-1,-1 0 1,0-1 0,1 1-1,-1-1 1,0 1 0,1-1-1,-1 0 1,0 0 0,0 0-1,0 0 1,0 0 0,4-2-1,7-5 178,0-1-1,17-14 0,-28 22-156,5-5 149,0-1 0,0 0-1,-1 0 1,1-1 0,-1 0 0,-1 0-1,0 0 1,0-1 0,-1 0 0,0 1-1,0-2 1,3-13 0,-5 18-150,-1 1 0,0-1 1,-1 0-1,1 0 0,-1 0 0,0 1 1,0-1-1,-1 0 0,1 0 1,-1 0-1,0 1 0,0-1 1,-1 0-1,0 1 0,1-1 0,-1 1 1,-1 0-1,1-1 0,-1 1 1,1 0-1,-1 0 0,-1 1 0,1-1 1,0 1-1,-1-1 0,1 1 1,-5-3-1,4 4-28,0 0 0,1 1 0,-1-1 0,0 1 0,0-1 1,0 1-1,0 0 0,0 1 0,-5-1 0,7 0-46,0 1 1,0 0-1,0 0 0,0 0 1,0 0-1,0 0 1,0 1-1,0-1 0,1 1 1,-1-1-1,0 1 0,0-1 1,0 1-1,0 0 1,1 0-1,-1 0 0,0 0 1,1 0-1,-1 0 0,1 1 1,-3 2-1,4-3-179,-1 0 1,1-1-1,-1 1 0,1 0 0,0 0 1,0 0-1,0 0 0,-1 0 0,1 0 1,0 0-1,0 0 0,0-1 0,0 1 1,0 0-1,1 0 0,-1 0 0,0 0 1,1 1-1,7 17-7530,-4-11 2365,0 2-1058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3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1028 136 2209,'4'-9'1447,"6"-24"2093,-10 32-3285,0 0 0,0 0-1,0 0 1,0 0 0,0 0 0,0 0 0,0 0-1,0 0 1,0 0 0,0 0 0,0 0 0,-14-14 12491,-21-9-11407,21 17-1282,-1 0 0,0 1-1,-1 1 1,1 0 0,-1 1 0,0 1-1,0 1 1,0 0 0,0 1-1,-1 0 1,-29 4 0,6 2 136,0 1-1,0 3 1,-62 21-1,79-21-65,1 1-1,0 1 0,0 1 1,1 1-1,1 1 0,0 1 0,1 1 1,1 0-1,0 1 0,1 1 1,1 1-1,-18 28 0,-12 25 745,2 2 1,-38 92-1,79-160-802,-16 34 99,2 1 0,2 0 0,2 1 0,1 1 0,2 0 0,2 1-1,2 0 1,2 0 0,2 0 0,2 0 0,2 0 0,2 0 0,1 0 0,13 47 0,2-15-146,3 0 0,3-2 0,4-1 1,3-2-1,71 116 0,-88-165-22,0-1 0,2-1 0,0-1 0,1 0 0,1-1 0,1-1 0,0-1 0,44 24 0,-47-30 0,1-1 0,0-1 0,0-1 0,1 0 0,0-2 0,0 0 0,0-1 0,0-1 0,1-1 0,-1-1 0,1 0 0,21-4 0,12-5 0,0-3 0,90-31 0,97-55 0,-185 71 0,-1-2 0,-1-2 0,-2-3 0,-1-2 0,47-42 0,-66 48 0,-2-2 0,-1 0 0,-1-2 0,-2-1 0,-1-2 0,-2 0 0,-1-1 0,16-41 0,-18 31 0,-2 0 0,-2-1 0,-3-1 0,-1 0 0,-3-1 0,-2 0 0,-2 0 0,-2-1 0,-5-63 0,-9 3 0,-49-203 0,54 289 0,-1 0 0,-1 0 0,-19-38 0,22 54 0,0 0 0,-1 0 0,0 0 0,0 1 0,-1 0 0,0 0 0,-1 1 0,0-1 0,0 2 0,0-1 0,-17-9 0,5 7 0,0 0 0,0 1 0,-1 1 0,0 1 0,0 1 0,-37-4 0,-134 2 0,16 1 0,164 4-86,-6-1-1148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3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1428 12 1921,'4'-4'8159,"-4"4"-8021,0 0-30,0-1-1,0 1 1,0 0-1,0-1 1,0 1 0,0 0-1,0 0 1,0-1 0,0 1-1,0 0 1,-1 0 0,1-1-1,0 1 1,0 0 0,0 0-1,0-1 1,-1 1 0,1 0-1,0 0 1,0-1 0,0 1-1,-1 0 1,1 0 0,0 0-1,0 0 1,-1-1 0,1 1-1,0 0 1,-1 0-1,1 0 1,0 0 0,0 0-1,-1 0 1,1 0 0,0 0-1,-1 0 1,1 0 0,0 0-1,-1 0 1,-2 0 1057,3 0-1115,0 0-1,-1 0 0,1 0 0,-1 0 0,1 0 0,-1 0 0,1 0 0,-1 0 1,1 0-1,0 0 0,-1 0 0,1 0 0,-1 0 0,1 1 0,-1-1 1,1 0-1,0 0 0,-1 0 0,1 1 0,-1-1 0,1 0 0,0 1 0,-1-1 1,1 0-1,0 1 0,0-1 0,-1 0 0,1 1 0,0-1 0,0 1 1,-1-1-1,1 0 0,0 2 0,-44 76 2980,32-55-2409,0 0 0,-2-1 0,-18 23 0,-440 561 3846,140-115-2792,-25 33 216,310-467-1539,30-38-220,1 0 0,1 1 0,-23 40 1,38-60-142,0 0 0,0 0 0,0 0 0,0 0 0,0 0 0,0 0 0,0 0 0,1 0 1,-1 0-1,0 0 0,0 0 0,0 0 0,0 0 0,0 0 0,0 0 0,0 0 1,0 0-1,1 0 0,-1 0 0,0 1 0,0-1 0,0 0 0,0 0 0,0 0 0,0 0 1,0 0-1,0 0 0,0 0 0,0 0 0,0 0 0,0 0 0,0 1 0,0-1 1,1 0-1,-1 0 0,0 0 0,0 0 0,0 0 0,0 0 0,0 0 0,0 1 0,0-1 1,0 0-1,0 0 0,0 0 0,0 0 0,-1 0 0,1 0 0,0 0 0,0 1 1,0-1-1,0 0 0,0 0 0,0 0 0,16-11-1826,4-6-3138,-5 3-4979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3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1048 161 7507,'1'-1'157,"0"0"0,0-1 0,0 1-1,0 0 1,0-1 0,0 1 0,0-1 0,0 1-1,-1-1 1,1 1 0,-1-1 0,1 0-1,-1 1 1,0-1 0,1 0 0,-1 1-1,0-1 1,0 0 0,0 1 0,0-1-1,-1 0 1,1 0 0,0 1 0,-1-4-1,-1 4 35,1 0 0,-1-1-1,0 1 1,1 0 0,-1 0-1,0 0 1,1 0 0,-1 0-1,0 0 1,0 0-1,0 1 1,0-1 0,0 1-1,0-1 1,0 1 0,0 0-1,0 0 1,0 0 0,0 0-1,0 0 1,-4 1-1,-16 1 526,-1 2-1,0 0 0,1 2 0,0 0 0,-37 16 0,14-1 438,-68 42 1,61-28-778,1 1 0,3 3 0,0 2 0,3 2 0,2 2 0,1 2 0,3 2 0,2 1 0,2 2 0,2 1 0,3 2 0,2 0 0,3 3 0,2 0 0,-28 112 0,30-72-102,-7 105 0,25-163-248,1 0 0,3 0 0,1 0 0,1 0 1,15 61-1,-14-85-14,1 0 1,1 0 0,0 0 0,1-1-1,1 0 1,0 0 0,1-1 0,19 24-1,-19-29 43,0 1-1,1-1 0,0-1 0,1 0 0,0 0 0,0-1 0,0 0 0,1-1 0,0-1 0,0 0 0,22 6 0,-2-4 91,0-1 0,1-1 1,-1-2-1,66-3 1,-28-5-16,90-19 0,-80 8 63,-1-5 1,-2-2 0,143-64 0,-161 57-127,0-3 0,-2-2-1,-2-2 1,-1-3 0,56-54 0,-73 58-24,-2-1-1,-2-1 1,-1-2-1,-2-1 1,28-51-1,-42 62-20,-2-1 0,0 0 0,-2-1 0,-2-1 0,-1 0 1,-1 0-1,-2-1 0,3-55 0,-8 36 26,-3 1-1,-2-1 1,-2 1 0,-3-1-1,-2 2 1,-2 0 0,-2 0 0,-29-62-1,30 85-46,-1 2 0,-2 0 0,0 1-1,-2 1 1,0 0 0,-2 2 0,-1 0 0,0 1-1,-2 1 1,0 2 0,-1 0 0,-1 2-1,0 0 1,-1 2 0,-1 1 0,0 1 0,-1 2-1,0 1 1,0 1 0,-1 1 0,0 2-1,-1 1 1,-51-1 0,82 5-12,-47 5 138,46-5-170,0 0 0,0 0 0,-1 0 0,1 0-1,0 1 1,0-1 0,0 0 0,-1 1 0,1-1 0,0 1 0,0-1-1,0 1 1,0-1 0,0 1 0,0 0 0,0 0 0,0-1 0,0 1 0,0 0-1,0 0 1,1 0 0,-1 0 0,0 0 0,1 0 0,-1 0 0,0 0 0,1 0-1,-1 0 1,1 1 0,0-1 0,-1 0 0,1 2 0,1-1-609,0 0 0,1 0 0,-1 0 0,0 0 0,1-1 0,0 1 0,-1 0 0,1 0 0,0-1 0,0 1 0,0-1 0,0 0 0,0 0 0,0 0 0,0 0 0,1 0 0,-1 0 0,0 0 0,0 0 0,5 0 0,23 5-6231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3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190 116 2689,'-13'-5'225,"0"-1"0,1 0 0,-14-10 0,-22-11-500,40 23 654,5 2 27,0 0 0,0 0 0,-1 1 0,1-1 0,0 1-1,0 0 1,-1 0 0,1 0 0,-1 0 0,1 0 0,-7-4 6880,4-9-3325,6 13-3743,-1 0 1,1 0-1,0 0 1,-1 0-1,0 0 1,1 0-1,-1 0 1,0 0-1,1 0 0,-1 0 1,0 0-1,0 0 1,0 1-1,0-1 1,0 0-1,0 1 1,0-1-1,0 1 0,0-1 1,-1 0-1,2 4 109,0 1 0,0-1 0,0 0 0,0 0-1,1 0 1,0 0 0,1 6 0,5 6 210,1 1 1,0-2-1,1 1 1,1-1-1,0 0 1,16 16-1,79 71 443,-82-80-656,307 293 770,-72-92-1094,-79-73 0,15 39 0,-43-38 0,121 94 0,-200-180 0,-10-15 0,3-2 0,85 47 0,-45-30 0,-58-31 0,52 47 0,-8-5 0,76 71 0,-122-103 0,-25-28 0,-17-18 0,-6-10 0,-1 5 68,0-1 0,0 1 0,-11-14 0,2 4-7812,11 15 5211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3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1773 149 7411,'1'-5'485,"1"1"0,-1 0-1,0-1 1,0 1 0,0-1-1,-1 1 1,0-1-1,0 1 1,0-1 0,0 1-1,-1-1 1,1 1 0,-1 0-1,-2-5 1,2 5-144,-1 1 1,0 0-1,0 0 1,0 0 0,-1 0-1,1 0 1,-1 0-1,1 0 1,-1 1-1,0 0 1,0-1-1,0 1 1,0 0-1,-1 0 1,1 1-1,0-1 1,-7-1-1,-14-5 682,0 2 0,-1 0 1,0 2-1,0 0 0,-46 1 0,-127 14 2257,192-10-3198,-408 59 2400,344-44-2493,0 3 0,2 3 0,-119 56 0,158-63 11,2 1 0,0 2 0,1 1 0,0 1 0,2 1 0,1 1 0,-39 46 0,36-33 0,1 2 0,3 0 0,0 1 0,3 1 0,-18 48 0,13-18 0,4 2 0,-17 99 0,3 142 0,31-264 0,3 0 0,1 0 0,16 90 0,-12-112 0,2 0 0,1 0 0,0 0 0,2-1 0,2 0 0,0-1 0,1 0 0,23 31 0,-4-16 0,1-2 0,2-1 0,2-2 0,61 46 0,-36-37 0,1-3 0,93 43 0,-113-64 0,1-3 0,0-1 0,1-2 0,0-3 0,1-1 0,0-2 0,65 1 0,-29-9 0,0-2 0,-1-4 0,109-24 0,-143 21 0,-1-3 0,-1-1 0,0-2 0,-1-2 0,-1-3 0,70-43 0,-84 45 0,0-2 0,-2-1 0,-1-2 0,0 0 0,-2-2 0,-1 0 0,-1-2 0,-2 0 0,32-56 0,-27 29 0,-2 0 0,-2-1 0,-3-1 0,-2-1 0,13-94 0,-20 79 0,-4-1 0,-2 0 0,-4 0 0,-12-84 0,7 118 0,-1 0 0,-3 0 0,0 1 0,-30-69 0,26 78 0,-2 1 0,-1 1 0,-1 0 0,-1 1 0,-2 1 0,-31-32 0,15 23 0,-2 1 0,-1 3 0,-1 1 0,-1 2 0,-2 1 0,0 3 0,-2 2 0,-1 1 0,-54-15 0,-20 3 0,65 20 0,2-3 0,-75-32 0,97 29-534,16 2-7165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5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72 4194,'-3'-11'1304,"2"-2"4752,1 0-794,41 15-3075,169-20-253,0 0 334,-211 23-2104,-1 0 0,0 0 0,0 0 0,0-1-1,-1 1 1,0 0 0,-4 5 0,2-1-79,-71 118 123,37-66-162,3 2-1,-32 77 0,65-133-94,0 0 0,0 0 0,1 1 0,0-1 1,1 1-1,-1-1 0,1 1 0,1 0 0,0-1 0,0 1 0,0 0 1,3 14-1,-2-21 315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5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4690,'0'-2'229,"0"0"0,0 1 1,0-1-1,0 1 0,0-1 0,0 1 0,1-1 0,-1 1 0,1-1 1,-1 1-1,1 0 0,-1-1 0,1 1 0,0 0 0,-1-1 0,1 1 1,0 0-1,0 0 0,0-1 0,0 1 0,0 0 0,0 0 0,1 0 0,-1 0 1,0 1-1,0-1 0,1 0 0,-1 0 0,0 1 0,1-1 0,-1 1 1,1-1-1,-1 1 0,1 0 0,2-1 0,4 1 891,0 0-1,0 0 0,0 1 1,0 0-1,11 4 0,-7-3 148,9 0-944,0-2 0,0 0 1,1-1-1,-1-1 0,-1-1 1,36-10-1,-6 2-153,-47 11-159,63-13 405,0 3 0,74-1 0,-127 14 595,-20 1 1865,-10-2-3752,2-7-9370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5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67 4562,'0'0'176,"1"-1"1,-1 1-1,0 0 1,1-1-1,-1 1 1,0 0-1,0-1 0,1 1 1,-1 0-1,0-1 1,0 1-1,0-1 0,1 1 1,-1 0-1,0-1 1,0 1-1,0-1 0,0 1 1,0 0-1,0-1 1,0 1-1,0-1 0,0 1 1,0-1-1,0 1 1,0 0-1,0-1 0,0 1 1,0-1-1,-1 1 1,1 0-1,0-1 1,0 1-1,0-1 0,-4-1 2428,8 7 434,-7-11 120,3 5-3159,0-1 0,-1 1 0,1 0 0,0 0 0,-1-1 1,0 1-1,1 0 0,-1 0 0,0 0 0,1 0 0,-1 0 1,0 0-1,0 0 0,0 0 0,0 0 0,0 0 1,0 0-1,0 0 0,-1 1 0,0-2 0,-11-3-21,0 0 0,-1 1 0,1 0 0,-1 1 0,0 1 0,0 0 0,0 1 0,0 0 0,-26 3 0,16 0 222,0 1 0,0 2 0,1 0-1,-46 17 1,66-20-143,-1 0-1,0 1 1,1-1-1,0 1 1,-1 0 0,1 0-1,0 0 1,0 0-1,1 1 1,-1-1-1,1 1 1,0 0-1,-1-1 1,2 1-1,-1 0 1,0 0-1,1 0 1,0 1 0,0-1-1,0 0 1,0 0-1,1 6 1,-2 3 45,1 0 1,1 1 0,1-1 0,-1 1-1,2-1 1,3 14 0,-2-13 33,-1-3-106,1 1 1,0-1 0,1 0-1,9 19 1,-12-27-1,0-2 0,0 1 0,0 0-1,1 0 1,-1 0 0,0 0 0,1-1 0,0 1 0,-1-1-1,1 1 1,0-1 0,0 0 0,0 0 0,0 1 0,0-1-1,0-1 1,0 1 0,0 0 0,0 0 0,1-1-1,-1 1 1,0-1 0,0 0 0,1 0 0,-1 0 0,0 0-1,0 0 1,1 0 0,-1 0 0,4-2 0,0 1-2,1-1 0,-1 0 1,0 0-1,0-1 0,0 1 1,0-1-1,-1-1 0,1 1 1,-1-1-1,0 0 0,0 0 1,0 0-1,0-1 0,-1 0 1,1 0-1,-1 0 0,-1 0 1,1-1-1,-1 1 0,0-1 1,0 0-1,-1 0 0,1 0 0,-1 0 1,1-10-1,0 6 74,2-7 377,0 0 0,10-21 0,-38 134 1907,-4 9-1476,4 1 1,-11 141-1,33-239-945,0 10 903,2-14-295,2-9-135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5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197 123 1905,'2'-6'984,"-1"0"-1,1 0 1,-1 0 0,0 0-1,0-1 1,-1 1 0,0 0 0,0-1-1,0 1 1,-1 0 0,0 0-1,0-1 1,-1 1 0,1 0 0,-1 0-1,-1 0 1,-3-6 0,6 11-871,-1 1 0,1-1 1,0 1-1,-1-1 0,1 1 1,-1 0-1,1-1 0,-1 1 1,1 0-1,-1 0 1,1-1-1,-1 1 0,1 0 1,-1 0-1,1 0 0,-1 0 1,1-1-1,-1 1 0,1 0 1,-1 0-1,1 0 0,-1 0 1,0 0-1,1 0 0,-1 1 1,1-1-1,-1 0 1,1 0-1,-1 0 0,1 0 1,-1 1-1,1-1 0,-1 0 1,1 1-1,-1-1 0,1 0 1,-1 1-1,1-1 0,0 0 1,-1 1-1,1-1 1,0 1-1,-1-1 0,1 1 1,0-1-1,-1 1 0,1 0 1,-22 31 1890,16-22-1440,-11 19 31,0 1 1,2 0-1,1 1 1,2 0-1,-12 43 1,11-18-319,3 1 0,-5 74 0,15-116-965,6-27-3372,3-8-348,29-23-9670,-18 24 8456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1:5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93 7251,'33'-25'4794,"-2"1"3157,-48 33-2064,-17 2-3257,-10 5-1633,31-9-821,0 0 0,0 0 0,0 1 0,1 0 0,1 1 0,-1 1 0,1 0 0,-17 20 0,23-24-166,1 1 1,-1 0-1,1 0 0,0 0 0,1 0 1,0 1-1,0-1 0,1 1 0,0 0 0,0 0 1,0 0-1,1 0 0,0 0 0,1 0 1,0 0-1,0 0 0,3 13 0,-2-14 21,0 0 0,1 0-1,0 0 1,0-1-1,1 1 1,0 0 0,0-1-1,1 0 1,-1 0-1,1 0 1,1 0 0,-1 0-1,1-1 1,0 0-1,0 0 1,0 0 0,11 6-1,-8-6-13,-1-2-1,1 1 1,0-1-1,1 0 1,-1-1-1,0 0 0,1 0 1,-1 0-1,1-1 1,0-1-1,-1 0 1,1 0-1,-1 0 1,13-3-1,-12 1-16,0 0 1,-1 0-1,1-1 0,-1 0 1,0-1-1,0 1 0,0-2 0,0 1 1,-1-1-1,1 0 0,-1-1 1,-1 1-1,1-2 0,-1 1 0,0-1 1,0 1-1,-1-2 0,0 1 1,0-1-1,-1 1 0,5-11 1,-3 4 8,-1 0 0,-1 0 0,0 0 0,-1 0 0,0 0 0,-1-1 1,-1 1-1,0-1 0,-1 1 0,-1-1 0,0 0 0,-5-19 0,4 27 22,0 1 0,0-1 0,-1 1 0,0-1 0,0 1 0,0 0 0,-1 1 0,0-1 0,0 0 0,-1 1 0,1 0 0,-1 0 1,0 0-1,-1 1 0,1 0 0,-1 0 0,-7-4 0,5 3-31,0 1 1,-1 1-1,1-1 1,-1 2-1,1-1 1,-1 1 0,0 0-1,0 1 1,0 0-1,0 0 1,0 1-1,-16 2 1,40 0-3482,15-3-3656,-3-6 899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117 365 4930,'0'0'219,"0"-1"-1,0 1 0,1 0 1,-1 0-1,0 0 1,1 0-1,-1 0 1,0 0-1,0 0 0,1 0 1,-1 0-1,0 0 1,1 0-1,-1 0 0,5 3 4151,-5-3-4151,0 0 0,0 0 1,1 1-1,-1-1 1,0 0-1,0 0 0,0 1 1,0-1-1,0 0 1,0 1-1,2 23 3968,-8 29-1913,5-51-2088,-91 424 4755,86-399-4727,5-22-158,0 1 0,0-1 0,0 1 0,0-1 0,-1 1 0,0-1 0,-1 0 0,1 0 0,-5 7 1,5-36 464,3-16-865,3 0 0,1 0 1,2 1-1,1 0 0,3 0 1,26-64-1,-9 38-82,4 1-1,76-115 1,-73 130 406,54-60 1,-74 93 11,0 1-1,1 0 1,1 1 0,0 1 0,1 0-1,0 2 1,23-12 0,-37 21 16,0 1-1,0-1 1,0 1-1,1-1 1,-1 1-1,0 0 1,0 1-1,1-1 1,-1 1-1,0 0 1,1 0-1,-1 0 1,0 0-1,1 1 1,-1 0-1,7 2 0,-8-2 28,0 1-1,0 0 0,-1 0 1,1 0-1,0 0 0,-1 0 1,1 1-1,-1-1 0,0 1 0,0 0 1,0-1-1,0 1 0,0 0 1,-1 0-1,1 0 0,-1 0 1,0 1-1,0-1 0,0 0 0,0 1 1,0 4-1,1 1 59,-1 1 1,0-1-1,-1 1 1,0 0-1,0-1 1,-1 1-1,0-1 0,-1 0 1,0 1-1,0-1 1,-1 0-1,-1 0 1,1 0-1,-1 0 0,-6 8 1,2-5 36,0-1 0,-1 0 0,-1 0 0,0-1 0,0 0 0,-1 0 0,0-2 0,-1 1 0,-18 9 0,-18 7 213,-83 30-1,80-36-77,-73 39 1,123-57-236,-1-1 0,1 1 1,-1 0-1,1 0 1,-1-1-1,1 1 0,0 0 1,-1 1-1,1-1 1,0 0-1,0 0 1,0 0-1,0 1 0,0-1 1,0 1-1,0-1 1,0 1-1,1-1 1,-1 1-1,0 1 0,1-2 75,1 1-1,-1-1 0,1 1 0,0-1 1,-1 1-1,1-1 0,0 1 0,0-1 1,0 0-1,0 1 0,0-1 0,0 0 1,0 0-1,0 0 0,1 0 0,-1 0 1,0 0-1,1 0 0,-1 0 0,0-1 1,3 2-1,161 92 998,111 71-1183,-272-162 82,5 3 0,0 0 0,0 0 0,1 0 0,0-2 0,19 8 0,-27-13 539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147 371 3057,'1'0'586,"0"0"0,0 0 0,0 0-1,0 0 1,0 1 0,-1-1 0,1 0 0,0 0-1,0 1 1,0-1 0,0 0 0,0 1-1,0-1 1,0 1 0,-1 0 0,1-1-1,0 1 1,0-1 0,-1 1 0,1 0-1,0 0 1,-1-1 0,1 1 0,-1 0 0,2 1-1,-1 1 7,-1 0-1,1-1 0,0 1 0,-1 0 0,1 0 1,-1 0-1,0-1 0,0 1 0,0 4 1,-2 8 58,0 1 1,-8 24-1,7-32 235,-19 68 111,-4 0-1,-51 105 0,75-177-988,0 2 13,-1-1 0,0 0 0,0 0 0,0 0 1,-7 6-1,9-13-22,0-1 0,1 0 0,-1 0 1,0 0-1,1 0 0,0 1 0,-1-1 1,1-3-1,2-26-367,1 1 1,1 0 0,1 0 0,18-56-1,55-117-1383,-55 150 1315,2 2-1,49-77 1,-62 112 431,0-1 0,2 2 0,0 0 1,1 0-1,0 2 0,1 0 0,0 0 0,2 2 0,-1 0 0,26-12 1,-38 21 23,1 0 1,0 1 0,0 0 0,0 0 0,0 1-1,0 0 1,0 0 0,1 0 0,-1 1 0,9 0 0,-12 0 24,-1 1 0,1-1 1,0 1-1,0 0 0,-1 0 1,1 0-1,0 0 1,-1 1-1,1-1 0,-1 1 1,0-1-1,1 1 0,-1 0 1,0 0-1,0 0 0,0 0 1,0 0-1,-1 1 1,1-1-1,-1 0 0,1 1 1,-1-1-1,0 1 0,1 2 1,2 4 68,-1 0 0,0 0 0,-1 0 1,0 0-1,0 1 0,-1-1 0,0 0 1,-1 1-1,0-1 0,-1 1 0,1-1 1,-2 0-1,-3 14 0,1-10 5,-1-1-1,0 0 1,-1 0-1,0 0 0,-1-1 1,0 0-1,-1-1 1,-15 18-1,-3-4-23,0 0 0,-2-2-1,-1-1 1,-1-1 0,0-1-1,-39 16 1,23-14 17,27-13 0,0 1 0,0 0 1,0 2-1,-25 19 1,42-29-76,1 0 0,0 1 0,0-1 1,0 0-1,0 0 0,0 1 0,0-1 0,1 1 1,-1-1-1,0 1 0,1-1 0,-1 1 1,1-1-1,-1 1 0,1-1 0,0 1 1,0 0-1,0-1 0,0 1 0,0-1 1,0 1-1,0 0 0,0-1 0,1 1 0,-1-1 1,1 1-1,-1-1 0,1 1 0,-1-1 1,1 1-1,0-1 0,0 1 0,0-1 1,0 0-1,2 3 0,5 5 268,0 0 0,0 0 0,19 14 0,-15-13-401,5 4 98,1 0 0,1-1 0,0-1 0,1 0 0,34 13 0,108 29 0,-125-43 0,-30-10 0,-1 2 0,0-1 0,0 0 0,0 1 0,-1 0 0,1 1 0,-1-1 0,8 7 0,-12-18-1090,7-8-11842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 7411,'-13'9'7780,"5"-3"-6003,-1-2 784,5-4 720,4-2-1776,4 4-496,5-2 879,4 0-95,2 0-592,8 0-817,3-2-96,0-2-208,0 2-80,2 0-160,2-3-1921,0-1-1232,11-1-2658,13-1-5682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823 29 7075,'9'-7'4033,"8"-14"11510,-31 26-14543,8-3-382,-216 71 3687,-26 10-4112,197-64-193,-98 39 0,122-46 0,0 2 0,1 0 0,-27 21 0,51-34 0,0-1-1,1 1 1,-1 0 0,1 1-1,-1-1 1,1 0 0,-1 0 0,1 1-1,0-1 1,-1 0 0,1 1-1,0 0 1,0-1 0,0 1-1,1-1 1,-1 1 0,0 0 0,0 0-1,1 0 1,-1-1 0,1 1-1,0 0 1,0 0 0,-1 0-1,1 0 1,0 0 0,1 0 0,-1-1-1,1 4 1,0-2-21,1 0 0,0 0 0,0 0 0,1-1-1,-1 1 1,1-1 0,-1 1 0,1-1 0,0 0 0,0 0 0,-1 0 0,2-1 0,-1 1-1,0-1 1,4 2 0,36 11-293,0-1 0,0-3 0,74 9 1,-66-12-24,-1 1 1,62 21-1,-106-27 364,0 0 0,0 0 0,0 1 0,-1 0 0,1 0 0,7 6 0,-12-8 7,0-1 1,0 1-1,0 0 0,-1 0 0,1 0 0,0 0 0,-1 0 0,1 0 0,0 0 0,-1 0 0,1 0 1,-1 0-1,0 0 0,1 0 0,-1 0 0,0 1 0,1-1 0,-1 0 0,0 0 0,0 0 0,0 0 1,0 1-1,0-1 0,-1 0 0,1 0 0,0 0 0,0 0 0,-1 0 0,1 1 0,-1-1 1,1 0-1,-1 0 0,1 0 0,-1 0 0,0 0 0,1 0 0,-1-1 0,0 1 0,0 0 0,-1 1 1,-19 17 128,0-1 1,-2-1 0,0 0 0,-1-2 0,-37 18-1,24-13-121,-17 8-107,-21 12 0,31-10-3223,56-33-5318,13-10 1517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16247,'-3'23'3538,"-9"5"-897,-10 5 1793,-2-1-1520,3 4-1890,4-5-768,2-4-256,6-5-352,5-7-1217,2-6-1744,-1-3-1585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14 18328,'17'-11'3154,"-13"9"-3058,-14 13 2081,-5 8-480,2 11-1697,-2 9-689,2 6-975,4 2-2883,5-2-5153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15671,'-16'2'4100,"0"0"0,-20-2 0,33 0-3127,5 32 2621,1 0-3391,-2-18-200,0-1 1,0 1 0,2-1 0,-1 0-1,2 0 1,8 21 0,-12-33-53,1 1 0,1-1 0,-1 0 0,0 1 0,0-1 0,0 0 0,1 0 0,-1 0 0,0 0 0,1 0 0,-1-1 0,1 1 0,-1 0 0,1-1 0,-1 1 0,1-1 0,0 1 0,-1-1 0,1 0 0,0 0 0,-1 0 0,1 0 0,0 0 0,-1 0 0,1 0 0,0 0 0,-1-1 0,1 1 0,-1 0 0,1-1 0,0 0 0,-1 1 0,3-3 0,10-2-622,-2-2-1,25-15 0,-26 15 367,25-14-148,-15 10 703,0-2 1,-1 0 0,33-29 0,-51 44-670,0 0 1,0 0-1,0 0 0,0 1 1,0-1-1,-1 0 0,1 1 1,2 5-1,-4-8 148,3 6-1128,1 0 1,-1 0 0,1-1 0,0 0 0,0 0 0,1 0-1,0 0 1,0 0 0,0-1 0,0 0 0,0 0-1,8 3 1,25 7-2580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1069 44 7748,'0'-2'520,"0"1"1,0-1 0,0 1 0,0 0 0,-1-1 0,1 1 0,-1-1 0,1 1 0,-1-1-1,1 1 1,-1 0 0,0 0 0,1-1 0,-1 1 0,0 0 0,0 0 0,0 0-1,0 0 1,0 0 0,0 0 0,-1 0 0,0-1 0,-2 0 204,0 0-1,0 1 1,0-1 0,0 1-1,0 0 1,0 0 0,-8-1-1,-2 1 256,0 0 0,0 2 0,-25 2 0,24 0-672,1 0-1,0 1 0,0 1 1,-21 9-1,31-12-295,-1 0 1,1 0-1,0 1 1,-1-1-1,1 1 1,0 0-1,1 0 1,-1 0-1,0 1 1,1 0-1,0-1 0,0 1 1,0 0-1,0 0 1,1 1-1,0-1 1,-3 5-1,5-8-22,0 1 0,-1-1 0,1 0 0,0 0-1,0 1 1,-1-1 0,1 0 0,0 0 0,0 1 0,0-1-1,1 0 1,-1 0 0,0 1 0,0-1 0,1 0-1,-1 0 1,1 1 0,-1-1 0,1 0 0,-1 0 0,1 0-1,0 0 1,-1 0 0,1 0 0,0 0 0,1 1 0,1 0-48,-1-1 0,1 0 0,-1 1 0,1-1 1,-1-1-1,1 1 0,-1 0 0,1 0 1,0-1-1,0 0 0,4 1 0,4-1-237,0-1 0,0 0 1,-1-1-1,1 0 0,13-4 0,-14 3 288,0-1-1,0-1 1,0 0 0,-1 0-1,1 0 1,-1-1 0,15-14-1,-46 44 169,0 1-1,2 1 1,2 1-1,0 0 1,2 2-1,0 0 1,-12 36-1,-63 225 1023,23-62-309,60-204-740,-1-1 0,-1-1 0,-2 1 0,0-2 0,-1 1 0,-23 27 0,30-42-121,-1-1-1,1 0 1,-1 0-1,0-1 1,0 0-1,0 0 1,-1 0-1,1-1 1,-13 5-1,14-7-15,0 0 0,0-1 0,-1 0 0,1 0-1,-1 0 1,1-1 0,-1 0 0,1 0 0,0-1 0,-1 0 0,1 0-1,-1 0 1,1-1 0,-8-2 0,-7-5 0,0-1 0,1-1 0,0 0 0,1-1 0,0-2 0,-22-19-1,8 2-161,2-1 0,-35-45-1,50 58-204,1-1 0,2-1 0,-22-42 0,32 57 66,1-1 1,-1 0-1,2 1 0,-1-1 0,1 0 1,0 0-1,0 0 0,0-9 1,2 12-76,-1 0 1,1 0-1,-1 0 1,1 1-1,0-1 1,1 0 0,-1 0-1,1 1 1,-1-1-1,1 1 1,0-1-1,1 1 1,-1 0 0,0 0-1,6-5 1,1 0-1376,0 1 0,1 1 0,-1 0 0,2 0 0,-1 0 0,18-5 0,32-11-6060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0 17656,'-10'10'2684,"2"0"0,0 1 0,-11 16 0,-30 71 1337,24-42-3667,-57 93-356,45-86-92,3 1-1,-42 113 1,75-172-292,0 0 0,0 0 0,0 0 0,0 0 0,1 0 0,0 0 0,0 1 0,0-1 0,1 0 0,-1 0 0,4 8 0,-4-12 182,0-1 0,0 1-1,0-1 1,0 1 0,1-1 0,-1 1 0,0 0-1,1-1 1,-1 1 0,0-1 0,1 0-1,-1 1 1,0-1 0,1 1 0,-1-1 0,1 1-1,-1-1 1,1 0 0,-1 0 0,1 1-1,-1-1 1,1 0 0,-1 0 0,1 1 0,0-1-1,-1 0 1,1 0 0,-1 0 0,1 0 0,-1 0-1,1 0 1,0 0 0,-1 0 0,1 0-1,-1 0 1,1 0 0,0 0 0,-1 0 0,1-1-1,0 1 1,2-1-1342,15-2-6428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58 9172,'-15'2'9133,"8"5"-3447,7-6-5460,0 0 1,-1 0-1,1 0 1,0 0-1,0 1 1,0-1-1,1 0 1,-1 0-1,0 0 1,0 0-1,1 0 1,-1 0-1,0 0 1,1 0-1,-1 0 1,1 0-1,0 2 1,3 2-182,0 0-1,0 0 1,0 0 0,0-1 0,1 1-1,6 4 1,-6-6-45,0 0-1,0 0 1,0-1 0,0 0-1,1 0 1,-1 0 0,0-1-1,1 0 1,0 0-1,-1 0 1,1-1 0,0 1-1,-1-1 1,11-2 0,-12 2-22,1-1 0,-1 0 1,1 0-1,-1-1 1,0 1-1,0-1 0,0 0 1,0 0-1,0 0 1,0-1-1,0 1 0,-1-1 1,1 0-1,-1 0 1,0 0-1,0-1 0,0 1 1,0-1-1,2-3 0,-4 5 23,0 0 0,0 1-1,0-1 1,-1 0-1,1 1 1,-1-1 0,1 0-1,-1 0 1,1 0 0,-1 1-1,0-1 1,0 0-1,0 0 1,0 0 0,0 0-1,0 0 1,-1 1-1,1-1 1,0 0 0,-1 0-1,-1-3 1,0 2 35,0 1 1,0-1 0,0 0-1,0 1 1,0 0-1,-1-1 1,1 1 0,-1 0-1,0 0 1,1 1 0,-6-3-1,-1-1 209,0 1 1,-1 1-1,1 0 0,-1 0 0,0 1 0,0 0 1,-13 0-1,15 2-47,-1 0 0,0 1-1,0 0 1,1 0 0,-1 1 0,1 0 0,-1 0-1,1 1 1,0 0 0,0 1 0,-9 5 0,13-7-197,1 0 0,0 0 1,0 1-1,-1 0 0,1 0 1,1 0-1,-1 0 0,0 0 1,1 0-1,0 1 1,0-1-1,0 1 0,0-1 1,0 1-1,1 0 0,-1 0 1,1 0-1,0 0 0,1 0 1,-1 0-1,0 0 1,1 0-1,0 0 0,0 0 1,1 7-1,1-1-8,0 1-1,0-2 1,1 1-1,1 0 1,-1 0-1,11 17 1,-9-19-433,0 0 0,1 0 1,0 0-1,0-1 0,1 0 0,-1-1 1,12 9-1,-10-10-669,-1 0 0,1-1 0,0 1 0,0-2 0,0 1 1,0-1-1,1 0 0,0-1 0,-1 0 0,1-1 0,17 2 0,44-4-8538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257 399 9220,'-13'7'1507,"0"0"-1,0 1 1,0 0-1,1 1 0,0 0 1,-13 14-1,18-15-760,1-1-1,1 1 0,-1 0 1,1 1-1,0-1 1,1 1-1,0 0 1,1 0-1,-1 0 0,-2 18 1,-11 89 2399,15-87-2908,-2-1-1,0 0 1,-2 0 0,-1-1 0,-1 0-1,-17 38 1,24-63-235,0 0-1,0 0 1,0-1-1,0 1 1,0-1-1,0 1 1,0-1 0,0 1-1,-1-1 1,1 0-1,-3 2 1,4-3-9,0 0 0,-1 0 0,1 1 0,0-1 1,-1 0-1,1 0 0,0-1 0,0 1 0,-1 0 0,1 0 0,0 0 0,-1 0 1,1 0-1,0 0 0,0 0 0,-1 0 0,1 0 0,0-1 0,-1 1 0,1 0 1,0 0-1,0 0 0,0-1 0,-1 1 0,1 0 0,0 0 0,0 0 0,0-1 1,0 1-1,-1 0 0,1 0 0,0-1 0,0 1 0,0 0 0,0-1 0,0 1 1,0 0-1,0 0 0,0-1 0,-1-4-108,0 0 0,0-1 1,1 1-1,0 0 0,0 0 1,0 0-1,2-7 0,4-16-361,1-1 1,2 1-1,1 1 0,1-1 1,17-30-1,4 3-816,51-70 1,-33 58 714,4 3 0,76-72 0,-89 98 483,1 3 0,2 2 0,1 1 0,71-37 0,-106 64 167,57-25 512,-63 28-432,1 1 1,-1 0-1,1 0 0,0 0 1,-1 0-1,1 1 1,0-1-1,0 1 0,-1 1 1,1-1-1,0 0 0,6 3 1,-9-3-63,-1 1 0,1 0 0,-1 0 0,0 0 0,1 0 0,-1 0 0,0 0 0,1 0 0,-1 0 0,0 0 1,0 1-1,0-1 0,0 0 0,0 1 0,0-1 0,-1 1 0,1-1 0,0 1 0,-1-1 0,1 1 0,-1-1 0,0 1 0,1 0 0,-1-1 0,0 1 1,0 0-1,0-1 0,0 1 0,0 0 0,0-1 0,-1 1 0,1 0 0,-1-1 0,1 1 0,-2 2 0,-1 7 263,-1-1 0,0 0 0,-1-1 0,-7 13-1,1-6-217,-1 1 0,-1-2 0,0 0-1,-1 0 1,-1-2 0,0 0-1,-1 0 1,-34 20 0,-10 0-238,-81 32 1,90-42 195,4-3-94,4-2 0,1 1 0,1 2 0,-74 51 0,110-68 0,0 0 0,0 0 0,0 1 0,1 0 0,0-1 0,0 2 0,0-1 0,0 0 0,1 1 0,0 0 0,0 0 0,-3 8 0,5-10 0,1 1 0,-1-1 0,1 0 0,-1 1 0,1-1 0,1 1 0,-1-1 0,1 0 0,-1 1 0,1-1 0,0 0 0,1 0 0,-1 0 0,1 0 0,0 0 0,0 0 0,0 0 0,0 0 0,4 3 0,4 5 0,0-1 0,0-1 0,1 0 0,0 0 0,1-1 0,0 0 0,1-1 0,-1-1 0,2 0 0,-1-1 0,24 8 0,-13-6 0,0-1 0,1-2 0,0 0 0,0-1 0,0-2 0,26 0 0,-39-2-119,-1 0 0,1-1 0,-1 0 1,1 0-1,-1-1 0,0-1 0,0 0 0,0-1 0,0 0 1,17-9-1,-20 4-5068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1825,'1'-1'1460,"6"-4"2212,0 0-1,1 1 1,-1 0 0,1 0 0,16-5 0,-23 9-3444,-1 1 0,0 0 0,1-1 0,-1 1 0,0 0 0,0-1 0,1 1 0,-1 0 0,0 0 0,0-1 0,0 1 0,0 0 0,0-1 0,0 1 0,0 0 0,0 0 0,0-1 0,0 1 0,0 0 0,-1-1 0,1 1 0,0 0 0,0-1 0,-1 1 0,1 0 0,-1-1 0,0 2 0,-9 25 762,6-16-978,-1-1 0,2 1 0,-1 0 0,2 1 0,-1-1 0,0 14 0,3-23-12,0 1-1,0-1 1,0 0 0,0 0 0,0 0 0,1 0 0,-1 1-1,1-1 1,-1 0 0,1 0 0,0 0 0,0 0 0,0 0-1,0 0 1,0 0 0,0-1 0,0 1 0,1 0 0,-1-1 0,1 1-1,-1-1 1,1 1 0,0-1 0,0 1 0,-1-1 0,1 0-1,0 0 1,0 0 0,0 0 0,0-1 0,0 1 0,0 0-1,1-1 1,-1 1 0,0-1 0,0 0 0,0 0 0,0 0-1,1 0 1,2 0 0,6-1 0,-1 0 0,1-1 0,-1 0 0,1 0 0,-1-1 0,0-1 0,0 0 0,0 0 0,11-7 0,-9 4 0,0-1 0,0 0 0,0-1 0,-1 0 0,0-1 0,11-14 0,-19 22 0,-1-1 0,0 0 0,0 0 0,0 0 0,0 0 0,0 0 0,-1 0 0,1-1 0,-1 1 0,0-1 0,0 1 0,0-1 0,0 1 0,0-8 0,-2 9 0,1 0 0,-1-1 0,1 1 0,-1 0 0,0 0 0,0 0 0,0 0 0,0 0 0,0 0 0,0 0 0,-1 1 0,1-1 0,0 0 0,-1 1 0,0-1 0,1 1 0,-1-1 0,0 1 0,0 0 0,0-1 0,0 1 0,0 0 0,0 0 0,0 1 0,-2-2 0,-5 0-56,0-1 0,1 1 0,-1 1 0,0 0-1,0 0 1,0 1 0,0 0 0,0 0 0,0 1 0,1 0 0,-1 1 0,-15 4-1,-17 12-3964,8 6-5072,27-15 1423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1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3 17704,'-4'-1'651,"-1"1"-1,0-1 1,0 1-1,0 0 1,0 0-1,0 0 1,0 1-1,1 0 1,-1 0-1,0 0 1,0 0-1,-5 3 1,-4 2 1059,0 1 0,-21 13 1,12-5-1629,1 1 0,0 2 0,2 0 0,0 1-1,1 1 1,1 1 0,1 0 0,1 1 0,1 1 0,1 1 0,1 0 0,0 1 0,3 0 0,0 1 0,1 0 0,1 0 0,-7 50 0,12-45-562,-8 44 1147,-3-41-3595,13-31 1936,-1 0 0,0 0 0,0 0 0,0-1 0,-1 1 0,1-1 0,-5 5 0,-6-1-6785,0-7-2006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0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13622,'3'-3'700,"0"1"0,-1 0 0,1-1 0,0 1-1,0 0 1,0 1 0,1-1 0,-1 0 0,0 1 0,1 0-1,-1 0 1,1 0 0,-1 0 0,1 0 0,3 0-1,62-1 3297,-48 3-3269,256 12 2400,-91-1-3029,-94-8-98,-90-1 0,-8 3 0,-11 3 0,-24 10 0,-102 54 0,124-62 0,1 0 0,1 2 0,0 0 0,1 1 0,-21 22 0,35-34 0,1 0 0,-1-1 0,1 1 0,-1 1 0,1-1 0,-1 0 0,1 0 0,0 0 0,0 1 0,0-1 0,1 1 0,-1-1 0,0 0 0,1 1 0,0 0 0,-1-1 0,1 5 0,1-5 0,-1-1 0,1 1 0,0-1 0,0 0 0,0 1 0,-1-1 0,1 0 0,0 0 0,0 0 0,1 0 0,-1 0 0,0 0 0,0 0 0,1 0 0,-1 0 0,0 0 0,1 0 0,-1-1 0,1 1 0,-1-1 0,0 1 0,1-1 0,0 0 0,-1 1 0,1-1 0,-1 0 0,1 0 0,-1 0 0,1 0 0,1-1 0,14 1 0,-1-1 0,1-1 0,-1 0 0,1-2 0,27-8 0,78-36 0,-112 44 0,3-2 0,0 0 0,-1-1 0,13-9 0,-21 13 0,-9 4 0,-10 9 0,12-4-35,0-1 0,0 0 1,1 1-1,0-1 0,0 1 0,0 0 0,0 0 0,1 0 1,0 0-1,1 0 0,-1 0 0,1 0 0,0 0 1,0 0-1,1 0 0,2 10 0,-2-11-788,1 1-1,-1-1 0,1 1 0,1-1 1,-1 0-1,4 6 0,-4-9 227,-1 0-1,1 0 0,-1-1 0,1 1 0,0 0 0,0-1 0,0 0 0,0 1 0,0-1 1,0 0-1,0 0 0,0 0 0,0 0 0,1 0 0,-1 0 0,0-1 0,1 1 0,2-1 1,26 2-7522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0 19593,'-4'0'2705,"-9"11"-512,-15 6 3026,-8 9-2162,-1 8-3057,-4 12 0,3 1 0,5 4 0,7 1 0,5-5 0,2 3 0,-1-7 0,1-2 0,-3-5 0,-3-6-3185,-3-6-2162,2-11-3121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2577,'27'-3'12124,"1"4"-5610,7 3-2449,16 5-2362,1-1-406,132 10 112,40 5-783,-223-23-622,4 1 86,0 0 0,0 0 0,0 0-1,1 0 1,-1 1 0,6 3 0,-10-4-56,0-1 1,0 1-1,-1-1 1,1 1 0,0 0-1,-1 0 1,1-1 0,-1 1-1,1 0 1,-1 0-1,0 0 1,1 0 0,-1-1-1,0 1 1,1 0-1,-1 0 1,0 0 0,0 0-1,0 0 1,0 0-1,0 0 1,0 0 0,0 0-1,0 0 1,0 0 0,0-1-1,-1 1 1,1 0-1,0 0 1,-1 0 0,1 0-1,0 0 1,-1-1-1,1 1 1,-1 0 0,0 0-1,1-1 1,-1 1 0,-1 1-1,-46 67 439,-24 39-511,64-94-170,-14 25-715,5-22-4661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 19417,'-7'-2'1521,"-1"4"-785,-3 5 3362,0 8-1761,1 9-2241,-3 8-96,0 4-1105,0 7-1728,2 5-2353,-2 1-4931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79 11525,'-20'-8'4094,"0"2"-1,-31-7 0,30 9-2214,1 2 0,-40-1 0,49 3-1761,-1 0 1,0 1-1,1 1 0,-1 0 1,1 0-1,0 1 0,-1 1 1,1 0-1,1 0 0,-1 1 1,1 0-1,-1 1 0,2 0 1,-15 12-1,21-15-134,-1 1 0,1-1-1,0 1 1,0 0 0,0 0 0,1 0 0,-1 0 0,1 0-1,0 0 1,0 1 0,1-1 0,-1 1 0,1 0-1,0-1 1,1 1 0,-1 0 0,1 0 0,-1-1 0,1 1-1,1 0 1,-1 0 0,1-1 0,0 1 0,0 0 0,0-1-1,1 1 1,-1 0 0,1-1 0,0 0 0,5 8 0,-4-6-25,1-1 1,0 1-1,0-1 1,0 0-1,1 0 0,0-1 1,0 1-1,0-1 1,0 0-1,1 0 1,-1-1-1,1 0 1,0 0-1,0 0 1,0-1-1,1 1 1,-1-1-1,1-1 1,-1 0-1,1 1 1,11-1-1,-10-2 54,1 0-1,-1-1 0,0 1 1,0-2-1,1 1 0,-2-1 1,1 0-1,0-1 0,-1 0 1,1 0-1,-1-1 0,0 0 1,-1 0-1,1 0 0,-1-1 1,0 0-1,0 0 0,-1-1 1,9-13-1,-9 12 61,0 1 0,-1-1-1,0 0 1,0 0 0,-1 0 0,0 0-1,-1-1 1,0 0 0,0 1 0,-1-1 0,0 0-1,0 0 1,-1 1 0,0-1 0,-1 0-1,0 0 1,0 0 0,-1 1 0,-3-10-1,4 15-154,-1 0 0,1 0-1,-1-1 1,0 1-1,0 0 1,0 1-1,0-1 1,0 0-1,-1 0 1,0 1-1,1 0 1,-1-1-1,0 1 1,0 0 0,0 1-1,0-1 1,0 0-1,0 1 1,-1-1-1,1 1 1,-1 0-1,1 0 1,-1 1-1,1-1 1,-1 1-1,1 0 1,-1 0 0,1 0-1,-1 0 1,1 0-1,-1 1 1,-6 1-1,2 0-877,-1 0 1,0 1-1,1 0 0,-1 0 0,-9 6 0,11-5-865,0 0-1,0 1 1,1-1-1,-1 2 1,-7 7 0,-5 12-6731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32:2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11365,'54'-6'12498,"-48"7"-11324,0-1 1,1 1 0,-1 0-1,0 0 1,12 5-1,-14-5-911,0 1-1,0 0 1,0 0 0,-1 0-1,1 0 1,-1 1-1,0 0 1,1-1-1,3 6 1,-4-5-340,-1 1 0,1 0 0,-1 0 0,1 0 0,-1 0 1,-1 1-1,1-1 0,-1 0 0,3 9 0,-3-4 77,0 0 0,0 1 0,-1-1 0,0 0 0,0 1 0,-1-1 0,0 0 0,-5 17 0,4-20 0,1-1 0,-2 1 0,1-1 0,0 0 0,-1 0 0,0 0 0,0 0 0,0-1 0,-1 1 0,0-1 0,1 0 0,-1 0 0,-1 0 0,1 0 0,-9 5 0,-1-5 0,13-14 0,17-18 0,3 5 0,1 0 0,1 1 0,1 1 0,1 1 0,1 1 0,0 1 0,2 1 0,0 2 0,0 0 0,2 2 0,-1 1 0,56-16 0,-81 27 0,1 0 0,0 1 0,-1-1 0,1 1 0,0-1 0,0 1 0,0 0 0,-1 0 0,1 1 0,0-1 0,0 1 0,3 0 0,-5 0 0,1 0 0,-1 0 0,0 0 0,0 0 0,0 0 0,0 0 0,0 0 0,0 0 0,0 1 0,-1-1 0,1 0 0,0 1 0,-1-1 0,1 0 0,-1 1 0,1-1 0,-1 1 0,1-1 0,-1 1 0,0-1 0,0 0 0,0 1 0,0 2 0,-1 41 0,-1-1 0,-3 0 0,-13 59 0,16-100-219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1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12 3073,'0'0'1649,"-78"-11"-2001,72 15-528,2 5-401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2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39 3714,'-28'4'933,"1"1"490,2 1 6484,26-2-2902,-1 9-2074,0-13-2884,0 0 0,0 0-1,0 1 1,0-1 0,0 0-1,1 0 1,-1 0 0,0 1-1,0-1 1,0 0 0,0 0 0,0 0-1,0 1 1,0-1 0,0 0-1,1 0 1,-1 0 0,0 0-1,0 1 1,0-1 0,0 0-1,0 0 1,1 0 0,-1 0-1,0 0 1,0 0 0,0 1-1,1-1 1,-1 0 0,0 0-1,0 0 1,0 0 0,1 0-1,-1 0 1,0 0 0,0 0-1,0 0 1,1 0 0,-1 0-1,0 0 1,0 0 0,0 0-1,1 0 1,-1 0 0,0 0-1,0-1 1,0 1 0,1 0-1,-1 0-31,0 0-1,0 0 0,0 1 0,0-1 1,0 0-1,-1 0 0,1 0 0,0 0 1,0 0-1,0 0 0,0 0 0,0 1 1,0-1-1,0 0 0,0 0 0,0 0 1,0 0-1,0 0 0,0 0 0,0 1 1,1-1-1,-1 0 0,0 0 0,0 0 1,0 0-1,0 0 0,0 0 0,0 0 1,0 0-1,0 1 0,0-1 0,0 0 1,0 0-1,0 0 0,1 0 0,-1 0 1,0 0-1,0 0 0,0 0 0,0 0 1,0 0-1,0 0 0,0 0 0,0 0 1,1 0-1,-1 0 0,0 0 0,0 0 1,0 0-1,0 0 0,0 0 0,0 0 1,1 0-1,-1 0 0,0 0 0,0 0 1,0 0-1,0 0 0,0 0 0,0 0 1,0 0-1,1 0 0,-1 0 0,0 0 1,0 0-1,0 0 0,0 0 1,0 0-1,0-1 0,12 2 624,-12-1-878,2 0 241,0 0 0,1 0 0,-1 0 0,0 0 0,0 1 1,0-1-1,1 0 0,-1 1 0,0 0 0,0-1 0,0 1 0,0 0 1,0 0-1,0 0 0,0 0 0,0 0 0,0 1 0,-1-1 0,1 1 1,-1-1-1,1 1 0,-1-1 0,1 1 0,-1 0 0,0 0 0,1 0 1,-1 0-1,0 0 0,-1 0 0,1 0 0,0 0 0,0 0 0,-1 0 1,1 4-1,4 16 45,0 1 0,-2-1-1,0 0 1,-2 43 0,-29-67 128,24 0-158,0 0 0,0-1 0,0 1 0,1-1 0,-1 0 0,1 0 1,0-1-1,0 1 0,0 0 0,0-1 0,1 0 0,-1 0 0,1 0 1,0 0-1,0 0 0,0 0 0,1-1 0,-1 1 0,1 0 0,0-1 0,1 1 1,-1-1-1,1 1 0,0-1 0,0 1 0,0-1 0,0 0 0,1 1 1,0-1-1,0 1 0,0 0 0,0-1 0,1 1 0,0 0 0,0 0 1,0 0-1,0 0 0,1 0 0,0 0 0,5-6 0,23-20-34,53-41-1,-83 70-3,0 0 0,-1 0 0,1 1 0,0-1 1,-1 0-1,1 1 0,0-1 0,0 1 0,0-1 0,0 1 0,0-1 0,0 1 1,0 0-1,-1-1 0,1 1 0,0 0 0,0 0 0,0 0 0,0-1 1,0 1-1,0 0 0,0 1 0,0-1 0,0 0 0,0 0 0,0 0 0,0 0 1,0 1-1,1 0 0,-1 0-304,1 1 0,-1 0 0,0-1 1,0 1-1,-1 0 0,1 0 0,0 0 1,0 0-1,-1 0 0,1 4 0,-1-4-588,1 0 0,-1 1 0,1-1 0,0 0 0,-1 0 0,1 1 0,0-1-1,0 0 1,1 0 0,-1 0 0,0 0 0,1 0 0,1 2 0,6-1-7335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2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5603,'0'0'13563,"-7"5"-11821,0 1-1290,1 0 0,-1 1 0,1 0-1,0 0 1,-9 15 0,12-18-368,1 1 1,-1-1 0,1 1-1,0 0 1,1 0 0,-1 0-1,1 0 1,0 0 0,0 0-1,0 0 1,1 0 0,0 1-1,0-1 1,1 8 0,0-11-85,0 0 1,0 0-1,0 0 0,0 0 1,0 0-1,1-1 1,-1 1-1,1 0 0,-1-1 1,1 1-1,0-1 1,-1 1-1,1-1 0,0 0 1,0 0-1,3 2 1,38 16 40,-37-17-47,7 3-19,1-1-1,0 0 1,0-2-1,0 1 1,0-2-1,25 1 1,-37-3 30,-1 1 0,1-1 0,-1 1 1,1-1-1,-1 0 0,1 1 0,-1-1 1,1 0-1,-1 0 0,0 0 1,1 0-1,-1 0 0,0 0 0,0 0 1,0-1-1,0 1 0,0 0 0,0-1 1,0 1-1,0 0 0,-1-1 0,1 1 1,0-1-1,-1 1 0,1-1 0,-1 0 1,0 1-1,0-1 0,1 0 1,-1 1-1,0-4 0,1-3 51,-1-1 0,0 0 0,0 0 0,-3-17 0,0 18 24,0 0 1,-1 1-1,0-1 1,0 1-1,0 0 0,-1 0 1,0 1-1,-1-1 1,1 1-1,-1 0 0,-1 0 1,1 1-1,-14-9 1,20 14-149,0 0-1,0-1 1,-1 1 0,1 0 0,0-1 0,0 1-1,-1 0 1,1 0 0,0-1 0,-1 1 0,1 0 0,0 0-1,-1 0 1,1-1 0,0 1 0,-1 0 0,1 0-1,0 0 1,-1 0 0,1 0 0,-1 0 0,1 0 0,0 0-1,-1 0 1,1 0 0,-1 0 0,1 0 0,0 0 0,-1 0-1,1 0 1,-1 0 0,1 0 0,0 0 0,-1 1-1,1-1 1,0 0 0,-1 0 0,1 0 0,0 1 0,-1-1-1,1 0 1,0 0 0,0 1 0,-1-1 0,1 0-1,0 1 1,0-1 0,-1 0 0,1 1 0,0-1 0,0 0-1,0 1 1,0 0-344,0-1 1,-1 1-1,1-1 0,0 1 1,0 0-1,0-1 0,1 1 1,-1-1-1,0 1 0,0-1 0,0 1 1,0-1-1,0 1 0,1-1 1,-1 1-1,0-1 0,0 1 1,1-1-1,-1 1 0,0-1 1,1 0-1,-1 1 0,0-1 0,1 1 1,-1-1-1,2 1 0,14-1-6271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3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 5218,'0'0'8415,"-23"11"-1145,15-7-6715,0-1 0,0 2 0,1-1 0,-1 1 0,1 0 1,-9 8-1,9-6-426,0 0 0,0 0 0,1 0 0,0 1 0,0 0 0,1 0 0,0 0 0,1 1 0,-6 13 0,9-20-129,0 1 1,0-1 0,1 1-1,-1-1 1,1 0 0,0 1-1,-1-1 1,1 1 0,0-1-1,1 1 1,-1-1 0,0 0-1,1 1 1,0 2 0,0-3-5,-1-1 0,1 0 1,0 1-1,0-1 0,0 0 1,0 0-1,0 1 1,0-1-1,0 0 0,1 0 1,-1 0-1,0 0 0,0-1 1,1 1-1,-1 0 1,4 1-1,3 0-6,1 0 1,0-1-1,-1 0 0,1 0 1,0-1-1,12 0 0,-5-1 50,-14 1-39,1-1 1,-1 0 0,1 1 0,-1-1 0,1 0-1,-1-1 1,0 1 0,0 0 0,0-1 0,1 1-1,-2-1 1,1 0 0,0 0 0,0 1 0,0-1 0,-1 0-1,1-1 1,-1 1 0,1 0 0,-1 0 0,0-1-1,0 1 1,0 0 0,0-1 0,-1 1 0,1-4-1,1 0 129,0-1 0,0 1-1,-1 0 1,0-1-1,-1 1 1,1-1-1,-1 1 1,-1-1 0,-1-12-1,1 18-100,0 0 0,0 0 0,0 0 0,1 1 0,-1-1 0,0 0 0,0 1 0,-1-1 0,1 0 1,0 1-1,0-1 0,0 1 0,0 0 0,0-1 0,-1 1 0,1 0 0,0 0 0,0 0 0,0-1 0,-1 1 0,-1 1 0,-36-1-298,28 1-98,2-1 110,1-1-1961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3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1 11941,'0'0'10141,"-7"22"-7625,-49 142 968,43-127-2616,-33 111 810,39-122-1620,2 0 0,1 0 0,-2 48-1,6-71-89,0 0 0,0-1 0,0 1 0,1-1 0,-1 1 0,1-1 0,0 1 0,0-1 0,0 1 0,0-1 0,0 0 0,0 1 0,0-1 0,1 0 0,-1 0 0,1 0 0,0 0 0,2 3 0,0-3-112,-1 1-1,1-1 1,0 0 0,-1 0 0,1 0 0,0-1-1,0 1 1,0-1 0,1 0 0,5 1 0,0-1-842,0-1 0,1 1 0,-1-2 0,0 1 0,0-1 0,0-1 1,0 0-1,0 0 0,10-4 0,11-13-6324,-5-6-1721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3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11909,'0'0'10405,"127"-9"-9893,-63 7-367,11-4-145,11-1-1521,7-6-3682,10-6-4913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5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3490,'0'0'29232,"0"1"-29195,0 1-141,0-1 1,0 0-1,-1 0 0,1 1 1,0-1-1,-1 0 1,1 0-1,-1 1 0,1-1 1,-1 0-1,1 0 0,-1 0 1,0 0-1,0 0 1,-1 2-1,0-2-994,0 1 0,1-1 0,-1 1 0,0-1 0,0 0 0,0 0 0,0 0 0,0 0 0,0 0 0,0 0 1,-4 0-1,-12 0-7544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6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1 191 6979,'0'0'10891,"17"-7"-9371,118-44 1049,-14 16-1926,3 5-1,0 6 1,2 5-1,206-4 1,-291 22-584,175 3 757,-205-1-685,-1 0 0,1 1 0,-1 1 1,0-1-1,1 2 0,-1-1 0,0 2 1,-1-1-1,1 1 0,-1 0 0,0 1 1,0 0-1,-1 1 0,0 0 0,0 0 1,0 1-1,7 10 0,-7-7 120,0 1 0,-1 1-1,0-1 1,-1 1 0,0 0-1,-1 0 1,-1 1 0,0 0-1,-1-1 1,0 1 0,-2 0-1,2 22 1,-3-34-233,1 17 97,0 0 0,-2 0 0,0 0 0,-1 1 1,0-2-1,-2 1 0,-6 19 0,-33 70 36,-20 58-139,52-133-13,2 0 1,1 1-1,-3 35 0,10-68 1,1 0 0,0-1 0,0 1 0,-1-1 0,1 1 0,0-1 0,0 1 0,0-1 0,0 1 0,-1-1 0,1 1 0,0-1 0,0 1 0,0-1 0,0 1 0,0-1 0,0 1 0,0-1 0,1 1 0,-1-1 0,0 1 0,0-1 0,0 1 0,0-1 0,1 1 0,-1-1 0,0 1 0,1 0 0,-1-1-3,1 0 0,-1 1-1,0-1 1,0 0 0,1 0 0,-1 0 0,0 0-1,1 0 1,-1 1 0,0-1 0,1 0 0,-1 0-1,0 0 1,1 0 0,-1 0 0,1 0 0,-1 0-1,0 0 1,1 0 0,-1 0 0,0 0-1,1 0 1,-1 0 0,0-1 0,1 1 0,-1 0-1,0 0 1,1 0 0,-1 0 0,0-1 0,0 1-1,1 0 1,-1 0 0,0-1 0,0 1 0,1 0-1,-1 0 1,0-1 0,11-10-2278,-2-14-7262,-9 12 282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6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9412,'0'0'13110,"6"7"-6746,26 30-4289,11 4-1215,68 51 0,-62-54-774,-32-18-86,-16-17 0,1-1 0,0 1 0,0-1 0,0 0 0,1 1 0,-1-1 0,0 0 0,4 2 0,-4-4-136,13-1-19833,-6-2 11293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6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8820,'0'0'13964,"-19"6"-11979,-59 22-241,67-23-1240,0 1-1,0 0 0,1 1 0,-1 0 0,2 0 0,-1 1 0,1 0 0,-15 18 0,-9 8 364,-40 35-851,30-20-6267,34-38-990,0-7-6021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8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865 93 544,'0'0'2543,"3"0"-1820,-2 0-633,0 0 1,0 0 0,-1 0 0,1-1-1,0 1 1,0 0 0,0 0 0,0-1-1,0 1 1,0 0 0,-1-1 0,1 1-1,0-1 1,0 1 0,-1-1-1,1 1 1,0-1 0,-1 1 0,1-1-1,0 0 1,-1 1 0,1-1 0,-1 0-1,1 0 1,-1 0 0,1 1-1,-1-1 1,0 0 0,1 0 0,-1-1-1,4-35 6841,-5 36-6758,1 0 0,-1 0 0,1 0 1,-1 0-1,1 0 0,-1 1 0,1-1 0,-1 0 0,0 0 1,1 0-1,-1 1 0,0-1 0,0 0 0,1 1 0,-1-1 1,0 1-1,0-1 0,0 1 0,0-1 0,0 1 0,0-1 1,0 1-1,0 0 0,0 0 0,-2-1 0,-32-5 1730,27 5-1374,-5-1 115,-86-10 2910,88 12-3249,0 0 0,0 0 0,-1 1 0,1 1 0,0 0 0,-19 6 0,-10 5 341,0 3 0,1 1 0,1 2 0,0 1 0,2 3 0,0 0 0,2 3 0,-57 53 0,63-50-610,1 2 0,2 1 0,-35 58 1,47-67-39,1 0 0,2 1 1,0 1-1,1 0 0,2 0 1,-8 44-1,8 3 2,3 104 0,4-128 0,1-31 0,1 0 0,0-1 0,2 1 0,-1 0 0,2-1 0,0 0 0,1 0 0,1 0 0,15 26 0,10 8 0,53 66 0,-73-102 0,23 32 0,2-2 0,73 67 0,-97-99 0,0-1 0,1-1 0,0-1 0,0 0 0,1-1 0,1 0 0,0-1 0,-1-1 0,2 0 0,-1-1 0,1-1 0,0-1 0,30 3 0,11-5 0,0-3 0,0-2 0,0-3 0,85-21 0,-92 15 0,0-3 0,-1-2 0,61-30 0,-84 33 0,0-1 0,-1-1 0,-1-1 0,0-1 0,-1-2 0,41-46 0,-45 42 0,0-2 0,-2-1 0,0 0 0,-3-1 0,0-1 0,-2 0 0,19-64 0,-19 43 0,-3-2 0,-2 1 0,-3-1 0,-1-65 0,-3 92 0,-2 0 0,-1 0 0,-1 0 0,-8-33 0,7 48 0,0-1 0,0 1 0,-1 1 0,0-1 0,-1 1 0,0 0 0,-1 0 0,0 0 0,0 1 0,-1 0 0,-17-14 0,-20-11 0,-1 2 0,-1 2 0,-65-30 0,101 54 0,-7-2 0,-1 1 0,1 1 0,-1 0 0,0 2 0,-31-5 0,21 5 0,-37-11 0,37-1 0,14 6 0,13 9 0,-20 2-1415,-3 6-8108,16-6 2197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9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5923,'0'0'14748,"-4"4"-13265,-11 15-517,0 0-1,2 1 1,0 1-1,1 0 1,1 0-1,1 1 0,1 1 1,-6 25-1,14-47-964,1-1 0,0 1 0,0-1-1,0 1 1,-1-1 0,1 1 0,0-1-1,0 1 1,0-1 0,0 1 0,0-1-1,0 1 1,0-1 0,0 1 0,1-1-1,-1 1 1,0 0 0,0-1 0,0 1-1,0-1 1,1 0 0,-1 1-1,0-1 1,1 1 0,-1-1 0,0 1-1,1-1 1,-1 0 0,0 1 0,1-1-1,-1 1 1,1-1 0,-1 0 0,0 0-1,2 1 1,23 1 32,27-15 6,-37 7-32,0 1-1,0 1 1,0 0-1,0 1 1,1 1-1,22-1 1,-37 4-2,-1-1 0,1 1 1,0-1-1,-1 0 0,1 1 1,0 0-1,-1-1 0,1 1 1,0-1-1,-1 1 0,1 0 1,-1-1-1,1 1 0,-1 0 1,1 0-1,-1-1 0,0 1 1,1 0-1,-1 0 1,0 0-1,0 0 0,0-1 1,1 1-1,-1 0 0,0 0 1,0 0-1,0 0 0,0 0 1,-1 0-1,1 36 189,0-29-127,0-5-28,-1 0 1,1 1-1,-1-1 0,1 0 1,-1 1-1,0-1 0,0 0 1,-1 0-1,1 0 0,-1 0 1,1 0-1,-1 0 0,0 0 1,0-1-1,0 1 1,-1-1-1,-4 5 0,-3 1 135,-1 0-1,0 0 1,-16 7-1,-14 10-228,31-20-1234,9-5 1055,1 0 1,-1 0 0,1 0-1,0 0 1,-1 0 0,1 0-1,0 0 1,-1 0 0,1 0-1,0 0 1,-1 0 0,1-1-1,0 1 1,0 0 0,-1 0-1,1 0 1,0 0 0,-1-1 0,1 1-1,0 0 1,0 0 0,-1-1-1,1 1 1,0 0 0,0-1-1,0 1 1,0 0 0,-1-1-1,1 1 1,0-1 0,-3-21-11427,3 22 11633,0-15-7574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2:59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7507,'0'0'13471,"11"-4"-11812,15-5-586,-1 2 0,2 1 0,-1 1 0,41-3 0,6 6-269,36 1-1414,-41 8-4725,-53-2 717,-11 1-2788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0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1889,'0'0'9839,"4"0"-7891,126-13 7323,38 10-7859,212-33 1,-12-7 740,-327 39-1170,57 1-1,-67 4-262,0-2-1,0-1 0,50-10 0,-87 13-643,2-1-525,1 0-1,-1 1 0,1-1 1,0 1-1,0 0 1,-1 0-1,1 0 1,-3 1-1,-32 15-11257,16-12 716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89 4594,'-4'-4'21165,"-3"2"-20389,2 3-553,1 0 0,-1 1 0,1-1 0,-1 1-1,1 0 1,0 1 0,-1-1 0,1 1 0,1-1 0,-1 1 0,0 0 0,0 1 0,1-1 0,0 0 0,0 1 0,0 0 0,-3 4 0,4-4-175,-1-1 0,1 1 1,0-1-1,0 1 1,1 0-1,-1 0 0,1-1 1,-1 1-1,1 0 0,1 0 1,-1 0-1,0 1 1,1-1-1,0 0 0,0 0 1,0 0-1,1 0 1,-1 0-1,1 0 0,2 6 1,-2-8-45,1 0 0,-1 0 0,1-1 0,0 1 0,-1 0 1,1-1-1,0 0 0,0 1 0,0-1 0,0 0 0,1 0 0,-1 0 0,0 0 0,0 0 1,1-1-1,-1 1 0,0-1 0,1 1 0,-1-1 0,4 0 0,1 1 7,1-1-1,0 0 1,-1 0-1,1-1 1,9-2-1,-7-1 12,0-1-1,0 0 1,-1 0-1,0-1 1,0-1-1,0 1 1,-1-1-1,0-1 1,-1 0 0,1 0-1,-1 0 1,-1-1-1,9-14 1,-13 19 45,-1 1 0,1-1 0,-1 0 0,0 0 0,0 0 1,0-1-1,0-7 0,-1 11-57,1-1 0,-1 0 1,0 1-1,0-1 0,-1 0 0,1 1 1,0-1-1,-1 0 0,1 1 0,-1-1 1,1 1-1,-1-1 0,0 1 0,1-1 1,-1 1-1,0-1 0,0 1 0,0 0 1,0-1-1,-2-1 0,-59-53-10,62 56-5,-1 0 0,1-1 0,-1 1 0,1 0 0,0 0 0,-1-1 0,1 1 0,-1 0 0,1 0 1,0 0-1,-1 0 0,1-1 0,-1 1 0,1 0 0,-1 0 0,1 0 0,-1 0 0,1 0 0,0 0 0,-1 0 0,1 0 0,-1 0 0,1 1 0,-1-1 0,1 0 0,-1 0 0,1 0 1,0 0-1,-1 1 0,1-1 0,-1 1 0,-6 14-1283,4 6-2514,3-6-3895,0-14 6259,0 10-13648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25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2561,'0'4'21279,"-15"1"-33901,9-2 6654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4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0 171 3105,'0'0'9938,"5"1"-5104,-3-1-4723,0 1 1,0-1 0,0 0 0,0 0 0,0 0 0,1 0 0,-1 0 0,0 0-1,3-2 1,55-27 381,-41 19-431,1 0-1,25-8 1,39-3 43,2 3 1,118-9-1,-82 12-39,-34 4 476,101 0 1,-181 12-411,0 0 0,0 0-1,0 1 1,0 0 0,0 0-1,0 1 1,0 0 0,-1 0-1,1 1 1,-1 0 0,12 9 0,-9-5 30,0 0 1,0 0 0,-1 1 0,0 0 0,-1 1 0,0 0 0,7 11 0,-11-13-57,-1 0 0,1-1-1,-1 1 1,-1 0 0,0 1-1,0-1 1,0 0 0,0 11 0,-2 72 804,-1-47-499,0-18-113,-2-1 0,0 0 0,-13 48 0,-32 71 567,42-128-613,4-10-111,-1 0 0,1 0 0,1 0 0,-1 1 0,1-1 0,0 1 0,0 9 0,1-16-155,0-18-14907,0 4 6141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5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7860,'0'0'10316,"6"0"-8864,0 0-1072,0-1 0,0 2 0,0-1-1,-1 1 1,1-1 0,0 2 0,0-1 0,-1 1 0,1-1 0,-1 1 0,9 5 0,62 44 1803,-61-38-1951,1-2-1,0 0 0,1-1 0,0 0 0,1-2 1,36 13-1,-49-20-234,-1 1-1,0-1 1,0 1 0,0 0-1,0 0 1,0 0 0,0 1 0,-1-1-1,1 1 1,-1 0 0,1 0-1,3 5 1,-6-7-541,1-1 0,-1 1 0,1-1 0,-1 1 0,1-1 0,-1 0-1,1 0 1,-1 0 0,1 1 0,-1-2 0,1 1 0,2 0 0,2-1-2518,7 1-3784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 8020,'0'0'11650,"-18"12"-9988,-125 87 2084,-32 32-416,173-130-3382,1 0 0,0 1 1,0-1-1,-1 0 0,1 0 0,0 0 1,0 1-1,0-1 0,1 0 1,-1 1-1,0-1 0,-1 4 0,0 9-7364,2-8 79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927 103 3794,'-3'0'20164,"-3"0"-15868,-43 2-3924,27-2-174,-1 1 0,1 1 0,0 1 1,0 1-1,0 1 0,1 0 0,0 2 0,-31 14 0,-9 8 369,2 2 1,-83 58 0,110-65-459,1 1 0,2 1 0,0 1 1,2 2-1,-39 52 0,28-27-109,-31 61 0,59-97 0,1 1 0,1 0 0,1 1 0,1 0 0,0 0 0,2 0 0,-4 35 0,7-33 0,1 1 0,2 0 0,0 0 0,1-1 0,1 1 0,11 33 0,0-15 0,1-1 0,32 56 0,-28-59 0,1-2 0,2-1 0,38 46 0,-48-66 0,0-1 0,1 0 0,1-1 0,0-1 0,0 0 0,1-1 0,0-1 0,1 0 0,32 12 0,-19-13 0,0 0 0,1-2 0,0-1 0,32 1 0,126-4 0,-139-3 0,58-4 0,0-5 0,122-27 0,-188 27 0,0-1 0,-1-1 0,0-3 0,-1-1 0,-1-2 0,0-2 0,51-36 0,-60 35 0,-1-2 0,-1-1 0,-2-2 0,0 0 0,-1-2 0,-2-1 0,-1 0 0,-2-2 0,18-33 0,-28 44 0,-1 1 0,-1-1 0,-1 0 0,0-1 0,-2 0 0,0 0 0,-1 0 0,-1 0 0,-1-32 0,-2 46 0,1-12 0,-1-1 0,-1 0 0,0 1 0,-2-1 0,-1 1 0,-8-27 0,-1 12 0,-3 1 0,0 0 0,-3 1 0,0 2 0,-2 0 0,-1 0 0,-44-44 0,-17-4 0,-104-76 0,186 154 0,-18-16 0,-1 1 0,-1 1 0,0 0 0,-1 2 0,0 1 0,-1 1 0,-1 0 0,1 2 0,-1 1 0,-1 0 0,1 2 0,-1 1 0,-37-1 0,35 4 0,-1 0 0,1 2 0,0 1 0,0 2 0,0 0 0,-38 12 0,38-6-3,-95 37-31,104-34-1806,7 6-5647,4-6-741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7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 4130,'0'0'13113,"-2"-1"-10912,1 1-2075,0 0 1,1-1 0,-1 1 0,0 0-1,1 0 1,-1 0 0,0 0 0,0 0-1,1 0 1,-1 1 0,0-1 0,0 0 0,1 0-1,-1 0 1,0 1 0,1-1 0,-1 0-1,0 1 1,1-1 0,-1 1 0,0-1 0,1 1-1,-1-1 1,1 1 0,-1-1 0,0 1-1,-21 27 2210,-14 34 792,-2 25-166,38-86-2958,-1-1 1,1 1 0,0-1-1,-1 1 1,1-1-1,0 1 1,0-1 0,-1 1-1,1-1 1,0 1 0,0-1-1,0 1 1,0-1 0,0 1-1,0-1 1,0 1-1,0 0 1,0-1 0,0 1-1,0-1 1,0 1 0,0-1-1,0 1 1,1-1 0,-1 1-1,0-1 1,0 1-1,1-1 1,-1 1 0,0-1-1,0 1 1,1-1 0,-1 1-1,1-1 1,-1 0 0,0 1-1,1-1 1,-1 0-1,1 1 1,-1-1 0,1 0-1,-1 0 1,1 1 0,-1-1-1,1 0 1,-1 0 0,1 0-1,-1 0 1,1 0-1,0 0 1,34 0-289,-25-1 217,120 1-784,-130 2 848,1 0 0,0 0-1,-1 0 1,0 0 0,1 0 0,-1 0 0,0 0 0,0 0-1,0 0 1,-1 4 0,1-4 1,1 5 77,-1-1 0,-1 1 0,1 0 0,-1-1 1,0 1-1,-1-1 0,0 1 0,0-1 1,-4 10-1,4-13 24,-1 1 0,1-1 0,-1 0 1,0 0-1,0 0 0,0 0 0,0 0 0,-1 0 1,1-1-1,-1 0 0,1 0 0,-1 0 0,0 0 0,0 0 1,0-1-1,-4 1 0,-11 3-252,-1-2 1,1 0-1,0-1 1,-29-1-1,45 1-2761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7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11077,'0'0'15111,"126"4"-13190,-91-2-464,-3 2-433,2-1-544,-6-3-256,3 0-208,-12 2-16,-4-2-352,-6 6-672,-7-4-913,-2 7-1425,0 6-1920,0-6-3106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09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3249,'0'0'9023,"5"-3"-7598,-1 0-745,10-6-249,-1 6 4463,-4-1-339,13-5-4278,33 7 128,54-11-1,-24 3-205,652-46 274,-415 52-94,-53 3 1408,-216-7-1102,-42 5 286,0 1 0,0 0 1,14 0-1,183-6-2262,-220 9-2866,-6 6-3073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0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941 27 4738,'0'0'8625,"8"-4"107,25-13-8507,-24 12 1217,-14 7 2834,-7 7-460,5-2-4941,-136 197 3163,-66 71-2038,156-212 0,-173 197 0,-104 133 0,330-393 7,-1 0-1,1 1 1,0-1-1,-1 0 1,1 1-1,0-1 1,-1 0-1,1 1 1,0-1 0,0 0-1,-1 1 1,1-1-1,0 1 1,0-1-1,0 1 1,-1-1-1,1 1 1,0-1-1,0 1 1,0-1 0,0 0-1,0 1 1,0-1-1,0 1 1,0-1-1,0 1 1,0-1-1,0 1 1,0-1 0,1 1-1,-1 0 1,16 0-3483,-6-1-2115,2 0-3672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1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20 5442,'0'0'12601,"17"-4"-11110,47-10 83,-63 14-1163,0 0 0,0-1 0,0 1-1,0 0 1,0 0 0,0 0 0,0 0-1,0 0 1,-1 0 0,1 0 0,0 0-1,0 0 1,0 0 0,0 1 0,0-1-1,0 0 1,1 1 0,1 10 1253,-13 13-2041,9-23 695,-17 25 114,-2-1 0,-1-1 0,-41 38-1,36-38-330,-71 66 221,35-33-147,-61 71 0,122-127-175,0 0 0,0 0 0,1 0 0,-1 0 0,0 0-1,0 0 1,1 1 0,-1-1 0,1 0 0,-1 0 0,1 0 0,-1 1 0,1-1 0,0 0 0,0 1 0,0-1 0,-1 0 0,1 2-1,1-2 0,-1 0 0,1 0 0,-1 0 0,0 0 0,1 0-1,-1 0 1,1-1 0,0 1 0,-1 0 0,1 0-1,0-1 1,-1 1 0,1 0 0,0-1 0,0 1-1,0-1 1,-1 1 0,1-1 0,1 1 0,6 2 7,0-1 0,0 0 0,0 0 0,15 1 0,-11-2 45,72 6-1,144-5 0,-106-4-46,-48 2-25,-74 0-270,-22 0-8685,12 0 2788,4 0-2699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2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0 3986,'0'0'21295,"-16"19"-19673,-52 63 61,57-67-1290,1 1 0,1 1 0,0 0 0,1 0-1,1 1 1,1 0 0,0 0 0,2 0 0,0 1-1,-2 20 1,1-7-533,0-1 522,-1 61 0,6-66-3306,0 1-3661,0-15 2116,0-3-5304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3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1514 241 3410,'0'0'10780,"0"-13"-9520,1-5-737,0 0 514,-1-1 0,-3-23-1,2 38-838,0 0-1,-1-1 1,0 1-1,0 0 1,0 0-1,0 0 1,-1 1-1,1-1 1,-1 0-1,0 1 1,0 0-1,-1-1 1,1 1-1,-1 0 0,-4-3 1,-2-1 216,0 1 1,-1 0-1,1 0 1,-20-7-1,10 7-56,-1 1 0,0 1 0,0 1 0,-1 0 0,1 2 0,0 1 0,-24 2 0,9 1-87,0 2 0,0 2 1,-47 15-1,-11 9-70,1 4 0,2 4 0,1 3 0,-128 84 0,186-102-108,1 0 0,1 3 0,2 0-1,0 2 1,2 1 0,2 1 0,0 1 0,2 1-1,2 1 1,1 1 0,1 0 0,-15 49-1,11-18 140,3 2-1,3 0 0,2 1 1,4 0-1,3 1 0,2 77 1,12 63 364,-4-173-577,2-1 0,2 0 0,20 61 0,-14-61-19,1 0 0,2-1 0,2-1 0,1-1 0,2 0 0,1-2 0,1 0 0,33 33 0,-36-45 0,0-1 0,2 0 0,0-1 0,0-2 0,2 0 0,0-2 0,1 0 0,0-2 0,0 0 0,1-2 0,1-1 0,31 6 0,-16-7 0,0-2 0,0-2 0,0-1 0,1-3 0,-1-1 0,1-2 0,-1-2 0,58-16 0,-7-8 0,-2-4 0,-1-4 0,112-65 0,-96 39 0,-3-4 0,115-100 0,-139 94 0,-2-4 0,-5-2 0,118-171 0,-175 228 0,0 0 0,-1-2 0,-2 0 0,0 0 0,-2-1 0,-1 0 0,-1-1 0,-1 0 0,-1-1 0,-2 1 0,0-1 0,-2 0 0,-1 0 0,-2 1 0,-4-39 0,1 47 0,-1 0 0,0 1 0,-1 0 0,-1 0 0,-10-18 0,-53-84 0,50 88 0,15 24 0,-119-185 0,99 159 0,-1 1 0,-2 2 0,-44-40 0,52 55 0,0 2 0,-1 0 0,0 2 0,-1 0 0,-1 2 0,0 0 0,0 1 0,-1 2 0,0 0 0,-34-4 0,-7 2 0,0 4 0,-111 4 0,165 1-4,-1 1 0,1 1-1,0 0 1,0 0 0,0 1 0,0 1-1,1-1 1,-1 2 0,1-1 0,0 2-1,0-1 1,-14 12 0,13-8-486,1 0-1,0 1 1,-15 19 0,13-14-1373,1 2-1,-11 22 1,3 0-3676,0 4-3214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4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22 816,'0'0'12804,"17"-3"-11009,13-4-107,0 2 0,47-1 0,168 14 4274,272-8-3421,-226-4-2029,-168 4-454,687 19 3069,-745-14-3083,70-5 0,-187 6-702,-68 18-1,63-10-3300,-1 2-3854,7-1-1988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15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50 2273,'0'0'17221,"4"-2"-12320,-7 3-4650,0-1-1,-1 1 0,1-1 1,0 1-1,-1 0 1,1 1-1,0-1 0,0 1 1,0-1-1,0 1 1,1 0-1,-1 0 1,0 0-1,1 0 0,-1 0 1,1 1-1,0-1 1,-1 1-1,1 0 0,1 0 1,-4 4-1,2-1-102,0 0 0,0 0 0,0 0 1,1 1-1,0-1 0,0 1 0,0 0 0,1-1 0,-1 14 0,2-14-134,0 1 1,0-1-1,1 1 1,0-1-1,0 1 0,0-1 1,1 0-1,2 7 1,-3-11-19,1 0 0,-1 0 1,1 0-1,-1 0 1,1 0-1,-1 0 1,1 0-1,0-1 0,0 1 1,0-1-1,0 1 1,0-1-1,0 0 0,0 0 1,1 0-1,-1 0 1,0 0-1,1 0 1,-1-1-1,0 1 0,1-1 1,-1 1-1,1-1 1,2 0-1,6 1 13,-1-1-1,1 0 1,-1-1 0,1 0-1,-1 0 1,1-1 0,-1 0-1,0-1 1,14-6 0,-20 7 37,0 0 0,0 0 0,-1-1 1,1 1-1,-1-1 0,1 0 0,-1 0 1,0 0-1,0-1 0,0 1 0,-1-1 0,1 1 1,-1-1-1,0 0 0,0 0 0,0 0 1,-1 0-1,1 0 0,-1 0 0,0-1 0,0 1 1,-1 0-1,1-1 0,-1 1 0,0-7 1,0 1-38,0-1 1,0 1 0,-1 0-1,-1 0 1,-2-11 0,2 17-11,1 0 1,-1 0 0,0 1 0,0-1-1,0 0 1,-1 1 0,1 0-1,-1 0 1,0-1 0,0 1-1,0 1 1,0-1 0,0 0 0,-1 1-1,-5-3 1,-4-1 0,10 6 0,1-1 0,-1 0 0,1 0 0,-1 0 0,1-1 0,-1 1 0,1-1 0,0 1 0,-3-3 0,14 9-8801,5-2-150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38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24 3362,'0'0'11135,"-8"1"-7950,-8 2-2779,16-2-362,0-1 0,0 0 1,0 0-1,0 0 0,-1 0 0,1 0 0,0 0 0,0 0 0,0 0 0,0 1 0,0-1 1,0 0-1,0 0 0,0 0 0,0 0 0,0 0 0,0 0 0,0 0 0,0 1 0,0-1 0,0 0 1,0 0-1,0 0 0,0 0 0,0 0 0,0 0 0,0 1 0,0-1 0,0 0 0,0 0 1,0 0-1,1 0 0,-1 0 0,0 0 0,0 0 0,0 0 0,0 1 0,0-1 0,0 0 0,0 0 1,0 0-1,0 0 0,0 0 0,1 0 0,-1 0 0,0 0 0,0 0 0,0 0 0,0 0 0,0 0 1,0 0-1,1 0 0,-1 0 0,0 0 0,0 0 0,0 0 0,0 0 0,0 0 0,0 0 1,0 0-1,1 0 0,-1 0 0,0 0 0,17 0 592,19-6-354,-30 3-77,0 1 0,1 0 1,-1 0-1,1 1 0,12-2 1,-13 2 26,0 1 0,0-1 0,1-1 0,-1 1 1,10-5-1,-12 4 1730,-3 1-3549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39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1985,'0'0'14887,"2"18"-11907,0 17-1533,-1 0 0,-5 44-1,-1-28 3165,5-45-3867,0 3-15628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0 171 3105,'0'0'9938,"5"1"-5104,-3-1-4723,0 1 1,0-1 0,0 0 0,0 0 0,0 0 0,1 0 0,-1 0 0,0 0-1,3-2 1,55-27 381,-41 19-431,1 0-1,25-8 1,39-3 43,2 3 1,118-9-1,-82 12-39,-34 4 476,101 0 1,-181 12-411,0 0 0,0 0-1,0 1 1,0 0 0,0 0-1,0 1 1,0 0 0,-1 0-1,1 1 1,-1 0 0,12 9 0,-9-5 30,0 0 1,0 0 0,-1 1 0,0 0 0,-1 1 0,0 0 0,7 11 0,-11-13-57,-1 0 0,1-1-1,-1 1 1,-1 0 0,0 1-1,0-1 1,0 0 0,0 11 0,-2 72 804,-1-47-499,0-18-113,-2-1 0,0 0 0,-13 48 0,-32 71 567,42-128-613,4-10-111,-1 0 0,1 0 0,1 0 0,-1 1 0,1-1 0,0 1 0,0 9 0,1-16-155,0-18-14907,0 4 6141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7860,'0'0'10316,"6"0"-8864,0 0-1072,0-1 0,0 2 0,0-1-1,-1 1 1,1-1 0,0 2 0,0-1 0,-1 1 0,1-1 0,-1 1 0,9 5 0,62 44 1803,-61-38-1951,1-2-1,0 0 0,1-1 0,0 0 0,1-2 1,36 13-1,-49-20-234,-1 1-1,0-1 1,0 1 0,0 0-1,0 0 1,0 0 0,0 1 0,-1-1-1,1 1 1,-1 0 0,1 0-1,3 5 1,-6-7-541,1-1 0,-1 1 0,1-1 0,-1 1 0,1-1 0,-1 0-1,1 0 1,-1 0 0,1 1 0,-1-2 0,1 1 0,2 0 0,2-1-2518,7 1-3784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 8020,'0'0'11650,"-18"12"-9988,-125 87 2084,-32 32-416,173-130-3382,1 0 0,0 1 1,0-1-1,-1 0 0,1 0 0,0 0 1,0 1-1,0-1 0,1 0 1,-1 1-1,0-1 0,-1 4 0,0 9-7364,2-8 79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927 103 3794,'-3'0'20164,"-3"0"-15868,-43 2-3924,27-2-174,-1 1 0,1 1 0,0 1 1,0 1-1,0 1 0,1 0 0,0 2 0,-31 14 0,-9 8 369,2 2 1,-83 58 0,110-65-459,1 1 0,2 1 0,0 1 1,2 2-1,-39 52 0,28-27-109,-31 61 0,59-97 0,1 1 0,1 0 0,1 1 0,1 0 0,0 0 0,2 0 0,-4 35 0,7-33 0,1 1 0,2 0 0,0 0 0,1-1 0,1 1 0,11 33 0,0-15 0,1-1 0,32 56 0,-28-59 0,1-2 0,2-1 0,38 46 0,-48-66 0,0-1 0,1 0 0,1-1 0,0-1 0,0 0 0,1-1 0,0-1 0,1 0 0,32 12 0,-19-13 0,0 0 0,1-2 0,0-1 0,32 1 0,126-4 0,-139-3 0,58-4 0,0-5 0,122-27 0,-188 27 0,0-1 0,-1-1 0,0-3 0,-1-1 0,-1-2 0,0-2 0,51-36 0,-60 35 0,-1-2 0,-1-1 0,-2-2 0,0 0 0,-1-2 0,-2-1 0,-1 0 0,-2-2 0,18-33 0,-28 44 0,-1 1 0,-1-1 0,-1 0 0,0-1 0,-2 0 0,0 0 0,-1 0 0,-1 0 0,-1-32 0,-2 46 0,1-12 0,-1-1 0,-1 0 0,0 1 0,-2-1 0,-1 1 0,-8-27 0,-1 12 0,-3 1 0,0 0 0,-3 1 0,0 2 0,-2 0 0,-1 0 0,-44-44 0,-17-4 0,-104-76 0,186 154 0,-18-16 0,-1 1 0,-1 1 0,0 0 0,-1 2 0,0 1 0,-1 1 0,-1 0 0,1 2 0,-1 1 0,-1 0 0,1 2 0,-1 1 0,-37-1 0,35 4 0,-1 0 0,1 2 0,0 1 0,0 2 0,0 0 0,-38 12 0,38-6-3,-95 37-31,104-34-1806,7 6-5647,4-6-741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 4130,'0'0'13113,"-2"-1"-10912,1 1-2075,0 0 1,1-1 0,-1 1 0,0 0-1,1 0 1,-1 0 0,0 0 0,0 0-1,1 0 1,-1 1 0,0-1 0,0 0 0,1 0-1,-1 0 1,0 1 0,1-1 0,-1 0-1,0 1 1,1-1 0,-1 1 0,0-1 0,1 1-1,-1-1 1,1 1 0,-1-1 0,0 1-1,-21 27 2210,-14 34 792,-2 25-166,38-86-2958,-1-1 1,1 1 0,0-1-1,-1 1 1,1-1-1,0 1 1,0-1 0,-1 1-1,1-1 1,0 1 0,0-1-1,0 1 1,0-1 0,0 1-1,0-1 1,0 1-1,0 0 1,0-1 0,0 1-1,0-1 1,0 1 0,0-1-1,0 1 1,1-1 0,-1 1-1,0-1 1,0 1-1,1-1 1,-1 1 0,0-1-1,0 1 1,1-1 0,-1 1-1,1-1 1,-1 0 0,0 1-1,1-1 1,-1 0-1,1 1 1,-1-1 0,1 0-1,-1 0 1,1 1 0,-1-1-1,1 0 1,-1 0 0,1 0-1,-1 0 1,1 0-1,0 0 1,34 0-289,-25-1 217,120 1-784,-130 2 848,1 0 0,0 0-1,-1 0 1,0 0 0,1 0 0,-1 0 0,0 0 0,0 0-1,0 0 1,-1 4 0,1-4 1,1 5 77,-1-1 0,-1 1 0,1 0 0,-1-1 1,0 1-1,-1-1 0,0 1 0,0-1 1,-4 10-1,4-13 24,-1 1 0,1-1 0,-1 0 1,0 0-1,0 0 0,0 0 0,0 0 0,-1 0 1,1-1-1,-1 0 0,1 0 0,-1 0 0,0 0 0,0 0 1,0-1-1,-4 1 0,-11 3-252,-1-2 1,1 0-1,0-1 1,-29-1-1,45 1-2761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11077,'0'0'15111,"126"4"-13190,-91-2-464,-3 2-433,2-1-544,-6-3-256,3 0-208,-12 2-16,-4-2-352,-6 6-672,-7-4-913,-2 7-1425,0 6-1920,0-6-3106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3249,'0'0'9023,"5"-3"-7598,-1 0-745,10-6-249,-1 6 4463,-4-1-339,13-5-4278,33 7 128,54-11-1,-24 3-205,652-46 274,-415 52-94,-53 3 1408,-216-7-1102,-42 5 286,0 1 0,0 0 1,14 0-1,183-6-2262,-220 9-2866,-6 6-3073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941 27 4738,'0'0'8625,"8"-4"107,25-13-8507,-24 12 1217,-14 7 2834,-7 7-460,5-2-4941,-136 197 3163,-66 71-2038,156-212 0,-173 197 0,-104 133 0,330-393 7,-1 0-1,1 1 1,0-1-1,-1 0 1,1 1-1,0-1 1,-1 0-1,1 1 1,0-1 0,0 0-1,-1 1 1,1-1-1,0 1 1,0-1-1,0 1 1,-1-1-1,1 1 1,0-1-1,0 1 1,0-1 0,0 0-1,0 1 1,0-1-1,0 1 1,0-1-1,0 1 1,0-1-1,0 1 1,0-1 0,1 1-1,-1 0 1,16 0-3483,-6-1-2115,2 0-3672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20 5442,'0'0'12601,"17"-4"-11110,47-10 83,-63 14-1163,0 0 0,0-1 0,0 1-1,0 0 1,0 0 0,0 0 0,0 0-1,0 0 1,-1 0 0,1 0 0,0 0-1,0 0 1,0 0 0,0 1 0,0-1-1,0 0 1,1 1 0,1 10 1253,-13 13-2041,9-23 695,-17 25 114,-2-1 0,-1-1 0,-41 38-1,36-38-330,-71 66 221,35-33-147,-61 71 0,122-127-175,0 0 0,0 0 0,1 0 0,-1 0 0,0 0-1,0 0 1,1 1 0,-1-1 0,1 0 0,-1 0 0,1 0 0,-1 1 0,1-1 0,0 0 0,0 1 0,0-1 0,-1 0 0,1 2-1,1-2 0,-1 0 0,1 0 0,-1 0 0,0 0 0,1 0-1,-1 0 1,1-1 0,0 1 0,-1 0 0,1 0-1,0-1 1,-1 1 0,1 0 0,0-1 0,0 1-1,0-1 1,-1 1 0,1-1 0,1 1 0,6 2 7,0-1 0,0 0 0,0 0 0,15 1 0,-11-2 45,72 6-1,144-5 0,-106-4-46,-48 2-25,-74 0-270,-22 0-8685,12 0 2788,4 0-2699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0 3986,'0'0'21295,"-16"19"-19673,-52 63 61,57-67-1290,1 1 0,1 1 0,0 0 0,1 0-1,1 1 1,1 0 0,0 0 0,2 0 0,0 1-1,-2 20 1,1-7-533,0-1 522,-1 61 0,6-66-3306,0 1-3661,0-15 2116,0-3-5304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1514 241 3410,'0'0'10780,"0"-13"-9520,1-5-737,0 0 514,-1-1 0,-3-23-1,2 38-838,0 0-1,-1-1 1,0 1-1,0 0 1,0 0-1,0 0 1,-1 1-1,1-1 1,-1 0-1,0 1 1,0 0-1,-1-1 1,1 1-1,-1 0 0,-4-3 1,-2-1 216,0 1 1,-1 0-1,1 0 1,-20-7-1,10 7-56,-1 1 0,0 1 0,0 1 0,-1 0 0,1 2 0,0 1 0,-24 2 0,9 1-87,0 2 0,0 2 1,-47 15-1,-11 9-70,1 4 0,2 4 0,1 3 0,-128 84 0,186-102-108,1 0 0,1 3 0,2 0-1,0 2 1,2 1 0,2 1 0,0 1 0,2 1-1,2 1 1,1 1 0,1 0 0,-15 49-1,11-18 140,3 2-1,3 0 0,2 1 1,4 0-1,3 1 0,2 77 1,12 63 364,-4-173-577,2-1 0,2 0 0,20 61 0,-14-61-19,1 0 0,2-1 0,2-1 0,1-1 0,2 0 0,1-2 0,1 0 0,33 33 0,-36-45 0,0-1 0,2 0 0,0-1 0,0-2 0,2 0 0,0-2 0,1 0 0,0-2 0,0 0 0,1-2 0,1-1 0,31 6 0,-16-7 0,0-2 0,0-2 0,0-1 0,1-3 0,-1-1 0,1-2 0,-1-2 0,58-16 0,-7-8 0,-2-4 0,-1-4 0,112-65 0,-96 39 0,-3-4 0,115-100 0,-139 94 0,-2-4 0,-5-2 0,118-171 0,-175 228 0,0 0 0,-1-2 0,-2 0 0,0 0 0,-2-1 0,-1 0 0,-1-1 0,-1 0 0,-1-1 0,-2 1 0,0-1 0,-2 0 0,-1 0 0,-2 1 0,-4-39 0,1 47 0,-1 0 0,0 1 0,-1 0 0,-1 0 0,-10-18 0,-53-84 0,50 88 0,15 24 0,-119-185 0,99 159 0,-1 1 0,-2 2 0,-44-40 0,52 55 0,0 2 0,-1 0 0,0 2 0,-1 0 0,-1 2 0,0 0 0,0 1 0,-1 2 0,0 0 0,-34-4 0,-7 2 0,0 4 0,-111 4 0,165 1-4,-1 1 0,1 1-1,0 0 1,0 0 0,0 1 0,0 1-1,1-1 1,-1 2 0,1-1 0,0 2-1,0-1 1,-14 12 0,13-8-486,1 0-1,0 1 1,-15 19 0,13-14-1373,1 2-1,-11 22 1,3 0-3676,0 4-3214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22 816,'0'0'12804,"17"-3"-11009,13-4-107,0 2 0,47-1 0,168 14 4274,272-8-3421,-226-4-2029,-168 4-454,687 19 3069,-745-14-3083,70-5 0,-187 6-702,-68 18-1,63-10-3300,-1 2-3854,7-1-1988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24 3362,'0'0'11135,"-8"1"-7950,-8 2-2779,16-2-362,0-1 0,0 0 1,0 0-1,0 0 0,-1 0 0,1 0 0,0 0 0,0 0 0,0 0 0,0 1 0,0-1 1,0 0-1,0 0 0,0 0 0,0 0 0,0 0 0,0 0 0,0 0 0,0 1 0,0-1 0,0 0 1,0 0-1,0 0 0,0 0 0,0 0 0,0 0 0,0 1 0,0-1 0,0 0 0,0 0 1,0 0-1,1 0 0,-1 0 0,0 0 0,0 0 0,0 0 0,0 1 0,0-1 0,0 0 0,0 0 1,0 0-1,0 0 0,0 0 0,1 0 0,-1 0 0,0 0 0,0 0 0,0 0 0,0 0 0,0 0 1,0 0-1,1 0 0,-1 0 0,0 0 0,0 0 0,0 0 0,0 0 0,0 0 0,0 0 1,0 0-1,1 0 0,-1 0 0,0 0 0,17 0 592,19-6-354,-30 3-77,0 1 0,1 0 1,-1 0-1,1 1 0,12-2 1,-13 2 26,0 1 0,0-1 0,1-1 0,-1 1 1,10-5-1,-12 4 1730,-3 1-3549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1985,'0'0'14887,"2"18"-11907,0 17-1533,-1 0 0,-5 44-1,-1-28 3165,5-45-3867,0 3-15628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43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6307,'0'0'14705,"5"0"-13774,-3 0-799,0 0 0,0 0-1,0 0 1,0 0-1,1 0 1,-1 1-1,0-1 1,0 1 0,0 0-1,0 0 1,0 0-1,-1 0 1,1 0 0,0 0-1,0 0 1,0 0-1,-1 1 1,1-1-1,-1 1 1,1-1 0,-1 1-1,0-1 1,1 1-1,-1 0 1,0 0 0,0 0-1,1 4 1,3 5 45,0 1 0,-1 0 1,0 0-1,-1 0 0,-1 0 0,1 1 1,-2-1-1,0 23 0,4-150 2158,-5 111-2287,0-1 0,1 1 0,-1-1 0,1 1 0,0-1 1,1 1-1,-1-1 0,1 1 0,0 0 0,0 0 0,0 0 0,0 0 1,1 0-1,-1 1 0,1-1 0,0 1 0,0-1 0,0 1 1,1 0-1,-1 0 0,1 1 0,0-1 0,0 1 0,0 0 1,0 0-1,0 0 0,0 0 0,8-1 0,1-1-975,0 1-1,0 0 0,19 0 1,5 1-5316,-2 2-4175,-32 0 9421,16 0-8589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44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7331,'0'0'14303,"-11"4"-13124,10-4-1163,-5 2 151,-1 0 0,1 0 0,0 0-1,0 1 1,0 0 0,0 1 0,0-1 0,1 1 0,-1 0-1,1 1 1,0-1 0,1 1 0,-1 0 0,-5 8 0,5-6-51,0 1 1,0 0-1,1 1 1,0-1-1,0 1 1,1 0-1,0 0 1,1 0-1,0 0 1,0 0-1,0 13 1,3-21-141,0 0 0,0 0 1,0-1-1,0 1 0,0-1 1,0 1-1,0 0 0,0-1 1,0 0-1,0 1 1,0-1-1,0 0 0,0 1 1,0-1-1,1 0 0,-1 0 1,0 0-1,0 0 0,0 0 1,0 0-1,0 0 0,1-1 1,1 0-1,3 1-83,5 0 102,1-1 0,-1-1 0,1 0 0,-1 0 1,0-1-1,0-1 0,0 0 0,-1 0 0,1-1 1,-1 0-1,0-1 0,0 0 0,-1-1 0,14-12 1,-21 17 98,0-1 1,0 1 0,0 0 0,0-1 0,-1 1-1,1-1 1,-1 0 0,1 0 0,-1 1 0,0-1-1,0 0 1,-1 0 0,1 0 0,-1 0 0,1 0-1,-1 0 1,0 0 0,0 0 0,0 0 0,0 0-1,-2-5 1,2 6-99,-1 0-1,1 0 1,-1 0-1,1 0 1,-1 0 0,0 0-1,0 0 1,0 0-1,0 0 1,0 0-1,0 1 1,-1-1-1,1 0 1,-1 1-1,1-1 1,-1 1-1,1 0 1,-1-1 0,0 1-1,0 0 1,0 0-1,1 0 1,-1 0-1,0 1 1,0-1-1,0 0 1,0 1-1,0-1 1,-1 1 0,-2 0-1,5 0-1166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44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10165,'0'0'8281,"-19"7"-5114,5-3-2596,-6 2 138,1 1 0,0 1 0,0 0 1,1 1-1,-29 20 0,44-27-632,0 1 0,-1-1 0,1 1 0,0 0 0,0 0 0,1 0 1,-1 1-1,1-1 0,0 1 0,-1-1 0,2 1 0,-1 0 0,0 0 0,1-1 0,-1 1 1,1 1-1,0-1 0,1 0 0,-1 0 0,1 6 0,0-9-83,0 0 1,0 0-1,1 0 0,-1 0 1,1 0-1,-1 1 0,1-1 0,-1 0 1,1-1-1,0 1 0,-1 0 1,1 0-1,0 0 0,0 0 0,0 0 1,0-1-1,0 1 0,0 0 1,0-1-1,0 1 0,0-1 1,0 1-1,0-1 0,0 1 0,0-1 1,0 0-1,0 0 0,0 1 1,1-1-1,1 0 0,43 2-309,-38-2 268,-4 0 56,1 0-1,-1-1 1,1 1 0,-1-1-1,0 0 1,1 0-1,-1-1 1,0 1-1,0-1 1,0 0 0,0 0-1,0 0 1,0-1-1,0 1 1,-1-1 0,1 0-1,-1 0 1,0 0-1,0 0 1,0-1-1,4-5 1,-3 3 146,-1-1 1,1-1-1,-1 1 0,0 0 0,-1-1 0,1 0 1,-2 1-1,1-1 0,-1 0 0,0 0 1,-1-10-1,0 17-176,-1 1 0,1-1 0,-1 0 0,1 1 0,-1-1-1,0 1 1,0-1 0,1 1 0,-1-1 0,0 1 0,0 0 0,1-1 0,-1 1 0,0 0 0,0-1 0,0 1 0,0 0 0,1 0 0,-1 0-1,0 0 1,0 0 0,0 0 0,0 0 0,-1 0 0,-30 1-1927,25-1 466,2 1-729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45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12038,'0'0'16628,"-12"21"-14845,-38 73-281,35-60-1238,1 0 1,-17 67 0,13-40-243,16-52-22,0 1 0,0 0 0,1-1 0,0 1 0,0 13 0,4-22 0,0-1 0,-1 1 0,1 0 0,-1-1 0,1 1 0,0-1 0,-1 0 0,1 0 0,0 0 0,3-1 0,-4 1 0,10-1-421,-1 0 0,0 0 0,1-2 0,-1 1 0,0-1-1,0-1 1,14-6 0,-11 3-2360,0 0 0,20-15 0,-14 3-4625,-4 0-2385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3:45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8324,'0'0'19081,"75"-2"-18233,-41 2-208,11-4 33,-4-5-593,-2 5-80,2 4-321,-11-4-1071,-11 4-1906,-8 0-3777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6307,'0'0'14705,"5"0"-13774,-3 0-799,0 0 0,0 0-1,0 0 1,0 0-1,1 0 1,-1 1-1,0-1 1,0 1 0,0 0-1,0 0 1,0 0-1,-1 0 1,1 0 0,0 0-1,0 0 1,0 0-1,-1 1 1,1-1-1,-1 1 1,1-1 0,-1 1-1,0-1 1,1 1-1,-1 0 1,0 0 0,0 0-1,1 4 1,3 5 45,0 1 0,-1 0 1,0 0-1,-1 0 0,-1 0 0,1 1 1,-2-1-1,0 23 0,4-150 2158,-5 111-2287,0-1 0,1 1 0,-1-1 0,1 1 0,0-1 1,1 1-1,-1-1 0,1 1 0,0 0 0,0 0 0,0 0 0,0 0 1,1 0-1,-1 1 0,1-1 0,0 1 0,0-1 0,0 1 1,1 0-1,-1 0 0,1 1 0,0-1 0,0 1 0,0 0 1,0 0-1,0 0 0,0 0 0,8-1 0,1-1-975,0 1-1,0 0 0,19 0 1,5 1-5316,-2 2-4175,-32 0 9421,16 0-8589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7331,'0'0'14303,"-11"4"-13124,10-4-1163,-5 2 151,-1 0 0,1 0 0,0 0-1,0 1 1,0 0 0,0 1 0,0-1 0,1 1 0,-1 0-1,1 1 1,0-1 0,1 1 0,-1 0 0,-5 8 0,5-6-51,0 1 1,0 0-1,1 1 1,0-1-1,0 1 1,1 0-1,0 0 1,1 0-1,0 0 1,0 0-1,0 13 1,3-21-141,0 0 0,0 0 1,0-1-1,0 1 0,0-1 1,0 1-1,0 0 0,0-1 1,0 0-1,0 1 1,0-1-1,0 0 0,0 1 1,0-1-1,1 0 0,-1 0 1,0 0-1,0 0 0,0 0 1,0 0-1,0 0 0,1-1 1,1 0-1,3 1-83,5 0 102,1-1 0,-1-1 0,1 0 0,-1 0 1,0-1-1,0-1 0,0 0 0,-1 0 0,1-1 1,-1 0-1,0-1 0,0 0 0,-1-1 0,14-12 1,-21 17 98,0-1 1,0 1 0,0 0 0,0-1 0,-1 1-1,1-1 1,-1 0 0,1 0 0,-1 1 0,0-1-1,0 0 1,-1 0 0,1 0 0,-1 0 0,1 0-1,-1 0 1,0 0 0,0 0 0,0 0 0,0 0-1,-2-5 1,2 6-99,-1 0-1,1 0 1,-1 0-1,1 0 1,-1 0 0,0 0-1,0 0 1,0 0-1,0 0 1,0 0-1,0 1 1,-1-1-1,1 0 1,-1 1-1,1-1 1,-1 1-1,1 0 1,-1-1 0,0 1-1,0 0 1,0 0-1,1 0 1,-1 0-1,0 1 1,0-1-1,0 0 1,0 1-1,0-1 1,-1 1 0,-2 0-1,5 0-1166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10165,'0'0'8281,"-19"7"-5114,5-3-2596,-6 2 138,1 1 0,0 1 0,0 0 1,1 1-1,-29 20 0,44-27-632,0 1 0,-1-1 0,1 1 0,0 0 0,0 0 0,1 0 1,-1 1-1,1-1 0,0 1 0,-1-1 0,2 1 0,-1 0 0,0 0 0,1-1 0,-1 1 1,1 1-1,0-1 0,1 0 0,-1 0 0,1 6 0,0-9-83,0 0 1,0 0-1,1 0 0,-1 0 1,1 0-1,-1 1 0,1-1 0,-1 0 1,1-1-1,0 1 0,-1 0 1,1 0-1,0 0 0,0 0 0,0 0 1,0-1-1,0 1 0,0 0 1,0-1-1,0 1 0,0-1 1,0 1-1,0-1 0,0 1 0,0-1 1,0 0-1,0 0 0,0 1 1,1-1-1,1 0 0,43 2-309,-38-2 268,-4 0 56,1 0-1,-1-1 1,1 1 0,-1-1-1,0 0 1,1 0-1,-1-1 1,0 1-1,0-1 1,0 0 0,0 0-1,0 0 1,0-1-1,0 1 1,-1-1 0,1 0-1,-1 0 1,0 0-1,0 0 1,0-1-1,4-5 1,-3 3 146,-1-1 1,1-1-1,-1 1 0,0 0 0,-1-1 0,1 0 1,-2 1-1,1-1 0,-1 0 0,0 0 1,-1-10-1,0 17-176,-1 1 0,1-1 0,-1 0 0,1 1 0,-1-1-1,0 1 1,0-1 0,1 1 0,-1-1 0,0 1 0,0 0 0,1-1 0,-1 1 0,0 0 0,0-1 0,0 1 0,0 0 0,1 0 0,-1 0-1,0 0 1,0 0 0,0 0 0,0 0 0,-1 0 0,-30 1-1927,25-1 466,2 1-729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12038,'0'0'16628,"-12"21"-14845,-38 73-281,35-60-1238,1 0 1,-17 67 0,13-40-243,16-52-22,0 1 0,0 0 0,1-1 0,0 1 0,0 13 0,4-22 0,0-1 0,-1 1 0,1 0 0,-1-1 0,1 1 0,0-1 0,-1 0 0,1 0 0,0 0 0,3-1 0,-4 1 0,10-1-421,-1 0 0,0 0 0,1-2 0,-1 1 0,0-1-1,0-1 1,14-6 0,-11 3-2360,0 0 0,20-15 0,-14 3-4625,-4 0-2385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8324,'0'0'19081,"75"-2"-18233,-41 2-208,11-4 33,-4-5-593,-2 5-80,2 4-321,-11-4-1071,-11 4-1906,-8 0-3777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2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2561,'0'4'21279,"-15"1"-33901,9-2 6654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1067 1 2257,'0'0'4391,"-2"7"-4337,-5 24-30,4-12 15370,-5-5-10393,-14 12-7709,14-17 4280,-80 107-772,-37 44-282,-127 95-249,7-8-7,59-20 218,130-156-202,40-51-199,11-16 26,0 1-1,1 0 0,0 0 0,0 0 1,1 0-1,-1 1 0,1-1 0,0 1 1,1 0-1,-1 0 0,1 0 0,0 0 1,1 0-1,-2 10 526,3-16-619,1 0 1,-1 0-1,0 0 1,0 0-1,1 0 1,-1 0-1,0 0 1,1 0-1,-1 0 0,0 0 1,0 0-1,1 0 1,-1 0-1,0 0 1,1 0-1,-1 0 1,0 0-1,0 0 1,1 0-1,-1 0 1,0 0-1,0-1 1,1 1-1,-1 0 1,0 0-1,0 0 1,1-1-1,-1 1 0,0 0 1,0 0-1,0 0 1,0-1-1,1 1 1,-1 0-1,0 0 1,0-1-1,0 1 1,0 0-1,0-1 1,0 1-1,0 0 1,1-1-1,7-17-842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641 370 2849,'0'0'8724,"-22"-6"-6928,-69-18 223,84 23-1650,-1-1 0,0 1 0,0 0 0,0 1-1,0 0 1,0 0 0,0 1 0,0 0 0,1 0-1,-1 1 1,0 0 0,1 0 0,-1 1 0,1 0 0,-10 5-1,1 2 226,1 0 0,1 2-1,0-1 1,-20 23-1,23-23-329,-19 21 68,1 1 1,2 2 0,1 1 0,2 1 0,2 1-1,1 1 1,1 0 0,3 2 0,1 0 0,3 1 0,1 1-1,2 0 1,1 0 0,3 1 0,-1 80 0,5-85-66,3-1 0,1 1 0,2 0 1,2-1-1,18 70 0,2-35 79,2-1 1,4-2-1,66 110 0,-74-142-354,2-1-1,2-1 1,1-1 0,2-2-1,1-1 1,1-2-1,61 43 1,-70-58 8,0-2 0,1-1 0,1-1 0,0-1 0,0-2 0,1 0 0,0-2 0,0 0 0,0-2 0,1-2 0,0 0 0,-1-2 0,1 0 0,36-7 0,-28 2 0,-1-2 0,0-2 0,0-1 0,-1-2 0,0-1 0,-1-1 0,-1-2 0,-1-2 0,0-1 0,44-35 0,-7-2 0,-3-3 0,-3-3 0,-2-3 0,-3-2 0,94-147 0,-79 92 0,75-171 0,-127 245 0,-3-1 0,-1 0 0,-2-2 0,-3 1 0,-2-1 0,-2-1 0,0-54 0,-7 51 0,-2 0 0,-2 1 0,-17-79 0,17 115 0,-2-1 0,1 1 0,-2 0 0,0 0 0,-2 1 0,0 0 0,0 0 0,-2 1 0,0 0 0,-1 1 0,0 0 0,-1 1 0,-23-19 0,17 20 0,0 0 0,-1 2 0,0 0 0,-1 2 0,0 0 0,-1 1 0,-28-6 0,-16-1 0,-79-6 0,94 14 0,-1 3 0,1 2 0,-1 3 0,-64 8 0,53 5 0,0 3 0,2 3 0,0 2 0,-59 31 0,-86 56 0,169-87 0,2 2 0,1 2 0,-44 42 0,58-46 0,2 1 0,0 0 0,1 1 0,2 1 0,0 0 0,2 1 0,1 1 0,1 0 0,1 0 0,2 1 0,-10 54 0,16-37-295,2-27-9967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0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5 173 2193,'-1'-4'22621,"-3"-20"-19548,5 19-2963,0 0 0,0 0 0,1-1-1,-1 1 1,1 0 0,0 1 0,1-1 0,-1 0-1,1 0 1,0 1 0,0 0 0,0 0-1,1 0 1,-1 0 0,1 0 0,7-5-1,-1 1-73,-1 0 0,1 1-1,1 1 1,-1 0 0,1 0-1,15-5 1,-21 9-30,0 0-1,0 1 1,0 0-1,0 0 1,0 0-1,0 0 1,1 1-1,-1 0 1,0 0-1,0 0 1,0 1-1,1 0 1,-1 0-1,7 2 1,-8-1-2,0 0 1,0 0 0,-1 1-1,0-1 1,1 1 0,-1-1-1,0 1 1,0 0 0,0 0-1,-1 1 1,1-1-1,-1 0 1,1 1 0,-1 0-1,0-1 1,-1 1 0,1 0-1,1 4 1,1 5 33,-1 1 0,1-1 1,-2 0-1,0 1 0,-1 0 0,0 15 1,-1-23-2,0 0 1,-1 0 0,0 1-1,0-1 1,0 0-1,-1 0 1,0 0 0,0 0-1,0 0 1,-1-1-1,0 1 1,0-1 0,0 1-1,-1-1 1,-5 6 0,2-5 9,5-4-47,0-1-1,1 0 1,-1 1 0,1-1 0,-1 1 0,1-1 0,0 1 0,-1 0 0,1-1 0,0 1-1,0 0 1,0 0 0,0 0 0,0 0 0,0 2 0,19-3-590,-3-2 305,0 2 0,0 0-1,0 0 1,0 2 0,25 6-1,-36-7 269,0-1-1,0 1 1,-1-1-1,1 1 1,-1 0-1,1 0 1,-1 1-1,0-1 1,1 1-1,-1 0 1,-1 0-1,1 0 1,0 0-1,-1 0 1,1 0-1,-1 1 1,0-1-1,0 1 0,-1 0 1,1-1-1,-1 1 1,1 0-1,-1 0 1,-1 0-1,1 0 1,0 6-1,0 1 173,0-1-1,-1 0 0,-1 1 1,0-1-1,0 0 0,-1 1 1,0-1-1,-5 14 0,5-20-83,0 0-1,0-1 1,0 1 0,0 0-1,-1-1 1,0 1-1,1-1 1,-1 0-1,-1 0 1,1 0 0,0 0-1,-1 0 1,1-1-1,-1 0 1,0 0-1,0 0 1,0 0 0,0 0-1,0-1 1,0 1-1,0-1 1,-7 0-1,-11 2 19,0-1-1,-40-3 0,19 0-2458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1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15 280 208,'0'0'3730,"0"-6"-2986,0-12 72,-2 2 6180,-8 3-3520,9 12-3260,1 0 1,0 0-1,-1 0 1,1 0-1,0 0 0,0 0 1,0 0-1,-1 0 1,1 0-1,0 0 0,0 0 1,1 0-1,-1 0 1,0 0-1,0 0 0,0 0 1,1 0-1,-1 0 1,1 0-1,-1 0 1,1 0-1,-1 0 0,1 0 1,-1 0-1,1 0 1,0 1-1,-1-1 0,1 0 1,0 0-1,0 1 1,-1-1-1,1 1 0,1-2 1,2 1 166,0 1-1,1-1 1,-1 1 0,0-1 0,0 1 0,0 0 0,6 1-1,11 0 48,127 1 2372,172-5-540,-141-25-1831,-45 5-163,-11 3-69,61-6-214,-171 25 15,1 1 0,0-1 0,0 0 0,0-1 0,0 0 0,0-1 0,-1-1 0,1 0 0,25-12 0,-2-12 0,-29 21 0,1 1 0,-1 0 0,13-7 0,-19 12 998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1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50 5394,'0'0'7297,"4"-2"-5451,0-1-1140,6-3 0,1 4 4419,-11 61 1358,0 78-4613,0-135-1865,1 0 0,-1 0 1,0 0-1,1-1 0,-1 1 1,1 0-1,0 0 0,-1-1 0,1 1 1,0 0-1,0-1 0,0 1 1,0-1-1,0 1 0,1-1 0,-1 0 1,0 1-1,1-1 0,-1 0 1,0 0-1,1 0 0,0 0 0,-1 0 1,1 0-1,0-1 0,-1 1 1,1 0-1,0-1 0,0 0 0,-1 1 1,1-1-1,0 0 0,0 0 1,0 0-1,0 0 0,-1 0 0,3 0 1,1 0-1,-1-1 0,1 1 1,-1-1-1,1 1 0,-1-1 0,1 0 1,-1-1-1,0 1 0,0-1 1,0 0-1,0 0 0,0 0 0,0-1 1,0 1-1,3-4 0,0-1 8,-1-1-1,0 0 1,0 1-1,-1-2 1,0 1-1,-1-1 1,0 1-1,0-1 1,-1 0-1,0-1 1,0 1-1,-1 0 1,0-1-1,-1 1 1,0-1-1,-1 0 1,0 1-1,-2-19 1,1 24 7,1 1-1,-1 0 1,0 0 0,0 0 0,-1 0 0,1 0-1,-1 1 1,1-1 0,-1 0 0,0 1 0,0-1 0,0 1-1,-1-1 1,1 1 0,0 0 0,-1 0 0,1 0 0,-1 1-1,0-1 1,0 0 0,1 1 0,-1 0 0,0 0 0,0-1-1,-1 2 1,1-1 0,0 0 0,0 1 0,0-1-1,0 1 1,-6 0 0,2 0 34,0 0-1,-1 1 0,1-1 1,0 1-1,0 1 0,-1-1 1,1 1-1,0 0 1,1 1-1,-1 0 0,0 0 1,1 0-1,-7 5 1,9-5-59,-1 1 0,1 0 1,0 0-1,0 0 0,0 0 1,0 1-1,1-1 0,-1 1 1,1 0-1,-4 9 0,2 17-2456,5-31 2222,1 1 1,-1-1 0,0 0 0,1 0 0,-1 1 0,0-1 0,1 0-1,-1 0 1,0 1 0,1-1 0,-1 0 0,1 0 0,-1 0-1,0 0 1,1 0 0,-1 0 0,1 0 0,-1 0 0,0 0 0,1 0-1,-1 0 1,1 0 0,-1 0 0,1 0 0,-1 0 0,1 0 0,13 0-10178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1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6371,'0'0'10111,"8"0"-8643,9 0-1088,0 1 1497,1-1 0,-1-1 1,20-3-1,-2-9-1715,2-4-1007,-20 15-6802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1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 2545,'0'0'12987,"6"-4"-11052,-6 4-1872,0 0-1,0 0 1,0 0-1,0 0 1,0 0 0,1 0-1,-1-1 1,0 1-1,0 0 1,0 0-1,0 0 1,0 0-1,0 0 1,1 0 0,-1 0-1,0 0 1,0 0-1,0 0 1,0 0-1,0 0 1,1 0 0,-1 0-1,0 0 1,0 0-1,0 0 1,0 0-1,1 0 1,-1 0-1,0 0 1,0 0 0,0 0-1,0 0 1,0 0-1,0 0 1,1 0-1,-1 0 1,0 0-1,0 1 1,0-1 0,0 0-1,0 0 1,0 0-1,0 0 1,1 0-1,-1 0 1,0 0-1,0 1 1,0-1 0,0 0-1,0 0 1,0 0-1,0 1 1,-2 79 4951,-13 44-2403,13-110-2756,0-1 0,0 28 0,2-60-11322,0 2 4021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2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39 1697,'-5'-12'18123,"2"12"-18570,-17-2 3177,17-1-612,9-4-1151,1 4-814,1 0 1,0 1 0,0 0 0,0 1 0,0-1 0,0 1 0,0 1-1,0 0 1,9 0 0,-16 0-137,2 0 1,0 1-1,0-1 1,1 0 0,-1 1 0,0-1-1,0 1 1,0 0 0,0 0 0,0 0-1,-1 1 1,1-1 0,0 1 0,0-1-1,-1 1 1,1 0 0,-1 0 0,0 0-1,0 0 1,4 5 0,21 37 238,-20-36-261,-6-6 10,0 0 0,1-1-1,-1 0 1,0 1 0,0-1-1,1 0 1,-1 0 0,1 0 0,-1 1-1,1-1 1,-1-1 0,1 1-1,0 0 1,-1 0 0,1-1 0,0 1-1,2 0 1,-4 0 2,1 0 0,0-1 0,-1 1 0,1 0-1,-1 0 1,1 0 0,-1 0 0,1 1 0,-1-1 0,0 0 0,1 0 0,-1 0 0,0 0 0,0 0-1,0 0 1,0 3 0,-1 4 32,0-1 0,0 1-1,-1 0 1,0 0-1,0-1 1,-1 1 0,0-1-1,0 0 1,-1 0 0,-5 8-1,-4 11-25,4-14 130,1 0 1,-2-1-1,-17 18 0,27-29-23,3-4 2587,20-12-2420,2 7-105,2 2 0,-1 1-1,1 2 1,0 0 0,44 0 0,-76 4-1665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3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82 544,'0'0'2967,"-2"-34"10332,2 27-7160,0-1-3373,0-15-1407,0 14 2282,-4 326-1589,1-289-2052,-13 54 0,2-16 0,1-8 0,-3 23 0,11-53 0,5-28 0,0 0 0,0 0 0,1 1 0,-1-1 0,0 0 0,0 0 0,0 0 0,0 0 0,1 1 0,-1-1 0,0 0 0,0 0 0,0 0 0,1 0 0,-1 0 0,0 0 0,0 0 0,0 0 0,1 1 0,-1-1 0,0 0 0,0 0 0,1 0 0,-1 0 0,0 0 0,0 0 0,1 0 0,-1 0 0,0 0 0,0-1 0,0 1 0,1 0 0,-1 0 0,0 0 0,0 0 0,1 0 0,-1 0 0,0 0 0,0 0 0,0-1 0,1 1 0,-1 0 0,0 0 0,0 0 0,10-6 0,3-4 0,1 0 0,-1 1 0,2 0 0,-1 1 0,1 1 0,1 0 0,-1 1 0,33-7 0,1 1 0,-16 4 0,1 1 0,40-4 0,-18 6 0,35-2 0,-90 7 0,1 0 0,0 0 0,0 0 0,0-1 0,0 1 0,0-1 0,0 1 0,-1-1 0,1 0 0,0 0 0,0 0 0,-1 0 0,1 0 0,1-2 0,-19 2-1865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34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12 4946,'0'0'10394,"6"-11"-3148,-19 41-1691,10-24-5074,0-1-1,0 1 1,1-1 0,0 1-1,-2 8 1,1 15-3,1 0 0,1 0 0,4 31 1,-1-37-508,-1 0 1,-1 0-1,-1 1 1,-1-1-1,-10 44 1,-20 67 28,-4 14 0,37-149 0,-1 1 0,0 0 0,0 0 0,0 0 0,0 0 0,0-1 0,0 1 0,0 0 0,0 0 0,0 0 0,0 0 0,1 0 0,-1 0 0,0 0 0,0-1 0,0 1 0,0 0 0,0 0 0,0 0 0,1 0 0,-1 0 0,0 0 0,0 0 0,0 0 0,0 0 0,1 0 0,-1 0 0,0 0 0,0 0 0,0 0 0,0 0 0,1 0 0,-1 0 0,0 0 0,0 0 0,0 0 0,0 0 0,0 0 0,1 0 0,-1 0 0,0 0 0,0 0 0,0 0 0,0 1 0,0-1 0,1 0 0,-1 0 0,0 0 0,0 0 0,0 0 0,0 0 0,0 0 0,0 1 0,0-1 0,0 0 0,0 0 0,1 0 0,-1 0 0,0 1 0,0-1 0,0 0 0,0 0 0,0 0 0,0 0 0,0 0 0,0 1 0,0-1 0,0 0 0,12-8 0,19-18 0,-3 2 0,0 1 0,36-21 0,-53 38 0,-1 0 0,1 1 0,1 0 0,-1 1 0,1 0 0,0 1 0,0 0 0,0 1 0,0 0 0,17 1 0,-20 1 0,1 0 0,-1-1 0,1 0 0,-1-1 0,0 1 0,1-2 0,-1 1 0,13-7 0,4-2 0,-25 9 0,26-10 0,-4 0 0,-19 10 0,-1 3-288,-5 3 918,-1 1-1133,8-5-3743,13-7-4278,12-5-6302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3760 1169,'3'-3'24645,"11"-12"-21246,-11 2-2633,1 0-1,-1 0 1,-1 0-1,1-23 0,-3 29-792,0-1 0,-1 1-1,1-1 1,-1 1 0,-1-1-1,1 1 1,-1-1 0,-1 1-1,-5-13 1,-24-35 27,-55-107 0,72 129 0,1-2 0,-19-71 0,22 53 0,3-1 0,-2-68 0,10-112 0,1 108 0,12-468-848,-7 487-48,27-153-1,-20 193 542,4 0 0,3 1 0,37-86 0,-54 144 353,156-321 47,-129 278-48,1 0 0,3 2 0,2 2-1,48-49 1,25-14-56,127-100 1,-211 192 59,1 0 0,0 2 0,1 1 0,1 1 0,34-12 0,-16 10 25,1 3 1,78-12-1,183-39-19,-63 11 109,-158 36 85,0 5 0,114-3 0,-193 15-199,23-1 17,0 2 1,0 0 0,0 2-1,0 2 1,35 9 0,345 137 940,-375-134-937,-1 1-1,-1 1 0,-1 2 1,-1 2-1,0 1 0,-2 1 0,-1 1 1,-1 2-1,-2 1 0,43 59 1,-36-35 126,-2 1 1,-2 2-1,37 103 0,-48-110-88,-3 1-1,-1 1 1,-3 1-1,-2 0 1,3 65-1,-12-17 4,6 91 38,-1-126-57,-6 125 0,-2-165-30,0 0 0,-2 0-1,-1 0 1,-13 34 0,-46 94 140,38-93-144,-120 239 133,53-116 81,22-7-27,57-136-207,10-26 9,-1-1 0,-1 1 0,-8 12 0,13-76-242,2 35-3699,0 2-3986,0 1-741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6195,'0'0'11480,"7"-1"-9642,18-2-29,-24 3-1677,0 0 0,-1 0 0,1 0 0,0 0 1,-1 1-1,1-1 0,0 0 0,-1 0 0,1 0 0,-1 1 1,1-1-1,0 0 0,-1 1 0,1-1 0,-1 0 0,1 1 0,-1-1 1,1 1-1,-1-1 0,0 1 0,1-1 0,-1 1 0,1-1 1,-1 1-1,0-1 0,1 1 0,-1 0 0,0-1 0,0 1 1,0-1-1,1 1 0,-1 1 0,3 23 1246,-3-18-896,10 114 1105,-7 164 0,-4-153-1090,1-131-473,0 0 0,0 0-1,0 0 1,0 0 0,0 0-1,0 0 1,0-1 0,1 1 0,-1 0-1,0 0 1,1 0 0,-1 0-1,0 0 1,1 0 0,-1 0-1,1-1 1,0 1 0,-1 0-1,1 0 1,-1-1 0,1 1 0,1 0-1,-1 0-15,-1-1-1,1 0 0,0 0 1,-1 0-1,1 0 0,0 0 1,-1 0-1,1 0 0,0 0 1,-1 0-1,1-1 0,0 1 1,-1 0-1,1 0 0,0-1 1,-1 1-1,1 0 0,-1-1 1,1 1-1,-1 0 0,1-1 1,-1 1-1,1-1 0,-1 1 1,1-1-1,-1 1 0,1-1 1,-1 1-1,0-1 0,1 0 1,-1 1-1,1-2 0,14-20 35,1 1-1,1 1 1,1 0-1,31-26 1,92-64 313,-66 54-152,-56 41-203,-10 7 0,1 1 0,0-1 0,0 1 0,0 1 0,22-10 0,-27 16 0,-1 0 0,-1 13 640,-5-4-2507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4610,'0'-1'18383,"0"5"-15831,-6 106 2669,3-84-4829,-2 1 0,-1-1 0,-1 1 1,-14 31-1,-24 39-379,-4-2 1,-92 133-1,129-210-13,-34 56 0,42-68 0,1 1 0,0 0 0,0 1 0,1-1 0,0 0 0,0 1 0,1-1 0,-2 14 0,5-21 0,-1 1 0,0-1 0,1 1 0,-1-1 0,0 1 0,1-1 0,-1 0 0,1 0 0,-1 0 0,1 0 0,-1 0 0,0 0 0,1 0 0,1 0 0,0-1 0,8 0 0,0-1 0,0 0 0,0 0 0,-1-2 0,0 1 0,1-1 0,-1-1 0,0 0 0,-1 0 0,18-13 0,23-12 0,-23 16-165,1 1 1,0 1-1,0 1 1,1 1-1,1 2 0,0 1 1,0 1-1,0 2 1,56-1-1,-85 5-671,1 0-1,0 0 1,-1-1 0,1 1-1,-1 0 1,1-1 0,-1 1 0,1-1-1,-1 1 1,1-1 0,-1 0-1,1 0 1,-1 0 0,2-1 0,18-16-10810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 8100,'0'0'14897,"0"-1"-14850,0 1 0,0 0-1,0 0 1,0 0 0,0 0-1,0-1 1,0 1 0,0 0-1,0 0 1,0 0 0,1 0-1,-1 0 1,0 0 0,0-1 0,0 1-1,0 0 1,0 0 0,0 0-1,0 0 1,1 0 0,-1 0-1,0 0 1,0 0 0,0 0-1,0 0 1,0 0 0,1-1-1,-1 1 1,0 0 0,0 0 0,0 0-1,0 0 1,1 0 0,-1 0-1,0 0 1,0 0 0,0 0-1,0 1 1,0-1 0,1 0-1,-1 0 1,0 0 0,0 0-1,0 0 1,0 0 0,0 0 0,1 0-1,-1 0 1,0 0 0,0 0-1,0 1 1,0-1 0,0 0-1,0 0 1,0 0 0,0 0-1,1 0 1,-1 0 0,0 1-1,1 8 596,1 1-1,-2-1 0,1 0 0,-1 1 0,-2 10 1,1 8 395,0-10-617,0 0 0,-1 0-1,-2-1 1,-9 35-1,-34 68-515,25-66 178,-50 104-82,46-107 0,2 1 0,3 1 0,-19 68 0,38-115 0,1 0 0,0 1 0,0-1 0,1 0 0,-1 1 0,1-1 0,0 0 0,2 7 0,-2-12 0,1-1 0,0 1 0,-1-1 0,1 1 0,0-1 0,0 1 0,-1-1 0,1 1 0,0-1 0,0 0 0,0 1 0,-1-1 0,1 0 0,0 0 0,0 0 0,0 0 0,0 0 0,0 0 0,0 0 0,1 0 0,25 0 0,-20-1 0,21-1 0,0-1 0,0-1 0,0-2 0,0-1 0,36-14 0,-27 9 0,1 1 0,40-6 0,-78 17 0,0 0 0,0 0 0,1 0 0,-1 0 0,0 0 0,0 0 0,1-1 0,-1 1 0,0 0 0,0 0 0,1 1 0,-1-1 0,0 0 0,1 0 0,-1 0 0,0 0 0,0 0 0,1 0 0,-1 0 0,0 0 0,0 0 0,0 1 0,1-1 0,-1 0 0,0 0 0,0 0 0,0 0 0,1 1 0,-1-1 0,0 0 0,0 0 0,0 1 0,0-1 0,1 0 0,-1 0 0,0 0 0,0 1 0,-3 12 0,2-11 0,0 0 0,0-1 0,0 1 0,0 0 0,0-1 0,-1 1 0,1-1 0,0 1 0,-1-1 0,1 0 0,-1 1 0,-2 1 0,-3-3-954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34 3330,'0'0'15599,"4"-6"-12809,10-16-373,-11 16-546,-8 7-1246,-1-1 1,1 1-1,-1 0 1,1 0-1,0 0 1,-9 4-1,0 1-524,0 2 0,-20 12-1,5-2 265,-19 8-120,14-8-186,0 0 0,2 3 1,0 1-1,1 1 0,-36 35 0,67-58-59,-2 2 3,-1 0-1,1 0 0,0 1 1,0-1-1,0 0 0,1 1 1,-1-1-1,0 1 0,1 0 1,0 0-1,0-1 0,0 1 1,0 0-1,0 0 0,0 0 1,1 0-1,-1 4 1,1-7-14,0 1 1,1-1-1,-1 1 1,0-1 0,1 0-1,-1 1 1,1-1-1,-1 1 1,0-1 0,1 0-1,-1 1 1,1-1-1,-1 0 1,1 1 0,-1-1-1,1 0 1,-1 0-1,1 1 1,-1-1 0,1 0-1,0 0 1,-1 0-1,1 0 1,-1 0 0,1 0-1,-1 0 1,1 0 0,1 0-1,24 0-43,-17 0 23,59-1 5,86 2-335,-151-1 356,-1 1 0,1-1 0,-1 1 0,0-1 0,0 1 0,1 0 0,-1 0 0,0 0 0,0 0 0,0 0 0,0 1 0,0-1 0,0 1 0,0-1 1,0 1-1,-1 0 0,1-1 0,-1 1 0,1 0 0,-1 0 0,1 0 0,-1 0 0,0 0 0,0 1 0,0-1 0,-1 0 0,1 0 0,0 1 0,-1-1 0,1 1 0,-1-1 0,0 0 0,0 4 0,0 1 7,0-1 0,0 1 0,0-1 0,-1 1-1,0-1 1,-1 1 0,1-1 0,-1 0 0,0 1-1,-1-1 1,-4 9 0,-15 14 148,0-1-1,-2-1 1,-1-1 0,-50 39-1,38-33-222,23-24-824,14-8 815,0 0 0,0 0-1,0 0 1,-1 0 0,1 0 0,0 0-1,0 0 1,0 0 0,0 0 0,-1 0-1,1 0 1,0 0 0,0 0-1,0-1 1,0 1 0,0 0 0,-1 0-1,1 0 1,0 0 0,0 0 0,0-1-1,0 1 1,0 0 0,0 0-1,0 0 1,0 0 0,0-1 0,-1 1-1,1 0 1,0 0 0,0 0 0,0-1-1,0 1 1,0 0 0,0 0-1,0 0 1,0-1 0,0 1 0,1 0-1,8-29-5179,18-12-1861,14-9-2038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9652,'0'0'14007,"-40"126"-11606,17-82-1008,9-5-321,1-7-560,7-9-416,6-11-96,0-4-1024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11845,'0'0'12326,"0"111"-13222,0-51-1698,0 7-3953,0 4-3713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7235,'0'0'20748,"9"10"-19003,-4-3-1647,0 0 69,0-1 1,1 1-1,0-1 1,0 0 0,0 0-1,1-1 1,0 1-1,0-1 1,0-1-1,0 0 1,1 0-1,8 3 1,-12-6-405,0 0 1,0 0-1,0 0 0,0-1 1,0 0-1,0 0 0,0 0 0,6-1 1,-8 1 160,0-1 0,0 0 0,0 0 0,0 0 0,0-1 0,0 1 0,0 0 0,0-1 0,0 0 0,-1 1 0,1-1 0,0 0 0,-1 0 0,0 1 0,3-5 0,-1 1-246,12-14 1338,-14 19-991,-1 0 1,0-1-1,1 1 0,-1 0 1,1 0-1,-1 0 0,1 0 1,-1-1-1,1 1 0,-1 0 1,1 0-1,-1 0 0,1 0 1,-1 0-1,1 0 0,-1 0 0,1 0 1,-1 1-1,1-1 0,-1 0 1,1 0-1,-1 0 0,0 0 1,1 1-1,-1-1 0,1 0 1,-1 0-1,0 1 0,1-1 1,-1 0-1,1 1 0,-1-1 1,0 0-1,1 1 0,-1-1 0,0 1 1,0-1-1,1 1 0,-1-1 1,0 0-1,0 1 0,0-1 1,0 1-1,1 0 0,1 2-182,0 0-1,0 0 0,0 0 1,1 0-1,0 0 1,-1-1-1,1 1 0,0-1 1,1 0-1,-1 1 1,0-1-1,0-1 0,1 1 1,-1-1-1,1 1 1,0-1-1,-1 0 0,1 0 1,6 0-1,7 1-2419,0-1 0,1-1 0,19-2 1,-21 1-332,20-2-4445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39 5507,'0'0'20401,"-12"-7"-18523,-38-21-571,48 27-1252,0 1-1,0-1 0,0 1 1,0-1-1,0 1 0,0 0 1,0 0-1,0 0 1,0 0-1,0 0 0,0 0 1,0 0-1,0 1 0,0-1 1,0 1-1,0 0 0,0 0 1,0-1-1,0 1 1,1 0-1,-3 2 0,-28 28 699,27-26-605,2 0-104,-1-1 0,0 0-1,1 1 1,0 0 0,0 0 0,1 0-1,-1 0 1,1 0 0,0 1-1,1-1 1,-1 1 0,0 8 0,2-14-44,0 1 1,1-1 0,-1 1 0,0 0-1,1-1 1,-1 1 0,1-1 0,-1 1-1,0-1 1,1 1 0,-1-1 0,1 1 0,0-1-1,-1 1 1,1-1 0,-1 0 0,1 1-1,0-1 1,-1 0 0,1 0 0,0 1-1,-1-1 1,1 0 0,0 0 0,-1 0 0,1 0-1,0 0 1,-1 0 0,1 0 0,1 0-1,28-1-59,-23 1 39,-1-1-4,0 0 0,1 0 0,-1-1 0,0 0 1,0 0-1,0 0 0,0-1 0,6-4 1,48-31-354,-37 22 351,36-25 48,-58 40-52,-2 15 74,-1-1-1,-1 1 1,0-1-1,0 1 1,-2-1 0,1 0-1,-8 13 1,-11 33 21,-7 54 103,-16 118 0,-9 39-53,49-246-69,-1 0 0,-2-1 1,0 1-1,-2-2 0,0 1 1,-1-2-1,-2 0 0,-31 39 0,35-49-22,0-1 0,-1 0 0,0-1 0,-1 0 0,0 0 0,0-1 0,-1-1 0,0 0 0,0-1 0,0 0 0,-1-1 0,0-1 0,0 0 0,-1-1 0,1 0 0,-23 0 0,21-2-24,1 0 0,0-2 0,-1 0 0,-26-5 0,36 4 0,-1 0 0,1 0 0,0-1 0,0 0 0,0 0 0,0 0 0,1-1 0,-1 0 0,1 0 0,0 0 0,0-1 0,1 0 0,-7-7 0,5 3-70,0 0 0,0 0 1,1-1-1,0 1 0,1-1 0,0 0 0,0 0 1,1-1-1,1 1 0,-1-1 0,2 0 0,-1-16 1,1 18-470,2 1 0,-1-1 1,1 0-1,1 1 0,0-1 1,0 1-1,0-1 1,1 1-1,8-15 0,4-3-5039,39-46-1,-6 13-3286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13670,'0'0'8097,"-14"26"-4348,6-10-3240,-20 38 1385,-36 95 1,-17 62 847,33-92-2697,-39 144 1,82-238-860,4-9-3100,11-17-4313,10-11 1101,4-10-1422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7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8212,'0'0'16255,"10"14"-15534,-1 0-528,1-1 1,15 17 0,-22-28-169,0 0-1,-1 0 0,1-1 1,0 1-1,0-1 0,-1 1 1,1-1-1,0 0 0,1 0 1,-1-1-1,0 1 1,0-1-1,0 1 0,0-1 1,0 0-1,1 0 0,-1 0 1,6-2-1,6 1 49,-6 1-48,0 0 0,0-1 0,0 0-1,0 0 1,0-1 0,0 0 0,0-1-1,-1 0 1,1-1 0,-1 1 0,0-2-1,0 1 1,0-1 0,-1 0 0,0-1-1,0 1 1,12-14 0,-17 17-9,0 0 0,-1 0 0,1-1-1,-1 1 1,0-1 0,1 1 0,-1-1 0,-1 0 0,1 1 0,0-1-1,0 0 1,-1 0 0,0 1 0,1-1 0,-1 0 0,0 0 0,-1 0 0,1 0-1,-1-2 1,1 3 39,-1 0 0,0 0 0,1 0 0,-1 1 0,0-1 0,0 0 0,0 1 0,0-1 0,-1 1 0,1-1 0,0 1 0,-1-1 0,1 1 0,0 0 0,-1 0 0,0 0 0,1 0 0,-1 0 0,0 0 0,1 0 0,-1 0 0,0 1 0,0-1 0,0 1 0,0-1 0,0 1 0,-2 0 0,-6-1 134,-1 0 0,1 1 0,-1 1 0,1 0 0,-1 0 0,1 1 0,-1 1 0,1-1 0,0 2 0,0-1 0,0 1 0,1 1 1,-1 0-1,1 0 0,0 1 0,1 0 0,-1 0 0,1 1 0,1 1 0,-1-1 0,-7 11 0,12-14-189,1 0 0,-1-1 0,1 1 0,0 0 0,0 1 0,1-1 0,0 0 0,-1 0 0,1 1 0,0 6 0,0-9 0,1 0 0,0 0 0,0 0 0,0 0 0,0 0 0,0 0 0,0 0 0,0 0 0,1 0 0,-1 0 0,1 0 0,0 0 0,-1 0 0,1-1 0,0 1 0,0 0 0,0 0 0,0-1 0,0 1 0,1 0 0,-1-1 0,0 1 0,1-1 0,-1 0 0,3 2 0,4 1-48,1 0-1,0-1 1,0 0-1,0-1 1,0 0-1,1 0 1,13 1-1,75-2-2705,-61-1 824,51-1-4096,3-2-3974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96 784 19257,'0'0'2830,"-10"23"572,-29 79-366,34-87-2621,1 1 0,1-1-1,0 1 1,1 0 0,0 0 0,1 20 0,-4 34 355,-3-52-607,8-18-156,0 0-1,0 0 1,0-1 0,0 1-1,0 0 1,0 0 0,0 0-1,0-1 1,-1 1-1,1 0 1,0 0 0,0 0-1,0 0 1,0-1 0,-1 1-1,1 0 1,0 0 0,0 0-1,0 0 1,-1 0 0,1 0-1,0 0 1,0-1 0,0 1-1,-1 0 1,1 0 0,0 0-1,0 0 1,0 0 0,-1 0-1,1 0 1,0 0 0,0 0-1,-1 0 1,1 0 0,0 0-1,0 0 1,0 0 0,-1 1-1,1-1 1,0 0 0,0 0-1,0 0 1,-1 0 0,1 0-1,0 0 1,0 0 0,0 1-1,0-1 1,-1 0 0,1 0-1,0 0 1,0 1 0,0-1-1,0 0 1,-4-40-77,3 0 0,1-1 0,7-46 0,1 41-151,1 0 1,2 1-1,3 0 1,36-83 0,-10 46-897,80-122 1,-1 41 193,-105 145 915,2 1 1,0 1-1,0 1 0,2 0 1,0 1-1,34-20 1,-42 29 101,1 1 1,0-1 0,-1 2 0,2 0 0,-1 0 0,0 1-1,20-2 1,-27 4-39,-1-1 1,0 1-1,1 0 0,-1 0 0,1 1 0,-1-1 0,1 1 1,-1 0-1,0-1 0,1 1 0,-1 1 0,0-1 1,0 0-1,0 1 0,0 0 0,0 0 0,0 0 0,0 0 1,-1 0-1,1 0 0,-1 1 0,1-1 0,-1 1 0,0 0 1,0-1-1,0 1 0,0 0 0,2 6 0,-2-1 19,1 1-1,-1 0 0,0 0 1,-1 0-1,0 0 0,-1 0 0,0 0 1,0 0-1,-1 0 0,0 0 1,0 0-1,-1 0 0,0 0 1,-1 0-1,0-1 0,0 1 0,-1-1 1,0 0-1,-6 9 0,-7 3 38,-1-1-1,0 0 0,-2-2 1,0 0-1,-23 15 0,-120 65-21,82-50-98,63-37 8,-15 9 0,0 2 0,-52 43 0,78-58 0,1 0 0,-1 1 0,1-1 0,0 1 0,0 1 0,1-1 0,0 1 0,1 0 0,-1 0 0,1 0 0,1 1 0,0-1 0,0 1 0,1 0 0,0 0 0,0 0 0,0 12 0,2-18 0,1 1 0,0 0 0,0-1 0,0 1 0,0-1 0,0 1 0,1-1 0,0 0 0,-1 1 0,1-1 0,1 0 0,-1 0 0,0 0 0,1-1 0,-1 1 0,1-1 0,0 1 0,0-1 0,0 0 0,0 0 0,0 0 0,6 2 0,9 5 0,0-1 0,36 10 0,-48-16 0,30 6-12,0-1 1,0-2-1,0-2 0,71-2 0,-72-1-73,-25 0-602,-1-1 1,1 0-1,-1-1 0,1 0 1,10-3-1,42-22-11379,-28 8 1680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3474,'0'0'16834,"-21"12"-12293,-70 40-812,84-48-3384,1 1 0,-1-1-1,2 1 1,-1 0-1,0 0 1,1 1 0,0-1-1,0 1 1,1 0-1,-6 10 1,7-11-314,1 0-1,1-1 1,-1 1 0,1 0-1,0 0 1,0 0-1,0 1 1,1-1 0,-1 0-1,1 0 1,1 0-1,0 9 1,0-12-31,0 0 0,0 0 0,0 0 0,0 0 0,1 0 0,-1 0 0,0 0 0,1 0 0,-1-1 0,1 1 0,0 0 0,0-1 0,0 1 0,-1-1 0,1 0 0,0 0 0,1 0 0,-1 0 0,0 0 0,0 0 0,0 0 0,0-1 0,1 1 0,3-1 0,6 3 0,1-1 0,0-1 0,15 0 0,-10-1 0,1-1 0,-1 0 0,0-1 0,1-1 0,30-10 0,-44 12 0,0-1 0,-1 0 0,1 0 0,-1 0 0,0 0 0,0-1 0,1 1 0,-1-1 0,-1 0 0,1-1 0,0 1 0,-1-1 0,0 1 0,0-1 0,0 0 0,0 0 0,-1 0 0,1-1 0,-1 1 0,0 0 0,0-1 0,-1 0 0,1 1 0,-1-1 0,0 0 0,0 0 0,-1-5 0,1 7 0,-1-1 0,0 0 0,-1 0 0,1 0 0,-1 1 0,0-1 0,0 0 0,0 1 0,0-1 0,0 1 0,-1-1 0,0 1 0,0 0 0,0-1 0,0 1 0,0 0 0,-5-5 0,3 5 0,0 0 0,-1-1 0,1 2 0,-1-1 0,0 0 0,1 1 0,-1 0 0,0 0 0,0 0 0,-1 1 0,1 0 0,-9-1 0,-64 0 0,77 2-52,0 0 1,0 1-1,0-1 1,0 0-1,0 0 1,0 0-1,-1 1 0,1-1 1,1 1-1,-1-1 1,0 1-1,0-1 0,0 1 1,0-1-1,0 1 1,0 0-1,0-1 1,1 1-1,-1 0 0,0 0 1,1 0-1,-1 0 1,1-1-1,-1 1 1,0 0-1,1 0 0,0 0 1,-1 0-1,1 0 1,0 0-1,0 1 0,-1-1 1,1 0-1,0 0 1,0 0-1,0 0 1,0 0-1,0 0 0,0 0 1,1 0-1,-1 1 1,0-1-162,0 0-1,0-1 1,0 1 0,1 0 0,-1-1 0,0 1 0,0-1 0,0 1-1,1 0 1,-1-1 0,0 1 0,0-1 0,1 1 0,-1-1 0,1 1-1,-1-1 1,0 1 0,1-1 0,-1 1 0,1-1 0,-1 0 0,1 1-1,-1-1 1,1 0 0,0 1 0,-1-1 0,1 0 0,-1 0 0,1 0-1,0 1 1,-1-1 0,1 0 0,-1 0 0,1 0 0,0 0 0,-1 0-1,1 0 1,0 0 0,-1 0 0,1 0 0,-1-1 0,2 1 0,3 0-1419,29 0-9080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3474,'0'0'14601,"-21"15"-8278,13-9-5809,-9 6 390,0 1-1,1 0 1,0 1 0,1 1 0,1 0 0,0 1 0,-15 24 0,5 1-842,1 1 1,2 1-1,3 1 0,1 0 1,2 2-1,2 0 1,2 0-1,3 1 1,-6 79-1,14-110-74,-3 35 37,3-48-34,-1-1-1,1 0 1,0 1-1,-1-1 1,0 0-1,0 1 1,1-1-1,-1 0 1,0 0-1,-1 0 1,1 1-1,0-1 1,-1-1-1,1 1 1,-4 3-1,-15-1-4041,1-10-5333,2-16-3086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7652,'24'-6'8102,"380"-72"6601,-358 69-14097,88-14 778,-158 33-1320,0 1 0,0 1 0,2 1 0,-28 21 0,22-14-64,1 0 0,-43 46 0,63-60 0,0 2 0,1-1 0,0 1 0,1 0 0,0 0 0,0 0 0,0 1 0,1 0 0,1 0 0,-1 0 0,2 0 0,-1 0 0,1 1 0,-2 18 0,4-27 0,0 0 0,0 0 0,0 0 0,1 0 0,-1 0 0,0 1 0,0-1 0,1 0 0,-1 0 0,0 0 0,1 0 0,-1 0 0,1 0 0,-1 0 0,1 0 0,0 0 0,0 0 0,-1 0 0,1 0 0,0-1 0,0 1 0,0 0 0,0-1 0,0 1 0,0 0 0,2 0 0,0 0 0,0 0 0,0 0 0,0-1 0,0 1 0,0-1 0,0 0 0,1 0 0,-1 0 0,6-1 0,1-1 0,0 0 0,0-1 0,0 0 0,-1-1 0,18-8 0,-5-2 0,-1 0 0,0-2 0,-1 0 0,-1-2 0,0 0 0,16-21 0,-26 24 0,-9 14 0,1 1 0,-1 0 0,0 0 0,0-1 0,0 1 0,1 0 0,-1 0 0,0-1 0,0 1 0,0 0 0,0 0 0,0-1 0,0 1 0,0 0 0,0-1 0,0 1 0,0 0 0,0 0 0,0-1 0,0 1 0,0 0 0,0-1 0,0 1 0,0 0 0,0 0 0,0-1 0,0 1 0,0 0 0,0-1 0,0 1 0,-1 0 0,1 0 0,0-1 0,0 1 0,0 0 0,-1 0 0,1 0 0,0-1 0,0 1 0,0 0 0,-1 0 0,1 0 0,0 0 0,0-1 0,-1 1 0,1 0 0,0 0 0,-1 0 0,1 0 0,0 0 0,0 0 0,-1 0 0,1 0 0,0 0 0,-1 0 0,1 0 0,-10 2 0,7-1 0,1 1 0,0-1 0,0 1 0,0 0 0,0 0 0,1-1 0,-1 1 0,1 1 0,-1-1 0,1 0 0,-1 0 0,1 0 0,0 1 0,0-1 0,0 1 0,0-1 0,1 0 0,-1 1 0,1 0 0,-1-1 0,1 1 0,0 3 0,-1 2 0,1 1 0,0-1 0,0 0 0,1 0 0,0 1 0,2 7 0,-1-11-15,0-1 0,0 1 0,0-1 0,1 0 0,-1 0 0,1 0 0,0 0 0,0-1 0,1 1 0,-1-1 0,1 0 0,-1 0 0,1 0 0,0 0 0,0-1 1,1 1-1,-1-1 0,0 0 0,1 0 0,-1-1 0,8 2 0,5 1-1531,0-1 0,0 0-1,1-1 1,25-1 0,-33 0-392,0-2 0,-1 1 0,1-1 0,11-3 1,-9-1-681,0 1 1,0-2-1,13-7 0,-25 13 2553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4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1 3698,'0'0'14558,"-24"25"-8904,3-4-4697,-6 5 396,1 2 1,2 0 0,1 1 0,-26 43 0,22-23-1108,3 1 0,1 2 0,3 0 0,-17 68 0,-28 223-345,64-334 99,-1 1 0,0 0 0,0-1 0,-6 14 0,8-22-92,0-1 0,0 0 0,0 0 0,0 1-1,0-1 1,0 0 0,0 0 0,0 0 0,-1 1 0,1-1 0,0 0 0,0 0 0,0 1 0,0-1-1,0 0 1,-1 0 0,1 0 0,0 0 0,0 1 0,0-1 0,0 0 0,-1 0 0,1 0-1,0 0 1,0 0 0,-1 0 0,1 1 0,0-1 0,0 0 0,0 0 0,-1 0 0,1 0-1,0 0 1,0 0 0,-1 0 0,1 0 0,0 0 0,0 0 0,-1 0 0,1 0 0,0 0 0,0 0-1,-1-1 1,1 1 0,0 0 0,0 0 0,0 0 0,-1 0 0,1 0 0,0 0 0,0-1-1,0 1 1,-1 0 0,1 0 0,0 0 0,0 0 0,0-1 0,0 1 0,0 0 0,-1 0 0,1-1-1,0 1 1,0 0 0,0 0 0,0 0 0,0-1 0,0 1 0,0 0 0,-8-19-6863,7 17 6171,-9-27-11134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50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12694,'0'0'5341,"24"-8"-536,2 0-3493,147-40 5049,-128 39-5910,0 1-1,1 3 1,-1 1 0,82 5 0,-125 0-451,0-1 0,0 1 0,0-1 0,0 1 0,0 0 0,0 0 0,-1 0 0,1 0 0,0 1 0,0-1 0,-1 0 0,1 1 0,-1-1 0,1 1 0,-1-1 0,0 1 0,0 0 0,0 0 0,1-1 0,-2 1 0,1 0 0,0 0 0,0 0 0,-1 0 0,1 0 0,-1 0 0,1 0 0,-1 0 0,0 0 0,0 1 0,0-1 0,0 3 0,0 4 0,-1 0 0,1 0 0,-1 0 0,-1-1 0,0 1 0,-5 15 0,-49 85 0,38-78 0,1 2 0,-13 35 0,29-61-1,-10 13-35,13-33-5111,10-19-2488,2-12-5462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5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1601,'0'0'27244,"-58"113"-26652,58-83-592,4-5-544,13-4-2465,1 2-6371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4:5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183 124 21514,'-18'13'4866,"0"-1"-3614,1-1-278,0 1 0,1 1 0,0 1 1,-26 29-1,37-37-945,1 0-1,0 0 1,0 1 0,0 0 0,1-1-1,0 1 1,0 0 0,1 0-1,-2 9 1,4-14-30,-1 1 1,1-1-1,-1 0 0,1 0 1,0 0-1,0 1 1,0-1-1,0 0 0,0 0 1,1 0-1,-1 1 0,1-1 1,-1 0-1,1 0 0,0 0 1,0 0-1,0 0 0,0 0 1,0 0-1,0 0 0,0 0 1,1-1-1,-1 1 0,1 0 1,-1-1-1,1 1 0,0-1 1,0 0-1,-1 0 0,1 1 1,0-1-1,0 0 0,0 0 1,2 0-1,7 2 3,-1-1 1,0 0-1,1 0 0,-1-1 1,0-1-1,1 0 0,-1 0 1,1-1-1,-1 0 0,1-1 0,-1 0 1,0-1-1,0 0 0,0-1 1,0 0-1,-1 0 0,1-1 1,-1 0-1,0 0 0,-1-1 1,1-1-1,-1 1 0,9-11 1,-7 7-51,1-1 0,-2-1 1,0 1-1,0-2 0,-1 1 1,-1-1-1,0 0 0,0-1 1,-2 1-1,1-1 0,-2-1 1,0 1-1,-1 0 0,0-1 1,1-28-1,-4 40 41,0 0 0,0 0 0,0 1 0,0-1 0,-1 0 0,1 0 0,-1 0 0,0 1 0,0-1 0,0 0 0,0 0 0,0 1 0,-1-1 0,1 1 0,-1 0 0,1-1 0,-1 1 0,0 0 0,0 0 0,0 0 0,0 0 0,0 0 0,-1 0 0,1 1 0,-5-3 0,-1 1 87,0 0 0,0 1 0,0 0 0,0 1 0,0 0 1,-1 0-1,-15 1 0,15 1-25,9 3-21,9 3-14,7-4-34,0-1 1,0 0-1,0-1 0,0 0 0,27-4 0,5 1 12,-20 2 45,1 0-29,54 5 1,-72-3-14,-1 0 0,0 1 0,0 0 0,0 1-1,0 0 1,-1 0 0,0 1 0,17 11 0,-20-12 5,1 1 0,-1-1 0,0 2 0,-1-1 0,1 1 0,-1-1 0,0 1 0,0 1 0,-1-1 0,0 1 0,0 0 0,-1 0 0,1 0 0,-1 0 0,-1 0 0,0 1 0,0-1 0,0 1 0,-1 0 0,0 0 0,0-1 0,-1 1 0,-1 9 0,0-13-6,0 0 0,-1 0 0,1-1 0,-1 1 0,0 0 0,0 0 0,0-1 0,0 0 0,-1 1 0,1-1 0,-1 0 0,0 0 0,0 0 0,0 0 0,-1-1 0,-5 4 0,-6 3 0,0 0 0,-24 9 0,39-18 0,0 0 0,0 0 0,-1 0 0,1 0 0,0 0 0,0 0 0,0 0 0,0 0 0,-1 0 0,1-1 0,0 1 0,0 0 0,0 0 0,0 0 0,0 0 0,-1 0 0,1 0 0,0 0 0,0 0 0,0-1 0,0 1 0,0 0 0,0 0 0,-1 0 0,1 0 0,0-1 0,0 1 0,0 0 0,0 0 0,0 0 0,0 0 0,0-1 0,0 1 0,0 0 0,0 0 0,0 0 0,0 0 0,0-1 0,0 1 0,0 0 0,0 0 0,0 0 0,0 0 0,0-1 0,0 1 0,0 0 0,0 0 0,0 0 0,0 0 0,1-1 0,-1 1 0,0 0 0,0 0 0,0 0 0,0 0 0,0 0 0,0-1 0,1 1 0,-1 0 0,0 0 0,4-8 0,0 0 0,0 1 0,0 0 0,1 0 0,0 0 0,1 0 0,10-10 0,54-43 0,-51 45 0,5-6 0,1 1 0,0 1 0,2 2 0,0 1 0,1 1 0,47-19 0,-73 33 0,1 1 0,-1-1 0,0 1 0,1-1 0,-1 1 0,0 0 0,1 0 0,-1 0 0,1 0 0,2 0 0,-4 1 0,0-1 0,0 0 0,-1 1 0,1-1 0,0 0 0,0 1 0,0-1 0,-1 1 0,1-1 0,0 1 0,0 0 0,-1-1 0,1 1 0,-1 0 0,1-1 0,-1 1 0,1 0 0,0 1 0,1 3 0,-1-1 0,0 1 0,-1 0 0,1-1 0,-1 1 0,0 0 0,0 0 0,-1 5 0,0 10 0,0-1 3,0-1 0,-7 27 0,4-24-43,1-1 1,-1 33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40 200 4226,'0'0'19713,"-1"10"-18152,-7 157 2995,4-142-4248,4-24-281,0 0 0,-1-1-1,1 1 1,0 0 0,0 0 0,-1-1-1,1 1 1,-1 0 0,1-1 0,0 1-1,-1 0 1,1-1 0,-1 1 0,0-1-1,1 1 1,-1-1 0,1 1 0,-1-1-1,0 1 1,1-1 0,-1 0-1,0 1 1,1-1 0,-1 0 0,0 0-1,-1 1 1,1-3 5,0 0 0,0 0-1,0 0 1,0 0 0,0 0-1,1 0 1,-1 0 0,1 0 0,-1 0-1,1-1 1,0 1 0,0 0-1,0 0 1,0-4 0,0 0 39,-2-21 133,1 0 0,5-51-1,-1 63-198,0 0 0,0 0 0,2 0 0,0 0 0,0 1 0,13-22 0,-11 24 81,0 0-1,1 0 1,0 1 0,1 0 0,0 0 0,21-17 0,-27 25-286,1 1 0,-1-1 0,1 1 0,-1 0 0,1 1 0,0-1 0,0 1 0,-1-1 0,1 1 0,0 0 0,0 1 0,5-2 0,-6 3-427,0-1 0,1 0-1,-1 1 1,0-1-1,0 1 1,0 0 0,0 0-1,0 0 1,0 1-1,0-1 1,0 1 0,0-1-1,-1 1 1,1 0 0,0 0-1,-1 0 1,3 4-1,11 11-9523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14 10101,'0'0'14078,"-17"16"-13720,-50 49-174,65-62-174,0-1 1,0 1 0,0-1 0,0 1 0,0 0 0,1 0-1,-1 0 1,1 0 0,0 0 0,0 0 0,-1 5-1,1-6-5,1-1 0,0 1-1,0-1 1,0 1-1,1-1 1,-1 1-1,0-1 1,1 1-1,-1-1 1,0 0 0,1 1-1,0-1 1,-1 0-1,1 1 1,0-1-1,0 0 1,1 2-1,1 0 4,0 0-1,0-1 0,0 0 1,1 0-1,-1 0 0,1 0 1,-1 0-1,1 0 0,-1-1 1,1 0-1,0 0 0,5 1 0,-2 0 1,1-1-1,-1 0 0,1 0 0,-1-1 1,1 0-1,-1 0 0,1-1 0,-1 0 0,1 0 1,13-5-1,-16 4 0,-1 0 0,1-1 0,-1 1 0,0-1 1,1 0-1,-1 0 0,-1-1 0,1 1 0,-1-1 0,1 0 1,-1 0-1,0 0 0,0 0 0,-1-1 0,1 1 0,-1-1 0,2-5 1,-1 0 45,-1 0 1,0 0 0,0-1-1,-1 1 1,0 0-1,-1-1 1,-1 1 0,-2-21-1,3 32-78,0-1 0,0 1-1,0 0 1,0-1 0,-1 1-1,1-1 1,0 1 0,0-1-1,-1 1 1,1 0 0,0-1-1,-1 1 1,1-1 0,0 1-1,-1-1 1,1 0 0,-1 1-1,1-1 1,-1 1 0,1-1-1,-1 0 1,1 1 0,-1-1-1,1 0 1,-1 0-1,1 1 1,-1-1 0,0 0-1,1 0 1,-1 0 0,1 0-1,-1 0 1,0 0 0,1 0-1,-1 0 1,0 0 0,1 0-1,-1 0 1,1 0 0,-1 0-1,0 0 1,1 0 0,-1-1-1,1 1 1,-1 0 0,1-1-1,-1 1 1,1 0 0,-1-1-1,1 1 1,-1 0 0,1-1-1,-1 1 1,1-1-1,0 1 1,-1-1 0,1 1-1,0-1 1,-1 1 0,1-1-1,0 1 1,0-1 0,-1 0-1,1 1 1,0-1 0,0 1-1,0-2 1,-1 41-7659,1-25 577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24 10645,'0'0'13206,"-14"16"-11837,-41 52-342,51-64-961,1 0 1,0 1-1,1 0 1,-1 0 0,1 0-1,0 0 1,0 0-1,1 0 1,-1 0 0,1 1-1,0-1 1,1 0-1,-1 1 1,1-1-1,0 1 1,1-1 0,-1 0-1,2 7 1,-1-4-28,0-6-36,-1 0 0,1-1 0,-1 1 0,1 0 0,0-1 0,0 1-1,0-1 1,0 1 0,0-1 0,0 1 0,0-1 0,1 0 0,-1 1 0,0-1-1,1 0 1,-1 0 0,1 0 0,-1 0 0,1 0 0,0 0 0,-1-1 0,1 1-1,0 0 1,-1-1 0,1 1 0,0-1 0,0 0 0,0 0 0,1 0 0,1 1 2,-1-1 0,1 0 0,-1 1 1,1-2-1,-1 1 0,1 0 0,-1-1 1,1 0-1,-1 1 0,0-1 1,0-1-1,1 1 0,-1 0 0,6-4 1,-5 1 53,0 0 1,0 0-1,0 0 1,-1-1-1,0 1 1,1-1-1,-2 0 1,1 0-1,0 0 1,-1 0-1,0 0 0,0-1 1,-1 1-1,2-7 1,0-6 365,-1-1-1,-1-35 1,-1 41-286,0 10-134,0 1 0,0 0-1,0-1 1,0 1 0,-1-1 0,1 1 0,-1 0 0,1-1 0,-1 1 0,0 0-1,0 0 1,0-1 0,0 1 0,0 0 0,-1 0 0,1 0 0,-1 0 0,1 0 0,-1 1-1,0-1 1,1 0 0,-4-1 0,3 2-248,0 0-1,0 0 0,0 0 1,0 1-1,0-1 1,0 1-1,-1-1 1,1 1-1,0 0 1,-3 0-1,5 0 78,0 0 1,-1 0-1,1 0 0,0 0 0,-1 0 1,1 0-1,0 0 0,-1 0 0,1 1 0,0-1 1,0 0-1,-1 0 0,1 0 0,0 0 0,0 1 1,-1-1-1,1 0 0,0 0 0,0 1 1,0-1-1,-1 0 0,1 0 0,0 1 0,0-1 1,0 0-1,0 0 0,0 1 0,-1-1 1,1 0-1,0 1 0,0-1 0,0 0 0,0 1 1,0-1-1,0 0 0,0 1 0,0-1 0,0 0 1,0 0-1,0 1 0,1-1 0,-1 1 1,0 1-996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11717,'0'0'12614,"-16"18"-9794,-49 61-744,56-66-1754,0 1 0,2 0 1,-1 0-1,2 1 1,0 0-1,1 0 0,0 0 1,2 1-1,-1 0 0,0 25 1,3-39-329,0 8-2,-1 5 14,0 1 1,1 24-1,1-36-12,0-1-1,0 0 0,1 0 0,-1 1 0,1-1 1,0 0-1,0 0 0,0 0 0,0 0 1,1 0-1,-1 0 0,1 0 0,0 0 1,0 0-1,0-1 0,0 1 0,0-1 0,4 3 1,1 0-426,1 0 0,0-1 0,0 0 0,0 0 0,1-1 0,-1 0 0,1-1 1,16 3-1,8-3-3668,-2-6-3374,-8-7-5105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7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4066,'0'0'10693,"163"-22"-10693,-85 11-5827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5346,'0'0'11408,"3"-8"-10170,-2 4-1135,1 0 0,-1 0 1,1 1-1,0-1 0,0 1 0,0-1 0,1 1 0,-1 0 0,1 0 0,-1 0 0,1 0 1,0 1-1,0-1 0,1 1 0,-1-1 0,0 1 0,1 0 0,0 1 0,4-3 1,228-93 3271,-176 75-3019,124-26 0,-161 44-328,-1 2 1,27 0-1,-46 2-21,0 1-1,0-1 1,0 1-1,0-1 1,0 1 0,0 0-1,-1 0 1,1 0-1,0 1 1,0-1 0,-1 1-1,1-1 1,-1 1-1,0 0 1,0 0 0,1 0-1,-1 0 1,0 0-1,0 1 1,-1-1 0,1 1-1,-1-1 1,1 1-1,-1-1 1,0 1 0,1 0-1,-2 0 1,1 0-1,1 5 1,2 10 153,-1 0 0,-1 0-1,1 31 1,-3-35-47,1 19 124,-1 1 0,-2 0 0,-2 0-1,-9 42 1,-17 58 1053,-14 169 0,44-296-1497,-3 27 623,2-11-3573,-13-26-8171,2-13 2154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5394,'0'0'18825,"21"12"-17352,66 44-134,-66-41-1077,-1 1 1,-1 1-1,0 0 1,28 37-1,5 3-264,-50-55-133,-1 0 1,1-1-1,0 0 1,0 1-1,0-1 1,0 0-1,0 0 0,0 0 1,0 0-1,0 0 1,0 0-1,1-1 1,-1 1-1,3-1 0,-3 0-327,0 0 0,1 0 0,-1 0 0,0 0-1,1 0 1,-1-1 0,0 1 0,0-1 0,1 0-1,-1 0 1,0 0 0,0 0 0,0 0 0,0 0-1,0 0 1,0-1 0,-1 1 0,1-1 0,0 1-1,-1-1 1,2-2 0,15-23-6840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2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4082,'0'0'15735,"-9"10"-13838,-94 81 1816,-50 49-612,152-139-3146,-1 1 1,0 0 0,1 0 0,0 0 0,0-1-1,-1 1 1,1 1 0,0-1 0,1 0-1,-1 0 1,0 0 0,0 0 0,0 4-1,1 10-8097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 3506,'0'0'13198,"3"-1"-10955,-2 1-2083,-1 0-1,1 0 0,-1 0 0,1 0 0,-1 0 0,1 0 1,-1 0-1,0 0 0,1 0 0,-1 0 0,1 0 0,-1 0 1,1 1-1,-1-1 0,1 0 0,-1 0 0,1 0 1,-1 1-1,0-1 0,1 0 0,-1 0 0,1 1 0,-1-1 1,0 0-1,1 1 0,-1-1 0,0 0 0,0 1 0,1-1 1,-1 1-1,0-1 0,0 0 0,1 1 0,-1-1 1,0 1-1,0-1 0,0 1 0,0-1 0,0 1 0,0 31 2457,-1-21-2220,-2 0 0,1-1 0,-1 1 0,-6 11 0,-7 6 345,-37 50 0,35-53-635,0 0 0,-19 39 1,35-60-117,0 1 0,1 0 1,0 0-1,-1 0 1,2 0-1,-1 0 1,1 0-1,-1 0 1,2 6-1,-1-8-9,0-2 17,1 0 1,-1 1-1,1-1 0,0 0 1,-1 0-1,1 0 0,0-1 1,0 1-1,0 0 0,0 0 1,0 0-1,0-1 0,0 1 1,0 0-1,0-1 0,0 1 1,0-1-1,0 1 1,0-1-1,0 1 0,1-1 1,-1 0-1,0 0 0,0 0 1,2 0-1,37 5 52,-39-5-52,50 4 81,67-6-1,-97 0-89,0 0 1,1-2-1,-2 0 1,1-2-1,36-14 1,-50 17-224,14-6 301,-15 2-3038,-26 5-4153,16 1 5111,-14-2-4988,-3-4-1240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5699,'0'0'15492,"-23"27"-13438,-74 90-165,84-100-1527,1 0 0,1 0 0,1 1 0,0 0 0,2 1 0,0 0-1,1 1 1,-6 26 0,3-12-169,5-14-339,0 0 0,2 1 0,-2 21 0,4 3-7765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940 7 7684,'0'0'4201,"-23"-1"-1391,-77-4-596,89 5-1957,0 1-1,0 0 0,0 0 1,0 1-1,1 1 1,-1 0-1,0 0 1,1 1-1,0 0 1,0 1-1,0 0 1,-18 13-1,3-2 257,-41 22 433,3 3 1,2 3-1,1 3 0,-58 59 0,91-79-783,1 2 0,2 1-1,1 1 1,1 1 0,2 1-1,1 0 1,1 2-1,2 0 1,-21 71 0,26-60 3,3 1 0,-5 72 0,8 96 121,5-187-272,0-6-13,1 1-1,1-1 1,1 1 0,0-1-1,10 30 1,-8-38-2,1 0 0,0-1 0,1 0-1,0 0 1,1 0 0,1-1 0,0 0 0,0 0-1,14 11 1,-3-4 16,0-1-1,1-1 1,1-1 0,1-1-1,0-1 1,1-1 0,0-1 0,1-2-1,0 0 1,1-1 0,0-2-1,0 0 1,0-2 0,1-1-1,29 1 1,-14-4 46,-1-1 1,1-1-1,-1-3 1,0-2-1,0-1 1,76-24-1,-21-9 89,165-97-1,-126 62 577,-73 42-171,-2-3 1,59-46 0,-94 62-526,-1-1 0,-1-1 1,-1 0-1,-2-2 0,0-1 0,33-53 0,-42 58-17,-1-2-1,0 1 0,-1-2 0,-2 1 1,0-1-1,-2 0 0,0 0 0,-1-1 0,-2 0 1,0 1-1,-2-1 0,0 0 0,-2 1 0,0-1 1,-2 0-1,-1 1 0,0 0 0,-2 0 1,-1 1-1,0 0 0,-18-31 0,9 26 18,-1 1-1,-1 1 0,-1 1 0,-2 0 1,0 2-1,-1 1 0,-1 0 1,-1 2-1,-1 1 0,-1 1 1,-55-26-1,40 25-57,0 3 0,-1 1 0,0 2-1,-1 2 1,0 2 0,-1 1 0,-82 1 0,94 5-136,1 1 0,-1 2 1,0 1-1,1 2 0,-1 1 1,-59 20-1,66-17-581,-28 12 414,31-7-2358,7 3-3675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115 180 4578,'0'0'4552,"-10"4"-3165,-44 9 1637,4-8 6280,50-3-8984,0-1 0,1 1 0,-1-1 0,1 1 0,-1 0 0,1-1 0,0 1 0,-1-1 0,1 0 0,0 1-1,0-1 1,2 2 0,4 0 9,0 0 0,0-1 0,0-1 0,0 1 0,0-1 0,1 0 0,-1-1 0,0 0 0,1 0 0,8-1 0,4 0 166,43-2 51,-1-3 0,106-24 0,-138 24-535,126-24-11,88-18 0,-180 32 0,106-40 0,-160 52-5,-3 1-2,0 0 0,0 0 0,0 0 0,-1-1 0,1 0 0,-1 0 0,7-7 0,-17 29-9828,2-17 9007,1 1-1,-1-1 0,1 0 1,-1 1-1,0-1 0,0 0 1,0 0-1,1 0 0,-1 0 1,-2 0-1,1 0-89,-26 12-9535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3506,'0'0'16372,"15"3"-11980,-15 2-4019,-1 1-1,0 0 1,-1-1 0,1 1-1,-1-1 1,0 0 0,0 1 0,-1-1-1,0 0 1,0 0 0,-4 5-1,3-5-312,1 0-1,0 0 0,0 0 0,0 0 1,1 0-1,0 0 0,0 1 0,0-1 1,1 1-1,-1 0 0,0 7 0,2-9-29,0-1 0,0 1 0,1-1-1,-1 1 1,1-1 0,0 1-1,-1-1 1,2 0 0,-1 1-1,0-1 1,4 6 0,-1-4 38,1 1 0,0-1 0,0 0 1,10 7-1,-13-9-53,1-1-11,0 0 0,-1 0 0,1 0 0,0 0 0,0 0 0,0-1 1,0 1-1,0-1 0,0 0 0,0 0 0,0 0 0,1 0 0,-1 0 0,0-1 0,1 1 0,-1-1 0,0 0 1,1 0-1,-1-1 0,0 1 0,1 0 0,6-3 0,-7 1 2,0 1 0,0-1 0,0 0 0,0 0 0,0 0 0,0-1 0,-1 1 0,1-1 0,-1 1 0,0-1 0,1 0 0,-1 0 0,0 0 0,-1 0 0,1 0 0,-1-1 0,1 1 0,-1 0 1,0-1-1,0 1 0,0-4 0,1-2 79,0 0 0,-1 1 0,0-1 0,0 0 1,-1 0-1,-1 0 0,1 0 0,-3-9 0,2 16-55,1-1-1,-1 0 1,0 1-1,0-1 1,-1 1-1,1 0 1,0-1-1,-1 1 1,0 0-1,1 0 1,-1-1-1,0 2 1,0-1-1,0 0 1,0 0-1,0 1 1,-1-1-1,1 1 1,0-1-1,-1 1 1,1 0-1,-1 0 1,0 0-1,1 0 1,-1 1-1,0-1 1,1 1-1,-1-1 1,-4 1-1,4 0-78,-3-1-128,1 1-1,-1 0 1,1 0-1,-1 0 1,-7 2-1,-2 6-2868,1 8-3666,6-5-2182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72 2369,'0'0'5749,"14"-12"-4508,42-35 130,-42 35 2250,-15 14-3065,0 0 0,-1-1 1,1 1-1,-1 0 0,0-1 1,1 1-1,-1-1 0,0 1 1,0-1-1,0 0 1,0 0-1,-4 2 0,-3 0 862,0 0 0,0 0 0,0 1 0,-9 5 0,-34 27 1135,-42 50-1678,86-78-574,-249 227 62,126-119-361,88-73-2,2 2 0,-61 86 0,38-45 0,-2-1 0,63-118-534,5 26-12,0 0 0,0 0 0,1 0 0,4-9 0,1 2-3201,-1 2-3870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1167 281 2449,'0'0'7657,"2"-19"-5619,2-57 65,-4 75-2005,0-1 1,0 0-1,0 0 1,-1 1 0,1-1-1,0 0 1,-1 0 0,1 1-1,-1-1 1,1 1 0,-1-1-1,0 0 1,0 1 0,0-1-1,0 1 1,0-1-1,0 1 1,0 0 0,0 0-1,-1-1 1,1 1 0,0 0-1,-1 0 1,1 0 0,-1 0-1,1 1 1,-1-1 0,0 0-1,1 0 1,-1 1-1,0-1 1,-3 1 0,-1-2 220,-6-2 12,-1 2 0,1-1 0,0 2-1,-1-1 1,0 2 0,1 0 0,-1 0-1,1 1 1,-1 1 0,1 0 0,-1 1-1,1 0 1,0 1 0,-14 6 0,-13 8 534,1 1 1,-66 46 0,24-8-313,3 4 0,3 2 0,2 4 0,4 3 0,-76 99 0,116-133-475,2 1 0,1 1 0,2 1 0,2 1 0,1 1 0,2 1-1,2 1 1,2 0 0,2 1 0,-8 52 0,13-24 161,2 0 0,9 127 1,-2-173-165,2 0 0,0 0 0,1-1 0,2 0 0,1 0 0,17 37 0,-20-50-22,1-1 0,1 0 1,0 0-1,0-1 0,1 0 0,1 0 0,0-1 1,0 0-1,0 0 0,1-1 0,1-1 0,-1 1 1,1-2-1,0 1 0,15 5 0,-8-6-25,1 0 0,1-1 0,-1-1 0,0-1-1,32 1 1,-2-4 1,53-5-1,-53-2 9,0-1-1,79-24 1,92-45 16,-103 34-72,-84 32-5,175-68 260,-176 64-136,-1-1 0,0-1 0,-1-2 0,34-27 1,-6-8-94,-1-2 1,-3-2-1,-3-3 1,59-91-1,-88 119-7,-2-1 0,-1-2 0,-1 0 0,-3-1 0,0 0 0,13-63 0,-22 78 0,-2-1 0,-1-1 0,-1 1 0,-1 0 0,-1-1 0,-1 1 0,-1 0 0,-1 0 0,-1 0 0,-1 0 0,-1 0 0,-14-35 0,8 34 0,0 0 0,-2 1 0,-1 1 0,0 0 0,-2 1 0,-1 1 0,0 0 0,-1 2 0,-42-32 0,17 20 0,-2 2 0,-1 2 0,-99-39 0,17 15-2,-183-78-57,312 128-57,-1-1 1,0 1-1,1 0 1,-1-1-1,0 1 1,1 0-1,-1-1 1,0 1-1,1 0 1,-1 0-1,0-1 1,0 1 0,1 0-1,-1 0 1,0 0-1,0 0 1,0 0-1,1 0 1,-1 0-1,0 0 1,0 1-1,1-1 1,-1 0-1,-1 1 1,0 16-4209,2-10 4230,-2 55-9849,-2-28 728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 5442,'0'0'10272,"7"0"-5639,30 2-2202,23-6-109,-42 2-2113,-1 1 1,0 0 0,1 2-1,22 2 1,-39-1-204,0 0 1,-1-1-1,1 1 0,-1 0 1,0 0-1,1 0 0,-1 0 1,0 0-1,0 0 0,0 0 1,0 0-1,-1 0 0,1 0 1,0-1-1,-1 4 0,-4 4 35,0 1-1,0-1 0,0 0 1,-1 0-1,-1 0 1,0-1-1,0 0 0,0 0 1,-13 9-1,4-1-3,-34 31 112,50-46-150,0-1 0,0 0 0,0 0 0,0 0 0,0 0 0,0 0 0,0 0 0,0 0 0,0 1 0,0-1 0,0 0 0,0 0 0,0 0 0,0 0 0,-1 0 0,1 0 0,0 1-1,0-1 1,0 0 0,0 0 0,0 0 0,1 0 0,-1 0 0,0 0 0,0 1 0,0-1 0,0 0 0,0 0 0,0 0 0,0 0 0,0 0 0,0 0 0,0 1 0,0-1 0,0 0 0,0 0 0,0 0 0,1 0 0,-1 0 0,0 0 0,0 0 0,0 0 0,0 0 0,0 0 0,0 1 0,0-1 0,1 0 0,-1 0 0,0 0 0,0 0 0,0 0 0,0 0 0,0 0 0,1 0 0,-1 0 0,0 0 0,0 0 0,15 1 43,17-5 44,-21 2-84,0 1 0,1 0 0,15 1 0,-17 0-23,-9 3 19,0 0 0,-1 0 0,1 0-1,-1 1 1,1-1 0,-1 0 0,0 0 0,-1 0 0,0 6 0,-1-5 8,1 1 1,-1-1 0,-1 1-1,1-1 1,0 0-1,-1 0 1,0 0 0,0 0-1,0-1 1,-1 1 0,1-1-1,-1 0 1,0 0 0,0 0-1,-5 3 1,-4 2 17,0 0 0,-1-1 0,-23 9 0,30-14-58,0 0-1,0 0 0,0-1 1,-1 0-1,1 0 0,0-1 1,-15-1-1,-24-5-7733,31 3 2266,-6 0-3593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7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1 355 1921,'0'0'14513,"22"0"-9943,-8 0-3648,132-1 4130,-79-2-4237,84-14 0,146-45 383,303-105 0,-591 164-1034,43-13 369,-1-2 0,61-30 0,-110 47-533,0 0 0,-1 0 0,1 0 0,0 0 0,-1 0 0,1 0 0,-1 0 0,1-1 0,-1 1 0,0-1 0,1 1 0,-1-1 0,1-2 0,-14 15 0,0 10-3144,10-19 1951,0 1 1,0-1-1,0 0 1,0 0 0,-1 0-1,1 0 1,-1-1 0,1 1-1,-7 2 1,-13 5-7799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18 100 7155,'0'0'12977,"4"-6"-11219,10-18-403,-10 18 697,-12 27 253,0-5-1885,5-11-346,0 0 0,0 1 0,0 0 0,1 0 0,0 0 1,0 0-1,0 0 0,1 0 0,0 0 0,0 9 0,1-5-49,-1-7-23,1 0 0,0-1 0,0 1 0,1 0 0,-1 0 0,0 0 0,1 0-1,1 5 1,-1-7-4,0 0 0,0 0 1,0 0-1,0 0 0,0-1 0,0 1 0,0 0 0,0 0 0,0-1 0,0 1 0,0 0 1,0-1-1,0 1 0,1-1 0,-1 0 0,0 1 0,0-1 0,1 0 0,-1 0 0,0 1 0,1-1 1,-1 0-1,0 0 0,2-1 0,4 1 9,-1 0 0,0-1 1,0 0-1,0 0 0,1 0 0,-1-1 1,0 0-1,0 0 0,-1 0 1,1-1-1,0 0 0,-1 0 0,0-1 1,0 1-1,0-1 0,0 0 0,8-9 1,-5 6 5,-1 0 1,1 0 0,-2-1-1,1 0 1,10-17 0,-15 20 125,0 0 0,0 0 1,0 0-1,0 0 1,-1-1-1,0 1 0,0 0 1,0-1-1,-1 1 1,1-1-1,-2 1 0,0-11 1,1 14-112,-1 0 0,1 1 1,-1-1-1,0 0 0,1 1 0,-1-1 1,0 1-1,0-1 0,0 1 0,0-1 1,0 1-1,-1 0 0,1-1 1,0 1-1,0 0 0,-1 0 0,1 0 1,-1 0-1,1 0 0,-1 0 0,0 1 1,1-1-1,-1 0 0,0 1 1,1-1-1,-1 1 0,-3-1 0,-5 0-316,0-1 1,0 2-1,-17 0 0,16 0-993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3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37 2161,'0'0'13558,"-19"-8"-8483,16 2-5048,-8-15 4426,7 19-2127,2 12-1652,3-3-594,-1 0 1,1 0-1,1 0 0,-1-1 0,1 1 0,0 0 0,1-1 0,-1 1 0,1-1 0,0 0 1,5 7-1,6 7 314,32 34 1,-20-25-11,129 162 1319,133 146-1048,-205-249-655,66 61 0,-86-87 0,-61-62 0,0 0 0,0 0 0,0 0-272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4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76 3970,'0'0'11098,"7"-13"-8713,29-50 2386,-45 66-1845,1 3-2632,0-1 0,1 1 0,-1 1 0,1-1 0,-11 16 0,14-18-232,1 0-1,0 1 1,0-1 0,1 1 0,-1 0-1,1 0 1,0 0 0,0 0 0,1 0-1,-1 1 1,1-1 0,-1 9 0,2-9-66,0-1-1,0 0 1,1 0 0,-1 0 0,1 0 0,0 0-1,0 0 1,0 0 0,1 0 0,-1 0 0,1-1-1,0 1 1,0-1 0,0 1 0,0-1 0,1 1-1,0-1 1,-1 0 0,1 0 0,6 4 0,53 44-91,-37-31-199,38 37 0,-62-56 289,0-1 1,0 1-1,0 0 1,0 0-1,0 0 1,0 0 0,0 0-1,-1 1 1,1-1-1,0 0 1,-1 0-1,1 0 1,-1 1-1,1-1 1,-1 0-1,0 1 1,1-1 0,-1 0-1,0 1 1,0-1-1,0 0 1,0 1-1,0-1 1,0 0-1,-1 1 1,1-1-1,0 0 1,-1 1 0,1-1-1,-1 0 1,1 0-1,-1 1 1,1-1-1,-1 0 1,0 0-1,0 0 1,0 0 0,1 0-1,-3 1 1,-3 3 19,0-1 1,0 1-1,-1-2 1,1 1 0,-13 5-1,12-6-29,-217 97 339,224-100-391,0 0-1,-1 0 0,1 0 0,0 0 1,0 0-1,0 0 0,0 0 0,0 0 0,0 0 1,0 0-1,0 0 0,-1 0 0,1 0 1,0 0-1,0 0 0,0 0 0,0 0 1,0 0-1,0 0 0,0 0 0,-1 0 0,1 0 1,0 0-1,0 0 0,0 0 0,0 0 1,0 0-1,0 0 0,0 0 0,0 0 1,0 0-1,-1-1-134,1 1 135,0 0-1,0 0 0,0 0 0,0 0 1,0 0-1,0 0 0,0 0 0,0-1 0,0 1 1,0 0-1,0 0 0,0 0 0,0 0 1,0 0-1,0 0 0,0 0 0,0 0 1,0-1-1,0 1 0,0 0 0,0 0 0,0 0 1,0 0-1,0 0 0,0 0 0,0 0 1,0 0-1,0-1 0,0 1 0,0 0 1,0 0-1,0 0 0,1 0-67,-1-3-879,0-21-5655,0-9-3059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40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8772,'0'0'8660,"116"0"-8484,-77 0 144,0 0-320,-3 0-864,-6 0-3042,-4-8-2945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4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1479 23 6067,'0'0'4140,"-23"-6"-1429,14 4-2456,-3-2-35,1 1 0,-1 0 0,0 1-1,0 1 1,0 0 0,0 0 0,0 2-1,0-1 1,0 1 0,0 1 0,0 0 0,0 1-1,-21 7 1,-51 29 1837,-149 93-1,-61 82 549,207-140-2167,2 3 0,-97 116 1,144-147-332,1 2 0,3 2 0,2 1 0,2 1 0,2 2 1,-22 64-1,38-82-84,3 1-1,1 0 1,1 0 0,3 0 0,1 1 0,1-1-1,2 1 1,2 0 0,2-1 0,1 0 0,1 0 0,3 0-1,1 0 1,1-2 0,2 1 0,2-1 0,1-1-1,1-1 1,29 41 0,-34-57 58,1-1 0,0 0 0,1-1 0,0-1 0,1 0 0,1-1 0,0 0 0,1-1 0,1-1 0,-1-1 0,22 9 0,-10-8 21,1 0 0,0-2 0,1-2 0,0 0 0,0-2 0,49 1 0,11-3 75,1-4-1,-1-5 1,0-3-1,-1-4 1,101-28-1,-84 10 238,125-53-1,-166 55 84,-2-3 0,118-78 1,-98 51 37,142-132 1,-202 167-482,0-1 0,-2-1 0,-1-1 0,-2 0 0,0-2 0,-2 0 0,-1-1 0,-2-1 0,18-53 0,-22 45-39,-1 0 1,-3-1-1,-1 0 0,-2 0 1,-1 0-1,-3 0 0,-5-41 1,3 57-21,-2 0 0,-1 0-1,0 1 1,-2 0 0,-1 1 0,0-1 0,-2 2 0,-1-1 0,-15-20 0,7 14-17,-2 1-1,-1 1 1,-1 2 0,-1 0 0,-50-37 0,20 26-34,-2 1 0,-1 3 0,-1 2 0,-1 3 0,-2 3 0,-80-19 0,99 31-385,-1 2 0,-80-6 0,108 14 214,0 0 0,-1 2 0,1 0 1,0 1-1,0 0 0,0 1 0,0 1 0,0 1 0,1 0 1,-29 15-1,19-4-1242,0 2 0,2 1-1,0 1 1,1 1 0,-20 26 0,-6 10-6388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4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6 642 816,'1'0'17640,"-8"2"-13016,16-1-3391,18-5-809,73-32 1209,-27 7-881,440-111 1994,12 43-1879,-95 19-561,-120 4 854,-246 54-971,-1-2-1,102-53 1,-160 73-189,12-7 0,-1-1 0,19-14 0,-34 24 0,-1 0 0,1-1 0,-1 1 0,1 0 0,0-1 0,-1 1 0,0-1 0,1 1 0,-1-1 0,1 1 0,-1-1 0,1 1 0,-1-1 0,0 1 0,0-1 0,1 0 0,-1 1 0,0-1 0,0 1 0,1-1 0,-1 0 0,0 1 0,0-1 0,0-1 0,-11-5 0,-22 4 0,31 3 0,-2-1 0,-1 1 0,1 0 0,0 0 0,0 1 0,0-1 0,0 1 0,0 0 0,0 0 0,0 0 0,0 0 0,0 1 0,1 0 0,-1 0 0,-3 2 0,-65 38-3120,-3-3-6443,46-25 4889,-18 9-5245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15:4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70 1953,'0'0'10866,"5"-2"-8078,9-8 8568,-16 10-11218,-1 0-1,0 0 1,0 0 0,0 0-1,1 1 1,-1 0 0,0-1 0,-2 2-1,-3 2 42,1 1 0,0-1 0,0 1-1,1 1 1,0-1 0,-7 8 0,10-10-141,1 1 1,-1-1 0,1 1 0,0-1-1,0 1 1,0 0 0,1 0 0,-1 0 0,1 0-1,0 0 1,0 0 0,0 0 0,1 0-1,-1 7 1,1-6 32,0 0-1,0 0 1,1 1 0,-1-1-1,1 0 1,0 0-1,1 0 1,-1 0 0,1 0-1,3 6 1,-3-8-56,-1-1 0,1 0 1,0 0-1,0 0 0,1 0 0,-1 0 0,0 0 1,1 0-1,-1-1 0,1 1 0,-1-1 1,1 1-1,0-1 0,0 0 0,-1 0 0,1-1 1,0 1-1,0 0 0,0-1 0,5 0 1,1 0-6,-1 0 1,0-1-1,0 0 1,0 0-1,0-1 1,0 0 0,0 0-1,0-1 1,-1 0-1,1 0 1,-1-1-1,0 0 1,0-1-1,0 1 1,-1-1 0,0 0-1,0-1 1,0 0-1,0 0 1,-1 0-1,0 0 1,0-1 0,-1 0-1,7-14 1,-7 14 33,-2-1 0,1 1 0,-1 0 1,0-1-1,-1 0 0,1 0 0,-2 1 0,1-1 1,-1 0-1,0 0 0,-1 0 0,1 0 0,-3-8 1,2 14-25,0 0 0,0 0 0,0 0 0,-1 0 0,1 1 0,0-1 1,-1 0-1,1 1 0,-1-1 0,1 1 0,-1 0 0,0-1 0,0 1 0,1 0 0,-1 0 1,0 0-1,0 0 0,0 0 0,0 1 0,0-1 0,0 1 0,-3-1 0,-5-1-51,-1 1-1,1 1 1,-14 0-1,11 0-454,5 4-2894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3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67 688,'2'-8'16887,"3"-7"-9675,-3-5-2003,0 1-3289,-2 19-1781,8-4 573,-6 4-712,1 0 0,0 0 0,0 0 0,0 0 0,0 0 0,0 1 0,0 0 0,0 0 0,0 0 0,0 0 0,0 0 0,0 0 0,-1 1 0,1-1 0,0 1 0,-1 0 0,0 0 0,1 0 0,-1 0 0,0 0 0,0 0 0,0 1 0,0-1 0,3 6 0,2 1 0,13 13 0,2-1 0,0-1 0,2-1 0,41 25 0,-40-26 0,139 84 0,-2-1 0,-90-50 0,-2 4 0,79 79 0,19 10 0,-31-30 0,-111-90 0,-1 2 0,-2 0 0,22 32 0,59 109 0,-2-2 0,77 80 0,-177-242 0,21 29 0,27 49 0,-37-51 12,-13-30-12,0 0-1,0 0 1,0 0-1,0 0 1,0 0 0,-1 0-1,1 0 1,0-1-1,0 1 1,0 0 0,0 0-1,0 0 1,0 0-1,0 0 1,0 0-1,0 0 1,0 0 0,0 0-1,0 0 1,0 0-1,0 0 1,-1 0 0,1 0-1,0 0 1,0 0-1,0 0 1,0 0-1,0 1 1,0-1 0,0 0-1,0 0 1,0 0-1,0 0 1,0 0 0,0 0-1,0 0 1,0 0-1,0 0 1,0 0-1,0 0 1,0 0 0,-1 0-1,1 0 1,0 0-1,0 0 1,0 0 0,0 0-1,0 1 1,-13-18-131,-4-10-4081,11 5-4723,5 0-5408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3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1186 1 3458,'0'0'10450,"-18"3"-6585,6-1-3075,-3 0-6,1 1 0,0 0 0,0 1 0,0 1 0,0 0 0,-22 12 0,-215 137 6354,15 22-5285,173-122-1899,3 2 1,2 2-1,3 3 0,3 3 0,-51 80 0,78-104 46,2 1 0,2 2 0,-16 47 0,26-59 0,2 1 0,1 0 0,2 0 0,1 0 0,-2 44 0,6-25 0,-2-22 0,2-1 0,2 1 0,0 0 0,2 0 0,12 53 0,-11-72 0,0-1 0,1 1 0,0-1 0,1-1 0,-1 1 0,2-1 0,-1 0 0,1 0 0,11 8 0,11 9 0,37 24 0,-47-35 0,7 2 0,-1-1 0,2-1 0,0-2 0,0 0 0,1-2 0,0-1 0,1-1 0,57 8 0,11-6 0,131-4 0,-221-6 0,26-2 0,0 0 0,-1-3 0,0-1 0,0-1 0,43-15 0,-22 2 0,-1-2 0,64-37 0,-80 38 0,-1-1 0,-1-2 0,-2-1 0,0-2 0,-2-1 0,-1-1 0,-1-2 0,33-47 0,-50 60 0,-1 0 0,-1-1 0,-1 0 0,-1 0 0,0-1 0,-2 0 0,0 0 0,3-28 0,-3-10 0,-4-98 0,-6 100 0,-3 0 0,-2 1 0,-21-64 0,21 80 0,3 17 0,0 0 0,-1 0 0,-1 1 0,-1 0 0,-1 1 0,0 0 0,-2 0 0,0 2 0,-2-1 0,0 2 0,-31-29 0,-173-166 0,214 207 0,0-1 0,-1 2 0,1-1 0,-1 0 0,0 1 0,0 0 0,0 1 0,-1 0 0,1 0 0,-1 0 0,0 0 0,0 1 0,0 0 0,-9-1 0,7 3 0,-1-1 0,0 1 0,1 0 0,-1 1 0,0 1 0,1-1 0,-1 1 0,1 1 0,-18 7 0,-97 27 0,123-34-9,0 0 0,1 0 0,-1 0 0,1 0 0,-1 0-1,1 0 1,0 0 0,0 0 0,1 6 0,0-5-255,-1 12-7225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34 1825,'0'0'6976,"2"-5"-5724,0 0-281,3-6-550,-4-1 8669,-27 11-6380,22 2-2646,0-1 0,1 1 0,-1 0 0,1 0-1,-1 0 1,1 0 0,-1 0 0,1 1 0,0 0 0,0-1-1,0 1 1,0 1 0,0-1 0,0 0 0,0 1-1,1-1 1,-1 1 0,1 0 0,0 0 0,0 0 0,0 0-1,0 0 1,0 0 0,-2 7 0,0 0 48,0 1-1,1-1 1,0 0 0,1 1-1,0 0 1,1-1 0,-1 15-1,2-21-76,0 0 0,0 0-1,0 0 1,0 0 0,1 0 0,0 0-1,0 0 1,0 0 0,0-1-1,1 1 1,-1 0 0,1-1-1,0 1 1,0-1 0,0 1-1,0-1 1,1 0 0,0 0-1,-1 0 1,1 0 0,0 0-1,0-1 1,0 0 0,1 1 0,-1-1-1,1 0 1,4 2 0,-3-3-2,0 0 1,-1 0 0,1 0 0,0-1 0,0 0 0,0 0 0,0 0 0,0 0 0,0-1 0,0 0 0,0 0 0,-1 0 0,1-1-1,0 1 1,-1-1 0,1 0 0,-1 0 0,1-1 0,-1 0 0,0 1 0,0-1 0,0-1 0,-1 1 0,1 0 0,-1-1 0,0 0-1,3-4 1,-3 1 149,-1 0 0,0 0 1,-1 0-1,1 0 0,-1 0 0,-1 0 0,1-1 0,-1 1 0,-1 0 0,-1-13 0,0-8 2,3 24-76,-1 0 1,0 0-1,-1 0 1,1 1 0,-1-1-1,1 0 1,-1 0 0,0 0-1,-1 0 1,1 1-1,-1-1 1,-3-5 0,4 7-181,-1 0 1,1 1 0,-1 0 0,1-1 0,-1 1 0,0 0-1,1 0 1,-1 0 0,0 0 0,0 0 0,0 0 0,0 0-1,-2 0 1,-24-2-5850,18 3-1902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31.9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 75 48,'0'0'2623,"-3"-23"562,2 16 4050,7-1 5239,8 1-9010,20-4-5837,-27 9 3687,6-2-1228,0 0 1,0 1-1,0 1 0,0 0 0,15 0 1,-27 2-82,-1 1 0,1-1 0,-1 1 0,1-1 0,-1 0 0,1 1 1,-1-1-1,1 1 0,-1-1 0,0 1 0,1-1 0,-1 1 0,0 0 0,1-1 0,-1 1 1,0-1-1,0 1 0,0 0 0,1-1 0,-1 1 0,0 0 0,0-1 0,0 1 0,0 0 1,0-1-1,0 1 0,0 0 0,-1 25 36,1-21-23,0 3-5,-1 0 0,0-1 0,0 1 0,-1-1 0,0 0 0,0 1 0,0-1 0,-1 0-1,0 0 1,-1-1 0,-4 8 0,-7 7-12,0-2 1,-20 21-1,23-28 18,0 1 0,1 1 0,0 0 0,1 1 0,-15 28 0,19-9 81,5-33-62,1 0-1,0 0 0,0 0 0,0 0 1,0 0-1,0 0 0,0-1 1,0 1-1,0 0 0,1 0 0,-1 0 1,0 0-1,0 0 0,1-1 1,-1 1-1,0 0 0,1 0 1,-1-1-1,1 1 0,-1 0 0,1 0 1,-1-1-1,1 1 0,0-1 1,-1 1-1,1 0 0,0-1 0,-1 1 1,1-1-1,0 0 0,0 1 1,1 0-1,10-1 128,0 1 0,0-2 0,-1 1-1,1-2 1,0 0 0,0 0 0,-1-1 0,1 0 0,-1-1 0,0 0 0,0-1-1,0-1 1,-1 1 0,12-9 0,-19 11-765,-2-2-7631,1 0 1618,-1 3 5415,11-4-7051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32.8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128 72 3105,'0'0'15221,"-4"-4"-6795,2 2-8368,-2 3 114,-1-1 1,0 1-1,1 0 1,-1 1 0,1-1-1,-1 1 1,1 0-1,-1 0 1,1 0 0,0 1-1,0-1 1,0 1-1,1 0 1,-1 0-1,1 0 1,-1 1 0,1-1-1,0 1 1,0 0-1,1 0 1,-1 0 0,1 0-1,0 0 1,-2 5-1,-1 3-109,0 0 0,1 0-1,0 1 1,1-1-1,0 1 1,1 0 0,-1 23-1,4-34-61,-1 0-1,1 1 1,0-1 0,0 0 0,0 0-1,0 0 1,1 0 0,-1 0-1,0 0 1,1 0 0,-1 0-1,1 0 1,0-1 0,-1 1-1,1-1 1,0 1 0,0-1-1,0 0 1,0 0 0,0 0-1,1 0 1,-1 0 0,3 1-1,4 1 7,-1 0-1,1 0 0,0-1 1,16 3-1,-18-4-1,0-1 0,1 1 0,-1-1 0,0 0 0,0-1 0,0 0 1,0 0-1,0-1 0,0 1 0,0-1 0,0-1 0,-1 1 0,1-1 0,-1-1 0,0 1 0,0-1 0,0 0 0,11-9 0,-11 7 43,1 0-1,-1-1 1,0 1-1,-1-1 1,1 0-1,-1 0 1,-1-1-1,1 1 1,-1-1-1,-1 0 1,1-1-1,-2 1 1,1 0-1,-1-1 1,0 1-1,-1-1 1,1 0-1,-2 0 1,0 0-1,0-10 1,0 15-48,-1 0 0,1 0 0,-1-1 0,0 2 0,0-1 0,0 0 0,-1 0 0,1 0 0,-1 0 0,0 1 0,0-1 0,0 1 0,0-1 0,-1 1 0,1 0 0,-1 0 0,0 0 0,0 0 0,-5-3 0,-3-4 0,8 8 0,0 0 0,0 0 0,0 0 0,0 1 0,0 0 0,-1-1 0,1 1 0,0 0 0,-1 1 0,1-1 0,-1 1 0,1-1 0,-1 1 0,1 0 0,-1 0 0,1 1 0,-1-1 0,1 1 0,-1-1 0,1 1 0,0 0 0,-1 1 0,1-1 0,0 0 0,0 1 0,0 0 0,-5 3 0,7-4-438,-1 1 1110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34.2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 14 144,'0'0'16013,"5"-3"-14090,16-8-125,-21 11-1713,1 0 0,-1 0-1,0 0 1,1 0-1,-1 0 1,0 0 0,1 0-1,-1 0 1,0 0-1,1 0 1,-1 0 0,0 0-1,1 1 1,-1-1-1,0 0 1,0 0 0,1 0-1,-1 0 1,0 0-1,1 1 1,-1-1 0,0 0-1,0 0 1,0 1-1,1-1 1,-1 0 0,0 0-1,0 1 1,0-1-1,1 0 1,-1 0 0,0 1-1,0-1 1,0 0-1,0 1 1,0-1 0,0 0-1,0 1 1,0-1-1,0 0 1,0 1 0,0-1-1,0 0 1,0 1-1,0-1 1,0 0-1,0 1 1,0 20 1413,0-18-987,0 12 428,1-5-558,-1 1 1,0-1-1,-1 0 0,0 0 0,0 0 1,-1 0-1,-1 0 0,1 0 0,-8 15 0,-11 12 326,15-30-646,1 1 0,1-1 0,-1 1 0,1 1 0,1-1-1,-1 0 1,1 1 0,1 0 0,-3 17 0,25-24-45,23-2 77,0-2 0,0-1 1,45-11-1,-70 10-81,18-5 252,-30 9-326,-19 4-323,-15 3-5810,8-8-5234,9-2 3959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34.5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 1 9332,'0'0'15125,"-4"19"-13533,-6 24 505,-6 79 0,5-26-549,3-39-2440,5 0-5054,8-51-1349,9-5 1899,-12-1 4070,14 0-4135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35.1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97 13 8084,'0'0'15329,"3"-3"-13637,3-7 4241,-15 18-5837,0 1 0,0 0 0,0 1 0,1-1 0,1 1 0,0 1 1,0 0-1,1 0 0,0 0 0,1 1 0,0-1 0,1 1 0,1 0 0,-1 1 0,2-1 0,0 0 0,-1 25 0,3-23-96,-1-8 0,1 0 0,0 0 0,1-1 0,-1 1 0,1 0 0,2 6 0,-3-10 0,1 0 0,0-1 0,0 1 0,0-1 0,0 1 0,0-1 0,0 0 0,0 1 0,0-1 0,0 0 0,1 0 0,-1 0 0,0 0 0,1 0 0,-1 0 0,1 0 0,-1-1 0,1 1 0,0 0 0,-1-1 0,1 1 0,-1-1 0,1 0 0,0 1 0,3-1 0,1 1 0,1-1 0,-1 1 0,1-1 0,0-1 0,-1 1 0,1-1 0,0 0 0,-1-1 0,1 0 0,-1 0 0,0 0 0,0-1 0,11-5 0,-8 1 0,0 0 0,-1 0 0,0 0 0,0-1 0,-1 0 0,0-1 0,10-16 0,-10 15 0,4-6 0,-1 1 0,10-23 0,-18 34 0,0 0 0,-1 0 0,1-1 0,-1 1 0,0 0 0,0-1 0,-1 1 0,1-1 0,-1 1 0,0-1 0,0 1 0,0-1 0,-1 1 0,0 0 0,-1-6 0,1 7 0,-1 1 0,1 0 0,-1-1 0,0 1 0,1 0 0,-1 0 0,0 0 0,-1 0 0,1 0 0,0 1 0,0-1 0,-1 1 0,1-1 0,-1 1 0,1 0 0,-1 0 0,-3-1 0,-53-14 0,42 13 0,-2 0 1156,8 3-8550,6 0-212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40.4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 20 544,'0'0'7433,"17"-20"9383,-17 25-14163,0 2-2492,0-7-142,-4 0-16,2 0-3,0 0 2,2 0 28,-15 2 1821,-3 3-3866,15 0-2807,1 1-5880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41.6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 16 1873,'0'0'8548,"8"-16"9332,-6 21-17663,-2 0 1,1 0-1,-1 0 1,1 0-1,-1 0 1,-1-1-1,0 8 0,0 6 82,0-5-183,-1-1-1,0 1 1,-1-1-1,0 0 1,0 0-1,-9 17 1,-10 39 190,22-68-286,0 0-1,0 1 0,0-1 0,0 0 0,0 0 1,0 0-1,0 0 0,0 0 0,0 1 0,0-1 0,0 0 1,0 0-1,0 0 0,0 0 0,0 0 0,0 0 1,0 1-1,1-1 0,-1 0 0,0 0 0,0 0 1,0 0-1,0 0 0,0 0 0,0 0 0,0 0 0,0 1 1,0-1-1,1 0 0,-1 0 0,0 0 0,0 0 1,0 0-1,0 0 0,0 0 0,0 0 0,1 0 1,-1 0-1,0 0 0,0 0 0,0 0 0,0 0 1,0 0-1,1 0 0,-1 0 0,0 0 0,0 0 0,0 0 1,0 0-1,0 0 0,0 0 0,1 0 0,-1 0 1,0 0-1,0-1 0,0 1 0,15-6 209,14-13-359,-27 19 186,10-8-61,0 1-1,0 0 1,1 1-1,0 0 0,1 1 1,-1 1-1,1 0 1,0 1-1,0 0 1,0 1-1,0 1 1,18 0-1,-31 1 3,1 1 0,-1-1 0,1 1 1,-1-1-1,1 1 0,-1 0 0,1-1 0,-1 1 1,0 0-1,1 0 0,-1 0 0,0 0 0,0 0 1,0 0-1,0 0 0,1 0 0,-2 1 0,1-1 0,0 0 1,0 1-1,0-1 0,-1 1 0,1-1 0,-1 0 1,1 1-1,-1 0 0,1-1 0,-1 1 0,0-1 1,0 1-1,0 2 0,1 53-14,-1-56 19,-1 5 8,0 0 0,-1-1 0,1 1 1,-2-1-1,1 0 0,0 0 0,-1 0 0,0 0 0,0 0 0,0 0 0,-8 7 0,4-4 22,0-1-1,0 0 0,0 0 0,-1-1 1,-17 11-1,11-12-30,-1 0 0,0 0 0,0-1 0,0-1 0,0-1 0,-1 0 0,1-1 0,-1 0 0,-17-2 0,31 1 0,-4 0 0,4 1-32,2 0-243,-1-10-9341,5-9 1872,7 1-809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42.5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0 101 4402,'0'0'11368,"0"-26"-4273,2 19 2788,52 4-9877,0-3 0,75-17 0,-46 7-5,-53 12-1,-20 3 0,1 0 0,-1 0 0,0-2 0,17-4 0,-27 5 0,-2 2 0,-20 2-1478,-4 8-11533,9-1 2000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00.2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204 13 3105,'0'0'11833,"-17"-13"-6700,10 13-4869,-1 1 1,1-1 0,0 2 0,0-1 0,-1 1 0,1 0 0,0 0 0,1 1-1,-1-1 1,0 2 0,1-1 0,-1 1 0,1 0 0,0 0 0,-7 8 0,5-4-174,0 0 1,1 1 0,0 0 0,1 0 0,0 0 0,0 1 0,1 0 0,0 0 0,-5 17 0,10-26-85,-1 1 1,1-1-1,-1 1 1,1-1 0,0 1-1,-1-1 1,1 1 0,0-1-1,0 1 1,0-1 0,0 1-1,0-1 1,0 1-1,1-1 1,-1 1 0,1-1-1,-1 1 1,1-1 0,-1 1-1,1-1 1,0 2 0,2 0-3,0 0 0,0-1 1,0 1-1,0-1 0,1 1 1,-1-1-1,4 2 0,17 8 36,0-1 0,0-1 1,1-1-1,48 11 0,-72-20-27,0 0 1,1 1 0,-1-1 0,0 1-1,0-1 1,0 1 0,0-1-1,0 1 1,0 0 0,0-1-1,0 1 1,0 0 0,0 0 0,-1 0-1,1 0 1,0-1 0,0 1-1,-1 0 1,1 1 0,-1-1-1,1 0 1,-1 0 0,1 0 0,-1 0-1,0 0 1,1 0 0,-1 1-1,0-1 1,0 0 0,0 0-1,0 0 1,0 1 0,0-1 0,0 0-1,0 0 1,-1 0 0,1 0-1,0 1 1,-1-1 0,1 0-1,-1 0 1,1 0 0,-2 2 0,-1 4 51,-1-1 1,1 1-1,-2-1 1,1 0-1,-8 10 1,0-4 4,-26 25 192,35-35-248,0 0 1,0 0-1,0 0 0,0 0 1,0-1-1,0 0 1,0 1-1,0-1 0,-1 0 1,1-1-1,0 1 0,-1-1 1,-3 1-1,6-1 16,0-1-1,0 1 1,0 0-1,0-1 1,0 1-1,-1-1 1,1 0-1,0 1 1,0-1-1,0 0 1,1 1 0,-1-1-1,0 0 1,0 0-1,0 0 1,1 0-1,-1 0 1,0 0-1,1 0 1,-1 0-1,0-2 1,-13-30 692,8 17-410,-1 4-188,5 10-5,1 0 0,-1-1 1,1 1-1,0 0 0,0-1 1,0 1-1,0-1 0,0 1 1,0-6-1,1 7-66,0 0-47,0 0 0,0-1 0,0 1 0,0 0 0,0 0 0,0-1 0,1 1 0,-1 0 1,0 0-1,1 0 0,-1-1 0,1 1 0,-1 0 0,2-1 0,79-68 70,-17 15-18,-44 39 47,-18 14-39,1 0-1,0 1 1,-1-1-1,1 0 0,-1 0 1,1-1-1,-1 1 0,0 0 1,0-1-1,0 1 0,0-1 1,-1 0-1,1 1 0,-1-1 1,0 0-1,1 0 1,-1 0-1,0 0 0,-1 0 1,1-1-1,0-3 0,-2 3-26,-1 0 0,1-1-1,-1 1 1,0 0 0,0 0-1,0 0 1,0 0 0,-1 1-1,1-1 1,-1 1 0,0-1-1,0 1 1,-1 0 0,1 0-1,-8-5 1,8 6-41,-1-1 0,0 1 0,0 0 0,0 0 0,0 0 0,0 0 0,-8-1 0,10 2 1,0 1 0,0 0 0,1-1 0,-1 1 0,0 0 1,0 0-1,1 0 0,-1 1 0,0-1 0,0 0 0,1 1 1,-1-1-1,0 1 0,1 0 0,-1-1 0,0 1 0,1 0 1,-1 0-1,-1 1 0,2-1-69,0-1 0,1 1 1,-1 0-1,0-1 0,1 1 0,-1 0 0,1-1 0,-1 1 1,1 0-1,-1 0 0,1-1 0,-1 1 0,1 0 1,0 0-1,-1 0 0,1 0 0,0 0 0,0-1 1,0 1-1,0 0 0,0 0 0,0 0 0,0 0 0,0 0 1,0 0-1,0 0 0,0 0 0,0-1 0,1 1 1,-1 0-1,0 0 0,1 0 0,0 1 0,10 9-5144,5-5-4148,-2-6-3387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03.5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99 29 1425,'0'0'6424,"3"-2"-5184,-1 0-597,8-11 528,-6 1 13140,-6 14-14183,0-1 1,0 1-1,0-1 0,0 1 1,0 0-1,1 0 0,-1 0 0,1 0 1,-1 1-1,1-1 0,0 0 1,-2 4-1,-2 3 165,-9 12 39,1 1 0,0 0 0,2 1 0,1 0 0,0 1 0,-7 31 0,16 1 386,1-55-701,1 0 0,0 0 1,0-1-1,-1 1 1,1 0-1,0 0 1,0-1-1,0 1 1,0-1-1,-1 1 1,1-1-1,0 1 1,0-1-1,0 1 1,0-1-1,0 0 1,1 1-1,-1-1 1,0 0-1,0 0 1,0 0-1,0 0 1,1 0-1,30 2 86,13 0-58,-27-1 230,-1 0 1,0-1 0,33-5 0,-46 4-251,-1-1 1,0 1-1,1-1 1,-1 0-1,0 0 1,0 0-1,0 0 1,0 0-1,-1-1 1,1 0-1,-1 1 1,1-1-1,-1 0 1,0 0-1,0 0 1,0 0-1,0-1 1,-1 1-1,2-5 1,1-1 27,-1 0 0,-1 0 0,0 0-1,0 0 1,0 0 0,0-14 0,-2 6-53,0 9 0,0-1 0,0 1 0,-1-1 0,0 1 0,-3-11 0,3 15 0,-1 0 0,1 1 0,-1-1 0,0 1 0,-1-1 0,1 1 0,-1 0 0,1 0 0,-1 0 0,0 0 0,0 0 0,0 1 0,0-1 0,-5-1 0,3 1 0,1 0 0,-2 0 0,1 1 0,0 0 0,0 0 0,-1 1 0,1-1 0,-1 1 0,1 0 0,-1 1 0,0-1 0,1 1 0,-1 0 0,0 0 0,-6 2 0,11-2 0,-1 0 0,1 1 0,-1-1 0,0 1 0,1-1 0,-1 1 0,1-1 0,-1 1 0,1 0 0,-1 0 0,-2 2 0,4-2-251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52.0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 1 5811,'0'0'14366,"-5"21"-12658,-42 202 3817,45-208-7093,-1 34 5349,2-31-7340,1-29-13984,0-1 11343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52.7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124 1 4082,'0'0'9209,"-4"21"-3334,-5-8-3358,0 0 0,-14 16 0,14-19-2201,0 0 1,1 1-1,0 1 0,-7 13 0,10-12-259,0-1 1,0 1-1,2 0 0,-1 0 0,2 0 0,-1 1 0,2-1 0,0 1 1,1-1-1,0 1 0,3 16 0,-3-29-52,0 0-1,1 1 1,-1-1 0,0 0-1,1 0 1,0 1 0,-1-1-1,1 0 1,0 0 0,0 0-1,-1 0 1,1 0 0,0 0-1,0 0 1,0 0 0,0 0-1,0-1 1,1 1 0,-1 0 0,0-1-1,2 2 1,0-1 5,1 0 1,-1 0-1,1 0 0,-1-1 1,1 1-1,-1-1 0,8 0 1,-3-1 7,1 0 1,-1 0-1,0-1 0,0 0 1,0 0-1,9-4 1,14-8 14,48-26 366,-73 37-304,-1-1 1,1 1 0,-1-2-1,0 1 1,0 0-1,0-1 1,-1 0-1,0 0 1,0 0 0,5-9-1,-7 10-17,-1 0 1,0 1-1,0-1 0,0 0 0,0-1 0,-1 1 1,1 0-1,-1 0 0,0 0 0,0 0 1,-1 0-1,1 0 0,-1 0 0,0 0 1,0 0-1,0 0 0,0 0 0,-1 0 0,0 0 1,0 1-1,0-1 0,0 1 0,0-1 1,-5-4-1,-2-2-74,0 0 0,0 0 0,-1 1 0,0 1 1,-1 0-1,-15-9 0,23 14-4,-1 1 0,0 1 0,0-1 0,0 0 0,0 1 0,-1 0 0,1 0 0,0 0 0,0 1 0,-1-1 0,1 1 0,0 0 0,-8 1 0,3-1 0,9 0-36,0 0 0,-1 0 0,1 0-1,-1 0 1,1 0 0,0 0 0,-1 0 0,1 1 0,0-1-1,-1 0 1,1 0 0,-1 0 0,1 0 0,0 1 0,-1-1-1,1 0 1,0 0 0,0 1 0,-1-1 0,1 0 0,0 1 0,0-1-1,-1 0 1,1 1 0,0-1 0,0 0 0,0 1 0,-1-1-1,1 0 1,0 1 0,0-1 0,0 1 0,0 0 0,-1 4-4078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10.0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1 157 64,'0'0'8737,"3"-4"-7208,9-13-152,-8 13 5455,81 5-3880,-4 1-1324,1-4 0,151-22 0,153-44 1139,-253 46-2375,-73 15-110,116-1 1,-156 10-236,0 0 1,24 6-1,11 1 110,-3-5 366,86-6 0,-128 1-444,0-1-1,0 0 1,13-4 0,-14 3 6,-1 0 1,0 2-1,1-1 0,12-1 0,-21 3-80,1 1-1,-1-1 0,0 0 0,0 0 0,0 0 0,0 0 1,0 0-1,0 0 0,0 0 0,1 0 0,-1 0 1,0 0-1,0 0 0,0 0 0,0 0 0,0 0 0,0 0 1,1 0-1,-1 0 0,0 0 0,0 0 0,0 0 0,0 0 1,0 0-1,0 0 0,1 0 0,-1 0 0,0 0 0,0 0 1,0 0-1,0-1 0,0 1 0,0 0 0,0 0 1,0 0-1,1 0 0,-1 0 0,0 0 0,0 0 0,0 0 1,0-1-1,0 1 0,0 0 0,0 0 0,0 0 0,0 0 1,0 0-1,0 0 0,0-1 0,0 1 0,0 0 1,0 0-1,0 0 0,0 0 0,0 0 0,0 0 0,0-1 1,0 1-1,0 0 0,0 0 0,0 0 0,0 0 0,-11 1-2897,-5 11-1719,-8 5-6116,2-10-766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10.9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34 992,'0'0'21063,"23"0"-18483,-17-1-2327,-1 0-1,0 0 1,1 0-1,-1-1 1,0 0-1,10-4 1,-9 3 13,0 1 1,0 0-1,0 0 1,0 0 0,8-1-1,12 1 220,-6 0 2606,-6 1-4791,-1 0-4449,1 1-6073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11.5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0 2497,'0'0'12553,"0"15"-2687,0 4-6694,2 57 473,-4 86-2611,-8-94-861,8-60-3458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3298,'0'0'13550,"6"10"-12459,4 5-968,1-1 812,-1 1 0,-1 0 0,0 0 0,-1 1 0,10 30 0,-14-33 594,-3-24 664,-4-22-736,-1 6-1295,2 0 1,0 0 0,5-51 0,-3 74-224,1 0 1,0-1-1,0 1 1,1 0-1,-1 0 1,1 0 0,0 0-1,0 0 1,1 0-1,-1 0 1,1 0 0,0 1-1,0 0 1,0-1-1,0 1 1,0 0 0,1 0-1,-1 1 1,1-1-1,0 1 1,0 0 0,0 0-1,0 0 1,0 0-1,0 1 1,1 0-1,6-2 1,11 3-2582,27 1-10990,-34 0 4321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1105,'0'0'17007,"-6"9"-15718,-2 2-932,1 0-1,0 0 1,1 0 0,1 1 0,0 0 0,0 0-1,1 0 1,0 1 0,1-1 0,-2 24-1,5-35-353,1 1 0,-1-1 0,0 1 0,1-1-1,-1 0 1,1 1 0,-1-1 0,1 0 0,0 1 0,0-1-1,-1 0 1,1 0 0,0 0 0,0 0 0,0 0 0,0 0-1,1 0 1,-1 0 0,0 0 0,0 0 0,0 0-1,1-1 1,-1 1 0,0-1 0,1 1 0,-1-1 0,1 1-1,-1-1 1,0 0 0,1 0 0,1 1 0,53 2 29,-47-4-13,5 2-8,-8-1 6,0 0-1,-1 0 1,1 0 0,0-1-1,-1 0 1,8-2 0,-10 2 0,-1 0 0,0 0 0,1-1 1,-1 1-1,0-1 0,0 0 0,0 1 0,0-1 1,0 0-1,-1 0 0,1 0 0,0 0 0,-1-1 1,0 1-1,1 0 0,-1 0 0,1-4 0,2-5 156,0 0 1,-1 0-1,0 0 0,0-1 0,-2 1 0,1-1 0,-2 0 0,0-14 0,0 25-167,0-1 0,0 1 0,-1 0 1,1 0-1,-1 0 0,1 0 0,-1 1 0,1-1 0,-1 0 0,1 0 0,-1 0 0,0 0 0,0 0 0,1 1 0,-1-1 0,0 0 0,0 1 0,0-1 0,0 1 0,0-1 0,0 1 0,0-1 0,0 1 1,0-1-1,0 1 0,0 0 0,0 0 0,0-1 0,0 1 0,0 0 0,0 0 0,0 0 0,-2 1 0,-16 3-4103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1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43 6115,'0'0'14209,"-11"8"-12494,4-4-1532,-39 31 1240,43-32-1346,0 0 1,0 0-1,1 0 0,-1 1 0,1-1 0,-1 0 1,1 1-1,0 0 0,1-1 0,-1 1 1,1 0-1,-1 0 0,1 0 0,-1 5 0,2-8-81,0 1 0,-1-1-1,1 0 1,0 1 0,0-1-1,0 0 1,0 1 0,0-1-1,0 0 1,0 1 0,1-1-1,-1 0 1,0 1 0,1-1-1,-1 0 1,1 0 0,0 0-1,-1 1 1,1-1 0,0 0-1,0 0 1,-1 0 0,1 0-1,0 0 1,0 0 0,0 0-1,2 1 1,1-1-49,-1 0 0,1-1-1,-1 1 1,1-1 0,0 0 0,-1 0 0,1 0-1,5-1 1,4 0 29,-10 1 20,0 0 1,0-1-1,0 0 0,0 1 0,0-1 1,0 0-1,0-1 0,0 1 0,0 0 1,0-1-1,-1 0 0,1 1 0,-1-1 1,1 0-1,-1 0 0,0-1 0,0 1 1,0 0-1,0-1 0,0 1 0,0-1 1,-1 0-1,1 0 0,-1 1 0,0-1 1,0 0-1,1-4 0,0 0 146,0 1 0,-1-1 0,0 0 0,0 0 0,-1 1 0,0-1 0,0 0-1,0 0 1,-1 0 0,0 1 0,-4-12 0,4 15-160,0 0-1,0 1 1,0-1 0,-1 0 0,1 1-1,-1 0 1,0-1 0,0 1-1,0 0 1,0 0 0,0 0-1,0 0 1,0 0 0,-3-1-1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6019,'0'0'18472,"-3"4"-16791,-4 3-1174,0 1-1,1 1 1,0-1 0,0 1 0,1 0-1,0 1 1,-6 18 0,-22 76 732,29-90-1263,1 1 0,1-1 0,0 0 0,0 1 0,2-1 0,-1 1 0,2 0 0,2 16 0,-1-27-88,-1-1 0,1 0 0,-1 0 0,1 0 0,0 0 0,0 0 0,1-1 0,-1 1 0,0-1 0,1 1 0,-1-1 0,1 0 1,0 0-1,0 0 0,0 0 0,0 0 0,0-1 0,0 1 0,1-1 0,-1 0 0,0 0 0,7 1 0,6 1-1842,-1 0 0,1-2 0,25 1 0,-36-2 867,-3 0 483,0 0 0,0 1 0,-1-1 0,1 0 0,0-1 0,0 1 1,-1 0-1,1 0 0,0-1 0,0 1 0,-1-1 0,1 0 0,0 1 0,-1-1 1,3-1-1,4-13-6912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0 134 960,'0'0'22123,"102"-50"-21211,-64 40-208,6-3-640,6 5-64,9-5-2081,14-3-4001,10-7-9221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3265,'0'0'9346,"13"-7"-7454,5-3-1320,171-84 4514,-81 50-4818,135-37 1,-183 66-258,1 2 1,0 3 0,0 2-1,65 1 1,-108 7 69,-3 0-101,0 0 0,0 0 0,0 1 1,0 1-1,25 7 0,-36-8 106,0 1 0,-1-1 0,1 1 0,0 0 1,-1 0-1,0 0 0,1 1 0,-1-1 0,0 1 0,0 0 0,-1 0 0,1 0 0,-1 0 0,1 0 0,-1 1 1,0-1-1,0 1 0,0-1 0,-1 1 0,1 0 0,-1 0 0,0-1 0,0 1 0,0 0 0,-1 0 0,1 8 1,5 167 3235,-4-61-2210,-1-94-984,0 129 773,-2-133-672,-1-1 1,-1 1-1,-1-1 1,-1 0-1,-11 31 1,11-37-99,1 0 1,0 0-1,1 0 1,0 1-1,1 0 0,1-1 1,0 26-1,3-35-971,3-4-3331,-4 0 3792,-1 0 1,1 0-1,-1-1 0,1 1 1,3-7-5680,-4 7 5680,1-1-1,-1 1 0,0-1 1,0 0-1,0 0 1,0-20-10233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5010,'0'0'11672,"10"0"-7006,14 3-2088,-3 14-1941,1 0 1,-2 1-1,0 2 1,-2 0 0,0 0-1,16 26 1,-23-32-473,-10-14-164,0 2 24,0 0-1,0-1 1,1 1-1,-1-1 0,0 1 1,1-1-1,-1 0 1,1 1-1,0-1 0,2 1 1,-3-2-143,22 0-9022,-13 0 3274,3 0-1879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4290,'0'0'16154,"-10"10"-13953,-80 79 1969,86-85-3966,-87 104 2655,84-95-2549,1 0-3291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1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1125 101 1313,'6'-13'20732,"-8"12"-20571,-1-1 0,0 0 0,1 1 0,-1-1 0,1-1 0,0 1 0,-1 0 0,1 0 0,0-1 1,1 1-1,-1-1 0,0 0 0,-1-3 0,-8-10 313,7 13-359,0-1 0,-1 1 1,1-1-1,0 1 0,-1 0 0,0 1 0,0-1 0,0 1 1,0 0-1,0 1 0,0-1 0,-1 1 0,1 0 0,-7-1 1,-1 1-56,1 1 1,-1 0 0,0 0-1,1 1 1,-16 4 0,-4 3 202,-56 23-1,41-13 130,-35 16 370,2 4-1,-90 57 1,96-52-654,-63 45 531,115-71-517,0 1 0,1 1-1,-32 37 1,42-41-62,1 1 0,1-1 0,0 2 0,1-1-1,1 1 1,0 0 0,2 1 0,0-1 0,1 1 0,-3 27-1,2 9 207,2 0-1,7 66 0,-3-103-263,2 0 0,0 0-1,1 0 1,1-1 0,0 0-1,14 29 1,-3-14-2,2 0-1,26 36 1,-36-57 0,1-1 0,-1 0 0,1 0 0,1-1 0,0 0 0,0-1 0,0 0 0,1 0 0,0-1 0,0-1 0,1 0 0,0 0 0,0-1 0,13 2 0,19 3 0,1-2 0,71 2 0,-67-7 0,439 9 0,-481-11 0,38-3 0,0-2 0,-1-2 0,1-2 0,-2-2 0,1-2 0,44-19 0,-69 23 0,1 0 0,-1-1 0,0-1 0,32-25 0,61-64 0,-62 53 0,-38 35 0,-1 0 0,0-1 0,-1-1 0,0 0 0,-1 0 0,0-1 0,-1 0 0,-1 0 0,-1-1 0,0 0 0,6-28 0,-5 11 0,-2-1 0,-1 1 0,-2-1 0,-4-65 0,-2 67 0,-2 0 0,-1 0 0,-12-34 0,1 6 0,15 47 0,-1-1 0,-1 1 0,0 1 0,0-1 0,-2 1 0,1-1 0,-2 2 0,1-1 0,-2 1 0,1 0 0,-2 1 0,1 0 0,-1 1 0,-1 0 0,0 0 0,0 1 0,-14-7 0,-15-6 0,0 3 0,-46-14 0,0 0 0,43 9 0,36 19 0,1 0 0,-1 0 0,0 1 0,0 0 0,0 0 0,0 0 0,-1 1 0,1 0 0,-1 1 0,-9-1 0,14 2 0,-10-1 0,0 1 0,0 0 0,-1 1 0,1 1 0,1 0 0,-1 1 0,0 0 0,-12 6 0,-119 47 591,69-38-1791,57-15-1120,-1-1 0,-19 0 0,17-2-4934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43 174 304,'0'0'6694,"-4"-2"-5339,-7-1-221,-16-1 10103,46 4-8809,375-9 2271,-274 0-4275,151-31-1,-251 37-384,0 1-1,33 0 1,-34 2-16,0 0 0,0-2 0,23-4 1,67-14-11,-64 10 18,0 1 1,59-2 0,-54 6 22,74-15 0,-59 12 185,-21 4 135,94-1 1020,-128 5-2366,-53 2-8192,11 0-1985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1356 76 2273,'0'0'7275,"3"-2"-5895,-2 0-1052,28-29 2976,-27 28-2955,0 1 0,1 0 0,-1 0 0,0 0-1,1 0 1,0 0 0,-1 0 0,1 1 0,0-1 0,6-1 0,-9 3-6,1-1 1,0 1-1,0 0 1,-1-1-1,1 1 0,0-1 1,-1 1-1,1-1 1,0 1-1,-1-1 1,1 1-1,-1-1 0,1 0 1,-1 1-1,1-1 1,-1 0-1,1 0 1,-1 1-1,0-1 1,1-1-1,-3-3 3045,-11 11-2674,-5 10-191,0 0 0,1 1-1,1 0 1,-25 37 0,9-13-215,-57 86-163,65-89-148,-1-1 0,-2-1 0,-36 37 0,-181 127 3,42-39 0,-26 22 0,-44 42 0,168-128 0,120-99 832,8-4-3613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1066 88 800,'0'0'14306,"-12"-5"-12233,-44-16-126,51 20-1742,0 0 1,0 0-1,-1 1 1,1 0-1,-1 0 0,1 0 1,0 1-1,-1 0 1,1 0-1,0 0 0,0 0 1,0 1-1,0 0 0,0 0 1,0 0-1,0 1 1,1 0-1,-1 0 0,-4 4 1,-10 4 406,-65 40 864,1 3 0,3 4 1,3 3-1,-94 96 1,127-109-1285,2 1 0,2 2 1,3 1-1,2 2 1,2 2-1,3 1 1,-42 112-1,62-139-192,1 1 0,1 0 0,2 1 0,1-1 0,2 1 0,1 0 0,1 0 0,4 33 0,-1-47 0,0-1 0,2 1 0,0-1 0,0 0 0,2 0 0,0-1 0,1 0 0,1 0 0,0 0 0,1-1 0,1 0 0,0-1 0,1 0 0,1-1 0,0 0 0,15 12 0,-7-10 0,1-1 0,0 0 0,1-2 0,1-1 0,0 0 0,0-2 0,1-1 0,0 0 0,1-2 0,35 4 0,23-1 0,151-5 0,-147-4 0,-64-2 0,0 0 0,0-1 0,0-1 0,0-1 0,-1-1 0,0-1 0,0-1 0,-1-1 0,30-16 0,-1-5 0,-1-2 0,69-60 0,-94 71 0,-1-2 0,-2 0 0,36-50 0,42-88 0,-83 130 0,0-1 0,-3-1 0,-1 0 0,-1-1 0,-2 0 0,-1-1 0,-2 0 0,-1 0 0,0-67 0,-5 61 0,-1 1 0,-3 0 0,-1 0 0,-1 0 0,-17-51 0,-10 1 0,-67-127 0,43 98 0,56 116 0,-4-8 0,-1-1 0,0 1 0,-10-13 0,14 22 0,0-1 0,0 1 0,0-1 0,0 1 0,-1 0 0,1 0 0,-1 0 0,1 1 0,-1-1 0,0 1 0,1-1 0,-1 1 0,0 0 0,0 0 0,0 0 0,0 0 0,0 1 0,-4-1 0,-18 0 0,0 2 0,0 1 0,-42 9 0,47-8 0,0-2 0,1 0 0,-22-2 0,-1 0 0,41 1 2,-1 1-1,1-1 1,-1 1 0,1-1-1,-1 1 1,1 0 0,-1 0 0,1 0-1,0-1 1,-1 1 0,1 0-1,0 1 1,0-1 0,0 0-1,0 0 1,0 0 0,0 1-1,0-1 1,0 1 0,-1 1 0,1 0-34,0-1 1,-1 0-1,1 0 1,1 1-1,-1-1 1,0 1-1,1-1 1,-1 0-1,1 1 1,0-1-1,-1 1 0,1-1 1,1 6-1,0-7-221,0 0-1,0-1 1,0 1-1,0 0 1,0 0-1,0-1 1,0 1-1,0 0 1,0-1-1,0 1 1,0-1-1,1 1 0,-1-1 1,0 0-1,0 1 1,0-1-1,1 0 1,-1 0-1,0 0 1,1 0-1,-1 0 1,0 0-1,0-1 1,1 1-1,-1 0 1,2-1-1,4 0-1491,42-2-7763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5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2897,'0'0'8297,"3"-12"-270,6-11-5313,8 13-1770,-15 8-854,0 0 0,0 1 0,0 0 0,0 0 0,0-1 0,0 1 0,1 0 0,-1 1 0,0-1 0,1 0 0,-1 1 0,1-1 0,2 1 0,213-4 2133,-133 5-971,143-17 1,-108-4-700,129-16 340,-196 33-529,-38 3-135,0-1 0,-1 0 1,1 0-1,-1-2 0,0 0 1,0 0-1,0-2 0,13-5 0,-11 4-222,1 0 0,-1 1-1,31-5 1,2 0-7,-6 0-494,1 3 0,-1 1-1,80 0 1,-118 6-359,0 0 1,0-1-1,0 1 0,0-1 0,0 0 1,-1 0-1,9-3 0,14-11-6435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2561,'0'0'9991,"7"-17"-3806,3 0-4457,-8 17-1152,-1 0-1,1-1 0,0 1 1,0 0-1,-1 0 1,1 0-1,0 1 0,0-1 1,0 0-1,-1 1 0,4 0 1,20 13 2241,22 31-2624,-24-22 1004,170 127-7,-110-98-1190,-50-33 0,-2 1 0,35 28 0,243 182 0,-222-169 0,-16-7 0,-42-31 0,2 0 0,48 26 0,-9-14 0,-14-7 0,0 2 0,71 51 0,99 82 0,-217-155 0,-1-1 0,1-1 0,-1 0 0,1 0 0,0-1 0,1 0 0,-1 0 0,16 4 0,-6-2 0,1 1 0,-2 0 0,1 1 0,32 23 0,-21-14 0,-21-12 0,13 5 0,0 2 0,-2 1 0,1 1 0,-2 1 0,0 0 0,24 27 0,-40-40 0,-18-15-1938,7 1-2911,3-3-4804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8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962 12 4738,'0'0'12379,"-23"-2"-9321,-76-7-996,80 8-1479,-1 1-1,1 1 1,0 1 0,0 0 0,0 1-1,0 1 1,0 1 0,1 1 0,-30 13-1,8 2 466,0 2-1,-57 44 0,55-36-769,2 2 0,1 1 0,2 3 0,1 1 0,-31 43 0,43-47-294,2 0 1,1 1 0,2 1 0,1 1 0,2 1-1,-21 76 1,29-81 15,2 0 0,1 0 0,1 1 0,2 0 0,1-1 0,2 1 0,5 34 0,-2-41 0,2-1 0,0-1 0,2 1 0,1-1 0,1 0 0,1-1 0,1 0 0,1-1 0,22 31 0,-18-33 0,2 0 0,0-1 0,1-1 0,1 0 0,0-2 0,2-1 0,0 0 0,0-2 0,2 0 0,-1-2 0,2-1 0,0-1 0,0-1 0,0-1 0,1-2 0,1 0 0,-1-2 0,1-1 0,34 0 0,-18-2 0,-1-1 0,1-3 0,-1-1 0,0-2 0,75-21 0,-74 11 0,0-2 0,-1-2 0,0-2 0,-2-1 0,-1-3 0,-1-1 0,-1-2 0,-2-1 0,-1-2 0,39-45 0,-62 62 0,0-1 0,-1 0 0,-1-1 0,-1 0 0,0 0 0,-1-1 0,-1 0 0,-1 0 0,0-1 0,-2 0 0,0 0 0,-1 0 0,-1-1 0,0 1 0,-2 0 0,0-1 0,-1 1 0,-1-1 0,-1 1 0,-1 0 0,-1 0 0,0 0 0,-14-30 0,-4 1 0,-3 0 0,-61-82 0,-81-77 0,148 184 0,4 5 0,0 0 0,-2 2 0,0-1 0,-1 2 0,0 1 0,-24-13 0,28 18 0,-1 2 0,1 0 0,-2 1 0,1 0 0,-1 1 0,1 1 0,-1 1 0,0 0 0,-23 0 0,25 2 0,0 1 0,-1 0 0,1 1 0,0 1 0,0 0 0,0 1 0,0 1 0,0 0 0,0 1 0,-20 10 0,17-6 170,2 1 0,0 0 0,0 1 0,1 1 0,-18 17 0,27-22-517,0 0 0,0 0 0,1 0 0,1 1 1,-7 11-1,8-12-1374,0 1 1,1 0-1,-1-1 1,2 1-1,-1 0 1,0 14-1,1-2-9761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2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0 320 1569,'0'0'9668,"9"-3"-8286,44-8 652,-6 3 7393,-4 0-8600,57-18 0,-12 3-610,922-196 983,-902 203-185,2 10 3586,-108 7-4601,-2 0 0,-1 0 0,1 0 0,-1 0 0,0 0 0,0-1 0,1 1 0,-1 0 0,0-1 0,0 1 0,0-1 0,0 1 0,0-1 0,0 1 0,0-1 0,0 0 0,0 1 0,0-1 0,0 0 0,0 0 0,0 0 0,0 1 0,0-1 0,-2-1 0,-4 2 0,-28 10-1746,-3-6-7113,13-5-113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2065,'-1'4'19629,"5"9"-17915,7-9-1479,1-2 0,-1 1 0,1-1 0,-1-1 0,1 0 0,0-1-1,0 0 1,16-3 0,12 1-44,-30 2-635,11 0 1714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1:5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1 816,'0'0'13391,"21"4"-3864,-17 26-6153,-5 23-1436,0-41-1546,1 1-1,0-1 0,3 22 0,-2-30 1879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3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37 976,'0'0'7463,"0"8"-598,0 18-4743,0-22 1806,9-5 2402,19-15-6607,-15 8 555,16-4-171,0 2 1,33-8 0,-55 16-85,0 0 95,-1 0 0,1 1 0,-1 0-1,1 0 1,8 1 0,-13 0-102,0 0 0,0 0 0,0 0 0,0 1 0,0-1 0,0 1 0,0 0 0,0 0 0,0-1 0,0 1 0,0 0 0,0 1 0,0-1 0,-1 0 0,1 0 0,-1 1 1,1-1-1,-1 1 0,1-1 0,1 3 0,-2 0 3,-1 0 1,1 0-1,-1 0 0,1 0 1,-1 0-1,0 0 1,-1 0-1,1-1 1,-1 1-1,0 0 0,0 0 1,0 0-1,-3 7 1,-9 1 21,0 1 0,0-2 0,-2 0 0,1 0 0,-21 10 0,17-11-19,0 2 0,1 0-1,-23 21 1,31-20 899,9-12-896,0-1 0,0 0 0,0 0 0,0 1 0,0-1 0,0 0 0,0 0 0,0 1 0,0-1 0,0 0 0,0 0 0,1 1 0,-1-1 0,0 0 0,0 0 0,0 1 0,0-1 0,0 0 0,1 0 0,-1 0 0,0 1 0,0-1 0,0 0 0,1 0 0,-1 0 0,0 0 0,0 0 0,0 1 0,1-1 0,-1 0 0,0 0-1,1 0 1,30 1 872,-17-1-1002,7-2 131,-1 0 0,1-2 0,-1 0 0,30-10 0,-23 6-7,42-7 0,-11 1 17,-45 10 31,0 1-1,0 0 1,0 1-1,15-1 1,-23 9-4429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3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14 293 3602,'0'0'10151,"12"-15"-2534,-11 114-5933,-4 149-706,-3-181 367,-4-84-651,5-14-486,2-1 0,3-63 1,1 43-213,0 25-9,2 1 0,0-1 0,2 1 0,1 0 0,13-37 0,-3 21-29,1 2-1,34-59 1,-45 90 44,0 0 0,0-1 0,1 2 0,0-1 0,9-8 0,-13 14-5,1 1 0,-1-1-1,1 1 1,0-1 0,0 1 0,0 0 0,0 0 0,0 1 0,0-1 0,0 1 0,0 0 0,1 0 0,-1 0 0,1 1 0,4 0-1,-6-1 6,-1 1 0,1 0 0,-1 1 0,1-1 0,-1 0-1,1 1 1,-1-1 0,1 1 0,-1 0 0,0 0-1,1 0 1,-1 0 0,0 0 0,0 1 0,1-1 0,-1 1-1,0-1 1,2 4 0,-1-1 7,0 0 0,-1 0 1,1 1-1,-1-1 0,0 1 0,0-1 0,-1 1 1,3 8-1,-3-7 11,0-1 0,0 0 1,0 0-1,0 1 0,-1-1 1,0 1-1,0-1 0,0 0 1,-1 1-1,0-1 0,0 0 1,0 1-1,0-1 0,-1 0 1,0 0-1,0 0 0,-1 0 1,1-1-1,-1 1 0,0 0 0,0-1 1,-1 0-1,1 0 0,-1 0 1,-7 6-1,-4 2-5,0 0 1,-1-1-1,-1-1 0,0-1 1,-27 12-1,-17 9 37,59-29-6,1 0 0,-1-1 0,1 1 0,-1 0 0,1 0 0,0 0 0,-1 0 0,1 0 0,0 0 0,0 0 0,0 0 0,0 0 0,0 1 0,0-1 0,0 0 0,0 1 0,0-1 0,0 1 0,1-1 0,-1 1 0,1-1 0,-1 1 0,1-1 0,0 1 0,-1-1 0,1 1 0,0 2 0,1-2 100,0 0 0,0 0 0,0 0 0,0 0 0,0 0 0,0 0 0,1 0 0,-1 0 0,1 0 0,-1-1 0,1 1 0,0 0 1,-1-1-1,1 1 0,0-1 0,0 0 0,4 2 0,19 13 507,42 36 0,-21-16-348,-6-9-305,26 20 0,-61-43 0,-1 0 0,1 0 0,-1 1 0,0 0 0,-1-1 0,1 1 0,-1 1 0,0-1 0,0 0 0,3 8 0,-17-13-3787,-1 0-2196,2 0-2703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04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997 1 2097,'0'0'11459,"1"0"-11172,-1 0 1,1 1-1,-1-1 1,1 1-1,-1-1 1,1 1 0,-1-1-1,1 1 1,-1-1-1,1 1 1,-1-1-1,1 1 1,-1-1 0,0 1-1,0 0 1,1-1-1,-1 1 1,0 1-1,1 15 1928,-1-12-1794,1 0 0,-1 0-1,0 0 1,0 0 0,-1 0 0,0 0 0,0 0 0,0 0 0,0 0-1,-1-1 1,-3 9 0,-14 14 294,-2 0-1,-43 42 1,-7 9 76,-24 51 585,-136 245 0,71-104-711,103-183-600,-70 82 1,104-144-66,-1-1 0,-1-2 0,-52 38 0,88-72-56,-10 11-58,0-1 0,0 0 0,0 0 0,0 1 0,1-1 0,-1 1 0,1-1 0,0 1 1,-1-1-1,1 1 0,0 0 0,0 0 0,-1 0 0,1 0 0,0 0 0,0 0 0,0 1 0,0-1 1,4 0-1,-5 2-345,-1 0 1,1 0-1,-1-1 1,1 1-1,-1 0 1,1 0 0,-1 0-1,0 0 1,1 0-1,-1 0 1,0 0-1,0 0 1,0 0-1,0 0 1,0 0 0,0 0-1,0 0 1,0 0-1,0 1 1,-2 25-7528,-3 6-2267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0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964 7 5939,'0'0'8972,"-20"-2"-6982,9 1-1755,2 0-92,0 0 0,1 0 0,-1 1 0,1 0-1,-1 0 1,0 1 0,1 0 0,-1 1 0,1 0 0,0 0 0,-1 1 0,1 0 0,0 0-1,1 1 1,-10 5 0,-70 54 2210,2 4 0,-95 97 0,88-68-704,-113 154 0,183-222-1460,3 1 0,0 1 0,2 1 0,-22 54 0,34-70-136,0 1 0,1 0-1,0 0 1,1 0 0,1 1-1,1-1 1,0 0 0,1 1-1,1-1 1,1 1 0,0-1-1,6 21 1,-2-16 30,1-1 0,1 0 0,1-1 0,1 0 0,0 0 0,2-1 0,0 0 0,1-1 0,0-1 0,2 0 0,0 0 0,0-2 0,2 0 0,-1-1 1,36 21-1,-22-18-80,1 0-1,0-2 1,2-2 0,-1-1 0,2-1 0,-1-2 0,1-1 0,0-2 0,40 1 0,-22-4-3,0-2 0,53-7 0,-77 3 0,0-1 0,-1-2 0,0 0 0,0-2 0,35-17 0,-30 10 0,-1-2 0,-1-2 0,-1 0 0,-1-2 0,-1-2 0,0 0 0,-2-1 0,23-31 0,-12 8 0,-1-1 0,-3-2 0,51-107 0,-71 130 0,-2 0 0,0-1 0,-2 0 0,-1 0 0,-1 0 0,-2-1 0,1-41 0,-5 49 0,0 0 0,-2 0 0,-1 1 0,-1-1 0,-1 1 0,0-1 0,-2 1 0,0 1 0,-1 0 0,-21-36 0,11 28 0,-1 1 0,-2 0 0,0 2 0,-2 1 0,-1 0 0,0 2 0,-2 0 0,-1 2 0,0 1 0,-1 2 0,-1 0 0,-1 2 0,0 1 0,-1 1 0,0 2 0,-1 1 0,-1 2 0,1 1 0,-44-4 0,-80 7 0,150 4 0,4 0 0,1 1 0,0-1 0,-1 0 0,1 1 0,0 0 0,-1-1 0,1 1 0,0 0 0,0 0 0,0-1 0,0 1 0,0 0 0,0 0 0,0 0 0,0 0 0,0 1 0,0-1 0,1 0 0,-1 0 0,0 0 0,1 1 0,-1-1 0,1 0 0,-1 1 0,1-1 0,0 0 0,-1 1 0,1-1 0,0 0 0,0 1 0,0-1 0,0 1 0,0-1 0,1 0 0,-1 3 0,0-4 0,0 0 0,1 1 0,-1-1 0,0 0 0,0 1 0,0-1 0,1 0 0,-1 0 0,0 1 0,0-1 0,1 0 0,-1 0 0,0 1 0,1-1 0,-1 0 0,0 0 0,1 0 0,-1 0 0,0 1 0,1-1 0,-1 0 0,0 0 0,1 0 0,-1 0 0,0 0 0,1 0 0,-1 0 0,1 0 0,0 0 0,-1 0 0,1 0 0,0 0 0,-1 0 0,1 0 0,0 0 0,0 0 0,-1 0 0,1 1 0,0-1 0,-1 0 0,1 0 0,0 1 0,-1-1 0,1 0 0,-1 1 0,1-1 0,0 1 0,-1-1 0,1 1 0,-1-1 0,1 1 0,-1-1 0,0 1 0,1-1 0,-1 1 0,1 0 0,-1-1 0,0 1 0,0 0 0,1-1 0,-1 1 0,0 0 0,0-1 0,0 1 0,0 0 0,0 0 0,2 9-934,-2-9 334,1 0-1,-1-1 0,1 1 0,3 2-2403,-4-2 2403,1-1 0,0 1 1,0-1-1,0 0 0,-1 1 0,1-1 0,0 0 0,0 0 1,0 1-1,2-1 0,-1 0 30,15 5-8975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2:06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2961,'0'0'21760,"3"0"-21312,267-2 3604,131-12-2640,-177 4-869,101-7 570,-5-28-635,-265 32-478,-62 14 1197,-1-1-4198,41-22-19990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4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6435,'0'0'13649,"3"0"-12086,13 0 2831,-16 19-1632,-2-6-2357,0 0 1,0 0-1,-1 0 1,-1 0-1,0-1 1,-11 21 0,-2 9-31,-99 307 375,113-342-750,2-6 0,0 1 0,0-1 0,0 1 0,1-1 0,-1 1 0,0-1 0,1 1 0,-1-1 0,1 1 0,0-1 0,0 1 0,-1 0 0,1-1 0,1 4 0,3-5 0,1 1 0,-1-1 0,1 0 0,-1 0 0,9-1 0,63-26 0,3 8 13,-29 5-56,0 3 1,1 2-1,87-5 1,-107 14 94,0 2 1,42 7-1,-27-7-52,-46-2-1,0 0 0,0 0 1,0 1-1,0-1 0,1 0 0,-1 0 0,0 0 1,0 1-1,0-1 0,0 0 0,0 0 0,0 0 1,0 1-1,0-1 0,0 0 0,0 0 0,0 0 1,0 1-1,0-1 0,0 0 0,0 0 1,0 0-1,0 1 0,0-1 0,0 0 0,0 0 1,0 1-1,0-1 0,0 0 0,0 0 0,-1 0 1,1 0-1,0 1 0,0-1 0,0 0 0,0 0 1,0 0-1,-1 0 0,1 1 0,0-1 0,0 0 1,0 0-1,0 0 0,-1 0 0,1 0 0,0 0 1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0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66 463 7684,'0'0'11290,"0"18"-10164,0 134 1963,0-137-2749,-1 0 0,0 0 0,-1 0 0,0-1 0,-1 1-1,-1 0 1,0-1 0,-1 0 0,-1 0 0,0-1 0,-1 1-1,-11 16 1,18-30-323,0 0-1,0 1 1,0-1-1,0 0 1,0 0-1,-1 0 1,1 0-1,0 0 1,0 0-1,0 0 1,0 0-1,0 0 1,0 0-1,0 0 1,0 0-1,0 0 1,0 0 0,0 0-1,-1 0 1,1 0-1,0 0 1,0 0-1,0 0 1,0 0-1,0 0 1,0 0-1,0 0 1,0 0-1,0 0 1,0 0-1,-1 0 1,1 0-1,0 0 1,0 0-1,0 0 1,0 0-1,0 0 1,0 0-1,0 0 1,0 0-1,0 0 1,0 0-1,0 0 1,0 0-1,0-1 1,-1 1-1,1 0 1,0 0-1,0 0 1,0 0-1,0 0 1,0 0-1,0 0 1,0 0-1,0 0 1,0 0-1,0 0 1,0-1-1,0 1 1,0 0-1,0 0 1,0 0 0,0 0-1,0 0 1,0 0-1,0 0 1,0 0-1,0-1 1,-1-12 285,0-19-357,1 31 98,1-22-43,1-1 0,1 1 0,1 0-1,15-45 1,41-88-306,-46 122 186,5-9-130,1 0-1,3 1 0,47-66 0,-56 89 202,1 1 0,0 1 0,1 0 0,1 1 0,1 1 0,0 0 0,1 2-1,1 0 1,34-17 0,-41 25 30,-1 0-1,2 1 1,-1 0-1,0 1 1,1 1-1,-1 0 1,18 0-1,-25 2 7,0 0 0,0 0 0,0 1 0,0 0-1,0 0 1,-1 0 0,1 1 0,0 0 0,0 0 0,-1 0 0,1 1 0,-1 0 0,0 0-1,0 0 1,0 0 0,0 1 0,-1 0 0,7 6 0,-6-3 9,0 0 0,0 0-1,-1 1 1,0-1 0,0 1 0,-1 0 0,0 0 0,-1 0 0,1 0-1,1 15 1,-3-19 4,-1 1 0,0-1 0,1 1 0,-2-1 0,1 1 0,0-1 0,-1 0-1,0 1 1,0-1 0,0 0 0,-1 1 0,1-1 0,-1 0 0,0 0 0,0 0 0,0-1-1,-1 1 1,0 0 0,1-1 0,-1 0 0,0 1 0,-5 3 0,-12 6 27,-1-1 1,-1-1-1,0 0 1,0-2-1,-1 0 1,-36 8-1,27-9 252,1 3 1,-46 21-1,74-31-196,0 1 0,1 0-1,-1-1 1,1 1 0,0 0 0,0 0 0,-1 1 0,1-1 0,1 0 0,-1 1 0,0-1 0,0 1 0,1 0 0,0 0-1,-1-1 1,1 1 0,0 0 0,0 0 0,1 0 0,-1 0 0,1 0 0,-1 0 0,1 0 0,0 0 0,0 0 0,0 0-1,1 0 1,-1 0 0,2 5 0,0 0 103,1 1-1,-1-1 0,1 0 1,1 0-1,0 0 0,0 0 0,0-1 1,1 1-1,6 6 0,21 19-8,1-1 0,2-2 0,63 44 0,-15-13-151,-79-56-448,12 12 1023,-16-16-856,1-1 1,-1 0-1,0 1 0,1-1 1,-1 0-1,1 0 1,-1 0-1,1 1 1,-1-1-1,1 0 1,-1 0-1,1 0 0,-1 0 1,1 0-1,-1 0 1,1 0-1,-1 0 1,1 0-1,-1 0 1,1 0-1,-1 0 0,1 0 1,0 0-1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7459,'0'0'16792,"40"0"-15703,-25 0-417,-5 0-272,3 0-336,-1 0-48,-1 0-16,3 0-688,1 0-1505,2 0-2321,1 0-4626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11125,'0'0'13897,"-6"26"-12189,-3 8-1041,0 5 688,-26 64 0,18-62-655,-2 0-1,-2-1 0,-32 47 1,-90 102-838,139-185 138,-20 29 0,23-32 0,0 0 0,1 1 0,-1-1 0,0 0 0,1 0 0,-1 1 0,1-1 0,-1 0 0,1 1 0,0-1 0,-1 0 0,1 1 0,0-1 0,0 1 0,0-1 0,0 0 0,0 1 0,0-1 0,1 1 0,-1-1 0,0 0 0,1 1 0,0 1 0,2-1 0,-1-1 0,0 1 0,1-1 0,-1 0 0,1 0 0,-1 0 0,1 0 0,0-1 0,-1 1 0,1-1 0,0 0 0,4 1 0,8 1 0,53 7 0,1-2 0,0-3 0,77-7 0,-34 2 0,-28 1-189,-82-8-5742,11-6-2046,8-2-6371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6307,'0'0'19801,"-34"128"-17896,17-82-416,5-4-801,4-9-368,3-1-288,3-14 32,2-1-64,0-2-864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1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9 14311,'0'0'7891,"18"-2"-5154,2-1-2315,0 1-1,0 1 0,1 0 0,-1 2 0,0 1 0,27 5 0,-12 2-197,0 2 0,-1 1 0,0 2 0,46 26 0,-59-28-206,0 2-1,0 0 1,-1 1 0,-1 1 0,-1 1 0,0 0 0,22 30-1,-34-38-17,0 0-1,-1 1 1,1-1-1,-2 1 0,0 1 1,0-1-1,0 0 1,2 16-1,-5-20 8,0 0 1,-1-1-1,1 1 1,-1 0-1,-1 0 1,1 0-1,-1-1 0,0 1 1,0 0-1,0-1 1,-1 1-1,0-1 0,0 1 1,-1-1-1,1 0 1,-1 0-1,-6 8 0,-2-1 134,-1-1-1,0 0 1,0-1 0,-1 0-1,0-1 1,0-1-1,-26 12 1,-108 37 1754,67-30-1777,-1-4-1,-1-3 1,-87 9-1,162-29-157,28-1-1484,1-2 1,-2 0-1,1-2 1,26-8-1,6-1-2805,20-4-3877,4-6-2095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20 8676,'0'0'19027,"-3"0"-17503,-1 2-1294,-1 1 1,1-1 0,0 1 0,0 0 0,0 0-1,0 0 1,0 0 0,1 1 0,-1-1-1,1 1 1,0 0 0,-3 5 0,-4 5-51,1 2 0,-8 18 0,15-30-180,0 0 0,0 0 0,1 0 0,0 1 0,0-1 0,0 0 0,0 1 0,1-1 0,-1 1 0,1-1 0,1 8 0,-1-10 0,1 0 0,-1-1 0,1 1 0,0 0 0,-1 0 0,1-1 0,0 1 0,0-1 0,0 1 0,0-1 0,0 1 0,1-1 0,-1 0 0,0 1 0,1-1 0,-1 0 0,1 0 0,-1 0 0,1 0 0,-1 0 0,1 0 0,0-1 0,-1 1 0,1-1 0,0 1 0,0-1 0,0 1 0,3-1 0,6 2 0,0-1 0,0-1 0,0 0 0,0 0 0,0-1 0,0 0 0,0-1 0,0 0 0,0-1 0,11-4 0,-18 5 0,1 0 0,-1 0 0,0-1 0,0 1 0,0-1 0,-1 0 0,1 0 0,-1 0 0,0 0 0,1-1 0,-1 1 0,-1-1 0,1 0 0,0 0 0,-1 0 0,0 0 0,0 0 0,0-1 0,-1 1 0,1 0 0,-1-1 0,0 1 0,0-1 0,-1 0 0,1 1 0,-1-8 0,0 8 0,0 1 0,0-1 0,-1 0 0,1 0 0,-1 1 0,0-1 0,0 0 0,0 1 0,0-1 0,-1 1 0,1 0 0,-1-1 0,0 1 0,-4-6 0,2 5 0,-1 0 0,1 1 0,0-1 0,-1 1 0,0 0 0,0 0 0,0 1 0,0-1 0,-8-1 0,2 1-84,0 0 0,0 1 0,0 0 0,-15 0 0,7 2-4576,116 0 2457,51 1-5504,6 0 4344,-49 6 15905,-109 24-9516,-19 6-860,20-33-2141,-1 1 0,1 0 1,0-1-1,1 1 0,-1 1 0,1-1 1,0 0-1,0 0 0,0 1 0,1-1 1,0 1-1,-1 10 0,2-15-101,0 0 0,0 0-1,0-1 1,1 1 0,-1 0 0,0 0-1,0 0 1,1-1 0,-1 1-1,0 0 1,1-1 0,-1 1 0,1 0-1,-1-1 1,1 1 0,-1 0-1,1-1 1,0 1 0,-1-1 0,1 1-1,0-1 1,-1 1 0,1-1-1,0 0 1,-1 1 0,1-1 0,0 0-1,1 1 1,33 2-1643,-24-3 1213,0-2 0,0 1 0,0-1 0,12-5 0,2-3-30,0-1 1,0-1 0,-1-1-1,-1-1 1,29-17 5974,-49 45-3720,11 35-2460,-11-43 406,0-1 0,1 1 0,0-1 0,0 0 1,0-1-1,0 1 0,1-1 0,0 0 0,0 0 0,0 0 0,0-1 0,1 1 0,-1-1 1,12 4-1,-9-5-1268,-1 0 0,1 0 0,0-1 1,-1 0-1,1 0 0,0-1 0,11-1 0,21-4-8433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3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16520,'0'0'7528,"-19"24"-3539,-2 1-3054,6-9-437,2 1-1,0 0 1,1 1-1,0 0 1,2 1-1,-15 34 1,-27 112-159,0-1-366,52-164 27,0 0 0,0 0 0,0 0 0,0 0 0,-1 0 0,1 0 0,0 1 0,0-1 0,0 0 0,0 0 0,0 0 0,0 0 0,0 0 0,0 0 0,0 1 0,0-1 0,0 0 0,0 0 0,0 0 0,0 0 0,0 0 0,0 1 0,0-1 0,0 0 0,0 0 0,0 0 0,0 0 0,0 0 0,0 1 0,1-1 0,-1 0 0,0 0 0,0 0 0,0 0 0,0 0 0,0 0 0,0 0 0,0 0 0,0 1 0,0-1 0,1 0 0,-1 0 0,0 0 0,0 0 0,0 0 0,0 0 0,0 0 0,1 0 0,-1 0 0,0 0 0,0 0 0,0 0 0,13-3 0,27-17 0,-16 8 0,-13 7-333,-1 1-1,1 0 1,1 0-1,-1 1 1,0 0-1,1 1 1,12 0-1,-23 4 319,0 1 0,0 0-1,0-1 1,-1 1 0,1 0-1,-1-1 1,1 1 0,-1 0-1,0 0 1,0 0 0,0-1 0,-1 6-1,0-2 15,2-3 30,-1 0 0,0 0-1,0 0 1,-1 1 0,1-1 0,-1 0-1,0 0 1,1 0 0,-1 0 0,0 0-1,-1 0 1,1 0 0,-1-1 0,1 1-1,-5 5 1,3-6 69,0 1-1,0-1 1,-1 0 0,0 0-1,1 0 1,-1 0-1,0 0 1,0-1-1,0 0 1,0 0 0,0 0-1,-6 0 1,-20 3 288,0-2 1,-31-2 0,35 0-424,26-1-185,0 0 0,0 0 0,0 0 0,0 0 0,0-1 1,1 1-1,-1 0 0,0 0 0,0 0 0,1 0 0,-1 0 0,1 0 0,-1 0 0,1 0 0,-1 0 1,2-2-1,8-5-3683,0 1 1,20-12 0,-26 17 2789,36-21-9866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0 18360,'0'0'6529,"-15"27"-2605,2-2-3151,-81 155 2248,14-34-2845,-25 52-192,103-192-10,0-1 1,0 1-1,1 0 0,0 0 1,0 0-1,0-1 0,0 10 1,2-15-577,1 1 1,-1-1-1,0 1 0,0-1 1,0 1-1,1-1 1,-1 0-1,0 0 1,0 0-1,1 0 1,-1 0-1,0 0 1,1 0-1,-1 0 1,2-1-1,-1 1-738,18-1-8300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24 11845,'0'0'12355,"6"10"-11600,19 30-248,-23-39-470,-1 1-1,0-1 1,1 1-1,0-1 1,-1 0-1,1 1 0,-1-1 1,1 0-1,0 0 1,0 0-1,0-1 1,0 1-1,0 0 0,0-1 1,0 1-1,0-1 1,0 0-1,0 1 1,0-1-1,0 0 0,0 0 1,0-1-1,0 1 1,0 0-1,3-1 1,6 0 128,-10-3-50,0 0 0,-1 1 1,1-1-1,-1 0 0,0 0 1,0 0-1,0 1 0,-2-9 1,2 10-9,-1 0 1,0-1-1,0 1 1,0 0-1,0 0 1,0 0 0,0 0-1,-1 0 1,1 0-1,-1 0 1,0 0-1,1 0 1,-1 1-1,0-1 1,0 1 0,0-1-1,0 1 1,0 0-1,0 0 1,-1 0-1,1 0 1,0 0-1,-3-1 1,-4 0 400,-1 1-1,1 0 1,-1 0 0,-14 1 0,16 0-474,7 0-34,-1 0 1,0 0-1,1 1 1,-1-1-1,1 1 1,-1-1-1,1 1 1,-1-1-1,1 1 1,-1 0-1,1-1 1,-1 1-1,1 0 1,0 0-1,0 0 1,-1 0-1,1 1 1,0-1-1,0 0 1,0 0-1,0 1 1,0-1-1,1 1 1,-1-1-1,0 0 1,1 1-1,-1 0 1,1-1-1,-1 1 1,1-1-1,0 1 1,-1-1-1,1 1 1,0 0-1,0 1 1,0 1-13,0-1 1,0 0-1,0 0 0,1 0 1,-1 0-1,1 0 1,-1 0-1,1 0 0,0 0 1,1 0-1,-1 0 1,0 0-1,1 0 0,-1-1 1,1 1-1,0-1 0,0 1 1,3 3-1,8 2-972,1 0 0,0-1 1,0 0-1,0-1 0,0-1 0,1 0 0,0-1 0,0-1 0,19 2 0,46 5-7222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212 457 13254,'0'0'10117,"-6"25"-6953,0-2-2531,-1 9 303,-1-1 0,-2 0 1,-20 43-1,18-49-137,-3 11-535,-3-1 0,-1-1-1,-40 55 1,59-88-264,0-1 0,-1 1 0,1-1 0,0 1 0,-1-1 0,1 1 0,0-1 0,-1 1 0,1-1 0,-1 1 0,1-1 0,-1 1 0,1-1 0,-1 0 0,0 1 0,1-1 0,-1 0 0,1 0 0,-1 1 0,0-1 0,1 0 0,-1 0 0,1 0 0,-1 0 0,0 0 0,1 0 0,-1 0 0,-1 0 0,2 0 0,-1-1 0,1 0 0,-1 0 0,1 1 0,-1-1 0,1 0 0,-1 0 0,1 0 0,0 1 0,-1-1 0,1 0 0,0 0 0,0 0 0,0 0 0,0 0 0,0-1 0,2-42 0,2 28 1,0 0-1,1 0 1,0 1 0,2 0-1,0 0 1,9-15-1,61-85-227,-50 77-14,176-227-2891,-158 212 2609,3 3 0,98-79 0,-136 121 619,0 1-1,1 0 1,0 0-1,0 1 1,0 0-1,1 1 1,-1 1 0,1-1-1,1 2 1,-1 0-1,0 0 1,1 1-1,-1 1 1,1 0 0,0 1-1,20 2 1,-29-1-18,1 0 0,-1 0 1,0 1-1,0 0 0,0 0 1,-1 0-1,1 1 0,0-1 1,-1 1-1,1 0 0,-1-1 1,0 2-1,0-1 0,0 0 0,0 1 1,-1-1-1,1 1 0,-1 0 1,0 0-1,0 0 0,-1 0 1,1 0-1,-1 0 0,0 0 1,1 6-1,0-5-12,-1 1 0,0-1 0,-1 0 0,1 0 0,-1 0 0,0 1 0,0-1 0,-1 0 0,0 0 0,0 0 0,0 1 0,0-1 0,-1 0 0,0 0 0,0-1 0,0 1 1,0 0-1,-1-1 0,0 1 0,-6 7 0,-4-2-48,0 1 0,-1-2 1,0 0-1,-1-1 0,0 0 1,-25 9-1,-104 28-39,88-30 31,33-8-10,-10 2 0,-1 1 0,1 2 0,-52 27 0,77-35 0,1 0 0,0 1 0,1 0 0,-1 0 0,1 0 0,0 0 0,0 1 0,0 0 0,1 1 0,0-1 0,0 1 0,1 0 0,0 0 0,0 0 0,1 1 0,-1-1 0,2 1 0,-1 0 0,1 0 0,0 0 0,-1 12 0,2-12 0,1 1 0,-1-1 0,1 1 0,1 0 0,0-1 0,0 1 0,0-1 0,1 0 0,1 1 0,-1-1 0,1 0 0,1 0 0,-1 0 0,1-1 0,1 1 0,-1-1 0,1 0 0,1 0 0,10 10 0,-8-9 0,0 0 0,1 0 0,0-1 0,1 0 0,0 0 0,0-1 0,0 0 0,1-1 0,0-1 0,19 7 0,-13-7 0,-1-1 0,1-1 0,0 0 0,0-1 0,0-1 0,33-3 0,-44 2-230,1 0 0,-1-1 0,0 1 0,1-1 0,-1-1 0,0 1 0,0-1 0,0 0 0,-1 0 0,8-6 0,-7 5-1405,-1-1 0,-1 1 0,1-1 1,0 0-1,6-12 0,5-8-10437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42 17688,'0'0'14810,"-19"19"-14565,-59 62-221,75-77-24,-1 0 0,1 0 0,0 0 0,0 0 0,0 1 0,1-1 0,-3 7 0,4 15 0,2-13 0,-1-11 0,1 0 0,-1 0 0,1-1 0,-1 1 0,1 0 0,0 0 0,0-1 0,0 1 0,0-1 0,0 1 0,0-1 0,0 1 0,0-1 0,1 0 0,-1 1 0,0-1 0,1 0 0,-1 0 0,1 0 0,0 0 0,-1 0 0,1-1 0,0 1 0,-1 0 0,1-1 0,0 1 0,0-1 0,0 0 0,-1 1 0,4-1 0,9 2 0,0 0 0,25-1 0,-33-1 0,0 0 0,0 0 0,0-1 0,1 0 0,-1 0 0,0 0 0,0-1 0,0 1 0,0-1 0,-1-1 0,1 1 0,0-1 0,8-6 0,-11 6 0,1 0 0,-1 0 0,0 0 0,0 0 0,-1 0 0,1-1 0,-1 1 0,1-1 0,-1 0 0,0 0 0,-1 0 0,1 0 0,-1 0 0,1 0 0,-1 0 0,-1-1 0,1 1 0,0 0 0,-1-6 0,0 4-4,0-1 0,-1 1 0,1-1-1,-1 1 1,-1-1 0,1 1 0,-1 0 0,0-1 0,-1 1 0,1 0-1,-1 0 1,-1 1 0,1-1 0,-1 1 0,0-1 0,0 1-1,0 0 1,-1 1 0,1-1 0,-1 1 0,0 0 0,-1 0 0,1 0-1,-1 1 1,0 0 0,0 0 0,0 0 0,0 1 0,0 0-1,0 0 1,-1 1 0,1-1 0,0 1 0,-1 1 0,-12-1 0,18 1-133,0 0-1,1 0 1,-1 0 0,0 0 0,0 1 0,0-1 0,1 0 0,-1 0 0,0 1 0,0-1 0,1 0 0,-1 1 0,0-1 0,0 0 0,1 1 0,-1-1 0,1 1-1,-1-1 1,0 1 0,1 0 0,-1-1 0,1 1 0,-1 0 0,1-1 0,-1 1 0,0 1 0,1-1-149,0-1 1,0 1-1,0 0 0,0 0 1,0 0-1,0 0 0,0 0 1,0-1-1,0 1 1,1 0-1,-1 0 0,0 0 1,0 0-1,1-1 0,-1 1 1,1 0-1,-1 0 0,0-1 1,1 1-1,-1 0 1,1-1-1,0 1 0,-1 0 1,1-1-1,0 1 0,-1-1 1,1 1-1,1 0 0,25 10-7448,13-5-1867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0 5282,'0'0'26666,"-19"13"-25903,13-9-749,-9 4-10,1 2 0,1-1 0,0 2 1,0 0-1,1 0 0,1 1 0,0 0 1,0 1-1,-9 17 0,-21 46-4,-52 144 0,20-39 0,70-175 42,0 0-1,0 0 1,0 0-1,-1 0 1,0-1 0,0 1-1,-8 8 1,10-13-184,0 0-1,1 1 1,-1-1 0,0 0 0,0 0-1,0-1 1,1 1 0,-1 0 0,0-1-1,0 1 1,0-1 0,0 1 0,0-1-1,0 0 1,0 0 0,0 0 0,0 0 0,0 0-1,0-1 1,0 1 0,0-1 0,0 1-1,0-1 1,0 0 0,0 1 0,0-1-1,0 0 1,1 0 0,-1 0 0,-2-3-1,1 2-924,0 0 0,1 0 0,0 0 0,-1-1 0,1 1 0,0-1-1,0 0 1,-3-5 0,-8-32-17523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12678,'0'0'4410,"23"0"-235,337-2 5680,-374 2-9348,9 1-518,-1 0 0,0 0 0,1 0 0,-1 1 0,1 0 0,-1 0 0,1 0 0,0 1 0,0 0 0,0 0 0,0 0 0,1 0 0,-1 1 0,1 0 0,0 0 0,0 0 0,0 0 0,0 1 0,1-1 0,0 1 0,0 0 0,0 0 0,1 0 0,-1 1 0,1-1 0,0 0 0,1 1 0,-1-1 0,1 1 0,0 0 0,1 0 0,-1 10 0,2-15 0,-1 0 0,1 0-1,-1 0 1,1-1-1,0 1 1,-1 0 0,1 0-1,0-1 1,0 1-1,-1 0 1,1-1 0,0 1-1,0-1 1,0 1-1,0-1 1,-1 0 0,1 1-1,0-1 1,0 0-1,0 0 1,0 1 0,0-1-1,0 0 1,0 0-1,0 0 1,0 0 0,2-1-1,34 1 62,-30-1-69,-1 0 18,0 0-1,1-1 0,-1 0 0,-1 0 1,1 0-1,0-1 0,0 0 1,-1 0-1,0-1 0,8-5 1,27-15 257,-40 24-212,1 0 0,0 0 0,0 0 1,0 0-1,0 0 0,-1 0 0,1 0 1,0 0-1,0 0 0,0 0 1,0 0-1,-1 0 0,1 1 0,0-1 1,0 0-1,0 1 0,-1-1 0,1 0 1,0 1-1,-1-1 0,1 1 0,0-1 1,-1 1-1,1 0 0,0-1 0,-1 1 1,1 0-1,-1-1 0,1 2 1,19 31-1307,-17-28 548,-1 0 0,1-1 1,0 1-1,0 0 0,0-1 0,5 5 0,12 0-4701,4-8-3446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0 18569,'0'0'14198,"-104"165"-14198,66-96 0,2 11 0,1-5 0,3-2 0,5-10 0,0-13 0,0-8 0,2-9 0,-2-12 0,2-8 0,-3-9 0,3-4-4818,0-13-4482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13894,'0'0'4792,"27"-1"-270,-1-1-3379,148-3 4490,3 5-2850,-176 0-2783,-1 0 0,0 0 0,1 1 0,-1-1 0,0 0 0,0 1 0,1-1 0,-1 0 0,0 1 0,0-1 0,0 0 0,1 1 0,-1-1 0,0 1 0,0-1 0,0 0 0,0 1 0,0-1 0,0 1 0,0-1 0,0 1 0,0-1 0,0 0 0,0 1 0,0-1 0,0 1 0,0-1 0,0 0 0,0 1 0,-1 0 0,-2 13 0,-34 66 0,3-8 0,32-67-5,1-3 1,0 0-1,1 0 0,-1 0 1,0 0-1,0-1 0,0 1 1,0 0-1,-1-1 0,1 1 1,-2 1-1,5-21-3703,10-19-1983,9-14-4687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6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5699,'0'0'24731,"-69"104"-24731,60-71-240,-1 3-1985,1 0-1873,3-3-4834,6-6-4915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3:5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248 172 13286,'0'0'11515,"-21"-1"-6961,-67-1-1852,83 2-2665,0 1 0,-1-1 0,1 1-1,0 0 1,-1 0 0,1 0 0,0 1-1,0 0 1,0 0 0,0 0 0,1 1-1,-1 0 1,1 0 0,-1 0 0,1 0-1,0 0 1,0 1 0,0 0 0,1 0-1,-5 6 1,3-2-43,0 0 0,1-1-1,0 2 1,1-1 0,0 0 0,0 1 0,1-1-1,0 1 1,-2 14 0,4-20 6,-1 0 0,1-1 0,0 1 0,0 0 0,0 0 0,0-1 0,0 1 0,0 0 0,1 0 0,-1-1 0,1 1 0,0 0 0,0-1 0,2 4 0,-1-4 0,-1-1 0,1 1 0,0-1 0,0 0 0,0 0 0,0 0 0,0 0 0,0 0 0,1-1 0,-1 1 0,0 0 0,0-1 0,1 0 0,-1 1 0,0-1 0,0 0 0,4-1 0,15 2 0,-1-1 0,0-1 0,28-5 0,-39 4 0,0 0 0,0-1 0,-1 0 0,0 0 0,1-1 0,-1 0 0,-1-1 0,1 0 0,-1 0 0,9-7 0,-6 2-45,0 1 1,-1-1-1,-1-1 0,1 1 0,-2-2 1,1 1-1,-2-1 0,8-15 0,-4-1 70,0 0 0,9-50 0,-19 74-9,1 1 0,0-1-1,0 0 1,1 1 0,-1-1 0,1 1 0,0-1 0,-1 1 0,2 0-1,-1 0 1,0 0 0,1 0 0,-1 0 0,1 0 0,0 1 0,0-1 0,0 1-1,0 0 1,0 0 0,7-3 0,-5 3-16,1 0-1,0 1 1,-1 0-1,1-1 1,0 2 0,0-1-1,0 1 1,0 0 0,0 0-1,0 1 1,-1 0-1,12 2 1,-13-1 0,-1-1 0,0 1 0,1 0 0,-1 0 0,0 0 0,0 0 0,0 1 0,-1-1 0,1 1 0,0 0 0,-1 0 0,0 0 0,0 0 0,0 0 0,2 4 0,3 6 0,0 0 0,6 21 0,-8-19 0,0 1 0,-1-1 0,-1 1 0,-1 0 0,0 0 0,-1 0 0,-1 0 0,0 0 0,-3 21 0,2-36 0,1 1 0,0-1 0,-1 1 0,1-1 0,-1 0 0,0 1 0,1-1 0,-1 0 0,0 0 0,0 1 0,0-1 0,0 0 0,0 0 0,0 0 0,0 0 0,0 0 0,0 0 0,0 0 0,-1-1 0,1 1 0,0 0 0,-2 0 0,3-1 0,-1-1 0,1 1 0,0 0 0,0-1 0,0 1 0,0 0 0,-1-1 0,1 1 0,0 0 0,0-1 0,0 1 0,0-1 0,0 1 0,0 0 0,0-1 0,0 1 0,0 0 0,0-1 0,0 1 0,0 0 0,0-1 0,0 1 0,0-1 0,1 1 0,-1 0 0,0-1 0,0 1 0,0 0 0,0 0 0,1-1 0,4-8 0,0 1 0,0 0 0,1 0 0,0 1 0,0 0 0,1 0 0,-1 0 0,2 1 0,10-8 0,13-8 0,34-16 0,-36 21 0,37-13 0,-55 25 0,1 1 0,1 0 0,-1 1 0,1 1 0,-1 0 0,19-1 0,-30 9 0,0 0 0,0 0 0,-1 0 0,0 0 0,-1 11 0,1-17 0,-4 27 0,-2-1 0,0 0 0,-2 0 0,-1-1 0,-20 41 0,4-25 0,20-35 0,4-15-5509,1-15-5902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19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2659 2550 4610,'0'0'5877,"-6"21"-4841,-20-6 2273,6-2-2423,-1 0 0,-42 16 1,-112 28-479,146-50-102,0-1 0,-59 4 1,19-3-106,-70 10 1747,-151-1-1,287-16-1906,-1 0-1,0 0 0,0-1 0,0 0 0,1 1 0,-1-2 1,0 1-1,1 0 0,-1-1 0,1 1 0,-1-1 0,1 0 1,-6-4-1,1-2 11,-1 0 1,1 0-1,-8-12 0,9 11-17,0 0 1,-1 1-1,-15-13 0,-12-2 64,-1 2 0,-1 1 0,-1 2 1,-53-17-1,69 27-59,-107-43 34,112 42-35,1 0 0,0-1 0,1 0-1,0-1 1,-22-22 0,-145-163 188,148 163-169,-52-37-1,57 47-37,0 0 0,1-2 1,-33-39-1,-140-210-129,132 176 102,55 78-25,2-1 0,0 0 1,2-1-1,-11-32 0,-23-96-145,30 95 86,0-7 86,11 42 11,-2 0 1,-13-40-1,11 46-44,1-2 0,1 1 0,0-1 0,1 0 0,1 0 0,1 0 0,-2-27 0,3-25-44,3-79 150,1 128-65,0 1 0,2 1-1,0-1 1,10-21 0,6-22 5,28-75-37,-2 9-33,-37 95 42,2 2 0,1-1 0,1 1 0,1 1 0,23-31 0,-37 58 74,1 1-1,-1-1 1,1 0-1,0 1 1,-1-1 0,1 1-1,0-1 1,0 1-1,0 0 1,0 0-1,0 0 1,1 0-1,2-1 1490,-12 3-1531,-1 1 1,1 0-1,0 0 0,0 0 0,0 1 0,0 0 0,0 1 0,0-1 1,1 1-1,0 1 0,-1-1 0,-6 8 0,-42 24 34,37-26-45,0 0 1,1 0-1,0 2 1,1 0-1,0 1 1,1 1-1,0 0 1,1 1-1,1 0 1,-17 25-1,25-33 24,0 0 1,-1-1-1,0 0 0,0 0 0,0 0 1,-1-1-1,0 0 0,0-1 1,-13 7-1,19-10-110,4-2 88,0 0-1,-1 0 0,1 0 1,-1 0-1,1 0 0,-1 0 1,1-1-1,-1 1 0,0-1 0,0 0 1,0 0-1,0 1 0,0-1 1,2-3-1,7-5 1,71-65 47,114-132 1,-166 183-38,-3 4 181,-28 24-136,1-1 0,-1 1 0,1-1 0,0 1 0,0-1 0,0 1 0,1 5 0,0 1 98,-3 15 121,1-23-242,0 1 0,1-1 0,-1 0 0,1 1 0,0-1 0,0 1 0,0-1 0,0 1 0,0-1 0,0 1 0,1-1 0,-1 1 0,1-1 0,0 1 0,-1-1 0,1 0 0,0 1 0,1-1 0,-1 0 0,0 0 0,1 0 0,-1 0 0,1 0 0,-1 0 0,4 2 0,59 40 904,-41-30-442,-1 2-1,0 0 1,-1 1-1,23 25 0,-23-25 118,-10-8-271,-31-6-6144,11-4 567,-4-8-2966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23.7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3968 195 2913,'0'0'17013,"-17"-8"-15580,8-1-1410,-1 1 0,0 1 0,-1 0-1,1 0 1,-1 1 0,-1 1 0,1 0 0,-19-6-1,-100-20-302,108 27 216,-51-9-198,36 8 172,-58-17 0,-18-16 562,96 35-449,0 0 0,0 2 0,-1 0 0,1 1 0,-27 3 0,20-2-28,-141 14 165,141-10-171,1 0 0,0 1-1,0 1 1,-41 19 0,-17 18 3,40-21 47,-77 31 0,-313 93-162,315-103 108,-145 77 0,93-40-21,-77 43 315,143-62 34,4 3 0,3 5 0,-95 90-1,159-126 49,1 2 0,1 0 0,-30 55 0,30-46-126,-2-1-1,-37 41 1,-47 27 235,75-76-197,2 1 0,1 3-1,-34 48 1,-129 242 93,186-305-271,-7 16 1,1 1-1,3 1 1,-18 62 0,16-32 394,-11 98 1,21-64 203,7 159 1,4-128-326,-3-38 3,4 140 1187,12-129-1351,-2-25 169,-11-69-369,0 0 1,1 0 0,0 0 0,2 0-1,0 0 1,10 22 0,18 22-9,-33-61 0,0 0 1,0 0-1,0 0 1,0 0-1,0 0 1,0 0-1,0 0 0,0 0 1,0 1-1,0-1 1,0 0-1,0 0 1,0 0-1,0 0 0,0 0 1,0 0-1,0 0 1,0 0-1,0 1 1,0-1-1,0 0 0,0 0 1,0 0-1,0 0 1,0 0-1,0 0 1,0 0-1,0 0 0,0 0 1,0 0-1,-1 1 1,1-1-1,0 0 0,0 0 1,0 0-1,0 0 1,0 0-1,0 0 1,0 0-1,0 0 0,0 0 1,0 0-1,-1 0 1,1 0-1,0 0 1,0 0-1,0 0 0,0 0 1,0 0-1,0 0 1,0 0-1,0 0 1,-1 0-1,1 0 0,0 0 1,0 0-1,0 0 1,0 0-1,-11-4-1146,-11-10-4670,7 1 113,-7-3-3299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24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1 165 4482,'0'0'12120,"29"1"-6277,-27 0-5618,0 0 1,1 0-1,-1 0 0,0 0 1,0 1-1,0-1 0,-1 0 1,1 1-1,0 0 0,0-1 1,-1 1-1,1 0 0,1 3 1,21 34 1249,-16-24-817,13 16 81,1-1-1,1-1 1,31 29 0,87 70 495,-119-109-1024,44 53 300,-65-72-433,-1-36-29,-3-24-48,1 47 0,1 1 0,0 0 0,1-1 0,0 1 0,1 0 0,0-1 0,1 1 0,0 0 0,1 0 0,1 0 0,8-20 0,9 0 0,1 0 0,2 1 0,1 2 0,49-46 0,29-34 0,-92 92 0,4-4 0,-13 57 0,-2-15-259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1 349 656,'0'0'3917,"1"-8"-3200,11-38 1072,3 9 6323,-5 35-757,3 6-4159,-7 5-2776,-1 0 0,0 0 0,-1 1 0,0 0 0,-1 0 0,0 0 0,0 0 0,-1 0 0,2 21 755,-5-31-1163,1 0 1,0 0 0,-1 0-1,1 0 1,0 0-1,-1 0 1,1 0 0,0 0-1,-1 0 1,1 0 0,0 0-1,-1 0 1,1 0-1,0 0 1,-1 0 0,1-1-1,0 1 1,-1 0-1,1 0 1,0 0 0,0-1-1,-1 1 1,1 0 0,0 0-1,0-1 1,0 1-1,-1 0 1,1-1 0,0 1-1,0 0 1,0-1-1,0 1 1,0 0 0,-1-1-1,1 1 1,-4-14 112,2-2-120,1 0 1,1 0 0,0 0-1,1 0 1,1 0 0,0 0-1,1 0 1,1 1 0,0-1-1,1 1 1,1 0 0,0 0-1,2 1 1,-1 0 0,1 0-1,1 0 1,1 1 0,0 1-1,0 0 1,1 0 0,1 1-1,0 0 1,14-9 0,-12 13-69,-2 8-3764,8 17-10462,-7-4 2177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10837,'0'0'13953,"-15"13"-13155,-47 42-222,59-50-532,-1-1 1,0 1-1,1-1 1,0 1-1,0 0 0,1 0 1,-1 0-1,1 0 1,0 1-1,1-1 0,-1 1 1,1-1-1,0 1 1,0-1-1,1 1 0,0 0 1,0-1-1,0 1 0,2 11 1,-1 7 30,-1-22-71,0 1 0,0-1 1,0 0-1,0 1 0,1-1 0,-1 0 0,0 0 0,1 1 1,0-1-1,-1 0 0,1 0 0,0 0 0,0 0 1,0 0-1,1 0 0,-1 0 0,0 0 0,1 0 0,-1-1 1,1 1-1,2 2 0,0-2 4,0 0 1,0-1 0,0 1-1,0-1 1,0 0-1,0 0 1,0 0 0,1-1-1,-1 0 1,0 1-1,6-2 1,-4 1-2,0-1 0,0 0 0,0 0 0,0-1 1,0 0-1,0 0 0,0 0 0,-1-1 0,1 0 0,-1 0 0,0 0 0,0-1 1,0 0-1,0 0 0,0 0 0,5-7 0,-5 6 16,-1 0 0,1-1 0,-1 1 0,0-1 0,-1 0 0,0 0 0,1-1 0,-2 1 0,1-1 1,-1 1-1,0-1 0,-1 0 0,1 0 0,0-11 0,-2 11 250,0-1 0,-1 0 0,0 1 1,0 0-1,-1-1 0,-3-9 1,4 15-276,1 0 0,-1 0 1,0 1-1,0-1 0,0 0 1,0 0-1,-1 0 1,1 1-1,0-1 0,-1 0 1,1 1-1,-1-1 1,1 1-1,-1 0 0,0 0 1,0-1-1,0 1 0,1 0 1,-1 1-1,0-1 1,0 0-1,0 0 0,-1 1 1,1-1-1,0 1 0,0 0 1,-3 0-1,4 1-493,1 0-1,-1 0 0,0 0 0,1 1 1,0-1-1,-1 0 0,1 0 1,0 1-1,-1-1 0,1 0 0,0 1 1,0-1-1,0 0 0,0 1 1,0-1-1,0 0 0,1 2 0,-1 1-1930,0 9-7365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7972,'0'0'15255,"-22"7"-13927,-71 24-103,84-28-987,0 1 1,0 0 0,0 1-1,0 0 1,1 0-1,0 1 1,0 0 0,0 0-1,1 1 1,-9 10-1,9-9 104,1-2-132,0 1 0,1 0 0,1 0 0,-1 1 0,1-1 0,-4 10 0,7-15-195,0-1 0,0 1 1,1 0-1,-1 0 0,0 0 0,1-1 1,-1 1-1,1 0 0,0 0 0,-1 0 1,1 0-1,0 0 0,0 0 0,0 0 1,0 0-1,1 0 0,-1-1 0,1 1 1,-1 0-1,1 0 0,-1 0 0,1 0 0,0-1 1,0 1-1,0 0 0,0-1 0,0 1 1,0-1-1,1 1 0,-1-1 0,0 1 1,1-1-1,2 2 0,5 1-2,-1-1 1,1 0-1,0-1 0,1 0 1,-1 0-1,0-1 1,17 0-1,-19 0-16,0-1 0,0-1 0,-1 1-1,1-1 1,0 0 0,0 0 0,-1-1 0,1 0 0,-1 0 0,1-1 0,7-4-1,-10 5-6,-1-1 0,1 1 0,-1-1 0,1 0 0,-1 0 0,0 0 0,-1 0 0,1-1-1,0 1 1,-1-1 0,0 0 0,0 0 0,0 1 0,0-1 0,0 0 0,-1-1-1,0 1 1,0 0 0,0 0 0,0 0 0,-1-1 0,0 1 0,0-7 0,0-1-542,-1-23 1948,-7 22-2923,-7 8-4217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6643,'0'0'21770,"-4"26"-19916,0 5-1349,0 2 106,-2 0 0,-16 55-1,13-59-577,1 0-1,1 1 1,1 0-1,-2 59 1,8-89-30,0 1-1,0 0 1,0-1-1,1 1 1,-1 0 0,0-1-1,0 1 1,0-1-1,1 1 1,-1-1 0,0 1-1,1 0 1,-1-1-1,0 1 1,1-1 0,-1 1-1,1-1 1,-1 0-1,0 1 1,1-1 0,-1 1-1,1-1 1,0 0-1,-1 1 1,1-1 0,-1 0-1,1 0 1,0 1-1,25 1-699,-17-2-8,0-1 0,0-1 0,15-4 0,-16 3-395,1-1 0,-1 0 0,0 0 0,-1-1-1,10-6 1,14-18-7807,-12 7-1885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5491,'0'0'22026,"140"0"-21402,-80 0-592,7 0-32,4 0-2209,7 0-3682,-7-12-11765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7988,'0'0'5698,"21"-12"-2584,5-3-2349,8-6 605,69-29 0,487-174 3923,-532 205-5062,0 2 0,1 3 0,0 2 0,1 3 0,1 2 0,74 2 0,-130 5-229,-1 0 0,1 0 0,0 1 0,0 0 0,-1 0-1,1 0 1,-1 0 0,1 1 0,-1-1 0,0 1 0,1 1 0,-1-1 0,0 0 0,0 1 0,0 0-1,-1 0 1,1 0 0,-1 0 0,0 1 0,0-1 0,0 1 0,5 8 0,-3-2 29,-1 0 1,0 1 0,0 0-1,-1 0 1,-1 0-1,0 0 1,0 0 0,-1 20-1,-2 61 1578,-4 0 0,-22 116-1,-2 15-1210,25-182-398,-1 1 0,-3-1 0,-18 58 0,23-89-18,1-1 0,0 1 0,1 0 0,0-1 0,1 1 1,0 10-1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8788,'0'0'16938,"2"1"-15449,4 2-915,0 0-1,0 1 1,0 0-1,-1 0 1,7 6 0,18 14 714,110 48-186,-29-18-3799,-86-44-2724,-6-9-5688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3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11365,'0'0'15626,"-17"7"-13548,-2-1-1529,3 0-125,1 0 0,-1 0-1,1 2 1,0 0 0,-14 10 0,-11 9 56,-47 34-333,77-52-150,0-1-1,0 1 1,1 1-1,0 0 1,-12 19-1,14-7 920,7-11-2786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58 2993,'-7'2'26440,"-33"9"-26097,-62 33 654,2 5 0,-171 111 0,255-150-997,1 1 0,1 0 0,0 1 0,1 1 0,0 0 0,1 1 0,0 0 0,1 1 0,1 1 0,0-1 0,1 1 0,1 1 0,0 0 0,1 0 0,-5 22 0,-3 29 0,4 0 0,2 0 0,3 1 0,5 99 0,2-150 0,1 1 0,1-1 0,1-1 0,0 1 0,1 0 0,1-1 0,0 0 0,2-1 0,0 1 0,1-1 0,0-1 0,1 0 0,18 21 0,-11-16 0,1-2 0,0-1 0,1 0 0,1-1 0,1-1 0,0-1 0,1-1 0,0 0 0,27 9 0,-18-11 0,1-1 0,0-1 0,1-2 0,52 5 0,133-6 0,-190-6 0,-5-1 0,1-1 0,-1-1 0,0-2 0,-1 0 0,1-1 0,-1-1 0,0-1 0,34-19 0,-7 0 0,-2-2 0,65-52 0,-86 60 0,-1-1 0,0-1 0,-2-2 0,-1 0 0,29-43 0,-39 48 0,-1 0 0,0 0 0,-1-1 0,-2 0 0,0 0 0,-1-1 0,-1 0 0,-1-1 0,2-24 0,-5-246 0,-5 267 0,-1 0 0,-1 1 0,-1 0 0,-2 0 0,0 0 0,-1 1 0,-2 0 0,-19-32 0,24 45 0,-1 1 0,0 1 0,-1-1 0,0 1 0,-1 0 0,1 1 0,-19-13 0,-74-42 0,71 46 0,17 9 0,1-1 0,0 0 0,-20-21 0,25 21 0,-2 1 0,1 0 0,-1 1 0,0 0 0,0 0 0,-1 1 0,0 1 0,-14-7 0,-6 4 0,0 1 0,-1 2 0,0 1 0,0 1 0,0 1 0,-32 4 0,34-2 0,27 0-9,1-1 0,-1 1 0,0 1 0,0-1 0,0 0 0,1 0 0,-1 1 0,0-1 0,0 0 0,1 1 0,-1 0 0,0-1 0,1 1 0,-1 0 0,0 0 0,1 0 0,0 0 0,-1 0 0,1 1 0,-1-1 0,1 0 0,0 1 0,0-1 0,0 0 0,0 1 0,0-1 0,0 1 0,0 0 0,1-1 0,-1 1 0,0 0 0,1 0 0,-1-1 0,1 1 0,0 0 1,0 0-1,0 3 0,0-3-345,0 0 0,1 0 0,-1 0 1,1 0-1,0 0 0,0 0 1,0 0-1,0 0 0,0 0 1,0-1-1,0 1 0,1 0 1,2 2-1,13 10-6807,3 0-5372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21 976,'0'0'21781,"2"-2"-19967,3-1-1499,0 1-1,0-1 1,1 1 0,-1 1-1,0-1 1,1 1-1,-1 0 1,1 0 0,8 0-1,-3 0-57,-1 1 0,1 0 0,-1 1 1,16 3-1,-24-4-247,0 1 1,0 0-1,0 0 0,0 0 1,0 0-1,-1 0 1,1 0-1,0 0 1,-1 1-1,1-1 1,-1 1-1,0-1 1,1 1-1,-1-1 0,0 1 1,0 0-1,0 0 1,0-1-1,0 1 1,0 0-1,-1 0 1,1 0-1,0 0 1,-1 0-1,0 0 0,1 0 1,-1 0-1,0 0 1,0 3-1,0-1-2,0 1 0,-1-1 0,1 1 0,-1-1 0,0 1 0,0-1-1,0 0 1,0 1 0,-1-1 0,0 0 0,0 0 0,-4 7 0,-15 12 95,-1 0-1,-36 29 1,24-23-40,28-24-53,5-4 33,6-1 112,1 1 1,-1 1-1,0-1 0,1 1 0,7 3 1,17 5-221,34-4-1794,-21-6-3161,-22 0 622,4 0-4870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17 8388,'0'0'14711,"-18"4"-12732,-55 11-407,71-15-1471,0 1 0,0 0 0,0 0 0,0-1 0,0 1 0,1 1 0,-1-1 0,0 0 0,0 0 0,1 0 0,-1 1 0,1-1 0,-1 1 0,1 0 0,0-1 0,-1 1 0,1 0 0,0 0 1,0-1-1,0 1 0,0 0 0,-1 4 0,1-1 29,1 1 1,-1 0-1,1-1 1,0 1-1,0 0 1,1 5-1,0 3-33,-1-11-90,0 0 0,1 0 1,-1 1-1,1-1 0,0 0 0,0 0 0,0 0 0,0-1 0,0 1 0,1 0 0,0 0 0,-1-1 0,1 1 0,0-1 0,0 1 0,0-1 0,0 0 0,1 0 0,-1 0 0,1 0 0,-1 0 0,1 0 0,0-1 0,0 1 0,-1-1 0,1 0 0,0 0 1,0 0-1,0 0 0,0 0 0,1-1 0,3 1 0,-2 0 3,1 0 1,0-1-1,0 0 1,-1 0-1,1 0 1,0-1-1,-1 1 1,1-2-1,0 1 1,-1 0-1,1-1 1,-1 0-1,0 0 1,1-1-1,-1 0 1,0 0-1,5-3 1,-6 1 22,1 0 0,-1 1 0,0-1-1,0-1 1,-1 1 0,1-1 0,-1 1 0,0-1 0,-1 0 0,1 0-1,-1 0 1,-1-1 0,1 1 0,-1 0 0,0-1 0,0 1 0,-1 0-1,0-1 1,0 1 0,0-1 0,-2-9 0,1 14-32,0 0 0,0 0 0,0 0 0,0 0 0,-1 0 1,1 0-1,0 1 0,-1-1 0,1 0 0,-1 1 0,0-1 0,1 1 0,-1-1 0,0 1 1,0 0-1,0 0 0,0 0 0,0 0 0,0 0 0,0 0 0,0 1 0,-1-1 0,1 1 0,-3-1 1,-7 0-395,0 0 0,0 0 1,-16 2-1,19-1-236,1 1-267,0 0 1,0 0-1,0 0 0,1 1 0,-1 1 0,1-1 1,-1 1-1,-7 4 0,-33 16-8330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12 204 208,'6'0'22240,"-7"0"-22205,0 0 1,0 0 0,0 0 0,0 0 0,0 0 0,1 0 0,-1 0 0,0 0 0,0 0 0,0 0-1,0-1 1,0 1 0,1 0 0,-1 0 0,0-1 0,0 1 0,1-1 0,-1 1 0,-1-1-1,11-8 353,28-6 54,-2 8-70,1 2-1,62-2 1,-16 1-260,13-3-74,635-76 303,-652 72 299,29-5 1893,191-7 1103,-301 27-3604,0 1 1,-1-1-1,1 0 1,-1 0 0,0 0-1,1-1 1,-1 1-1,0-1 1,-5 1 0,5 0-2,-15 4-400,-16 8 1156,33-13-1058,1 1 0,-1-1-1,1 1 1,0-1 0,-1 1 0,1-1 0,0 1-1,0 0 1,0-1 0,0 1 0,0 0 0,1 0 0,-1 0-1,0-1 1,1 1 0,0 0 0,-1 4 0,-2 2-5916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66 101 4210,'0'0'9036,"-42"-4"-232,30 0-7269,9-7 4771,4 5-3928,-4-18-2315,1 18-2,1 0-1,0 0 1,0 0 0,0-1-1,1 1 1,0-6-1,1 11-59,1 1 0,-1-1-1,1 1 1,-1 0 0,1 0 0,-1-1-1,1 1 1,-1 0 0,1 0-1,-1 1 1,1-1 0,-1 0 0,1 0-1,1 1 1,1 2-1,0-1 0,1 1 0,-1-1 0,-1 1 0,1 0 0,0 1 0,-1-1 0,1 1 0,4 5 0,27 44 0,-22-32 0,24 30 0,2-2 0,1-2 0,54 48 0,149 115 0,-158-141 0,-64-48 0,-1 0 0,0 2 0,-2 0 0,-1 1 0,27 47 0,32 45 0,-50-89 0,-27-27-40,1 0 1,0 1-1,0-1 0,0 0 1,0 0-1,0 0 0,0 1 1,0-1-1,-1 0 0,1 0 1,0 1-1,0-1 0,0 0 1,-1 0-1,1 0 0,0 0 1,0 1-1,0-1 0,-1 0 1,1 0-1,0 0 0,0 0 1,-1 0-1,1 0 0,0 0 1,0 0-1,-1 1 0,1-1 1,0 0-1,0 0 0,-1 0 1,1 0-1,0 0 0,-1-1 1,-1 2-1115,-11 8-6693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24 3618,'0'0'8718,"4"-3"-6815,-1 2-1504,22-18 15188,-25 26-14659,-3 6-817,0 1 1,0-1-1,-1 0 0,-1 0 1,0 0-1,-1-1 1,0 1-1,-9 12 0,-2 6 82,5-9-78,-45 101 182,51-107-296,1 0 0,1 0 0,1 1 0,0-1 0,1 1 0,0 20 0,3-36-1,-1 0 0,1 0 0,0 0 0,0 0 0,0 0 0,1 0 0,-1 0 0,0 0 0,0 0 0,0 0 0,1 0 0,-1-1 0,0 1 0,1-1 0,-1 1 0,1-1 0,-1 1 0,1-1 0,-1 0 0,0 0 0,1 1 0,2-1 0,0 0 0,27 4 0,1-1 0,58-2 0,-41-2 0,23-1 0,-1-4 0,1-2 0,74-19 0,-169 38-131,16-6-890,-1 0 0,0-1 1,0 0-1,0-1 1,0 0-1,-10 2 1,-28-2-12752,25-3 4405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8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7603,'0'0'16496,"-1"12"-14570,-28 183 3688,14-118-5050,-7 155 0,22-226-416,0-3-374,-1 1 0,1 0 0,1-1 0,-1 1 0,0-1 0,1 1 0,0-1 0,1 6 0,-1-8-78,0 0-1,0 0 0,0 0 0,0 0 0,0 0 1,0 0-1,1 0 0,-1 0 0,0 0 0,0-1 1,1 1-1,-1 0 0,0-1 0,1 1 0,-1-1 1,1 0-1,-1 1 0,0-1 0,1 0 0,-1 0 1,1 0-1,-1 0 0,1 0 0,1 0 0,22-2-7429,4-5-3183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8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 12806,'0'0'15468,"-18"6"-13798,3-2-1269,5-2-199,0 1 0,0 0 0,1 1 0,0 0 0,-1 0 0,1 1 0,1 0 0,-1 0 0,1 1 0,-10 9 0,10-7-191,0 0 0,1 0 0,0 1 0,0 0 0,1 0 1,0 0-1,1 1 0,0 0 0,1 0 0,0 1 0,0-1 0,1 1 0,0 0 1,1-1-1,1 1 0,-1 0 0,2 19 0,0-26-11,0-1 0,1 1 0,-1 0 0,1 0 0,0-1 0,0 1 0,1 0 0,-1-1 0,1 1 0,-1-1 0,1 0 0,0 0 0,1 1 0,-1-1 0,0-1 0,1 1 0,0 0 0,0 0 0,-1-1 0,1 0 0,1 0 0,-1 1 0,0-2 0,1 1 0,-1 0 0,0-1 0,1 0 0,5 2 0,7 1 0,0-1 0,1 0 0,-1-1 0,1-1 0,18 0 0,-24-1 0,0-1 0,0 0 0,0 0 0,-1-1 0,1 0 0,0-1 0,-1 0 0,0-1 0,0 0 0,19-11 0,-24 12 0,0-1 0,0 0 0,0 0 0,-1 0 0,1-1 0,-1 0 0,0 1 0,0-1 0,-1-1 0,0 1 0,1 0 0,-2-1 0,1 0 0,-1 0 0,0 0 0,0 0 0,0 0 0,-1 0 0,0 0 0,0-9 0,0 9 0,0-1 0,-1 1 0,0 0 0,0 0 0,0 0 0,-1-1 0,0 1 0,-1 0 0,1 0 0,-1 0 0,0 0 0,0 1 0,-1-1 0,0 0 0,0 1 0,0 0 0,-1 0 0,1 0 0,-1 0 0,-1 0 0,1 1 0,-7-6 0,0 1 95,-1 0-1,0 1 1,0 1-1,0-1 1,-1 2-1,0 0 1,0 1-1,-17-5 1,-40-3-1829,-5 10-8311,46 3-1181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49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965 65 5475,'0'0'7456,"-21"-5"-5367,-5-2-1460,12 3-274,-1 1-1,1 0 0,-1 1 0,0 0 0,0 1 0,-22 1 0,18 2 162,0 1 0,0 1-1,1 0 1,0 1-1,-1 1 1,-28 14 0,-101 61 2168,140-76-2540,-52 35 398,1 2-1,2 3 1,-100 102-1,142-132-456,2 0 1,-1 1-1,2 0 0,0 1 0,1 1 0,1 0 1,1 0-1,0 1 0,2 0 0,0 1 1,1 0-1,1 0 0,0 0 0,2 0 0,-2 42 1,3-11 269,2 0 1,3 0-1,1 0 1,3 0-1,2-1 1,18 57 0,-9-52 57,3-1 0,2-1 0,39 67 0,-50-101-369,0 0 0,2-1 0,0-1 0,1 0 1,0-1-1,1 0 0,1-1 0,1-1 0,0-1 1,0-1-1,36 18 0,-21-17-44,1-1 0,0-2 0,1-1 0,0-2 0,65 5 0,184-8 0,-233-5 0,20-3 0,0-3 0,94-20 0,130-55 0,-240 62 0,0-3 0,-2-3 0,91-56 0,132-118 0,-258 186 0,32-23 0,-2-2 0,-2-2 0,75-84 0,-114 114 0,1 0 0,-2 0 0,1 0 0,-2 0 0,1-1 0,-1 0 0,-1-1 0,0 1 0,-1 0 0,-1-1 0,0 0 0,0 0 0,-1-18 0,-1 14 0,-2 1 0,0 0 0,-1 0 0,-1 0 0,0 0 0,-1 0 0,0 1 0,-2 0 0,0 0 0,-10-16 0,-8-7 0,-1 2 0,-1 1 0,-2 1 0,-51-45 0,-150-102 0,184 150 0,-1 2 0,-2 2 0,0 2 0,-2 3 0,-1 1 0,0 3 0,-2 2 0,0 3 0,0 2 0,-1 2 0,-91-2 0,107 9 0,1 1 0,-1 2 0,1 2 0,0 2 0,-59 14 0,69-11-198,-8 3 418,-68 30 0,96-37-401,0 0 0,0 0-1,1 0 1,0 1 0,0 1 0,0-1 0,0 1-1,1 0 1,0 0 0,0 1 0,1 0 0,0 0 0,0 0-1,-4 11 1,4 7-4355,4-9-2005,1-11 2190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4:51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1260 69 2945,'0'0'5320,"2"-1"-6043,13-8 12975,-9 6-10788,7-1-1381,-1-1 1,-1 0-1,1-1 1,-1 0-1,0-1 1,12-16 11494,-26 27-12743,-10 13 1257,0 0 1,-1-1-1,-1-1 0,0 0 0,-21 15 1,3-1-52,-95 68-41,85-67 0,-57 52 0,-81 114 0,126-130 0,-4-2 0,-82 69 0,-10 1 0,104-89 0,-45 58 0,-9 8 0,69-78 0,20-18 0,-2-1 0,0-1 0,-23 17 0,10-7 0,29-25 0,-1 0 0,0 0 0,0 1 0,1-1 0,-1 0 0,0 1 0,1 0 0,0-1 0,-1 1 0,1 0 0,3-2 0,-2 2 0,-1 1-323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9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168 237 768,'0'0'10968,"-7"1"-9317,1 0-1129,-29 6 5858,18 7-5563,10-9-735,0-1 0,0 0 0,-1 0 0,0-1 1,-15 5-1,-18 8-770,40-16 571,51-3 131,-1-1 168,65-16 1,3 1 11,375-37 333,86-12 1822,-331 19-619,-78 13 430,-151 33-1554,-1-1 0,0-1 1,26-10-1,-35 12-344,1 0 0,-1 0 1,1 1-1,0 0 0,-1 0 0,11 0 1,-18 1-34,-1-1-197,0 1-552,-11 1-2452,2 0 1978,-16 0-6303,-47 5-1,15 7-3795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0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32 2609,'0'0'7476,"3"-5"-5430,10-21 5448,-17 26-6753,0 0 1,0 1-1,0 0 0,0 0 0,0 0 1,0 0-1,-7 4 0,4-1-257,1-1-1,-1 1 1,1 0-1,-8 7 0,10-7-382,1-1 0,-1 1 0,0-1 0,1 1 0,0 0 0,0 0 0,0 1 0,0-1 0,1 1-1,0-1 1,0 1 0,0 0 0,0 0 0,1 0 0,-2 5 0,3-4-79,0 0 0,-1 0-1,2 0 1,-1 0 0,1 0 0,0 0 0,0 0 0,1 0-1,-1 0 1,1-1 0,1 1 0,2 5 0,-3-8-17,0 0 0,1 0 1,-1-1-1,1 0 0,0 1 0,-1-1 1,1 0-1,0 0 0,0 0 1,0-1-1,1 1 0,-1-1 1,0 0-1,0 1 0,1-1 0,-1-1 1,1 1-1,-1-1 0,1 1 1,-1-1-1,1 0 0,3 0 0,19 0 2,32-1 69,-54 1-68,0-1 0,-1 0-1,1 0 1,-1 0 0,1 0 0,-1 0 0,1-1-1,-1 1 1,0-1 0,0 0 0,0 0 0,6-5-1,-6 4-1,0 0 0,-1-1 0,1 1-1,-1 0 1,1-1 0,-1 1-1,0-1 1,0 0 0,-1 0-1,1 1 1,0-6 0,0-1 114,-1 0 1,0 0-1,-1-14 0,0 16 21,0 6-96,0 1-1,0 0 0,0 0 0,-1-1 0,1 1 0,0 0 1,-1 0-1,1 0 0,-1-1 0,1 1 0,-1 0 0,0 0 0,1 0 1,-1 0-1,0 0 0,0 0 0,0 0 0,0 1 0,0-1 0,0 0 1,-1 0-1,-2-2 32,0 1 1,0 0-1,0 1 1,0-1-1,0 1 1,-6-2 0,-5 1 53,0 0 1,-25 0 0,6 2-222,37 16-4489,8-6-364,2-3-3801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24 2897,'0'0'10301,"-5"4"-9658,-14 20 6792,20-24-7310,11 2 1902,18-1-2301,-28-1 875,14-1-439,-1-1 0,1 0 0,-1-2 1,0 0-1,26-10 0,32-7-63,-53 15-64,-20 6-168,-2 0-71,1 0 0,-1 0 0,0 0 1,1 1-1,-1-1 0,1 1 0,-1-1 0,0 1 1,1-1-1,-1 1 0,1 0 0,-3 1 0,-5 8-2555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4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6963,'0'0'14132,"0"4"-11443,-1 6-2128,0 1-1,0-1 1,-1 0-1,0 0 1,-1 1-1,0-2 1,-1 1-1,0 0 1,-6 10-1,6-10-367,0 0-1,1 0 0,0 0 0,1 0 0,0 1 1,1-1-1,-1 16 0,1-4-4723,1 0-5012,0-20 8222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1187 171 912,'0'0'5288,"11"-18"-2658,-5 7 3472,-6 6-6996,1-30-570,-1 30 2481,1 0 0,-1 0 0,1-1 1,1 1-1,-1 0 0,1 0 0,4-8 0,7-9-572,9-2 248,-17 18 1863,-18 17-965,-93 96 1758,-46 63-2505,11-11-190,69-81-354,-169 173 30,25-27-186,49-49 203,118-124-48,-49 67 0,95-115-671,9-9 1808,5-3-3036,3 5-7880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5074,'0'0'18185,"-18"11"-15581,-60 34-438,69-39-1716,0 0 0,0 0 1,1 0-1,0 1 0,0 0 0,-12 15 0,18-19-389,1-1-1,-1 1 0,0 0 0,1 0 1,-1-1-1,1 1 0,0 1 0,0-1 1,0 0-1,0 0 0,1 0 0,-1 0 0,1 1 1,0-1-1,0 0 0,0 0 0,0 0 1,1 1-1,-1-1 0,1 0 0,1 5 1,-1-6-59,0-1 0,0 1 0,0-1 0,0 1 0,0-1 1,1 0-1,-1 1 0,0-1 0,1 0 0,-1 0 1,1 0-1,-1 0 0,1 0 0,-1 0 0,4 0 1,31 12-146,-16-7 26,-10-2 96,0 0-1,0 1 0,0 0 0,0 0 0,-1 1 0,0 0 0,0 1 0,9 9 0,-15-13 27,-1 0-1,1 0 0,-1 0 0,0 0 0,0 0 0,0 0 0,-1 0 0,1 1 1,-1-1-1,1 1 0,-1-1 0,0 1 0,-1 0 0,1-1 0,-1 1 0,1 0 1,-1-1-1,0 1 0,-1 0 0,1 0 0,-1-1 0,1 1 0,-1 0 0,0-1 1,0 1-1,-1-1 0,1 1 0,-4 5 0,-2 2 82,0 0 0,-1-1 0,0 0 0,0 0 0,-19 15 0,-58 42-37,40-33-51,21-14 2,18-13 0,0-1 0,-1-1 0,1 1 0,-1-1 0,0-1 0,-1 1 0,1-1 0,-1 0 0,0-1 0,-14 5 0,19-8-16,3 0 3,0 0 0,0 0-1,-1 1 1,1-1 0,0 0-1,0 0 1,-1 0 0,1-1-1,0 1 1,0 0 0,0 0-1,-1 0 1,1 0 0,0 0-1,0 0 1,0 0-1,-1 0 1,1 0 0,0 0-1,0-1 1,0 1 0,-1 0-1,1 0 1,0 0 0,0 0-1,0-1 1,0 1 0,0 0-1,-1 0 1,1 0 0,0 0-1,0-1 1,0 1 0,0 0-1,0 0 1,0-1 0,0 1-1,0 0 1,0 0 0,0 0-1,0-1 1,0 1 0,0 0-1,0 0 1,0-1-1,0 1 1,0 0 0,0 0-1,0 0 1,0-1 0,0 1-1,0 0 1,0 0 0,1-1-1,-1 1 1,0 0 0,0 0-1,3-102-8287,4 32-1932,2 10-1305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9476,'0'0'15848,"119"-14"-14968,-88 14-352,-2 0-352,1 6-96,-1 0-48,-4 0-32,4-6-256,-2 7-672,-1-5-737,-3-2-1440,-5 0-2754,-3 0-3857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1153 162 6915,'-25'-2'1982,"5"0"-1565,-105-5 2478,106 7-2284,-1 1-1,0 0 0,0 2 1,0 0-1,-24 9 0,9 1 97,2 2 0,0 1 0,1 2-1,-33 24 1,-111 99 1405,125-93-1448,2 2 1,2 2 0,3 2 0,-59 92-1,78-104-418,2 2-1,1 0 1,2 1-1,3 1 1,1 1-1,3 0 1,-11 65-1,16-22 173,5 176-1,4-243-337,1 0 1,1-1-1,1 1 0,1-1 0,1 0 0,1 0 0,1-1 0,0 0 1,2 0-1,1-1 0,13 19 0,-15-25-31,1-1 1,1 0-1,0-1 1,1 0-1,0 0 1,1-2-1,0 0 1,1 0-1,0-1 0,1-1 1,-1 0-1,2-1 1,-1 0-1,1-2 1,29 8-1,-8-7-16,0-2-1,0-1 1,0-2 0,0-2 0,1-1-1,-1-2 1,-1-2 0,1-1-1,-1-1 1,0-2 0,48-21-1,8-10 341,-3-5 0,-1-3 0,-3-3 0,-1-5-1,-4-3 1,-2-3 0,86-91 0,-117 105-374,-3-2 0,75-110 0,-101 132-6,-2 0-1,-1-1 0,-1-1 1,-1 0-1,-2 0 0,-2-2 1,12-65-1,-17 66 13,-1-1 1,-1 0-1,-2 1 0,-2-1 1,0 0-1,-2 1 0,-2-1 1,-1 1-1,-1 0 0,-2 1 1,-22-48-1,13 41-5,-3 0 0,0 2 0,-2 1 0,-2 1 0,-1 1 0,-2 1 0,-1 2 0,-34-27 0,50 48 0,1 0 0,-1 1 0,0 0 0,-1 1 0,0 1 0,0 1 0,0 0 0,-1 0 0,0 2 0,0 0 0,0 1 0,0 0 0,0 2 0,-17 0 0,30 0 17,0 1 0,0-1 1,0 0-1,0 1 0,0 0 0,0 0 1,0 0-1,0 0 0,0 0 0,0 0 1,0 1-1,1 0 0,-1-1 0,0 1 0,1 0 1,0 0-1,-1 0 0,1 1 0,0-1 1,0 0-1,0 1 0,-2 4 0,1-3-141,1 1-1,0-1 0,1 1 0,-1-1 1,1 1-1,-1 5 0,1-5-687,0 0-1,1 1 1,0-1-1,0 0 1,1 9-1,0-14 531,0 1-1,-1 0 0,1-1 0,-1 1 1,1-1-1,0 1 0,-1-1 1,1 1-1,0-1 0,0 0 1,-1 1-1,1-1 0,0 0 1,0 0-1,0 1 0,-1-1 1,1 0-1,0 0 0,0 0 1,0 0-1,0 0 0,-1 0 1,1 0-1,1-1 0,2 1-1270,20 1-7301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2961,'0'0'8591,"27"0"-2372,123 2 2010,173-5-5440,-268-2-2706,1-2-1,55-15 1,109-38 409,-26 7 1308,-157 41-1221,-29 9-436,0 0 0,0 1 0,0 0 1,0 0-1,17-1 0,-25 3-154,0 0 0,1 0 0,-1 0 0,0 0 0,0 0 0,1 0 0,-1 1 0,0-1 0,0 0 0,1 0-1,-1 0 1,0 1 0,0-1 0,1 0 0,-1 0 0,0 0 0,0 1 0,0-1 0,0 0 0,0 1 0,1-1 0,-1 0 0,0 0 0,0 1 0,0-1 0,0 0 0,0 1 0,0-1 0,0 0 0,0 0 0,0 1 0,0-1-1,0 0 1,0 1 0,0-1 0,0 0 0,0 0 0,-1 1 0,2 3-2293,6-11-964,12-16-4917,10-11-6376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5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2369,'0'0'10432,"2"-4"-8792,1 0-1122,-1 1-1,1-1 0,-1 1 0,1-1 1,0 1-1,1 0 0,-1 0 1,0 0-1,7-3 0,14-10 3064,-18 13-3487,0 0 0,0 1 0,0-1 0,0 1 0,0 0 0,1 1 0,-1-1-1,7 1 1,304-31 489,-159 19-502,225-47 0,-64-23 1138,-292 78-753,1 1 0,-1 1 0,0 1 0,48 4 1,-17-1 430,-41 7-13081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34 1409,'0'0'3249,"-7"-4"-2083,-18-13 147,15 8 7648,9 8-8814,1 1 0,0 0 1,-1-1-1,1 1 1,-1 0-1,1 0 1,0-1-1,-1 1 1,1 0-1,-1 0 1,1 0-1,-1 0 0,1-1 1,-1 1-1,1 0 1,0 0-1,-1 0 1,1 0-1,-1 0 1,1 0-1,-1 0 0,1 0 1,-1 0-1,0 1 1,0-1-139,1 0 40,-1 0 0,0 0 0,1 0 0,-1 0 0,0 0 0,1 0 0,-1 0 0,1 0-1,-1 0 1,0 1 0,1-1 0,-1 0 0,1 0 0,-1 1 0,0-1 0,1 0 0,-1 1 0,1-1 0,-1 1 0,1-1 0,-1 1 0,1-1-1,0 1 1,-1-1 0,1 1 0,0-1 0,-1 1 0,1-1 0,0 1 0,-1-1 0,1 1 0,0 0 0,0-1 0,0 1 0,0 0 0,0-1 0,0 1-1,0 0 1,0-1 0,0 1 0,0 0 0,0-1 0,0 1 0,0-1 0,0 1 0,0 0 0,1-1 0,-1 2 0,1 8 720,1-2-381,0 1-1,0-1 1,1 1 0,0-1-1,1 0 1,0 0 0,0-1 0,1 1-1,9 10 1,-2 1-143,32 44 1052,52 58-1,-47-63-242,45 72 0,3 48-61,-11-18-1002,-37-82 9,-21-36 0,28 58 0,1 18 0,-54-111 0,1 0 0,0 1 0,0-1 0,7 7 0,10 19 0,-21-33 0,0 1 0,1-1 0,-1 1 0,0-1 0,0 0 0,1 1 0,-1-1 0,0 0 0,1 1 0,-1-1 0,0 0 0,1 0 0,-1 1 0,1-1 0,-1 0 0,0 0 0,1 0 0,-1 1 0,1-1 0,-1 0 0,1 0 0,-1 0 0,1 0 0,-1 0 0,0 0 0,1 0 0,-1 0 0,1 0 0,-1 0 0,1 0 0,-1 0 0,1 0 0,-1-1 0,1 1 0,0 0 0,-1 0 0,0-1 0,1 1 0,-1 0 0,0 0 0,1 0 0,-1 0 0,0 0 0,1 0 0,-1 0 0,0 0 0,1 0 0,-1 0 0,0 0 0,1 0 0,-1 0 0,0 0 0,1 0 0,-1 0 0,0 0 0,1 0 0,-1 0 0,0 0 0,1 1 0,-1-1 0,0 0 0,0 0 0,1 0 0,-1 1 0,0-1 0,0 0 0,1 0 0,-1 1 0,0-1 0,0 0 0,1 0 0,-1 1 0,0-1 0,0 0 0,0 1 0,0-1 0,0 0 0,0 1 0,1-1 0,-1 0 0,0 1 0,0-1 0,0 0 0,0 1 0,0-1 0,0 0 0,0 1 0,0-1 0,-1 0 0,1 1 0,0-1 0,0 0 0,0 1 0,0 0 0,-4 23-740,-12-5-4806,-2-6-2447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1223 148 4610,'0'0'7121,"-22"-2"-4739,3 1-1966,-33-3 1160,-66 3-1,91 6-1075,0 0 0,1 2-1,0 1 1,0 1 0,-42 22 0,46-21-241,-36 18 961,1 3 1,-83 60-1,-91 93 1489,194-151-2180,1 1-1,-60 76 1,79-88-334,2 1 0,1 1 1,1 0-1,0 1 1,2 0-1,-14 49 1,15-23 293,2 1 1,2 0-1,3 103 1,3-152-477,1 25 24,2 0-1,1 0 0,1 0 1,1-1-1,1 0 0,2 0 0,0 0 1,2-1-1,1-1 0,1 0 0,1 0 1,2-2-1,0 1 0,1-2 1,38 38-1,-25-31-40,2-1-1,0-2 1,2-1 0,1-1 0,1-2-1,1-2 1,0-1 0,2-2 0,0-2-1,46 12 1,-49-20 4,1-2 0,0-1 0,-1-3 0,59-3 0,-60 1 0,-6-1 0,1-2 0,0-1 0,-1-1 0,0-1 0,42-17 0,135-70 0,-151 64 0,-2-2 0,-1-2 0,-2-3 0,-2-2 0,-1-2 0,-2-2 0,-2-2 0,-2-1 0,-2-3 0,54-87 0,-77 109 0,-2 0 0,-2-1 0,0-1 0,-2 0 0,-1 0 0,-1-1 0,-2 0 0,-1-1 0,2-45 0,-6 38 0,-2-1 0,-2 1 0,-2 0 0,-1 0 0,-2 1 0,-1-1 0,-17-42 0,4 25 0,-1 1 0,-3 2 0,-37-57 0,44 82 0,0 0 0,-2 2 0,-1 0 0,-1 1 0,0 2 0,-2 0 0,-32-20 0,32 24 0,0 2 0,-2 2 0,0 0 0,0 1 0,-2 2 0,1 1 0,-1 1 0,-1 1 0,1 2 0,-1 1 0,-50-2 0,12 7 0,-160 7 0,220-6 0,1 1 1,0-1-1,0 2 1,0-1-1,1 1 1,-1 0-1,1 1 0,-1-1 1,1 1-1,0 1 1,0-1-1,1 1 1,0 0-1,-1 0 0,1 0 1,1 1-1,-1 0 1,-5 10-1,2-2-529,0 0-1,-11 27 1,-2 28-4337,12-19-819,3-4-3138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0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105 164 800,'0'0'7572,"-11"1"-6777,-33 6 83,42-7-639,1 0 1,-1 0-1,1 0 0,-1 1 1,1-1-1,-1 0 1,1 1-1,0-1 1,-1 1-1,1 0 1,0-1-1,-1 1 1,1 0-1,-2 2 1,-3 1 4355,-15 21-1383,21-24-3169,0-1-1,0 0 1,0 1-1,0-1 0,1 0 1,-1 1-1,0-1 1,0 0-1,0 1 0,0-1 1,0 0-1,0 1 1,0-1-1,1 0 0,-1 0 1,0 1-1,0-1 1,0 0-1,1 1 0,-1-1 1,0 0-1,0 0 1,1 0-1,-1 1 0,0-1 1,1 0-1,-1 0 1,0 0-1,1 0 0,-1 0 1,0 1-1,1-1 1,-1 0-1,0 0 0,1 0 1,-1 0-1,0 0 1,1 0-1,-1 0 0,0 0 1,1 0-1,-1 0 0,24 0 224,-17-1 47,37-1 97,-1-3 0,66-14 0,12-2-304,222-1 178,63-9 1372,-272 5-1516,57-8 165,-163 32 305,43 3-1,19-1 470,-80-1-980,-1-1-1,1 0 1,0 0 0,-1 0-1,0-1 1,0-1-1,12-5 1,-10 4 79,0 0 1,1 0-1,-1 1 1,1 1-1,0 0 1,0 1-1,1 0 1,14 0-1,-27 2-122,1 0 3,2 0 10,-3 0-71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11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59 672,'0'0'11347,"3"-10"-8853,11-29-146,-11 29 4439,-3 13-5648,0 155 4226,0 3-6165,16-156-11790,9-18 7516,1-8-1780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1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98 5026,'0'0'12401,"-7"8"-8168,-25 35-1306,25-32-2713,0 1 0,1-1-1,0 1 1,1 1-1,1-1 1,0 1 0,0 0-1,1 0 1,1 0 0,0 0-1,1 0 1,1 26 0,0-37-213,0 1 0,1 0-1,-1-1 1,1 1 0,0 0 0,0-1 0,-1 1 0,2-1 0,-1 1 0,0-1 0,0 0 0,1 1 0,-1-1 0,1 0 0,0 0 0,0 0 0,0 0 0,0 0 0,0 0 0,0-1 0,0 1 0,0-1 0,1 1 0,-1-1 0,1 0 0,-1 0 0,1 0 0,-1 0 0,1-1 0,0 1 0,-1 0 0,5-1 0,9 2 4,0-1 0,1 0-1,-1-1 1,20-3 0,-26 2-6,1-2 0,-1 1 1,0-1-1,-1 0 1,1-1-1,0-1 1,-1 1-1,0-1 0,0-1 1,0 0-1,-1 0 1,0 0-1,0-1 1,-1-1-1,0 1 1,0-1-1,10-15 0,-11 14 30,1-1-1,-2 0 0,1 0 1,-2 0-1,1-1 0,-1 1 1,-1-1-1,0 0 0,0-1 1,-1 1-1,-1 0 0,0-1 0,0 1 1,-1-1-1,-3-21 0,1 29 66,1 0-1,-1 0 0,1 0 0,-1 0 1,0 0-1,-1 1 0,1-1 1,-1 1-1,0 0 0,1 0 0,-1 0 1,-1 0-1,1 0 0,0 0 0,-1 1 1,1 0-1,-8-4 0,1 1 104,-1 0-1,1 0 0,-1 2 1,0-1-1,-17-2 1,14 3-58,-1 1 0,0 1 0,1 0 0,-1 1 1,-23 3-1,37-2-149,-1-1 0,1 1 1,-1 0-1,1-1 0,0 1 0,0 0 0,-1 0 1,1 0-1,0 0 0,0 0 0,0 1 1,0-1-1,0 0 0,0 0 0,0 1 1,1-1-1,-1 0 0,0 1 0,1-1 1,-1 1-1,1-1 0,-1 1 0,1-1 1,0 1-1,0-1 0,-1 1 0,1 0 1,0-1-1,1 1 0,-1-1 0,0 1 0,0-1 1,1 1-1,0 1 0,-1 2-412,1 0 0,0 0 0,1 0 0,-1 0 0,1 0 0,0-1 0,1 1 0,-1-1 0,4 6 0,24 25-8748,-21-22 310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13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53 912,'0'0'5560,"1"-5"-2946,-2-11 10035,-3 16-12495,0 0-1,0 1 0,1-1 1,-1 1-1,0-1 0,1 1 1,-1 1-1,1-1 0,-1 0 1,1 1-1,-1 0 1,1-1-1,0 2 0,0-1 1,0 0-1,0 0 0,0 1 1,1 0-1,-1-1 0,1 1 1,0 0-1,-1 0 0,1 0 1,0 1-1,1-1 0,-3 5 1,2-2-64,0 0 0,0 0 1,1 0-1,0-1 0,-1 8 0,1-10-74,1 0-1,0 0 0,0-1 0,0 1 1,0 0-1,0 0 0,0-1 0,1 1 1,-1 0-1,1-1 0,0 1 0,0 0 1,2 3-1,-1-5-2,0 0-1,0 0 1,0 0 0,0 0 0,0 0 0,0 0-1,1-1 1,-1 1 0,0-1 0,1 1-1,-1-1 1,0 0 0,1 0 0,-1 0 0,3 0-1,36-6 5,-33 4-12,0-1 1,0 0-1,-1 0 0,1-1 0,-1 0 0,0 0 0,7-6 1,-12 8 12,1-1 0,-1 1 1,1-1-1,-1 1 0,0-1 1,0 0-1,0 0 0,0 0 1,-1 0-1,1 0 0,-1-1 1,0 1-1,0 0 0,0-1 1,0 1-1,-1-1 0,1 1 0,-1-7 1,1 7 45,-1 0 0,0 1 0,0-1 0,0 0 0,0 0 0,-1 0 0,1 0 0,-1 1-1,0-1 1,1 0 0,-1 1 0,0-1 0,-1 0 0,1 1 0,0-1 0,-1 1 0,1 0 0,-1-1 0,0 1 0,0 0 0,0 0 0,0 0 0,0 0 0,0 1 0,-1-1 0,1 1 0,-1-1 0,1 1 0,-1 0 0,1 0 0,-1 0 0,0 0 0,1 0-1,-1 0 1,0 1 0,0-1 0,1 1 0,-6 0 0,-6-1 123,7 0-140,0 0 1,0 1-1,0 0 0,0 0 1,0 1-1,0 0 1,-8 2-1,12-1-76,14 0-7498,5-2 724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66 656,'0'0'6771,"0"-6"-5962,0-4-1457,1 7 1353,-1 0 1,0 0-1,0-1 1,0 1-1,-1 0 1,1 0-1,-1 0 1,-1-5-1,1 7-514,0 0 0,1 0 0,-1 0 0,0 0 0,0 0 0,0 0 0,0 0-1,0 0 1,0 0 0,0 0 0,0 0 0,-1 1 0,1-1 0,0 1 0,0-1 0,-1 1-1,1-1 1,0 1 0,-1-1 0,1 1 0,0 0 0,-1 0 0,1 0 0,-1 0 0,1 0 0,-2 0-1,1 0-110,-1 0 0,1 0-1,0 0 1,-1 0-1,1 1 1,0-1 0,0 1-1,-1-1 1,1 1-1,0 0 1,0 0 0,0 0-1,0 0 1,-2 1-1,1 1-23,1-1 0,0 1 0,0 0 0,0 0 0,0 0 0,0 0 0,1 0-1,-1 0 1,-1 4 0,-1 2 46,1 1-1,-1-1 1,2 1 0,-1-1-1,1 1 1,1 0 0,-1-1-1,2 1 1,-1 0-1,3 19 1,-1-26-65,0-1 0,0 0 0,0 0 1,0 0-1,1 0 0,-1 0 0,1 0 0,-1-1 0,1 1 1,-1 0-1,1-1 0,0 1 0,0-1 0,3 2 0,35 19 484,-28-16-324,1 1-37,0 0-1,0-1 0,1-1 0,20 6 0,-31-11-149,1 1 0,-1 0 0,1-1 0,-1 0 0,1 0 0,-1 0 0,1 0 0,-1 0 0,1-1 0,-1 1 0,1-1 0,-1 0 0,0 0 0,1-1 0,-1 1 0,0-1 0,0 1 0,0-1 0,0 0 0,0 0 0,0 0 0,-1-1 0,1 1 0,2-3 0,2-5 104,0-1 0,0 1 1,-1-1-1,0 0 0,-1-1 0,0 1 0,-1-1 1,0 0-1,-1 0 0,0 0 0,-1-1 0,-1 1 1,0-1-1,-1-20 0,0 31-92,0 1 0,0-1 0,-1 1 0,1-1-1,0 1 1,-1 0 0,0-1 0,1 1 0,-1 0 0,0-1 0,1 1 0,-1 0 0,0 0 0,0 0 0,0 0-1,0 0 1,0 0 0,-1 0 0,1 0 0,0 0 0,0 0 0,-1 0 0,1 1 0,0-1 0,-1 1 0,1-1 0,0 1-1,-1-1 1,1 1 0,-1 0 0,1 0 0,-1 0 0,-1 0 0,-9-1 21,0 0-1,0 1 1,-14 2 0,16-1-36,4 0 7,0 0 0,-1 0 0,1 0 1,0 1-1,0 0 0,0 0 0,0 0 0,1 1 0,-1 0 1,1 0-1,-1 1 0,-7 6 0,12-10-17,1 0 0,0 1-1,0-1 1,-1 0 0,1 0 0,0 0 0,-1 1-1,1-1 1,0 0 0,0 1 0,-1-1-1,1 0 1,0 0 0,0 1 0,-1-1 0,1 0-1,0 1 1,0-1 0,0 0 0,0 1 0,0-1-1,0 1 1,0-1 0,0 0 0,0 1-1,0-1 1,0 0 0,0 1 0,0-1 0,0 1-1,0-1 1,0 0 0,0 1 0,0-1-1,0 0 1,0 1 0,0-1 0,1 0 0,-1 1-1,0-1 1,0 0 0,1 1 0,-1-1 0,0 0-1,0 0 1,1 1 0,-1-1 0,0 0-1,0 0 1,1 1 0,-1-1 0,0 0 0,1 0-1,-1 0 1,0 0 0,1 0 0,-1 0 0,1 1-1,-1-1 1,0 0 0,1 0 0,-1 0-1,0 0 1,1 0 0,-1 0 0,1 0 0,-1-1-1,33 2-793,-28-1 452,4 0-166,-4 0-293,0 0 0,0 0 0,0 0 1,0 0-1,0-1 0,0 0 0,0 0 1,0 0-1,0-1 0,0 0 1,5-2-1,18-16-7211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4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25 2913,'0'0'9674,"0"-3"-8100,1 2-1464,-1 0-1,0 0 0,0 1 1,0-1-1,-1 0 1,1 0-1,0 0 1,0 1-1,0-1 0,0 0 1,-1 1-1,1-1 1,0 0-1,-1 0 0,1 1 1,-1-1-1,1 0 1,-1 1-1,1-1 1,-1 1-1,1-1 0,-1 1 1,1-1-1,-1 1 1,0-1-1,1 1 0,-1 0 1,0-1-1,1 1 1,-2-1-1,-29-1 3492,20 2-3297,3 0 10,0 0 0,1 1 0,-1 0 0,0 0 0,1 1 0,-1 0 0,1 0 0,0 0 0,0 1 0,-14 8 0,17-9-274,1 1 0,0-1-1,0 1 1,0 0 0,0 0-1,0 0 1,0 1 0,1-1-1,0 0 1,-1 1 0,1 0-1,1 0 1,-1-1 0,0 1-1,1 0 1,0 0 0,0 1-1,0-1 1,1 0 0,-1 0-1,1 8 1,1-5-44,-1 0 1,2-1-1,-1 1 0,1-1 0,0 1 1,0-1-1,0 0 0,1 0 1,0 0-1,1 0 0,-1 0 0,1-1 1,7 9-1,9 8-7,41 34 1,-41-38 22,17 12 21,-24-20-116,0 1 0,0 0 0,12 15 0,-21-21 67,-1-1 0,0 0 0,0 1 0,0 0 0,-1 0 0,0-1 0,0 2 0,0-1 0,-1 0 0,1 0 0,-1 0 0,0 1 0,-1-1 0,1 7 0,-1-11 20,0 1 0,-1-1 0,1 1 0,0-1-1,-1 1 1,1-1 0,-1 0 0,1 1 0,-1-1 0,0 0 0,1 1 0,-1-1 0,0 0 0,0 0 0,0 0 0,0 1-1,0-1 1,0 0 0,0 0 0,0 0 0,-1-1 0,1 1 0,0 0 0,-3 1 0,-36 10 78,30-10-81,-14 3 21,-1-2-1,0-1 0,0 0 1,-39-4-1,63 2-19,0 0 0,0 0-1,1-1 1,-1 1 0,0 0 0,0 0 0,0 0-1,1-1 1,-1 1 0,0 0 0,1-1 0,-1 1-1,0-1 1,0 1 0,1-1 0,-1 1 0,1-1-1,-1 1 1,0-1 0,1 0 0,-1 1-1,1-1 1,0 0 0,-1 0 0,1 1 0,-1-1-1,1-1 1,-1-1 3,1 0 0,-1 1-1,1-1 1,0 0 0,0 0-1,0 0 1,0 1 0,1-6-1,1 1 8,-1 0-1,1 1 0,0-1 0,1 1 0,0-1 1,5-9-1,93-102 387,-73 90 207,-2-2 0,-1-1-1,40-65 1,-52 68-289,-10 21-134,-1 0 1,2 0-1,-1 1 1,1-1-1,0 1 1,0 0-1,0 0 1,11-10-1,-15 16-144,0 0 0,0-1 0,0 1-1,0 0 1,0 0 0,0 0 0,1 0-1,-1-1 1,0 1 0,0 0 0,0 0 0,0 0-1,0 0 1,0-1 0,0 1 0,0 0-1,-1 0 1,1 0 0,0 0 0,0 0 0,0-1-1,0 1 1,0 0 0,0 0 0,0 0-1,0 0 1,0 0 0,0-1 0,0 1 0,-1 0-1,1 0 1,0 0 0,0 0 0,0 0-1,0 0 1,0 0 0,-1 0 0,1 0 0,0-1-1,0 1 1,0 0 0,0 0 0,0 0 0,-1 0-1,1 0 1,0 0 0,0 0 0,0 0-1,0 0 1,-1 0 0,1 0 0,0 0 0,0 0-1,0 0 1,0 0 0,0 1 0,-1-1-1,1 0 1,0 0 0,0 0 0,0 0 0,0 0-1,-1 0 1,-3-1-3169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7:4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1367 1 608,'0'0'10683,"-3"0"-8971,-4 2-976,0 0 0,1 0 0,-1 1 0,1 0 0,-1 0 0,1 1 0,0 0 0,-11 9 0,-14 7 628,6-8-788,-1-1 0,0-1 1,-1-1-1,-40 7 0,27-6-442,-90 22 1380,-245 99 0,341-115-1402,1 2 0,0 2 1,2 1-1,0 1 1,1 1-1,1 2 0,2 1 1,-34 41-1,33-32-28,1 3 0,1 0-1,3 1 1,1 1 0,2 2 0,-23 66 0,31-74 81,3-1 1,0 1-1,3 0 0,0 1 1,0 57-1,5-80-70,1 0-1,0 1 1,1-1-1,0 0 1,1 0-1,1 0 1,0 0-1,1 0 1,0-1-1,0 1 1,13 20-1,-1-7 61,1-1-1,1-1 1,1-1-1,0-1 1,2 0-1,1-2 1,1 0-1,0-2 1,1 0-1,1-2 1,0 0-1,51 19 1,4-2-155,352 122 0,-379-143 0,1-2 0,1-2 0,0-3 0,81-3 0,-121-2 0,0-1 0,0-1 0,-1 0 0,1-1 0,-1 0 0,18-8 0,82-44 0,-89 43 0,43-25 0,-1-3 0,-2-2 0,104-93 0,-152 119 0,0 0 0,-2-2 0,0 0 0,-1-1 0,-2 0 0,1-1 0,-2 0 0,-1-1 0,-1 0 0,-1-1 0,11-47 0,-8 6 0,-2-1 0,-3 0 0,-3-77 0,-5 115 0,-2 1 0,0-1 0,-2 1 0,-1-1 0,-18-43 0,0-2 0,16 42 0,-2 1 0,0 1 0,-28-48 0,30 62 0,0 0 0,-2 0 0,1 2 0,-2-1 0,0 1 0,0 1 0,-1 0 0,-21-14 0,-269-140 0,281 154 0,6 4 0,-1 0 0,0 2 0,0 0 0,0 0 0,-1 2 0,-32-3 0,-110 6 0,124 1 0,26 0 0,-1 1 0,1 0 0,0 0 0,0 1 0,-1 0 0,2 1 0,-1 0 0,0 0 0,1 1 0,0 1 0,0-1 0,-8 8 0,14-10-143,0 0 0,0 0 1,1 1-1,0-1 0,-1 0 0,1 1 1,0 0-1,1-1 0,-1 1 0,1 0 1,-2 5-1,-6 29-5986,2-12-3704,3-9-2650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8:1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0 320,'0'0'9805,"3"34"-4691,-2-34-5046,-1-1 0,1 1 1,-1 0-1,1 0 0,-1 0 0,0-1 0,1 1 1,-1 0-1,1 0 0,-1-1 0,0 1 1,1 0-1,-1-1 0,0 1 0,1 0 0,-1-1 1,0 1-1,0 0 0,1-1 0,-1 1 0,0-1 1,0 1-1,0-1 0,1 1 0,-1 0 1,0-1-1,0 1 0,0-1 0,0 1 0,0-1 1,0 1-1,0-1 0,0 1 0,0-1 0,0 1 1,0-1-1,-1 1 0,1 0 0,0-1 1,0 1-1,-1-1 0,1-6 3064,-1 7-3061,-1 0-1,1 0 0,-1 0 1,1 0-1,0 1 0,-1-1 1,1 1-1,-1-1 0,1 1 0,0 0 1,0-1-1,-1 1 0,1 0 1,0 0-1,0 0 0,0-1 1,0 1-1,0 1 0,0-1 0,0 0 1,0 0-1,0 1 0,-1 3-26,-1-1 0,2 0-1,-1 0 1,0 1-1,1-1 1,0 1 0,-1 4-1,1 6 11,-1-1 0,2 1 1,2 24-1,1-28 12,0 0 1,0 0 0,2-1 0,-1 1-1,1-1 1,1 0 0,0 0-1,0-1 1,1 1 0,0-2-1,14 15 1,-18-21-42,-1 0 0,0-1 0,1 1 1,-1 0-1,1-1 0,0 0 0,-1 0 0,1 1 0,0-1 0,0-1 0,0 1 1,0 0-1,0-1 0,-1 0 0,1 1 0,0-1 0,0 0 0,0-1 1,0 1-1,0 0 0,0-1 0,0 0 0,4-1 0,-2 0-8,0 0 1,1 0-1,-1 0 0,0-1 1,0 0-1,-1 0 0,1 0 1,0-1-1,-1 1 0,0-1 1,4-5-1,-3 3 31,0 1 0,-1-1 0,0 0 0,0 0 0,-1-1 0,1 1 0,-1-1 0,-1 0 0,1 0 0,-1 0 0,-1 0 0,1 0 0,-1 0 0,0 0 0,-1 0 0,1-1 0,-2 1 1,1 0-1,-3-13 0,2 19-39,0-1 0,0 0 0,0 1 0,0 0 0,0-1 0,-1 1 0,1 0 0,-1-1 0,1 1 1,-1 0-1,1 0 0,-1 0 0,1 0 0,-1 0 0,0 1 0,0-1 0,0 0 0,1 1 0,-1 0 1,0-1-1,-2 1 0,-44-6 92,22 5 19,17 2-42,1-1 0,-1-1-1,0 0 1,0 0 0,0 0-1,1-1 1,-1-1-1,-8-3 1,15 6-1324,-7 0 5129,6 0-6437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5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14 5426,'0'0'13113,"3"-4"-11752,4-6-696,-3 12-28,-3 23 559,-1-9-717,1 16 380,-2 1 0,-1-1 0,-1 1 0,-11 42 0,13-71-826,-16 57-28,-2 0 0,-34 73 0,50-126-669,-2-1 0,1 1 0,-1-1-1,0 0 1,-1 0 0,-6 6-1,9-10-314,-1 0-1,0 0 0,1 0 1,-1-1-1,-1 1 0,1-1 0,0 0 1,0 0-1,-1-1 0,1 1 0,-1-1 1,-7 1-1,-20 1-6229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1 883 816,'20'-12'4848,"270"-137"5839,338-80-2490,-151 61-7291,-355 124-848,-50 19-233,-2-3 0,90-49 0,-148 71 120,-1-2 0,1 0 0,19-19-1,-28 24 40,0 0-1,0 0 0,0-1 0,0 1 0,-1-1 0,0 0 0,0 1 1,0-1-1,0 0 0,0-1 0,-1 1 0,0 0 0,0 0 0,0-1 0,1-8 1,-3 12 5,1 0 0,0-1 0,0 1 0,-1 0 0,1-1 0,-1 1 1,1 0-1,-1 0 0,1 0 0,-1-1 0,0 1 0,0 0 0,1 0 1,-1 0-1,0 0 0,0 0 0,0 0 0,0 0 0,0 1 0,0-1 1,0 0-1,-1 0 0,1 1 0,0-1 0,0 1 0,-1-1 1,1 1-1,0 0 0,0-1 0,-1 1 0,-1 0 0,-49-3-103,42 3 93,-3 0 1,0 2 1,0 0-1,0 0 1,0 1 0,1 0-1,-1 2 1,1-1-1,-18 10 1,-3 4 73,-52 39 0,58-37 135,1 2-1,2 1 1,0 1 0,1 0-1,2 2 1,0 1 0,2 0-1,1 2 1,1 0 0,-15 37-1,15-24 146,2 0 0,2 1 0,2 0 0,2 1 0,1 0-1,3 0 1,0 51 0,4 123 136,1-217-500,8-23-869,1 0 271,2 0 0,0 1 0,1 1 0,1 0 0,2 0 0,22-24 0,-18 31 238,-19 13 380,1 0 0,-1 0 0,0 0 0,1 0 0,-1 0 0,1 0 0,-1 0 0,0 0 0,1 0 0,-1 0 0,1 0 0,-1 0 0,1 0 0,-1 0 1,0 0-1,1 1 0,-1-1 0,1 0 0,-1 0 0,0 0 0,1 1 0,-1-1 0,0 0 0,1 0 0,-1 1 0,1-1 0,0 3-8,0 0 0,1 0 0,-1 0 0,0 0-1,-1 0 1,1 0 0,0 0 0,-1 6 0,2 2 69,2 28 297,-3-21-156,1-1 0,6 24-1,-7-38-221,0 1 0,0 0-1,0-1 1,1 1 0,0-1-1,-1 1 1,1-1 0,0 0-1,1 1 1,-1-1 0,1-1-1,-1 1 1,1 0 0,0 0-1,0-1 1,3 3 0,-3-4-631,0 0 0,1 1 0,-1-1 1,0-1-1,0 1 0,1 0 0,-1-1 0,1 0 1,-1 1-1,0-1 0,6-1 0,4 1-3481,15 0-4940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7139,'0'0'9204,"18"5"-7758,5 2-988,9 2 495,59 11 0,-85-19-889,4 0 24,0 0 1,0-1-1,0 0 1,12-1 0,-21 1-82,1 0 1,-1 0 0,1-1 0,-1 1 0,1 0 0,0-1 0,-1 1-1,1-1 1,-1 0 0,0 1 0,1-1 0,-1 0 0,0 0 0,1 0-1,-1 0 1,0 0 0,0 0 0,0 0 0,0-1 0,0 1 0,0 0-1,0-1 1,0 1 0,0 0 0,-1-1 0,1 1 0,-1-1 0,1 1-1,-1-1 1,1 0 0,-1 1 0,0-3 0,1 0 49,-1-1 0,0 0 1,0 1-1,0-1 0,-1 0 1,1 0-1,-1 1 0,0-1 0,-1 1 1,1-1-1,-1 1 0,-3-8 1,3 10 110,-1-1-1,1 1 1,0-1 0,-1 1 0,1 0 0,-1 0 0,0 0 0,1 1 0,-1-1 0,0 0 0,0 1 0,0 0 0,0 0 0,-1 0-1,1 0 1,0 0 0,0 1 0,-1-1 0,-3 1 0,5 0-80,-2-1 171,0 0 0,-1 1 0,1 0 0,0 0 0,0 0 0,-1 0 0,1 1 0,-5 1 0,8-2-227,0 1 0,0 0 1,0 0-1,0 0 0,0 0 1,0 0-1,0 0 1,0 0-1,0 0 0,0 0 1,1 0-1,-1 1 0,0-1 1,1 0-1,-1 0 0,1 1 1,-1-1-1,1 0 0,0 1 1,-1-1-1,1 1 0,0-1 1,0 0-1,0 1 0,0-1 1,0 1-1,1 0 0,-1 3-69,0-1 0,0 0 0,1 1 0,0-1-1,0 0 1,0 0 0,0 0 0,1 0 0,-1 0 0,1 0-1,0 0 1,0 0 0,1-1 0,4 7 0,-2-5-180,0 0 0,1 0 0,-1-1 0,1 0 0,0 0-1,0 0 1,0-1 0,10 4 0,5 1-1647,0-2 0,1 0 0,0-2-1,42 4 1,39-4-10920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8756,'0'0'10341,"-54"107"-5779,35-43-640,-6 10-2290,2 1-415,6-2-177,-1-6-495,7-11-529,-1-6 16,3-8-32,3-10-320,2-7-737,0-11-640,4-7-1344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9716,'0'0'3375,"25"-9"323,82-26-593,-102 34-2928,1-1 1,0 1-1,0 0 0,0 0 0,-1 0 0,1 1 0,0 0 0,0 0 0,0 0 0,0 1 0,0 0 0,0 0 0,-1 1 0,1-1 0,0 1 0,-1 1 0,0-1 0,1 1 0,-1 0 0,0 0 0,0 0 0,0 1 0,-1-1 0,1 1 1,-1 0-1,0 1 0,0-1 0,4 8 0,-2-3-22,-1 0 0,0 1 0,-1-1 0,0 1 0,-1 0 0,0 0 0,0 0 0,-1 0 0,-1 1 0,1-1 0,-2 1 0,1-1 0,-3 17 0,2-23-78,-1-1 0,0 1 0,0-1 0,0 1 0,0 0 0,-1-1 0,1 0 0,-1 1-1,0-1 1,0 0 0,0 0 0,0 0 0,-1 0 0,1 0 0,-1-1 0,0 1 0,1-1 0,-1 1 0,0-1 0,-1 0 0,1 0-1,0-1 1,-1 1 0,1-1 0,-1 1 0,-5 0 0,-8 2-189,1-1 0,-1-1-1,1-1 1,-27 0 0,38-1-57,4 0 34,0 0-1,0 0 1,1 0 0,-1 0-1,0 0 1,0 0-1,0 0 1,0 0-1,0 0 1,0-1-1,0 1 1,1 0 0,-1 0-1,0-1 1,0 1-1,0-1 1,1 1-1,-1-1 1,0 1-1,0-1 1,1 1 0,-1-1-1,1 0 1,-1 1-1,0-1 1,1 0-1,-1 1 1,1-1-1,0 0 1,-1-1-1,1 1-220,0 0-1,0 0 0,0 0 0,1 0 0,-1 1 0,0-1 0,0 0 1,1 0-1,-1 0 0,1 0 0,-1 0 0,1 1 0,-1-1 0,1 0 1,0 0-1,-1 1 0,1-1 0,0 0 0,0 1 0,-1-1 0,1 1 0,0-1 1,0 1-1,0-1 0,0 1 0,-1 0 0,1-1 0,2 1 0,26-9-8551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7331,'0'0'16747,"-22"7"-14538,-71 28-235,82-30-1544,1 0 0,0 0-1,1 1 1,-17 12 0,23-15-272,-1 1 0,1-1-1,0 1 1,0-1 0,0 1 0,0 0 0,0 0-1,1 0 1,-4 9 0,6-12-151,-1 0 0,1 0 0,-1 0 1,1 1-1,-1-1 0,1 0 0,0 0 0,0 1 0,-1-1 0,1 0 1,0 1-1,0-1 0,1 0 0,-1 1 0,0-1 0,0 0 1,1 1-1,-1-1 0,0 0 0,1 0 0,-1 1 0,1-1 0,0 0 1,-1 0-1,1 0 0,0 0 0,0 0 0,0 0 0,0 0 1,0 0-1,0 0 0,0 0 0,0-1 0,0 1 0,0 0 0,0-1 1,0 1-1,1-1 0,-1 1 0,0-1 0,0 1 0,1-1 1,1 0-1,8 2-89,1-1-1,-1 0 1,0-1 0,16-1 0,-7 0-75,-13 1 100,0 0 0,0-1 1,0 0-1,1 0 1,-1-1-1,0 0 0,0 0 1,-1-1-1,1 0 1,0 0-1,9-6 0,0-3 180,-1 0-1,27-28 0,-33 31 951,-10 41-801,-2-13-385,1-10 160,1 1-1,-1-1 1,2 1-1,0 14 1,0-22-100,0 0 0,0 0 0,1 0 0,-1 0 0,1 0 0,0 0 0,-1 0 0,1 0 0,0-1 0,0 1 0,0 0 0,0 0 0,0-1 0,0 1 0,1-1 0,-1 1 0,1-1 0,-1 1 0,1-1 0,-1 0 0,1 0 0,0 0 1,-1 0-1,1 0 0,0 0 0,0 0 0,2 0 0,5 1-869,1 0 0,-1 0 0,1-1 0,-1 0 1,1-1-1,12-1 0,-13 1-337,-1-2-1,0 1 1,1-1 0,-1 0-1,0-1 1,0 0-1,12-6 1,28-23-8383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10837,'0'0'8743,"-12"26"-4096,-2 4-3416,-8 16 1015,-24 77 0,-66 215 571,110-333-2862,0 1 0,0-1 1,-1 0-1,1 1 0,-1-1 0,0 0 1,-1-1-1,1 1 0,-1 0 0,-7 5 1,-17 6-3004,-11-11-3769,7-4-1232,-4-1-2582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8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5859,'23'-13'5063,"36"-20"-114,101-40 0,199-42 275,89-35-982,-432 144-4241,0-1-1,0 0 1,-1-1 0,0-1 0,-1 0-1,0-1 1,0 0 0,-1-1-1,-1-1 1,16-18 0,-27 30 0,0-1 1,-1 1 0,1-1-1,0 0 1,-1 1-1,1-1 1,-1 0 0,1 0-1,-1 1 1,1-1-1,-1 0 1,0 0-1,1 0 1,-1 0 0,0 1-1,1-1 1,-1 0-1,0 0 1,0 0 0,0 0-1,0 0 1,0 0-1,0 0 1,0 0-1,0 0 1,-1 1 0,1-1-1,0 0 1,0 0-1,-1 0 1,1 0-1,-1 0 1,1 1 0,0-1-1,-1 0 1,0 0-1,1 1 1,-1-1 0,1 0-1,-1 1 1,0-1-1,1 1 1,-1-1-1,0 1 1,0-1 0,0 1-1,1-1 1,-1 1-1,0 0 1,0-1 0,0 1-1,0 0 1,0 0-1,0 0 1,1-1-1,-1 1 1,0 0 0,0 0-1,-1 1 1,-10-2-1,1 0 0,-1 1 0,-17 2 0,23-2 9,-12 3 57,1 0 0,0 1-1,1 1 1,-1 0 0,1 1-1,0 1 1,0 1 0,1 0-1,-17 12 1,-8 8 281,2 1 0,-37 37-1,52-44-278,1 1 0,1 1 0,1 1 0,1 1 0,-30 53 0,39-59-54,1 1 1,0 0 0,2 1 0,0 0-1,2 0 1,0 0 0,2 1 0,-2 45-1,5-67-10,0 0-1,-1 0 0,1 1 1,0-1-1,1 0 0,-1 0 0,0 1 1,0-1-1,0 0 0,1 0 1,-1 0-1,1 1 0,-1-1 1,1 0-1,-1 0 0,1 0 0,-1 0 1,1 0-1,0 0 0,0 0 1,0 0-1,0 0 0,-1 0 1,3 0-1,-1 0-6,1 0 0,0 0 0,0-1 0,0 1 1,0-1-1,0 0 0,0 0 0,4 0 0,4 0 10,-5-1-8,0 1 0,-1-1 0,1-1 0,0 1 0,-1-1 0,1 0 0,-1 0 0,1-1 0,-1 1 0,0-1 0,0 0 0,0-1 0,5-3 0,-1-2 0,1 1 0,-1-1 0,0-1 0,-1 0 0,7-11 0,-15 21 0,0 0 0,0 0 0,0-1 0,0 1 0,1 0 0,-1 0 0,0 0 0,0-1 0,0 1 0,0 0 0,0 0 0,0 0 0,0-1 0,0 1 0,1 0 0,-1 0 0,0 0 0,0 0 0,0 0 0,0-1 0,0 1 0,1 0 0,-1 0 0,0 0 0,0 0 0,0 0 0,1 0 0,-1 0 0,0 0 0,0 0 0,0 0 0,1 0 0,-1 0 0,0 0 0,0 0 0,0 0 0,1 0 0,-1 0 0,0 0 0,0 0 0,0 0 0,1 0 0,-1 0 0,0 0 0,0 0 0,0 0 0,0 0 0,1 0 0,-1 1 0,0-1 0,0 0 0,0 0 0,0 0 0,1 0 0,-1 0 0,0 1 0,0-1 0,0 0 0,0 0 0,0 1 0,1-1 0,9 10-137,0 1 28,0-1 0,1-1 0,15 11 0,-21-17-748,1 0 0,0 0 0,0 0-1,0-1 1,0 0 0,8 2-1,15-2-7023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1056 193 6019,'0'0'5621,"-11"-20"-1971,-35-62-1068,42 75-2260,0 1 0,0 0 0,0 0 0,0 1 0,-1-1 1,0 1-1,-1 0 0,1 0 0,-1 0 0,0 1 0,0 0 0,0 0 0,0 1 0,-1 0 0,-7-3 0,1 2 119,-1 2 0,0 0 0,0 0 0,0 1 0,-23 1 0,14 1-180,4 0 33,0 0 1,0 2-1,0 0 1,0 1-1,0 1 1,1 1-1,0 1 1,0 0-1,1 1 1,0 1-1,-29 20 1,28-16-39,0 1 0,1 1 0,1 0 1,0 1-1,1 1 0,1 1 0,0 0 0,2 0 1,0 1-1,-9 22 0,1 7-81,2 0 0,-23 101 1,-3 108-259,29-159 123,10-62-36,-3-1-1,-15 48 1,18-71-16,1 0-1,-2-1 0,0 1 1,0-1-1,-1 0 0,0 0 1,0-1-1,-2 0 0,1-1 1,-11 10-1,14-16-286,1 1 0,-1-1 0,-1 0 1,1 0-1,-9 3 0,13-6 8,0 1 1,-1 0 0,1-1-1,0 0 1,-1 1 0,1-1-1,0 0 1,0 1-1,-1-1 1,1 0 0,-1 0-1,1 0 1,0 0 0,-1-1-1,1 1 1,0 0-1,-1 0 1,1-1 0,0 1-1,0-1 1,-1 1 0,1-1-1,0 0 1,0 1-1,0-1 1,0 0 0,0 0-1,0 0 1,0 0 0,0 0-1,-1-1 1,-9-32-7746,3-19-2761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09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5475,'0'0'7392,"20"3"-2782,1 0-3299,-12-3-901,0 1 1,0 0-1,0 1 0,-1 0 0,1 0 0,0 1 0,-1 0 0,0 0 0,0 1 0,0 0 0,10 7 1,11 11 976,-1 0 1,0 1 0,-2 2 0,-1 1-1,24 32 1,-46-54-1196,4 4 320,-10-22-485,-1-3-27,-2-4 0,1-1 0,0 1 0,2-1 0,-1-24 0,4 34 0,0 1 0,1-1 0,0 0 0,1 1 0,0-1 0,1 1 0,5-13 0,-6 18 0,1 0 0,1 1 0,-1-1 0,1 1 0,0-1 0,0 1 0,0 1 0,1-1 0,0 0 0,0 1 0,0 0 0,0 0 0,1 1 0,8-5 0,-1 3-25,0 0 0,1 1 0,-1 0 0,1 2 0,0-1 0,-1 2 0,1-1 0,0 2 0,0 0 0,21 3 0,-32-3-354,0 1 0,0 0 0,0 0 0,0 0 0,0 0 0,0 0-1,-1 0 1,1 1 0,0-1 0,-1 1 0,1 0 0,-1 0 0,0 0 0,3 3 0,14 21-11188,-14-13 554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61 720,'0'0'26855,"-11"15"-24251,-34 45-638,42-56-1934,1 0-1,-1-1 0,1 1 1,0 0-1,0 1 0,0-1 0,0 0 1,1 1-1,0-1 0,0 0 1,0 1-1,0 0 0,1-1 0,-1 1 1,1-1-1,0 1 0,1 0 1,0 6-1,0-6-4,0-2-27,0-1 0,0 1 0,0 0 0,0-1 0,1 0 0,-1 1 0,1-1 0,0 0 0,-1 0 0,1 0 0,0 0 0,0 0 0,1 0 0,-1 0 0,0-1 0,0 1 0,1-1 0,-1 0 0,1 0 0,-1 1 0,1-2 0,4 2 0,-5-1 0,0 0 0,0 0 0,0-1 0,0 1 0,0-1 0,0 0 0,0 1 0,0-1 0,0 0 0,0 0 0,0 0 0,0-1 0,0 1 0,0 0 0,0-1 0,0 1 0,0-1 0,0 0 0,0 0 0,0 0 0,0 0 0,0 0 0,0 0 0,-1 0 0,1 0 0,-1-1 0,1 1 0,-1-1 0,1 1 0,1-4 0,1-4-46,0-1 0,-1 0-1,0 0 1,-1 0 0,0 0 0,1-21 0,-4-69-1491,0 44 564,14 58 111,3 6 187,-1 1 0,21 15-1,-12-6-6,-19-16 618,-1 1 0,0 0 1,0 0-1,0 1 0,-1-1 0,1 1 0,-1 0 0,0 0 0,0 0 1,0 0-1,-1 0 0,3 6 0,-2-2 109,-1 0 0,0 0 0,-1-1 0,0 1 0,0 0 0,-1 15 0,0-17 98,0 1-1,0-1 1,0 1-1,-1-1 1,0 0 0,0 1-1,-1-1 1,-3 8-1,4-10-75,1-3-88,17-15-321,114-77-835,-35 26 1175,-96 65 90,1-1 1,-1 1-1,0-1 0,1 1 0,-1-1 0,0 1 1,1 0-1,-1-1 0,1 1 0,-1 0 0,1-1 1,-1 1-1,1 0 0,-1 0 0,1-1 0,-1 1 1,1 0-1,-1 0 0,1 0 0,-1 0 1,1 0-1,-1 0 0,1 0 0,-1 0 0,1 0 1,-1 0-1,1 0 0,0 0 0,-1 0 0,1 0 1,-1 0-1,1 1 0,-1-1 0,1 0 1,-1 0-1,1 1 0,-1-1 0,0 0 0,1 1 1,-1-1-1,1 0 0,-1 1 0,0-1 0,1 1 1,-1-1-1,0 0 0,1 1 0,-1-1 0,0 1 1,0-1-1,1 1 0,-1-1 0,0 1 1,0-1-1,0 1 0,0 0 0,0-1 0,0 2 1,0 42 1574,-1-26-1442,33-18-1008,-23-2 657,0-1 1,0 0 0,0 0 0,-1-1 0,1-1 0,-1 1-1,0-1 1,0 0 0,11-12 0,4 1-260,116-73-494,-138 88 931,0 0-1,-1 1 1,1-1 0,-1 1 0,1-1 0,0 1-1,-1 0 1,1-1 0,0 1 0,-1 0 0,1-1 0,0 1-1,0 0 1,-1 0 0,1 0 0,0-1 0,0 1-1,0 0 1,-1 0 0,1 0 0,0 0 0,0 1-1,-1-1 1,1 0 0,0 0 0,0 0 0,-1 1 0,1-1-1,0 0 1,0 0 0,-1 1 0,2 0 0,-1 1 123,-1 0 1,1 0-1,-1 0 1,1 0-1,-1 0 1,0 0-1,0 0 0,0 0 1,0 5-1,0 1-342,-2 32 400,0-28-226,2 0 0,-1 0-1,1 0 1,1 0 0,0 0 0,1 0-1,4 17 1,-4-27-89,0 1 0,0-1 1,0 0-1,0 0 0,0 0 0,0 0 1,1 0-1,-1 0 0,1-1 0,-1 1 1,1-1-1,0 0 0,-1 0 0,1 0 1,0 0-1,0 0 0,0 0 0,0-1 1,0 0-1,0 1 0,4-1 0,3 0-1237,-1 1 1,0-2-1,0 1 0,0-1 0,0-1 0,9-1 1,28-20-9462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0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0 16472,'0'0'13334,"-101"153"-10997,70-101-1713,0 1-624,1-1 0,10 0 0,-6-2 0,1-8 0,-2-6 0,0-9 0,-2-8 0,-3-7-1441,-3-8-2929,-3-4-2385,1 0-6499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1 489 9764,'27'-9'4901,"358"-89"8063,-15 1-9192,-323 80-3815,-1-1 0,-1-3 0,0-1 0,-2-2-1,66-49 1,-107 71 3,40-35-593,-39 34 593,-1 0 0,0 0 0,0 0 0,1 0 0,-2 0 0,1-1 0,0 1 0,-1 0 1,0-1-1,1 0 0,-1 1 0,0-5 0,-1 7 36,0 0 0,1 1 0,-1-1 0,0 0 1,0 0-1,-1 1 0,1-1 0,0 0 0,0 0 0,0 1 1,0-1-1,-1 0 0,1 0 0,0 1 0,-1-1 0,1 0 1,0 1-1,-1-1 0,1 0 0,-1 1 0,1-1 0,-1 1 1,1-1-1,-1 1 0,1-1 0,-1 1 0,0-1 0,1 1 1,-1-1-1,0 1 0,1 0 0,-1 0 0,-1-1 0,-28-2-55,22 3 62,-14 1 82,-1 1-1,1 1 1,0 0 0,0 2 0,1 1-1,-1 0 1,1 2 0,1 0 0,-1 2 0,2 0-1,-36 24 1,18-7 271,1 1 1,1 2-1,2 1 0,-56 66 1,77-82-344,1 1 1,0 0 0,1 1-1,0 0 1,1 0 0,1 1-1,1 0 1,1 0 0,0 1 0,2-1-1,0 2 1,1-1 0,0 0-1,2 35 1,0-54-14,1 1 0,0-1 0,0 1 0,0-1 0,0 1 0,0 0 0,0-1 0,0 1 0,0-1 0,0 1 0,0 0 0,0-1 0,0 1 0,0-1 0,0 1 0,1 0 0,-1-1 0,0 1 0,0-1 0,1 1 0,-1-1 0,0 1 0,1-1 0,-1 1 0,0-1 0,1 0 0,-1 1 0,1-1 0,-1 1 0,1-1 0,-1 0 0,1 1 0,-1-1 0,1 0 0,-1 0 0,1 1 0,0-1 0,-1 0 0,1 0 0,-1 0 0,1 0 0,-1 0 0,1 0 0,0 0 0,-1 0 0,1 0 0,-1 0 0,1 0 0,0 0 0,-1 0 0,1 0 0,0-1 0,6 1 0,-2-1 0,0 1 0,-1-2 0,1 1 0,0 0 0,-1-1 0,1 0 0,-1 0 0,0 0 0,0 0 0,0-1 0,0 0 0,0 1 0,6-7 0,46-51 0,-47 49 0,23-27 0,-29 71 0,-4 0-255,2 38 738,0-66-907,0 1 0,0 0 0,0-1 1,1 1-1,0-1 0,0 0 0,0 1 1,1-1-1,5 9 0,5-4-4266,3-8-3314,1-2-4249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1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8756,'0'0'15012,"21"-2"-13334,-20 2-1652,170-8 3024,-110 8-2038,-60 0-1006,-1 0 1,0-1 0,1 1-1,-1 0 1,1 0 0,-1 0 0,1-1-1,-1 1 1,1 0 0,-1-1-1,0 1 1,1 0 0,-1-1 0,1 1-1,-1 0 1,0-1 0,0 1 0,1-1-1,-1 1 1,0 0 0,0-1-1,1 1 1,-1-1 0,0 1 0,0-1-1,0 1 1,0-1 0,0 1 0,0-1-1,1 1 1,-1-1 0,0 1-1,-1-1 1,1 1 0,0-1 0,0 1-1,0-1 1,0 1 0,0-1-1,0 1 1,-1-1 0,1 1 0,0-1-1,0 1 1,-1 0 0,1-1 0,-14-25 58,13 26-65,-19-21 49,0 2 0,-46-33 0,65 51 30,-1 0 0,0 0 0,1 0 0,-1 0 0,0 1 0,0-1 0,0 0 0,0 1 0,0-1 0,0 1 0,0 0 0,0 0 0,0 0 0,0 0 0,0 0 0,0 0 0,0 0 0,0 1 0,0-1 0,0 1 0,1-1 0,-1 1 0,0 0 0,0 0 0,0 0 0,1 0 0,-1 0 0,0 0 0,1 0 0,-1 0 0,-2 4 0,2-3-72,1 0 1,-1 0 0,0 0-1,1 1 1,0-1 0,0 1 0,0-1-1,0 1 1,0 0 0,0-1-1,0 1 1,1 0 0,0-1 0,-1 1-1,1 0 1,0 0 0,0-1-1,0 1 1,1 0 0,-1 0 0,1-1-1,1 5 1,-1-5-45,0-1-1,0 1 1,0-1-1,0 1 1,0-1-1,0 0 1,1 1-1,-1-1 1,0 0-1,1 0 1,-1 0-1,1 0 1,0 0-1,-1 0 1,1 0-1,0-1 1,-1 1 0,1-1-1,0 1 1,2 0-1,42 3-3745,-38-4 2569,44 1-6768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 1889,'0'0'18766,"-8"-1"-16651,6 1-1972,0 0-1,0 0 0,-1 0 1,1 0-1,0 1 0,-1-1 1,1 0-1,0 1 0,0 0 1,-1 0-1,1-1 0,0 1 1,0 1-1,-2 0 0,0 1 58,1 0 0,0 1 0,0-1-1,1 0 1,-1 1 0,1 0 0,0-1-1,-1 1 1,-1 5 0,-27 65 2226,-26 90-1,-10 82-1595,65-237-852,-1 3-119,0 0-477,0 1 1,-1-1 0,0-1 0,0 1-1,-12 20 1,15-31 366,1 0-1,-1-1 1,1 1 0,0 0-1,-1-1 1,0 1-1,1-1 1,-1 1 0,1-1-1,-1 1 1,0-1-1,1 1 1,-1-1 0,0 1-1,1-1 1,-1 0-1,0 1 1,-1-1 0,2 0-56,-1 0 0,1-1 0,-1 1 0,1 0 1,-1 0-1,1-1 0,-1 1 0,1-1 1,-1 1-1,1 0 0,0-1 0,-1 1 1,1-1-1,0 1 0,-1-1 0,1 1 0,0-1 1,0 1-1,0-1 0,-1 1 0,1-1 1,0 1-1,0-1 0,0 0 0,0 1 0,0-1 1,0 1-1,0-1 0,0 0 0,-1-34-10668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10213,'0'0'7227,"18"4"-3207,56 19-1642,-72-22-2257,0 0-1,0 1 1,0-1 0,0 0 0,0 1 0,0 0 0,-1-1 0,1 1 0,-1 0 0,1 0 0,-1 0 0,0 0 0,1 0 0,-1 0 0,0 0 0,0 0 0,-1 1-1,1-1 1,0 0 0,-1 0 0,1 1 0,-1-1 0,0 1 0,0-1 0,0 4 0,0-2 106,0 0 0,-1 0 0,1 0-1,-1 0 1,0 0 0,0 0 0,-1 0 0,1-1 0,-1 1-1,1 0 1,-1-1 0,-3 4 0,0-2-73,0 0 0,-1 0 0,0-1 0,0 0 0,0 0 0,0-1 0,-1 1 0,1-1 0,-1-1 0,0 1 0,0-1 0,0-1 0,-8 2-1,-11 1-556,1-2-1,-34 0 0,59-2 309,0 0-1,-1 0 0,1 0 1,0 0-1,0-1 0,0 1 0,-1 0 1,1 0-1,0 0 0,0 0 1,0 0-1,-1 0 0,1-1 0,0 1 1,0 0-1,0 0 0,0 0 0,0-1 1,0 1-1,-1 0 0,1 0 1,0 0-1,0-1 0,0 1 0,0 0 1,0 0-1,0-1 0,0 1 1,0 0-1,0 0 0,0-1 0,0 1 1,0 0-1,0 0 0,0 0 0,0-1 1,0 1-1,0 0 0,0 0 1,1-1-1,-1 1 0,0 0 0,0 0 1,0 0-1,0-1 0,0 1 1,1 0-1,-1 0 0,0 0 0,0 0 1,0 0-1,0-1 0,1 1 0,-1 0 1,0 0-1,0 0 0,1 0 1,11-13-3774,20-4-3769,12-2-3234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65 10341,'0'0'14678,"-20"12"-12605,-62 39-266,80-50-1738,0 0 1,0 1 0,-1-1 0,2 1 0,-1-1 0,0 1 0,0 0 0,0-1 0,1 1 0,-1 0 0,1 0 0,0 1 0,-1-1 0,1 0-1,0 0 1,0 1 0,0-1 0,1 0 0,-1 1 0,1-1 0,-1 1 0,1-1 0,0 1 0,0-1 0,0 1 0,0-1 0,1 5 0,0 6 141,-1-10-190,0 1 0,1-1 0,0 0 1,0 1-1,0-1 0,0 0 0,0 0 1,1 0-1,-1 0 0,1 0 0,0 0 1,0-1-1,0 1 0,0 0 0,1-1 1,-1 0-1,1 1 0,-1-1 0,1 0 1,0 0-1,-1-1 0,1 1 1,0 0-1,0-1 0,1 0 0,-1 0 1,6 2-1,4 0 12,0 0 0,0 0-1,0-1 1,0-1 0,26 0 0,-37-1-27,0 0 1,0-1-1,0 1 1,-1 0-1,1-1 0,0 1 1,0-1-1,0 0 1,0 0-1,-1 0 0,1 1 1,0-2-1,-1 1 1,1 0-1,-1 0 1,1 0-1,-1-1 0,0 1 1,2-3-1,0 1 3,-1-1-1,0 0 0,-1 0 1,1 1-1,-1-1 1,1 0-1,-1 0 0,1-8 1,-1-2 4,0 0 0,-1 0 0,0 0 0,-4-21 0,2 25-40,0 1 1,-1-1-1,0 1 0,-1 0 0,0 0 0,-1 0 0,1 0 0,-2 1 0,1 0 1,-1 0-1,0 0 0,-14-12 0,19 19-129,1 1 0,0-1 0,-1 1 0,1-1 0,-1 1 0,1-1 0,-1 1 1,1 0-1,-1-1 0,1 1 0,-1 0 0,1-1 0,-1 1 0,1 0 0,-1 0 0,0-1 0,1 1 0,-1 0 0,0 0 0,1 0 1,-1 0-1,1 0 0,-1 0 0,0 0 0,1 0 0,-1 0 0,0 0 0,1 0 0,-1 0 0,1 0 0,-1 1 0,0-1 0,1 0 1,-1 0-1,1 1 0,-1-1 0,1 0 0,-1 1 0,1-1 0,-1 1 0,1-1 0,-1 0 0,1 1 0,-1-1 0,1 1 1,0-1-1,-1 2 0,-3 28-12260,4-13 2185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2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6819,'0'0'21882,"58"38"-19097,-76-19-1504,-3-3-1281,4 1 0,4-2 0,3-5 0,0-1 0,5-5-624,1-2-2242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14375,'0'0'13638,"14"137"-13638,-14-91-1489,0 0-1728,0 3-2914,0-6-5843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3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8052,'0'0'23266,"-1"4"-21985,0 1-1177,-2 15-33,3-19-71,0-1-1,1 1 1,-1-1 0,0 1 0,0-1 0,0 1-1,0-1 1,0 1 0,1-1 0,-1 1 0,0-1 0,1 0-1,-1 1 1,0-1 0,0 1 0,1-1 0,-1 0-1,1 1 1,-1-1 0,0 0 0,1 1 0,-1-1 0,1 0-1,-1 0 1,1 0 0,-1 1 0,1-1 0,-1 0-1,1 0 1,-1 0 0,1 0 0,-1 0 0,1 0 0,-1 0-1,1 0 1,0 0 0,6 1 0,0-1 0,0-1 0,0 1 0,0-1 0,0 0 0,0-1 0,0 0 0,0 0 0,0 0 0,-1-1 0,1 0 0,-1 0 0,0-1 0,7-4 0,16-13 0,-28 21 0,-1 1 0,0-1 0,1 0 0,-1 0 0,0 0 0,0 0 0,0 1 0,1-1 0,-1 0 0,0 0 0,0 1 0,0-1 0,1 0 0,-1 0 0,0 1 0,0-1 0,0 0 0,0 0 0,0 1 0,0-1 0,1 0 0,-1 1 0,0-1 0,0 0 0,0 1 0,0-1 0,0 0 0,0 0 0,0 1 0,0-1 0,-1 0 0,1 1 0,0-1 0,0 0 0,0 1 0,0-1 0,0 0 0,0 0 0,-1 1 0,1-1 0,-4 21 0,3-18 0,0 0 18,1 1 0,-1-1 0,0 1 0,1-1 0,0 1 0,0-1 0,0 1 0,0-1-1,1 0 1,-1 1 0,3 6 0,-2-9-180,0 1-1,1-1 1,-1 0-1,0 1 1,1-1-1,-1 0 1,1 0-1,0 0 1,-1 0-1,1-1 1,0 1-1,-1 0 1,1-1-1,0 1 1,0-1 0,0 1-1,0-1 1,-1 0-1,1 0 1,0 0-1,0 0 1,0 0-1,2-1 1,20 1-5177,-1 0-3150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13622,'0'0'8484,"-16"22"-3322,-4 5-3755,-72 107 2421,77-109-3689,-7 10-68,-18 40 0,34-63-73,2 0 0,-1 1 0,2-1 0,-1 1-1,2-1 1,0 1 0,-1 23 0,3-29 2,-1 3 0,1-1 0,1 0 0,0 1 0,0-1 0,4 14 0,-4-20 0,0 0 0,0-1 0,0 1 0,1-1 0,-1 0 0,1 1 0,0-1 0,-1 0 0,1 0 0,0 0 0,0 0 0,0 0 0,1 0 0,-1-1 0,0 1 0,1-1 0,-1 0 0,1 1 0,-1-1 0,1 0 0,0-1 0,-1 1 0,5 0 0,0 1-14,-1-1-1,1 0 1,0 0 0,0-1 0,-1 0-1,1 0 1,0-1 0,9-2-1,-13 3-282,0-1 0,0 0-1,0-1 1,0 1-1,-1 0 1,1-1-1,0 0 1,3-3 0,-4 3-466,0 0 0,0 0 1,0 0-1,0-1 1,0 1-1,-1-1 0,1 1 1,-1-1-1,2-5 1,4-23-10769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5250,'0'0'20986,"165"0"-17977,-96 0-2064,-6 0-945,-7 0-112,-14 0-2177,-13 0-3442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26 536 560,'0'0'569,"-5"-18"-73,-13-57 253,18 74-681,-1 0-1,1-1 1,-1 1-1,1-1 1,0 1-1,0-1 0,-1 1 1,1-1-1,0 1 1,0-1-1,0 1 0,1-1 1,-1 1-1,0-1 1,1 1-1,-1-1 0,1 1 1,-1-1-1,1 1 1,0 0-1,-1-1 1,1 1-1,0 0 0,0-1 1,0 1-1,0 0 1,0 0-1,0 0 0,0 0 1,0 0-1,1 0 1,-1 0-1,0 1 1,1-1-1,-1 0 0,0 1 1,1-1-1,-1 1 1,1-1-1,-1 1 0,1 0 1,-1 0-1,1-1 1,1 1-1,8-3 677,360-114 10643,6 25-6754,386-48-3885,-606 114-351,-134 22-59,1 0 616,-1 0-1,47 1 1,-93 19-1527,3-4-1450,-2-2 1,-37 14 0,-7-2-5432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14599,'0'0'3585,"19"1"-738,298 10 6010,-25-16-6271,-211 0-2439,126-27-1,39-28-146,-187 43 0,-2-3 0,64-33 0,-111 49-2,15-11-249,-50 20-4552,-82 42-8931,36-17 1358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5298,'-1'2'15784,"-14"48"-11350,2 31-2025,9-54-1878,1-2-195,1 42 0,2-66-347,1 0 0,-1 0 0,0 0 0,1 0 0,-1 0 0,1 0 0,-1 0-1,1 0 1,0 0 0,-1 0 0,1 0 0,0 0 0,0-1 0,0 1 0,0 0 0,0-1 0,-1 1 0,1 0 0,0-1 0,0 1-1,0-1 1,1 1 0,-1-1 0,0 0 0,0 0 0,0 1 0,0-1 0,0 0 0,0 0 0,0 0 0,1 0 0,-1 0 0,0 0 0,0 0-1,1-1 1,5 1-83,-1-1 0,0 1 0,0-1 0,1-1 0,-1 1 1,8-4-1,1-2 4,-1-1 1,0 0-1,0-2 1,-1 1-1,0-2 1,19-19-1,67-82-16,-71 78 196,-28 34-40,1 0 1,-1 0-1,0 1 1,1-1 0,-1 0-1,0 0 1,1 1 0,-1-1-1,0 0 1,1 0 0,-1 1-1,0-1 1,0 0-1,1 1 1,-1-1 0,0 0-1,0 1 1,0-1 0,1 1-1,-1-1 1,0 0-1,0 1 1,0-1 0,0 1-1,0-1 1,0 0 0,0 1-1,0-1 1,0 1 0,0-1-1,0 0 1,0 1-1,0-1 1,0 1 0,4 29-137,-2-18 208,0-4-380,0 0 0,1 0 0,0-1 0,0 1 0,1-1-1,0 0 1,0 0 0,8 10 0,20 15-4554,-29-30 3741,0 0-1,0 0 0,0 0 0,1 0 0,-1 0 1,1-1-1,0 0 0,4 2 0,12-2-8823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14983,'0'0'13254,"2"10"-12174,-1-3-704,0-1-211,-1 1 0,2-1-1,-1 1 1,0-1 0,1 0 0,1 0 0,-1 0 0,1 0 0,6 10 0,-8-15-178,0 0 0,0-1 0,1 1 0,-1-1 0,0 1 0,0-1 0,0 0-1,1 1 1,-1-1 0,0 0 0,0 0 0,1 0 0,-1 0 0,0 0 0,1 0-1,-1 0 1,0 0 0,0-1 0,1 1 0,-1 0 0,0-1 0,0 1 0,0-1-1,0 0 1,2 0 0,30-19-548,-30 18 490,100-64-871,-101 65 1065,4 34 245,-5-30-531,0 0 1,0 0-1,0 0 1,1 0-1,-1 0 1,1 0-1,0-1 1,0 1-1,0-1 1,0 1-1,0-1 1,0 0-1,1 0 1,-1 0 0,1 0-1,-1 0 1,1-1-1,0 1 1,5 2-1,27 5-5702,0-7-4181,-10-2-391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9428,'0'0'14234,"-7"27"-12631,-48 176 2217,-14 38-138,71-246-3732,0 0-1,1 0 1,0 0-1,0 1 1,1-1-1,-1 1 1,1-1-1,0 1 1,0 0 0,0 1-1,1-1 1,-1 1-1,1 0 1,0 0-1,6-3 1,-5 2-74,-1 2-1,1-1 1,0 1 0,-1-1-1,1 2 1,0-1 0,0 1-1,0 0 1,0 0 0,0 0 0,1 1-1,-1 0 1,0 0 0,0 1-1,7 1 1,-12-2 107,1 2 0,-1-1 0,0 0 0,1 0 0,-1 0-1,0 0 1,0 1 0,0-1 0,0 1 0,0-1 0,0 1 0,0-1 0,0 1 0,-1 0 0,1-1 0,-1 1-1,1 0 1,-1-1 0,1 1 0,-1 0 0,0 0 0,0-1 0,0 4 0,-1 48-54,0-45 67,0-3 14,0 0 0,0-1 0,0 1 0,-1 0 0,0-1 0,0 1 0,0-1 0,0 0 0,-1 0 0,0 0 0,0 0 0,0 0 0,0 0 0,0-1 0,-1 1 0,0-1 0,1 0 0,-1 0 0,0-1 0,-1 1 0,1-1 0,0 0 0,-8 3 0,-2 0-67,1 0 0,-1-1-1,0-1 1,0 0 0,0-1 0,-28 1-1,42-4-381,-1-1 0,1 0 0,0 1-1,1-1 1,-1 0 0,0 1 0,0-1-1,1 0 1,-1 1 0,1-1 0,-1 1-1,1-1 1,1-2 0,5-1-1147,-1 0 0,1 0 1,0 1-1,0-1 0,13-4 1,-12 4-109,37-15-6992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0 272,'0'0'24008,"-9"3"-21977,-18 5 167,-42 18 0,58-21-1969,1-1 0,0 2-1,1 0 1,-1 0 0,1 0 0,0 1 0,1 0 0,-10 11 0,17-18-229,1 1 0,0-1 0,-1 0 0,1 0 0,0 0 0,-1 1 0,1-1 0,0 0 0,-1 1 0,1-1 0,0 0 0,0 0 0,0 1 0,-1-1 0,1 1 0,0-1 0,0 0 0,0 1 0,0-1 0,0 0 0,0 1 0,-1-1 0,1 1 0,0-1 0,0 0 0,0 1 0,0-1 0,0 0 0,1 1 0,-1-1 0,0 1 0,0-1 0,0 0 0,0 1 0,0-1 0,0 0 0,1 1 0,-1-1 0,0 0 0,0 1 0,0-1 0,1 0 0,-1 1 0,0-1 0,1 0 0,-1 0 0,0 1 0,1-1 0,-1 0 0,0 0 0,1 0 0,-1 1 0,0-1 0,1 0 0,-1 0 0,0 0 0,1 0 0,0 0 0,28 0 0,-22 0 0,2-1 0,0-1 0,0 1 0,0-2 0,0 1 0,0-1 0,-1 0 0,1-1 0,-1 0 0,0-1 0,0 1 0,-1-2 0,1 1 0,6-8 0,-8 13 0,-3 10 0,-3 17 0,0-22 0,0 12-62,-1-10 69,1 0 0,0-1 0,0 1 0,1-1 0,0 1 1,2 7-1,-2-12-86,0 0 0,0 0 0,0 0 0,0-1 1,0 1-1,0 0 0,0-1 0,1 1 1,-1-1-1,1 1 0,-1-1 0,1 1 0,-1-1 1,1 0-1,0 0 0,0 0 0,0 0 0,-1 0 1,1 0-1,0-1 0,0 1 0,0-1 0,0 1 1,4-1-1,3 2-695,0-2-1,0 1 1,0-1 0,0 0 0,0-1 0,0 0-1,0-1 1,0 1 0,12-6 0,-9 2-1305,1 0-1,-1-1 1,0-1 0,0 0 0,18-14-1,28-28-8391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15159,'0'0'3615,"-18"25"416,5-8-3226,-12 16 436,2 1 1,1 2-1,-21 46 1,-77 220 2949,115-288-4191,1-1 0,1 1 0,0 0 0,1-1 0,-1 28 0,3-40-1,0-1 1,0 1-1,0-1 1,0 1-1,0 0 0,0-1 1,0 1-1,1-1 1,-1 1-1,0-1 1,0 1-1,1-1 0,-1 1 1,0-1-1,1 1 1,-1-1-1,0 1 0,1-1 1,-1 0-1,1 1 1,-1-1-1,1 0 0,-1 1 1,1-1-1,-1 0 1,1 1-1,-1-1 1,2 0-1,22 2 43,27-12-489,-18-3-2601,48-26 0,-14 6-1850,5 1-1606,-1 2-1284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4898,'0'0'18225,"-19"1"-15363,0 0-2087,6-1-277,1 1 1,-1 0 0,1 1 0,-1 0 0,1 1-1,0 1 1,-18 6 0,5 1 603,14-8-1010,0 1-1,0 1 1,0 0-1,1 1 1,0 0-1,0 0 1,0 1-1,1 0 1,-10 10-1,18-16-91,0 0 0,0 0 0,0 0 0,0 0 0,0 0 0,0 0 0,1 0 0,-1 1 0,0-1 0,0 0 0,1 0 0,-1 1 0,1-1 0,-1 0 0,1 1 0,0-1 0,0 0 0,-1 1 0,1-1 0,0 1 0,0-1 0,0 0 0,0 1 0,1-1 0,-1 1 0,0-1 0,1 0 0,-1 1 0,0-1 0,1 0 0,0 1 0,-1-1 0,1 0 0,0 0 0,0 0 0,-1 0 0,1 0 0,0 1 0,0-2 0,0 1 0,0 0 0,0 0 0,1 0 0,-1 0 0,0-1 0,0 1 0,1 0 0,-1-1 0,0 1 0,1-1 0,1 1 0,6 2 0,0 0 0,0-1 0,1 0 0,-1-1 0,1 0 0,10 0 0,-9-1 0,0 0 0,0-2 0,0 1 0,0-1 0,0-1 0,0 0 0,-1 0 0,1-1 0,-1-1 0,0 0 0,0 0 0,-1-1 0,0 0 0,0 0 0,10-9 0,6-10 0,-5 5 0,-20 20 0,1 0 0,-1 0 0,0 1 0,0-1 0,0 0 0,0 0 0,0 0 0,0 0 0,0 0 0,0 0 0,0 1 0,0-1 0,0 0 0,0 0 0,0 0 0,0 0 0,0 0 0,1 0 0,-1 0 0,0 1 0,0-1 0,0 0 0,0 0 0,0 0 0,0 0 0,1 0 0,-1 0 0,0 0 0,0 0 0,0 0 0,0 0 0,0 0 0,0 0 0,1 0 0,-1 0 0,0 0 0,0 0 0,0 0 0,0 0 0,0 0 0,1 0 0,-3 5 7,0-1-1,1 1 1,-1-1 0,1 1 0,0 0-1,1 0 1,-1-1 0,1 1-1,0 0 1,0 0 0,0 0-1,1 0 1,0-1 0,0 1 0,2 6-1,-2-8-61,0 0-1,1-1 0,0 1 0,-1 0 1,1-1-1,0 1 0,1-1 1,-1 0-1,0 1 0,1-1 0,-1 0 1,1 0-1,0-1 0,-1 1 1,1-1-1,0 1 0,0-1 0,0 0 1,0 0-1,0 0 0,0 0 1,1-1-1,4 1 0,2 0-1636,0 0 0,0-1 0,0 0-1,1-1 1,-1 0 0,0-1 0,0 0 0,0 0-1,-1-1 1,1 0 0,0-1 0,8-5 0,41-27-6268,-2-8 7958,-42 32 1797,3-4 1366,19-10 19268,-36 31-18700,0 19-4401,0-18 1420,-1-3-748,0 1 0,0 0 0,1-1 0,-1 1 0,1-1 0,0 1 0,0-1 0,0 1 0,1-1 0,-1 0 0,1 0 0,0 1 0,0-1 0,0-1 0,0 1 0,1 0 0,-1 0 0,5 3 0,-2-3 0,0-1 0,0 0 0,0 0 0,0 0 0,0-1 0,0 1 0,0-1 0,1 0 0,-1-1 0,0 1 0,11-2 0,-9 1 0,1 0 0,-1-1 0,0 0 0,0-1 0,1 0 0,-1 0 0,0 0 0,-1-1 0,13-6 0,-2-2 0,0 0 0,18-17 0,-20 16 0,0 0 0,1 1 0,19-11 0,-34 24 0,0-1 0,-1 1 0,1-1 0,0 1 0,-1-1 0,0 1 0,1 0 0,-1-1 0,0 1 0,0-1 0,0 1 0,0 0 0,0 2 0,0-4 0,0 8 0,0 0 1,1 0-1,0 0 0,0-1 1,1 1-1,0 0 1,1-1-1,3 9 0,-5-13-2,1 0 1,-1 0-1,1 0 0,0 0 0,0-1 0,0 1 0,1-1 1,-1 1-1,0-1 0,1 0 0,0 1 0,-1-2 0,1 1 0,0 0 1,0 0-1,0-1 0,0 1 0,1-1 0,-1 0 0,0 0 1,6 1-1,-2-2-1004,1 1 0,-1-1 1,1 0-1,-1-1 1,0 0-1,1 0 0,-1 0 1,0-1-1,0 0 1,9-4-1,3-3-3257,-1-1 0,23-16 1,-34 22 3527,36-24-4128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85 448,'0'0'17616,"15"-14"-13910,45-41-280,-45 41-553,-28 12 1414,-11 5-3876,15-1-411,1 1 0,-1 0 0,1 1 0,0-1 0,0 2 0,0-1 0,0 1 0,1 1 0,0-1 0,0 1 0,-7 7 0,10-8 0,-1 0 0,1 1 0,0-1 0,0 1 0,0 0 0,1 0 0,0 0 0,0 0 0,1 0 0,-1 1 0,2-1 0,-1 1 0,1-1 0,-1 1 0,1 7 0,1-11 0,1-1 0,-1 0 0,1 0 0,0 0 0,-1 0 0,1 1 0,0-1 0,0 0 0,1-1 0,-1 1 0,0 0 0,0 0 0,1 0 0,-1-1 0,1 1 0,0-1 0,0 1 0,-1-1 0,1 1 0,0-1 0,0 0 0,0 0 0,0 0 0,0 0 0,0-1 0,1 1 0,1 0 0,10 3 0,-1-1 0,1 0 0,15 1 0,70 1-2493,-1-9-8647,-47-3-1127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 9172,'0'0'16050,"-5"8"-14879,-12 25-293,17-32-849,0 0 0,0 0 0,0 0-1,0 0 1,0-1 0,0 1 0,0 0 0,0 0 0,1 0-1,-1 0 1,0 0 0,1-1 0,-1 1 0,0 0 0,1 0-1,-1 0 1,1-1 0,0 1 0,-1 0 0,1-1-1,-1 1 1,1 0 0,0-1 0,0 1 0,-1-1 0,1 1-1,0-1 1,1 1 0,22 10 427,-23-11-446,10 4 3,0-1 0,0-1 1,0 0-1,0-1 0,0 0 0,1 0 0,-1-1 1,20-3-1,-26 2-46,0 0 0,0 0 1,-1 0-1,1-1 1,0 0-1,-1 0 0,0 0 1,1 0-1,-1-1 0,5-3 1,-7 4 21,0 0 1,0 0 0,-1 0-1,1 0 1,0 0 0,-1-1-1,1 1 1,-1-1-1,0 1 1,1-1 0,-1 1-1,0-1 1,-1 0-1,1 0 1,-1 1 0,1-1-1,-1 0 1,0-5 0,0 8 33,0-1 0,0 0 0,0 1 0,-1-1 1,1 0-1,0 1 0,0-1 0,-1 0 0,1 1 1,-1-1-1,1 1 0,0-1 0,-1 1 0,1-1 1,-1 1-1,0-1 0,1 1 0,-1-1 0,1 1 1,-1 0-1,0-1 0,1 1 0,-1 0 0,1-1 1,-1 1-1,0 0 0,0 0 0,1 0 0,-1 0 1,0 0-1,1 0 0,-2 0 0,-29 0 339,21 0-214,5 1-108,0-1 0,0 1-1,-1 0 1,1 0 0,0 0 0,0 1 0,0-1 0,0 1-1,0 0 1,0 1 0,1-1 0,-1 1 0,-4 4 0,6-5-78,1 0 1,0 0 0,0 0-1,0 0 1,0 0 0,0 1-1,1-1 1,-1 0-1,1 1 1,-1-1 0,1 1-1,0 0 1,0-1 0,0 1-1,0 0 1,1 0 0,-1 0-1,1 0 1,0 0-1,0-1 1,0 1 0,0 0-1,0 0 1,0 0 0,2 5-1,-1-6-170,0 0 1,1 0-1,-1 1 0,0-1 0,1 0 0,-1 0 0,1 0 0,0-1 0,0 1 1,-1 0-1,1-1 0,0 1 0,1-1 0,-1 0 0,0 1 0,0-1 0,0 0 1,5 1-1,49 12-4139,-49-12 3580,55 6-5014,5-5-2833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1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287 590 5507,'0'0'12010,"-19"-6"-7461,-68-21-1286,77 24-2694,-1 1 0,0 0 1,-1 1-1,1 0 0,0 1 0,-14 1 0,-3 0 761,25-1-1205,0 0-1,0 0 1,0 1 0,1-1-1,-1 0 1,0 1-1,0 0 1,0 0-1,0 0 1,0 0 0,1 0-1,-1 0 1,0 1-1,-2 1 1,3-1-112,1 0 1,-1-1-1,1 1 1,0 0-1,-1 0 0,1 0 1,0 0-1,0 0 1,0 1-1,1-1 1,-1 0-1,0 0 0,1 1 1,-1-1-1,1 0 1,0 1-1,0-1 1,0 4-1,0-6-13,1 1 0,-1 0 0,1 0 0,-1 0 0,0 0 0,1 0 0,0-1 0,-1 1 0,1 0 0,0 0 0,-1-1 0,1 1 0,0-1 0,0 1 0,-1 0 0,1-1 0,0 1 0,0-1 0,0 0 0,0 1 0,0-1 0,0 0 0,-1 0 0,1 1 0,0-1 0,0 0 0,0 0 0,0 0 0,1 0 0,35 2 0,-32-2 0,4 0 0,-1-1 0,1 1 0,0-1 0,-1-1 0,1 0 0,-1 0 0,0 0 0,1-1 0,-1 0 0,0-1 0,-1 0 0,1 0 0,-1-1 0,0 0 0,9-8 0,28-24-270,-2-3 0,-1-1 0,-3-2 0,-1-2 0,37-60 1,-72 103 265,69-115-228,-64 105 265,-1-1-1,-1 1 1,0-1-1,-1-1 0,0 1 1,-1-1-1,2-21 1,-5 34-5,1 1 1,-1-1 0,0 1 0,0-1-1,0 1 1,0-1 0,0 1-1,0-1 1,0 1 0,0-1 0,0 1-1,0-1 1,-1 1 0,1-1 0,0 1-1,0-1 1,0 1 0,-1-1-1,1 1 1,0-1 0,0 1 0,-1-1-1,1 1 1,0 0 0,-1-1 0,1 1-1,-1 0 1,1-1 0,0 1-1,-1 0 1,1-1 0,-1 1 0,1 0-1,-1 0 1,1 0 0,-1-1 0,1 1-1,-1 0 1,1 0 0,-1 0 0,1 0-1,-1 0 1,1 0 0,-1 0-1,1 0 1,-1 0 0,1 0 0,-1 0-1,1 0 1,-1 1 0,0-1 0,-28 14 72,16-5-101,0 1 0,1 0 0,0 1 0,1 0 0,-11 14 0,-49 69 0,65-85 0,-16 23 0,1 2 0,2 0 0,-24 59 0,34-69 0,1 0 0,2 0 0,0 1 0,2-1 0,0 1 0,1 47 0,3-63 36,1 1 1,0-1-1,1 0 0,-1 0 0,2 1 1,0-1-1,0-1 0,0 1 1,1 0-1,0-1 0,8 11 1,-9-15-208,0 0 1,0 0 0,1-1 0,-1 1-1,1-1 1,0 1 0,0-1 0,1 0 0,7 3-1,-8-4-413,0 0 0,0-1-1,0 0 1,0 0 0,1 0-1,-1 0 1,0-1 0,1 0 0,-1 0-1,1 0 1,-1 0 0,7-2-1,35-12-13587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2193,'0'0'25019,"1"8"-22665,5 161 847,-6-168-3201,0 0 0,0 1 0,1-1 0,-1 1 0,0-1 0,0 1 0,1-1 0,-1 0 0,1 1 0,-1-1 0,1 0 0,0 1 0,-1-1 0,1 0 0,0 0 0,0 1 0,0-1 0,0 0 0,0 0 0,1 1 0,0-2 0,-1 1 0,0-1 0,0 1 0,1-1 0,-1 0 0,0 0 0,0 0 0,1 0 0,-1 0 0,0 0 0,0 0 0,1 0 0,-1 0 0,0-1 0,0 1 0,1 0 0,-1-1 0,1 0 0,6-3 0,-1 0 0,1 0 0,-1-1 0,0 0 0,8-9 0,33-28 0,1 3 0,56-35 0,-105 74 0,0 0 0,1 0 0,-1 0 0,0 0 0,0 0 0,1 0 0,-1 0 0,0 0 0,1 0 0,-1 0 0,0 0 0,0 0 0,1 0 0,-1 1 0,0-1 0,0 0 0,1 0 0,-1 0 0,0 0 0,0 1 0,0-1 0,1 0 0,-1 0 0,0 0 0,0 1 0,0-1 0,0 0 0,0 0 0,1 1 0,-1-1 0,0 0 0,0 1 0,0-1 0,0 0 0,0 0 0,0 1 0,0-1 0,0 0 0,0 0 0,0 1 0,0-1 0,0 0 0,0 1 0,0-1 0,0 0 0,0 0 0,-1 1 0,2 17 0,-1-16 0,0 14 0,-1-9 0,1 0 0,0 1 0,1-1 0,0 0 0,3 14 0,-3-18 0,0-1 0,0 1 0,1 0 0,-1-1 0,1 1 0,0-1 0,0 0 0,0 1 0,0-1 0,0 0 0,0 0 0,1 0 0,-1-1 0,1 1 0,-1 0 0,1-1 0,0 0 0,3 2 0,2 0-652,1-1 0,0 1 0,0-1 1,0-1-1,18 1 0,-14-1-2205,0-2 1,1 0-1,18-3 0,12-12-9242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124 128 2673,'0'0'20940,"-10"-4"-18325,5 2-2289,1 0 1,-1 1-1,0-1 0,0 1 1,0 0-1,0 0 0,0 1 1,-9 0-1,12 0-193,-1 1 0,1-1-1,-1 1 1,1 0 0,-1 0 0,1 0-1,0 0 1,-1 0 0,1 0 0,0 1 0,0-1-1,0 1 1,0-1 0,0 1 0,0 0-1,0 0 1,1 0 0,-1 0 0,1 0-1,-1 0 1,1 0 0,0 1 0,0-1-1,-2 5 1,2-3-122,-1 0 0,0 1 0,1-1 0,0 1 0,0-1 0,0 1 0,0 0 0,1-1 0,0 1 0,0-1 0,0 1 0,1 0 0,-1-1 0,1 1 0,0 0 0,0-1 0,1 0 0,-1 1 0,1-1 0,0 0 0,0 0 0,1 0 0,-1 0 0,1 0 0,0 0 0,0-1 0,5 5 0,-3-4-13,0 1 1,1-2 0,0 1 0,0-1-1,0 1 1,0-2 0,0 1-1,1-1 1,-1 0 0,1 0-1,0-1 1,-1 1 0,1-2 0,0 1-1,0-1 1,0 0 0,-1 0-1,10-2 1,-12 0 1,0 1 0,0-1 0,0 1 0,0-1 0,-1 0 0,1-1 0,-1 1 0,1 0 0,-1-1 0,0 0 0,0 0 0,0 0 0,-1 0 0,1 0 0,-1-1 0,1 1 0,-1-1 0,3-7 0,3-7 0,0 0 0,8-30 0,-9 21-199,-1 0 0,-1 0 0,-2 0 0,1-41 0,-9 77-5212,-2 2 3272,1 11-4205,5-1-3562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0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281 653 8356,'0'0'17112,"-19"-2"-13930,-62-5-1101,72 7-1945,-1 1-1,1 0 0,0 0 1,0 1-1,0 0 0,1 0 1,-1 1-1,0 0 0,1 1 1,0 0-1,0 0 0,0 1 1,0 0-1,-11 10 0,18-14-129,-2 1-6,0-1 0,0 1 0,1 0 0,-1 1 0,1-1 0,-1 0 0,1 1 0,0-1 0,0 1 0,0 0 0,0-1 0,1 1 0,-1 0 0,1 0 0,0 0 0,-1 0 0,1 1 0,1-1 0,-1 0 0,0 0 0,1 6 0,0-8 0,0-1 0,1 1 0,-1-1 0,1 1 0,-1-1 0,1 1 0,0-1 0,-1 1 0,1-1 0,-1 1 0,1-1 0,0 0 0,-1 1 0,1-1 0,0 0 0,-1 0 0,1 0 0,0 1 0,-1-1 0,1 0 0,0 0 0,0 0 0,-1 0 0,1 0 0,0 0 0,0-1 0,30 1 0,-22 0 0,3-1 0,0-1 0,0 0 0,0-1 0,-1 0 0,0 0 0,1-2 0,-1 1 0,-1-1 0,1-1 0,-1 0 0,17-13 0,5-5 0,-2-2 0,35-36 0,-29 20-280,-1 0 0,-2-3 1,-2 0-1,-2-2 0,-2-1 0,-2-2 0,36-103 1,-55 137 163,-1 0 1,-1 0 0,0 0 0,-2 0 0,2-23 0,-4 38 145,0 1 1,0 0-1,-1-1 1,1 1-1,0 0 1,-1-1 0,1 1-1,0 0 1,-1-1-1,1 1 1,0 0-1,-1 0 1,1-1-1,-1 1 1,1 0 0,0 0-1,-1 0 1,1 0-1,-1-1 1,1 1-1,-1 0 1,1 0-1,-1 0 1,1 0 0,0 0-1,-1 0 1,1 0-1,-1 0 1,1 0-1,-1 1 1,1-1-1,-1 0 1,1 0-1,0 0 1,-1 0 0,1 1-1,-1-1 1,1 0-1,0 0 1,-1 1-1,0-1 30,-7 4 68,1 0-1,-1 1 1,1-1 0,0 1-1,0 1 1,0-1 0,1 1-1,-1 1 1,2-1-1,-8 10 1,-10 15-21,-17 33-1,20-29-106,2 0 0,1 2 0,2 0 0,2 1 0,1 0 0,2 1 0,2 0 0,1 1 0,3 0 0,1 0 0,1 0 0,6 50 0,-4-88 4,0 0 1,0 0-1,1-1 1,-1 1-1,1 0 1,-1 0-1,1-1 1,0 1-1,-1-1 1,1 1-1,0 0 1,0-1-1,0 0 1,0 1-1,1-1 1,-1 0-1,0 1 1,0-1-1,1 0 1,-1 0-1,3 1 1,-1 0-117,0-1 1,0 0 0,1 0 0,-1 0-1,0-1 1,1 1 0,-1-1-1,0 0 1,1 1 0,5-2 0,39-10-4518,-12-6-5486,-9-3-3021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50 117 9989,'0'0'14614,"18"0"-13088,126-4 288,-141 4-1789,0-1-1,0 1 0,1-1 1,-1 0-1,0 0 0,0 0 1,0 0-1,0-1 1,-1 1-1,1-1 0,5-3 1,-7 4 30,0 1-1,-1-1 1,1 0 0,0 1 0,-1-1 0,1 0 0,0 0 0,-1 0 0,1 0 0,-1 0 0,0 0 0,1 0 0,-1 0 0,0 1 0,1-1 0,-1 0 0,0-1 0,0 1 0,0 0 0,0 0 0,0 0 0,0 0 0,0 0 0,0 0 0,0 0 0,0 0 0,-1 0 0,1 0 0,0 0 0,-1 0 0,1 0 0,-1 1 0,1-1 0,-1 0 0,1 0 0,-1 0 0,0 0 0,1 1 0,-1-1 0,0 0 0,-1-1 0,-7-4 84,-1-1-1,1 1 1,-1 0 0,0 1 0,0 0 0,-1 0 0,1 1 0,-1 1 0,0 0 0,0 0 0,0 1-1,-1 1 1,1 0 0,0 0 0,-23 2 0,31 0-139,0 0 0,1 0 0,-1 0 0,0 1 0,0-1 0,1 1 0,-1-1 0,1 1 0,-1 0 0,1 0 0,0 0 0,0 0 0,0 0 0,0 1 0,0-1 0,0 0 0,1 1 0,-1 0 0,1-1 0,0 1 0,0 0 0,-1 3 0,-1 0 0,1 1 0,0-1 0,1 1 0,-1 0 0,2-1 0,-1 1 0,1 0 0,0 13 0,1-17 3,0 0-1,-1-1 1,1 1-1,1 0 1,-1-1-1,0 1 1,1-1-1,-1 1 1,1-1-1,0 0 1,0 1-1,0-1 1,0 0-1,0 0 1,0 0-1,0-1 1,1 1-1,-1 0 1,1-1-1,-1 0 1,1 1-1,0-1 1,-1 0-1,1-1 1,4 2-1,5 1-1091,0-1 0,1 0-1,-1-1 1,19 0 0,16-1-7889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1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3009,'0'0'19804,"-20"23"-17024,-1 0-2065,1-2 32,1 1 0,1 1 0,1 1 0,-28 51 0,35-53-248,1 0-1,1 1 0,1 0 1,-8 47-1,2 97-976,13-167 478,-5 30-2565,-3-21-2181,-7-5-4468,-1-4-2524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9380,'0'0'3463,"26"-8"854,0 0-3037,6-2 234,0 1-1,0 1 0,37-3 1,125 4 5074,-157 7-5023,-54 0-1445,10 1-120,0 0 0,1 1 0,-1-1 0,0 1 0,0 0 0,1 1 0,-1 0 0,1 0 0,0 0 0,0 1 0,0 0 0,1 0 0,-1 0 0,1 1 0,-5 5 0,6-7 0,1 1 0,0-1 0,0 1 0,0-1 0,0 1 0,1 0 0,-1 0 0,1 0 0,0 1 0,0-1 0,1 0 0,-1 1 0,1-1 0,0 1 0,0 0 0,0-1 0,1 1 0,0 0 0,0-1 0,0 1 0,0 0 0,1-1 0,0 1 0,1 4 0,0-5 0,0-1 0,0 1 0,1-1 0,-1 0 0,1 0 0,0 0 0,-1 0 0,1-1 0,1 1 0,-1-1 0,0 0 0,1 0 0,-1 0 0,1 0 0,-1 0 0,1-1 0,0 0 0,5 2 0,6 1 0,0-1 0,1 0 0,19 1 0,-27-3 0,0-1 0,-1 1 0,1-2 0,0 1 0,0-1 0,13-3 0,-18 3 0,0 0 0,0-1 0,0 1 0,-1-1 0,1 0 0,0 0 0,-1 0 0,1 0 0,-1 0 0,0-1 0,0 1 0,0-1 0,0 1 0,0-1 0,0 0 0,-1 0 0,1 1 0,1-6 0,0-3-1,0-1 0,0 0 0,-1 0 0,-1 0 0,0 0 0,-1 0 0,-2-21 1,2 31-1,0 0-41,0 0 0,0 0 0,0 0 0,-1 0 0,1 0 0,-1-1 0,1 1 0,-1 0 0,0 0 0,0 0 0,0 0 0,0 1 0,0-1 0,-1 0 0,1 0 0,0 1 0,-1-1 0,1 1 0,-1-1 0,-1-1 0,-7-1-3606,-1 3-3422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0 16632,'0'0'12757,"-124"145"-10740,78-81-656,3 7-1361,5-8 0,4-2 0,9-11 0,2-10 0,5-11 0,-5-6 0,2-6-880,-9-11-3330,-3-6-2401,-7 0-7636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1 480 14519,'25'-10'3492,"297"-98"6729,-219 81-8697,10-2-889,171-69-1,-263 88-626,0 0 1,-1-1-1,35-26 1,-49 33-15,-1-1 1,1 1-1,-1-1 1,0 0-1,0-1 0,-1 1 1,0-1-1,0 0 0,0 0 1,-1-1-1,1 1 1,-2-1-1,1 1 0,-1-1 1,0 0-1,2-9 0,-4 15 1,0 0 0,0 0 0,0-1 0,0 1 0,0 0 0,0 0 0,0 0 0,0 0-1,-1 0 1,1 0 0,0 0 0,-1 0 0,1 0 0,-1 0 0,1 0 0,-1 0 0,1 0-1,-1 0 1,0 0 0,1 0 0,-1 1 0,0-1 0,0 0 0,0 0 0,1 1 0,-1-1-1,0 1 1,0-1 0,0 1 0,0-1 0,0 1 0,0-1 0,0 1 0,0 0-1,0 0 1,0-1 0,-2 1 0,-4-1 17,-1 1 0,1 0 0,-1 0 0,-11 2-1,8 0 20,-5 0 136,1 1-1,-1 1 0,0 1 0,1 0 0,0 1 0,0 0 0,-20 13 0,7-2 27,0 2 0,-41 35 0,53-40-193,2 2 0,-1 0 0,2 0 0,0 1 0,1 1 0,1 0 0,1 1 0,0 0 0,-10 32 0,6-8 0,2 1 0,2 0 0,-7 68 0,19-105 0,2-9 0,-3 1 0,33-24 0,2 1 0,69-34 0,-104 58 0,-1 0 0,0 0 0,0 1 0,1-1 0,-1 0 0,0 0 0,0 1 0,1-1 0,-1 0 0,0 1 0,0-1 0,0 0 0,0 1 0,1-1 0,-1 0 0,0 1 0,0-1 0,0 0 0,0 1 0,0-1 0,0 0 0,0 1 0,0-1 0,0 1 0,0-1 0,0 0 0,0 1 0,0-1 0,0 0 0,-1 1 0,1-1 0,0 0 0,0 1 0,-3 14 0,0-1-462,2-1 0,-1 1-1,2 20 1,0-34 195,0 1-1,1-1 0,-1 1 1,0-1-1,1 1 0,-1-1 1,0 1-1,1-1 1,-1 1-1,1-1 0,-1 0 1,1 1-1,-1-1 0,1 0 1,-1 1-1,1-1 1,0 0-1,-1 0 0,1 1 1,-1-1-1,1 0 1,-1 0-1,1 0 0,0 0 1,-1 0-1,1 0 0,0 0 1,-1 0-1,1 0 1,-1 0-1,2 0 0,21-2-8677,-3-5-1663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0 117 176,'0'0'25273,"21"3"-23912,-4-1-1109,21 4 412,62 0-1,-98-6-641,1-1 1,-1 1-1,1-1 0,-1 0 0,1 1 1,-1-1-1,0 0 0,1-1 0,-1 1 1,0 0-1,0-1 0,0 1 0,0-1 1,0 1-1,0-1 0,0 0 1,-1 0-1,1 0 0,0 0 0,-1 0 1,0 0-1,0-1 0,1 1 0,-1 0 1,0-1-1,-1 1 0,1 0 0,0-1 1,-1 1-1,1-1 0,-1 0 1,0 1-1,0-1 0,0 1 0,0-1 1,-1 1-1,1-1 0,0 1 0,-1-1 1,0 1-1,0-1 0,0 1 0,0 0 1,0-1-1,0 1 0,0 0 1,-1 0-1,1 0 0,-1 0 0,0 0 1,-1-2-1,-3 0 179,0 0 0,-1 1 1,1-1-1,-1 1 0,1 1 0,-1-1 1,0 1-1,0 0 0,0 1 0,0 0 1,0 0-1,-1 0 0,1 1 0,0 0 1,-14 2-1,18-1-201,0-1 0,0 1 0,0 0 0,1 0 0,-1 1 0,0-1 0,1 1 0,-1-1 0,1 1 0,-1 0 0,1 0 0,0 0 0,0 0 0,0 0 0,0 0 0,0 1 0,0-1 0,1 1 0,-1-1 0,1 1 0,-1 0 0,1 0 0,0-1 0,-1 5 0,-1 4 0,0 0 0,1 0 0,0 1 0,0-1 0,1 12 0,0-9-181,1 0 0,0 0 0,2 0 0,-1-1-1,2 1 1,0 0 0,0-1 0,11 26 0,-3-11-6070,-8-6-5797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3826,'0'0'15596,"3"-5"-13149,0 2-1975,-3 1-279,1 1 1,0-1-1,0 1 1,0 0 0,0 0-1,0-1 1,0 1-1,0 0 1,0 0 0,0 0-1,1 0 1,-1 0 0,0 1-1,1-1 1,-1 0-1,1 0 1,-1 1 0,1-1-1,-1 1 1,1 0-1,-1-1 1,4 1 0,-4 1-120,-1-1 0,1 1 0,0 0 0,0 0 0,0 0 0,-1 0 0,1 0 0,0 0 0,-1 0 0,1 0 0,-1 0 0,0 0 0,1 0 0,-1 1 0,0-1 0,1 0 0,-1 0 0,0 0 0,0 1 0,0-1 0,0 2 0,0 0 128,3 23 441,-1 1 1,-1-1 0,-6 47-1,-7-33-323,6-30-236,6-26-136,4 4 51,1-1 0,-1 1 0,2 0 0,0 1 0,0-1 0,1 1 0,1 0 0,0 1 0,0 0 0,1 0 0,0 1 0,1 0 0,-1 0 0,13-7-1,-22 16 19,1 0-1,-1 0 0,0 0 0,0 0 0,0 0 0,0 0 0,0 0 0,1 0 0,-1 0 0,0 0 0,0 0 1,0 0-1,0 0 0,1 0 0,-1 0 0,0 0 0,0 0 0,0 1 0,0-1 0,0 0 0,1 0 0,-1 0 1,0 0-1,0 0 0,0 0 0,0 0 0,0 0 0,0 1 0,0-1 0,0 0 0,1 0 0,-1 0 1,0 0-1,0 0 0,0 1 0,0-1 0,0 0 0,0 0 0,0 0 0,0 0 0,0 1 0,0-1 0,0 0 1,0 0-1,0 0 0,0 0 0,2 17 318,-1 20-228,-1-32-70,-1 5-164,1-4 159,0 0-1,0-1 0,1 1 1,-1-1-1,3 9 0,-3-12-151,1-1-1,0 0 0,-1 1 1,1-1-1,0 0 1,0 0-1,-1 1 1,1-1-1,0 0 0,0 0 1,0 0-1,0 0 1,1 0-1,-1 0 1,0 0-1,0-1 1,1 1-1,-1 0 0,0-1 1,1 1-1,-1-1 1,0 1-1,1-1 1,-1 0-1,1 1 0,1-1 1,13 1-4290,1 0 0,22-2 0,-10-2-6132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79 9236,'0'0'10538,"23"-2"-8622,7 1-1358,6-1 300,0 0 0,37-9 0,-70 10-808,1 0 0,0 0-1,-1 0 1,1 0 0,-1-1 0,0 1 0,6-4-1,-8 4-13,0 0-1,0 1 0,0-1 0,-1 0 1,1 0-1,0 0 0,0 0 1,-1 0-1,1 0 0,0 0 1,-1 0-1,1 0 0,-1 0 1,1 0-1,-1 0 0,0 0 0,0-1 1,1 1-1,-1 0 0,0 0 1,0 0-1,0 0 0,0-1 1,0 1-1,0 0 0,-1 0 0,1 0 1,-1-2-1,1 3 6,0-1-1,-1 0 0,0 0 1,1 0-1,-1 1 1,1-1-1,-1 0 1,0 1-1,1-1 1,-1 1-1,0-1 1,0 1-1,0-1 1,1 1-1,-1-1 1,0 1-1,0 0 1,0-1-1,0 1 1,0 0-1,0 0 1,0 0-1,-1 0 1,-26-2 277,22 2-215,-26 0 175,19-1-68,1 0 1,-1 1-1,0 0 1,1 1-1,-1 1 1,1 0-1,-1 0 1,1 2-1,0-1 0,-13 7 1,22-8-157,1 0 0,-1 0 0,1 0 1,0 0-1,0 1 0,0-1 0,0 1 0,1-1 0,-1 1 1,1 0-1,-1-1 0,1 1 0,0 0 0,0 0 0,0 0 1,0 0-1,1 0 0,-1 0 0,1 0 0,0 0 0,0 0 1,0 0-1,0 0 0,0 1 0,1-1 0,0 3 1,0-1-143,0 1 1,1-1 0,-1 1 0,1-1 0,0 0 0,0 0 0,1 0-1,0 0 1,-1 0 0,2 0 0,-1-1 0,0 1 0,8 6 0,-5-7-587,1 0 0,-1-1 0,1 1 1,0-1-1,0-1 0,1 1 1,-1-1-1,0-1 0,1 1 0,-1-1 1,1 0-1,0-1 0,-1 0 0,9-1 1,36 1-8137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71 896,'0'0'24374,"-11"14"-22848,-34 45-357,43-55-1045,0 0-1,0 0 1,1 0 0,-1 0 0,1 0-1,0 0 1,0 0 0,0 0 0,0 1-1,1-1 1,0 0 0,0 1 0,0-1-1,0 0 1,1 0 0,-1 1 0,4 7-1,-3-10-120,0-1-1,0 1 1,0-1-1,1 0 0,-1 1 1,0-1-1,1 0 0,0 0 1,-1 0-1,1 0 1,-1 0-1,1 0 0,0 0 1,0-1-1,-1 1 0,1-1 1,0 1-1,0-1 1,0 0-1,0 1 0,3-1 1,1 0-24,0 1 0,1-1 1,-1 0-1,0-1 0,11-2 0,-6-1-77,-1-2-1,0 0 0,0 0 1,-1 0-1,1-1 0,-2-1 1,1 0-1,9-11 0,2 0-309,-16 15 310,-3 4 85,1-1-1,-1 0 1,0 0-1,0 0 0,0 0 1,0 0-1,0 0 1,-1 0-1,1 0 1,0 0-1,0-1 0,-1 1 1,1 0-1,0 0 1,0-3-1,-1 4 81,-3 5-38,1-1-35,1-1-1,-1 1 1,1 0 0,0-1 0,0 1-1,0 0 1,0 0 0,1 0-1,0 0 1,0-1 0,0 1-1,0 0 1,0 0 0,1 0-1,0 0 1,-1-1 0,1 1-1,3 7 1,-1-7 0,0 0 1,0 0-1,0 0 0,0 0 0,1 0 0,-1-1 1,1 1-1,0-1 0,0 0 0,0 0 1,0-1-1,9 5 0,-1-2-13,0 0 0,0-1 0,1-1-1,-1 0 1,1-1 0,0 0 0,-1-1 0,1 0 0,0-1 0,21-2 0,-30 0 5,1 1 0,0 0 0,-1-1 0,0 0 0,1 0 0,-1-1 0,0 1 0,0-1 0,0 0 0,-1 0 0,1 0 0,-1 0 1,1-1-1,-1 1 0,0-1 0,0 0 0,-1 0 0,1 0 0,-1 0 0,0-1 0,0 1 0,0 0 0,-1-1 0,2-5 0,1-7 76,0-1 0,-1 0-1,0 0 1,-1-35 0,-2 46 83,0-1 0,0 1 0,-1 0 0,-1-1 0,-3-13 0,5 20-166,0 0 0,-1 0-1,1 0 1,-1-1 0,0 1-1,1 0 1,-1 0 0,0 0 0,0 0-1,1 0 1,-1 0 0,0 0-1,0 0 1,0 0 0,0 1-1,0-1 1,0 0 0,-1 1-1,1-1 1,0 1 0,0-1 0,0 1-1,-1-1 1,1 1 0,0 0-1,0-1 1,-1 1 0,1 0-1,0 0 1,-1 0 0,1 0-1,0 0 1,-1 1 0,1-1 0,0 0-1,0 1 1,-1-1 0,1 0-1,0 1 1,0 0 0,0-1-1,0 1 1,-1 0 0,0 1 0,-4 2-977,0 0 1,0 1 0,0 0 0,-6 8-1,-1 0-2121,-18 14-5770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3314,'0'0'13064,"22"-6"-10273,0-2-2095,-1 1 108,0 1 0,0 1 0,0 1 1,41-4-1,372-17 5269,219-8-3976,-330 17-1674,-197 6-135,-118 6-288,-8 4 0,0 0 0,1 0 0,-1 0 0,0 0 0,0-1 0,0 1 0,0 0 0,0 0 0,0 0 0,0 0 0,0 0 0,0 0 0,1 0 0,-1 0 0,0 0 0,0-1 0,0 1 0,0 0 0,0 0 0,0 0 0,0 0 0,0 0 0,0 0 0,0 0 0,0-1 0,0 1 0,0 0 0,0 0 0,0 0 0,0 0 0,0 0 0,0 0 0,0-1 0,0 1 0,0 0 0,0 0 0,0 0 0,0 0 0,0 0 0,-1 0 0,1 0 0,0-1 0,0 1 0,0 0 0,0 0 0,0 0 0,0 0 0,0 0 0,0 0 0,0 0 0,-1 0 0,1 0 0,0 0 0,0 0 0,0 0 0,0 0 0,0 0 0,0 0 0,0 0 0,-1 0 0,1 0 0,0 0 0,0 0 0,0 0 0,0 0 0,0 0 0,0 0 0,-1 0 0,1 0 0,0 0-9,-52-3 375,25 8-1541,25-4 711,0-1-1,1 1 1,-1 0 0,1 0 0,-1-1-1,1 1 1,-1 0 0,1 1-1,-1-1 1,1 0 0,-2 2-1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6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 3794,'0'0'17480,"-7"0"-13972,11 0-3237,0 0-1,1 1 1,-1-1 0,0 1-1,0 0 1,1 1 0,-1-1-1,0 1 1,0 0 0,0 0-1,-1 0 1,1 0 0,0 1 0,-1-1-1,0 1 1,1 0 0,-1 0-1,0 0 1,-1 1 0,1-1-1,0 1 1,-1-1 0,4 9-1,-1-3-134,0 0-1,-1 1 0,-1 0 1,1 0-1,-1 0 0,-1 0 1,0 0-1,0 1 0,-1-1 1,-1 17-1,2-34-185,1-1 0,0 1 0,0 0 0,6-11 0,-6 13 9,5-11-51,2 0-1,0 0 0,0 1 0,1 1 1,1 0-1,0 0 0,25-20 1,-36 34 100,-1 0 0,0 0 0,0-1 0,0 1 0,0 0 0,0 0 0,1 0 1,-1 0-1,0 0 0,0 0 0,0 0 0,1 0 0,-1 0 0,0 0 0,0 0 0,0 0 1,1 0-1,-1 0 0,0 0 0,0 0 0,0 0 0,1 0 0,-1 0 0,0 0 1,0 0-1,0 0 0,0 0 0,1 0 0,-1 0 0,0 0 0,0 0 0,0 1 1,0-1-1,1 0 0,-1 0 0,0 0 0,0 0 0,0 0 0,0 1 0,0-1 0,0 0 1,1 0-1,-1 0 0,0 0 0,0 1 0,0-1 0,0 0 0,3 17 319,-2 27 8,-1-35-354,-3 37 18,2-33-29,0 0 1,1 1-1,0-1 0,4 23 1,-4-35-47,1 0 0,-1 0 0,0 0 0,1 0 0,-1 0 0,1 0 0,0 0 0,-1 0 0,1-1 0,0 1 0,-1 0 0,1 0 0,0-1 0,0 1 0,-1 0 0,1-1 0,0 1 0,0-1 0,0 1 0,0-1 0,0 0 0,0 1 0,0-1 0,0 0 0,2 1 0,32 0-3115,-22-2 1285,27-2-4710,2-11-4197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32 4322,'0'0'14831,"-21"3"-11833,-63 12-882,82-14-2026,0-1 0,0 1 0,0-1 1,0 1-1,0 0 0,0 0 0,0 0 0,0 0 0,0 0 0,0 0 0,1 1 0,-1-1 0,0 1 1,1-1-1,-1 1 0,1 0 0,0-1 0,-1 1 0,1 0 0,0 0 0,0 0 0,0 0 1,0 0-1,1 0 0,-1 0 0,0 0 0,1 0 0,-1 0 0,1 1 0,0-1 0,0 0 0,0 0 1,0 0-1,0 0 0,1 1 0,-1-1 0,0 0 0,1 0 0,0 0 0,-1 0 0,1 0 1,0 0-1,0 0 0,0 0 0,1 0 0,-1 0 0,0-1 0,1 1 0,-1 0 0,1-1 0,-1 1 1,3 1-1,10 3-67,0 0 0,1 0 0,-1-1 0,1-1 0,0-1 0,0 0 0,0-1 0,1 0 0,-1-1 0,20-2 0,-34 1-19,0 0 0,-1 0 0,1 0 0,0 0-1,0 0 1,-1-1 0,1 1 0,0 0 0,-1 0 0,1-1 0,0 1-1,-1 0 1,1-1 0,0 1 0,-1-1 0,1 1 0,0-1 0,-1 1 0,1-1-1,-1 1 1,1-1 0,-1 1 0,0-1 0,1 0 0,-1 1 0,1-1-1,-1 0 1,0 1 0,1-2 0,-1-1 9,1 0 0,-1 0 0,1 0 0,-1 0-1,0 0 1,0 0 0,0 0 0,-1-3 0,0-1-6,-1 0 0,1 0 0,-1 0 0,-1 0-1,1 0 1,-5-8 0,-3 1-141,-18-27-581,6 19-2808,18 21 1476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346 649 10485,'0'0'11264,"-22"-2"-8503,-72-5-734,84 7-1692,0 1 0,1 1-1,-1 0 1,0 0-1,0 1 1,1 0 0,-1 0-1,1 1 1,0 1-1,0-1 1,-12 10-1,0-2 150,18-10-372,-9 5 295,0 0 0,-21 18 0,31-24-394,0 0 1,1 0 0,-1 0 0,1 1-1,-1-1 1,1 1 0,-1-1 0,1 1-1,0 0 1,0-1 0,0 1 0,0 0-1,0 0 1,0 0 0,1 0-1,-1 0 1,0 0 0,1 0 0,0 0-1,-1 0 1,1 0 0,0 0 0,0 0-1,0 0 1,0 0 0,1 0 0,-1 0-1,2 4 1,-1-5-14,0 0 0,0 0 0,0 0 0,1 0 0,-1 0 0,0-1 0,1 1 0,-1 0 0,1-1 0,-1 1 0,1-1 0,-1 1 0,1-1 0,-1 0 0,1 0 0,-1 0 0,1 0 0,0 0 0,-1 0 0,1 0 0,-1 0 0,3-1 0,4 1 0,5 0-39,-1 0 0,0 0 1,0-1-1,0-1 0,0 0 0,0-1 0,0 0 1,0-1-1,-1 0 0,12-6 0,10-10-422,-1-1 0,-1-2 0,-1-1 0,-1-1 0,-1-1 0,-2-2 0,0-1 0,38-58 1,-28 31-331,-3-1 1,-2-2 0,-2-1 0,23-76-1,-48 125 735,12-43-340,-15 50 468,0 0 0,0 0-1,-1 0 1,1-1 0,-1 1-1,0 0 1,0 0 0,-1 0-1,1 0 1,-2-6 0,1 10-40,1 0 0,0-1 0,0 1 1,0 0-1,-1 0 0,1-1 0,0 1 1,0 0-1,-1 0 0,1 0 0,0 0 1,0 0-1,-1-1 0,1 1 0,0 0 1,-1 0-1,1 0 0,0 0 0,-1 0 1,1 0-1,0 0 0,-1 0 0,1 0 1,0 0-1,0 0 0,-1 0 1,1 0-1,0 0 0,-1 0 0,1 1 1,0-1-1,-1 0 0,-5 2 119,0 0-1,0 0 1,0 1 0,0 0 0,0 0-1,1 0 1,0 1 0,-1 0-1,1 0 1,1 0 0,-1 1 0,0-1-1,1 1 1,-4 6 0,-15 19 634,-20 33 1,41-59-707,-19 30 359,2 1-1,2 1 1,1 0 0,1 1-1,-9 39 1,17-44-354,0-1 0,2 1 0,1 0 1,2 0-1,1 0 0,6 55 0,-5-82-124,1 0 1,0 1-1,0-1 1,1 0-1,0 0 0,-1 0 1,2 0-1,-1 0 1,1 0-1,-1-1 0,1 1 1,0-1-1,1 1 0,-1-1 1,1 0-1,0-1 1,0 1-1,4 3 0,-3-4-351,0-1 0,0 1 0,1-1 0,-1 0 0,1 0-1,-1 0 1,1-1 0,-1 0 0,1 0 0,11 1-1,-6-2-545,-3 1-322,0-1 1,0 0 0,0-1 0,-1 1 0,11-3 0,13-13-7962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39 111 2801,'0'0'18643,"20"0"-17239,159 2 213,-178-2-1607,0 1 0,0-1 0,0 0 1,1 0-1,-1-1 0,0 1 1,0 0-1,0 0 0,0-1 1,0 1-1,0 0 0,0-1 0,1 1 1,-1-1-1,0 1 0,-1-1 1,1 0-1,0 1 0,0-1 1,0 0-1,0 0 0,0 1 0,-1-1 1,1 0-1,0 0 0,0-2 1,0 1 58,0-1 1,-1 1 0,0-1 0,1 1-1,-1-1 1,0 1 0,0-1 0,0 1-1,-1-1 1,1 1 0,-2-5 0,1 4 46,-1 0 0,1-1 0,-1 1 0,0 1 0,0-1 0,0 0 0,0 0 0,0 1 0,-1-1 0,1 1 0,-1 0 0,1 0 0,-1 0 0,0 0 0,0 0 0,0 0 0,0 1 0,-4-2 0,-1 0 172,0 0 0,0 0 0,-1 1 0,1 0 0,-1 0 0,-11 0 0,13 2-86,0 0 0,0 0 0,0 1 0,1 0 0,-1 0 0,0 1 0,1-1 0,-1 2 0,1-1 0,-1 1 0,1 0 0,0 0 0,-9 7 0,11-7-195,0 0 0,1 0-1,-1 1 1,1-1 0,0 1 0,0 0 0,0 0 0,1 1 0,-1-1 0,1 0 0,0 1 0,0-1 0,0 1 0,1 0 0,0 0 0,0-1 0,0 1 0,0 0 0,1 8 0,0-9-7,0 0 1,0 0-1,0-1 0,1 1 0,0 0 1,-1-1-1,1 1 0,0-1 0,1 1 1,-1-1-1,1 1 0,-1-1 1,1 0-1,4 5 0,-1-3-7,-1-1 0,1 1 1,0-2-1,1 1 0,-1 0 0,1-1 0,10 4 0,-2 0-741,1-1-1,24 5 1,31 1-7401,-27-11-1959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0 144,'5'7'22425,"-6"-7"-22301,-9 3 3404,-32-2-1692,-4 1-442,33 0-1096,0 1-1,1 1 1,-1 0 0,1 0 0,0 1 0,0 1 0,1 0-1,0 1 1,0 0 0,-11 9 0,21-15-296,0 0 0,-1 0 0,1 0-1,0 0 1,0 1 0,0-1 0,0 0 0,0 0 0,0 1 0,1-1-1,-1 1 1,0-1 0,1 1 0,-1-1 0,1 1 0,-1-1 0,1 1-1,-1 2 1,2-3-1,-1 1-1,0-1 0,1 0 1,-1 0-1,1 0 1,-1-1-1,1 1 1,-1 0-1,1 0 0,0 0 1,0 0-1,-1 0 1,1-1-1,0 1 0,0 0 1,0-1-1,0 1 1,0-1-1,0 1 1,1 0-1,8 3-2,0-1 1,0-1 0,0 1-1,17 0 1,-14-1 4,-1 0-3,0 1 0,0 0 0,0 0 0,13 7 0,-23-9 0,0 0 0,0 0 0,0 0 0,-1 0 0,1 0 0,0 0 0,-1 1 0,1-1 0,-1 0 0,1 1 0,-1 0 0,0-1 0,0 1 0,0 0 0,1 2 0,-1-3 0,-1 1 0,0-1 0,0 1 0,0-1 0,0 1 0,0-1 0,0 1 0,0-1 0,-1 1 0,1-1 0,0 1 0,-1-1 0,1 0 0,-1 1 0,0-1 0,1 1 0,-1-1 0,0 0 0,0 0 0,0 0 0,0 1 0,0-1 0,-2 2 0,-10 7 0,0 1 0,0-2 0,-1 0 0,-1 0 0,-19 8 0,-14 8 0,28-13-23,-130 83-218,163-106-9195,10-8 4848,-2 0 705,26-23-5271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3265,'0'0'19722,"-23"130"-17321,-2-46-256,0 7-305,2 1-255,0-8-448,11-15-721,3-15-336,3-14-80,2-17-304,4-12-865,0-32-10420,0-19 1040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6851,'0'0'3874,"18"1"250,100 8 1502,105 6 631,-176-14-5397,52-2 1346,-98 1-2152,-1 0 1,1 0-1,0 0 0,0 0 1,0 0-1,0 0 1,0 0-1,0 0 1,0 0-1,0-1 1,-1 1-1,1 0 1,0-1-1,0 1 0,0 0 1,0-1-1,-1 1 1,1-1-1,0 1 1,-1-1-1,1 0 1,0 1-1,-1-1 1,1 0-1,0 1 0,-1-1 1,1 0-1,-1 0 1,0 1-1,1-1 1,-1 0-1,0 0 1,1-1-1,-3 1 17,-1 0-1,1 0 1,0 0-1,-1 1 1,1-1 0,-1 1-1,1-1 1,-1 1-1,1 0 1,-1 0 0,1 0-1,-1 0 1,-2 1-1,-2-1-7,-7 1-54,1 0 0,-1 1 0,0 0 1,1 1-1,-1 0 0,1 2 0,-24 10 0,32-13-10,0 1 0,0 0 0,0 0 0,1 0 0,-1 1 0,1 0 0,0 0 0,0 0 0,-7 9 0,10-10 1,-1 0 1,0 0-1,1 0 0,0 1 0,-1-1 0,1 0 1,1 1-1,-1-1 0,0 1 0,1-1 0,0 1 1,0-1-1,0 1 0,0-1 0,0 1 1,1-1-1,1 6 0,-1-8 0,-1 1 0,1-1 0,0 0 0,0 1 0,0-1 0,0 0 0,0 1 0,0-1 0,1 0 0,-1 0 0,0 0 0,1 0 0,-1 0 0,0 0 0,1 0 0,-1-1 0,1 1 0,0-1 0,-1 1 0,1-1 0,-1 1 0,1-1 0,0 0 0,-1 0 0,3 1 0,53-1 0,-39 0 0,-3-1 0,0 1 0,1-2 0,-1 0 0,0-1 0,-1 0 0,1-2 0,0 1 0,-1-2 0,0 0 0,0 0 0,-1-2 0,0 1 0,0-2 0,-1 0 0,0 0 0,0-1 0,-1 0 0,0-1 0,16-22 0,-16 16 0,-6 8 0,-10 22 0,0-1-10,1-1 1,0 0-1,1 1 0,0 0 1,1-1-1,0 1 0,1 0 0,0 0 1,1 0-1,1 17 0,0-27-182,-1 1-1,1 0 1,0-1-1,0 1 1,0-1-1,0 1 1,0-1-1,0 1 1,0-1 0,1 0-1,-1 0 1,1 1-1,0-1 1,0 0-1,0 0 1,0-1-1,0 1 1,0 0-1,0-1 1,0 1-1,1-1 1,-1 0-1,1 0 1,-1 0-1,1 0 1,4 1-1,5 1-2529,0-1-1,0-1 0,1 0 0,17 0 0,3-1-6820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4802,'0'0'19783,"1"9"-17233,0 99 3082,-2-168-5794,1-66 507,1 113-636,1 0 0,0 0 0,0 0 0,2 1 0,-1-1 0,2 1 0,6-15 0,7 6-4375,4 5-5741,-17 13 7512,13-9-7934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11669,'0'0'12625,"-8"19"-9648,-59 140 1580,-3 69-3662,50-155-851,19-67-80,0-1-1,-1 0 1,0 0-1,0 0 1,-1 0 0,1 0-1,-1 0 1,0-1-1,-7 9 1,-14 2-3843,-10-9-6194,8-6-3496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2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13014,'0'0'4071,"26"-7"-5,86-19-1091,-92 22-2215,1 1 0,-1 1 0,1 2 1,27 1-1,-27 0 2271,-45-1-2579,-1 1 1,0 2-1,-47 10 0,72-13-452,-1 0 0,0 0 0,1 0 0,-1 0 0,0 0 0,0 0 0,1 1 0,-1-1 0,0 0 0,1 0 0,-1 1 0,0-1 0,1 1 0,-1-1 0,1 0 0,-1 1 0,1-1 0,-1 1 0,0-1 0,1 1 0,0-1 0,-1 1 0,1 0 0,-1-1 0,1 1 0,0 0 0,-1-1 0,1 1 0,0 0 0,0-1 0,-1 1 0,1 0 0,0-1 0,0 1 0,0 0 0,0 0 0,0-1 0,0 1 0,0 0 0,0-1 0,0 1 0,1 0 0,-1 0 0,0-1 0,0 1 0,1 0 0,-1-1 0,0 1 0,1-1 0,-1 1 0,0 0 0,1-1 0,-1 1 0,1-1 0,-1 1 0,2 0 0,4 6 0,1-1 0,0 0 0,13 9 0,-9-8 0,-2 1 0,8 5 0,0 1 0,14 18 0,-27-29 0,-1 1 0,1 0 0,-1 0 0,-1 1 0,1-1 0,-1 1 0,1-1 0,-1 1 0,0 0 0,-1 0 0,1 0 0,-1-1 0,0 2 0,0 6 0,-1-11 1,-1 1-1,1-1 1,-1 1 0,1-1-1,-1 0 1,0 1 0,1-1-1,-1 0 1,0 0 0,0 1-1,0-1 1,0 0 0,0 0 0,0 0-1,0 0 1,-1 0 0,1-1-1,0 1 1,0 0 0,-2 0-1,-37 18-73,23-12-327,15-6 223,-2 2-966,0-2 0,0 1 1,0 0-1,0-1 0,-1 1 0,-6 0 0,-10-1-8101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0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3330,'0'-3'20201,"0"2"-20025,0 1 1,0-1 0,0 0-1,0 0 1,0 1-1,0-1 1,0 0 0,0 1-1,1-1 1,-1 0-1,0 1 1,0-1 0,1 0-1,-1 1 1,0-1-1,0 0 1,1 1 0,-1-1-1,1 1 1,-1-1 0,1 1-1,-1-1 1,1 1-1,-1-1 1,1 1 0,0-1-1,23-2 3634,-18 3-3910,-5 0 136,0 0 0,1 0 0,-1 0 0,1 0 0,-1 0 0,0 0 0,1 0 0,-1 0 0,0 1 0,1-1 0,-1 1 0,0-1 0,1 1 0,-1-1-1,0 1 1,0-1 0,0 1 0,1 0 0,-1 0 0,0 0 0,0 0 0,1 1 0,-1 1-49,0-1 0,-1 1 0,1-1 0,-1 1 0,1 0 0,-1-1 0,0 1 0,0 0 0,0 4 0,-1 4 74,-5 98-61,7-108 0,-1 0 0,0 0 0,1 0 0,-1 0 0,1 0 0,0 0 0,-1 0 0,1-1 0,0 1 0,-1 0 0,1 0 0,0 0 0,0-1 0,0 1 0,0 0 0,0-1 0,0 1 0,0-1 0,0 1 0,0-1 0,0 0 0,0 1 0,0-1 0,0 0 0,0 0 0,0 1 0,0-1 0,0 0 0,0 0 0,0 0 0,2-1 0,48 1 0,-35-1 0,-8 1 0,1-1 0,-1 0 0,0 0 0,0-1 0,0 0 0,0-1 0,0 0 0,-1 0 0,1 0 0,-1-1 0,0 0 0,0-1 0,10-7 0,-1-2 0,-1 0 0,0-1 0,-1-1 0,13-18 0,-25 35 0,0 1 0,-1 0 0,1 0 0,0 0 0,0 0 0,-1 0 0,1 0 0,-1 0 0,0 1 0,0-1 0,2 5 0,17 25 0,-18-29 0,1 0 0,-1-1 0,0 0 0,1 1 0,0-1 0,-1 0 0,1 0 0,0-1 0,0 1 0,0-1 0,0 1 0,0-1 0,0 0 0,1 0 0,-1 0 0,0-1 0,1 1 0,-1-1 0,0 1 0,1-1 0,-1 0 0,0-1 0,1 1 0,5-2 0,-5 1 0,0-1 0,1 0 0,-1 0 0,0 0 0,0-1 0,0 1 0,-1-1 0,1 0 0,0 0 0,-1 0 0,0 0 0,0-1 0,0 1 0,0-1 0,-1 0 0,1 0 0,1-4 0,1-4 0,0-1 0,-2 1 0,1 0 0,-1-1 0,-1 0 0,0 0 0,-1 1 0,-1-1 0,-1-18 0,1 30-2,0 1-1,0-1 1,-1 0 0,1 1-1,0-1 1,-1 0 0,1 1-1,0-1 1,-1 1 0,1-1-1,-1 0 1,1 1 0,-1-1-1,1 1 1,-1-1 0,1 1-1,-1 0 1,0-1 0,1 1-1,-1 0 1,0-1 0,1 1-1,-1 0 1,0 0 0,1-1-1,-1 1 1,0 0-1,1 0 1,-1 0 0,0 0-1,0 0 1,1 0 0,-2 0-1,-11 3-3265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9861,'0'0'19016,"4"107"-17799,-4-86-785,-2-9-432,0-1-512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1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16023,'0'0'10069,"21"75"-11846,-7-60-2721,5-9-3394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13334,'0'0'10325,"-75"148"-5539,45-74-1713,-1 1-1824,0-2-1249,1-4 0,5-4 0,7-11 0,3-6 0,0-6 0,3-13 0,-5-4 0,0-8 0,1-6 0,-3-9-4706,2-2-2273,-2 0-6115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10197,'20'-5'6800,"245"-40"5483,-196 37-10615,125-20 120,-172 24-1784,0-2 1,0-1-1,-1-1 1,1 0-1,-2-2 1,28-16-1,-40 21-4,-1-1 0,0 1 0,-1-1 0,1-1 0,-1 1 0,0-1 0,-1 0 0,7-10 0,-10 13 0,1-1 0,-1 0 0,0 0 0,0 0 0,0 0 0,-1 0 0,0 0 0,0 0 0,0 0 0,0 0 0,-1-1 0,0 1 0,0 0 0,0 0 0,-2-8 0,1 10 0,0 1 0,-1-1 0,1 0 0,0 0 0,-1 1 0,0-1 0,0 1 0,0-1 0,0 1 0,0 0 0,0-1 0,0 1 0,-1 1 0,1-1 0,-1 0 0,0 0 0,1 1 0,-1 0 0,0-1 0,0 1 0,0 0 0,0 0 0,0 1 0,-6-2 0,-6 0 0,0 0 0,-1 1 0,-25 1 0,30 1 0,0 0 0,1 1 0,-1 0 0,0 1 0,0 0 0,1 1 0,0 0 0,0 1 0,0 0 0,0 0 0,1 1 0,0 0 0,0 0 0,0 1 0,1 1 0,0 0 0,0 0 0,-8 11 0,6-5 0,1 0 0,1 0 0,0 0 0,0 1 0,2 1 0,0-1 0,1 1 0,0 0 0,1 0 0,1 0 0,-2 29 0,3-20 0,0 1 0,1 1 0,3 33 0,-2-55 0,1 0 0,0 1 0,-1-1 0,2 0 0,-1 0 0,0 0 0,1-1 0,0 1 0,0 0 0,1-1 0,-1 1 0,1-1 0,0 0 0,0 0 0,0 0 0,1 0 0,0 0 0,4 3 0,-6-6 0,-1 0 0,1 0 0,0 0 0,-1 0 0,1 0 0,0 0 0,0-1 0,0 1 0,0-1 0,0 0 0,0 1 0,0-1 0,0 0 0,0 0 0,0 0 0,0 0 0,-1 0 0,1-1 0,0 1 0,0-1 0,0 1 0,0-1 0,0 0 0,0 1 0,-1-1 0,1 0 0,0 0 0,-1 0 0,1-1 0,-1 1 0,1 0 0,1-3 0,5-5 0,-1 0 0,0 0 0,-1-1 0,9-17 0,5-7 0,-20 34 0,0 0 0,0 0 0,1 0 0,-1-1 0,0 1 0,1 0 0,-1 0 0,0 0 0,0 0 0,1 0 0,-1 0 0,0 0 0,1 0 0,-1 0 0,0 0 0,0 0 0,1 0 0,-1 0 0,0 0 0,1 0 0,-1 0 0,0 0 0,1 0 0,-1 0 0,0 0 0,0 1 0,1-1 0,-1 0 0,0 0 0,0 0 0,1 0 0,-1 1 0,0-1 0,0 0 0,0 0 0,1 1 0,-1-1 0,0 0 0,0 0 0,0 1 0,0-1 0,0 0 0,1 0 0,-1 1 0,0-1 0,0 0 0,0 1 0,0-1 0,0 0 0,0 0 0,0 1 0,0-1 0,0 1 0,8 23 0,-7-20 0,3 6 77,0 0 0,0 0 0,1-1-1,1 0 1,-1 0 0,10 11 0,-11-16-265,0 0 0,1 0 0,-1 0 0,1 0 0,7 4 0,-9-6-456,1-1 0,-1 1 0,1-1-1,0 1 1,-1-1 0,1 0-1,0-1 1,0 1 0,4 0-1,15-1-9882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253 354 944,'1'0'14299,"3"12"-12302,-3-8-1573,-1-1 0,0 1 1,0 0-1,-1 0 0,1 0 0,-1-1 0,0 1 1,1 0-1,-2-1 0,1 1 0,-3 5 1,-24 42 2081,18-34-1779,-71 109 2121,68-108-2653,0-2 0,-1 1 0,-1-2 0,-1 0 0,-17 13 0,33-28-197,0 1 0,-1-1 1,1 1-1,-1-1 1,1 0-1,0 1 1,-1-1-1,1 1 1,-1-1-1,1 0 1,-1 1-1,1-1 1,-1 0-1,0 0 1,1 0-1,-1 1 0,1-1 1,-1 0-1,1 0 1,-1 0-1,0 0 1,1 0-1,-1 0 1,1 0-1,-1 0 1,0 0-1,1 0 1,-1 0-1,1 0 1,-1-1-1,1 1 0,-1 0 1,1 0-1,-1-1 1,0 1-1,1 0 1,0 0-1,-1-1 1,1 1-1,-1-1 1,1 1-1,-1 0 1,1-1-1,0 1 1,-1-1-1,1 1 0,0-1 1,-1 1-1,1-1 1,0 0-1,0 1 1,0-1-1,-1 1 1,1-1-1,0 1 1,0-1-1,0 0 1,0 1-1,0-1 1,0 1-1,0-1 0,0 0 1,0 1-1,0-1 1,1 0-1,4-44-307,1 28 196,1 0 0,0 1 0,1 0 1,1 0-1,0 1 0,16-18 0,-5 3-68,215-298-3704,-216 303 3393,2 1-1,0 0 1,2 2-1,45-35 1,-65 55 498,0-1 1,-1 1 0,1 0-1,0 0 1,1 1 0,-1-1-1,0 1 1,0-1 0,1 1-1,-1 0 1,1 0 0,-1 1-1,1-1 1,-1 1 0,1 0-1,0 0 1,4 0 0,-7 1 18,-1-1-1,1 1 1,0 0 0,0 0 0,-1-1-1,1 1 1,0 0 0,-1 0 0,1 0-1,-1 0 1,1 0 0,-1 0 0,1 0 0,-1 0-1,0 0 1,0 0 0,1 0 0,-1 0-1,0 0 1,0 0 0,0 0 0,0 0 0,0 0-1,0 0 1,0 0 0,-1 1 0,1 3 106,0 10 157,2 4 41,-2 0 0,0 0 0,-1 0 1,-6 29-1,6-43-265,-1 1 0,0-1 1,0 1-1,0-1 0,-1 0 0,0 0 0,0 0 1,0 0-1,0-1 0,-1 1 0,0-1 0,0 0 0,0 0 1,0 0-1,-1 0 0,0-1 0,1 0 0,-1 0 0,-8 4 1,-92 33 850,76-31-740,0 2-1,1 1 1,-34 19 0,60-30-90,1 0 0,-1 0 1,0 0-1,0 0 1,0 1-1,1-1 0,-1 1 1,1-1-1,-1 1 1,1-1-1,-1 1 0,1 0 1,0 0-1,0 0 1,0-1-1,0 1 0,0 0 1,1 0-1,-1 0 1,0 1-1,1-1 0,-1 0 1,1 0-1,0 0 1,0 0-1,0 0 0,0 1 1,1 3-1,0-2 92,1 0 0,0-1 0,0 1-1,0 0 1,0-1 0,0 1 0,1-1-1,0 0 1,-1 0 0,1 0 0,1 0 0,-1 0-1,6 3 1,26 20-124,-1 0 0,-1 3-1,33 37 1,-59-58 72,1 0 0,0 0 0,1 0 0,10 6 0,-16-12-470,0 0-1,0-1 0,0 1 1,1-1-1,-1 0 0,0 0 1,6 1-1,-6-1-567,-1-1 1,1 0-1,-1 0 1,1 0-1,-1 0 0,1-1 1,-1 1-1,0-1 1,1 0-1,-1 1 0,1-1 1,1-1-1,14-12-11191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3362,'0'0'24171,"15"90"-21914,-24-61-849,5-4-671,4-8-433,0-7-304,0-8-80,13-2-1121,5 0-1456,1-25-2385,-2-8-4563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8836,'0'0'15559,"0"19"-15223,5-3-336,3 3-656,7 0-1905,3 2-865,10 0-2528,3-2-1298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287 618 7187,'0'0'13278,"-24"0"-10082,-78-2-485,85 2-1406,-1 0 0,-31 5 1,45-4-1103,-1 0 0,0 1 0,1-1 1,-1 1-1,0 0 0,1 0 1,0 1-1,0-1 0,-1 1 0,1 0 1,-3 4-1,5-6-201,1 1-1,-1 0 1,1-1 0,0 1-1,0 0 1,0 0 0,0 0-1,0 0 1,0 0 0,1 0-1,-1 0 1,0 0 0,1 0-1,0 0 1,0 1 0,-1-1-1,1 0 1,0 0 0,1 0-1,-1 0 1,0 1 0,1-1 0,-1 0-1,1 0 1,1 3 0,2 6-4,1 0 0,1 1 1,9 14-1,1 2 5,-8-9-3,0 2 0,-2-1 0,0 1 0,-2 0 0,0 0 0,-1 0 0,-1 0 0,-1 26 0,-1-44 0,0 0 0,0 0 0,-1-1 0,1 1 1,-1 0-1,1 0 0,-1-1 0,0 1 0,0-1 0,0 1 0,0-1 0,0 1 0,-1-1 1,1 0-1,-1 1 0,0-1 0,1 0 0,-1 0 0,0 0 0,-4 3 0,2-3-2,1 0 0,-1 0 0,1-1 0,-1 1 0,0-1 0,0 0 0,0 0 0,1 0 0,-1-1 0,0 1 0,0-1-1,0 0 1,-8-1 0,11 1-31,0-1 0,0 0 0,0 0 0,1 1 0,-1-1 0,0 0 0,0 0 0,1 0 0,-1 0 0,1 0 0,-1 0 0,1 0 0,-1 0 0,1 0-1,-1 0 1,1 0 0,0-1 0,0 1 0,0 0 0,-1 0 0,1 0 0,0 0 0,0-1 0,1 1 0,-1 0 0,0-2 0,4-36-785,1 23 551,1 0 0,0 1 0,1 0 1,0 0-1,1 1 0,1 0 0,0 1 0,22-24 0,-11 11-52,94-121-1112,91-122-1623,-24-15-115,-180 283 3161,5-8 3,-1-1 0,0 1 0,-1-1 0,0 1 0,-1-1-1,1 0 1,-2-1 0,0 1 0,2-13 0,-4 23 41,0-1 0,-1 0 0,1 1 0,0-1 0,0 1-1,0-1 1,-1 1 0,1-1 0,0 1 0,-1-1 0,1 1 0,0-1 0,-1 1 0,1-1-1,0 1 1,-1-1 0,1 1 0,-1 0 0,1-1 0,-1 1 0,1 0 0,-1-1 0,1 1-1,-1 0 1,0 0 0,1 0 0,-1-1 0,1 1 0,-1 0 0,1 0 0,-1 0 0,0 0-1,1 0 1,-1 0 0,1 0 0,-1 0 0,0 0 0,1 0 0,-1 1 0,0-1 0,-27 8 1061,19-2-785,0-1 0,0 1-1,1 1 1,0-1 0,0 1-1,1 1 1,0 0 0,-8 10-1,1 2 506,1 0 0,-17 34 0,9-9 37,3 0 0,2 2 0,2 0 1,-16 97-1,18-47-817,2 147 1,45-300-38,54-76-280,-89 132 284,0 0-1,0 0 1,0 0 0,0 0-1,0 0 1,0 0 0,0 0-1,0 0 1,0 0 0,0 0-1,0 1 1,0-1 0,0 0-1,0 0 1,0 0 0,0 0-1,0 0 1,0 0 0,0 0-1,0 0 1,0 0 0,0 1-1,0-1 1,0 0 0,0 0-1,0 0 1,0 0 0,0 0-1,0 0 1,0 0 0,0 0-1,0 0 1,0 1 0,0-1-1,0 0 1,0 0 0,0 0-1,0 0 1,0 0 0,0 0-1,1 0 1,-1 0 0,0 0 0,0 0-1,0 0 1,0 0 0,0 0-1,0 0 1,0 0 0,0 0-1,0 0 1,1 0 0,-1 0-1,0 0 1,0 0 0,0 0-1,0 0 1,0 0 0,0 0-1,0 0 1,0 0 0,1 0-1,-2 19 71,1-13-76,-1 0-1,1 0 1,0 0-1,0 0 1,1 0-1,0 0 1,0 0-1,0 0 1,4 10-1,-2-13-298,0-1 1,0 0-1,0 1 0,0-1 0,1-1 1,-1 1-1,1 0 0,-1-1 0,6 2 1,33 3-9627,-22-5-366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4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6051,'0'0'14748,"0"4"-12150,-2 6-1831,-1 0 0,0 0-1,0 0 1,-1 0 0,0-1-1,-8 13 1,-6 16 835,-13 33 6,-53 133-707,67-157-937,2 1 0,-11 67 0,23-92 36,1-1 0,1 26 0,1-38 0,0-8 0,1-1 0,-1 0 0,1 1 0,-1-1 0,1 0 0,-1 1 0,1-1 0,0 0 0,0 0 0,0 0 0,-1 0 0,1 0 0,0 0 0,0 0 0,1 0 0,-1 0 0,0 0 0,0 0 0,0-1 0,0 1 0,1 0 0,-1-1 0,0 1 0,1-1 0,-1 0 0,0 1 0,1-1 0,-1 0 0,1 0 0,-1 0 0,0 0 0,3 0 0,52-2 0,-54 2 0,6-1-76,-1-1 0,1 1 0,-1-2 0,0 1 0,0-1 0,11-5 0,9-13-3393,-25 19 2750,-1 0 0,1 0-1,-1 1 1,1-1 0,-1-1-1,0 1 1,0 0 0,0 0 0,0 0-1,-1 0 1,2-4 0,-1-14-8195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4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1553,'0'0'19209,"153"-25"-16344,-99 22-1665,-2 3-559,-14 0-641,-5 3-304,-8 9-2946,-6 3-4866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6563,'0'0'12534,"-13"115"-10597,-4-53-673,-6 9-800,4-2-175,-6-8-33,0-7-160,0-10-48,2-10-48,4-5-144,7-10-977,-1-9-1808,3-3-3058,-5-7-2177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0 464 2497,'0'0'4832,"27"-9"-868,286-91 4523,-301 96-8275,101-30 1404,173-76 0,-262 98-1498,-1 0 0,-1-2-1,23-17 1,-38 25-76,0 0-1,0-1 1,0 1-1,-1-1 0,1-1 1,-2 1-1,1-1 1,-1 0-1,-1 0 1,1 0-1,5-16 0,-10 23-33,1 0 0,-1 0-1,0 0 1,0 0-1,1 0 1,-1 0 0,0 0-1,0 0 1,0 0-1,0 0 1,0 0-1,0 0 1,0 0 0,0 0-1,-1 0 1,1 0-1,0 0 1,-1 0 0,1 0-1,0 0 1,-1 0-1,1 0 1,-1 0 0,0 0-1,1 1 1,-1-1-1,0 0 1,1 0 0,-1 1-1,0-1 1,0 0-1,0 1 1,0-1-1,1 1 1,-1-1 0,0 1-1,0-1 1,0 1-1,0 0 1,0 0 0,0-1-1,0 1 1,0 0-1,0 0 1,0 0 0,0 0-1,0 0 1,-1 0-1,-6 0-21,1 1 0,-1-1-1,1 1 1,0 1-1,-15 3 1,6 2 10,0 0 1,1 0-1,0 2 1,0 0 0,-19 15-1,-66 62 60,71-57 230,2 1 1,1 1 0,1 1 0,2 1 0,1 1-1,2 1 1,1 1 0,2 1 0,-16 49 0,31-79-238,0-1 1,1 1 0,0 0 0,0 0 0,0 13-1,3-19-32,0-1 0,-1 0-1,1 0 1,0 1 0,0-1-1,-1 0 1,1-1 0,0 1-1,0 0 1,-1 0 0,4-2-1,10-5 169,-1-1-1,0 0 0,-1-1 0,15-13 0,-12 10-76,1 0-1,21-11 1,-36 28 368,1 0-942,0 1 0,1-1 0,-1 1 0,1-1 0,0 0 0,0-1 0,8 8 0,-5-9-725,0-1 0,0 0 1,0 0-1,0 0 0,0-1 1,0 0-1,0 0 0,1-1 1,13-1-1,-7 1-1664,7-3-2606,-3-11 325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3217,'0'0'8594,"10"1"-6009,72 20 2836,-72-19-4968,0-1 0,0 0 0,14 0 0,-23-1-413,1 0 0,-1 0 0,0 0 0,0 0 0,1 0 0,-1 0 0,0 0 0,1 0 0,-1 0 0,0-1 0,0 1-1,1-1 1,-1 1 0,0-1 0,0 1 0,0-1 0,1 0 0,-1 0 0,0 1 0,0-1 0,0 0 0,0 0 0,-1 0-1,1 0 1,0 0 0,0 0 0,-1 0 0,1 0 0,0-1 0,-1 1 0,1 0 0,-1 0 0,1 0 0,-1-3 0,0 2 69,1 0 0,-2 0 1,1 0-1,0 0 1,0 0-1,-1 0 0,1 0 1,-1 1-1,1-1 1,-1 0-1,0 0 1,0 0-1,0 1 0,0-1 1,0 0-1,0 1 1,0-1-1,-1 1 0,1-1 1,0 1-1,-1 0 1,0-1-1,1 1 0,-1 0 1,1 0-1,-1 0 1,0 0-1,0 1 1,0-1-1,-2 0 0,-5-1 267,0 0 0,0 1 0,-1 0 0,1 1 0,-12 0 0,6 0 94,13 1-442,0-1-1,0 0 1,0 1 0,1-1-1,-1 1 1,0-1-1,0 1 1,1 0 0,-1 0-1,0 0 1,1 0 0,-1 0-1,1 0 1,0 0 0,-1 1-1,1-1 1,0 0 0,0 1-1,-1-1 1,1 1-1,0-1 1,0 1 0,1 0-1,-1-1 1,0 1 0,1 0-1,-1 0 1,1-1 0,-1 1-1,1 3 1,-3 7-27,2 0-1,0 1 1,0 16 0,1-22-2,1-5-84,-1 0-1,0 0 0,1 0 1,-1 0-1,1 0 1,-1 0-1,1 0 1,0 0-1,0-1 1,0 1-1,0 0 1,0 0-1,0-1 1,0 1-1,1 0 1,-1-1-1,1 0 0,-1 1 1,1-1-1,0 0 1,-1 0-1,1 1 1,0-2-1,0 1 1,0 0-1,-1 0 1,1 0-1,0-1 1,0 1-1,4 0 1,8 1-1101,0 0 0,0-1 1,22 0-1,-26-1 563,67-4-4030,16-15-3028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10917,'0'0'13476,"-3"22"-11476,1-4-1513,-1 5 182,0-1-1,-1 0 0,-1 0 1,-13 34-1,7-33-223,0 0 0,-1-1 1,-1 0-1,-1 0 0,-23 25 1,-91 86-731,76-82 443,39-36-158,13-15 0,0 0 0,0 1 0,0-1 0,0 0 0,0 1 0,0-1 0,0 0 0,0 1 0,0-1 0,0 0 0,0 1 0,0-1 0,0 0 0,0 1 0,0-1 0,0 0 0,0 1 0,0-1 0,0 0 0,1 0 0,-1 1 0,0-1 0,0 0 0,0 1 0,0-1 0,1 0 0,-1 0 0,0 0 0,0 1 0,1-1 0,-1 0 0,0 0 0,0 0 0,1 1 0,-1-1 0,0 0 0,1 0 0,-1 0 0,0 0 0,1 0 0,-1 0 0,0 0 0,0 0 0,1 0 0,-1 0 0,0 0 0,1 0 0,-1 0 0,0 0 0,1 0 0,-1 0 0,0 0 0,1 0 0,-1 0 0,0 0 0,1 0 0,-1-1 0,38-1 0,-1-2 0,1-2 0,46-13 0,-47 10 0,1 1 0,1 2 0,50-2 0,-71 9 44,12 0-5003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65 5699,'0'0'16247,"8"-1"-14566,2-1-1128,0 1 0,0 0 0,0 1 0,0 0 1,-1 0-1,1 1 0,0 1 0,16 4 0,-20-5-331,1 1 0,0-1 0,0 0 0,-1-1 1,1 0-1,9 0 0,1-1 45,-16 0-256,0 0 0,-1-1 0,1 1 0,0-1 0,-1 1 0,1-1 0,-1 1 0,0-1 0,0 1 0,1-1-1,-1 0 1,0 1 0,0-1 0,0 1 0,-1-1 0,1 1 0,0-1 0,0 0 0,-1 1 0,0-2 0,-1 0-3,0 1 0,0 0 0,0 0 0,0 0 0,-1 0 0,1 0 0,-1 0 0,1 0 0,-1 1 0,0 0 0,1-1 0,-1 1 0,0 0 0,0 0 0,0 1 0,0-1 0,-5 0 0,-54-6 74,62 7-82,-25-2 54,9 1 103,1 0 0,-1 1 0,1 0 0,0 1 0,-17 3 0,31-3-133,0-1 1,-1 1 0,1-1 0,0 1 0,0-1 0,0 1 0,0 0 0,0 0-1,0 0 1,0 0 0,0 0 0,0 0 0,0 0 0,0 0 0,1 0 0,-1 0 0,0 0-1,1 0 1,-1 0 0,1 1 0,-1-1 0,1 0 0,-1 1 0,1-1 0,0 0-1,0 0 1,0 1 0,0-1 0,0 0 0,0 1 0,0-1 0,0 0 0,0 1-1,1-1 1,-1 2 0,1 0-25,0 0-1,0 1 1,0-1-1,1 0 0,-1 0 1,1 0-1,-1 0 1,1 0-1,0 0 1,0 0-1,0 0 1,4 2-1,12 8-233,1 0 0,0-2 1,1-1-1,0 0 0,0-1 0,1-1 0,1-2 1,-1 0-1,34 5 0,31-3-5142,-62-8 279,36-5 1,-1-9-6434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8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539 177 5891,'0'0'13441,"2"-18"-11131,1-58-389,-3 73-1812,-1 0-1,1 0 1,-1 0 0,0 0 0,0 0 0,0 0-1,0 1 1,-1-1 0,1 0 0,-1 1 0,0-1-1,1 1 1,-1 0 0,0-1 0,0 1 0,-1 0-1,1 0 1,0 0 0,-4-1 0,-1-1 87,0 0 1,0 1 0,0 0 0,0 0-1,-8-1 1,5 1 8,0 1 0,0 0 0,0 1 0,-1 0 0,1 0-1,0 1 1,-1 1 0,1 0 0,0 0 0,0 1 0,-15 4 0,12-1-25,0 0-1,1 1 1,-1 0 0,1 1-1,1 0 1,-1 1 0,-18 17-1,12-8-8,2 1 0,0 0 0,1 1 0,1 1 0,1 0 0,1 1 0,1 0-1,0 1 1,-11 38 0,13-27-118,1 1 0,2 0 0,1 0 0,0 50 0,12 138-82,-6-211 36,0 3-92,0-6-140,0 0-1,-1-1 1,0 1-1,0 0 1,-3 14-1,3-21 42,0-1 0,0 0 1,-1 1-1,1-1 0,0 0 0,0 1 0,0-1 1,-1 0-1,1 0 0,0 1 0,0-1 0,0 0 1,-1 0-1,1 1 0,0-1 0,-1 0 0,1 0 1,0 0-1,-1 1 0,1-1 0,0 0 0,-1 0 1,1 0-1,0 0 0,-1 0 0,1 0 0,0 0 1,-1 0-1,1 0 0,0 0 0,-1 0 0,1 0 1,0 0-1,-1 0 0,1 0 0,0 0 0,-1 0 0,1 0 1,-1-1-1,-12-10-10987,3-9-354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8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9188,'0'0'9028,"132"-52"-7875,-86 45-993,-2 3-160,6-2-368,2 0-2754,5-5-4561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8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11221,'0'0'12587,"-19"12"-9668,2-2-2286,7-5-298,1 0 0,0 1 0,0 1 1,0-1-1,1 1 0,-1 1 0,2-1 0,-1 1 1,1 1-1,1-1 0,-11 18 0,-5 16 412,-28 80-1,42-99-764,2 0 0,0 1 0,2 0 0,1 0 0,-1 33 0,4-55 18,0 0 0,-1 1 0,1-1 0,1 0 0,-1 0 0,0 0 0,0 1 0,1-1 0,0 0 0,-1 0 0,1 0 0,0 0 0,0 0 0,0 0 0,0 0 0,0 0 0,0-1 0,1 1 0,-1 0 0,1-1 0,-1 1 0,1-1 0,-1 1 0,1-1 0,0 0 0,0 1 0,0-1 0,0 0 0,0 0 0,0-1 0,0 1 0,0 0 0,0-1 0,0 1 0,0-1 0,0 1 0,1-1 0,-1 0 0,0 0 0,5-1 0,10 2-47,0-2 1,0 0-1,0-1 0,0 0 0,28-9 1,-35 8-862,0-1 0,0 0 0,-1-1-1,12-7 1,-15 8-900,0-1 0,0 1 0,-1-1 0,1 0 0,-1-1 0,8-11 0,1-10-9624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3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14807,'0'0'13734,"142"-21"-12197,-98 21-1025,-2 0-512,-3 0-128,-1 0-1617,-3 0-2225,-12 0-5394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4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0 2945,'0'0'9317,"-4"0"-7650,-5 1-1160,1 0-1,0 1 1,0-1-1,0 1 1,0 1-1,0 0 1,1 0-1,-1 0 1,1 1-1,-13 9 1,-10 8 594,-30 28 0,46-37-839,-13 12 253,1 0 0,2 2 1,0 0-1,2 2 0,1 0 0,-34 60 1,45-68-253,1 1-1,1 0 1,0 0 0,2 0 0,0 1 0,2 0 0,0 0 0,2 0 0,0 1 0,1-1-1,2 0 1,2 25 0,-1-39-162,-1 0 1,1 0-1,1 0 0,0 0 0,0-1 0,0 1 1,1-1-1,0 0 0,0 0 0,9 11 0,-4-7 113,1-1 0,0-1 0,1 1 0,0-2-1,20 13 1,4-2 132,1-1-1,1-2 1,51 15-1,-74-26-345,3 1 0,-1-1 0,2 0 0,-1-1 0,1-1 0,22 1 0,-40-4-11,0-1 1,1 1-1,-1-1 1,0 1-1,0-1 0,1 1 1,-1-1-1,0 1 0,0-1 1,0 1-1,0-1 1,1 1-1,-1-1 0,0 0 1,0 1-1,0-1 1,0 1-1,0-1 0,-1 1 1,1-1-1,0 0 0,0 1 1,0-1-1,0 1 1,-1-2-1,-4-17-3189,3 4-4158,1-5-1337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4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184 226 4322,'0'0'15031,"-6"16"-12499,-108 278 5938,104-263-8129,8-21-288,-1 0 1,0 0-1,-1-1 1,0 1-1,0-1 0,-1 0 1,0 0-1,-8 10 1,6-17 10,4-12-134,2-14-172,1 22 218,2-28-216,0-1 0,2 0 0,2 1 1,0 0-1,2 0 0,22-52 0,-6 28-300,3 0-1,52-77 1,-73 122 515,5-8-46,0 1 0,27-29-1,-35 42 74,1-1 0,0 1 1,0-1-1,1 1 0,-1 0 0,0 1 0,1-1 0,0 1 0,0 0 0,-1 0 0,1 0 0,1 1 1,-1 0-1,0 0 0,0 0 0,6 0 0,-9 1 1,-1 0-1,1 1 1,0-1 0,-1 0-1,1 1 1,0-1 0,-1 1-1,1-1 1,-1 1 0,1 0 0,-1-1-1,1 1 1,-1 0 0,1 0-1,-1 0 1,0 0 0,0 1-1,0-1 1,2 1 0,-1 2 8,1 0 1,-1 0 0,0 0 0,0 0-1,0 0 1,-1 0 0,2 5 0,1 9 47,0 0 0,0 31 1,-3-40-47,0-2-6,-2 33 159,1-38-149,0-1 1,-1 0 0,1 0-1,-1 1 1,1-1-1,-1 0 1,0 0 0,1 0-1,-1 1 1,0-1-1,0 0 1,0 0 0,0 0-1,1 0 1,-1 0-1,-1-1 1,1 1 0,0 0-1,0 0 1,0-1-1,0 1 1,-1-1 0,1 1-1,0-1 1,0 1-1,-2-1 1,-68 12 422,-39 9-172,99-18-136,0 1 1,1 0-1,-1 0 0,1 1 0,0 1 1,0-1-1,-14 13 0,21-16-57,1 1-1,-1 0 0,1 0 1,0 0-1,-1 0 1,2 1-1,-1-1 1,0 1-1,1-1 0,-1 1 1,0 5-1,1-8-41,1 0 0,-1 1 0,1-1-1,0 1 1,0-1 0,-1 1 0,1-1 0,0 1 0,0-1-1,0 1 1,1-1 0,-1 1 0,0-1 0,1 1-1,-1-1 1,1 1 0,-1-1 0,1 0 0,-1 1-1,1-1 1,0 0 0,0 0 0,0 1 0,0-1-1,0 0 1,0 0 0,0 0 0,0 0 0,0 0 0,3 1-1,16 6 211,1-1-1,31 7 0,15 4-267,7 7 25,74 37 0,-143-59 675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4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 3009,'0'0'17961,"-2"3"-15995,-24 30 4892,-10 1-4375,-6 7-1993,-4 13-490,-45 66 0,70-89 0,2 2 0,2-1 0,-27 69 0,40-89 0,1 0 0,0 0 0,1 0 0,0 1 0,1-1 0,0 1 0,1 16 0,1-28 0,-1 1 0,0-1 0,1 1 0,-1-1 0,1 0 0,0 1 0,-1-1 0,1 0 0,0 0 0,0 1 0,-1-1 0,1 0 0,0 0 0,0 0 0,1 0 0,-1 0 0,0 0 0,0-1 0,0 1 0,0 0 0,1 0 0,-1-1 0,0 1 0,1-1 0,-1 1 0,1-1 0,-1 0 0,0 1 0,1-1 0,2 0 0,7 1 0,1 0 0,-1-1 0,13-1 0,-5 0 0,291-23 0,-262 19 0,-46 4-625,-11 2 2180,-2 0-4269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29:4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55 1393,'0'0'7769,"-7"-8"-5894,-7-6-1075,1-2 1019,-3 0 4614,29 31 4130,6 16-8810,0-1-1524,30 39-120,54 81-80,-88-125-30,-1 1 0,-1 0 0,-1 1 0,9 29 0,-17-42 1,0 1 0,-1 0 0,-1 1 0,0-1 0,-1 0 0,-1 1 0,0-1 0,-5 28 0,3-31 0,-1 0 0,-1 0 0,0 0 0,-1-1 0,0 0 0,-1 1 0,0-2 0,-1 1 0,0-1 0,0 0 0,-10 10 0,-8 5 0,-1-1 0,0-1 0,-34 21 0,-94 51 0,99-62 0,45-27-348,13-5 1219,7-1-2438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6.3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306 213 3217,'0'0'7393,"19"-13"-4717,47-30-571,-29 18 664,-89 56 7233,-2-3-5188,26-15-4840,0-2 0,0-1 0,-1-2-1,0 0 1,-1-2 0,0-1 0,-59 1 0,88-6 24,0 0 0,0 0-1,-1 0 1,1 0 0,0-1 0,0 1-1,0 0 1,0 0 0,0-1 0,0 1-1,-1-1 1,1 1 0,0-1 0,0 0 0,0 1-1,0-1 1,1 0 0,-1 0 0,0 0-1,0 1 1,0-1 0,1 0 0,-1 0 0,0 0-1,1 0 1,-1 0 0,1 0 0,-1-1-1,1 1 1,0 0 0,-1 0 0,1-2-1,-1-5-52,0 1-1,1-1 0,-1 0 0,3-10 0,-1-3-26,-2 15 65,2-1-1,-1 0 1,1 0 0,0 0-1,0 0 1,1 1 0,0-1-1,0 1 1,1-1 0,0 1-1,0 0 1,0 0 0,1 0-1,0 0 1,0 0 0,0 1-1,1 0 1,-1 0 0,1 0-1,1 1 1,-1-1 0,1 1-1,-1 1 1,1-1 0,0 1-1,1 0 1,-1 0 0,0 1-1,1-1 1,0 1 0,-1 1-1,1 0 1,0 0 0,0 0-1,9 0 1,-14 2 14,0-1 0,1 1 0,-1 0 1,0 0-1,0-1 0,0 1 0,1 1 0,-1-1 0,0 0 1,-1 0-1,1 1 0,0-1 0,0 1 0,-1 0 1,1-1-1,0 1 0,-1 0 0,0 0 0,1 0 0,-1 0 1,0 0-1,0 0 0,0 1 0,-1-1 0,1 0 0,0 0 1,0 3-1,2 8 37,-1 0-1,0 0 1,1 22 0,-2 0 69,-1-1 1,-1 0-1,-3 1 0,0-1 1,-2 0-1,-2-1 1,-14 41-1,13-53-1456,6-13-325,-1 1 1,1-1-1,1 1 0,-1-1 1,1 1-1,0 11 0,2-15-5552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6.6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0 448,'0'0'22437,"4"5"-20153,-2-1-1980,1 0 1,-1-1-1,0 1 1,-1 0-1,1 0 0,-1 0 1,0 0-1,0 0 1,0 1-1,0 4 1,2 53 1592,-3-55-1951,1-7-27,1 1 1,0-1 0,0 0-1,-1 1 1,1-1-1,0 0 1,0 0 0,-1 0-1,1 0 1,0-1 0,0 1-1,-1 0 1,1-1 0,0 1-1,-1-1 1,3-1 0,46-29-1760,-42 25 1764,1 0-1,0 0 0,0 1 0,0 0 0,0 0 0,18-5 1,-26 10 126,0-1 1,0 1-1,0 0 1,0-1 0,0 1-1,1 0 1,-1 0-1,0 0 1,0 0 0,0 0-1,1 0 1,-1 0-1,0 0 1,0 0 0,0 1-1,0-1 1,0 0-1,1 1 1,-1-1 0,0 1-1,0-1 1,0 1-1,0 0 1,0-1 0,0 1-1,0 0 1,-1 0-1,1 0 1,0-1 0,0 1-1,-1 0 1,1 0-1,0 0 1,-1 0 0,1 0-1,-1 1 1,1-1-1,-1 0 1,0 0 0,1 0-1,-1 0 1,0 0-1,0 1 1,0-1 0,0 2-1,1 0-151,-1-1-1,1 1 1,-1-1-1,1 0 1,0 1-1,0-1 1,0 0-1,0 0 1,0 0 0,0 0-1,1 0 1,-1 0-1,1 0 1,3 3-1,-1-3-1009,1 0-1,0-1 1,0 1-1,0-1 1,1 0-1,-1-1 1,0 1-1,0-1 1,0 0-1,1 0 1,-1-1-1,0 1 0,10-4 1,-15 4 1025,49-10-9705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6.9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248 1 10805,'0'0'12934,"-38"116"-10725,16-56-608,5 9 239,-3-5-415,-1 1-480,6-16-465,-2-4-256,4-8-224,0-7-64,2-11-1009,-2-4-832,-2-6-1600,2-9-2130,-6 0-4657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8.3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999 4 1921,'0'0'8895,"-28"0"-3805,-2-1-3930,-2-1 417,-1 2 1,1 1-1,-62 10 1,41 2-767,0 2 0,1 3 0,1 2 0,1 2 0,-73 43 0,118-62-791,0 1-1,0-1 1,0 1 0,0 0-1,1 0 1,-5 6-1,8-10-26,1 1-1,-1 0 1,1 0-1,-1-1 1,1 1 0,-1 0-1,1 0 1,0 0-1,0-1 1,-1 1-1,1 0 1,0 0-1,0 0 1,0 0-1,0 0 1,0-1-1,0 1 1,0 0-1,0 0 1,0 1-1,1-1-20,0 0-1,0 1 1,-1-1-1,1 0 1,0 0-1,0-1 0,0 1 1,0 0-1,0 0 1,0 0-1,0-1 0,1 1 1,-1 0-1,0-1 1,0 1-1,0-1 1,1 0-1,1 1 0,28 7-484,1-2 0,52 4-1,-55-8 364,0 1 0,-1 2-1,0 1 1,37 12 0,-60-16 139,-1 0 1,1 0-1,0 1 1,-1-1-1,0 1 1,1 0-1,-1 0 1,-1 1-1,1-1 1,0 1-1,4 6 1,-7-8 23,0-1-1,0 1 1,0 0 0,-1 0-1,1-1 1,-1 1 0,1 0-1,-1 0 1,0 0 0,1 0-1,-1 0 1,0-1 0,0 1-1,0 0 1,0 0 0,-1 0-1,1 0 1,-1 0 0,1 0 0,-1-1-1,1 1 1,-1 0 0,0-1-1,0 1 1,0 0 0,0-1-1,0 1 1,0-1 0,0 1-1,-1-1 1,1 0 0,-1 1-1,1-1 1,-1 0 0,-1 1-1,-8 6 236,0 0-1,-1-1 1,0-1-1,0 0 1,0-1-1,-18 6 1,-86 18 981,102-26-1120,-62 11 859,-1-3-1,-143 1 1,215-11-909,-1-1 0,0 0 0,1 0 0,-1-1 0,0 0 0,1 0 0,-10-3 0,13 3-58,1 0 0,0 0 1,-1 0-1,1-1 0,0 1 0,0 0 1,0-1-1,0 1 0,0-1 0,0 1 1,0-1-1,0 1 0,0-1 0,1 1 1,-1-1-1,1 0 0,-1 1 0,1-1 1,0 0-1,0 0 0,-1 1 0,1-1 0,0 0 1,1 0-1,-1 1 0,0-1 0,1-2 1,1-4-87,0-1 1,0 1-1,1 0 1,0 0 0,1 0-1,0 1 1,0-1-1,0 1 1,1 0 0,0 0-1,1 0 1,-1 1-1,1-1 1,1 2-1,-1-1 1,10-6 0,10-7-201,1 1 1,0 1 0,33-13 0,-26 14 238,0 2-1,1 1 1,0 1 0,1 3-1,0 1 1,1 1 0,0 2-1,0 2 1,0 1 0,59 5-1,-95-3 52,0 0-1,0 0 0,0 0 1,0 1-1,0-1 0,0 0 0,0 0 1,0 1-1,0-1 0,0 1 1,0-1-1,0 1 0,0-1 1,0 1-1,0 0 0,0-1 1,0 1-1,0 0 0,-1 0 0,1 0 1,0 0-1,-1-1 0,1 1 1,0 0-1,-1 0 0,1 0 1,-1 0-1,0 0 0,1 3 0,-1-3 18,0 1 0,0-1-1,0 1 1,-1-1 0,1 1-1,-1-1 1,1 0 0,-1 1-1,1-1 1,-1 1-1,0-1 1,0 0 0,1 0-1,-1 1 1,0-1 0,0 0-1,0 0 1,-1 0-1,1 0 1,0 0 0,0 0-1,0 0 1,-3 1 0,-21 10 297,0 0 0,-1-2 0,0-1 1,-1-1-1,-28 5 0,13-3-81,-200 39 594,20-4-816,191-37-16,40-4-20,17-3-123,278-14-2823,-16-1 1701,-15 13 697,-256 3 438,-16 1 190,-9 1 223,-25 7 1076,-1-2 0,-65 8 0,46-9-879,-9 3-343,-276 49-82,331-59-55,3-1 0,0 1 0,-1 0 0,1 0 0,0 0 0,0 1 0,0-1 0,0 1 0,0 0 0,0 0 0,1 0 0,-1 0 0,-3 4 0,33-6-544,-5-4-1903,0-1 1,0-1-1,40-18 1,36-15-9314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8.8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488 190 12278,'0'0'18645,"-21"5"-17086,-47 9-1417,-99 7 1,128-18-143,5-1 0,-1-1 0,-60-6 0,94 5 0,-1 0 0,1-1 0,-1 1 0,1-1 0,0 1 0,-1-1 0,1 0 0,0 0 0,-1 1 0,1-1 0,0 0 0,0 0 0,0 0 0,0 0 0,0-1 0,0 1 0,0 0 0,0 0 0,0-1 0,0 1 0,1 0 0,-1-1 0,1 1 0,-1-1 0,1 1 0,-1-1 0,1 1 0,0-1 0,0 1 0,0-1 0,0-1 0,0-1 0,0 0 0,0 0 0,0 1 0,1-1 0,0 0 0,0 1 0,0-1 0,0 0 0,0 1 0,1-1 0,0 1 0,3-5 0,1 0-2,1 0 0,1 1 0,-1 0 1,1 1-1,1 0 0,-1 0 0,1 0 0,0 1 0,17-7 0,93-28-703,-118 39 685,25-7-132,1 1 1,0 2-1,0 0 1,41 0-1,-67 5 160,0 0-1,0 0 1,-1 0-1,1 1 1,0-1 0,0 0-1,-1 1 1,1-1 0,0 0-1,0 1 1,-1-1-1,1 1 1,0-1 0,-1 1-1,1 0 1,0-1 0,-1 1-1,1 0 1,-1-1-1,1 1 1,-1 0 0,0 0-1,1-1 1,-1 1-1,0 0 1,1 0 0,-1 0-1,0-1 1,0 1 0,0 0-1,0 0 1,0 1-1,1 38 305,-2-25-123,0 10-54,-2 1 0,0-1 0,-2 0 0,0 0-1,-17 44 1,-64 120-194,69-158-431,-1-1 0,-25 29 0,42-57-743,-5 7-52,7-5-4563,30-3-14858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9.2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37 4626,'0'0'22723,"12"-7"-20186,36-20-766,-48 26-1749,0 1 0,0 0 1,1 0-1,-1 0 0,0 0 0,1-1 0,-1 1 0,0 0 1,1 0-1,-1 0 0,0 0 0,1 0 0,-1 0 0,0 0 0,1 0 1,-1 0-1,0 0 0,1 0 0,-1 0 0,0 0 0,1 0 0,-1 0 1,0 1-1,1-1 0,-1 0 0,0 0 0,0 0 0,1 0 1,-1 1-1,0-1 0,0 0 0,1 0 0,-1 0 0,0 1 0,0-1 1,1 0-1,-1 0 0,0 1 0,0-1 0,0 0 0,0 1 0,1-1 1,-1 0-1,0 1 0,0-1 0,0 0 0,0 1 0,0-1 1,0 0-1,0 1 0,0-1 0,0 0 0,0 1 0,0-1 0,0 20-218,-1-18 284,1-1-88,0 0 0,0 0 0,0 0 0,0 1 0,0-1 0,0 0 0,0 0 0,0 0 0,1 0 0,-1 0 0,0 0 0,1 1 0,-1-1 0,1 0 0,-1 0 0,1 0 0,-1 0 0,1 0 0,0-1 0,-1 1 0,1 0 0,1 1 0,1-1 0,-1 0 0,0-1 0,1 1 0,-1-1 0,1 1 0,-1-1 0,1 0 0,-1 0 0,4-1 0,2 1 0,5-1 0,-1-1 0,1 0 0,-1-1 0,1 0 0,-1-1 0,0 0 0,17-10 0,27-9 0,-56 23 0,0 0 0,1 1 0,-1-1 0,0 0 0,0 0 0,1 0 0,-1 0 0,0 0 0,0 0 0,1 0 0,-1 1 0,0-1 0,0 0 0,0 0 0,1 0 0,-1 0 0,0 1 0,0-1 0,0 0 0,0 0 0,1 1 0,-1-1 0,0 0 0,0 0 0,0 1 0,0-1 0,0 0 0,0 0 0,0 1 0,0-1 0,0 0 0,0 0 0,0 1 0,0-1 0,0 0 0,0 0 0,0 1 0,0-1 0,0 15 0,0-13 0,0 69 0,0-69-145,1-1 0,-1 0-1,0 1 1,1-1 0,0 0 0,-1 0 0,1 0 0,0 1-1,-1-1 1,1 0 0,0 0 0,0 0 0,0 0-1,0 0 1,0-1 0,0 1 0,0 0 0,0 0-1,1-1 1,-1 1 0,0-1 0,0 1 0,0-1 0,1 1-1,-1-1 1,0 0 0,1 1 0,-1-1 0,0 0-1,1 0 1,-1 0 0,0 0 0,1 0 0,1-1-1,51-3-11753,-8-8-3487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9.5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214 5 1953,'0'0'29701,"-18"-1"-28689,-53-2-911,70 3-101,0-1 0,0 1 0,0 0 0,0 0 0,0 0 0,0 1 0,0-1 0,0 0 0,0 0 0,0 1 0,0-1 0,0 0 0,0 1 0,0-1 0,0 1 0,0-1 0,0 1 0,1-1 0,-1 1 0,-1 1 0,2 10 0,0-8 0,1 20 0,0-1 0,2 1 0,7 27 0,-10-48 5,1 0 0,0-1-1,-1 1 1,1 0 0,-1 0 0,0 0-1,0-1 1,0 1 0,0 0 0,0 0 0,-1 0-1,1-1 1,-1 1 0,0 0 0,0-1-1,0 1 1,0 0 0,0-1 0,-1 0 0,1 1-1,-1-1 1,0 0 0,1 1 0,-1-1-1,0 0 1,-3 2 0,0-1-225,-1 0 1,1-1-1,-1 0 0,1 0 0,-1 0 1,0 0-1,0-1 0,1 0 0,-1 0 1,0-1-1,-11 0 0,12 0-385,5 0 364,-1 0 1,1 0-1,0 1 1,-1-1-1,1 0 1,-1 0-1,1 0 1,-1 0-1,1 0 0,0 0 1,-1 0-1,1 0 1,-1 0-1,1 0 1,0 0-1,-1-1 1,1 1-1,-1 0 1,1 0-1,0 0 1,-1 0-1,1-1 1,-1 1-1,1 0 1,0 0-1,-1-1 1,1 1-1,0 0 1,0-1-1,-1 1 1,1 0-1,0-1 1,0 1-1,-1 0 1,1-1-1,0 1 1,0-1-1,0 1 1,0 0-1,0-1 1,0 1-1,-1-1 1,1 1-1,0 0 0,0-1 1,0 1-1,0-1 1,0 1-1,1-1 1,-1 1-1,0 0 1,0-1-1,0-17-9798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29.8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53 4402,'0'0'20231,"20"0"-18118,99 0 306,-118 0-2376,0-1 0,1 1 0,-1 0-1,0 0 1,0-1 0,0 1 0,1-1 0,-1 1-1,0-1 1,0 1 0,0-1 0,0 0 0,0 0-1,0 1 1,0-1 0,0 0 0,0 0-1,-1 0 1,1 0 0,0 0 0,1-2 0,-2 2-25,0 1 0,1-1 0,-1 0 0,0 1 0,0-1 0,0 0 0,1 1 0,-1-1 0,0 0 0,0 0 1,0 1-1,0-1 0,0 0 0,0 0 0,0 1 0,-1-1 0,1 0 0,0 1 0,0-1 0,-1 0 0,1 1 1,0-1-1,-1 0 0,1 1 0,0-1 0,-1 0 0,1 1 0,-1-1 0,1 1 0,-1-1 0,1 1 0,-1-1 0,0 1 1,1-1-1,-1 1 0,1 0 0,-1-1 0,0 1 0,0 0 0,-9-3 155,0 0 0,0 1 0,0 0 0,0 1 0,0 0 0,-1 1 0,1 0 0,-11 1 0,-9 0 207,30 2-380,-1 0 0,0-1 0,1 1 0,0 0 0,0 0 0,0-1 0,0 1 0,0 0 0,0 0 0,1-1 0,0 4 0,2 1 8,0 0-1,0 0 1,1 0-1,0-1 1,0 1-1,1-1 1,0 0 0,0-1-1,0 1 1,0-1-1,10 7 1,0-1-725,-1 0 0,2-1 0,29 14 0,7-7-4395,0-8-4236,-2-8-5110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0.0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61 122 10229,'0'0'20380,"-3"9"-19158,-13 46-286,16-55-936,0 1 0,0-1 0,-1 1 0,1-1 0,0 0 0,0 1 0,0-1 0,0 0 0,0 1 0,0-1 0,0 0 0,-1 1 0,1-1 0,0 0 0,0 1 0,-1-1 0,1 0 0,0 1 0,0-1 0,-1 0 0,1 0 0,0 0 0,-1 1 0,1-1 0,0 0 0,-1 0 0,1 0 0,0 0 0,-1 1 0,1-1 0,0 0 0,-1 0 0,-9-8 0,-4-19 0,10 9 0,2 0 0,0 0 0,1 0 0,1 0 0,2-22 0,-1 38-84,-1 1 0,0 0 0,1-1 0,-1 1-1,1-1 1,0 1 0,-1 0 0,1 0 0,0-1 0,0 1 0,0 0 0,0 0-1,0 0 1,0 0 0,0 0 0,0 0 0,0 0 0,1 0 0,-1 1 0,0-1 0,0 0-1,1 1 1,-1-1 0,1 1 0,-1-1 0,0 1 0,1 0 0,-1-1 0,1 1 0,-1 0-1,3 0 1,9-1-3181,0 1 0,23 1 0,-13 1-3556,15-2-4029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0.3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170 1 13270,'0'0'18729,"-8"18"-18022,-27 60-646,-66 163-61,81-174 0,18-61 0,1 1 0,0 0 0,0-1 0,0 1 0,1 0 0,0 0 0,1-1 0,0 8 0,5-12 0,0-2-143,0 0-1,0-1 1,-1 1 0,1-1-1,0 0 1,11-4-1,-13 3-487,-1 0-1,1 0 1,-1 0-1,1 0 1,-1-1-1,0 1 0,4-5 1,22-26-9160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0.5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 7619,'0'0'18937,"178"4"-18937,-88-4-784,1 0-4499,-1-13-10916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1.6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42 6931,'0'0'19164,"7"-5"-17398,3-1-1367,0 1 1,0 0 0,1 1 0,-1 0-1,1 1 1,0 0 0,0 1 0,0 0-1,0 1 1,1 0 0,15 1 0,-13 0-328,31 2-29,-44-2-44,1 1 1,-1-1 0,1 0 0,-1 1 0,1 0-1,-1-1 1,0 1 0,1 0 0,-1 0-1,0 0 1,0 0 0,0 0 0,1 0-1,-1 0 1,0 0 0,0 0 0,0 0 0,-1 1-1,1-1 1,0 0 0,0 1 0,-1-1-1,1 1 1,0 2 0,0 2 0,0-1 0,0 1 0,-1 0 0,0 0 0,0-1 0,0 1 0,-1 0 0,1 0 0,-2-1 0,1 1 0,0 0 0,-1-1 0,0 0 0,-1 1 0,1-1 0,-1 0 0,0 0 0,0 0 0,0 0 0,-1-1 0,0 0 0,-6 7 0,-10 6 0,0-1 0,0-1 0,-44 24 0,7-3 0,54-34 0,0 0 0,0 0 0,0 0 0,0 0 0,1 1 0,0 0 0,-1-1 0,-3 6 0,6-7 0,0-1 0,0 0 0,0 1 0,0-1 0,0 0 0,0 1 0,-1-1 0,1 0 0,0 1 0,0-1 0,0 1 0,0-1 0,0 0 0,0 1 0,1-1 0,-1 0 0,0 1 0,0-1 0,0 0 0,0 1 0,0-1 0,0 0 0,1 1 0,-1-1 0,0 0 0,0 1 0,0-1 0,1 0 0,-1 0 0,1 1 0,19 5 0,8-5-105,-1-1-1,0-1 1,1-2 0,-1-1 0,48-12-1,-6-6-3237,-4-5-4037,-8-2-3387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2.0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127 49 368,'0'0'25964,"-5"-2"-23854,2 1-1946,-1 1 0,1 0 0,-1 0-1,0 0 1,1 0 0,-1 0-1,1 1 1,-1-1 0,1 1 0,-1 0-1,1 0 1,0 0 0,-1 1 0,1-1-1,0 1 1,0 0 0,0 0-1,0 0 1,0 0 0,0 1 0,-3 3-1,2-3-120,1 0-1,-1 1 1,0 0-1,1 0 1,0 0-1,0 0 1,0 0-1,0 0 1,1 1-1,0 0 1,0-1-1,0 1 1,0 0-1,1 0 1,0 0-1,-1 6 1,1-9-43,1 1 0,0 0 0,0 0 0,0-1 0,0 1 0,1 0 0,-1 0 0,1-1 0,-1 1 0,1 0 0,0-1 0,0 1 0,0-1 0,0 1 0,1-1 0,-1 1 0,1-1 0,-1 0 0,1 0 0,0 0 0,0 0 0,0 0 0,0 0 0,0 0 0,0 0 0,1-1 0,-1 1 0,0-1 0,1 0 0,0 0 0,-1 0 0,5 1 0,4 2-2,0 0-1,0-2 1,1 1 0,-1-1 0,1-1-1,-1 0 1,1-1 0,17-1 0,-24 1 0,0-1 1,1 1 0,-1-2 0,1 1-1,-1 0 1,0-1 0,0 0 0,0 0-1,0-1 1,0 1 0,-1-1 0,1 0-1,-1 0 1,1-1 0,-1 1 0,0-1-1,0 0 1,-1 0 0,7-9 0,-5 3 5,-1 0 0,0-1 0,0 0 0,-1 1 0,0-1 0,-1-1 1,0 1-1,-1 0 0,0 0 0,-1-17 0,-1 25-1,1 0 0,-1 1 0,1-1 0,-1 0 0,0 0-1,0 0 1,0 1 0,0-1 0,-1 0 0,-2-3 0,4 5-13,-1 0-1,1 0 1,-1 0-1,0 0 1,1 1-1,-1-1 1,0 0-1,0 1 1,1-1-1,-1 1 1,0-1 0,0 0-1,0 1 1,0 0-1,1-1 1,-1 1-1,0 0 1,0-1-1,0 1 1,0 0-1,0 0 1,0 0-1,0 0 1,0 0-1,0 0 1,0 0 0,0 0-1,0 0 1,0 0-1,0 0 1,0 1-1,0-1 1,0 0-1,0 1 1,0-1-1,1 1 1,-2 0-1,0 1-522,1 0-1,-1 1 1,1-1-1,0 1 1,0-1-1,0 1 1,0-1-1,1 1 1,-1 0-1,0-1 1,1 1-1,0 0 1,0-1-1,0 1 1,0 0-1,0-1 1,1 5-1,0 4-3391,-1 17-7697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2.2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271 1 13798,'0'0'18137,"-99"120"-17305,60-85-832,3-3 0,1-2 0,12-2-2033,-1-9-2465,9-14-6243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3.4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182 9 4674,'0'0'17003,"4"-2"-14672,12-5-191,-14 11 1999,-7 15-3046,-6 0-802,-1-1 1,-1 0 0,0-1-1,-27 26 1,20-21-328,-29 39 1,41-49 35,1 0 0,-10 21 0,15-29 0,1-1 0,0 0 0,0 0 0,0 1 0,0-1 0,0 1 0,1-1 0,0 1 0,0-1 0,0 1 0,0-1 0,0 1 0,0-1 0,1 1 0,0-1 0,2 6 0,-1-7 0,-1 1 0,2-1 0,-1 0 0,0 0 0,0 0 0,1 0 0,-1 0 0,1-1 0,-1 1 0,1-1 0,0 0 0,-1 0 0,1 0 0,0 0 0,0 0 0,5 0 0,51 8 0,26-5 0,101-7 0,-175 0 1404,-11 3-1880,1 0-1,-1-1 1,0 1-1,1 0 0,-1-1 1,0 1-1,1-1 0,-1 1 1,0 0-1,0-1 0,1 1 1,-1-1-1,0 1 0,0-1 1,0 1-1,0-1 0,0 1 1,1-1-1,-1 1 1,0-1-1,0 0 0,0 1 1,0-1-1,-1 1 0,1-1 1,0 1-1,0-1 0,0 1 1,0-1-1,0 1 0,-1-1 1,1 1-1,0 0 0,0-1 1,-1 1-1,1-1 1,0 1-1,-1-1 0,0 1 1,-9-22-8979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3.7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67 0 12182,'0'0'14230,"-52"127"-11573,44-91-560,1-1-560,7-9-1473,0-1-64,0-5 0,0-1 0,0-2 0,9-2-144,6-2-1457,8-4-896,10-5-768,10-4-1314,2 0-2672,4-4-2081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4.0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291 18 5891,'0'0'19406,"-20"-4"-17469,5 1-1523,9 0-265,-1 1-1,1 1 1,-1-1 0,0 1 0,1 0-1,-1 1 1,0 0 0,0 0 0,0 0-1,1 1 1,-1 0 0,0 0 0,1 0-1,-1 1 1,1 0 0,-12 6-1,5-1 176,1 0-1,0 1 1,0 0-1,1 1 1,0 0-1,-10 12 0,16-15-299,1 0-1,0 0 0,0 0 1,1 1-1,-1-1 0,1 1 1,1 0-1,-1-1 0,1 1 1,1 0-1,-1 1 0,1-1 1,0 14-1,0-17-23,1 0 0,0 0 0,0 0 0,0 0 0,1 0 0,0 0 0,-1 0 0,1 0 0,1 0 0,-1-1 0,0 1 0,1 0 0,0-1 0,0 1 0,0-1 0,0 1 0,1-1 0,-1 0 0,1 0 0,-1 0 0,1-1 0,0 1 0,1 0 0,-1-1 0,0 0 0,1 0 0,-1 0 0,1 0 0,-1-1 0,1 1 0,0-1 0,0 0 0,0 0 0,6 1 0,5 1 0,1-1 0,-1 0 0,0 0 0,1-2 0,-1 0 0,1-1 0,-1 0 0,25-6 0,-33 5 0,-1 1 0,0-1 0,0-1 0,-1 1 0,1-1 0,0 0 0,-1 0 0,1 0 0,-1-1 0,0 0 0,-1 0 0,1-1 0,-1 1 0,1-1 0,-1 0 0,0 0 0,-1 0 0,0 0 0,1-1 0,-2 1 0,1-1 0,-1 0 0,4-11 0,-4 6 9,0-1 0,-1 1-1,0 0 1,0-1 0,-3-17 0,2 23-64,-1-1 1,0 1-1,0 0 0,-1 0 1,0 0-1,0 1 0,0-1 1,-1 0-1,0 1 0,0-1 1,-7-8-1,-2 7-1862,6 7-1510,3 6-4414,3 7-2142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4.3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226 0 12005,'0'0'20762,"-124"129"-20762,96-103 0,0 0 0,13 0 0,0-5-1729,4 1-2977,7-14-5699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5.5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156 31 3089,'0'0'14965,"8"-6"-12634,2 0-1522,23-13 7192,-38 20-7661,0 0 0,-1-1 0,1 2-1,0-1 1,0 1 0,0-1 0,0 1 0,1 1 0,-7 2 0,-42 31-340,35-23 173,13-10-173,1-1 0,0 1 0,0 0 0,0 0 0,0 1 0,1-1 0,-1 1 0,1 0 0,0 0 0,0 0 0,1 0 0,-1 0 0,1 1 0,0-1 0,0 1 0,0 0 0,1-1 0,-1 1 0,1 0 0,0 0 0,1 0 0,-1 0 0,1 7 0,0-11-2,0 0 0,0 0-1,1 0 1,-1 0 0,0 0 0,1 0 0,-1 0-1,0 0 1,1 0 0,-1 0 0,1 0 0,0 0-1,-1 0 1,1-1 0,0 1 0,-1 0 0,1 0 0,0-1-1,0 1 1,-1 0 0,1-1 0,0 1 0,0-1-1,1 1 1,30 10-246,-19-8 113,25 9 9,-1 2 0,0 1 0,38 22 0,-74-37 130,0 1-1,0-1 0,0 1 0,0-1 1,0 1-1,0 0 0,0 0 1,0 0-1,0 0 0,0-1 1,-1 1-1,1 0 0,0 0 0,-1 0 1,1 1-1,0-1 0,-1 0 1,1 0-1,-1 0 0,0 0 0,1 0 1,-1 1-1,0-1 0,0 0 1,0 0-1,0 1 0,0-1 1,0 0-1,0 0 0,0 1 0,0-1 1,0 0-1,-1 0 0,1 0 1,-1 0-1,1 1 0,-1-1 1,1 0-1,-1 0 0,1 0 0,-1 0 1,0 0-1,0 0 0,0 0 1,-1 1-1,-4 5 98,-1 0 0,-1-1 0,1 0-1,-12 8 1,17-14-84,-15 13 133,5-4-135,0-1 0,0 0 0,-1 0 0,0-1 0,0-1-1,-1 0 1,-20 5 0,32-10-258,1-1-1,-1 0 1,1 0 0,-1 0 0,1 0-1,-1-1 1,1 1 0,-1 0-1,1-1 1,-1 1 0,1-1 0,-1 1-1,1-1 1,-1 0 0,1 0-1,0 0 1,-1 1 0,1-1 0,0 0-1,0 0 1,-1-2 0,-20-30-9166,13 17 4550,-12-21-8144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5.7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10949,'0'0'14183,"114"10"-12439,-78 5 305,-1-6-784,-5 0-961,-5-7-176,3-2-112,3 0-16,-1 0-480,2 0-1617,2 0-881,1 0-2352,-7 0-4787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6.0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157 22 592,'0'0'20442,"43"-22"-12823,-45 41-6354,-19 9-513,-10 7 16,-3-3-608,0 2-160,1-1-2337,8-10-4226,5-8-11125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6.9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132 3 3185,'0'0'19332,"0"-2"-16120,0 6-731,-2 6-2102,0 0-1,-1 0 0,0 0 1,0 0-1,-1 0 0,-1-1 1,1 1-1,-9 11 0,-10 24 414,21-42-949,-44 113 1568,30-56-2999,11 2-7488,6-53-189,6-4-2866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7.3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132 33 5683,'0'0'18851,"5"-8"-17522,0 2-1044,6-11 317,-12 15-236,-11 11 115,-6 6-13,0 0 0,1 1 0,-24 31 1,36-40-359,-1 1 1,1 0 0,1 0 0,0 0 0,0 1-1,0 0 1,1 0 0,1 0 0,-1 0 0,1 0 0,1 0-1,-1 11 1,2-12-150,-1 0 0,1 0 1,1-1-1,0 1 0,0 0 0,0-1 0,5 15 0,-4-19 12,-1 0-1,1-1 1,0 1-1,0 0 0,0-1 1,0 1-1,0-1 1,0 0-1,1 1 0,-1-1 1,1 0-1,0-1 1,-1 1-1,1 0 1,0-1-1,0 0 0,0 1 1,0-1-1,0 0 1,0-1-1,6 2 0,2 0-3,0-1 0,0 0-1,0-1 1,0 0-1,0 0 1,-1-1-1,1-1 1,0 0 0,0 0-1,-1-1 1,1 0-1,-1-1 1,0 0-1,0-1 1,-1 0 0,1-1-1,-1 0 1,0 0-1,0-1 1,-1 0 0,0 0-1,0-1 1,-1 0-1,0 0 1,-1-1-1,1 0 1,-1 0 0,-1-1-1,0 0 1,-1 0-1,1 0 1,-2 0-1,1 0 1,-2-1 0,4-20-1,-4-30 1168,-3 41-588,1 18-524,0 1-1,0 0 1,0 0 0,0 0 0,-1 0 0,1 0 0,0 0 0,-1 0 0,1 0-1,-1 0 1,1 0 0,-1 0 0,0 0 0,1 0 0,-1 0 0,0 0 0,0 1-1,0-1 1,1 0 0,-1 1 0,0-1 0,-2-1 0,0 1-43,0-1 0,0 1 0,-1 0-1,1 0 1,0 0 0,-1 0 0,-6 0 0,7 0-230,-1 1 0,1 0 0,-1 0 0,1 0 0,0 0 0,-1 1 0,1-1 0,-1 1 0,1 0 0,0 0 0,0 0 0,-1 0 0,1 0 0,0 1 0,0-1 0,-5 5 0,7-4-545,-1 1 0,0 0 0,1 0 1,0 0-1,0 0 0,0 0 0,0 0 0,1 0 0,-1 0 0,1 1 0,-1 4 0,1 13-8559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7.6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201 1 8404,'0'0'17672,"-104"122"-16808,83-102-704,1-3-160,1 0-544,6-4-1809,0-7-3730,3-6-8355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1:39.1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351 89 1761,'0'0'22466,"1"-7"-20270,3-22-187,-4 28-1932,0 0-1,0 1 1,0-1 0,-1 0 0,1 1 0,0-1-1,0 1 1,-1-1 0,1 0 0,0 1 0,-1-1-1,1 1 1,0-1 0,-1 1 0,1-1 0,-1 1 0,1 0-1,-1-1 1,1 1 0,-1-1 0,1 1 0,-1 0-1,0-1 1,1 1 0,-1 0 0,1 0 0,-1 0-1,0-1 1,1 1 0,-1 0 0,0 0 0,1 0 0,-1 0-1,0 0 1,1 0 0,-1 0 0,0 0 0,1 0-1,-1 1 1,1-1 0,-1 0 0,0 0 0,1 1 0,-2-1-1,-2 1 168,-23-2 144,16 0-326,0 1-1,1 0 1,-22 3 0,31-3-62,0 1 1,0-1-1,0 0 1,0 1-1,0-1 1,0 1-1,0 0 1,0-1-1,0 1 1,0 0-1,0-1 1,0 1-1,0 0 1,1 0-1,-1 0 1,0 0-1,1 0 1,-1 0-1,1 0 0,-1 0 1,1 0-1,-1 1 1,0 1-27,0 0 0,1 1-1,-1-1 1,1 0 0,0 0 0,0 1 0,0 5 0,1-3-38,0 0 1,0 0-1,1 0 0,-1 0 1,1 0-1,0 0 0,1-1 1,3 7-1,39 44-469,-27-36 168,-2 1-1,16 26 1,-27-39 222,-1 0 0,0 0 1,-1 1-1,1-1 0,-2 1 1,1-1-1,-1 1 0,-1 0 1,0 0-1,1 12 0,-3-18 144,1 0 0,-1 0 0,0 0 0,0 0 0,0 0 0,0 0 0,0 0-1,-1 0 1,1-1 0,-1 1 0,0 0 0,0-1 0,0 1 0,0-1 0,0 0 0,0 0 0,-1 0 0,1 0 0,-1 0-1,1 0 1,-1-1 0,0 1 0,0-1 0,-5 2 0,-7 3 51,1-1-1,-1-1 1,-27 5 0,-4-4-47,-1-1 0,-80-5 1,126 1-7,0 0 0,1 0 1,-1 0-1,0 0 1,0 0-1,1 0 0,-1 0 1,0 0-1,0-1 1,1 1-1,-1 0 0,0 0 1,0-1-1,1 1 1,-1-1-1,0 1 0,1-1 1,-1 1-1,1-1 1,-1 1-1,1-1 0,-1 1 1,1-1-1,-1 0 1,1 1-1,-1-1 0,0-1 1,1 0-12,0 1 0,0-1 1,0 1-1,0-1 0,0 0 0,0 1 1,0-1-1,0 0 0,1 1 0,-1-1 1,1 1-1,0-3 0,2-2-32,-1 0-1,1 1 1,1-1 0,-1 1-1,1 0 1,6-7-1,23-15 7,1 2 0,1 2 0,73-37 0,-22 12 124,-51 28-33,-14 9 282,0-1 0,-1 0 0,-1-2-1,0 0 1,18-18 0,-35 29-290,0 0 0,-1 1 0,1-1 0,-1 0 0,1 1 0,-1-1 1,0 0-1,0 0 0,0 0 0,-1 0 0,1 0 0,-1-1 0,1 1 0,-1 0 0,0 0 0,0 0 0,-1 0 0,1 0 1,-1 0-1,1 0 0,-1 0 0,0 0 0,0 0 0,0 0 0,-1 0 0,1 0 0,-1 1 0,1-1 0,-1 0 0,0 1 1,0-1-1,0 1 0,0 0 0,-1 0 0,1 0 0,-1 0 0,1 0 0,-1 0 0,1 1 0,-1-1 0,0 1 0,0 0 1,0 0-1,0 0 0,0 0 0,0 0 0,0 1 0,-5-1 0,4 1-96,0-1-1,-1 1 1,1 1-1,0-1 1,0 0-1,0 1 1,0 0 0,0 0-1,0 0 1,0 1-1,0-1 1,0 1-1,1 0 1,-1 0-1,0 0 1,1 0 0,0 1-1,-1 0 1,1-1-1,0 1 1,1 0-1,-1 1 1,0-1-1,-2 5 1,-14 16-5656,2-1-7037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23.8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257 90 2977,'0'0'8564,"12"-13"-6621,3-6-1289,-8 9-119,1 1 0,0 0 0,1 0 0,12-9 0,-21 18-378,0 0-1,0 0 1,0-1-1,0 1 1,0 0-1,0 0 1,1 0-1,-1 0 1,0 0-1,0 0 1,0-1-1,1 1 1,-1 0 0,0 0-1,0 0 1,0 0-1,0 0 1,1 0-1,-1 0 1,0 0-1,0 0 1,1 0-1,-1 0 1,0 0-1,0 0 1,0 0 0,1 0-1,-1 0 1,0 0-1,0 0 1,0 0-1,1 0 1,-1 0-1,0 0 1,0 1-1,0-1 1,0 0-1,1 0 1,-1 0-1,0 0 1,0 0 0,0 0-1,0 1 1,0-1-1,1 0 1,-1 0-1,0 1 1,3 14 1217,-5 24-1861,2-39 599,-3 18-15,-1 1-1,-1-1 1,0-1-1,-1 1 1,-1-1-1,-10 19 1,-60 95 176,74-125-253,-95 127 204,62-87-65,-43 71-1,74-98-59,5-19-96,0 1 0,0-1 0,0 1-1,0-1 1,1 1 0,-1-1 0,0 1-1,0-1 1,1 0 0,-1 1 0,0-1 0,1 1-1,-1-1 1,1 0 0,-1 1 0,0-1-1,1 0 1,-1 0 0,1 1 0,-1-1-1,1 0 1,0 1 0,3 0 13,1-1 0,-1 1 0,1-1 0,-1 0 1,0 0-1,6-1 0,3 0 44,7-1 140,0-2 0,-1 0 0,1-1-1,-1-1 1,0-1 0,0-1 0,32-18-1,-18 9 60,40-13 0,-37 24-2120,4 8-4847,-11-1-610,-2-1 368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24.7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107 286 6323,'0'0'10490,"-1"21"-7806,0 7-1965,1-9-205,-1 0 1,-1 0 0,0 0-1,-8 26 1,0-3 631,0 5-466,-2-1 0,-2 0 0,-28 62 0,40-105-664,2-3 24,0-11-163,1-5 64,0 0 1,2 0-1,0 0 0,0 0 1,6-15-1,34-79-207,-26 69 110,6-16-132,2 1 0,55-88 0,-69 126 266,1 1 0,1 1 0,0 0 0,1 1 0,1 0 0,0 2 0,1-1 0,1 2 0,0 0 0,0 1 0,35-16 0,-36 21 29,0 0 1,1 1-1,-1 0 1,1 2-1,0 0 0,0 1 1,0 0-1,25 2 1,-40 1-6,1-1 1,-1 0-1,0 1 1,1 0-1,-1 0 1,0-1-1,0 1 1,0 0-1,1 1 1,-1-1-1,0 0 1,-1 1-1,1-1 1,0 1 0,0-1-1,0 1 1,-1 0-1,1 0 1,-1 0-1,0 0 1,1 0-1,-1 0 1,0 0-1,0 0 1,0 1-1,-1-1 1,1 0-1,0 5 1,2 6 27,-1 0 1,-1 1-1,-1 26 0,0-27 18,0-6-36,0-1-1,0 0 0,0 0 1,-1 0-1,0 0 0,-1 0 0,1 0 1,-1 0-1,0 0 0,0-1 1,-1 1-1,0-1 0,0 1 0,0-1 1,-1 0-1,0 0 0,0 0 1,0-1-1,0 0 0,-1 1 0,1-1 1,-1-1-1,0 1 0,0-1 1,-7 3-1,-41 22 443,-2-3 0,-106 32 0,125-45-103,34-11-317,0-1 1,1 0-1,-1 1 1,0-1-1,1 1 0,-1 0 1,1 0-1,-1 0 1,1 0-1,-1 0 1,1 0-1,0 0 1,-1 0-1,1 0 1,0 0-1,0 1 1,0-1-1,0 1 1,0-1-1,0 1 0,0-1 1,0 1-1,1-1 1,-1 1-1,1 0 1,-1-1-1,1 1 1,-1 0-1,1 0 1,0-1-1,0 1 1,0 0-1,0 0 1,0-1-1,0 1 0,1 0 1,-1-1-1,1 1 1,-1 0-1,1-1 1,-1 1-1,1 0 1,0-1-1,0 1 1,0-1-1,0 1 1,0-1-1,1 2 0,15 16 626,1-1 0,1-1 0,1 0 0,0-2 0,41 25 0,58 22-532,-75-42-133,55 36-1,-69-31 6,-31-26-30,0 1 1,0-1-1,0 0 1,1 0-1,-1 0 1,0 1-1,0-1 1,0 1-1,0-1 1,0 1-1,0-1 1,0 1-1,0-1 0,-1 1 1,1 0-1,0 0 1,0-1-1,0 1 1,0 0-1,0 0 1,0 0-1,-1 0 1,-1 1-1,-32 1-8334,13 1-139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53.9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 1 176,'0'0'6238,"0"8"-5788,0 3-301,-1 26 481,-7-24 1149,8-12-1762,-1 0-1,0 0 0,0-1 0,1 1 0,-1 0 1,1 0-1,-1 0 0,1 0 0,-1 0 0,1 0 0,-1 0 1,0 10 19341,1-3-16208,0 14-2508,1-16-642,0 0 0,0-1 0,0 1 0,1-1 0,0 1 0,0-1 0,0 0 0,1 0 0,0 0 0,0 0 0,0-1 0,1 1 0,5 6 0,7 5 0,0 0 0,20 15 0,53 33 0,119 66 0,-98-65 0,-84-49 0,18 11 0,0 1 0,51 45 0,-57-36 0,-26-24 0,1 0 0,0-1 0,19 12 0,-4-4 0,33 31 0,-42-33 0,2-1 0,0-1 0,30 17 0,-38-25 0,0 1 0,0 0 0,11 12 0,-12-10 0,0-1 0,1 0 0,15 8 0,-7-5 0,-1 2 0,0 0 0,-2 2 0,0 0 0,30 36 0,-28-31 0,17 16 0,-49-37 0,1-10-1317,7 0-2942,2-3-3963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55.0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1009 61 10261,'0'0'15978,"-20"-10"-14007,2 1-1427,8 3-231,-1 0 0,-1 1 1,1 0-1,-1 1 0,1 0 0,-1 1 1,0 0-1,-1 1 0,-19-1 1,-155 4 634,159 2-962,1 0 1,1 2-1,-1 1 1,-48 18-1,46-12 14,2 2 0,0 1 0,0 1 0,2 2 0,0 0 0,1 2 0,1 0 0,1 2 0,0 0 0,2 1 0,1 2 0,-29 46 0,29-38 0,2 1 0,0 1 0,3 1 0,1 0 0,2 1 0,1 0 0,2 0 0,1 1 0,-2 73 0,8-87 0,1 1 0,1-1 0,8 38 0,-7-53 0,1 1 0,0-1 0,0 0 0,1 0 0,1 0 0,0 0 0,0 0 0,0-1 0,1 0 0,0-1 0,12 12 0,-1-4 0,0-1 0,1-1 0,1-1 0,0 0 0,1-1 0,0-1 0,1-2 0,0 0 0,41 11 0,-1-7 0,0-1 0,83 2 0,74-9 0,-184-7 0,0 0 0,-1-2 0,1-2 0,44-15 0,-4-3 0,-1-4 0,104-56 0,-154 72 0,-1-1 0,-1 0 0,-1-2 0,0 0 0,0-2 0,-2 0 0,0-1 0,-1-1 0,-2 0 0,0-1 0,19-35 0,-26 39 0,-1-1 0,-1 0 0,-1 0 0,0 0 0,-2-1 0,3-28 0,-5 35 0,0 0 0,-1-1 0,-1 0 0,0 1 0,-1 0 0,0-1 0,-1 1 0,0 0 0,-1 0 0,-8-19 0,0 11 0,-1 0 0,-1 1 0,-1 0 0,-26-24 0,-76-62 0,96 87 0,-3-1 0,-1 1 0,0 2 0,-1 0 0,-48-20 0,10 11 0,-66-17 0,128 42 0,0-1 0,0 1 0,0-1 0,0 1 0,0 0 0,0 0 0,0 0 0,0 0 0,0 0 0,0 0 0,0 0 0,0 1 0,0-1 0,0 1 0,0 0 0,0-1 0,0 1 0,0 0 0,0 0 0,1 0 0,-1 1 0,0-1 0,1 0 0,-1 1 0,1-1 0,-1 0 0,-1 3 0,-2 3 0,1 1 0,-1 0 0,1 0 0,1 0 0,-4 10 0,0-1 0,5-12-287,-9 29 916,11-33-751,0 0 0,0 0-1,0 0 1,-1-1 0,2 1 0,-1 0 0,0 0 0,0 0-1,0-1 1,0 1 0,0 0 0,1 0 0,-1 0-1,0-1 1,1 1 0,-1 0 0,0-1 0,1 1-1,-1 0 1,1-1 0,-1 1 0,1 0 0,0-1-1,-1 1 1,1-1 0,-1 1 0,1-1 0,0 1 0,0-1-1,-1 0 1,1 1 0,0-1 0,0 0 0,-1 1-1,1-1 1,0 0 0,0 0 0,1 0 0,28 1-8850,6-1-8031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6.3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 3153,'0'0'9658,"29"2"-1026,-20-1-7539,-4 2-827,0 0 1,0-1 0,0 0 0,1 0 0,-1-1 0,1 1-1,-1-1 1,1 0 0,8 0 0,58-2 110,-34 0-221,178 3 6,247-5-25,-313-9-100,61-2 2679,-143 14 1051,62-2-3556,-138 3-384,-1 1 1,0-1-1,1 1 1,-10 4-1,-33 14-4690,17-6-862,-1 1-3233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7.2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51 17 6099,'0'0'11237,"4"0"-9695,21 0 8302,-32 10-8811,-9 4-735,9-8-126,0 0 0,0 0 1,1 1-1,-7 9 0,11-13-144,0 1 0,0 0 0,0 0 0,0-1 0,1 2 0,-1-1 0,1 0 0,1 0 0,-1 0 0,0 0 0,1 1 0,0 4 0,0-7-21,-1 1-1,1-1 0,0 0 1,0 0-1,1 0 1,-1 0-1,0 0 0,1 0 1,-1 0-1,1 0 0,-1 0 1,1 0-1,0 0 1,0 0-1,2 3 0,-1-4-1,1 0-1,-1 1 1,1-1-1,-1 0 1,1 0-1,-1 0 1,1-1-1,-1 1 1,1 0-1,-1-1 0,1 0 1,4 0-1,5 1 13,1-1 0,0-1 0,-1 0 0,1 0 0,-1-2 0,1 1 0,-1-2 0,0 1 0,0-2 0,0 1 0,-1-2 0,0 0 0,0 0 0,0-1 1,16-13-1,-25 18 0,0-1 0,0 0 1,0 0-1,-1 0 0,1 0 1,0 0-1,-1 0 0,0 0 0,0 0 1,0 0-1,0-1 0,-1 1 1,1 0-1,-1-1 0,0 1 1,0 0-1,0-1 0,0 1 1,-1-5-1,0-7 98,1 14-105,0 0 0,0 0 0,0 0 0,0 0 1,0 0-1,-1 0 0,1 0 0,-1 0 0,1 0 0,0 0 0,-1 0 0,0 0 0,1 0 1,-1 1-1,1-1 0,-1 0 0,0 0 0,0 1 0,1-1 0,-1 0 0,0 1 0,-1-1 1,-28-10 175,-33 7-10,62 4-176,-83 0 0,83 0-180,1 1 0,0-1 0,-1 1 0,1-1 0,-1 1 0,1 0 0,0-1 0,-1 1 0,1-1 1,0 1-1,0 0 0,-1-1 0,1 1 0,0-1 0,0 1 0,0 0 0,0-1 0,0 1 0,0 0 0,0-1 0,0 1 0,0 0 0,0-1 0,0 1 0,1 0 0,-1 0 0,1 5-5131,6-2-3200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0.0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0 151 4386,'0'0'15805,"1"0"-15582,-1 0 1,1 0 0,-1-1-1,1 1 1,-1 0 0,0 0-1,1 0 1,-1 0 0,1 0-1,-1 0 1,1 0 0,-1 0-1,1 0 1,-1 0 0,1 0-1,-1 0 1,1 0 0,-1 0-1,1 0 1,-1 0 0,1 1-1,-1-1 1,0 0 0,2 1-1,5 76 2164,-2 96 621,-5-208-2240,1 15-773,0 0-1,1-1 1,0 1-1,2 0 0,1 0 1,0 0-1,1 1 1,1 0-1,1 0 0,12-19 1,-15 28-70,1 1 0,1 0 0,0 0 0,0 1 0,0 0 0,1 0 0,1 0 0,-1 1 0,1 1 0,0-1 0,0 2 0,1-1 1,0 1-1,0 0 0,0 1 0,1 1 0,-1-1 0,1 2 0,0-1 0,13 0 0,-18 2-158,0 1 1,-1-1-1,1 1 0,0 1 1,-1-1-1,1 1 1,-1 0-1,1 0 0,-1 1 1,1-1-1,-1 1 0,6 3 1,-1 2-846,-1-1 0,0 1 0,0 1 0,-1-1 0,8 10 0,35 34-11507,-29-29 5264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0.4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 57 3714,'0'0'19897,"-10"3"-18384,-3 3-1105,0 0 1,1 1 0,-1 1-1,2 0 1,-14 11 0,20-15-321,0 0 0,0 0 0,0 1 0,1 0 0,0 0 0,0 0 0,0 0 0,0 1 0,1-1 0,0 1 0,0 0 0,1 0 0,0 0 0,0 1 0,-3 11 0,5-16-88,0 0 0,-1-1 1,1 1-1,0 0 0,0-1 0,0 1 0,0 0 0,0-1 1,0 1-1,1-1 0,-1 1 0,1 0 0,-1-1 1,1 1-1,-1-1 0,1 1 0,0-1 0,0 1 0,-1-1 1,1 1-1,2 1 0,0-2 0,1 0-1,-1 0 1,0 0-1,1 0 1,-1-1 0,0 1-1,1-1 1,-1 0-1,7-1 1,1 1 3,0-2 0,-1 1 1,1-1-1,-1-1 0,0 1 0,1-2 1,-1 0-1,-1 0 0,1 0 0,0-2 0,16-11 1,-20 13 2,0-1 1,0 1 0,-1-1-1,0 0 1,0-1 0,0 1-1,0-1 1,-1 0 0,0-1-1,0 1 1,-1 0 0,0-1-1,0 0 1,0 0 0,-1 0-1,0 0 1,0 0 0,0-10-1,-2 11-26,1-1 148,-1 0 0,0 1 0,0-1-1,-1 1 1,-1-10 0,2 15-184,-1 0 0,1-1 1,-1 1-1,1 0 0,-1 0 0,0-1 1,1 1-1,-1 0 0,0 0 0,0 0 1,0 0-1,0 0 0,0 0 0,0 0 1,0 0-1,0 0 0,0 0 0,-1 0 1,1 1-1,0-1 0,0 1 0,-1-1 1,1 1-1,0-1 0,-1 1 0,1 0 1,-1-1-1,1 1 0,0 0 0,-3 0 1,30 14-20096,12-13 14295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0.8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143 7 6419,'0'0'15676,"-5"6"-13723,-42 44 906,32-37-2328,2 1 0,0 0 0,-11 16-1,21-25-500,0 0 0,0 1 0,0-1 0,0 0-1,1 1 1,0 0 0,1-1 0,-1 1 0,1 0-1,0 0 1,0 0 0,1 0 0,0 0 0,0 7-1,0-13-31,0 1-1,1-1 0,-1 1 1,0 0-1,0-1 0,1 1 1,-1-1-1,0 1 0,1-1 0,-1 1 1,1-1-1,-1 1 0,1-1 1,-1 1-1,1-1 0,-1 0 1,1 1-1,-1-1 0,1 0 0,-1 1 1,1-1-1,0 0 0,-1 0 1,1 1-1,-1-1 0,1 0 0,0 0 1,-1 0-1,2 0 0,24 0-74,-18 0 30,7 0-38,-1-1-1,0 0 1,0-1-1,0 0 1,0-1 0,26-10-1,-34 11 60,-1 0 0,0-1 0,1 0 0,-1 0 0,0 0 0,-1-1 0,1 0 0,-1 1 0,0-2 0,1 1 0,-2 0 0,1-1 0,-1 0 0,1 0 0,-1 0 0,0 0 0,-1 0 0,0-1 0,1 1 0,0-7 0,-1 5 101,0 0 0,-1 0 0,0-1 0,0 1 1,-1 0-1,0-1 0,0 1 0,-1 0 0,-1-8 1,1 12-101,1 1 1,-1 0-1,0 0 1,0 0 0,0 0-1,0 0 1,0 0-1,-1 0 1,1 0-1,0 0 1,-1 0 0,0 1-1,1-1 1,-1 1-1,0-1 1,0 1-1,0 0 1,1-1 0,-2 1-1,1 0 1,0 0-1,0 1 1,0-1 0,0 0-1,0 1 1,-1-1-1,1 1 1,0 0-1,-1 0 1,1 0 0,-3 0-1,-15 0-2862,17 0-1365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1.1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273 0 384,'0'0'17491,"-19"4"-14167,-3 1-1951,-38 13-1,56-16-1253,0 0 1,0 0-1,0 1 0,1-1 0,-1 1 0,1 0 0,0 0 0,0 0 1,0 0-1,0 1 0,0-1 0,1 1 0,0 0 0,0 0 0,0-1 1,0 1-1,-2 6 0,-3 6 303,-1 0 20,-18 32 1396,-23 65 0,43-96-1756,1 0 1,0 0-1,2 0 0,0 0 0,1 0 0,0 1 1,2-1-1,1 21 0,-1-36-158,1 0-1,-1 0 1,1 0 0,0 0 0,0 0-1,0-1 1,0 1 0,0 0 0,0-1-1,0 1 1,0 0 0,1-1-1,-1 0 1,0 1 0,1-1 0,-1 0-1,1 0 1,0 0 0,-1 0 0,1 0-1,0 0 1,0 0 0,0 0 0,-1-1-1,5 2 1,3 0-547,0 0 0,1-1 0,-1 1 0,12-1 0,-5-1-360,1 1-1222,0-1 1,1-1-1,20-3 0,13-15-7525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1.3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9204,'0'0'5027,"171"0"-5027,-75 0-625,5 0-3489,5 0-5282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1.8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0 192 11189,'0'0'8247,"24"-20"-6060,79-66-1058,-93 79-969,1 0 1,-1 1-1,1 0 1,0 0 0,1 1-1,-1 1 1,1 0-1,17-3 1,-9 2 83,23-5 299,1 2 0,0 2 0,0 2 0,74 3 0,-115 2-516,0-1 0,0 1 0,0 0 0,0 0 0,0 0-1,0 0 1,0 1 0,0-1 0,0 1 0,-1 0-1,1 0 1,-1 0 0,1 0 0,-1 0 0,0 0 0,1 1-1,-1-1 1,0 1 0,-1-1 0,1 1 0,0 0 0,-1 0-1,0 0 1,0 0 0,1 0 0,-2 0 0,2 4-1,3 11 134,-2-1-1,0 1 0,1 26 0,-1 11 564,-5 70-1,0-99-484,-1 0 0,-2 0 1,-1 0-1,-16 45 0,2-27 278,-46 75 1,-11 22 37,76-137-582,0 0 0,0-1 0,0 1 0,0 0-1,0 0 1,1 0 0,-1 0 0,1 0 0,1 6 0,-1 2-515,0-12 128,1 0 0,-1 0 0,1 0 0,-1 0 0,1 0 0,-1 0 0,1-1 0,-1 1 0,1 0 0,-1 0 0,1 0 0,-1-1 0,1 1 0,-1 0 1,1 0-1,-1-1 0,0 1 0,1 0 0,-1-1 0,0 1 0,1-1 0,-1 1 0,0 0 0,1-1 0,-1 1 0,0-1 0,0 1 0,0-1 0,1 1 0,-1-1 0,0 0 1,0-12-8599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2.1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15079,'0'0'14545,"17"13"-13027,7 5-1095,5 3 134,33 34 0,-42-36-558,1 0 1,1-1-1,1-1 1,36 21-1,-33-30-4750,-24-8 4018,-1 0 0,0 0 0,0 0 0,1 0 0,-1 0 0,0 0 0,0 0 0,1 0 0,-1-1 0,0 1 0,0 0 0,0-1 0,1 1 0,-1-1 0,0 1 0,0-1 0,0 0 0,1-1 0,8-12-11168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2.3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283 0 6259,'0'0'23883,"-88"107"-22074,61-84-993,0-2-816,1-5 0,3 1 0,0-4 0,0 1 0,5-3 0,3-1-1761,2-4-2145,13-1-3057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3.0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1157 36 6723,'0'0'10111,"-28"-6"-6653,4 1-2730,-9-3 357,-1 2 1,0 1-1,-57 0 0,32 6 485,1 3 0,0 2 1,-104 27-1,114-20-1345,1 2 0,1 2 0,1 3 0,-83 47 0,109-54-225,0-1 0,0 2 0,1 1 0,1 0 0,1 1 0,0 1 0,1 0 0,0 1 0,2 1 0,0 0 0,1 1 0,2 0 0,-1 0 0,2 2 0,1-1 0,1 1 0,1 0 0,0 0 0,2 1 0,-3 36 0,6-35 0,1 0 0,1 0 0,8 47 0,-6-57 0,1 1 0,0-1 0,2-1 0,-1 1 0,2-1 0,0 0 0,15 21 0,-3-9 0,2-2 0,0 0 0,1-1 0,1-2 0,2 0 0,0-1 0,0-2 0,2 0 0,0-2 0,39 15 0,-24-13 0,1-2 0,0-2 0,1-2 0,1-2 0,0-2 0,67 3 0,-60-9 0,85-8 0,-114 4 0,-1-1 0,0-1 0,0-1 0,-1-1 0,0-1 0,28-15 0,-8 1 0,-2-3 0,0-1 0,-2-1 0,-1-3 0,-1-1 0,-2-1 0,40-49 0,-53 56 0,-2-1 0,0 0 0,-2-1 0,-1-1 0,-2-1 0,0 0 0,-2 0 0,-1-1 0,-1-1 0,-2 1 0,5-53 0,-9 52 0,-2 1 0,-1-1 0,-5-37 0,3 55 0,-1 1 0,0-1 0,-1 1 0,0 0 0,-1 0 0,0 0 0,-1 1 0,0 0 0,-1 0 0,-10-13 0,6 10 0,-1 2 0,0-1 0,-1 2 0,0 0 0,-1 0 0,0 1 0,-1 1 0,0 0 0,0 1 0,-1 1 0,0 1 0,0 0 0,0 0 0,-1 2 0,0 0 0,0 1 0,0 1 0,0 1 0,-18 0 0,16 1-1149,5-1 1644,0 1-1,-1 0 0,1 2 1,-15 2-1,26-3-788,0 0 1,-1 0-1,1 0 1,0 0-1,0 0 1,1 1-1,-1 0 0,0-1 1,-4 5-1,5-4-405,1 0 0,-1-1 0,1 1-1,0 0 1,0-1 0,0 1 0,0 0 0,0 0-1,0 0 1,1 0 0,-1 0 0,1 0-1,-1 0 1,1 0 0,0 0 0,0 4-1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5.1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1333 2 2577,'1'0'14148,"5"-1"-11039,-2 2-1577,-6 2 2375,-19 20-3349,-2-1 1,-1-1-1,0-2 1,-33 21-1,-10 8 89,-271 219 1565,117-90-860,-289 252-861,489-415-491,18-11 0,-1-1 0,0 1 0,0-1 0,1 1 0,-1 0 0,1 1 0,0-1 0,-3 5 0,4-5 232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8:46.0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987 41 4082,'0'0'12590,"-28"-9"-11128,6 1-1070,10 4-183,1 0 1,-1 0 0,0 1-1,0 0 1,0 1-1,0 0 1,0 1 0,-1 0-1,1 1 1,0 1 0,0 0-1,-1 0 1,-18 6-1,-18 9 744,1 2-1,1 2 1,1 2-1,1 2 1,1 3-1,1 0 0,2 3 1,-59 54-1,71-55-740,1 0-1,2 2 1,1 0-1,2 2 0,0 1 1,3 1-1,1 0 1,1 2-1,2 0 1,2 1-1,-12 51 1,19-55-180,2 0 1,1 0 0,2 0 0,2 1 0,4 45 0,-2-65-33,1 0 0,0 0 0,1 0 0,1 0 0,1 0 0,0-1 0,0 0 0,2-1 0,0 1 0,0-1 0,1-1 0,0 1 0,2-2 0,-1 1 0,1-2 0,1 1 0,16 11 0,-9-8 0,1-2 0,0 0 0,1-1 0,0-1 0,0-1 0,1-1 0,0-1 0,0-1 0,1-1 0,0-1 0,25 1 0,23-2 0,0-3 0,111-14 0,-135 7 0,-1-2 0,1-2 0,-2-3 0,80-34 0,-108 40 0,0-1 0,0-1 0,-1 0 0,0-1 0,0-1 0,-1-1 0,15-16 0,-21 18 0,0 0 0,-1 0 0,0-1 0,-1 0 0,0-1 0,-1 1 0,0-1 0,-1-1 0,-1 1 0,5-24 0,-2-8 0,-3 0 0,-2 0 0,-2 0 0,-1 0 0,-3 0 0,-2 1 0,-1-1 0,-22-68 0,15 68 0,-1 1 0,-2 1 0,-3 1 0,-1 0 0,-2 1 0,-1 2 0,-48-58 0,68 91 0,-1 0 0,-1 0 0,1 1 0,-1 0 0,0 0 0,0 0 0,-1 1 0,1-1 0,-1 1 0,0 1 0,0 0 0,0 0 0,-1 0 0,1 1 0,0 0 0,-1 0 0,0 1 0,-11-1 0,-65 2 0,101 24-341,-13-19-23,1 1-1021,0 1 1,1-1-1,-1 0 1,1-1-1,0 1 1,1-1-1,8 5 1,10 1-6860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0.1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238 0 2689,'0'0'8924,"4"0"-7272,13 1-286,-11 2 2217,-3 11 2006,-4 12-5133,0-11 19,0-4-347,1 1-1,-1-1 1,-1 0 0,0 0-1,-1 0 1,-7 19 0,0-7-54,-1-1 1,-15 22 0,-67 88 284,-4 8 450,87-118-384,10-22-132,13 0 601,6-1-736,0-1-1,-1-1 1,0-1 0,21-6 0,42-9-51,163-21 1457,-244 41-1670,1-1 0,0 0 0,-1 1 0,1-1 0,-1 0 0,1 1 0,0-1 0,-1 1 0,1-1 0,-1 1 0,1-1 0,-1 1 0,0-1 0,1 1 0,-1 0 0,1-1 0,-1 1 0,0-1 0,0 1 0,1 0 0,-1 0 0,0-1 0,0 1 0,0 0 0,0-1 0,0 1 0,0 1 0,5 10-2473,-2-8 1341,1-1-1,0 0 1,0 1-1,0-1 1,0 0-1,0-1 1,1 1-1,8 3 1,20 7-7654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1.5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86 42 4882,'0'0'9623,"0"6"-8003,2 52 2206,0-30-3033,-2 0 0,0 0 1,-2 0-1,-7 38 1,-31 59 594,11-35-453,26-73-844,-2 6 105,4-21-30,1-13 64,0-11-225,1 0-1,1 1 0,1-1 0,1 1 0,1-1 1,1 2-1,0-1 0,2 1 0,0 0 1,2 0-1,19-30 0,-15 29-37,1 0-1,1 1 1,0 1 0,2 0-1,0 1 1,1 2 0,1-1-1,0 2 1,1 1 0,1 1-1,0 0 1,1 2-1,26-10 1,-42 19 23,0 0-1,0 0 1,0 0-1,0 1 1,0 0 0,1 1-1,-1 0 1,0 0-1,0 0 1,12 3-1,-18-3 5,0 1 0,0 0 0,0-1 0,-1 1 0,1 0 0,0 0-1,0 0 1,0 0 0,-1 0 0,1 0 0,0 0 0,-1 0 0,1 0-1,-1 0 1,1 0 0,-1 0 0,0 0 0,1 1 0,-1-1 0,0 0-1,0 0 1,0 2 0,1 33 67,-2-25-58,1-7 4,0-1-1,0 1 1,0-1 0,0 1 0,-1-1-1,0 0 1,0 1 0,0-1-1,0 0 1,0 1 0,0-1-1,-1 0 1,0 0 0,-2 4 0,-1-3 27,0 1 1,1-1 0,-1 0 0,0-1 0,-1 1-1,1-1 1,-7 3 0,-26 11 373,-68 22 1,-1 0 588,106-38-969,0-1 0,-1 1 0,1 0 0,0-1 0,0 1 0,0 0 0,-1 0 0,1 0 0,0 0 0,0 0 0,0 0 0,0 0 0,1 0 0,-1 0 0,0 0 0,0 1 0,1-1 0,-1 0 0,1 1 0,-1 1 0,1-2-9,-1 0 1,1-1 0,0 1-1,1 0 1,-1 0-1,0 0 1,0 0-1,0 0 1,0 0-1,1 0 1,-1 0-1,0 0 1,1-1-1,-1 1 1,1 0-1,-1 0 1,1 0 0,0-1-1,-1 1 1,1 0-1,-1-1 1,1 1-1,0 0 1,0-1-1,-1 1 1,1-1-1,0 1 1,0-1-1,1 1 1,61 25 1056,96 26 0,-54-19-144,-93-31-932,-10-2 0,1 1 0,-1-1 0,0 0 0,0 1 0,0 0 0,1-1 0,-1 1 0,0 0 0,0 0 0,2 2 0,-4-3 0,0 0 0,0 0 0,0 0 0,0 0 0,0 0 1,1 0-1,-1 0 0,0 0 0,0 0 0,0 0 0,0 0 0,0 1 0,0-1 0,0 0 0,0 0 1,0 0-1,0 0 0,0 0 0,0 0 0,0 0 0,0 0 0,1 1 0,-1-1 0,0 0 0,0 0 1,0 0-1,0 0 0,0 0 0,0 0 0,0 0 0,0 1 0,0-1 0,-1 0 0,1 0 0,0 0 1,0 0-1,0 0 0,0 0 0,0 0 0,0 0 0,0 1 0,0-1 0,0 0 0,0 0 0,0 0 0,0 0 1,0 0-1,0 0 0,0 0 0,-1 0 0,1 0 0,0 0 0,0 0 0,0 0 0,0 1 0,0-1 1,0 0-1,0 0 0,0 0 0,-1 0 0,1 0 0,0 0 0,0 0 0,0 0 0,0 0 0,-9 0-77,8 0-60,1 0-62,-1-1 1,0 1-1,0-1 0,0 0 1,0 1-1,1-1 0,-1 1 1,0-1-1,0 0 0,1 0 1,-1 1-1,1-1 0,-1 0 1,1 0-1,-1 0 0,1 0 1,-1 0-1,1 0 1,0 0-1,-1-1 0,-3-25-5336,3 20 3335,-3-29-9248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2.9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93 1056,'0'0'5259,"2"-4"-4304,2-1-356,3-7-332,-5 0 11083,-2 11-11330,0 0-1,0 1 1,0-1-1,0 0 1,0 0-1,1 0 1,-1 1 0,0-1-1,0 0 1,1 0-1,-1 1 1,0-1-1,1 0 1,-1 1-1,1-1 1,-1 0-1,1 1 1,-1-1-1,1 1 1,0-1-1,-1 1 1,1-1-1,-1 1 1,1-1 0,0 1-1,0 0 1,-1-1-1,1 1 1,0 0-1,0 0 1,0-1-1,26-9 808,1 4-553,1 2 1,-1 1-1,1 1 1,0 2 0,31 2-1,12 0 37,79-1 472,390-8-203,-376 3-342,-55 4 5535,-111-1-5740,1 0 1,-1 1-1,0-1 0,1 1 1,-1-1-1,1 0 1,-1 1-1,0-1 0,0 1 1,1-1-1,-1 1 1,0 0-1,0-1 0,1 1 1,-1 0-1,0 0 1,0-1-1,0 1 0,0 0 1,0 0-1,1 0 1,-1 0-1,0 0 0,0 0 1,-1 0-1,-32 0-1524,27 1 641,-68-1-10667,44 0 2673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3.6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504 45 848,'0'0'5611,"-6"-4"-5163,-2-2 166,-1 1-1,1 0 0,-1 1 1,0 0-1,0 1 0,-1 0 1,1 0-1,-1 1 1,1 0-1,-20-1 0,-226 11 8696,249-7-9137,0-1 0,0 1 0,0 1 0,1-1 0,-1 1 0,-8 3 0,-12 4-163,24-9-17,1 0 30,-10 15-5836,-3-4 22,-7 1-2054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5.0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19 976,'0'0'3570,"-1"3"-3711,-9 16 10245,8-14-8350,3-4-1666,-1-1-1,1 1 0,-1 0 0,1 0 0,-1 0 0,1-1 1,0 1-1,-1 0 0,1-1 0,0 1 0,0 0 0,-1-1 1,1 1-1,0-1 0,0 0 0,0 1 0,0-1 0,0 1 1,0-1-1,-1 0 0,1 0 0,0 0 0,0 1 0,0-1 0,0 0 1,0 0-1,2-1 0,37 3 686,-29-2-374,376 2 2677,-199-3-2657,-103-3 742,0-3 1,146-33-1,-218 38-588,0 0-1,25 0 2944,-28-2-3786,47 4-9403,-26 0 1946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18.6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0 896,'0'1'24621,"0"3"-25271,0 118 3722,0-38-7654,10-84-7298,1 0 2388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20.4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8 1921,'0'0'6475,"-2"-2"-6483,-3-4 10130,6 7-10074,-1 0-1,1 0 1,0 0 0,-1 0-1,1-1 1,0 1 0,0 0 0,-1 0-1,1-1 1,0 1 0,0-1 0,0 1-1,0-1 1,0 1 0,0-1-1,0 1 1,0-1 0,0 0 0,0 1-1,0-1 1,0 0 0,0 0 0,2 0-1,34 5 243,-28-4-63,66 5 469,-74-6 3,-1 2 8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21.5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32 2161,'0'0'7019,"13"-2"-856,43-8-4504,-33 4-1403,0 1-1,0 2 1,36-2-1,-59 5-232,1 1-1,-1-1 0,1 1 1,-1-1-1,1 1 0,-1-1 1,1 1-1,-1 0 0,0-1 1,1 1-1,-1-1 1,0 1-1,1 0 0,-1-1 1,0 1-1,0 0 0,0-1 1,0 1-1,0 0 0,0-1 1,0 1-1,0 0 0,0 0 1,0 0-1,0 24 583,0-20-429,-1-2-97,1 0 0,-1 0 0,0 0 0,0 0 1,0 1-1,-1-1 0,1-1 0,-1 1 0,1 0 1,-1 0-1,0 0 0,0-1 0,-1 1 1,1-1-1,0 0 0,-1 0 0,1 0 0,-1 0 1,0 0-1,-4 2 0,4-2-39,0-1 0,0 1 1,0 0-1,0 1 0,0-1 0,0 0 0,1 1 1,-1 0-1,1-1 0,0 1 0,0 0 0,0 0 1,0 0-1,0 1 0,1-1 0,-1 0 1,1 1-1,0-1 0,0 1 0,-1 6 0,3-9 49,-1-1 0,1 1 0,0-1 0,-1 1 0,1-1 0,0 1 0,0-1 0,-1 1 0,1-1 0,0 0 0,0 0 0,-1 1 0,1-1 0,0 0-1,0 0 1,0 0 0,-1 0 0,1 0 0,0 0 0,0 0 0,1 0 0,30 0 240,-23-1-150,7 1-28,1 1-12,0-1 0,0-1 0,25-7 4119,-42 8-4125,-1 0-210,1 0-1,0 0 1,-1 1 0,1-1-1,-1 0 1,1 0 0,0 1-1,-1-1 1,1 0 0,0 1-1,-1-1 1,1 0 0,0 1-1,0-1 1,-1 0 0,1 1-1,0-1 1,0 1 0,0-1-1,-1 0 1,1 1 0,0-1-1,0 1 1,0-1 0,0 1-1,0-1 1,0 1 0,0-1-1,0 1 1,0 0 0,0 13-5885,0-4-3014,0-2-2536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58.2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48 992,'0'0'5715,"2"-5"-5040,6-16 9130,-8 0-8154,1 34 1549,0 37-672,-2-30-2050,-1 0 0,0-1 0,-2 1 0,-5 19 0,9-39-461,0 0 1,0 0-1,0 1 0,0-1 0,0 0 0,0 1 0,0-1 0,0 0 0,0 1 0,0-1 0,0 0 0,0 0 1,1 1-1,-1-1 0,0 0 0,0 1 0,0-1 0,1 0 0,-1 0 0,0 0 0,0 1 0,0-1 0,1 0 0,-1 0 1,0 0-1,0 0 0,1 1 0,-1-1 0,0 0 0,1 0 0,-1 0 0,0 0 0,1 0 0,-1 0 0,0 0 1,0 0-1,1 0 0,-1 0 0,22 1 94,19-7-152,-21 2-29,0 0 1,0 2 0,1 0-1,-1 1 1,40 4-1,-59-3 74,1 0 0,0 1 0,-1-1-1,1 1 1,0-1 0,-1 1-1,1 0 1,0 0 0,-1 0-1,1 0 1,-1 0 0,0 0-1,1 0 1,-1 0 0,0 0 0,0 1-1,0-1 1,0 0 0,0 1-1,0-1 1,0 1 0,0 0-1,0-1 1,-1 1 0,1 0-1,-1-1 1,1 1 0,-1 0 0,1 3-1,0 3 27,0 1 1,-1 0-1,0 0 0,-1 13 0,0-19 9,0-1 0,1 0 0,-1 0 0,0 0 0,0 0 0,0 0 0,0 0 0,-1 0 0,1 0 0,-1-1 0,1 1 0,-1 0 0,-2 2 0,-28 21 580,20-17-362,-1 3 125,-9 5 135,-37 23 0,52-35-381,0 0 0,-1-1 0,1 0 0,-1 0 0,0-1 1,0 0-1,0 0 0,0-1 0,-14 1 0,7-11 473,13 6-5842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39:59.1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4 496,'1'0'22338,"4"-1"-17951,23-2-4094,140 3 1571,-69 0-5038,-109 5-3489,7-1 4330,-9 4-5047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04.4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0 154 1489,'0'0'14870,"7"-19"-13181,17-1-1471,1 1 1,47-27-1,-57 38-85,1 0 0,0 1 0,0 1-1,1 1 1,-1 0 0,26-4 0,-41 9-108,0-1 1,0 1-1,0 0 0,1 0 1,-1 0-1,0 0 1,0 0-1,0 0 0,0 0 1,0 0-1,0 0 1,0 0-1,0 0 0,0 1 1,0-1-1,0 0 0,0 1 1,0-1-1,0 1 1,0-1-1,0 1 0,0 0 1,0-1-1,0 1 0,0 0 1,-1 0-1,1-1 1,1 2-1,-2 1 71,1 0 0,0-1 0,-1 1 1,0 0-1,1 0 0,-1 0 0,0 0 0,-1-1 0,1 4 1,-1 12 369,1-3-337,1-12-23,-1 1 1,1 0-1,-1-1 0,0 1 1,0-1-1,-1 1 0,1 0 1,-1-1-1,0 1 0,0-1 1,0 1-1,0-1 0,0 0 0,-1 1 1,0-1-1,1 0 0,-1 0 1,0 0-1,-1 0 0,1 0 1,0-1-1,-4 4 0,-33 27 859,16-12-471,-33 23 0,49-37-241,18-7-61,1 0-261,24-2-108,-25 1 84,-1 0-1,1 0 0,-1 1 1,1 1-1,-1 0 1,0 0-1,15 5 0,-22-5 77,-1 0-1,0 1 1,0-1 0,1 1-1,-1 0 1,0 0-1,0 0 1,0 0-1,-1 0 1,1 0-1,-1 0 1,1 1-1,-1-1 1,1 0-1,-1 1 1,0-1-1,0 1 1,-1 0-1,1-1 1,0 5-1,1 6 34,0-1 1,-1 1-1,-1 13 0,0-17 20,-1-7-11,1 0 0,-1 0-1,1 1 1,-1-1 0,0 0 0,0 0 0,0 0 0,0 0 0,0 0 0,0 0 0,-1 0 0,1 0 0,-1 0 0,1 0-1,-1-1 1,0 1 0,0-1 0,1 1 0,-1-1 0,0 0 0,0 0 0,0 0 0,-1 0 0,1 0 0,0 0 0,0-1 0,0 1-1,-5 0 1,-6 2 332,-1 0-1,0-1 0,-19 0 0,4 0 824,0-2 0,1-1 0,-40-6 0,58 7-865,9 0-708,7 1-2421,4 2-5766,-9 2 2494,-1 1-2088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06.7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115 4 3410,'4'-4'21004,"-5"20"-20715,-2-1 0,0 0 0,0 0 1,-1 0-1,-1 0 0,-1-1 0,0 1 0,-1-1 0,-15 23 1,9-14-112,1 0 1,-11 32 0,12-26 259,52-29 362,207-12-475,-190 14-161,-32-1 31,0 0-1,45-6 0,-119 4-23121,30 1 15878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07.2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 1 5715,'0'0'12248,"0"5"-10533,1 58 2779,-1 51 1123,-1-87-4886,-1-1 0,-7 33 1,0-27-124,-3 12-422,11-33-195,7-14 8,2-9-1454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11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0 256,'0'0'3399,"2"0"-5098,10 0 14399,-9 0-14934,3 0-5114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23.6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1355 2785,'0'0'9669,"7"-2"-2945,26-11-5223,30-39 332,105-115-1,-65 34-460,-83 110-1077,-1-1 1,-2-1 0,0 0-1,25-55 1,46-112 1243,-25 42-421,-47 113-1192,-5 12 245,-1 0-1,7-29 1,-12 29-20,-1-1 0,1-27 0,-2 16-140,-2-77 542,-2 41 494,1 73-1020,-2 0-8,1 1-19,-1-1 1,1 0 0,0 1-1,-1-1 1,1 1 0,0 0-1,-1-1 1,1 1 0,0 0-1,0 0 1,0 0-1,0 0 1,0 0 0,0 0-1,0 0 1,0 0 0,0 0-1,-1 2 1,-16 29 22,9-16-37,-88 107 23,25-35-194,50-61 88,-30 27-1,100-100 103,44-46 82,-81 79-63,0-1-1,-1 0 1,-1 0 0,0-1 0,11-25 0,-18 35-11,1 0 0,0 0 0,0 0 0,1 0 0,7-7-1,-11 11 47,6 0-12,-1 0-1,1 0 1,-1 0-1,1 1 1,-1 0 0,8 0-1,-11 0-25,1 0-21,1 1 0,-1 0 0,1-1 0,-1 1 0,1 0 0,-1 1 0,0-1 0,1 0 0,-1 1 0,0 0 0,0 0 0,0 0 0,0 0 0,-1 0 0,1 1 0,0-1 0,-1 1 0,0 0 0,0-1 0,0 1 0,0 0 0,0 0 0,0 1 0,-1-1 0,2 5 0,4 8 0,-2 0 0,0 0 0,5 33 0,-9-36 0,-1-11 0,-1 0 0,2 0 0,-1 0 0,0 0 0,0 0 0,1 1 0,-1-1 0,1 0 0,-1 0 0,1 0 0,0 0 0,0 0 0,0-1 0,2 5 0,-1-6 0,1-11-2304,-4-4-3726,1 14 3698,0-12-11029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25.8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10 2225,'0'0'7876,"-4"-1"-6855,-9-1-291,-17-5 17270,48 10-18620,-4 0 796,0 2 0,0-1 0,0 2 0,-1 0 0,0 1 0,20 13 0,23 12 225,124 52 84,-46-10-410,-108-59 9,-1 1 0,-1 1 0,0 1 0,-2 1-1,0 0 1,-1 2 0,-1 1 0,-1 1 0,-1 0 0,-1 1 0,-1 1 0,-1 0-1,-1 2 1,-1-1 0,9 30 0,-1 5-84,16 50 0,-30-76 0,-2-1 0,1 40 0,1 6 0,-3-62 259,-4-30-1001,-1-11-2247,-2 6-3493,-7 3-1113,-1 0-2132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26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97 2865,'0'0'10528,"-5"-19"1853,10 19-12126,0 1-1,0 0 1,-1 0-1,1 0 0,0 0 1,-1 1-1,1 0 0,-1 0 1,1 0-1,-1 1 0,0-1 1,0 1-1,0 0 0,6 6 1,6 7 285,-1 1-1,14 19 1,-4-4 268,-6-9-236,-11-13-513,1 1 1,17 15-1,-20-19-59,1-1 0,-2 1 0,1 1 0,4 7 0,-1-46 0,15-39 0,-5 28 0,-9 20 0,0 1 0,2-1 0,15-20 0,-22 35 0,1 0 0,-1 0 0,2 1 0,-1 0 0,1 1 0,0-1 0,0 1 0,0 1 0,1-1 0,0 1 0,0 0 0,11-3 0,-17 6 0,-5 4-399,-1 0-1,0 0 1,1 1 0,0 0-1,0-1 1,-4 6 0,-5 7-3865,-6 1-3764,-2-2-4754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38.5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1 4866,'0'0'13596,"-4"18"-11232,-7 56-153,9-62-1375,1 0 0,1 1-1,0-1 1,3 16-1,-1 6-8,-2-25-814,0 83 604,0-32-3531,0-59 2532,0 0 0,0 0 0,0 0-1,0 0 1,0 0 0,0 0-1,0 0 1,-1 0 0,1 0-1,0 0 1,-1 0 0,1 0 0,-1 0-1,1 0 1,-1 0 0,1 0-1,-1-1 1,0 1 0,1 0-1,-1 0 1,0-1 0,1 1 0,-1-1-1,0 1 1,0 0 0,-1 0-1,-8 0-6601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38.9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385 28 6979,'0'0'9122,"22"-5"-6999,77-13-615,-90 16-1290,1 1 1,-1 0-1,1 0 1,0 1-1,-1 0 1,1 1-1,0 0 0,-1 1 1,1 0-1,-1 0 1,0 1-1,0 0 1,0 1-1,0 0 1,0 0-1,13 10 1,-12-6-135,0 1-1,-1 1 1,0 0 0,-1 0 0,0 1 0,0 0 0,-1 0 0,-1 1 0,0-1 0,6 19-1,-6-13-75,-1 1 0,-1 0 0,0 1-1,-1-1 1,-2 1 0,0-1-1,0 1 1,-4 19 0,2-27-9,-1 1 0,-1-1-1,0 0 1,0 0 0,-1-1 0,-1 1 0,0-1 0,0 0-1,-1 0 1,0 0 0,-1-1 0,0 0 0,0 0 0,-1-1-1,0 0 1,-13 10 0,-5 3 15,-1-2 0,0-1 0,-2-1 0,-44 20 1,44-25 33,-1-2 0,0 0 1,0-2-1,-1-2 0,0-1 0,0-1 1,-1-1-1,-57-4 0,72 0-30,0-1-1,0 0 0,-23-7 1,34 8-15,0-1 0,0 0-1,0 0 1,1-1 0,-1 0 0,1 1 0,-1-2 0,1 1 0,0-1 0,0 0-1,0 0 1,-6-7 0,10 10-35,1 0 0,-1-1-1,0 1 1,0 0 0,0-1-1,1 1 1,-1-1 0,1 1 0,-1-1-1,1 1 1,-1-1 0,1 1-1,0-1 1,0 1 0,0-1 0,0 1-1,0-1 1,0 1 0,0-1-1,0 1 1,1-1 0,-1 1-1,1-1 1,-1 1 0,1-1 0,0 1-1,-1-1 1,1 1 0,0 0-1,0-1 1,0 1 0,0 0 0,0 0-1,0 0 1,0 0 0,0 0-1,0 0 1,1 0 0,1-1 0,5-3-508,1 0 1,0 0 0,0 1 0,16-6 0,-18 8 156,94-28-9472,-40 14 2043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39.7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57 36 3794,'0'0'19577,"3"11"-17184,-4-1-2012,-1 0-1,0 0 1,0 0 0,-1-1 0,0 1-1,-1-1 1,-8 16 0,7-16-237,0 2-1,1-1 1,0 0 0,1 1 0,0 0 0,-3 21-1,6-29-137,-1-1 0,1 1-1,0-1 1,0 1-1,0 0 1,1-1 0,-1 1-1,1 0 1,-1-1-1,1 1 1,0-1 0,0 1-1,0-1 1,0 0 0,3 4-1,-2-4-8,0 0 0,1-1 0,-1 1 0,0-1-1,1 0 1,0 1 0,-1-1 0,1 0 0,0 0 0,-1-1 0,1 1-1,0-1 1,0 1 0,3-1 0,2 1-71,1 0 1,-1 0-1,1-1 0,-1 0 0,1-1 1,-1 0-1,1 0 0,-1-1 1,0 0-1,0-1 0,0 1 1,11-6-1,-14 5-4,-1 0 0,1 0-1,-1-1 1,1 0 0,-1 1 0,0-1 0,-1 0 0,1-1-1,-1 1 1,1-1 0,-1 0 0,-1 1 0,1-1 0,-1 0 0,0-1-1,0 1 1,0 0 0,-1-1 0,2-10 0,-2 11 56,0-1 0,0 0 0,0 1 0,-1-1 0,0 0 0,0 1 0,0-1 0,-1 0 0,0 0 0,0 1 0,-1-1 0,1 1 0,-1-1 0,0 1 0,-1 0 0,1 0 0,-1 0 0,0 0 0,0 0 1,-1 1-1,1-1 0,-1 1 0,0 0 0,0 0 0,-1 0 0,1 1 0,-1-1 0,0 1 0,-9-4 0,6 2-201,0 2 0,-1-1-1,0 1 1,1 0 0,-1 1 0,0 0 0,-1 0 0,1 1 0,0 0 0,-15 1-1,24 0 112,0 1 1,0-1-1,0 1 0,0-1 0,0 1 0,0-1 0,0 1 0,0-1 0,1 1 0,-1-1 0,0 1 0,0-1 0,0 0 0,0 1 0,1-1 0,-1 1 0,0-1 0,0 1 0,1-1 0,-1 0 0,0 1 0,1-1 0,-1 0 0,0 1 0,1-1 0,-1 0 1,0 1-1,1-1 0,16 5-206,1 0 0,-1-2 0,1 0 0,-1-1 0,35 0 0,-21-1 129,-30-1 188,367 13 111,-367-13-75,-1 0 0,0 0-1,0 0 1,0 0 0,1 0 0,-1 0 0,0 0-1,0 0 1,0 0 0,1 0 0,-1 0 0,0 0-1,0 0 1,0 0 0,1 0 0,-1 0 0,0 1-1,0-1 1,0 0 0,0 0 0,0 0 0,1 0-1,-1 0 1,0 0 0,0 1 0,0-1 0,0 0-1,0 0 1,0 0 0,1 1 0,-1-1 0,0 0-1,0 0 1,0 0 0,0 0 0,0 1 0,0-1-1,0 0 1,0 0 0,0 0 0,0 1 0,0-1-1,0 0 1,-5 12 1226,-10 9 136,-10 15 403,23-34-1762,1 0 1,0 0 0,1 0 0,-1 0 0,0 0-1,0 0 1,1 0 0,-1 0 0,1 0 0,0 0-1,-1 0 1,1 0 0,0 0 0,0 0 0,1 0-1,-1 1 1,0-1 0,2 3 0,18-4-117,1-3-155,0-1-1,0-1 1,0 0-1,-1-2 1,31-12-1,-14 5-19,-36 13 1513,-1 5-268,-4 20-378,3-20-584,0 0-1,0 0 0,1 1 0,0-1 0,0 0 0,0 6 1,1-9-70,-1-1 1,0 0 0,1 0 0,-1 0-1,1 0 1,-1 0 0,1 1 0,-1-1-1,1 0 1,0 0 0,0 0 0,0-1-1,-1 1 1,1 0 0,0 0 0,0 0-1,0-1 1,0 1 0,0 0 0,0-1-1,1 1 1,-1-1 0,0 1 0,0-1-1,0 0 1,0 1 0,1-1 0,-1 0-1,0 0 1,0 0 0,2 0-1,15 2-1148,1-2-1,29-2 0,-39 0 158,0 1 1,1-1-1,-1-1 0,0 0 0,0 0 0,0 0 0,9-7 0,32-23-6887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0.1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273 1 8292,'0'0'12192,"-6"18"-9882,-148 344 6823,42-144-8293,117-225-845,0 0 0,1 0 0,0 1 0,1 0 0,-1 0 1,11-6-1,-6 3-62,6-5-295,0 1 1,1 1 0,1 0-1,0 2 1,0 0 0,1 1-1,0 1 1,30-8-1,-49 16 343,0-1 0,0 1 0,-1 0 0,1 0-1,0-1 1,0 1 0,0 0 0,-1 0 0,1 0-1,0 0 1,0 0 0,0 0 0,-1 1 0,1-1-1,0 0 1,0 0 0,0 0 0,-1 1 0,1-1-1,0 0 1,0 1 0,-1-1 0,1 1 0,0-1 0,-1 1-1,1-1 1,-1 1 0,1-1 0,0 1 0,-1 0-1,1-1 1,-1 1 0,0 0 0,1-1 0,-1 1-1,0 0 1,1 0 0,-1-1 0,1 3 0,-1 1 33,0 1 0,0-1 1,0 0-1,-1 1 1,1-1-1,-3 7 0,1-5 79,0 0 0,-1-1 0,0 1 0,0-1 0,0 0 0,-1 1 0,0-2 0,0 1 0,0 0 0,-1-1 0,1 0 0,-1 0 0,0 0 0,-7 4 0,1-1 160,0-1 0,0 1-1,-1-2 1,0 1 0,-24 6-1,35-12-328,0 1 0,0-1 0,0 0 0,0 1 0,0-1 0,0 0 0,0 0 0,0 0 0,0 0 0,1 0 1,-1 0-1,0 0 0,0 0 0,0 0 0,0 0 0,0-1 0,0 1 0,0 0 0,0-1 0,0 1 0,1 0 0,-1-1 0,0 1 0,0-1 0,0 1 0,1-1 0,-1 0 0,0 1 0,1-1 0,-1 0 0,1 1 0,-1-1 0,0 0 0,1 0 0,0 0 0,-1 0 0,1 1 0,-1-1 0,1 0 0,0 0 0,-1-2 1,1-1-656,0 0 1,0 0-1,1 0 1,-1 0-1,1 0 1,-1 0-1,1 0 1,1 0-1,2-7 1,22-35-7162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0.4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390 0 8404,'0'0'6453,"-16"21"-2336,-19 26-910,-43 78 0,-92 145 2404,85-142-4747,85-127-935,-1-1 0,0 1 1,1 0-1,0-1 0,-1 1 1,1 0-1,-1 0 0,1-1 1,0 1-1,-1 0 0,1 0 1,0 0-1,0-1 0,0 1 1,-1 0-1,1 0 0,0 0 1,0 0-1,0-1 0,0 1 1,1 0-1,-1 0 0,0 0 1,1 1-1,-1-2-105,1 1-1,-1-1 1,1 1 0,0-1-1,0 0 1,-1 1-1,1-1 1,0 1 0,0-1-1,0 0 1,-1 0 0,1 0-1,0 1 1,0-1-1,0 0 1,0 0 0,-1 0-1,1 0 1,1-1 0,44-8-6592,-7-8-80,-3-6-1943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0.7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35 10 9076,'0'0'15522,"8"11"-14722,26 37-263,-30-44-508,1-1 0,-1 1 1,0-1-1,1 0 0,0-1 1,-1 1-1,1-1 1,0 0-1,0 0 0,1 0 1,-1-1-1,0 0 0,1 0 1,-1 0-1,0-1 1,1 1-1,-1-1 0,1-1 1,7 0-1,3 1 2,0 0 10,-12 0-49,-1 1 0,1-1 0,-1 0 0,1-1 0,0 1 0,-1-1 0,1 1 0,6-3 0,-9 2 20,0 0 0,0 0-1,0 0 1,0 0 0,0 0 0,0 0-1,0 0 1,0-1 0,-1 1-1,1 0 1,0-1 0,-1 1 0,1 0-1,-1-1 1,1 1 0,-1 0 0,0-1-1,1 1 1,-1-1 0,0 1 0,0-1-1,0 1 1,0-1 0,0 1-1,-1-1 1,1-1 0,-1 1 42,0-1-1,0 1 1,-1 0 0,1-1-1,0 1 1,-1 0 0,1-1-1,-1 1 1,0 0 0,0 0-1,0 1 1,0-1-1,0 0 1,0 1 0,0-1-1,-1 1 1,1-1 0,-1 1-1,1 0 1,-1 0 0,1 0-1,-1 1 1,-2-2 0,-9-2 510,0 1 1,0 0-1,-17-2 1,28 5-415,-9-2 197,1 1-1,-1 1 0,0 0 0,1 0 0,-22 5 1,30-4-342,0-1 0,0 1 0,1 1 0,-1-1 0,1 0 0,-1 1 1,1-1-1,-1 1 0,1 0 0,0-1 0,0 1 0,0 0 0,0 1 1,0-1-1,0 0 0,0 0 0,1 1 0,-1-1 0,1 1 1,0 0-1,0-1 0,0 1 0,0 0 0,0 0 0,0-1 0,1 1 1,0 0-1,-1 0 0,1 3 0,0-2-3,-1 0-1,1 0 1,0 1 0,0-1 0,1 0-1,-1 0 1,1 0 0,0 0-1,0 1 1,0-1 0,0 0 0,1-1-1,0 1 1,3 6 0,-1-6-28,-1 0 0,1-1 0,0 0 0,0 0 0,0 0 1,0 0-1,0 0 0,1-1 0,-1 0 0,1 0 0,-1 0 1,1-1-1,6 2 0,26 5-1718,1-1 1,0-3 0,0 0-1,61-4 1,-66 0-44,87 0-6422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1.3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274 495 15719,'0'0'3452,"-14"19"161,0 0-2502,-5 5 755,1 2 0,-26 49 0,23-31-301,12-23-1223,-1-1 0,-1 0-1,0-1 1,-29 35 0,39-52-342,0-1 0,-1 1 0,1-1 0,0 0 0,-1 0 0,1 0 0,-1 0 0,0 0 0,1 0 0,-1 0 0,0-1 0,1 1 0,-1-1 0,0 1 0,0-1 0,0 1 0,1-1 0,-4 0 0,4 0 0,-1 0 0,1-1 0,0 1 0,0 0 0,0-1 0,0 1 0,0-1 0,0 0 0,0 1 0,0-1 0,0 0 0,0 1 0,0-1 0,0 0 0,1 0 0,-1 0 0,0 0 0,0 0 0,1 0 0,-1 0 0,1 0 0,-1 0 0,1 0 0,-1 0 0,1 0 0,0 0 0,-1-1 0,1 0 0,-2-12 2,0 0-1,0 0 1,2 0 0,0 0-1,0-1 1,1 1 0,1 0-1,1 0 1,0 1 0,0-1 0,11-24-1,5-4-190,2 1 1,33-49-1,-39 67-33,19-32-659,4 2 0,81-90 0,-98 121 738,0 1 1,2 2 0,0 0-1,1 1 1,1 2-1,1 0 1,0 2 0,42-17-1,-60 28 142,0 1 0,0 0-1,0 0 1,1 0 0,-1 1-1,0 0 1,15 1 0,-21 0 19,-1 1 0,0-1 0,0 0 1,0 0-1,0 1 0,0-1 1,0 1-1,0-1 0,0 1 0,0-1 1,0 1-1,0 0 0,0-1 0,0 1 1,-1 0-1,1 0 0,0 0 1,0 0-1,-1 0 0,1-1 0,0 1 1,0 2-1,1 1 66,-1 0 0,0 0 0,0 0 0,0 0 0,0 0 0,0 7 0,-1 3 357,0 1 0,-4 26 0,1-32-299,0 0 0,0-1 0,0 1 0,-1-1 0,0 0-1,-1 0 1,0 0 0,0 0 0,0-1 0,-1 0 0,0 0 0,-1-1 0,1 0-1,-14 9 1,-5 4-81,-1-2 0,-1-1 0,-29 13 0,-114 42-61,19-9 0,144-59 0,0 1 0,0-1 0,1 1 0,-1 0 0,1 1 0,0 0 0,1 0 0,-1 0 0,-6 9 0,10-12 0,0 1 0,1 0 0,-1 0 0,1 0 0,-1 1 0,1-1 0,0 0 0,0 0 0,0 1 0,1-1 0,-1 1 0,1-1 0,0 0 0,0 1 0,0-1 0,0 1 0,1-1 0,-1 0 0,1 1 0,0-1 0,0 0 0,0 1 0,2 3 0,2 2 0,1 0 0,-1 0 0,2 0 0,-1-1 0,1 1 0,1-2 0,13 13 0,-4-7 0,-1 0 0,38 20 0,-38-26 0,1-1 0,0 0 0,1-2 0,-1 0 0,1-1 0,0 0 0,0-2 0,0 0 0,23-2 0,-33 1-104,0-1 1,0 0-1,0 0 0,0-1 1,0 1-1,-1-2 0,11-3 1,14-14-4116,-29 17 2944,-1 0-1,1 0 1,0 0-1,-1 0 0,0 0 1,0 0-1,3-7 1,2-10-7452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1.7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74 19 9748,'0'0'18035,"-9"13"-15866,-30 43-571,36-51-1526,0 1 0,0-1-1,0 1 1,0 0-1,1 0 1,0-1-1,1 1 1,-1 1 0,1-1-1,0 0 1,0 0-1,1 0 1,0 1-1,0-1 1,0 0-1,3 9 1,-3-12-72,1-1 0,0 0 0,0 0 0,0 0 0,0 0 0,0 0 0,0 0 0,1 0 0,-1-1 0,1 1 0,-1 0 0,1-1 0,0 1 0,-1-1 0,1 1 0,0-1 0,0 0 0,0 0 0,0 0 0,0 0 0,0 0 0,1 0 0,-1-1 0,0 1 0,0-1 0,0 1 0,1-1 0,2 0 0,11 2 0,0-1 0,30-3 0,-34 2 0,-1-1 0,-1-1 0,0 1 0,0-2 0,0 1 0,-1-1 0,1-1 0,-1 0 0,0 0 0,0-1 0,15-10 0,-20 13 0,-1 0 0,0-1 0,0 1 0,0-1 0,0 0 0,0 0 0,-1 0 0,1 0 0,-1 0 0,0-1 0,0 1 0,0-1 0,-1 1 0,1-1 0,-1 0 0,0 0 0,0 1 0,0-1 0,0 0 0,-1 0 0,1 0 0,-1 0 0,0 0 0,0 0 0,-1 0 0,1 0 0,-1 0 0,0 0 0,0 0 0,-3-6 0,2 5 0,-1 0 1,1 1-1,-1-1 0,-1 1 0,1 0 1,-1 0-1,1 1 0,-1-1 0,0 1 1,0-1-1,-1 1 0,1 0 0,0 1 1,-1-1-1,0 1 0,0 0 0,-5-2 1,-2 0-11,-1 1 0,1 0 1,-1 1-1,0 0 0,-23 0 1,35 2-73,1 0 1,-1 0-1,1 0 0,0 0 1,-1 0-1,1 1 1,-1-1-1,1 0 1,-1 0-1,1 0 1,0 0-1,-1 1 1,1-1-1,0 0 1,-1 0-1,1 1 0,0-1 1,-1 0-1,1 1 1,0-1-1,-1 0 1,1 1-1,0-1 1,0 1-1,0-1 1,-1 0-1,1 1 0,0-1 1,0 1-1,0-1 1,0 0-1,0 1 1,0 0-1,0-1-121,0 1 0,0-1 0,0 1 0,0-1 0,0 1-1,0-1 1,1 1 0,-1-1 0,0 1 0,0-1 0,1 1 0,-1-1 0,0 0 0,1 1-1,-1-1 1,0 1 0,1-1 0,-1 0 0,0 1 0,1-1 0,-1 0 0,1 0 0,-1 1-1,1-1 1,-1 0 0,0 0 0,1 0 0,-1 0 0,1 1 0,-1-1 0,1 0 0,-1 0-1,1 0 1,-1 0 0,2 0 0,28 0-5605,11 0-2497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1.97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492 0 6147,'0'0'15007,"-22"16"-10779,-69 57-581,82-65-3252,1 0-1,0 1 1,1 0 0,0 0-1,0 1 1,1 0-1,-10 20 1,5-7-30,-124 261-149,132-277-180,0 1-1,-1 0 1,0-1-1,-1 1 1,1-1-1,-1 0 1,-1-1 0,1 1-1,-8 5 1,10-10-374,0 1 1,-1-1-1,1 0 0,-1 0 1,1 0-1,-1 0 1,0-1-1,-7 3 0,7-4-777,0 1-1,0-1 1,0 1-1,0-1 1,-1-1-1,1 1 0,0 0 1,0-1-1,-8-2 1,-12-9-9346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2.4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64 4898,'0'0'5688,"22"-3"-971,4-2-3218,121-15 5286,-147 20-6774,348-34 8224,-348 34-8215,0 0 0,0 0 0,1 0 0,-1-1-1,0 1 1,0 0 0,1 0 0,-1 0 0,0 0 0,1 0-1,-1 0 1,0 0 0,0-1 0,1 1 0,-1 0 0,0 0 0,1 0-1,-1 0 1,0 0 0,1 0 0,-1 1 0,0-1 0,1 0-1,-1 0 1,0 0 0,0 0 0,1 0 0,-1 0 0,0 0-1,0 1 1,1-1 0,-1 0 0,0 0 0,0 0 0,1 1 0,-1-1-1,0 0 1,0 0 0,0 1 0,1-1 0,-1 1 0,-13 9 170,-33 15-352,41-22 234,-11 5-72,-1 0 0,0 0 0,1 2 0,0 0 0,1 1 0,-15 13 0,29-24 0,1 1 0,-1 0 0,0-1 0,1 1 0,-1 0 0,0 0 0,1 0 0,-1-1 0,1 1 0,-1 0 0,1 0 0,0 0 0,-1 0 0,1 0 0,0 0 0,-1 2 0,1-3 0,0 0 0,1 1 0,-1-1 0,0 1 0,0-1 0,0 0 0,1 1 0,-1-1 0,0 1 0,0-1 0,1 0 0,-1 1 0,0-1 0,1 0 0,-1 0 0,0 1 0,1-1 0,-1 0 0,1 0 0,-1 1 0,0-1 0,1 0 0,-1 0 0,1 0 0,0 0 0,36 3 0,-30-3 0,8-1-40,-1 1 1,1-2-1,-1 0 0,0-1 1,0 0-1,0-1 0,0 0 1,0-2-1,-1 1 0,0-2 1,0 1-1,0-2 0,-1 0 1,14-11-1,-25 23 114,0 0 1,0 0-1,0 0 1,-1 1-1,1-1 0,-1 0 1,-1 7-1,1 0-134,0-5 59,0 0 0,0 0-1,0 0 1,1 0 0,1 6 0,-1-10-126,0 0 0,-1-1 1,1 1-1,0 0 1,0-1-1,0 1 1,0-1-1,0 0 0,0 1 1,0-1-1,0 0 1,1 1-1,-1-1 1,0 0-1,1 0 0,-1 0 1,1 0-1,-1 0 1,1-1-1,0 1 1,2 0-1,5 1-1234,-1 0 1,1-1-1,0-1 0,0 1 0,11-2 1,-6 0-601,37 0-5743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2.7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456 0 12774,'0'0'6531,"-21"22"-2946,3-3-2681,2-4-112,0 1 1,1 1-1,2 0 1,-1 1-1,2 0 1,0 1-1,-9 23 1,-100 284 1745,110-292-2443,8-26-29,0 0-1,0 0 1,0 0 0,-1 0-1,0-1 1,-1 0 0,-8 11 0,11-16-178,0 0 1,-1 0-1,1 0 1,0 0-1,-1 0 1,0-1 0,1 1-1,-1-1 1,0 0-1,-3 2 1,3-2-495,-1-1-1,1 1 1,0-1 0,-1 0 0,1 0-1,0 0 1,-1 0 0,1 0 0,-1-1 0,-4-1-1,-18-11-8199,-2-11-3704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2.9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 1249,'0'0'10695,"25"-1"-5076,170-3 3398,-128 3-6154,-37-1-2309,-1 1 0,1 2 0,0 1 0,-1 1 0,34 8 0,-61-11-554,0 1 0,1 0 0,-1-1 0,0 1 0,0 0 0,0 0 0,0 0 0,0 0 0,0 0 0,0 1 0,0-1 0,-1 1 0,1-1 0,0 1 0,-1 0 0,1-1 0,-1 1 0,0 0 0,1 0 0,-1 0 0,0 0 0,0 0 0,0 0 0,-1 0 0,1 1 0,0-1 0,-1 0 0,0 0 0,1 1 0,-1-1 0,0 0 0,0 0 0,0 1 0,0-1 0,-1 3 0,-1 1 0,1-1 0,-1 1 0,0 0 0,-1-1 0,1 1 0,-1-1 0,0 0 0,0 0 0,-1 0 0,0 0 0,0-1 0,-5 6 0,-20 15 0,-36 24 0,64-48-29,0-1 1,1 1-1,-1-1 1,0 0-1,1 1 1,-1-1-1,0 1 1,1-1-1,-1 0 1,0 0-1,0 1 1,1-1-1,-1 0 1,0 0-1,0 0 1,0 0-1,1 0 1,-2 0-1,-4-9-3536,8-25-4124,-2 30 7261,9-34-8398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3.1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 1 11205,'0'0'19193,"-10"121"-18985,6-87-208,-3 3-752,3-1-1569,0-1-2338,4-3-5073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3.8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173 52 12342,'0'0'13344,"-21"6"-8990,-65 23-1995,82-28-2347,0 1 1,1 0-1,-1 0 1,1 0-1,-1 0 1,1 0-1,0 1 1,0 0-1,0-1 1,0 1-1,1 0 1,-1 0-1,1 1 1,0-1-1,0 1 1,0-1-1,0 1 0,1-1 1,-1 1-1,1 0 1,0 0-1,0 0 1,0 0-1,1 0 1,-1 0-1,1 4 1,-1 3 18,-1-5-31,1 1 0,0 0 0,1-1 0,0 1 0,0 0 0,2 11 0,-2-16 0,1 0 0,0 0 0,-1 0 0,1-1 0,0 1 0,0 0 0,0 0 0,0-1 0,1 1 0,-1-1 0,0 1 0,1-1 0,-1 1 0,1-1 0,-1 0 0,1 0 0,-1 0 0,1 0 0,0 0 0,0 0 0,-1 0 0,1 0 0,0-1 0,0 1 0,3 0 0,9 2-45,1-1 0,0 0 0,0-1 0,0-1 0,-1 0 0,1-1 1,0 0-1,0-2 0,0 1 0,-1-2 0,0 0 0,0-1 0,26-12 0,-32 13-64,0 0 0,0-1 1,-1 0-1,0 0 0,0-1 0,0 0 0,-1 0 0,1-1 0,-1 0 1,-1 0-1,0 0 0,0-1 0,0 0 0,-1 0 0,0 0 0,0 0 1,-1-1-1,0 1 0,-1-1 0,0 0 0,0 1 0,-1-1 0,0-18 1,-1-34 2314,33 63-1358,-27 1-829,0 0-1,0 0 0,0 1 1,0 0-1,-1 0 1,1 0-1,-1 1 1,0 0-1,0 0 0,6 8 1,-5-5-21,0 1-1,0-1 1,-1 1 0,0 0 0,-1 1-1,6 14 1,-8-17 2,-1 0 0,1 1 0,-1-1 0,-1 1 0,1-1 0,-1 11 0,-1-15 0,1 0 0,0 0 0,-1 0 0,0 1 0,0-1 0,0 0 0,0 0 0,0 0 0,0 0 0,-1 0 0,0-1 0,1 1 0,-1 0 0,0-1 0,0 1 0,-4 2 0,4-3 0,4-6 0,16-14 0,30-27 0,-21 23 0,1 0 0,1 2 0,1 1 0,1 1 0,64-26 0,-94 45 0,-1-1 0,1 0 0,-1 0 0,1 0 0,-1 0 0,0 0 0,1 1 0,-1-1 0,1 0 0,-1 0 0,1 1 0,-1-1 0,0 0 0,1 1 0,-1-1 0,1 0 0,-1 1 0,0-1 0,0 0 0,1 1 0,-1-1 0,0 1 0,0-1 0,1 1 0,-1-1 0,0 1 0,0-1 0,0 1 0,0-1 0,0 1 0,0-1 0,0 1 0,0-1 0,0 1 0,0-1 0,0 1 0,0-1 0,0 1 0,0 0 0,-1 27 0,1-24 0,-1 12 0,-2 0 0,0 0 0,0 0 0,-2-1 0,0 1 0,0-1 0,-14 25 0,18-38-196,0 0 1,-1 0-1,1 0 1,0-1-1,-1 1 1,1 0-1,-1-1 1,0 1-1,1-1 1,-1 1-1,0-1 1,0 0-1,-3 2 1,-13 0-6576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6.5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1 372 5923,'1'-1'17020,"10"-2"-14517,-6 3-2234,0 0-1,-1 1 0,1 0 0,-1 0 0,0 0 1,1 1-1,-1-1 0,0 1 0,8 4 0,-10-4-215,0-1-1,1 0 0,-2 1 0,1-1 0,0 1 0,0 0 0,0-1 0,-1 1 0,1 0 1,-1 0-1,0 0 0,1 0 0,-1 0 0,0 1 0,0-1 0,0 0 0,0 0 0,-1 1 0,1-1 1,-1 1-1,1 3 0,-1-6 409,0-18-149,0-14-200,-2 17-76,2 0 0,0 0 1,1 0-1,1 1 0,0-1 0,0 0 1,2 1-1,9-26 0,1 9 22,3 0 0,20-29-1,-31 51-50,1 0-1,0 0 0,0 1 0,1 0 0,0 0 0,0 1 0,1 0 0,0 0 0,0 1 0,17-8 0,-23 12-73,1 1-1,-1 0 1,0 0 0,0 0 0,0 1-1,1-1 1,-1 1 0,0-1-1,1 1 1,-1 0 0,0 1-1,0-1 1,1 0 0,-1 1-1,0 0 1,0 0 0,4 1-1,0 2-1130,0 0-1,0 1 1,0-1-1,-1 1 1,8 8-1,17 12-7448,-6-10 205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6.9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102 51 1105,'0'0'22306,"-11"9"-20441,-36 31-435,43-35-1306,-1 0 0,1 0 0,0 0 1,1 1-1,-1 0 0,1-1 1,0 1-1,1 1 0,-1-1 1,1 0-1,0 0 0,1 1 0,0-1 1,0 1-1,0 0 0,1-1 1,0 1-1,0 0 0,0-1 1,1 1-1,3 9 0,-4-13-120,1-1 0,0 0 0,0 0 0,0 0 0,1 1 0,-1-1 0,1 0 0,-1-1 0,1 1 0,-1 0 0,1 0 0,0-1 0,0 1 0,0-1 0,0 1 0,0-1 0,0 0 0,0 0 0,1 0 0,-1 0 0,0 0 0,1-1 0,-1 1 0,3 0 0,4 0 6,0 1-1,-1-1 1,1-1-1,0 0 1,11-1 0,-17 1-2,0-1 0,-1 0 1,1 0-1,-1 0 1,1 0-1,-1-1 0,1 1 1,-1-1-1,0 1 1,1-1-1,-1 0 1,0 0-1,0 0 0,-1 0 1,1 0-1,0 0 1,-1 0-1,1-1 1,-1 1-1,0-1 0,2-3 1,1-3 23,-1 0-1,0-1 1,0 1 0,2-19 0,-2 4 233,-1-37 1,-2 53-204,0-1 0,-1 1 1,0-1-1,-1 1 0,0 0 1,0-1-1,-7-13 1,9 21-139,-1 0 0,1 0 0,-1 0 0,1 1 0,-1-1 0,1 0 0,-1 0 0,0 1 0,1-1 0,-1 0 0,0 1 0,0-1 0,1 1 0,-1-1 0,0 1 0,0-1 0,0 1 0,1 0 0,-1-1 0,0 1 1,0 0-1,0 0 0,0-1 0,0 1 0,-1 0 0,1 0-197,0 0-1,1 1 1,-1-1 0,0 0 0,1 0 0,-1 1-1,1-1 1,-1 0 0,1 0 0,-1 1-1,0-1 1,1 1 0,-1-1 0,1 1 0,0-1-1,-1 1 1,1-1 0,-1 1 0,1-1 0,0 1-1,-1-1 1,1 1 0,0 0 0,0-1 0,-1 1-1,1-1 1,0 1 0,0 0 0,0-1 0,0 1-1,0 0 1,0-1 0,0 2 0,0 15-7357,0 0-1647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7.3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200 47 10645,'0'0'13102,"-21"10"-11699,-66 36-37,77-41-1045,1 0-1,0 1 0,0 0 1,0 1-1,1 0 1,-11 11-1,17-16-255,0 1-1,0 0 0,0-1 1,1 1-1,-1 0 1,1 0-1,0 0 1,-1 1-1,1-1 1,1 0-1,-1 0 1,0 0-1,1 1 1,0-1-1,-1 0 1,1 1-1,1-1 0,-1 0 1,1 6-1,0-7-61,0 0 0,1 1 0,-1-1 0,0 0-1,0 0 1,1 0 0,-1 0 0,1 0 0,0-1-1,0 1 1,0 0 0,0-1 0,0 1 0,0-1-1,0 0 1,0 0 0,0 0 0,0 0-1,1 0 1,-1 0 0,0 0 0,1-1 0,-1 1-1,1-1 1,4 0 0,-3 1 4,0-1 1,-1 1-1,1-1 0,0 0 1,0 0-1,0-1 0,0 1 1,0-1-1,-1 0 0,1 0 1,0 0-1,-1-1 0,1 1 1,0-1-1,-1 0 1,4-2-1,-2-1 13,-1 0-1,1-1 1,-1 1 0,0-1 0,-1 0 0,1 0-1,-1 0 1,0 0 0,-1 0 0,1-1 0,-1 0-1,2-10 1,-1-7 128,-1 1 1,-1-33-1,-1 45-100,0 10-46,0-1 0,0 0 0,0 1 0,0-1 0,0 1 0,0-1 0,-1 0 0,1 1 0,-1-1 0,1 0 0,-1 1 0,1-1 0,-1 1 0,0-1 0,0 1 0,0 0 0,0-1 0,0 1 0,0 0 0,0-1 0,0 1 0,-1 0 0,1 0 0,-3-2 0,1 2-436,1 0 0,-1 0-1,0 1 1,0-1 0,0 0 0,1 1-1,-1 0 1,-6 0 0,9 0 174,0 0 0,0 0 0,-1 0 1,1 0-1,0 0 0,-1 0 0,1 1 0,0-1 1,0 0-1,-1 0 0,1 0 0,0 1 0,0-1 1,-1 0-1,1 0 0,0 0 0,0 1 0,0-1 1,-1 0-1,1 1 0,0-1 0,0 0 0,0 0 0,0 1 1,0-1-1,0 0 0,0 1 0,0-1 0,0 0 1,0 1-1,0-1 0,0 0 0,0 1 0,0-1 1,0 0-1,0 1 0,2 4-6978,5-3-2089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7.6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157 1 12822,'0'0'14382,"-9"26"-12749,-2 9-1081,-44 121 1834,27-99-1543,-12 34-677,37-83-168,0 0 0,1 1 0,0 0 0,0 0 0,1-1 1,0 1-1,1 0 0,1 13 0,-1-21 2,1 0 0,-1-1 0,0 1 0,1-1 0,-1 1 0,1-1 0,0 1 0,-1-1 0,1 1 0,-1-1 0,1 0 0,0 1 0,-1-1 0,1 0 0,0 0 0,-1 1 0,1-1 0,0 0 0,-1 0 0,1 0 0,0 0 0,0 0 0,-1 0 0,2 0 0,25 0 0,-21 0 0,22 1-159,41 0-2537,-38-8-2013,-29 6 4009,0 0 1,-1 0-1,1 0 0,0 0 1,-1 0-1,1 0 1,-1-1-1,1 1 0,-1 0 1,1-1-1,1-2 1,7-22-11899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7.8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 13926,'0'0'11878,"155"-2"-11830,-92 2-48,6 0-849,8 0-2880,0 0-4291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8.4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0 262 8516,'0'0'8273,"9"-20"-6211,-2 2-1605,-4 9-254,0 1 0,0 0-1,1-1 1,0 2 0,0-1 0,1 0-1,0 1 1,0 0 0,1 0-1,0 1 1,0-1 0,1 1-1,12-8 1,7-3 286,2 2-1,0 1 1,0 2 0,1 0-1,1 2 1,0 2 0,0 0-1,0 2 1,1 1-1,0 2 1,0 0 0,47 4-1,-72-1-480,-1 1 0,0 0 0,0 0-1,0 0 1,0 0 0,0 1-1,0 0 1,0 0 0,-1 0 0,1 0-1,0 1 1,-1 0 0,0 0 0,0 0-1,6 6 1,-5-3 12,0 0 1,-1 0-1,1 0 1,-1 1-1,-1 0 0,1 0 1,-1 0-1,0 0 1,3 13-1,-3-6 47,-1 1 0,0-1 0,0 1 0,-2 0 0,0 0 0,0 0 0,-1 0 0,-1-1 0,-1 1 0,-6 21 0,-9 10 313,-27 50 0,28-64-24,1 0 0,2 2 0,1 0 0,-8 37 0,15-38-135,1 0 1,-1 60-1,7-93-246,-1 0 1,1 1-1,0-1 1,-1 0-1,1 0 1,-1 1-1,1-1 1,0 0-1,-1 0 1,1 0-1,-1 0 1,1 0-1,0 0 1,-1 0-1,1 0 1,0 0-1,-1 0 1,1-1-1,-1 1 1,1 0-1,0 0 1,-1-1-1,1 1 1,-1 0-1,1 0 1,0-1-1,8-13-3120,-9 13 2687,0 1 0,0-1 0,0 1 0,1-1 0,-1 1 0,0-1 1,0 1-1,0-1 0,0 1 0,0-1 0,0 1 0,-1-1 0,1 1 1,0-1-1,0 1 0,0-1 0,0 1 0,-1-1 0,1 1 0,0-1 0,0 1 1,-1 0-1,1-1 0,-9-5-8661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8.6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3826,'0'0'25230,"17"2"-23333,-4-1-1521,-7-2-282,1 2 1,0-1-1,0 1 1,-1 0 0,1 0-1,0 1 1,-1 0 0,1 0-1,-1 0 1,0 1 0,0 0-1,0 0 1,0 1 0,7 5-1,5 9-91,-1 1-1,0 0 1,-2 2-1,0-1 1,-2 2 0,14 27-1,-22-40-1,-5-8-49,1 0-1,0 0 1,0 0 0,0 0-1,0 0 1,0 0-1,0 0 1,1 0 0,-1 0-1,0-1 1,0 1 0,1 0-1,-1-1 1,0 1 0,1-1-1,0 1 1,8 0-8825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48.9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314 0 15591,'0'0'9885,"-17"10"-7719,-1 0-1691,-6 2 409,1 2 0,-34 27 0,-14 8 990,50-36-1833,0 0 1,-35 33-1,51-36-977,13-6-7129,3-4-1390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0.2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1120 311 256,'0'0'16103,"-10"-2"-14408,-34-6 321,1 2 0,-1 3 0,-78 2 0,85 4-1414,1 1 0,-1 2 0,1 1 1,1 2-1,-43 17 0,30-7-265,1 2 0,2 2 0,0 2 0,2 3-1,-69 55 1,88-63-244,2 2-1,0 1 0,1 1 0,2 0 1,0 1-1,2 2 0,0-1 0,2 2 1,1 0-1,-15 47 0,18-34-92,1 1 0,3-1 0,1 1 0,2 1 0,3 68 0,2-93 0,1 0 0,0 0 0,1 0 0,1 0 0,0-1 0,2 0 0,0 0 0,1 0 0,9 16 0,-3-11 0,0 0 0,2-2 0,0 0 0,2 0 0,35 32 0,-28-31 0,1-1 0,0-1 0,2-1 0,0-1 0,1-2 0,0-1 0,1-1 0,1-1 0,0-2 0,1-1 0,0-1 0,0-2 0,59 5 0,-17-7 0,85-7 0,-126 0 0,0-1 0,0-2 0,-1-1 0,1-2 0,33-14 0,124-58 0,212-127 0,-366 188 0,0-2 0,-2-2 0,44-38 0,-66 50 0,1 1 0,-2-2 0,1 1 0,-2-1 0,0-1 0,0 1 0,-2-2 0,1 1 0,-2-1 0,0 0 0,6-26 0,-5-1 0,-2-1 0,-2 0 0,-5-81 0,0 97 0,-1 0 0,-1 1 0,-2-1 0,0 1 0,-2 0 0,-21-46 0,13 38 0,-3 1 0,0 1 0,-3 1 0,-35-42 0,17 30 0,-1 2 0,-2 2 0,-2 2 0,-2 2 0,-1 2 0,-70-36 0,83 51 0,-1 1 0,0 2 0,-70-18 0,99 31 35,-1 1 0,1 0 0,-1 0 0,0 1 0,0 0-1,1 1 1,-1 0 0,0 0 0,1 0 0,-1 1 0,1 0 0,0 1 0,-1 0 0,1 0 0,-12 7-1,10-4-305,1 0-1,-1 0 1,1 1-1,0 0 1,-11 15-1,-12 23-5025,26-34-2403,4 0-6117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1.1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268 33 2561,'0'0'11427,"4"-5"-9848,10-17 107,-11 16 3527,-4 9-4849,0 1-1,-1-1 1,0 0-1,0 0 0,0 0 1,0 0-1,0 0 1,0-1-1,-1 1 1,0-1-1,1 1 0,-4 1 1,0 2 236,-94 74 2492,74-62-2688,1 2-1,1 0 1,-31 34 0,53-51-389,-1 0 1,1 0 0,0 1 0,0-1 0,0 0 0,0 1-1,1-1 1,0 1 0,-1 0 0,1-1 0,0 1 0,1 0 0,-1 0-1,1 0 1,0 0 0,0 5 0,4-8-16,0 0 0,0 0 0,0 0 0,0 0 0,0 0 0,0-1 0,0 0 0,5 0 0,-7 0 0,304 1 0,-158-2 0,-148 1 11,1 0 0,0 0-1,0 0 1,-1 0 0,1 0 0,0 0-1,-1 1 1,1-1 0,0 0 0,-1 0-1,1 0 1,0 1 0,-1-1 0,1 0-1,0 1 1,-1-1 0,1 1 0,-1-1-1,1 0 1,-1 1 0,1-1 0,-1 1 0,1-1-1,-1 1 1,1 0 0,2 21-4376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1.4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105 0 13350,'0'0'14583,"-86"140"-12646,78-102-513,2 0-575,1-3-305,5-1-464,0-7-80,0 0 0,0-6 0,0-4-848,0-1-1041,0-3-1649,0-5-2241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2.3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34 3570,'0'0'7766,"6"0"-6779,105 1 8040,2 0-3706,81 0-2287,263-10-3382,13-12 667,-155 15 2772,-164 6-3091,-150 0-70,0 0-1,-1 1 1,1-1-1,0 0 1,0 1-1,0-1 1,0 1 0,-1-1-1,1 1 1,0-1-1,0 1 1,-1-1-1,1 1 1,0 0 0,-1 0-1,1-1 1,-1 1-1,1 0 1,-1 0-1,1-1 1,-1 1 0,0 0-1,1 0 1,-1 1-1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3.6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855 117 3073,'0'0'3989,"11"-7"-2538,50-30 2426,-50 29 4533,8-11-6645,-6 7-1351,-11 10-398,1-2 12,0 1-1,0 0 0,1 0 1,0 0-1,-1 1 0,1-1 0,0 1 1,0 0-1,1 0 0,-1 0 0,5-1 1,-9 3 543,0 2-304,-1 0 1,0 0-1,0 0 1,0 0-1,0-1 1,0 1-1,0 0 1,0 0-1,0-1 1,-1 1-1,1-1 1,-1 1-1,1-1 1,-3 2-1,-51 41 4663,30-20-4953,0 1 0,-34 47 0,-46 67 23,-196 201 0,13-43 0,269-274 0,3-4 0,0-1 0,-1 0 0,0-1 0,-1-1 0,-22 15 0,39-33 0,1 0 0,0 0 0,0 0 0,0 0 0,0 0 0,0 0 0,1 0 0,-1 0 0,0 0 0,1 0 0,1-3 0,-1 3 5,0 1 0,0-1 0,1 1-1,-1 0 1,0-1 0,1 1 0,-1 0 0,1 0 0,-1 0-1,1 0 1,0 0 0,0 0 0,-1 0 0,1 1 0,0-1-1,0 0 1,0 1 0,0 0 0,-1-1 0,5 1 0,-5 0-55,0 1 1,1-1 0,-1 0 0,0 1 0,0-1-1,0 1 1,1 0 0,-1-1 0,0 1 0,0 0-1,0 0 1,0-1 0,0 1 0,0 0 0,-1 0-1,1 0 1,0 0 0,0 0 0,-1 0 0,1 0-1,0 1 1,-1-1 0,0 0 0,1 0 0,-1 0-1,1 1 1,-1-1 0,0 0 0,0 0 0,0 1-1,0 1 1,1 24-5044,-1 2-3196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5.2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1301 186 12806,'0'0'2721,"-21"-15"83,-69-45-1080,84 56-1591,0 1 0,0 1 1,0-1-1,0 1 0,0 0 1,-1 0-1,1 1 0,-1 0 1,1 0-1,-1 1 0,0-1 1,1 2-1,-11 0 0,-8 0 402,-1 1 91,-1 0 1,1 2 0,0 1 0,0 1-1,1 2 1,0 0 0,-47 23 0,11 0 1216,-108 76 0,115-68-1555,2 3 0,2 1 0,1 3-1,3 2 1,-67 90 0,85-98-300,2 1-1,2 2 0,1 0 0,3 2 0,1 0 0,2 1 0,3 1 0,-14 71 0,17-19 13,2 192 0,10-223 0,-1-32 0,2 1 0,2 0 0,1-1 0,2 0 0,2 0 0,1-1 0,24 57 0,-20-64 0,0-1 0,1 0 0,2-1 0,1 0 0,1-2 0,1 0 0,1-2 0,1 0 0,36 28 0,-24-25 0,2-1 0,0-2 0,1-2 0,1-1 0,1-1 0,1-3 0,54 14 0,-60-21 0,0-2 0,0-1 0,0-2 0,1-1 0,-1-2 0,0-1 0,1-2 0,-1-1 0,52-13 0,-30 0 0,0-3 0,-2-2 0,98-54 0,-57 18 0,100-80 0,-118 77 0,-3-3 0,-3-4 0,95-116 0,-122 127 0,-2-1 0,-3-2 0,-3-2 0,-3-1 0,40-105 0,-61 132 0,-1-1 0,-2 0 0,-1 0 0,-2-1 0,-2 0 0,0-47 0,-5 58 0,-1 0 0,-1-1 0,-1 1 0,-2 0 0,-1 1 0,0 0 0,-2 0 0,-1 0 0,-19-33 0,5 20 0,-1 1 0,-3 1 0,0 2 0,-3 0 0,-59-52 0,0 13 0,-103-64 0,174 125 0,-1 0 0,0 2 0,0 0 0,-1 1 0,-1 1 0,0 1 0,0 1 0,0 1 0,-1 1 0,0 1 0,0 0 0,-28 1 0,20 3 0,1 2 0,0 0 0,-41 10 0,61-9 0,-1-1 0,0 2 0,1 0 0,0 0 0,0 0 0,0 2 0,0-1 0,1 1 0,0 0 0,0 1 0,0 0 0,-11 13 0,16-15-81,1 1-1,0-1 1,0 1-1,0-1 1,1 1 0,0 0-1,0 0 1,1 0-1,-1 0 1,1 0 0,0 8-1,1-8-886,-1 0-1,1 0 1,1 0 0,-1 0-1,1 0 1,2 9-1,-2-14 624,-1 0 0,0 0 0,1 0 0,-1 0 0,1 0 0,0 0-1,-1 0 1,1-1 0,-1 1 0,1 0 0,0 0 0,0-1-1,0 1 1,-1 0 0,2 0 0,19 8-9828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6.2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264 0 3410,'0'0'3783,"-9"4"-296,-29 7 38,-50 7 1,48-11-1797,-49 16-1,193-21 2149,736 9-1063,525-1 2074,-1341-11-4888,-17 0 0,-16 1 0,0 1 53,0 0 1,-1 1-1,1 0 0,0 0 0,0 1 1,0 0-1,-8 5 0,-35 11-1280,15-14-3041,15-5-3661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0:57.4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 7 2913,'0'0'7932,"-4"-1"-6961,2 0 418,-17-3 14379,21 8-19729,9 12 492,1-4-2483,-3-5-3604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1.8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38 61 1121,'0'0'11245,"-7"-3"-9132,-21-11 5,28 13-2047,0 1 1,0 0-1,0 0 1,-1 0-1,1-1 1,0 1-1,0 0 1,0 0-1,-1-1 1,1 1-1,0 0 1,0 0-1,0-1 1,0 1-1,0 0 1,0 0-1,0-1 1,0 1-1,0 0 1,0-1-1,0 1 1,0 0-1,0 0 1,0-1-1,0 1 1,0 0-1,0-1 1,0 1-1,0 0 1,0 0-1,0-1 1,0 1-1,0 0 1,1 0-1,-1-1 1,0 1-1,0 0 1,0 0-1,1-1 1,-1 1-1,0 0 1,0 0-1,0 0 1,1-1-1,-1 1 1,0 0-1,0 0 1,1 0-1,-1 0 1,0 0-1,1 0 1,-1 0-1,0 0 1,0-1-1,1 1 1,-1 0-1,1 0 1,17-8 1778,10 1-834,0 1-1,1 2 1,0 0-1,0 2 0,49 3 1,-47-1-794,-16 0-146,0 1-1,24 3 0,-35-3-71,0 0 0,0 0 1,0 0-1,0 0 0,0 1 0,-1-1 0,1 1 0,0 0 0,-1 0 1,1 0-1,-1 1 0,0-1 0,0 1 0,5 5 0,-7-7 9,-1 0 0,1 0-1,-1 0 1,1 0-1,-1 0 1,1 0 0,-1 0-1,1 0 1,-1 0-1,0 0 1,1 1-1,-1-1 1,0 0 0,0 0-1,0 0 1,0 0-1,0 0 1,0 1 0,-1-1-1,1 0 1,0 0-1,0 0 1,-1 0 0,1 0-1,-1 0 1,1 0-1,-1 0 1,1 0 0,-1 0-1,0 0 1,0 0-1,1 0 1,-1 0-1,0 0 1,-1 1 0,-4 2 52,0 1 0,0-1 1,-1-1-1,-10 6 1,5-3-4,-84 36 82,14-8-144,83-31-533,8-1 342,12 1 162,-19-3-5,21 3-13,0 0-1,-1 2 1,0 1 0,0 0-1,-1 2 1,1 1-1,-2 0 1,1 1-1,23 17 1,-39-24 14,-1 1 0,0-1 0,0 1 1,0 0-1,-1 0 0,1 0 0,-1 1 1,0-1-1,-1 1 0,4 5 0,-5-8 32,0 0 1,-1 0-1,1 0 0,0 0 0,-1 1 0,1-1 0,-1 0 0,0 0 0,0 0 0,0 0 1,0 1-1,0-1 0,0 0 0,0 0 0,-1 0 0,1 0 0,-1 0 0,1 1 0,-1-1 1,0 0-1,0 0 0,0 0 0,0-1 0,-1 1 0,1 0 0,0 0 0,-1-1 1,1 1-1,-3 1 0,-4 3 112,0-1 0,0 0 0,0 0 0,-1-1 0,0 0 1,0-1-1,0 0 0,0 0 0,-1-1 0,-17 2 0,-12 0 610,-51-2-1,69-2-478,12 0-83,1 0 1,0 0-1,-1-1 1,1 0-1,-1-1 0,-14-4 1,20 5-152,1-1 0,0 1 0,-1 0 0,1-1 0,0 1 0,0-1 0,0 0 0,0 0 0,0 0 1,0 0-1,1 0 0,-1 0 0,0 0 0,1-1 0,0 1 0,0-1 0,0 1 0,0-1 0,0 1 0,0-1 1,0 1-1,1-1 0,-1 0 0,1 1 0,0-5 0,0 5-15,-1 0 0,1 0 0,0-1 0,0 1 0,0 0 0,0 0 0,0-1 0,0 1 0,1 0 0,-1 0 0,1 0 0,0 0 0,-1 0 0,1 0 0,0 0 0,2-3 0,-1 4-226,0 0 0,-1 0 0,1 0 0,0 0 1,0 0-1,0 1 0,1-1 0,-1 1 0,0-1 0,0 1 0,0 0 0,0 0 0,0 0 0,1 0 0,-1 0 0,3 1 0,-3-1-178,0 0 0,-1 1 1,1-1-1,0 1 0,-1-1 0,1 1 1,-1-1-1,1 1 0,-1 0 1,1 0-1,-1 0 0,1 0 0,-1 0 1,0 0-1,1 0 0,-1 0 0,0 1 1,0-1-1,0 0 0,1 2 1,9 17-8192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3.7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218 204 2673,'0'0'1011,"-14"-12"-2230,-115-84 600,120 91 1065,1-1 0,0 1 0,1-1 0,-11-11 0,2-8 4446,15 22-3421,-1 0 0,1-1 0,1 1 0,-1 0-1,0-1 1,1 1 0,0-5 0,-1 15 4556,1-4-5717,-1 0 1,1 0 0,0 0-1,0 0 1,0 0-1,1 0 1,-1 0-1,1 0 1,-1 0-1,1 0 1,2 5 0,18 25 185,1 0 0,1-2 0,2-1 0,44 44 0,-41-48-536,-2 2-1,-1 1 1,-2 2-1,36 58 1,-17-3 40,-30-55 0,3-1 0,0-1 0,2 0 0,0-1 0,2-1 0,29 31 0,12 8 0,-34-36 0,34 30 0,-49-49 0,-1 1 0,0 0 0,-1 1 0,-1 0 0,0 0 0,12 28 0,-11-23 0,1 0 0,0 0 0,14 18 0,32 27 0,-37-44 0,-1 1 0,-1 0 0,-1 2 0,22 37 0,20 44 0,-57-102 0,0 0 0,0-1 0,0 1 0,0 0 0,0-1 0,0 1 0,1-1 0,-1 0 0,0 1 0,0-1 0,0 0 0,1 0 0,-1 1 0,0-1 0,0 0 0,0 0 0,1-1 0,-1 1 0,2 0 0,5-1 0,-7 4-1207,0 0 0,-1 0-1,1 0 1,-1 0 0,0 0 0,0-1-1,0 1 1,0 0 0,-2 5 0,-5 9-8619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5.4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1298 129 304,'0'0'4784,"0"-17"-3346,0-53 101,1 68-1372,-1 1 0,0-1 0,0 0 1,0 1-1,0-1 0,0 1 0,-1-1 0,1 1 0,0-1 1,-1 0-1,1 1 0,-1-1 0,1 1 0,-1-1 0,0 1 1,0 0-1,0-1 0,0 1 0,0 0 0,0 0 0,0-1 0,0 1 1,0 0-1,0 0 0,-2-1 0,0 1 62,0 0 0,0 1-1,0-1 1,0 1 0,0-1-1,0 1 1,0 0 0,0 0 0,-5 1-1,-5 0 452,-46-2 1190,0 4 0,0 1 0,-65 15-1,68-6-927,0 1-1,1 4 0,-66 29 0,76-26-609,1 2-1,1 2 1,2 2-1,0 1 1,2 2 0,1 2-1,2 1 1,1 2 0,2 2-1,-37 51 1,48-53-235,2 0 0,1 1 0,2 2 0,1-1 0,3 2 0,0 0 1,3 0-1,-8 59 0,3 35 494,2 163 1,12-228-208,1-54-369,-2 20-8,1 0-1,2-1 1,2 1 0,1 0 0,15 63 0,-7-66-7,2 0 0,1 0 0,1-2 0,1 0 0,1 0 0,2-2 0,1-1 0,1 0 0,1-2 0,1 0 0,2-2 0,28 21 0,-10-13 0,1-2 0,2-1 0,0-3 0,2-1 0,0-3 0,100 26 0,-98-35 0,1-3 0,0-1 0,1-4 0,-1-1 0,70-7 0,-82 0 0,0-2 0,0-1 0,-1-2 0,0-2 0,-1-1 0,39-20 0,-27 8 0,-2-2 0,-1-1 0,84-69 0,-71 44 0,-2-2 0,-3-4 0,-2-1 0,48-74 0,-62 76 0,-3-2 0,-2-1 0,-3-2 0,44-130 0,-63 143 0,-1-2 0,-3 1 0,-2-1 0,-2 0 0,-5-83 0,-1 107 0,-1 1 0,-1 0 0,-2 0 0,-1 0 0,-1 1 0,-1 0 0,-1 0 0,-1 1 0,-2 0 0,0 1 0,-26-35 0,17 31 0,0 1 0,-2 1 0,-1 1 0,-1 1 0,-1 2 0,-1 0 0,0 2 0,-53-28 0,-28 0 0,-2 4 0,-125-32 0,106 36 0,128 39 3,0 0-1,-1 1 1,1-1-1,0 0 1,0 1-1,-1 0 1,1-1-1,0 1 1,0 0-1,-1 0 1,1 0-1,0 1 1,0-1-1,-1 0 1,1 1 0,0 0-1,0-1 1,0 1-1,0 0 1,0 0-1,0 0 1,0 0-1,-3 3 1,1 1-105,0-1 1,0 1-1,1 1 0,0-1 1,0 0-1,0 1 0,-2 6 1,-5 10-1167,-21 48-7066,18-36 184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6.1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246 1 7459,'0'0'14172,"-8"0"-12392,-6 3-1195,1-1 1,1 2 0,-1 0 0,0 0 0,1 1-1,0 1 1,-15 9 0,9-5 210,0 2 1,1 0-1,1 1 0,-21 21 1,35-32-765,1-1 1,-1 1 0,1 0 0,0 0 0,0-1-1,0 1 1,0 0 0,0 0 0,0 0-1,0 0 1,0 0 0,1 0 0,-1 0 0,1 1-1,0-1 1,0 0 0,0 0 0,0 0-1,0 0 1,1 5 0,-1-6-33,1-1 0,0 1 0,-1 0 0,1 0 0,0 0 0,0-1 0,0 1 0,0 0 0,0-1 0,-1 1 0,1-1 0,0 1 0,0-1 0,1 1 0,-1-1 0,0 0 0,0 0 0,0 1 0,0-1 0,0 0 0,0 0 0,2 0 0,2 0 0,137 23 6,4 0-81,-114-17-154,-24-6 152,0 1 0,0 1 0,0-1 0,0 1 0,-1 1 1,1-1-1,-1 1 0,0 1 0,8 3 0,-14-6 81,-1 0 1,1-1-1,0 1 1,-1 0 0,1 0-1,-1-1 1,1 1-1,-1 0 1,0 0-1,1 0 1,-1-1-1,0 1 1,1 0-1,-1 0 1,0 0-1,0 0 1,0 0 0,0 0-1,0 0 1,0-1-1,0 1 1,0 0-1,0 0 1,0 0-1,-1 0 1,1 0-1,0 0 1,-1-1-1,1 1 1,0 0-1,-1 0 1,1 0 0,-1-1-1,1 1 1,-1 0-1,0 0 1,-24 21 416,0-9-396,-1-1-1,0-1 0,0-2 1,-1 0-1,0-2 0,-1-1 0,1-1 1,-1-1-1,-40 0 0,68-18-10961,0-15 742,0 3 572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6.3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17 256,'0'0'22779,"125"-17"-20618,-72 17-577,1 0-239,2 0-513,-5 0-384,-10 7-416,-7 5-32,-11 3-560,-13 4-1329,-10 4-1552,0 0-2514,-25-2-4018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7.2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120 110 2913,'0'0'7684,"-8"-3"-6940,-24-6 529,26 8-342,0 0 1,0 0-1,0 1 0,0 0 1,0 0-1,0 0 1,0 1-1,-8 2 0,-3 1 1905,41-6-1929,199-10 1631,-60 1-1290,379 8 419,-51 1-1357,-104-33 1154,69-2-663,-471 37-801,1 0 0,0 1 0,0 0 0,0 1 0,-22 7 0,5 3-562,11-3-4015,-36 9 0,7-7-6116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8.9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205 12 5539,'0'0'22922,"-35"4"-21849,-4 18 2216,-45 43-3345,80-61 56,0-1 0,1 1 0,-1 0 0,1 0 0,0 0 0,0 0 0,0 0 0,0 1 0,1-1 0,0 1 0,0 0 0,-3 9 0,3-1 0,0 0 0,1 1 0,0 21 0,1-33 0,1 2 0,0 0 0,0 1 0,0-1 0,0 0 0,1 0 0,0 0 0,-1 0 0,2 0 0,-1 0 0,0-1 0,1 1 0,-1-1 0,1 1 0,0-1 0,0 0 0,1 0 0,-1 0 0,0-1 0,1 1 0,5 2 0,-1 0 0,0-1 0,0 0 0,0 0 0,0 0 0,1-1 0,-1-1 0,1 0 0,0 0 0,11 1 0,-12-2 0,0-1 0,-1 0 0,1-1 0,0 1 0,0-1 0,0-1 0,0 0 0,-1 0 0,1 0 0,-1-1 0,9-4 0,-10 3 0,0-1 0,-1 1 0,1-1 0,-1 0 0,0 0 0,-1 0 0,1-1 0,-1 0 0,0 0 0,0 0 0,-1 0 0,5-13 0,0-1 0,-2 0 0,0-1 0,-1 0 0,-1 0 0,-1 0 0,-1-1 0,-2-30 0,0 49 0,0 1 0,0 0 0,-1 0 0,1-1 0,-1 1 0,1 0 0,-1 0 0,0 0 0,0 0 0,0 0 0,0 0 0,0 0 0,-1 0 0,1 1 0,-1-1 0,1 0 0,-1 1 0,1-1 0,-1 1 0,0-1 0,0 1 0,0 0 0,0 0 0,0 0 0,0 0 0,0 0 0,0 0 0,0 1 0,0-1 0,0 1 0,-4-1 0,-9-1 0,0 0 0,0 1 0,-26 2 0,20-1 0,18 0 15,-1 0 1,1 0-1,-1 0 1,0 1-1,1-1 0,-1 1 1,1 0-1,-1 0 0,1 0 1,0 1-1,-1-1 1,1 1-1,0 0 0,0 0 1,0 0-1,-5 4 1,3 0-490,0 1 0,0 0 0,1 0 1,0 0-1,0 0 0,-3 9 0,6-14-398,0 0 0,0 0 0,0 0-1,0 0 1,0-1 0,-1 1 0,1 0 0,0-1-1,-1 1 1,1-1 0,-1 0 0,1 1 0,-3 0-1,-14 4-11954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09.9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159 167 3666,'0'0'11122,"2"-2"-9340,-2 2-1601,0-1-1,1 1 0,-1 0 1,1 0-1,-1-1 1,0 1-1,0-1 1,1 1-1,-1 0 0,0-1 1,0 1-1,1 0 1,-1-1-1,0 1 0,0-1 1,0 1-1,0-1 1,1 1-1,-1-1 0,0 1 1,0 0-1,0-1 1,0 1-1,0-1 0,0 1 1,0-1-1,0 1 1,-1-2-1,-19 1 2835,11 2-2737,0 1 1,0 1 0,0-1-1,0 2 1,1-1-1,-1 1 1,1 0 0,0 1-1,0 0 1,1 0 0,-1 1-1,1 0 1,0 0-1,1 1 1,-7 7 0,12-13-270,0 1 1,0-1-1,0 1 1,0-1-1,0 1 1,0-1-1,0 1 1,1 0-1,-1-1 1,1 1-1,-1 0 1,1 0-1,0-1 1,-1 1-1,1 0 1,0 0-1,0-1 1,0 1-1,1 0 1,-1 0-1,0-1 1,1 1 0,0 3-1,1-2 12,0 0-1,0 0 1,0 0-1,0 0 1,1-1 0,-1 1-1,1-1 1,-1 0-1,1 1 1,0-1 0,4 2-1,5 2 27,0 0-1,1 0 1,-1-2 0,1 1-1,19 2 1,-19-4-28,1 0 0,-1-1 0,1-1 0,-1-1 0,1 0 0,26-3 0,-39 2-17,0 1 0,0-1 0,0 0 0,0 1 0,0-1 0,0 0 0,0 0 0,0 0 0,0 0 0,0 0 0,-1 0 0,1 0 0,0 0 0,-1 0 0,1 0 0,-1 0 0,1-1 0,-1 1 0,0 0 0,1 0 0,-1 0 0,0-2 0,4-35 11,-3 22 11,2-159 133,-4 106 921,0 68-1014,1 1-1,-1-1 1,0 0-1,0 1 1,1-1-1,-1 1 1,0 0-1,0-1 1,0 1 0,1 0-1,-1-1 1,0 1-1,0 0 1,0 0-1,0 0 1,0 0-1,0-1 1,0 1-1,-1 1 1,2-1-113,-1-1 0,0 1 0,1 0 0,-1 0 1,0 0-1,1 0 0,-1 0 0,1 0 0,-1 0 0,0 1 0,1-1 1,-1 0-1,1 0 0,-1 0 0,0 1 0,1-1 0,-1 0 0,1 0 1,-1 1-1,1-1 0,-1 1 0,1-1 0,-1 0 0,1 1 0,0-1 0,-1 1 1,1-1-1,-1 1 0,1-1 0,0 1 0,0-1 0,-1 1 0,1 0 1,0-1-1,-1 2 0,7 1-3665,-2-4 2754,3 1-143,-1 1-173,1-1 1,-1-1-1,0 1 1,1-1-1,-1 0 1,9-3-1,30-19-9104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5:41:11.1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155 32 2177,'0'0'8372,"-5"-5"-7260,-18-15 44,7 14 3280,-7 7-2832,15 0-921,6-1-512,-1 0 1,1 0-1,-1 0 0,1 1 1,0-1-1,-1 1 1,1 0-1,-1 0 1,1 0-1,0 0 1,0 0-1,0 0 0,0 0 1,-1 1-1,2-1 1,-1 1-1,0 0 1,-2 2-1,1 0 9,0 0 0,0 1 0,0-1-1,1 1 1,-1 0 0,1 0 0,0 0 0,-1 6 0,-1 7 132,1 0 0,1 0 1,0 35-1,1-51-277,1 1 0,0 0 0,1 0 0,-1-1 0,0 1-1,1-1 1,-1 1 0,1 0 0,0-1 0,0 1 0,0-1 0,0 0 0,3 5 0,-1-4 10,1 1 1,-1-1-1,1 0 1,0-1 0,0 1-1,0-1 1,6 3 0,1 1 47,0-1 0,0 0 0,1-1 0,0 0 0,0-1 0,0 0 0,0-1 0,0-1 0,18 1 0,-27-2-69,0 0-1,1 0 1,-1-1 0,1 1 0,-1-1 0,0 0 0,1 0 0,-1 0 0,0 0 0,0-1 0,0 1 0,0-1 0,0 0 0,0 0 0,0 0 0,-1 0 0,1 0 0,-1 0 0,1-1 0,-1 1 0,0-1 0,0 0 0,0 0 0,0 0 0,-1 0 0,1 0 0,-1 0 0,0 0 0,0 0 0,0-1 0,0 1 0,0 0 0,-1-1 0,0 1 0,1-1 0,-1 1 0,-1-7 0,1 3 14,0 1 0,0-1 0,0 1 1,-1-1-1,0 1 0,0 0 0,-1-1 1,0 1-1,0 0 0,0 0 0,-1 0 1,0 0-1,0 0 0,-1 1 0,1-1 0,-1 1 1,0 0-1,-1 0 0,1 0 0,-1 1 1,0 0-1,0 0 0,-7-4 0,5 2-53,-28-19-266,33 24 255,0 0-1,0 0 1,0 0-1,0 0 1,0 0-1,0 1 1,0-1-1,0 1 1,0-1-1,0 1 1,-1 0-1,1-1 0,0 1 1,0 1-1,0-1 1,-3 0-1,4 2-224,0 0 0,0 0 0,0 1 0,0-1 0,0 0 0,1 0 0,-1 0 0,1 1 0,-1-1 1,1 0-1,0 1 0,0-1 0,0 5 0,0-1-859,-3 20-3564,-2-4-3562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0.6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35 27450,'3678'0'0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25.9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3 274 1281,'0'0'6194,"-1"-10"687,-1-26-2805,3 36-3951,-1-1 0,1 1 0,-1-1 0,0 1 0,1-1 0,-1 1 0,1-1 0,-1 1 0,1 0 0,-1-1 0,1 1 0,0 0 0,-1-1-1,1 1 1,-1 0 0,1 0 0,0-1 0,-1 1 0,1 0 0,0 0 0,-1 0 0,1 0 0,0 0 0,-1 0 0,1 0 0,0 0 0,29 0 250,-15 0 49,-9-1-311,0 0 0,0-1 1,0 0-1,0 0 0,-1-1 0,9-4 0,23-9 314,97-17-148,142-15 0,-49 4-88,-139 24 231,134-14 0,-192 32-380,48-3 792,104 4 0,-179 2-821,-1 0 0,1-1-1,-1 1 1,1 0 0,0 0-1,-1 0 1,0 0 0,1 1 0,-1-1-1,0 1 1,0-1 0,0 1 0,0 0-1,0 0 1,0 0 0,0 0 0,0 0-1,-1 0 1,1 1 0,-1-1-1,0 0 1,0 1 0,0-1 0,0 1-1,1 2 1,3 11 64,-1-1 1,-1 0-1,2 20 0,-2-12 174,4 35 311,-3 0 0,-7 112 0,-1-131-323,-2-1-1,-15 53 1,-7 44 401,-6 389 1067,31-449-1554,0-43-410,1-25-334,-1-8-453,-12-25-5872,1 11-2405,-1 2-2973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26.5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4898,'0'0'11296,"9"6"-9818,3 3-913,0 0 0,-1 0-1,0 1 1,-1 1 0,0 0 0,-1 0 0,0 1-1,-1 0 1,9 18 0,56 123 3507,-59-126-3386,2 0 1,1-2 0,31 37 0,-39-52-781,-5-5 298,0 0-1,1-1 1,-1 1-1,10 6 0,-12-10-478,0 0 0,0 0-1,0 0 1,0 0-1,0 0 1,0-1-1,1 1 1,-1-1-1,0 1 1,0-1-1,3 0 1,-5-10-9208,0-1-867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27.3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408 1 3778,'0'0'4266,"-9"0"3161,-31 3-4340,29 3-2598,0 0 0,1 1 1,0 1-1,0 0 0,0 0 1,1 1-1,-9 11 0,-52 77 2080,52-70-2119,0 0 0,-35 36 0,49-59-384,-1 0 0,1 0 1,0 1-1,0-1 0,0 1 0,0 0 1,1 1-1,0-1 0,0 0 0,1 1 1,-1 0-1,1-1 0,0 1 0,1 0 1,-1 0-1,1 0 0,0 10 0,0-10 166,0 0-1,0 0 0,0 0 0,-1 0 0,0 0 1,0 0-1,-1-1 0,-3 8 0,-5 15 53,4-10-2845,-5-2-5342,2-9-2457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28.8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 0 3682,'0'0'4805,"0"7"-3629,9 125 8962,-22 78-7217,-22 209 587,20-208-3259,10 159 142,3-66-97,-17-104 347,-1 60 327,20-259-952,1-16-533,20-93-5087,-9 60 677,0-13-3514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2.7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20 131 2961,'0'0'6446,"-15"-14"-3364,11 11 933,19 5 4673,15 8-6544,4 0-1937,38 2 742,0-4 0,1-2 0,86-6 0,-96 0-663,35-5 175,120-20-1,4-2-239,70 16-221,-169 7 0,50-2 0,192-4 0,-193 3 0,-69 1 0,201-19 0,45-1 0,456 17 0,-648 20 0,-1 1 0,-99-12-88,-69 0-1397,-28-1-10754,23-6 1752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3.9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243 0 464,'0'0'17069,"-8"4"-15609,-23 13-201,30-16-1065,0 1 0,-1 0 0,1-1 1,0 1-1,0 0 0,0 0 0,0 0 0,1 0 1,-1 0-1,0 0 0,1 0 0,0 0 0,-1 1 0,1-1 1,0 0-1,0 0 0,0 0 0,0 0 0,0 0 0,1 0 1,0 4-1,0 4 523,-1 44 910,-2 0-1,-2 0 1,-17 78 0,10-76-1279,2 1 1,-1 66-1,8 117-408,2-66 94,-19 9-34,3-57 0,-7 282 0,13-231 0,-1 14 0,11-191-10,0 0 1,0 0-1,0 1 0,0-1 1,0 0-1,0 0 0,0 0 1,0 0-1,0 1 0,0-1 1,0 0-1,0 0 0,0 0 0,-1 0 1,1 1-1,0-1 0,0 0 1,0 0-1,0 0 0,0 0 1,0 0-1,0 1 0,-1-1 1,1 0-1,0 0 0,0 0 1,0 0-1,0 0 0,-1 0 1,1 0-1,0 0 0,0 0 1,0 0-1,0 0 0,-1 0 0,1 0 1,0 0-1,0 0 0,0 0 1,-1 0-1,1 0 0,0 0 1,0 0-1,0 0 0,0 0 1,-1 0-1,1 0 0,0 0 1,0 0-1,0 0 0,0 0 1,-1 0-1,1 0 0,0-1 1,0 1-1,0 0 0,0 0 0,0 0 1,-1 0-1,1 0 0,0-1 1,0 1-1,0 0 0,-10-8-2018,10 8 1832,-15-14-4910,-8-8-3608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5.3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18 992,'0'0'9549,"12"-17"103,403 25-3217,-2 1-6293,-405-9-131,617 4-162,-2 29-1513,-263-28 1582,-327-6 79,316-17 93,-20 15-124,-206 4 100,-50-10 891,-10 1-614,171 8 329,-234 0 51,22 0 109,144 0 1946,-166 0-2343,-6 0-193,-135 9-2430,40 0-4980,40-8-926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6.3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87 7091,'0'0'14369,"4"-2"-12995,-1 1-1190,1 0 0,-1 0 0,0 0 0,0 0 0,1 1 0,-1-1-1,0 1 1,0 0 0,1 0 0,-1 0 0,0 0 0,1 1 0,-1-1-1,0 1 1,1 0 0,-1 0 0,0 0 0,0 0 0,0 1-1,0-1 1,0 1 0,3 2 0,6 10 442,-1 0 1,15 23-1,-20-27-444,0-1 0,0 1 1,1-1-1,0 0 0,1-1 0,0 0 1,0 0-1,19 13 0,-24-20-151,1 0 0,-1 0 1,1 0-1,0 0 0,-1 0 0,1-1 1,0 0-1,0 0 0,-1 0 0,7 0 0,5-1 763,-15-34-410,0 32-349,3-108 549,-2 97-578,1 1 1,0-1-1,1 1 1,1 0-1,0 0 1,6-14-1,-7 50-1317,-2-21 773,-1 0-1,1 0 1,-1 0-1,1-1 1,0 1-1,0 0 1,-1 0-1,1-1 1,1 1-1,-1 0 1,0-1 0,0 1-1,3 1 1,17 7-5393,5-3-2356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6.8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236 1 9492,'0'0'14570,"-12"0"-13159,-69-1 705,72 2-1834,-1 0 0,1 1-1,-1 0 1,1 0 0,0 1 0,-1 0-1,-13 7 1,18-7-132,0 0-1,0 0 1,0 1-1,0-1 1,1 1-1,0 0 1,-6 7-1,8-9-132,1 0 0,0-1 0,0 1-1,0 0 1,0 0 0,0 0-1,1 0 1,-1 0 0,1 0-1,-1 0 1,1 0 0,0 0 0,-1 0-1,1 0 1,0 0 0,0 0-1,1 0 1,-1 0 0,0 0 0,1 0-1,-1 0 1,1 0 0,0 0-1,1 3 1,0-2-20,0-1 0,0 0 0,0 0-1,0 0 1,0 0 0,0-1 0,0 1 0,1-1 0,-1 1 0,1-1-1,-1 0 1,1 0 0,-1 0 0,1 0 0,0 0 0,0-1-1,-1 1 1,1-1 0,0 1 0,0-1 0,0 0 0,4-1 0,-1 1-56,-1 0 0,0-1 0,0 1 0,0-1 0,0 0 0,0-1 0,-1 1 1,1-1-1,0 0 0,0 0 0,6-5 0,-7 5 50,0-1 0,0 0 0,-1 0 0,1 0-1,-1-1 1,0 1 0,0-1 0,0 0 0,0 0 0,0 0 0,-1 0 0,0 0-1,0-1 1,0 1 0,-1-1 0,1 1 0,-1-1 0,1-5 0,-2 9 678,0 23-671,0-16-402,0 0 0,0 0 0,1 1 0,0-1 1,1 0-1,-1 0 0,1 0 0,0-1 1,6 11-1,-7-13-218,1 0 1,0 0-1,0 0 1,1-1 0,-1 1-1,0-1 1,1 0-1,4 3 1,-5-3-335,1 0 0,0-1 1,1 1-1,-1-1 0,0 0 1,0 0-1,1 0 0,-1 0 1,5 0-1,15 0-7362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7.5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0 48,'0'0'20887,"-6"8"-19132,-20 30 1388,-30 59-1,37-61-2383,3 1-1,1 1 0,2 1 1,-11 48-1,22-72-758,0 0 0,1 26 0,1-38 0,2-2 0,-1 0 0,1-1 0,-1 1 0,1-1 0,-1 1 0,1-1 0,-1 0 0,1 1 0,0-1 0,-1 0 0,1 0 0,0 0 0,-1 0 0,1-1 0,-1 1 0,4-1 0,1-1 0,1 0 0,-1 0 0,1 0 1,-1-1-1,0 0 0,0-1 0,11-7 0,39-35-10,-45 36 0,-2 2-42,-1 0-1,0-1 1,0 0-1,-1-1 1,9-14 0,-12 35 310,4 15-227,-8-25-29,0 0 0,1-1 0,-1 1-1,0 0 1,1 0 0,-1-1 0,0 1-1,1 0 1,-1 0 0,1-1 0,0 1-1,-1-1 1,1 1 0,-1 0 0,1-1-1,0 1 1,-1-1 0,1 0 0,0 1-1,0-1 1,-1 1 0,1-1 0,0 0-1,1 1 1,4-1-50,1 0 0,-1-1 0,1 1 1,-1-1-1,1-1 0,-1 1 0,0-1 0,1 0 0,-1 0 0,0-1 0,-1 0 1,1 0-1,0 0 0,-1-1 0,0 1 0,10-10 0,-5 6-5,-8 6 79,1-1-1,-1 1 0,1-1 1,-1 0-1,0 1 1,1-1-1,-1 0 1,0-1-1,0 1 0,-1 0 1,1 0-1,0-1 1,-1 1-1,2-5 0,-3 7 317,0 15-198,0-12-155,0 1 0,0-1 0,0 0 0,0 1 0,1-1 0,-1 0 0,1 0 0,0 1 0,0-1 0,0 0 0,1 0 0,-1 0-1,1 0 1,2 4 0,-2-5-316,0 0-1,1-1 0,-1 1 0,1 0 0,0-1 0,-1 1 1,1-1-1,0 0 0,0 0 0,0 0 0,0 0 0,0-1 1,0 1-1,0-1 0,0 0 0,4 0 0,35 0-12507,-23-4 1699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8.0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29 8836,'0'0'10773,"1"16"-9709,5 49 94,-6-63-1066,0 1 0,0 0-1,1-1 1,0 1-1,-1-1 1,1 1 0,0-1-1,0 1 1,0-1-1,1 0 1,-1 1 0,1-1-1,-1 0 1,1 0 0,0 0-1,-1 0 1,1 0-1,0 0 1,0-1 0,1 1-1,-1-1 1,0 1-1,0-1 1,6 2 0,-1-1 122,0-1 1,0 1 0,0-1 0,1-1-1,-1 0 1,12 0 0,-4-1-183,-8 1-34,0-1 0,0 0-1,0 0 1,0-1 0,0 0 0,-1 0-1,1 0 1,-1-1 0,1 0 0,-1 0-1,0-1 1,0 0 0,-1 0 0,11-9-1,-12 9 73,-1 1-1,1-1 0,-1 0 1,0 0-1,0 0 0,-1 0 1,1 0-1,-1-1 0,0 1 1,0-1-1,0 0 0,-1 1 1,1-1-1,-1 0 0,-1 0 1,1 0-1,0 0 0,-1 0 1,0 0-1,-1 0 0,1 0 0,-2-7 1,1 11-4,0 0 0,1 0 1,-1 0-1,0 0 0,0 0 1,0 1-1,0-1 0,0 0 1,0 1-1,0-1 1,0 1-1,0-1 0,0 1 1,0-1-1,0 1 0,0 0 1,-1-1-1,1 1 0,0 0 1,0 0-1,0 0 0,0 0 1,-2 0-1,-38 1 605,28-1-314,5 0-176,0 1-1,1-1 1,-1 1 0,0 1 0,1 0 0,-1 0 0,1 0 0,0 1-1,0 0 1,0 0 0,-10 7 0,13-7-143,0 0 0,1 0 0,-1 0 0,1 0 0,-1 1 0,1-1 0,0 1 0,0 0 0,1 0-1,-1 0 1,1 0 0,0 1 0,0-1 0,0 1 0,1-1 0,-1 1 0,1-1 0,0 1 0,0 9 0,1-6-41,-1 1 0,2-1-1,0 0 1,0 0 0,0 0 0,1 1 0,0-1-1,0-1 1,1 1 0,0 0 0,1-1 0,0 1-1,0-1 1,0 0 0,1 0 0,0-1 0,0 1-1,1-1 1,0-1 0,0 1 0,0-1 0,1 0-1,-1 0 1,9 4 0,-10-6-360,1 0 1,-1-1 0,1 0-1,0 0 1,8 2-1,30 0-7216,-9-4-3909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9.1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34 25 5202,'0'0'12174,"0"-6"-10229,0 2-1839,0-11 1745,-1 21 844,-5 42 243,-6 43-46,-3 177 0,32-277-2820,7-7-112,1 2-1,38-16 1,-53 26-124,0 0 1,0 1 0,0 1 0,1 0 0,-1 0 0,1 1 0,-1 0 0,1 1 0,0 0 0,10 2-1,-19-2 129,-1 0-1,0 1 0,1-1 1,-1 1-1,1-1 0,-1 1 1,0-1-1,1 1 0,-1 0 1,0 0-1,0 0 0,0 0 1,0 0-1,0 0 0,0 0 1,0 0-1,0 0 0,0 1 1,1 1-1,0 1 5,0-1 0,-1 1 0,0 0 0,1 0 0,-1 0 0,0 9-1,0 0 34,0 0-1,-2 0 0,-1 18 1,1-27 31,1-1 0,-1 1 0,0-1 0,0 0 0,0 0 0,0 1 0,0-1 0,-1 0 0,0 0 0,1 0 0,-1 0 0,0 0 0,0-1 0,-1 1 0,1-1 0,0 1 0,-1-1 0,0 0 0,1 0 0,-1 0 0,0 0 0,-6 3 0,0-2 174,1-1-1,-1 0 1,0 0-1,0 0 1,0-1-1,0-1 1,-11 0-1,15 0-182,1 0 0,0-1-1,0 0 1,0 0-1,0 0 1,0 0-1,0 0 1,0-1-1,0 0 1,0 0 0,1 0-1,-1 0 1,1-1-1,0 1 1,-1-1-1,1 0 1,0 0-1,-4-6 1,-4-6-47,1 0-1,0-1 1,-8-20-1,16 33 20,2 2-543,17 1-2508,32 5-2410,7 0-3884,-7-5-1432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9.5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217 39 7203,'0'0'18211,"-13"-7"-16477,-44-19-213,54 25-1369,-1 0 1,1 0-1,0 0 0,-1 0 1,1 1-1,-1 0 0,1 0 1,-1 0-1,1 0 0,0 0 1,-1 1-1,1-1 0,-1 1 1,1 0-1,0 0 0,0 0 0,-5 3 1,-1 1 105,1 0-1,0 1 1,0 0 0,-9 8 0,11-8-202,3-3-55,1 0 0,-1 0-1,1 0 1,0 0 0,0 0-1,0 0 1,0 1 0,1-1-1,-1 1 1,1 0 0,0-1 0,0 1-1,1 0 1,-1-1 0,1 1-1,-1 7 1,1-10-1,0 1 0,0 0 0,0 0 0,1-1 0,-1 1 0,0 0 0,1 0 0,-1-1 0,1 1 0,-1-1 0,1 1 0,0 0 0,0-1 0,0 1 0,0-1 0,0 1 0,0-1 0,0 0-1,0 1 1,0-1 0,1 0 0,-1 0 0,0 0 0,1 0 0,-1 0 0,1 0 0,0-1 0,-1 1 0,1 0 0,-1-1 0,1 1 0,0-1 0,0 1 0,-1-1 0,1 0 0,0 0 0,1 0 0,4 0 0,1 0 0,0 0 0,0 0 0,0-1 0,1 0 0,8-3 0,-14 3 0,0 0 0,0 0 0,0 0 0,-1-1 0,1 1 0,-1-1 0,1 0 0,-1 0 0,0 0 0,0 0 0,0 0 0,0-1 0,0 1 0,0-1 0,0 1 0,-1-1 0,0 1 0,2-4 0,9-33 0,-10 31 0,-1 33 0,-1-24-16,0 11 39,0 0 1,0 0-1,2 0 1,-1 0-1,5 13 1,-5-22-149,0 0 0,0 0-1,0 0 1,1 0 0,0 0 0,-1 0 0,1 0 0,0-1 0,0 1-1,1-1 1,-1 1 0,1-1 0,-1 0 0,1 0 0,-1 0 0,1 0-1,0 0 1,0-1 0,0 1 0,0-1 0,0 0 0,0 0 0,7 1-1,-1 0-1498,1-1 0,0 0 0,19 0 0,9-9-7135,1-15-4161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39.9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111 1 3201,'0'0'24516,"-13"19"-22353,-43 65-300,49-72-1775,2 0 1,0 0 0,0 0 0,1 1 0,1 0 0,0 0 0,0 0 0,2 0 0,-1 0 0,2 24 0,-1-5-43,0-16-46,0-5 0,1-1 0,0 1 0,0 0 0,1 0 0,2 12 0,-2-20 0,0 0 0,-1-1 0,1 1 0,0-1 0,1 0 0,-1 1 0,0-1 0,1 0 0,-1 0 0,1 1 0,0-1 0,-1-1 0,1 1 0,0 0 0,0 0 0,1-1 0,-1 1 0,0-1 0,0 1 0,1-1 0,-1 0 0,1 0 0,-1 0 0,1-1 0,-1 1 0,6 0 0,8 2-892,1-2 0,-1 0 0,24-3 0,-31 2-873,0-1-1,0-1 0,0 1 0,0-2 1,-1 1-1,1-1 0,14-7 1,4-9-7258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0.3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234 1 10885,'0'0'16002,"-21"1"-13769,-68 5-251,83-5-1906,0 1 0,0-1-1,0 1 1,0 0 0,0 0-1,0 1 1,1 0 0,-1 0-1,1 0 1,0 1 0,0-1-1,0 1 1,1 0 0,-1 1-1,1-1 1,0 1 0,0 0-1,0 0 1,1 0 0,0 1-1,-4 7 1,5-10-76,0 1 0,1 0 0,-1 0 0,1 0 0,0 0 0,0 0 0,0 0 0,0 1 0,1-1 0,-1 0 0,1 0 0,0 1 0,2 7 0,-2-10 0,0 0 0,1 0 0,0-1 0,-1 1 0,1 0 0,0 0 0,0-1 0,0 1 0,0 0 0,0-1 0,0 1 0,0-1 0,1 1 0,-1-1 0,1 0 0,-1 1 0,1-1 0,-1 0 0,1 0 0,0 0 0,-1 0 0,1-1 0,0 1 0,0 0 0,0-1 0,0 1 0,0-1 0,-1 0 0,1 1 0,2-1 0,0 0 0,-1 0 0,1 0 0,-1 0 0,1 0 0,-1 0 0,1-1 0,-1 1 0,0-1 0,1 0 0,-1 0 0,0-1 0,0 1 0,1-1 0,-1 1 0,0-1 0,-1 0 0,1 0 0,0 0 0,0-1 0,-1 1 0,0-1 0,1 1 0,-1-1 0,0 0 0,0 0 0,0 0 0,-1 0 0,1 0 0,-1 0 0,1 0 0,-1 0 0,0-1 0,-1 1 0,1-1 0,0 1 0,-1-7 0,2-11 0,0 4 0,-1 36 0,-1 2-433,-1-11 527,1 0 0,0 0 0,1 1 0,0-1 0,3 15 0,-3-22-331,0-1 1,0 0-1,0 0 0,0 0 0,0 1 0,1-1 0,-1 0 1,0-1-1,1 1 0,0 0 0,3 3 0,-3-4-342,0 1-1,0-1 0,1 0 0,-1 0 0,1 0 0,-1 0 0,1 0 0,-1-1 0,1 1 1,-1-1-1,1 1 0,-1-1 0,4 0 0,13-1-6890,-1-2-2324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0.7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0 11301,'0'0'16469,"0"7"-14319,-1 8-961,1 36 415,0-48-1600,0 0 0,0 0 0,0 0 0,1 0-1,0 0 1,-1 0 0,1 0 0,0 0 0,1 0 0,-1 0 0,0 0-1,1-1 1,2 4 0,-1-5-4,0 0 0,0-1 0,0 1 0,1-1 0,-1 1 0,0-1 0,1 0 0,-1 0 0,0 0 0,1-1 0,-1 1 0,0-1 0,0 0 0,0 0 0,1 0 0,3-2 0,4-5 0,-1 0 0,0 0 0,0-1 0,0 0 0,10-15 0,7-5 0,-16 12 0,-8 46 0,-3-24 19,0 1 0,0 0 0,0-1 0,1 1 0,0-1 0,0 1 0,2 4 0,-2-8-89,0-1 0,0 1 1,0-1-1,0 1 0,0-1 0,0 0 0,0 0 0,0 0 0,1 1 0,-1-1 1,0 0-1,1-1 0,-1 1 0,1 0 0,-1 0 0,1-1 0,-1 1 1,1 0-1,0-1 0,-1 0 0,1 1 0,0-1 0,-1 0 0,1 0 1,0 0-1,2 0 0,33 0-11551,-17 0 261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1.06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172 1 14215,'0'0'17173,"-18"1"-16005,-61 3-957,76-4-211,0 0 0,-1 1 0,1-1 0,0 1 0,0-1 0,-1 1 0,1 0 0,0 0 0,0 1 0,0-1 0,0 0 0,0 1 0,1 0 0,-1 0 0,0 0 0,1 0 0,-1 0 0,1 0 0,0 1 0,0-1 0,-3 6 0,3-3 0,0 0 0,0 1 0,1-1 0,0 1 0,0-1 0,1 1 0,-1-1 0,2 12 0,-1-8 0,0-6 4,1-1-1,-1 1 1,1-1-1,0 1 1,0-1-1,0 0 1,0 0-1,0 1 1,1-1-1,-1 0 1,0 0-1,1 0 1,0 0-1,-1 0 1,1-1-1,0 1 1,0 0-1,0-1 1,0 0-1,0 1 1,1-1-1,-1 0 1,0 0-1,1 0 1,-1 0 0,0 0-1,1-1 1,3 1-1,8 3-1098,0-2 1,1 0-1,23 1 0,13-3-7589,-36 0 4288,13 0-5203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1.4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 70 8724,'0'0'16832,"2"3"-15730,0-1-1032,0 0 0,0 1 1,0-1-1,0 0 0,1 0 1,-1 0-1,0 0 1,1-1-1,0 1 0,-1-1 1,1 1-1,0-1 1,0 0-1,0 0 0,0 0 1,0 0-1,3 0 1,8 1 229,0-1 1,22-1 0,-28 0-283,-7 0-17,0-1-1,0 1 1,0-1-1,-1 0 0,1 1 1,0-1-1,0 0 1,-1 0-1,1 0 1,-1 1-1,1-1 1,-1 0-1,1 0 0,-1 0 1,1 0-1,-1 0 1,0 0-1,0 0 1,1 0-1,-1 0 1,0 0-1,0 0 0,0 0 1,0 0-1,0 0 1,-1-1-1,-1-32 20,2 31 12,-1 1-1,0 0 1,0-1-1,0 1 1,0 0-1,0 0 1,-1 0-1,1 0 1,-1 0-1,1 0 1,-1 0-1,0 0 1,1 1-1,-1-1 1,0 1-1,0-1 1,0 1-1,0 0 1,-1 0-1,1 0 1,0 0-1,-4-1 1,-3 0 467,0 1 1,0 0-1,0 0 1,-16 1-1,15 0-12,6 0-481,1 1 0,0-1 0,0 1 0,0 0 0,1-1 1,-1 1-1,0 1 0,0-1 0,0 0 0,1 1 0,-1 0 1,0-1-1,1 1 0,0 0 0,-1 0 0,1 0 0,0 1 1,0-1-1,0 0 0,1 1 0,-1-1 0,0 1 0,1 0 1,0 0-1,-1-1 0,1 1 0,0 0 0,1 0 0,-1 0 1,0 0-1,1 4 0,-1-1-7,0 0 0,0-1 0,1 1 0,0-1 0,0 1 0,0 0 0,1-1 0,0 1 1,0-1-1,0 1 0,1-1 0,0 0 0,0 0 0,0 1 0,1-1 0,6 9 0,-1-4 0,1 0 0,0-1 0,1 0 0,0-1 0,0 0 0,1 0 0,0-1 0,21 10 0,-22-13-1430,1 0 0,-1-1 0,21 3 0,7-1-8443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3.7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1 1105,'0'0'5261,"-12"5"9412,12 46-5443,2-10-8111,8 47 1,1-9-979,2 101-1,-14 84-179,-1-105 56,2-22-17,31 248 0,-17-276 0,6 32 0,-19-127 0,-1-11 0,0 1 0,1-1 0,-1 0 0,1 1 0,-1-1 0,1 0 0,0 0 0,2 4 0,-1-5 0,-1-1 0,0-1 0,-1 0 0,1 0 0,0 0 0,-1 0 0,1 1 0,0-1 0,-1 0 0,1 0 0,0 0 0,-1 0 0,1 0 0,0-1 0,-1 1 0,1 0 0,0 0 0,-1 0 0,1-1 0,0 1 0,-1 0 0,1 0 0,-1-1 0,1 1 0,0-1 0,-1 1 0,1 0 0,-1-1 0,1 1 0,-1-1 0,0 0 0,2 0 0,10-21 0,-9 15 0,1 2 0,1-1 0,0 1 0,0 0 0,1 0 0,0 0 0,0 1 0,0 0 0,0 0 0,0 0 0,1 1 0,-1 0 0,1 0 0,0 1 0,0 0 0,10-2 0,14-2 0,1 2 0,40-1 0,-28 3 0,939-125 0,-708 84 0,209-19 0,105-17 0,-450 56 0,179-32 0,-283 51 0,-1 1 0,1 2 0,0 1 0,0 1 0,48 10 0,-38-8 0,69-3 0,-47-1 0,-59 2 0,-1 0 0,1 1 0,-1 0 0,0 0 0,11 4 0,8 3 0,30 7 0,-77-35-123,-2 0-2014,2-2-5053,-1-7-7243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4.1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145 1 2881,'0'0'8359,"-4"0"-6857,2 0-1104,-1 0 0,1-1 0,-1 1 0,0 0 0,1 1 0,-1-1 0,1 0 0,-1 1 0,1 0 0,-1-1 0,1 1 0,-5 2 0,-26 26 2762,30-27-3926,-1 0 0,1 1-1,-1-1 1,1-1 0,-1 1-1,0 0 1,0-1 0,0 0-1,0 0 1,0 0-1,-6 0 1,-9 2-3943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4.5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153 1 8468,'0'0'19377,"5"27"-17254,-1-3-1607,6 34 585,2 70 1,-7-54-1086,-4 0 0,-4 1 0,-2-1 0,-19 89 0,-7-31-16,-30 144 0,49-208 0,4 1 0,0 75 0,8-127-256,0 34 610,0-18-3798,0-33 3245,0 1 0,0-1-1,0 0 1,0 1 0,0-1-1,-1 1 1,1-1 0,0 1-1,0-1 1,0 0 0,-1 1 0,1-1-1,0 1 1,0-1 0,-1 0-1,1 1 1,0-1 0,-1 0-1,1 0 1,0 1 0,-1-1-1,1 0 1,-1 0 0,1 1-1,0-1 1,-1 0 0,1 0-1,-1 0 1,1 0 0,0 0-1,-1 1 1,1-1 0,-1 0-1,1 0 1,-1 0 0,1 0-1,-1 0 1,1-1 0,-1 1-1,1 0 1,-1 0 0,-2 0-1610,-18 0-8676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5.3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268 1 4834,'0'0'13070,"-7"2"-11410,5-1-1645,0-1 223,0 1 0,1 0-1,-1-1 1,0 1 0,0 0 0,1 0-1,-1 0 1,1 0 0,-1 0-1,1 0 1,-1 0 0,1 1-1,-1-1 1,1 0 0,0 1-1,0 0 1,0-1 0,0 1-1,0-1 1,0 1 0,0 0-1,1 0 1,-1-1 0,0 1 0,1 0-1,0 0 1,-1 0 0,1 0-1,0 0 1,0 0 0,0-1-1,0 1 1,1 4 0,-2 22 1933,-5 37 0,-22 70-1468,23-114-642,-22 110-61,6 1 0,5 1 0,3 169 0,11-200 0,-5 0 0,-24 123 0,23-149 0,6-55 0,0 0 0,-1 1 0,-9 29 0,12-51-30,0 0 0,0 0 0,-1-1 0,1 1 0,0 0 0,0 0 0,0-1 0,0 1 0,-1 0 0,1 0 0,0 0 0,0-1 0,0 1 0,-1 0 0,1 0 0,0 0 0,0 0 0,-1 0 0,1-1 0,0 1 0,0 0 0,-1 0 0,1 0 0,0 0 0,-1 0 0,1 0 0,0 0 0,0 0 0,-1 0 0,1 0 0,0 0 0,-1 0 0,1 0 0,0 0 0,0 0 0,-1 0 0,1 1 0,0-1 0,0 0 0,-1 0 0,1 0 0,0 0 0,0 0 0,-1 1 0,1-1 0,0 0 0,0 0 0,0 0 0,0 1 0,-1-1 0,1 0 0,0 0 0,0 1 0,0-1 0,0 0 0,0 0 0,0 1 0,-1-1 0,1 0 0,0 1 0,0-1 0,0 0 0,0 0 0,0 1 0,0-1 0,0 0 0,0 0 0,1 1 0,-8-17-3438,7 16 3387,-9-26-6105,-5-9-3683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5.9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1 6627,'0'0'16357,"-6"7"-14378,-2 3-1543,0 2-1,1-1 0,0 1 0,1 0 0,1 0 0,0 1 1,0-1-1,-3 17 0,-91 375 3172,99-404-3673,0 1 0,-1 0 0,1 0 0,0-1 0,-1 1 0,1 0 0,0 0 0,0-1 1,0 1-1,0 0 0,0 0 0,0-1 0,0 1 0,0 0 0,0 0 0,0 0 0,0-1 0,0 1 0,1 0 0,-1 0 0,0-1 1,1 1-1,-1 0 0,0-1 0,1 1 0,-1 0 0,1-1 0,-1 1 0,1-1 0,-1 1 0,1 0 0,-1-1 0,1 1 0,1 0 1,-1-2-170,0 1 1,0 0-1,1 0 1,-1-1-1,0 1 1,0-1 0,0 1-1,0-1 1,0 1-1,0-1 1,0 0-1,0 0 1,0 1 0,0-1-1,0 0 1,-1 0-1,1 0 1,0 0-1,0 0 1,-1 0 0,2-2-1,23-46-12437,-11 18 4212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6.4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84 7796,'0'0'17194,"10"3"-15753,8 3-952,-4 0-171,1-1 0,-1-1-1,1 0 1,0-1 0,18 1 0,69-4 578,-101 0-885,-1 0 0,1-1 0,-1 1-1,1-1 1,-1 1 0,1-1 0,-1 0 0,1 1 0,-1-1 0,0 1 0,1-1-1,-1 0 1,0 1 0,0-1 0,1 0 0,-1 1 0,0-1 0,0 0 0,0 1 0,0-1-1,0 0 1,0 0 0,0 1 0,0-1 0,0-1 0,0-25-8,0 22 12,-1 2-10,1 1-1,0-1 1,-1 0-1,0 0 1,1 1-1,-1-1 1,0 0-1,-1 1 0,1-1 1,0 1-1,-1-1 1,1 1-1,-1-1 1,0 1-1,0 0 1,0 0-1,0 0 0,0 0 1,0 0-1,-1 1 1,1-1-1,0 1 1,-1-1-1,1 1 1,-1 0-1,0 0 0,1 0 1,-1 0-1,0 1 1,-5-2-1,-9-1 93,-1 1 0,1 0 0,-31 1 0,37 1 66,10 0-134,0 0 0,0 1 0,-1-1 0,1 0 0,0 0 0,0 1 0,0-1 0,0 1 0,-1-1 0,1 1 0,0 0 0,0-1 0,0 1 1,0 0-1,0-1 0,0 1 0,1 0 0,-1 0 0,0 0 0,0 0 0,1 0 0,-1 0 0,0 0 0,1 0 0,-1 0 0,1 1 0,-1-1 0,1 0 0,0 0 0,0 0 1,-1 0-1,1 2 0,-2 47 403,3-36-340,-1-4-73,0 0-1,1 0 1,0 0 0,1 0-1,0-1 1,1 1 0,0 0-1,7 17 1,-8-23-113,1-1 0,-1 1 0,1 0-1,-1-1 1,1 0 0,0 1 0,0-1 0,0 0 0,1 0 0,-1-1-1,1 1 1,-1-1 0,1 0 0,0 0 0,0 0 0,0 0-1,0-1 1,0 1 0,0-1 0,1 0 0,-1-1 0,0 1 0,5 0-1,5-1-1071,1 1 0,-1-2-1,0 0 1,27-5 0,-33 4-134,0-1-1,0 0 1,-1 0 0,1-1 0,-1 0 0,0 0 0,0-1 0,0 1 0,10-11 0,21-21-7379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6.6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264 1 3618,'0'0'20588,"-22"3"-18910,-74 12-235,91-14-1324,0 1-1,0 0 1,0-1 0,1 1-1,-1 1 1,1-1-1,-1 1 1,1 0 0,0 0-1,0 0 1,0 0-1,0 1 1,1 0 0,-1-1-1,-5 10 1,2-3 179,-1 0-94,1 0 1,1 1-1,0 0 0,0 1 1,1-1-1,0 1 1,1 0-1,1 0 0,0 0 1,-2 15-1,1 14 135,1 72 0,4-73-205,0-8-58,9 47 0,-3-24-546,-7-54-610,0 4 2407,-14-21-23626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6.8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61 9124,'0'0'9877,"122"-34"-9365,-99 34-336,-4-2-176,-1 0-784,3-2-1858,-2-4-2000,4-3-816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7.1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139 1 8404,'0'0'10941,"-14"19"-7750,-43 67-646,47-70-1855,1 1-1,1 0 1,0 0 0,2 1 0,0 0 0,1 0-1,0 0 1,-2 32 0,4 18 265,3-68-960,0 1 0,0-1 0,0 1 0,0-1-1,0 0 1,0 1 0,0-1 0,0 0 0,0 1 0,1-1 0,-1 0 0,0 1-1,0-1 1,0 0 0,1 1 0,-1-1 0,0 0 0,0 1 0,1-1 0,-1 0-1,0 0 1,0 0 0,1 1 0,-1-1 0,0 0 0,1 0 0,-1 0 0,0 1-1,1-1 1,-1 0 0,0 0 0,1 0 0,-1 0 0,1 0 0,-1 0 0,0 0-1,1 0 1,-1 0 0,0 0 0,1 0 0,-1 0 0,1 0 0,-1 0 0,0-1-1,1 1 1,-1 0 0,2 0-53,17 0-951,1-2 0,39-6 0,-11-8-3274,-42 13 2316,1 0 1,-1 0-1,0-1 0,9-8 0,4-8-10433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7.2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27 12054,'0'0'3921,"121"-27"-1007,-62 27-2610,-1 0-304,-3 0-3810,-5 0-4786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8.3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19 115 9044,'0'0'19809,"-1"8"-17538,1 8-1998,0 0 1,1 0 0,1 0 0,1-1 0,6 25 0,-4-25-274,-1 0 0,-1 0 0,0 0 0,-1 1 0,0 29 0,-2-44 0,-1 0 0,1-1 0,-1 1 0,1 0 0,-1-1 0,1 1 0,-1 0 0,1-1 0,-1 1 0,1-1 0,-1 1 0,0-1 0,1 0 0,-1 1 0,0-1 0,1 0 0,-1 1 0,0-1 0,0 0 0,1 0 0,-1 1 0,0-1 0,0 0 0,0 0 0,1 0 0,-1 0 0,0 0 0,-1-1 0,1 2 0,0-1 0,0 0 0,0 0 0,0 0 0,0 0 0,0 0 0,0-1 0,0 1 0,0 0 0,0 0 0,0-1 0,0 1 0,0 0 0,1-1 0,-1 1 0,0-1 0,0 1 0,0-1 0,1 0 0,-1 1 0,0-1 0,0 0 0,1 1 0,-1-1 0,1 0 0,-1 0 0,0-1 0,-2-16 0,1 0 0,0 0 0,1 0 0,1-1 0,1 1 0,0 0 0,2 0 0,4-20 0,-4 29 0,1 0 0,0 0 0,0 0 0,0 0 0,1 1 0,1 0 0,0 0 0,11-13 0,4 0 0,38-28 0,-37 32 0,-22 18-91,1 0 1,0 0-1,-1 0 0,1 1 0,-1-1 1,0 0-1,1 0 0,-1 0 1,0 1-1,0-1 0,0 0 1,0 0-1,0 1 0,0 1 0,0 15-2319,-1 6-2212,3-9-2595,1-5-4802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8.5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77 1 16408,'0'0'10852,"-58"133"-7778,50-103-1794,3-3-591,-1-8-225,6-3-464,0-5 0,0-7 0,0-2-1281,0-21-8403,4-14 832,5-9-3026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8.7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4994,'0'0'18585,"0"67"-18713,0-36-1057,6-2-2160,9 0-3442,-1-1-3698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9.5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173 419 13254,'0'0'2839,"-19"-2"501,-115-5 4954,133 8-8237,0-1 0,0 0 0,0 0-1,0 1 1,0-1 0,0 0 0,0 1-1,0-1 1,1 1 0,-1 0 0,0-1 0,0 1-1,1-1 1,-1 1 0,0 0 0,1 0-1,-1-1 1,1 1 0,-1 0 0,1 0-1,-1 0 1,1 0 0,-1 0 0,1-1-1,0 1 1,0 0 0,-1 0 0,1 0-1,0 0 1,0 0 0,0 0 0,0 0 0,0 2-1,0 0-36,0 1 0,0 0-1,0 0 1,1 0 0,-1 0 0,1 0-1,0 0 1,2 3 0,2 4 8,1-1 1,1 0-1,10 12 1,12 19-15,-19-24-65,0 1 1,12 34-1,-20-44-14,0-1-1,0 0 1,0 1 0,-1-1 0,0 1-1,0 0 1,-1-1 0,0 1 0,0 0 0,-3 11-1,2-17 70,0-1 1,0 0-1,0 1 0,0-1 0,0 0 0,-1 0 0,1 0 1,0 0-1,-1 0 0,1 0 0,-1 0 0,1 0 0,-1-1 1,1 1-1,-1-1 0,0 1 0,1-1 0,-1 1 0,0-1 1,1 0-1,-1 0 0,0 0 0,1 0 0,-3 0 0,3-1-8,0-1-1,1 1 1,-1-1-1,0 1 1,1-1-1,-1 1 1,1-1-1,0 1 1,-1-1-1,1 1 1,0-1-1,0 1 1,0-1-1,0 1 1,0-1-1,0 0 1,1 1-1,0-2 1,-1-2-15,0 0 2,1-1-1,0 0 0,1 0 1,-1 1-1,1-1 0,1 1 1,-1-1-1,0 1 0,1 0 1,0 0-1,5-6 1,46-52-314,-31 38 129,143-178-1856,-144 168 1389,0 0 0,-2 0 0,-2-2 0,19-54 1,-32 77 654,-2 0 1,0 0-1,0 0 1,-1-1 0,-1 1-1,-1-16 1,0 29 64,0 0 0,-1 0 0,1 0 0,0 0 1,-1 0-1,1 0 0,-1 0 0,1 0 0,-1 0 0,0 0 0,1 0 0,-1 0 0,0 0 0,1 0 0,-1 0 0,0 1 1,0-1-1,0 0 0,0 1 0,0-1 0,0 1 0,0-1 0,0 1 0,0-1 0,0 1 0,0-1 0,0 1 0,-1 0 1,1 0-1,0 0 0,0 0 0,0 0 0,-2 0 0,-1-1 120,-1 1 0,0 0 0,0 1 0,0-1 0,0 1 0,1 0 0,-10 3 1,6-1-6,0 2 1,1-1 0,-1 1 0,1 0 0,0 1 0,0-1 0,1 1 0,0 1-1,-8 10 1,-4 6 574,-22 40 0,30-45-470,0 0-1,2 1 0,0 0 0,2 0 0,0 1 1,-4 24-1,4-4 6,2 0-1,2 47 1,2-86-273,0 0 1,0 0 0,0 0-1,0-1 1,0 1-1,0 0 1,0 0-1,0 0 1,0 0 0,0 0-1,1 0 1,-1 0-1,0 0 1,1 0-1,-1 0 1,1-1 0,-1 1-1,1 0 1,0 0-1,-1-1 1,1 1-1,0 0 1,-1 0 0,1-1-1,1 1 1,22 2 72,-14-4-74,-7 1 1,-1 0 1,0 0-1,1 0 0,-1-1 1,0 1-1,1-1 1,-1 0-1,0 1 1,0-1-1,0 0 1,1 0-1,-1-1 1,0 1-1,0 0 1,-1-1-1,4-2 0,21-32-9,4-5 669,-30 41-662,1 0 1,-1 0 0,0 1-1,1-1 1,-1 0 0,0 0-1,1 0 1,-1 1 0,0-1-1,0 0 1,1 0 0,-1 0-1,0 1 1,0-1 0,1 0-1,-1 1 1,0-1-1,0 0 1,0 1 0,0-1-1,1 0 1,-1 1 0,0-1-1,0 0 1,0 1 0,0-1-1,0 0 1,0 1 0,0-1-1,0 0 1,0 1 0,0-1-1,0 1 1,0-1 0,2 17-7,-2-9-58,7 44-650,-7-51 409,1 1 0,-1 0 0,0-1 0,1 1 0,0-1 0,-1 1 0,1-1 0,0 0 0,0 1 0,0-1 0,0 0 1,0 1-1,0-1 0,0 0 0,0 0 0,0 0 0,0 0 0,1 0 0,-1 0 0,0 0 0,1 0 0,-1-1 0,1 1 0,-1-1 0,1 1 0,-1-1 0,3 1 0,15-1-5747,8-2-4079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9.7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16504,'0'0'12843,"-16"23"-10904,-48 79-690,61-96-1234,0 0 1,0 1-1,0 0 1,0-1-1,1 1 1,0 0-1,1 0 1,-1 0-1,1 0 1,1 0-1,-1 1 0,1-1 1,2 12-1,-1 6 1,-2 17-16,0-26 0,0 0 0,1-1 0,1 1 0,5 28 0,-6-43-20,0 0 0,1 0 0,-1 0 0,0-1 0,1 1 1,-1 0-1,1 0 0,-1 0 0,1-1 0,-1 1 0,1 0 0,-1 0 0,1-1 0,0 1 0,-1-1 0,1 1 1,0 0-1,0-1 0,-1 1 0,1-1 0,0 0 0,1 1 0,20 0-4341,-13-1 966,-1 0-4879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49.9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12422,'0'0'15335,"119"0"-15063,-81 0-272,-7 8-1089,-5-6-3073,-8-2-7667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17.7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0 142 4818,'0'0'10213,"4"-3"-8431,-3 2-1458,0 0-1,0-1 1,0 1-1,1 0 1,-1 0 0,0 1-1,1-1 1,-1 0 0,1 0-1,-1 1 1,1-1-1,-1 1 1,1-1 0,-1 1-1,1-1 1,-1 1-1,1 0 1,0 0 0,-1 0-1,1 0 1,0 0-1,1 1 1,-1-1-364,-1 1 0,1 0-1,-1 0 1,1 0 0,-1-1 0,0 1 0,1 1-1,-1-1 1,0 0 0,0 0 0,2 2 0,5 11 189,0-1 1,-1 1-1,0 0 1,-1 1 0,-1-1-1,0 1 1,-1 0-1,0 1 1,-1-1 0,-1 1-1,-1-1 1,-1 30-1,0-45-125,0 1-1,-1-1 1,1 0-1,-1 0 0,1 1 1,-1-1-1,1 0 0,0 0 1,-1 0-1,1 0 1,-1 0-1,1 0 0,-1 0 1,1 1-1,-1-1 0,1-1 1,-1 1-1,1 0 1,-1 0-1,1 0 0,-1 0 1,1 0-1,0 0 0,-1 0 1,1-1-1,-1 1 1,1 0-1,-1 0 0,1-1 1,0 1-1,-1 0 0,1-1 1,0 1-1,-1 0 1,1-1-1,0 1 0,-1 0 1,1-1-1,0 1 0,0-1 1,-1 0-1,-1-6 176,-1 0-1,2 0 1,-1 0-1,1 0 1,0 0-1,0 0 1,1-12-1,5-52 357,-2 57-558,2 0 0,0 0 0,0 0 0,2 0 0,-1 1 1,2 0-1,0 0 0,0 1 0,1 0 0,1 1 0,-1-1 1,2 2-1,0 0 0,0 0 0,15-9 0,-23 17-192,1 0-1,-1 1 0,0-1 0,1 1 1,-1 0-1,1 0 0,-1 1 1,1-1-1,0 1 0,-1-1 1,1 1-1,0 0 0,-1 1 1,1-1-1,0 0 0,-1 1 1,1 0-1,-1 0 0,1 0 1,-1 0-1,1 1 0,4 2 0,32 31-10817,-23-24 3861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18.2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110 64 9092,'0'0'13449,"-15"9"-12326,-43 26-304,55-32-756,0-1-1,0 1 1,0 0 0,0 0-1,1 0 1,0 0-1,-1 1 1,1-1-1,0 0 1,1 1 0,-1 0-1,1-1 1,-1 1-1,1 0 1,0 0-1,0 0 1,1 0 0,-1 0-1,1-1 1,0 1-1,0 0 1,0 0-1,1 0 1,1 8 0,-1 7 21,-1-17-79,1 1 0,-1 0 0,0-1-1,1 1 1,0-1 0,0 1 0,0-1 0,0 1 0,0-1 0,0 0 0,0 1-1,1-1 1,-1 0 0,1 0 0,0 0 0,0 0 0,0 0 0,0-1 0,0 1 0,0 0-1,0-1 1,0 1 0,1-1 0,-1 0 0,0 0 0,1 0 0,-1 0 0,1 0-1,3 0 1,3 1 13,-1 0-1,1-1 0,0 0 1,0 0-1,0-1 1,0 0-1,14-2 0,-20 1-9,0-1 0,0 1 0,1 0 0,-1-1 0,0 0 0,0 0 0,0 0 0,-1 0 0,1 0 0,0 0 0,-1-1 0,1 1 0,-1-1 0,0 0 0,0 0 0,0 1 0,0-2 0,-1 1 0,1 0 0,1-5 0,3-7 117,-1 0 0,-1 0 0,4-18-1,-5 12 475,-1 0-1,0 0 0,-1 0 0,-5-42 0,4 62-583,-1 1 1,1-1-1,-1 1 0,1-1 1,-1 1-1,1-1 0,-1 1 1,1-1-1,-1 1 0,0 0 1,1 0-1,-1-1 0,0 1 1,1 0-1,-1 0 0,0-1 1,1 1-1,-1 0 0,0 0 1,1 0-1,-1 0 0,0 0 1,1 0-1,-2 1 0,-19 1-179,19-2 63,1 1 0,-1 0 0,0 0 0,1 0 1,-1 0-1,1 0 0,0 0 0,-1 0 0,1 0 0,0 0 0,0 1 0,-1-1 1,1 1-1,0-1 0,1 1 0,-1-1 0,0 1 0,0-1 0,1 1 0,-2 2 1,-1 22-5652,3-25 5501,0-1 0,0 1 0,0-1 0,0 1 1,0-1-1,1 1 0,-1-1 0,0 1 0,1-1 1,-1 1-1,0-1 0,0 1 0,1-1 0,-1 0 1,1 1-1,-1-1 0,0 0 0,1 1 0,-1-1 1,1 0-1,-1 1 0,1-1 0,-1 0 0,1 0 1,-1 0-1,1 0 0,-1 1 0,1-1 0,-1 0 1,1 0-1,0 0 0,-1 0 0,1 0 0,-1 0 1,1 0-1,0-1 0,2 2-869,20-1-6294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18.7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211 6 8468,'0'0'14796,"-12"-1"-13718,3 0-841,6 0-163,-1 0 0,0 0 0,1 1 1,-1-1-1,0 1 0,0 0 0,1 0 0,-1 0 0,0 1 0,0 0 1,1-1-1,-1 1 0,0 0 0,1 1 0,-1-1 0,1 1 1,0-1-1,-4 4 0,-5 4 208,1 0 1,0 1-1,0 1 1,2 0-1,-1 0 1,1 1-1,-8 15 1,12-20-261,2 0 1,-1 1 0,1 0-1,0-1 1,1 1-1,0 0 1,0 0-1,1 0 1,0 1 0,0-1-1,1 0 1,0 0-1,0 1 1,2 9-1,-1-15-34,1 0-1,-1 0 0,0 0 1,1-1-1,0 1 0,0-1 1,-1 1-1,1-1 0,1 1 0,-1-1 1,0 0-1,1 0 0,-1 0 1,1 0-1,-1-1 0,1 1 1,0-1-1,0 1 0,0-1 0,5 1 1,2 2-11,1-1 0,-1 0 0,1-1 0,18 1 0,-24-2 30,0-1 1,0 0-1,0 0 0,0 0 1,0-1-1,0 0 0,0 0 1,0 0-1,0 0 0,0-1 1,8-3-1,-10 3 15,-1-1 0,1 1 0,0-1 0,-1 1 0,0-1 0,0 0 1,0 0-1,0 0 0,0 0 0,-1 0 0,1 0 0,-1-1 0,0 1 0,0 0 0,0-1 0,0 1 0,0-7 0,2-4 230,-2-1 0,0 1-1,0 0 1,-2-1 0,-1-14-1,1 23-221,1 1-1,-1 0 1,-1 0-1,1 0 1,-1-1-1,0 1 1,0 1-1,0-1 1,-1 0-1,1 1 1,-1-1-1,0 1 1,-1 0-1,1 0 1,-1 0 0,-6-6-1,9 9-153,-1 1 1,1-1-1,0 0 0,-1 0 0,1 1 1,0-1-1,-1 1 0,1 0 0,-1-1 0,1 1 1,-1 0-1,1 0 0,-3 0 0,4 0-123,-1 0-1,1 0 1,-1 0-1,1 0 1,0 0-1,-1 0 1,1 1-1,0-1 1,-1 0-1,1 0 0,0 1 1,-1-1-1,1 0 1,0 0-1,-1 1 1,1-1-1,0 0 1,0 1-1,-1-1 1,1 0-1,0 1 0,0-1 1,0 0-1,0 1 1,0-1-1,-1 1 1,1-1-1,0 0 1,0 1-1,0-1 1,0 1-1,0-1 0,0 0 1,0 1-1,0-1 1,0 1-1,0-1 1,1 0-1,-1 1 1,0-1-1,0 1 1,0-1-1,0 0 0,1 1 1,-1-1-1,0 0 1,0 1-1,1-1 1,4 7-7645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19.1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20 8324,'0'0'12355,"0"-5"-10536,0-4-1229,0 4 482,0 7 131,-8 35 1124,-35 82 548,-14 51-1673,44-117-1104,2 0 1,3 0 0,-3 97-1,11-147-98,1-1 0,-1 0 0,0 1 0,0-1 0,1 1 0,0-1 0,-1 0 0,1 1 0,0-1 0,0 0 0,0 0 0,0 0 0,1 0 0,-1 0-1,0 0 1,1 0 0,3 3 0,-2-2-6,1-1 0,-1 1-1,1-1 1,0 0 0,0 0-1,0 0 1,0 0 0,9 2-1,5-1-565,0 0-1,0-1 1,30-1-1,-43-1 278,-2 0-7,0 0 1,-1 0 0,1 0 0,0-1 0,0 1-1,-1-1 1,1 1 0,0-1 0,-1 0 0,1 0-1,-1 0 1,1 0 0,-1-1 0,3-1 0,-3 1-377,-1 1 1,1-1-1,-1 0 1,0 0-1,0 1 1,1-1 0,-1 0-1,-1 0 1,1 0-1,0 0 1,0-1-1,-1 1 1,1 0-1,-1 0 1,0 0 0,0 0-1,0-1 1,0-2-1,0-13-7048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19.3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61 3698,'0'0'18648,"124"-60"-16439,-76 60-320,-4 0-992,-5 0-481,1 0-336,-2 0-80,6 4-577,8-2-1247,8-2-2178,11 0-4354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09:20.2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56 5619,'0'0'15759,"1"-5"-13548,-1 1-1579,4-12 744,7 12 2889,-11 8-3879,0 10 670,0-13-1039,0-1-1,0 0 0,0 0 0,0 1 1,0-1-1,-1 0 0,1 0 0,0 0 1,0 1-1,0-1 0,0 0 0,0 0 1,-1 0-1,1 0 0,0 0 0,0 1 1,0-1-1,-1 0 0,1 0 0,0 0 1,0 0-1,0 0 0,-1 0 0,1 0 1,0 0-1,0 0 0,-1 1 0,1-1 1,0 0-1,0 0 0,0 0 0,-1 0 1,1-1-1,0 1 0,0 0 1,-1 0-1,1 0 0,0 0 0,0 0 1,-1 0-1,1 0 0,0 0 0,0 0 1,0-1-1,0 1 0,-1 0 0,1 0 1,0 0-1,0 0 0,0 0 0,0-1 1,-1 1-1,1 0 0,0 0 0,0 0 1,0-1-1,-1 0-6,0 1 0,0-1 0,0 1-1,1-1 1,-1 0 0,0 0 0,1 0 0,-1 1 0,0-1 0,1 0 0,-1 0 0,1 0 0,-1 0 0,1 0 0,0 0 0,-1 0 0,1 0 0,0 0-1,0 0 1,-1 0 0,1 0 0,0 0 0,0 0 0,0 0 0,1 0 0,-1 0 0,0 0 0,0 0 0,0 0 0,1 0 0,-1 0 0,0 0-1,1 0 1,-1 0 0,1 0 0,0 0 0,-1 0 0,1 0 0,-1 1 0,1-1 0,0 0 0,0 0 0,0 1 0,-1-1 0,1 0 0,0 1 0,0-1-1,0 1 1,0-1 0,0 1 0,0 0 0,0-1 0,2 1 0,1-1-10,0 1 0,0-1 0,0 1 0,0 0 0,0 1 0,1-1 0,-1 1 0,0 0 0,0 0 0,5 2 0,-8-2 0,1 0 0,-1 0 0,0 0 0,0 1 0,1-1 0,-1 0 0,0 1 0,-1-1 0,1 1 0,0 0 0,0-1 0,-1 1 0,1-1 0,0 1 0,-1 0 0,0 0 0,1-1 0,-1 1 0,0 0 0,0 0 0,0-1 0,0 1 0,0 0 0,-1 0 0,1-1 0,-1 3 0,1-3 0,-1 0 0,1 0 0,-1 0 0,0 0 0,1 0 0,-1 0 0,0 0 0,1 0 0,-1 0 0,0 0 0,0-1 0,0 1 0,0 0 0,0 0 0,0-1 0,0 1 0,0-1 0,0 1 0,0-1 0,0 0 0,0 1 0,0-1 0,0 0 0,0 0 0,0 1 0,-1-1 0,1 0 0,-1 0 0,-42 0 0,33-1 0,11 1 0,1 0 0,0 0 0,-1-1 0,1 1 0,0 0 0,-1-1 0,1 1 0,-1-1 0,1 1 0,-1-1 0,1 1 0,-1-1 0,1 1 0,-1-1 0,1 1 0,-1-1 0,0 0 0,1 1 0,-1-1 0,0 0 0,0 1 0,0-1 0,1 0 0,-1 1 0,0-1 0,0 0 0,0 1 0,0-1 0,0 0 0,0 0 0,0 1 0,0-1 0,0 0 0,-1 1 0,1-1 0,0 0 0,0 1 0,-1-1 0,1 0 0,0 1 0,-1-1 0,1 1 0,0-1 0,-1 0 0,1 1 0,-1-1 0,1 1 0,-1-1 0,1 1 0,-1 0 0,0-1 0,1 1 0,-1-1 0,1 1 0,-1 0 0,0 0 0,1-1 0,-1 1 0,0 0 0,1 0 0,-1 0 0,0 0 0,0 0 0,1 0 0,-1 0 0,0 0 0,1 0 0,-1 0 0,-1 0 0,6-1-47,0-1 0,0 1 0,0 0-1,0 0 1,0 1 0,0-1 0,0 1 0,0 0 0,0 0 0,0 0-1,0 0 1,0 1 0,7 1 0,13 6-9994,-10-4-6486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10.8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69 5234,'0'0'8476,"5"-11"-7355,21-47 882,-27 76 5241,2 31-5974,0-13-451,-1 48 581,16 115 1,-12-158-1187,-1 54 1,-3-86-220,0-9-187,-1-18-5835,-9-63-7995,6 44 7544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12.1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1 184 2417,'0'0'8898,"3"9"-511,49-22-6941,45 21-74,3 1-455,40-16-386,174-30 0,-147 13-373,-29 7 62,231-61 0,-341 69 314,0 2 1,1 1 0,1 1-1,55-2 1,-85 26 522,-12 143 1512,11-110-2184,0 12-61,3 1 0,14 94 1,-8-118-314,2 13-10,20 66 0,-29-118-1,-38-6 0,-3-1 0,0 2 0,-75 3 0,42 2 0,-14-2 0,0 4 0,-117 22 0,87-3 0,0-5 0,-162 5 0,176-21 0,-110-5 0,209 1 0,11-1 0,11-2 0,0 3-3,-1 1 0,22 2 1,35-2 202,-68 0-652,-1 0 1,1 0 0,0-1-1,-1 0 1,1 1 0,-1-2-1,1 1 1,-1-1 0,0 0-1,6-4 1,19-18-5792,4-4-3871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13.5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742 17 1361,'0'0'3081,"-4"-3"-2646,-11-8 317,11 9 3157,-1 1 3895,-9 3-5777,-75 72 321,24-32-1904,2 3 0,2 2 0,-75 76 0,59-54 139,10-11 70,21-15-150,24-23 255,-27 30 0,42-39-342,7-9-307,-1-1 0,1 0 0,-1 1 0,0-1-1,1 0 1,-1 0 0,0 1 0,0-1 0,0 0-1,0 0 1,0 0 0,0 0 0,0 0 0,0 0-1,0-1 1,-1 1 0,-1 1 0,9-4 3389,1-2-4038,1-4-3970,3-4-6397,-3 0-2796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2.8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69 1 8356,'0'0'18552,"1"16"-17332,-4 138 605,-28 200 0,18-236-2231,12-106 1108,-2-6-5197,-1-26-4123,-1-18 2180,-5-12-755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3.1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1 273 10853,'0'0'7846,"27"-4"-5957,194-28 1683,200-59-418,-5-24-6362,-342 94 1235,-67 19 933,23-6-2026,-17 11-6229,-12 4 2628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3.5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1 145 10725,'0'0'16381,"7"14"-14706,15 26-285,18 48 0,-34-73-1079,-2-4-206,1 0-1,-2 0 0,0 1 0,0-1 0,2 18 1,-5-29-81,0-9-27,-2-89-139,3-90-108,-1 179 216,1 0 0,1 0 0,-1 1 1,6-15-1,-7 21-11,1 0-1,0 1 1,-1-1 0,1 0 0,0 0 0,0 1 0,0-1 0,0 0 0,1 1-1,-1-1 1,0 1 0,1 0 0,-1-1 0,0 1 0,1 0 0,0 0-1,-1 0 1,1 0 0,0 0 0,-1 0 0,1 0 0,0 1 0,0-1 0,0 1-1,0-1 1,0 1 0,2 0 0,25 0-8325,41 7-1,-40-4 629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3.8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80 5619,'0'0'16327,"16"8"-14574,56 25-272,-66-31-1338,1 0 0,-1 0 0,1 0 0,0-1 1,-1 1-1,1-2 0,0 1 0,0-1 0,0 0 1,8-1-1,9-1 109,-17 3-206,-1-1-1,1-1 1,0 1 0,0-1 0,-1 0-1,10-4 1,-14 5-41,-1-1 0,0 1 0,0-1 0,0 0-1,1 0 1,-1 0 0,0 1 0,0-1 0,0 0 0,0 0 0,0 0 0,-1-1-1,1 1 1,0 0 0,0 0 0,-1 0 0,1-1 0,-1 1 0,1 0-1,-1-1 1,1 1 0,-1 0 0,0-1 0,0 1 0,0 0 0,1-1 0,-1 1-1,-1-1 1,1 1 0,0 0 0,0-1 0,0 1 0,-1-1 0,1 1 0,-1 0-1,1 0 1,-1-1 0,1 1 0,-2-2 0,0-1-20,0 0-1,-1 0 1,1 0-1,-1 0 1,0 0 0,0 1-1,0-1 1,-1 1 0,1 0-1,-1 0 1,0 0-1,0 0 1,0 1 0,0-1-1,0 1 1,-7-2 0,2 0 66,-1 1 0,0 0 0,0 1 0,1 0 0,-2 0 0,-17 1 0,26 1-37,1 1 1,-1-1 0,0 1-1,1 0 1,-1-1-1,1 1 1,-1 0-1,1 0 1,0 0-1,-1 0 1,1 0-1,0 0 1,-1 1-1,1-1 1,0 0-1,0 1 1,0-1-1,0 1 1,1-1-1,-1 1 1,0-1-1,1 1 1,-1-1-1,1 1 1,-1 0-1,1 0 1,0-1-1,-1 1 1,1 0-1,0-1 1,0 3 0,0 2-2,-1 1 0,1-1 0,0 1 1,0-1-1,1 0 0,0 1 1,3 11-1,2-6-70,0 0 0,1 0 0,1-1 0,0 0 0,0 0 0,1-1 0,11 10 0,-8-8-975,0-1-1,26 17 0,-33-24-144,1-1 1,0 0-1,0 0 0,1-1 0,-1 1 0,0-1 0,12 1 0,10-1-6263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4.2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64 10773,'0'0'9129,"6"4"-7888,0 1-912,2 0 0,-1-1-1,0 1 1,1-1 0,0-1 0,0 0 0,0 0 0,0 0-1,1-1 1,-1 0 0,16 1 0,-12-3-101,-6 0-167,0 0 0,0 0 1,0 0-1,1-1 0,-1 0 0,8-2 1,-12 2-61,-1 0 0,1 1 0,-1-1 0,1 0 1,-1 0-1,0 0 0,1 0 0,-1 0 0,0-1 1,0 1-1,0 0 0,0-1 0,0 1 0,0 0 0,0-1 1,0 1-1,0-1 0,-1 1 0,1-1 0,-1 0 0,1 1 1,-1-1-1,0 0 0,1 1 0,-1-1 0,0 0 0,0 1 1,-1-3-1,2 0 16,-1 1 0,0 0 0,0-1 1,0 1-1,-1 0 0,1-1 0,-1 1 0,0 0 0,0-1 1,0 1-1,0 0 0,-4-6 0,3 8 31,1-1 1,-1 1-1,0-1 0,-1 1 0,1 0 0,0 0 1,0 0-1,0 0 0,-1 0 0,1 0 0,0 1 1,-1-1-1,1 1 0,-1 0 0,1-1 0,-1 1 1,1 0-1,-4 1 0,1-1 55,0 1-1,0-1 1,0 1-1,1 1 1,-1-1-1,1 0 1,-1 1-1,1 0 1,-1 0 0,1 0-1,0 1 1,0 0-1,0 0 1,0 0-1,1 0 1,-1 0-1,1 1 1,-1-1-1,1 1 1,-3 4 0,3-3-54,0 0 1,0 1-1,0-1 1,1 1-1,-1-1 1,1 1-1,1 0 1,-1 0 0,1-1-1,0 1 1,0 0-1,1 0 1,0 0-1,0 0 1,0 1-1,1 5 1,1-9-86,-1 0 0,0 0 0,1 0-1,-1 0 1,1 0 0,0-1 0,0 1 0,0-1 0,1 1 0,-1-1-1,0 0 1,1 1 0,0-1 0,-1 0 0,1-1 0,0 1 0,0 0-1,0-1 1,0 0 0,4 2 0,7 2-539,0-1-1,1 0 1,19 2 0,-2-2-3414,64-2 1,-24-5-3925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4.7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141 253 17784,'0'0'2468,"-13"19"-347,-2 3-1250,7-11-446,0 0 1,0 1-1,2 0 1,-1 0-1,2 0 1,0 1 0,0 0-1,-3 14 1,0 1 99,2 1 0,1 1-1,-3 43 1,8-73-519,0 1-1,0-1 0,0 0 1,0 0-1,0 0 1,0 0-1,0 1 0,0-1 1,0 0-1,0 0 0,0 0 1,-1 0-1,1 1 0,0-1 1,0 0-1,0 0 0,0 0 1,0 0-1,0 0 1,0 0-1,0 1 0,-1-1 1,1 0-1,0 0 0,0 0 1,0 0-1,0 0 0,0 0 1,-1 0-1,1 0 0,0 0 1,0 0-1,0 0 1,0 0-1,-1 1 0,1-1 1,0 0-1,0 0 0,0 0 1,0 0-1,-1-1 0,1 1 1,0 0-1,0 0 1,0 0-1,0 0 0,0 0 1,-1 0-1,1 0 0,0 0 1,0 0-1,0 0 0,0 0 1,0 0-1,-1-1 0,1 1 1,0 0-1,0 0 1,0 0-1,0 0 0,0 0 1,0 0-1,0-1 0,0 1 1,0 0-1,-1 0 0,1 0 1,0-1-1,-9-11 39,6-7-232,1 0 0,0 0 0,1 0 1,2-29-1,0 24-71,0 15 147,-1-1 0,2 1 0,-1-1 0,6-16 0,-6 24 94,-1 0-1,1 0 1,0 0-1,-1 0 1,1 0-1,0 0 1,0 0-1,0 0 1,1 0-1,-1 0 1,0 1-1,1-1 1,-1 0-1,1 1 1,0-1-1,-1 1 1,1 0-1,0-1 1,0 1-1,0 0 1,0 0-1,0 1 1,0-1-1,0 0 1,0 0-1,5 0 1,-5 2 9,0-1 0,0 1 1,0-1-1,0 1 0,-1 0 1,1 0-1,0 0 0,0 0 1,0 0-1,-1 0 0,1 0 1,0 1-1,-1-1 0,1 0 1,-1 1-1,2 2 0,26 34-166,-12-14 119,0-2-149,2-1 0,0-1 0,1 0 0,1-2 0,43 29 0,-62-46 194,-1 0-1,1 0 0,-1 0 1,1 0-1,-1-1 1,1 1-1,0-1 1,-1 1-1,1-1 0,0 1 1,-1-1-1,1 0 1,0 0-1,0 0 1,-1 0-1,1 0 0,0 0 1,-1 0-1,1-1 1,0 1-1,-1-1 1,1 1-1,0-1 0,-1 0 1,1 1-1,-1-1 1,1 0-1,-1 0 1,0 0-1,1 0 1,-1 0-1,0-1 0,0 1 1,1 0-1,-1 0 1,0-1-1,1-2 1,3-5 122,-1 0 0,0 0 0,-1-1 1,1 0-1,1-12 0,1-1 56,16-66 1088,-3 0 0,9-135 0,-26 205-1040,3 2 28,-5 17-268,1 0-1,-1 0 1,0 0 0,0 0 0,1 0-1,-1 0 1,0 0 0,1 0-1,-1 0 1,0 0 0,0 0-1,1 0 1,-1 1 0,0-1-1,0 0 1,1 0 0,-1 0-1,0 0 1,0 0 0,1 1-1,-1-1 1,0 0 0,0 0 0,0 0-1,1 0 1,-1 1 0,0-1-1,0 0 1,0 0 0,0 1-1,1-1 1,-1 0 0,0 1-1,15 31-2297,-13-26 2111,29 53-4434,10-2-5806,-5-18-929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5.0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99 0 13686,'0'0'14391,"-16"15"-13617,-48 49-145,62-63-593,1 1 0,-1 0 0,0-1 1,1 1-1,0 0 0,-1 0 0,1 0 0,0 0 0,0 0 0,0 1 0,0-1 0,1 0 1,-1 0-1,1 1 0,-1 2 0,1-4-21,0 0 0,0 0 0,0 0 0,1 0 0,-1 0 0,0 0-1,1 0 1,-1 0 0,1 0 0,-1 0 0,1 0 0,0 0 0,-1 0 0,1 0 0,0-1 0,0 1 0,-1 0 0,1 0 0,0-1 0,0 1 0,2 0-1,2 1 23,-1 0-1,1 0 0,1 0 0,-1-1 0,0 0 0,0 0 0,8 0 0,-9 0-29,-1-1 1,0 0-1,1 0 0,-1 0 0,0 0 0,1 0 0,-1-1 0,0 0 0,1 1 0,-1-1 1,0 0-1,0-1 0,0 1 0,3-2 0,-4 1-25,0 0-1,-1 0 1,1 0-1,-1 0 1,0-1 0,0 1-1,0 0 1,0-1-1,0 1 1,0-1 0,0 1-1,-1-1 1,1 1 0,-1-1-1,0 1 1,0-1-1,0 1 1,-1-5 0,2-4-247,-2-20-242,-7 15-2579,14 27-10518,15 7 6556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5.5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220 655 13414,'0'0'7985,"-18"-4"-4175,-59-8-1185,72 12-2491,1 0 1,-1 0-1,1 1 0,0-1 1,-1 1-1,1 0 0,0 0 0,0 1 1,0-1-1,0 1 0,0 0 1,0 0-1,0 0 0,0 0 1,1 1-1,-1 0 0,1 0 0,0 0 1,0 0-1,0 0 0,0 0 1,0 1-1,-3 6 0,2-5 71,1 0-130,0 0 0,0 0 0,0 0 1,0 1-1,1-1 0,0 1 0,0-1 0,0 1 0,1 0 0,0 0 0,0 0 0,0-1 0,1 1 0,1 11 0,-1-16-73,0 0 0,0 0 0,1 0 0,-1 0 0,0 1 0,1-1 0,-1 0 0,1 0 0,0 0 0,-1 0 0,1 0 1,0 0-1,-1-1 0,1 1 0,0 0 0,0 0 0,0 0 0,0-1 0,0 1 0,0 0 0,0-1 0,0 1 0,0-1 0,0 1 0,0-1 0,0 0 0,0 1 0,1-1 0,-1 0 0,0 0 0,0 0 0,0 0 0,0 0 0,1 0 0,-1 0 0,0 0 0,2-1 0,3 1 1,1-1 0,-1 0-1,1 0 1,-1 0 0,1-1-1,7-3 1,1-3-43,-1-1 1,0 0-1,0-1 0,-1 0 0,-1-1 1,0 0-1,19-23 0,3-8-385,30-50 0,-30 36-209,-3-1 0,41-101 0,23-130-164,-93 283 3200,-2 12-1901,-5 23-515,-37 99 621,23-76-279,-18 86-1,28-66-505,3-1 1,4 84-1,2-113-639,0-42 681,0 0 1,0 0-1,0 0 1,0-1-1,0 1 1,1 0-1,-1 0 0,0-1 1,0 1-1,1 0 1,-1 0-1,0-1 0,1 1 1,-1 0-1,1-1 1,-1 1-1,1-1 1,-1 1-1,1 0 0,-1-1 1,1 1-1,0-1 1,-1 1-1,1-1 0,0 0 1,-1 1-1,1-1 1,0 0-1,0 1 0,-1-1 1,1 0-1,0 0 1,1 0-1,1 1-955,0-1-1,0 0 1,1 0-1,-1 0 1,0-1-1,0 1 0,6-2 1,10-7-7700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5.8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24 3970,'0'0'21148,"17"14"-20099,58 40 2,-70-51-998,0 0 0,0-1 0,0 0 0,0 0 0,1 0 0,-1 0 1,1-1-1,-1 0 0,1-1 0,-1 1 0,1-1 0,0 0 0,-1 0 0,11-2 0,3 0 15,-17 2-62,1 0 0,-1 0-1,0-1 1,0 1 0,0-1-1,0 1 1,0-1 0,0 0 0,0 0-1,0 0 1,0 0 0,-1 0-1,1 0 1,0 0 0,0-1 0,-1 1-1,1-1 1,-1 1 0,0-1 0,1 0-1,-1 1 1,0-1 0,0 0-1,0 0 1,0 0 0,0 0 0,0 0-1,-1 0 1,1 0 0,-1 0-1,1 0 1,-1 0 0,0 0 0,0-1-1,0 1 1,0 0 0,0 0-1,0 0 1,-1 0 0,1 0 0,-1 0-1,0 0 1,1 0 0,-1 0-1,0 0 1,0 0 0,0 0 0,-2-2-1,0 1 49,-1 0 0,0 0-1,0 0 1,0 1-1,0 0 1,0 0 0,0 0-1,0 0 1,-1 0-1,1 1 1,-1 0 0,1 0-1,-1 0 1,0 1 0,-8 0-1,1-1 239,1 1 1,-1 1-1,0 0 1,1 0-1,-17 5 0,24-4-253,0-1 0,0 1 0,1 0 0,-1 0 0,0 0 0,1 1 0,-1 0 0,1-1 0,0 1 0,0 0 0,0 0 0,0 1 0,0-1 0,1 1 0,-1-1 0,1 1 0,0 0 0,0 0 0,1 0 0,-1 0 0,1 0 0,0 0 0,0 0 0,0 0 0,0 1 0,1-1 0,0 0-1,0 1 1,0-1 0,0 0 0,1 0 0,0 1 0,0-1 0,0 0 0,0 0 0,0 0 0,1 0 0,0 0 0,0 0 0,0 0 0,0-1 0,1 1 0,-1-1 0,1 1 0,3 2 0,8 4-198,0 0 0,0-2 0,1 0 0,0 0 0,0-1 0,1-1 0,0-1 0,0 0 0,0-1 0,1-1-1,21 2 1,-1-2-2006,42-1-1,32-8-5742,32-17-10711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6.2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34 134 8644,'0'0'23485,"-2"8"-22900,2-6-582,-1-1 1,1 1 0,0 0 0,-1-1 0,0 1-1,1-1 1,-1 1 0,0-1 0,0 1 0,1-1 0,-1 1-1,-2 1 1,3-3-4,-1 0 1,1 0-1,0 0 0,-1 0 0,1-1 1,0 1-1,-1 0 0,1 0 0,0 0 1,0 0-1,-1 0 0,1-1 0,0 1 1,0 0-1,-1 0 0,1 0 0,0-1 1,0 1-1,-1 0 0,1 0 0,0-1 1,0 1-1,0 0 0,0-1 0,0 1 1,-1 0-1,1 0 0,0-1 0,0 1 1,0 0-1,0-1 0,0 1 0,0 0 1,0-1-1,-5-31-7,5 32 9,-9-111-2,10 111 0,0-1 0,1 1 0,-1-1 0,1 1 0,-1 0 0,1 0 0,-1-1 0,1 1 0,-1 0 0,1 0 0,2 1 0,-3-1 0,71 1 7,34 0-2240,-38-6-8107,-34-2-2626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6.6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86 128 13078,'0'0'18552,"-19"5"-17415,13-1-1137,1-1 0,0 1 0,1 0 0,-1 1 0,1-1 0,0 1 0,0 0 0,0 0 0,1 0 0,-1 0 0,1 1 0,1-1 0,-1 1 0,1 0 0,0 0 0,0 0 0,0 0 0,1 0 0,0 0 0,1 0 0,-1 0 0,1 1 0,0-1 0,1 0 0,-1 0 0,3 10 0,-2-13 0,1 0 0,-1 0 0,1 0 0,0 0 0,0 0 0,0-1 0,0 1 0,0-1 0,0 0 0,1 1 0,-1-1 0,1 0 0,-1 0 0,1-1 0,0 1 0,0 0 0,0-1 0,0 0 0,0 0 0,0 0 0,0 0 0,0 0 0,0 0 0,1-1 0,4 0 0,-2 1 0,0 0 0,1-1 0,-1 0 0,0 0 0,1 0 0,-1-1 0,0 0 0,0 0 0,0-1 0,0 0 0,0 0 0,0 0 0,6-4 0,-7 2 0,1-1 0,-1 0 0,0 0 0,0 0 0,0 0 0,-1-1 0,1 0 0,-2 0 0,1 0 0,-1-1 0,1 1 0,-2-1 0,1 0 0,2-10 0,-2 3 0,0 0 0,-1-1 0,-1 1 0,0 0 0,-1-1 0,-3-22 0,2 31 1,0 0 0,-1 0 1,1 0-1,-2 0 0,1 0 0,0 0 0,-1 0 0,0 1 1,-6-8-1,7 11-9,0-1 1,0 0 0,0 1 0,0-1-1,-1 1 1,1 0 0,-1 0 0,1 0-1,-1 0 1,0 0 0,0 1 0,0-1-1,0 1 1,0 0 0,0 0 0,0 0-1,-1 0 1,1 1 0,-5-1 0,7 1-211,1 1 1,-1-1-1,0 1 1,1-1-1,-1 1 1,0 0 0,1-1-1,-1 1 1,1 0-1,-1-1 1,1 1-1,-1 0 1,1 0 0,0 0-1,-1-1 1,1 1-1,0 0 1,0 0-1,-1 0 1,1 0 0,0 0-1,0-1 1,0 1-1,0 0 1,0 0-1,0 0 1,1 2 0,-1-1-511,0 0 1,0 0 0,0 1 0,0-1 0,1 0 0,-1 0 0,1 0 0,-1 1 0,1-1-1,0 0 1,0 0 0,1 3 0,25 12-8634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7.0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190 25 10261,'0'0'16453,"-19"-1"-13044,-60-5-1483,75 6-1909,1 0 0,-1-1-1,1 2 1,-1-1 0,1 0-1,-1 1 1,1 0 0,-1-1 0,1 1-1,0 1 1,-1-1 0,1 0-1,0 1 1,0 0 0,0 0-1,0 0 1,0 0 0,0 0-1,1 0 1,-1 1 0,1-1-1,-1 1 1,1 0 0,0 0 0,0 0-1,0 0 1,1 0 0,-1 0-1,1 0 1,0 1 0,-1-1-1,2 0 1,-1 1 0,0-1-1,1 1 1,-1-1 0,1 1 0,0-1-1,0 1 1,0 0 0,1-1-1,0 4 1,0-5-17,1 0 0,-1 0 0,0 0 0,1 0 0,-1 0 0,1-1 0,0 1 0,0 0 0,0-1 0,0 0 0,0 1 0,0-1 0,0 0 0,0 0 0,0 0 0,0 0 0,1 0 0,-1-1 0,0 1 0,4 0 0,0 0 0,0 0 0,0 0 0,0-1 0,0 1 0,0-1 0,0 0 0,8-2 0,-13 1 0,0 1 0,0-1 0,0 0 0,0 0 0,0 1 0,0-1 0,0 0 0,-1 0 0,1 0 0,0 0 0,0 0 0,-1-1 0,1 1 0,-1 0 0,1 0 0,-1 0 0,1 0 0,-1-1 0,0 1 0,1 0 0,-1 0 0,0-1 0,0 1 0,0-3 0,0-39 0,0 32 0,0 7 0,-1 0 0,1 0 0,0 0 0,-1 0 0,0-1 0,0 1 0,0 0 0,-1 0 0,1 1 0,-1-1 0,0 0 0,0 0 0,-5-5 0,2 6 1260,-1 2-4421,36 1-20550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7.3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165 1 18985,'0'0'11973,"-16"17"-10375,1-2-1481,5-6-108,0 1-1,1 0 1,1 0-1,-1 1 1,2-1-1,0 2 1,0-1-1,1 1 1,0 0 0,-4 14-1,-1 14-8,1 1 0,3 0 0,-4 51 0,5 126 0,6-216 0,0-1 0,0 1 0,0 0 0,1 0 0,-1 0 0,0 0 0,1-1 0,-1 1 0,1 0 0,0 0 0,-1-1 0,1 1 0,0 0 0,0-1 0,0 1 0,0-1 0,0 1 0,1-1 0,-1 0 0,0 1 0,1-1 0,-1 0 0,1 0 0,-1 0 0,1 0 0,-1 0 0,1 0 0,0-1 0,-1 1 0,1 0 0,0-1 0,0 1 0,0-1 0,-1 0 0,1 0 0,0 1 0,0-1 0,3-1 0,2 1 0,0-1 0,-1 0 0,1 0 0,0 0 0,-1-1 0,1 0 0,-1 0 0,0-1 0,11-6 0,-7 3-536,0-1 0,0-1 0,0 0 0,-1 0 1,12-15-1,-15 16-1543,-1-1 0,0 0 1,0 0-1,6-14 0,4-23-14406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7.5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36 20842,'0'0'5138,"128"0"-320,-65 0-3073,1 0-1521,-3 0-224,-7 0-1265,-3-12-2864,-10-11-6740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7.9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11781,'0'0'20986,"0"3"-20986,0 5 0,2 4 0,11 5 0,-1 4 0,3 0 0,0 2-208,-1-11-8820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28.1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458 0 11813,'0'0'12950,"-127"118"-11557,72-45 3393,5 6-2961,4 3-1825,7-3 0,5-4 0,3-6 0,-1-2-4450,-12-10-5379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1.0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1 176 4610,'0'0'19633,"2"5"-18953,5 13-48,-1 0-1,-2 0 1,1 1-1,-2-1 0,-1 1 1,0 0-1,-1 0 1,-2 22-1,1-41-260,-6-62 677,3-69-285,4 85-784,-1 39 21,0 0 0,0 0 0,1 0 0,1 0 0,-1 0 0,1 0 0,0 1 0,0-1 0,1 1 0,6-12 0,-7 15 0,1 0 0,-1 0 0,1 0 0,-1 0 0,1 0 0,0 1 0,0-1 0,0 1 0,0-1 0,1 1 0,-1 0 0,1 1 0,-1-1 0,1 1 0,-1-1 0,1 1 0,0 0 0,0 0 0,0 1 0,7-1 0,127-2-6529,0 12-8381,-87-3 7536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1.3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 86 2625,'0'0'20615,"0"5"-18387,-6 34 287,-3 23 303,9-59-2761,0-1 1,0 1-1,0 0 1,0 0-1,0-1 1,1 1-1,-1 0 0,1-1 1,0 1-1,0-1 1,0 1-1,0-1 0,0 1 1,1-1-1,-1 0 1,1 0-1,0 1 1,2 2-1,3-1-47,1 1 0,-1-1 0,1-1 0,0 1 0,0-1 0,0-1 0,0 1 0,1-2 0,-1 1 0,1-1 0,-1 0 0,1-1 0,-1 0 0,1 0 0,16-3 0,-22 3-4,1-1 0,-1 1 0,1-1 0,-1 0 0,0 0 0,1 0 0,-1-1 0,0 1 0,0-1 0,0 0 0,0 0 0,0 0 0,0 0 0,0 0 0,-1-1 0,1 1 0,-1-1 0,1 1 0,-1-1 0,0 0 0,0 0 1,-1 0-1,1 0 0,0-1 0,-1 1 0,0 0 0,1-5 0,2-7 52,-1-1 0,-1 0 0,-1 1 0,0-28 0,-1 39-45,0-2 20,-1-1-1,0 0 1,0 1-1,0-1 1,-1 1-1,0-1 1,-5-10-1,6 14-61,0 1 0,0 0 0,-1 0 1,1-1-1,0 1 0,-1 0 0,1 0 0,-1 1 0,0-1 0,1 0 1,-1 0-1,0 1 0,0-1 0,0 1 0,-1 0 0,1 0 0,0-1 1,0 1-1,-1 1 0,1-1 0,0 0 0,-1 1 0,1-1 1,-4 0-1,5 2-119,0-1 0,0 1 1,0 0-1,0-1 1,0 1-1,0 0 0,0-1 1,1 1-1,-1 0 1,0 0-1,0 0 0,0 0 1,1 0-1,-1 0 1,1 0-1,-1 0 0,1 0 1,-1 0-1,1 0 1,-1 0-1,1 0 0,0 1 1,0-1-1,0 0 1,-1 0-1,1 0 0,1 2 1,-4 38-6157,3-39 5632,4 19-6334,13-4-2172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1.7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188 40 8756,'0'0'13804,"-19"2"-10640,-60 12-1283,74-13-1731,1 0 0,-1 1 0,1-1 0,0 1 0,-1 0 0,1 1 0,0-1 0,0 1 0,1 0 0,-1 0 0,1 0 0,-1 0 0,1 1 0,0-1 0,0 1 0,0 0 0,1-1 0,-1 2 0,1-1 0,-3 8 0,1-1-37,2 0 0,-1 0 1,1 1-1,1-1 0,0 0 0,1 15 1,0-23-113,1 0 0,-1 1 0,1-1 0,0 0 0,0 0 0,0 0 0,0 1 0,1-1 0,-1 0 0,1-1 0,0 1 0,0 0 0,0 0 0,0-1 0,0 1 1,1-1-1,-1 0 0,1 1 0,-1-1 0,1-1 0,0 1 0,0 0 0,0 0 0,0-1 0,0 0 0,0 0 0,0 0 0,0 0 0,6 1 0,-3-1-5,0 0 0,-1 0 1,1 0-1,0-1 0,0 1 0,0-1 0,0-1 0,0 1 0,-1-1 0,1 0 0,0-1 1,0 1-1,-1-1 0,1 0 0,-1-1 0,9-4 0,-7 1-5,0 0 0,-1 0 0,0-1 0,0 0 1,0 0-1,-1 0 0,0-1 0,0 0 0,-1 0 0,0 0 0,0 0 0,3-13 0,-2 3 1,-1 0-1,0 0 0,-2-1 0,0 1 1,-1-21-1,0 38-12,-1-1 1,0 1-1,0 0 0,0 0 1,0-1-1,0 1 0,-1 0 1,1-1-1,0 1 0,-1 0 0,1-1 1,0 1-1,-1 0 0,0 0 1,1 0-1,-1 0 0,0-1 1,1 1-1,-1 0 0,0 0 1,0 0-1,0 1 0,0-1 0,0 0 1,0 0-1,0 0 0,0 1 1,0-1-1,-1 0 0,1 1 1,0-1-1,0 1 0,-1 0 1,1-1-1,0 1 0,0 0 1,-1 0-1,1 0 0,0 0 0,-1 0 1,1 0-1,0 0 0,-1 0 1,1 0-1,0 1 0,-1-1 1,1 0-1,0 1 0,-1 0 1,-4 1-647,0 0 0,0 0 0,0 1 0,1 0 1,0 0-1,-1 0 0,1 1 0,0-1 1,-6 7-1,-5 10-4341,6 1-3342,9-7-126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2.0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134 0 14807,'0'0'7651,"-10"21"-4142,6-13-3177,-13 29 751,1 1 1,-14 51 0,14-34-441,3 1 1,3 0-1,1 0 1,0 62-1,9-117-641,0 0 0,1 0 0,-1 0 0,0 1 0,0-1 0,0 0 0,1 0 0,-1 0-1,1 0 1,-1 0 0,1 0 0,-1 0 0,1 0 0,0 0 0,-1 0 0,1 0 0,0 0 0,0 0 0,0 0 0,0-1 0,0 1 0,0 0 0,1 0-1,1 1-93,0-1 0,0 0 0,1 0 0,-1 0-1,0 0 1,1 0 0,-1-1 0,5 1-1,1-1-602,1 0 0,-1 0 0,1-1 0,-1 0 0,16-5 0,-20 4 50,1 0 0,0-1 1,-1 1-1,1-2 0,8-5 1,10-14-4695,-2-8-5391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2.1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1 103 14375,'0'0'2593,"113"-32"-1617,-38 15 1649,7 3-2625,1 1-64,1 1-2609,4-3-4386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2.4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17048,'0'0'12774,"111"0"-12086,-73 0-448,-7 0-144,-6 0-96,-2 0-560,-15 0-1329,-28 17-13446,-16-2 6083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2.5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86 11589,'0'0'7412,"125"-10"-3955,-72-1-2464,3-3-993,0-3-577,7 2-2624,17-3-6948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3.0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1 127 11605,'0'0'17667,"21"6"-15994,8 2-1108,30 13 1,-54-18-536,-1-1-1,1 1 1,-1 0-1,0 0 1,-1 1-1,1-1 1,0 1 0,-1 0-1,0 0 1,0 0-1,0 0 1,0 0-1,-1 1 1,1 0 0,-1-1-1,-1 1 1,1 0-1,0 0 1,-1 0-1,0 0 1,0 0 0,0 7-1,1 2-18,-2-14-11,0-1 0,0 1 0,0 0 0,0 0 0,0 0 0,0 0 0,0 0 0,0 0 0,0 0 0,0 0 0,0 0 0,0 0 0,0 0 0,0 0 0,1 0 0,-1 0 0,0 0 0,0 0 0,0 0 0,0 0 0,0 0 0,0 0 0,0 0 0,0 0 0,0 0 0,0 0 0,0 0 0,0 0 0,0 0 0,0 0 0,0 0 0,1 0 0,-1 0 0,0 0 0,0 0 0,0 0 0,0 0 0,0 0 0,0 0 0,0 0 0,0 0 0,0 0 0,0 0 0,0 0 0,0 0 0,0 0 0,0 0 0,0 0 0,0 0 0,0 0 0,1 0 0,-1 0 0,2-8 0,5-16-114,0 0 1,2 1-1,1 0 0,0 1 1,2 0-1,1 1 0,0 0 1,2 0-1,28-30 0,-42 50 131,0 0 0,0-1-1,0 1 1,1 0-1,-1 0 1,0 0-1,1 0 1,-1 0 0,1 0-1,-1 0 1,1 0-1,0 1 1,-1-1-1,1 1 1,3-1 0,-4 1 3,0 0 1,0 0 0,-1 0 0,1 0-1,0 1 1,0-1 0,0 0 0,0 1-1,0-1 1,0 0 0,-1 1 0,1-1-1,0 1 1,0 0 0,-1-1-1,1 1 1,0 0 0,-1-1 0,1 1-1,-1 0 1,2 1 0,1 5 77,1 1 1,-1-1 0,-1 1-1,1 0 1,1 12-1,0-1-274,0-7 243,0 0-1,0 0 1,1 0-1,0-1 1,1 0 0,0 0-1,9 11 1,-13-19-300,0-1 0,1 0 0,-1 1 1,0-1-1,1 0 0,0 0 0,-1 0 0,1-1 0,0 1 1,0-1-1,0 1 0,0-1 0,6 1 0,-6-1-521,1-1 0,-1 0-1,0 0 1,1 0-1,-1-1 1,0 1 0,1-1-1,-1 0 1,0 0 0,0 0-1,1 0 1,-1 0-1,0-1 1,0 1 0,-1-1-1,5-3 1,23-21-12652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3.4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1 18921,'0'0'9753,"-5"20"-7295,-13 63-1162,17-80-1275,0 0 1,1 1-1,-1-1 0,1 0 0,0 1 1,0-1-1,0 1 0,1-1 0,-1 0 1,1 1-1,0-1 0,-1 0 0,2 1 1,0 3-1,0-5-18,-1-1 0,0 1 0,1 0 0,-1-1-1,0 1 1,1-1 0,0 0 0,-1 1 0,1-1 0,0 0 0,0 0 0,0 0 0,-1 0 0,1 0 0,0 0 0,5 0 0,0 0-6,1 0 0,-1-1 0,1 0 0,0 0 0,0 0 0,-1-1 0,1-1 0,-1 1 0,9-4 0,1-2-31,0 0 1,0-2-1,-1 0 1,0-1-1,0 0 1,25-24-1,-39 33-2,0-1-1,-1 1 1,1 0-1,-1-1 1,0 1-1,1-1 1,-1 1 0,0-1-1,0 0 1,0 1-1,0-1 1,0 0-1,0 0 1,0 0-1,-1 0 1,1 0-1,0-4 1,-1 6 455,-1 0-399,0 0 0,-1 0-1,1 0 1,0-1 0,0 2 0,0-1 0,0 0 0,0 0 0,-1 0 0,1 0-1,0 1 1,0-1 0,0 1 0,0-1 0,0 1 0,0-1 0,0 1 0,0-1-1,0 1 1,0 0 0,1 0 0,-1-1 0,0 1 0,0 0 0,-1 1 0,2 1-28,-1 1 0,0-1 1,1 0-1,0 0 0,0 0 1,0 0-1,0 0 0,1 5 1,-1-4 31,0-1-22,1-1 1,0 1-1,-1-1 1,1 1-1,0-1 0,0 1 1,1-1-1,-1 0 0,0 1 1,1-1-1,0 0 1,-1 0-1,1 0 0,0 0 1,0 0-1,0-1 0,0 1 1,0 0-1,0-1 1,1 0-1,-1 1 0,1-1 1,-1 0-1,5 1 0,3 1-282,0 0-1,0 0 0,1-1 1,-1-1-1,12 1 0,11-1-4241,36-3 0,-5-7-3922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3.6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0 15559,'0'0'11736,"-11"19"-8798,0 0-2395,0-2-235,1 1 0,0 0 1,2 1-1,0-1 0,-5 23 1,5-3-284,2 1 1,1 0 0,3 1 0,2 52 0,1-42-14,-2-47-12,1 0 0,0 0 0,0-1 0,1 1 0,-1 0 0,0 0 0,1 0 0,-1-1 0,1 1 0,0 0 0,2 3 0,-2-5 0,1 0 0,-1 1 0,1-1 0,-1 0 0,1-1 0,-1 1 0,1 0 0,0 0 0,-1-1 0,1 1 0,0-1 0,-1 1 0,1-1 0,0 0 0,0 0 0,0 0 0,-1 0 0,1 0 0,2 0 0,1-1-228,-1 1 0,0-1 0,1 0 0,-1 0 1,0-1-1,0 1 0,0-1 0,0 0 0,0 0 0,0 0 0,0 0 0,-1-1 0,1 1 1,4-6-1,6-5-2404,-1-1 1,12-17-1,-16 20 688,33-41-8490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3.9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89 0 2721,'0'0'22483,"-11"25"-18487,-3 3-2988,5-12-654,0 2 0,2-1-1,0 1 1,1 0 0,1 1 0,-4 28-1,2 13-325,3 0-1,4 73 1,0-131-26,0 1 1,0-1-1,1 1 0,-1-1 1,0 0-1,1 1 0,0-1 1,-1 1-1,1-1 0,0 0 1,0 0-1,0 1 0,0-1 1,1 0-1,-1 0 0,1 0 1,-1 0-1,1-1 0,0 1 1,0 0-1,-1-1 0,1 1 1,4 1-1,-2-1-45,-1-1-1,1 0 1,0 0 0,0 0-1,-1-1 1,1 1 0,0-1-1,0 0 1,0 0-1,0 0 1,0-1 0,-1 1-1,1-1 1,0 0 0,4-1-1,4-3-1545,0-1 1,-1 0-1,1-1 0,-1 0 0,16-13 0,-21 15 510,45-34-10690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4.0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0 19113,'0'0'13654,"-2"52"-13654,2-33 0,7-4-1473,5-3-3281,1 3-5266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0:34.2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632 0 20585,'0'0'8276,"-140"134"-4370,107-84-3906,-1 7 0,-1 1 0,-9 9 0,-13 4 0,-10 7-2369,-6-1-2865,-2 0-4995,2 3-4306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6T16:12:36.183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58,'10'-1,"0"0,-1-1,1 0,0 0,-1-1,13-6,32-8,7 9,-1 2,1 4,70 5,-12-1,398-2,-474-4,-28-1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18.06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2170 1 784,'0'0'3984,"0"5"-1387,-2 20 10948,2-21-13128,0-2-401,-1 1 0,1-1 0,-1 0 0,0 0 1,0 0-1,0 0 0,0 0 0,0 0 0,-1 0 0,1 0 0,-1 0 0,1-1 0,-1 1 0,-3 3 0,-30 23 55,29-24-55,-244 192 62,90-42-78,0-1 5,-161 108-98,227-190-45,-229 182-642,131-103 773,45-38 91,104-73-85,-61 68-1,-25 25 356,113-119-153,0 1 1,-1-2-1,-1 0 1,0-1-1,0-1 1,-30 11-1,18-12 389,27-9 10,22-27-216,-11 17-778,7-8-504,-9 14-3426,1 2-3738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18.6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257 0 2369,'0'0'13118,"2"3"-11056,0 0-1779,0-1-1,-1 1 1,1 0-1,-1 0 0,0 0 1,1 0-1,-2 0 0,1 0 1,0 0-1,-1 0 1,1 0-1,-1 0 0,0 1 1,0-1-1,0 0 1,0 0-1,-1 0 0,1 1 1,-1-1-1,-1 5 0,-4 8 397,0 0 0,-14 27-1,12-28-411,-216 468 1958,220-463-2197,4-19-13,0-1 0,0 1 0,0-1 0,0 1 0,1-1 0,-1 1 0,0-1 0,0 0 0,0 1 0,1-1 0,-1 1-1,0-1 1,1 0 0,-1 1 0,0-1 0,1 0 0,-1 1 0,0-1 0,1 0 0,-1 1 0,1-1 0,-1 0 0,1 0 0,3 1 107,0 0 1,-1-1-1,1 0 0,0 1 1,0-2-1,-1 1 1,8-1-1,26-6 619,64-19 0,-2-1-184,-48 20-112,-1 1 0,99 2 0,-147 4-454,-1 0-413,-12 1-5143,-16 5-1502,-14 8-5286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19.6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 1 608,'0'0'2332,"-4"0"-1566,-9 0-259,3 0 6085,10 25-2382,2 19-946,14 74 1,1 14-795,-11 337 1404,-7-281-3157,-14 176 104,0-6-540,15-56-641,0-302-216,0-13-1249,0-115-6991,0 44-707,0 21 2341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22.9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11 286 1809,'0'0'5285,"-10"-4"-1411,11 2-3627,-1 0 0,1 1-1,0-1 1,1 0 0,-1 0 0,0 0 0,1 1 0,-1-1 0,0 1 0,1-1 0,0 1 0,-1-1 0,1 1 0,0 0-1,0 0 1,0 0 0,0 0 0,3-1 0,41-15 2609,-19 13-1758,-1 1 1,33 2-1,12-2 121,493-66 2838,-426 50-3680,68 0 708,226 7 0,-156 9-317,-129-9-267,-66 3-274,163-5 331,-243 14-556,58 1 266,0-2-1,0-3 1,81-17-1,-6 1-259,-36 7-8,-49 7 0,1 2 0,85 5 0,-47 1 0,-50-2 0,-25 0 0,-21 0 0,-99 8-2760,4 1-5338,43-9 134,-9 0-3164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24.1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9 229 1185,'0'0'3604,"-9"-8"881,10 7-4259,-1 0 0,1 0 0,-1 0 1,1 0-1,-1 0 0,1 0 0,-1 0 1,1 0-1,0 0 0,0 0 1,-1 0-1,1 0 0,0 1 0,0-1 1,0 0-1,0 1 0,0-1 0,0 0 1,0 1-1,0-1 0,0 1 0,0 0 1,0-1-1,1 1 0,-1 0 1,0 0-1,0 0 0,0-1 0,2 1 1,44-3 438,-34 3-8,89-8 1587,94-4-219,864-30 2763,-955 36-4631,-9 1-58,102-19 0,-115 14-36,0 3-1,140 6 0,-99 3 42,-104-4-43,0 0 0,-1-1 0,27-7 1,10-3 51,23 3 137,142-3 1,50 0 678,-252 11-795,-15 2 76,0 0-1,0 0 1,0-1 0,0 0-1,0 1 1,0-1 0,0-1 0,-1 1-1,1 0 1,5-4 0,4 0-120,-14 5-130,-10 3-112,-188 67-7971,79-25-260,41-18 1230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25.3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38 1 1793,'0'0'4799,"-4"0"-4244,2 0-390,-16 1 1169,5 6 10307,13-3-7795,1 12-2253,3-2-734,2 1-1,11 21 0,7 20-31,-17-24-342,-1 1 0,-1-1-1,-2 1 1,-1 0 0,-5 56 0,2-16 61,0-17-423,0-4-111,1 0 0,3-1 0,2 1 1,17 73-1,-17-99-12,-1-1 0,0 0 0,-3 1 0,-1 51 0,-1-39 0,4 43 0,-3-81 0,0 1 0,0 0 0,0-1 0,0 1 0,-1 0 0,2 0 0,-1 0 0,0-1 0,0 1 0,0 0 0,0 0 0,0-1 0,1 1 0,-1 0 0,0 0 0,0-1 0,1 1 0,-1 0 0,1-1 0,-1 1 0,1 0 0,-1-1 0,1 1 0,-1-1 0,1 1 0,-1-1 0,1 1 0,0-1 0,-1 1 0,2 0 0,-1-2 0,0 0 0,-1 1 0,1-1 0,-1 0 0,1 0 0,0 0 0,-1 1 0,1-1 0,-1 0 0,0 0 0,1 0 0,-1 0 0,0 0 0,1 0 0,-1 0 0,0 0 0,0 0 0,0 0 0,0-1 0,1-13-100,2-21-1367,-2 12-6752,-1 15 605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26.3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166 26 1777,'0'0'10879,"-1"0"-10435,-1-1 0,1 1-1,0 0 1,-1-1 0,1 1-1,0 0 1,-1 0 0,1 0-1,0 0 1,-1 0-1,1 0 1,0 0 0,-3 1-1,-31 23 4652,31-20-4628,0 0 1,0-1-1,-1 0 1,1 0-1,-1 0 1,0 0-1,0-1 1,0 0 0,0 0-1,0 0 1,-1 0-1,1-1 1,-6 1-1,10-23 203,1 18-638,0 0-1,0 0 1,0 0 0,0 0 0,1 0 0,-1 0-1,1 0 1,0 0 0,0 1 0,0-1-1,0 0 1,0 0 0,1 1 0,2-5-1,-2 5-23,0 1 0,0-1-1,1 0 1,-1 1 0,0 0-1,1 0 1,-1 0-1,1 0 1,-1 0 0,1 0-1,-1 0 1,1 1-1,-1-1 1,1 1 0,0 0-1,-1 0 1,5 0 0,-5 0-3,0 0 0,0 0 1,0 0-1,0 0 1,0 1-1,-1-1 0,1 0 1,0 1-1,0 0 1,0-1-1,0 1 0,-1 0 1,1 0-1,0 0 1,-1 0-1,1 0 0,-1 0 1,1 0-1,-1 0 1,2 2-1,-1 0 12,-1 0-1,1 0 1,-1 1-1,0-1 1,0 0-1,0 0 1,0 1-1,0-1 1,-1 0 0,0 1-1,1 4 1,-1-4 23,0-1 1,1 1 0,-2 0 0,1-1-1,0 1 1,-1 0 0,1-1-1,-1 1 1,0 0 0,0-1 0,-1 1-1,1-1 1,-2 4 0,1-5-37,0 0 1,0-1-1,0 1 1,0-1-1,0 1 1,0-1-1,0 0 1,0 1-1,0-1 1,-1 0-1,1-1 1,0 1-1,-1 0 1,1-1-1,-1 1 1,1-1-1,0 0 1,-1 0-1,1 0 1,-5 0-1,5 0-4,0 1 0,0-1 0,0 0 0,1 0 0,-1-1 0,0 1 0,0 0 0,0 0 0,0-1 0,0 0 0,0 1 0,0-1 0,0 0 0,1 0 0,-1 0 0,0 0 0,-2-2 0,3 1 0,-1-1 0,1 1 0,0-1 0,1 1 0,-1-1 0,0 1 0,1-1 0,-1 0 0,1 1 0,0-1 0,0 0 0,0-4 0,0 4 0,0 0 0,0 0 0,1 0 0,-1 0 0,0 1 0,1-1 0,0 0 0,0 0 0,-1 1 0,2-1 0,-1 0 0,0 1 0,0-1 0,1 1 0,0 0 0,-1-1 0,1 1 0,0 0 0,3-3 0,-2 3 0,1 0 0,0 0 0,-1 0 0,1 1 0,0-1 0,0 1 0,0 0 0,0 0 0,0 0 0,0 0 0,0 1 0,0 0 0,5 0 0,-7 0 0,0 0 0,0 1 0,0-1 0,0 1 0,0 0 0,0 0 0,0 0 0,0-1 0,0 2 0,0-1 0,-1 0 0,1 0 0,0 1 0,-1-1 0,1 0 0,-1 1 0,1 0 0,-1-1 0,0 1 0,0 0 0,0 0 0,0-1 0,0 1 0,0 0 0,0 0 0,-1 0 0,1 0 0,0 4 0,1 2 0,-1-1 0,0 1 0,0-1 0,0 1 0,-1-1 0,0 1 0,-2 7 0,2-13 0,-1-1 0,1 1 0,-1-1 0,0 0 0,1 1 0,-1-1 0,0 0 0,0 0 0,0 0 0,0 0 0,0 1 0,0-1 0,0-1 0,-1 1 0,1 0 0,0 0 0,0 0 0,-1-1 0,1 1 0,-1 0 0,1-1 0,-1 1 0,1-1 0,0 0 0,-1 0 0,1 1 0,-3-1 0,-50 1 0,40-1 0,11 0 0,0 0 0,1 0 0,-1 0 0,0-1 0,1 1 0,-1-1 0,1 1 0,-1-1 0,0 0 0,1 0 0,0 0 0,-1 0 0,1-1 0,0 1 0,-1-1 0,1 1 0,0-1 0,0 0 0,0 0 0,0 1 0,-2-5 0,2 2 0,0 0 0,0 0 0,0 0 0,1 0 0,-1-1 0,1 1 0,0-1 0,1 1 0,-1-1 0,1 1 0,0-8 0,0 12 1,0-1-1,1 1 1,-1-1-1,0 1 1,1 0-1,-1-1 1,0 1-1,1 0 1,-1-1-1,1 1 1,-1 0-1,0-1 1,1 1-1,-1 0 1,1 0-1,-1 0 1,1 0-1,-1-1 1,1 1-1,-1 0 1,1 0-1,-1 0 1,1 0-1,-1 0 1,1 0-1,-1 0 1,2 0-1,19 1-113,-15-1-148,46 3-7231,-19-2-1368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31.2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 0 3618,'0'0'8521,"8"4"3962,-6-1-10525,-2 44 1051,0 61-31,-2-65-2878,-11 74 0,2-84-100,8-28 0,1 0 0,0 0 0,0 0 0,1 0 0,0 1 0,-2 8 0,38-41-3140,24-20-9818,-42 30 3908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3:32.1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1 4898,'-2'0'25339,"-13"0"-24588,8 1-633,1 0 1,-1 0 0,1 1-1,0-1 1,0 2 0,-1-1-1,1 1 1,1 0 0,-1 0-1,0 0 1,1 1 0,0 0 0,0 0-1,-6 7 1,5-7-119,1 1 0,0 1 0,1-1 0,-1 1 0,1 0 0,0 0-1,1 0 1,-1 0 0,1 0 0,1 1 0,-1 0 0,1 0 0,-2 8 0,3-5 0,0 0 0,1 0 0,0 0 0,1 0 0,0 0 0,1 0 0,-1-1 0,2 1 0,0 0 0,4 10 0,-5-16 0,0 0 0,0-1 0,0 1 0,0 0 0,1-1 0,0 1 0,0-1 0,0 0 0,0 0 0,0 0 0,1 0 0,-1-1 0,1 0 0,0 1 0,0-1 0,0 0 0,0-1 0,0 1 0,0-1 0,0 0 0,0 0 0,1 0 0,-1 0 0,0-1 0,8 1 0,0-1 0,-1 0 0,1 0 0,-1-1 0,0 0 0,0-1 0,1-1 0,-1 1 0,-1-2 0,22-8 0,-26 9 0,-1 0 0,1 0 0,-1 0 0,0-1 0,1 0 0,-2 0 0,1 0 0,8-10 0,-11 11 0,1-1 0,-1-1 0,0 1 0,0 0 0,-1 0 0,1-1 0,-1 1 0,0-1 0,0 1 0,-1-1 0,1 1 0,-1-1 0,0-4 0,0-4 0,0 7 0,0 0 0,0 0 0,0 0 0,-1 0 0,-2-11 0,2 14 0,0 1 0,-1 0 0,1 0 0,0-1 0,-1 1 0,1 0 0,-1 0 0,0 0 0,0 0 0,0 1 0,0-1 0,0 0 0,0 1 0,0-1 0,0 1 0,-5-2 0,-16-7 0,-1 1 0,0 1 0,0 1 0,-35-5 0,-2 10 0,61 2 0,0 1 0,-1-1 0,1 1 0,0 0 0,-1-1 0,1 1 0,0 0 0,0-1 0,0 1 0,0 0 0,0-1 0,-1 1 0,1 0 0,0-1 0,1 1 0,-1 0 0,0-1 0,0 1 0,0 0 0,0-1 0,0 1 0,1 0 0,-1 0 0,5 0-386,0 1-1,0-2 1,0 1 0,1 0-1,-1-1 1,0 0 0,0 0-1,10-2 1,-6 1-3087,9-1-5824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4:45.3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473 359 3201,'0'0'11830,"0"-4"-10579,2-10 203,0 26 894,-1-11-2280,0 1 0,0-1 0,0 1 0,1-1 0,-1 0 1,1 0-1,-1 0 0,1 0 0,-1 0 0,1 0 0,-1 0 0,1 0 0,0 0 0,0-1 1,-1 1-1,1-1 0,0 0 0,0 1 0,0-1 0,0 0 0,-1 0 0,3 0 0,51 4 1010,-23-4-601,51 1 381,151-19 0,204-72-521,37-6 174,141-32 586,-561 117-857,0 2 0,1 3 0,0 3 0,57 3 0,-1-1 155,220 1 1155,-221-11-1315,-102 10-237,28-1 27,48 4 1,-72 0-30,1 0 1,-1 0-1,0 2 1,0-1 0,-1 2-1,1 0 1,13 7-1,-7-1 0,0-1-1,1-1 1,1 0-1,0-2 1,0 0-1,0-1 0,1-1 1,0-1-1,28 1 1,-11-1 23,-39-4 114,-1 20-68,-1 0 0,-8 36-1,5-35 13,1 0 0,-1 27-1,12 429 606,0-239-385,-18 157 5,7-318-244,5 98 0,-1-164-70,2 9 21,1 1 1,6 24 0,-5-27 15,0 1-1,-2 0 1,1 19 0,-3 1007 431,0-1043-460,-1-1-1,0 1 1,0-1 0,1 0 0,-1 1-1,0-1 1,0 0 0,0 0-1,-1 0 1,1 1 0,0-1 0,0 0-1,-1-1 1,1 1 0,0 0 0,-1 0-1,1 0 1,-1-1 0,1 1-1,-1-1 1,1 1 0,-1-1 0,-1 0-1,-39 9-700,38-9 560,-3 2 29,-1-2-1,0 1 1,0-1 0,0 0 0,1-1 0,-1 0 0,0 0 0,0 0 0,1-1 0,-10-3 0,-13-6-210,0 1 1,-1 2 0,0 1-1,-1 1 1,-35-1 0,-165 4-1095,138 4 1497,-37-2-74,-167 4 253,46 32 33,53-5-269,-94-13-167,205-14 258,1 4 0,0 4-1,-157 41 1,193-41-7,0-1 0,-69 2 0,-104-7-31,-15 1-10,213-4-12,-653 75 843,675-75-828,1-1 0,0 1 0,-1 0 0,1 0 0,0 0 0,0 0 0,0 0 1,1 1-1,-1-1 0,0 1 0,1 0 0,0 0 0,-1 0 0,1 0 0,-1 3 0,0-1-25,0-1 0,0 0 0,-1 0-1,1 0 1,-9 7 0,12-11 1,1 1 0,0-1 1,-1 1-1,1-1 0,-1 0 1,1 1-1,0-1 0,-1 0 1,1 1-1,0-1 0,-1 0 0,1 0 1,0 0-1,0 0 0,-1 1 1,1-1-1,0 0 0,0 0 1,-1 0-1,1-1 0,0 1 0,0 0 1,0 0-1,30 0 114,-10-2-133,1-1 0,-1-2 0,1 0 0,-1-1 1,28-12-1,-48 17-23,1 0 1,-1 0-1,0 0 1,1 0-1,-1 0 0,0 0 1,0-1-1,0 1 1,0 0-1,0-1 1,0 1-1,0-1 1,0 1-1,0-1 0,-1 1 1,2-3-1,7-32 108,-6 21 3,0 6-48,-2 4-72,0-1 0,1 1 1,-1 0-1,1 0 0,0 1 1,1-1-1,-1 0 0,4-4 0,-4 8-12,-2 1-142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8.0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0 237 2161,'0'0'8553,"5"-2"-7422,0 0-600,-4 2-370,0-1 0,1 1-1,-1 0 1,0-1-1,0 0 1,0 1 0,1-1-1,-1 1 1,0-1-1,0 0 1,0 0 0,0 0-1,0 0 1,0 0-1,0 0 1,-1 0 0,1 0-1,0 0 1,0-1-1,0 1 502,9-5 4087,22-8 106,-30 14-4801,-1-1 1,1 1-1,0 0 1,-1 0-1,1 0 1,0 0-1,-1 0 1,1 1 0,0-1-1,-1 0 1,1 1-1,-1-1 1,1 1-1,-1-1 1,1 1-1,-1 0 1,1 0-1,-1 0 1,1 0-1,1 2 1,3 3 96,-1 0 0,0 1 0,-1 0 1,1 0-1,-1 0 0,0 0 0,-1 1 0,0-1 0,4 17 0,16 32 846,-22-53-809,1-1 1,-1 1-1,0 0 0,-1 0 1,1 0-1,0 0 1,-1 0-1,1 3 0,-2-3 405,1-5-118,-1-17-247,1-7-193,1 0 1,1 0-1,2 0 1,0 0 0,13-42-1,-13 58-117,-1 1 0,1 0 0,1 0 0,0 0 0,0 0-1,0 1 1,1 0 0,0 0 0,1 0 0,0 1 0,0 0-1,1 0 1,0 1 0,0 0 0,0 0 0,1 1 0,0 0-1,10-4 1,-10 6-727,0 0 0,1 0-1,0 1 1,18-1 0,42 1-9966,-47 3 5430,17-1-4743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8.4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56 49 3153,'0'0'20196,"-3"-1"-19270,3 0-881,-1 1-1,0-1 1,1 1-1,-1-1 1,0 1-1,1 0 1,-1-1-1,0 1 1,1 0 0,-1 0-1,0-1 1,1 1-1,-1 0 1,0 0-1,0 0 1,1 0-1,-1 0 1,0 0-1,0 0 1,1 0 0,-1 0-1,0 1 1,0-1-1,1 0 1,-1 0-1,0 1 1,1-1-1,-1 0 1,0 1-1,1-1 1,-1 1 0,-1 0-1,0 1 52,0 1 1,1-1-1,-1 1 0,0-1 0,1 1 0,-1 0 1,1 0-1,-2 5 0,0 3 8,0 0 1,1 0-1,0 1 0,0 13 0,2-20-99,0 0 2,0-1-1,0 1 1,0 0 0,1-1-1,-1 1 1,1 0-1,3 7 1,-4-11-15,1 0 1,0 1-1,0-1 0,0 0 1,1 0-1,-1 0 0,0 0 1,0 0-1,1 0 0,-1 0 1,0 0-1,1 0 0,-1 0 1,1-1-1,-1 1 1,1-1-1,-1 1 0,1-1 1,-1 0-1,1 1 0,0-1 1,-1 0-1,1 0 0,-1 0 1,4-1-1,-1 2 0,0-1-1,0 0 1,0 0 0,0-1-1,-1 1 1,1-1 0,0 0-1,0 0 1,0 0 0,-1-1-1,1 1 1,0-1 0,3-2-1,-4 1 19,0 0 1,-1 0-1,1 0 0,-1-1 0,0 1 1,1 0-1,-2-1 0,1 0 0,0 1 1,-1-1-1,0 0 0,1 0 0,-1-5 1,3-5 196,-2 1 0,0-1 0,0-17 0,-2 28-131,1-1 1,-1 0-1,-1 0 1,1 0-1,0 1 1,-1-1-1,0 0 1,0 1-1,0-1 1,0 0 0,-1 1-1,0 0 1,1-1-1,-1 1 1,0 0-1,-4-5 1,5 7-171,0 0 0,0 0 1,0 1-1,0-1 0,0 0 1,-1 0-1,1 1 0,0-1 1,0 1-1,-1-1 1,1 1-1,0-1 0,-1 1 1,1 0-1,0 0 0,-1-1 1,1 1-1,0 0 0,-1 0 1,1 0-1,-1 1 0,1-1 1,0 0-1,-1 0 0,1 1 1,0-1-1,-1 1 0,1-1 1,0 1-1,0 0 0,0-1 1,-1 1-1,1 0 1,0 0-1,0 0 0,0 0 1,0 0-1,-1 2 0,1-2-475,0 1 0,1-1 0,-1 1 0,0-1 0,1 1 0,-1-1 0,1 1 0,-1-1 0,1 1 0,0 0 0,-1-1 0,1 1 0,0 0 0,0-1 0,0 1 1,1 0-1,-1-1 0,0 1 0,1 0 0,-1-1 0,2 3 0,6 9-6853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8.8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57 48 2881,'0'0'18281,"1"-3"-15680,0 3-2494,-1-1 0,0 1 0,1 0 0,-1-1 0,0 1 0,0-1 0,0 1 0,1-1 0,-1 1 0,0-1 0,0 1 0,0-1 0,0 1 0,0-1 0,0 1 1,0-1-1,0 1 0,0-1 0,0 1 0,0-1 0,0 1 0,0-1 0,0 1 0,-1-1 0,1 1 0,0-1 0,0 1 0,-1 0 0,1-1 0,-1 0 0,-12 8 1411,8-4-1366,1 1 0,0 1-1,0-1 1,0 0 0,1 1 0,-4 5 0,4-1-129,0 0 0,1 1 0,0-1 0,1 0 0,0 1 0,0-1 0,1 1 0,0-1 0,0 1 0,3 9 0,-2-17-43,-1 0-1,1-1 1,0 1 0,-1-1 0,1 1-1,0 0 1,0-1 0,0 0 0,0 1-1,1-1 1,-1 0 0,0 1-1,0-1 1,1 0 0,-1 0 0,1 0-1,-1 0 1,1 0 0,-1-1-1,1 1 1,0 0 0,-1-1 0,1 1-1,0-1 1,0 0 0,2 1-1,7 0-60,-1 1 0,1-2 0,12 0-1,-12 0 59,-8 0 13,-1 0 1,1 0-1,0 0 1,-1 0-1,1-1 0,0 1 1,0-1-1,-1 0 1,1 1-1,-1-1 1,1 0-1,-1-1 1,1 1-1,-1 0 1,0-1-1,1 1 1,-1-1-1,0 0 1,0 0-1,0 0 0,0 0 1,-1 0-1,1 0 1,0 0-1,-1 0 1,0-1-1,1 1 1,-1-1-1,0 1 1,1-5-1,0-5 42,0 1 0,-1-1 0,0 0 0,0 0 0,-3-20 0,1 22 24,1 7-116,0-1 1,-1 1 0,0 0-1,0 0 1,0-1 0,0 1-1,0 0 1,0 0 0,-1 0-1,0 0 1,1 1 0,-1-1-1,0 0 1,-1 1 0,1-1-1,0 1 1,-1 0 0,1 0-1,-1 0 1,0 0 0,1 0-1,-1 0 1,0 1-1,0-1 1,0 1 0,0 0-1,-1 0 1,-3-1 0,7 2-207,-1 0 1,1 0-1,-1 1 1,1-1 0,-1 0-1,1 0 1,0 0-1,-1 0 1,1 0-1,0 1 1,-1-1-1,1 0 1,-1 0 0,1 1-1,0-1 1,0 0-1,-1 1 1,1-1-1,0 0 1,0 1 0,-1-1-1,1 0 1,0 1-1,0-1 1,0 1-1,-1-1 1,1 0-1,0 1 1,0-1 0,0 1-1,0-1 1,0 0-1,0 1 1,0-1-1,0 1 1,0-1-1,0 1 1,0-1 0,0 0-1,1 2 1,-1-2-233,0 5-7239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9.1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109 1 7507,'0'0'17459,"-6"18"-15319,-38 131 1904,28-93-3774,3 0-1,2 0 1,2 1-1,4 1 1,0 66-1,5-122-285,1 1 0,-1-1 1,1 0-1,-1 1 0,1-1 0,0 0 1,-1 0-1,1 1 0,0-1 0,1 0 0,-1 0 1,0 0-1,1 0 0,-1 0 0,1 0 1,-1-1-1,3 3 0,0-1-209,0 0-1,1 0 1,-1-1-1,1 1 1,-1-1-1,1 0 1,8 2-1,2 0-1208,1-1 0,-1-1 0,1 0 0,18-1 0,8-3-4950,-4-5-3442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9.3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8756,'0'0'11413,"130"6"-11525,-95 9-1809,-7 4-3281,-16 0-3618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39.7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2913,'0'0'23110,"4"2"-21931,-2-1-1079,0 0 0,-1 0 0,1 0 0,-1 0 0,1 1 0,-1-1 1,1 0-1,-1 1 0,0-1 0,0 1 0,0 0 0,0-1 0,0 1 0,0 0 0,0 0 0,0-1 1,-1 1-1,1 0 0,0 2 0,8 49 1094,-6-27-620,32 291 1373,-18-132-3718,-15-179-5075,1-12 3280,1-14-1008,2-17-3985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0.3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0 289 3986,'0'0'12739,"27"-8"-10578,-14 4-1895,198-51 3024,-106 34-2100,962-168 1622,-1017 183-1743,62 1-1,-111 5-997,1 0 0,-1 0 0,0 0-1,0 0 1,0 0 0,0 0 0,0 1 0,0-1-1,0 0 1,0 1 0,0-1 0,0 1 0,0-1 0,0 1-1,0-1 1,0 1 0,0 0 0,0 0 0,0-1 0,-1 1-1,1 0 1,0 0 0,-1 0 0,1 0 0,0 0-1,-1 0 1,1 0 0,-1 0 0,0 0 0,1 2 0,2 37 862,-4-27-610,1-3-220,-1 71 55,3 0 0,4-1-1,17 82 1,29 29-158,-30-116 0,-23-77 0,-1 0 0,0 0 0,0 0 0,0 0 0,0 0 0,0 0 0,0 0 0,0 0 0,-1 1 0,1-1 0,-6-1 0,-33-17-11,15 12-122,0 0-1,0 2 1,0 1-1,-31-2 0,-115 0-535,153 6 656,-160 1-12,0 8 0,0 8 0,1 7 0,-281 75 0,447-95-97,10-2-23,-1-1 0,1 1 0,-1-1 0,1 1 0,-1 0 0,1 0 0,0 1 0,-1-1 0,1 0 0,0 1 0,-4 2 0,11-4-4364,9 1 2210,-2 0 52,33-1-5407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1.6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 1681,'0'0'10538,"2"2"-6771,2 17-1382,0 115 4861,0 10-5672,15 357 1835,-18-282-4611,-1-174 492,-5-45-6731,-15-3-3556,9-3 2556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2.0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4834,'0'0'10995,"7"3"-9056,-1 0-1453,-1 0-1,0 1 1,1-1-1,-1 1 1,-1 0-1,1 0 1,0 1 0,-1-1-1,0 1 1,7 10-1,2 5 528,6 9 268,25 29 0,-38-50-1159,1-1 0,0 0 0,0-1 0,0 0-1,1 0 1,0 0 0,0-1 0,16 7 0,-9-7-519,-2 0 2387,-5-2-3578,-2 0-3480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2.3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134 1 10949,'0'0'10693,"-101"111"-10197,91-86-32,2 0-320,-3-6-144,9-3-784,0 1-1873,2-2-4514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3.4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6307,'0'0'12432,"0"12"-10940,2 265 4082,11 156-2360,14 10-1307,2 18-314,-17-303-1486,-12-398-7300,0 77-4292,0 83 2403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5.3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84 258 1457,'0'0'7235,"-3"-10"-6144,-2-1-716,4 8-169,-1-1 1,0 1-1,1-1 0,0 0 1,0 0-1,0 1 0,0-1 1,1 0-1,-1-7 2834,27 11 108,-8-2-2232,0 0 0,0-2 0,0 0 0,-1-1 0,27-11 0,-8 3-455,12-1-170,-1 2 0,93-10-1,101 7 380,-64 6-277,716-5-156,-795 17 115,0-5 0,179-27 1,-172 16 186,204 2 0,-303 11-476,26-4-104,-6 0 864,-11 4 2504,-15 31-3199,-17 193-128,1-48 0,5 709 0,11-659 0,2-141 0,20 143 0,10-34 0,-29-181 0,-1 4 0,-2-17 0,-1 1 0,0-1 0,1 0 0,-1 0 0,1 0 0,-1 0 0,0 0 0,1 0 0,-1 0 0,0 0 0,1 0 0,-1 0 0,1 0 0,-1-1 0,0 1 0,1 0 0,-1 0 0,1 0 0,-1-1 0,1 1 0,-1 0 0,1-1 0,-1 1 0,1-1 0,-1 1 0,1 0 0,-1-1 0,0 0 0,-7-4 0,0 1 0,0 0 0,-1 0 0,1 1 0,-1 0 0,0 1 0,0-1 0,0 2 0,-10-1 0,-16 0 0,-38 2 0,25 1 0,-786 17-358,496-7 268,-708 60 538,790-38-448,250-33 0,2 0 0,0 1 0,0-1 0,0 1 0,0-1 0,0 1 0,0 0 0,1 1 0,-6 1 0,43-9 0,25-4-2111,-25 5-4158,-2-1-3423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7.5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 44 768,'0'0'11131,"-27"2"-8066,5-2-2191,13 0 3439,13-9-3614,4 5-475,0 0 1,0 0 0,1 0 0,-1 1 0,1 1 0,0-1 0,0 2 0,0-1 0,10 0 0,91 1 1658,-63 2-1405,57 0 306,153 21 0,-62 3-530,295 0-1,-182-47-84,-93 3 882,81 16 1179,-209-5-848,-52-1-958,-6 1-448,-15 6-18,32-6 132,-46 8-95,0 0 0,0 0 0,0 0 0,0 0-1,0 0 1,0 0 0,0 0 0,0 0 0,0 0 0,0-1 0,0 1-1,0 0 1,0 0 0,0 0 0,0 0 0,0 0 0,0 0 0,0 0-1,0 0 1,0 0 0,-30 1-426,20 1-1247,0 0 0,0 0 1,0 1-1,-17 7 0,-22 6-8640,4-7-1266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8.3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4514,'0'0'15743,"4"8"-13792,7 23 20,-1 0 1,-2 1-1,5 34 1,10 150 301,0 1-1873,-19-191-400,-1-3 0,1 1 0,1-1 0,1-1 0,1 1 0,11 23 0,-13-38 0,-4-6 0,1 0 0,-1 1 0,0-1 0,0 0 0,-1 0 0,1 0 0,0 1 0,-1-1 0,1 0 0,-1 0 0,0 1 0,0-1 0,0 4 0,-9-122-10087,3 57 1461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49.3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197 19 2257,'0'0'9540,"0"-3"-7608,0 2-1636,0 1 1,0-1-1,-1 0 1,1 1-1,0-1 0,0 0 1,0 1-1,-1-1 1,1 0-1,0 1 1,0-1-1,-1 0 0,1 1 1,-1-1-1,1 1 1,-1-1-1,1 1 0,-1-1 1,1 1-1,-1-1 1,1 1-1,-1 0 0,1-1 1,-1 1-1,0 0 1,1-1-1,-1 1 1,-1-1-1,-11 4 4416,0 1-6036,12-3 996,-16 4 580,0 0 0,-1-1 0,0-1 0,0-1 0,0 0 0,-31-2-1,48 0-339,12 0-2542,43 0-3277,-12-2-947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50.8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25 3265,'0'0'16387,"2"-3"-15013,-1 2-1221,1-1 0,-1 0 1,1 1-1,0-1 1,0 1-1,0 0 1,0 0-1,0-1 1,0 1-1,0 0 0,0 1 1,0-1-1,0 0 1,1 1-1,-1-1 1,0 1-1,0 0 0,5-1 1,53 0 638,-45 1-660,15-1-4,-17 1-91,0-1 1,24 4-1,-37-3-14,1 0 0,0 0 0,-1 0 0,1 0 0,-1 0 0,1 0 0,0 0 0,-1 1 1,1-1-1,-1 0 0,1 0 0,-1 1 0,1-1 0,-1 0 0,1 1 0,-1-1 0,1 0 0,-1 1 0,1-1 0,-1 1 1,0-1-1,1 1 0,-1-1 0,0 1 0,1-1 0,-1 1 0,0-1 0,0 1 0,1-1 0,-1 1 0,0 0 0,0-1 1,0 1-1,0-1 0,0 1 0,0 0 0,0-1 0,0 1 0,0-1 0,0 1 0,0 0 0,0-1 0,0 1 0,0-1 0,-1 1 1,1-1-1,0 1 0,0-1 0,-1 1 0,1-1 0,0 1 0,-1-1 0,1 1 0,-1-1 0,1 1 0,-1-1 0,1 1 1,-1-1-1,-27 26 762,14-16-595,9-7-166,-1 1 0,1-1 0,0 1 0,0 0 0,0 1 0,-7 8 0,12-13-33,-1 1 1,1-1-1,0 1 1,-1-1-1,1 1 0,0-1 1,0 1-1,0-1 1,0 1-1,-1 0 1,1-1-1,0 1 0,0-1 1,0 1-1,0-1 1,0 1-1,0-1 0,0 1 1,1-1-1,-1 1 1,0-1-1,0 1 1,0-1-1,0 1 0,1-1 1,-1 1-1,0-1 1,1 1-1,-1-1 0,0 1 1,1-1-1,-1 1 1,0-1-1,1 0 0,-1 1 1,1-1-1,-1 0 1,1 1-1,-1-1 1,0 0-1,1 0 0,0 1 1,27 8-27,-22-8-23,3 2-92,0-1 0,0 2 0,-1-1 0,1 1 0,-1 0 0,0 1 0,0 0 0,0 0 0,-1 1 0,1 0 0,7 9 0,-14-14 147,0-1 1,0 1 0,0 0-1,0 0 1,0 0 0,-1 1-1,1-1 1,0 0 0,-1 0-1,1 0 1,-1 1 0,1-1-1,-1 0 1,1 0 0,-1 1-1,0-1 1,0 0 0,0 1-1,0-1 1,0 0 0,0 1-1,0-1 1,0 0 0,0 1-1,-1-1 1,1 0 0,0 1-1,-1-1 1,1 0 0,-1 0-1,0 0 1,1 1 0,-1-1-1,0 0 1,0 0 0,1 0-1,-1 0 1,0 0 0,0 0-1,0-1 1,0 1 0,0 0-1,-1 0 1,1-1 0,-2 2-1,-6 2 240,0 0 0,0 0 0,0 0 0,-18 3 0,20-6-135,-23 7 691,1-2 0,-1-2 0,-52 3 0,87-8-1428,1 0 0,-1 0 0,1 0-1,-1 0 1,8-4 0,10-2-1383,89-23-13293,-72 14 7648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51.3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158 75 5122,'0'0'16208,"-13"4"-14858,13-4-1350,-15 5 525,1 0-1,-1 1 1,-23 14 0,34-17-422,-1-1 0,1 1 0,0 1 1,0-1-1,0 1 0,0-1 0,0 1 1,1 0-1,0 0 0,0 1 0,0-1 1,0 1-1,1-1 0,0 1 0,0 0 1,0 0-1,0 0 0,-1 7 0,2-5-104,1-1-1,-1 1 1,1-1 0,0 1-1,1-1 1,0 1 0,0-1-1,0 1 1,0-1-1,1 0 1,0 0 0,1 0-1,-1 0 1,1 0 0,4 6-1,-3-8-6,-1 1 1,1-1-1,0 0 0,0 0 0,0-1 0,1 1 0,-1-1 1,1 0-1,-1 0 0,1-1 0,0 0 0,1 1 0,-1-1 1,0-1-1,0 1 0,1-1 0,-1 0 0,8 0 1,-1 0-9,-1 0 1,1-1 0,-1-1 0,1 0 0,-1 0 0,1-1 0,-1-1 0,0 0 0,21-8 0,-27 8 25,0 1 0,0-1 0,0 0 0,0 0 0,-1 0 0,0-1 0,0 1 0,0-1 0,0 0 0,0-1 0,-1 1 0,1 0 0,-1-1 0,-1 0 0,1 0 0,0 0 0,-1 0 0,0 0 0,-1 0 0,1-1 0,-1 1 0,2-11 1,-1-5 347,-1 0 0,-1 0 0,-4-35 0,3 50-243,0 0-1,0 1 0,0-1 0,-1 0 1,0 0-1,0 1 0,0-1 0,-1 1 1,0 0-1,0 0 0,0 0 1,-1 0-1,0 0 0,0 1 0,0 0 1,0-1-1,-9-5 0,11 8-111,-1 1-1,1-1 1,-1 1-1,1 0 1,-1 0-1,0 0 1,1 0 0,-1 0-1,0 1 1,0-1-1,1 1 1,-1 0-1,0 0 1,0 0 0,0 0-1,0 0 1,1 0-1,-1 1 1,0 0-1,0-1 1,1 1-1,-1 0 1,0 0 0,1 1-1,-1-1 1,1 0-1,-1 1 1,1 0-1,0-1 1,0 1-1,0 0 1,0 0 0,0 0-1,0 0 1,0 1-1,1-1 1,-3 3-1,0 2-466,0 0-1,0 0 1,1 0-1,-1 1 0,-2 9 1,4-9-978,0 0 1,0 0-1,1 1 1,-1 11-1,2 0-5390,0-1-2015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1:54.2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70 352,'0'0'8228,"18"-11"-6502,54-34 454,-71 44-1714,1 0 0,-1 0 1,0 0-1,1 0 0,-1 1 0,1-1 1,-1 0-1,1 0 0,-1 1 1,1-1-1,-1 1 0,1 0 0,0-1 1,-1 1-1,4 0 0,-4 10 891,-2-8-645,4 19 3289,0 40-1,-6-60-3843,1-1 0,-1 0 0,1 0 0,-1 0 0,1 0 0,-1 0 0,1 0 0,-1-1 0,1 1 0,-1-1 0,1 0 0,-4-1 0,3-1-124,1 0-1,-1 1 0,1-1 0,-1 0 1,1-1-1,0 1 0,0 0 0,0-1 1,1 1-1,-1-1 0,1 1 0,0-1 1,0 0-1,0 1 0,0-1 0,1 0 1,0 0-1,-1 0 0,1 1 0,1-1 1,0-6-1,-1 9-32,1 1 0,0-1 0,0 0 0,0 0 0,-1 0 0,1 1 0,0-1 0,0 1 0,0-1 0,0 0 0,0 1 0,0 0 0,0-1 0,0 1 0,0 0 0,0-1 0,0 1 0,1 0 0,-1 0 0,2 0 0,27-1 0,-25 1 0,-2 0 0,0 0 0,0 0 0,0 0 0,0 0 0,0 0 0,0 1 0,0 0 0,0-1 0,0 1 0,0 0 0,0 1 0,0-1 0,-1 0 0,1 1 0,4 2 0,-6-1 0,1-1 0,0 0 0,-1 1 0,1 0 0,-1-1 0,0 1 0,0 0 0,0 0 0,0-1 0,-1 1 0,1 0 0,-1 0 0,1 0 0,-1 0 0,0 0 0,-1 4 0,1-6 0,0 1 0,-1-1 0,1 1 0,-1-1 0,0 1 0,1-1 0,-1 0 0,0 1 0,0-1 0,0 0 0,0 0 0,0 0 0,0 0 0,0 0 0,0 0 0,-1 0 0,1 0 0,0 0 0,-1 0 0,1-1 0,0 1 0,-1 0 0,1-1 0,-1 1 0,1-1 0,-1 0 0,1 1 0,-1-1 0,1 0 0,-3 0 0,-53 3 0,50-3 0,5 0 0,-1 1 0,0-2 0,0 1 0,0 0 0,0-1 0,0 1 0,0-1 0,1 0 0,-5-1 0,7 1 0,-1 1 0,0-1 0,1 1 0,-1-1 0,1 0 0,-1 0 0,1 1 0,-1-1 0,1 0 0,0 0 0,-1 0 0,1 1 0,0-1 0,-1 0 0,1 0 0,0 0 0,0 0 0,0 0 0,0 0 0,0 0 0,0 1 0,0-1 0,0 0 0,0 0 0,0 0 0,1 0 0,-1 0 0,0 0 0,1 1 0,-1-1 0,0 0 0,1 0 0,-1 0 0,1 1 0,1-2 0,-1 0 0,1 0 0,0 0 0,0 0 0,-1 1 0,1-1 0,0 1 0,1-1 0,-1 1 0,0 0 0,0 0 0,1 0 0,-1 0 0,0 0 0,1 0 0,-1 1 0,1-1 0,-1 1 0,3 0 0,3-1 0,0 0 0,0 1 0,0-1 0,15 3 0,-22-1 0,0 0 0,1 0 0,-1 0 0,1 0 0,-1 0 0,0 0 0,0 0 0,1 0 0,-1 1 0,0-1 0,0 0 0,0 1 0,0-1 0,-1 1 0,1-1 0,0 1 0,-1-1 0,1 1 0,-1 0 0,1-1 0,-1 1 0,0 0 0,1-1 0,-1 1 0,0 0 0,-1 1 0,2 2 0,-1 0 0,0 0 0,0-1 0,0 1 0,-1 0 0,0-1 0,0 1 0,-2 7 0,1-10 0,1 0 0,-1 1 0,0-1 0,0 0 0,1 0 0,-1-1 0,0 1 0,-1 0 0,1-1 0,0 1 0,0-1 0,-1 0 0,1 1 0,-1-1 0,1 0 0,-1-1 0,1 1 0,-1 0 0,1-1 0,-5 1 0,6-2 3,1 0-1,-1-1 1,0 1-1,1 0 1,0 0-1,-1-1 1,1 1-1,-1 0 1,1-1-1,0 1 1,0 0-1,0-1 1,0 1-1,0 0 1,0-1-1,1-1 1,0-5-2514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4:47.3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1 268 1024,'0'0'6734,"17"-10"-952,138-16 661,43-3-4373,312-9-96,-433 32-1716,56-3 156,174-36 0,-166 21-286,233 0 1582,-302 18-1245,112-23 0,-143 21-408,-8 4 337,63-1 1,-5 1 1081,12 6 298,-116 1-3068,-1 0 0,-25 1-1,-29-4-5882,38 0 2563,-12 0-3957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4:56.3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1 154 2673,'0'0'13462,"115"-36"-11541,-82 19-464,-6 5-673,-2-1-496,-6 5-192,-2-1-96,2 1-208,2 0-1296,0-1-1746,0-3-2833,-3-9-3393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4:59.4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10885,'0'0'13030,"128"4"-11926,-76-4-591,-6 0-353,-8-2-160,-9 2 0,-15-2-400,-3 2-817,-24 19-8611,-20 0 3489,-13 6 112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37.856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 0,'1435'-23'0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1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1 141 1105,'0'0'20934,"0"12"-18572,10 209 1143,-10-220-3462,0-5 7,-1-48-3,2-61 21,0 99-70,1 1 0,0 0-1,1 0 1,0 0 0,1 0-1,8-17 1,-4 12-30,-4 9 42,0 0-1,1 0 1,0 0-1,7-8 1,-10 15-35,-1-1-1,1 1 1,1 0 0,-1 1-1,0-1 1,0 0 0,0 1-1,1-1 1,-1 1 0,1 0-1,0 0 1,-1 0 0,1 0-1,0 0 1,-1 0 0,1 1-1,0-1 1,0 1 0,3 0-1,-2 0-493,-1 1-1,1-1 1,0 1-1,0 0 1,-1 0-1,1 0 1,0 1-1,-1 0 1,1-1-1,3 4 1,23 9-6340,-2-8-238,6-2-344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11 64,'0'0'22392,"-7"2"-21507,5-1-844,0 0-1,0-1 1,0 1 0,-1 0-1,1 0 1,0 0-1,1 0 1,-1 1-1,0-1 1,0 0 0,0 1-1,1-1 1,-1 1-1,1 0 1,-1-1-1,1 1 1,0 0 0,0 0-1,0 0 1,0 0-1,0 0 1,0 0-1,0 0 1,1 1 0,-1-1-1,1 0 1,-1 0-1,1 0 1,0 1-1,0-1 1,0 0 0,0 0-1,1 4 1,-2-3-27,1 0 0,0 0 0,0 0 0,0 0 0,1 0 1,-1 0-1,1 0 0,-1 0 0,1-1 0,2 6 0,-2-7-5,1 0-1,-1 0 1,1 0-1,-1 0 1,1 0 0,0-1-1,-1 1 1,1 0-1,0-1 1,0 1-1,-1-1 1,1 0-1,0 0 1,0 1-1,0-1 1,-1 0-1,1-1 1,3 1-1,4-1 54,-1 0 0,1-1 0,0 0 0,-1 0-1,1-1 1,-1 0 0,0 0 0,0-1 0,0 0 0,0-1 0,-1 0-1,0 0 1,0 0 0,0-1 0,9-10 0,-14 14 6,-1 0 1,1-1-1,-1 1 0,0 0 1,0-1-1,0 1 0,0 0 1,0-1-1,-1 1 0,1-1 0,-1 0 1,0 1-1,1-1 0,-1 1 1,0-1-1,-1-3 0,1-1-570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2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16 9300,'0'0'15567,"-17"10"-14507,-55 32-260,71-42-785,-1 1 0,1 0 0,-1 0 0,1 0 0,0 0 1,0 0-1,-1 0 0,1 0 0,0 0 0,0 0 0,0 1 0,0-1 0,0 0 0,0 1 0,1-1 1,-1 1-1,0-1 0,1 1 0,-1-1 0,1 1 0,-1-1 0,1 1 0,0 0 0,0-1 0,0 1 1,0 0-1,0-1 0,0 1 0,0-1 0,0 1 0,1 2 0,1 7 19,-2-10-31,0 1-1,0-1 1,0 1-1,0-1 0,1 1 1,-1-1-1,1 1 1,-1-1-1,1 1 1,-1-1-1,1 1 0,0-1 1,0 0-1,0 0 1,0 1-1,0-1 0,0 0 1,0 0-1,0 0 1,2 2-1,0-1 6,1 0 0,-1-1 0,0 1 0,1-1 0,-1 0 0,0 0 0,1 0 0,0 0 0,3 0 0,1 0 15,0-1-1,-1 0 1,1 0-1,0 0 1,0-1-1,0-1 1,-1 1-1,15-5 1,-18 4-10,0 0 0,1 0-1,-1-1 1,0 1 0,0-1 0,0 0 0,-1 0 0,1-1 0,-1 1-1,0-1 1,0 1 0,0-1 0,0 0 0,0 0 0,-1 0-1,4-8 1,-3 2 177,0 0-1,-1 0 1,0 0-1,0 0 1,-1 0-1,0-20 1,-2 30-244,0-1 1,0 0-1,0 1 1,1-1-1,-1 1 1,0-1-1,0 1 1,0 0 0,0-1-1,0 1 1,-1 0-1,1-1 1,0 1-1,0 0 1,0 0-1,0 0 1,0 0-1,0 0 1,0 0 0,-2 1-1,-27 2-2967,21 0 1088,1 1-1,-1 0 0,1 1 1,-14 9-1,18-11 912,-29 20-7344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3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92 208,'0'0'12112,"10"-14"-10153,33-44 9,-31 38 8416,-13 23-9880,-25 54 415,19-45-709,1 0 0,0 1 0,1-1 0,1 1 0,0 0 0,1 0 0,-3 25 0,5-28-123,0 1 0,1 0 0,1-1 0,0 1 1,1-1-1,0 1 0,0-1 0,5 13 0,-5-18-82,1-1 0,-1 1 0,1-1 0,0 0 0,0 0 0,0 0 0,0 0 0,1 0 0,0-1 0,0 0-1,0 1 1,0-1 0,0-1 0,0 1 0,1-1 0,-1 1 0,1-1 0,0-1 0,6 3 0,5-1-471,0 0 0,1 0 0,-1-2 0,24 0 0,28-7-6510,-40-4-219,-10-7-2951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3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11861,'0'0'8884,"144"32"-8147,-90-22-737,-6 3-1313,-10-1-3361,-11 1-5475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3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24 4386,'0'0'14505,"2"-4"-12546,7-11-343,-7 11-340,-2 187 3206,0-1-5843,0-181 1038,0 1 0,0-1 1,0 1-1,0-1 0,0 1 0,0-1 0,-1 1 1,1-1-1,-1 0 0,1 1 0,-1-1 1,1 1-1,-1-1 0,0 0 0,1 0 0,-1 1 1,-2 0-1,-4 3-5092,-4-4-3897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4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69 249 2961,'0'0'2511,"18"-4"85,193-33 4831,8 21-3041,191-24-796,-357 31-3301,0-2 0,0-3 1,-1-2-1,-1-3 0,73-36 0,-109 44 52,-13 9 77,0 0 0,1 0 1,-1 1-1,1-1 1,0 0-1,-1 1 0,1 0 1,6-2-1,-9 4-298,1 1 0,0 0 0,-1 0 0,1 0 0,-1 0 0,0 0 0,1 0 0,-1 0 0,-1 4 0,1-4-2,17 440 2019,-14-204-3004,-3-237 822,-4-1-16,1-1 46,-1 0 0,1 0 0,-1 0 0,1 0 0,0-1 0,0 1 0,0-1 0,-4-2 0,-19-8-51,-10 5-16,-1 1-1,0 2 0,0 2 1,-49 3-1,33-1 35,-123 2-217,-257 36 1,366-28-80,-37 5-850,-147 40 0,297-75-13164,-15 0 5727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5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4386 0 3217,'0'0'5872,"-5"5"-5591,-1-1-169,1-1 0,-1 0 1,1 1-1,-1-2 1,0 1-1,0-1 0,-8 3 1,-153 38 1547,-331 72-2221,-681 42 1444,666-111 1554,3 29 483,21-6-789,201-33-1301,276-34-866,0 1 0,0 0 0,0 1 0,1 0-1,-1 1 1,-10 7 0,14-9 30,0 1 0,0-1 0,0-1 0,0 1 0,-1-1 0,1-1 0,-12 1 0,-67 1-10,66-3 16,-371 0 2711,379 1-1213,28 2-1527,10-2-4014,-6-4-6501,-9-6 2460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5:56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0 5731,'0'0'12699,"3"5"-11296,-2-4-1280,0 0-1,0 0 1,0 0 0,0 1-1,-1-1 1,1 1 0,0-1-1,-1 0 1,1 1 0,-1-1-1,1 1 1,-1 0 0,1-1-1,-1 1 1,0-1-1,0 1 1,0-1 0,0 1-1,0 0 1,0-1 0,-1 1-1,1-1 1,0 1 0,-1-1-1,1 1 1,-1-1 0,0 1-1,1-1 1,-1 1 0,0-1-1,0 0 1,0 1-1,0-1 1,0 0 0,-2 2-1,-63 52 1733,43-37-1219,0 1-1,-27 31 1,42-40-517,1 0 0,1 1 1,-1 0-1,2 0 0,-1 0 0,2 1 0,0-1 0,-5 19 1,2-12-169,6-11 1484,14-6-315,-5-1-1105,41 1 217,0 2 1,-1 3 0,1 1-1,79 24 1,-119-25 727,-5-3-2668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38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8116,'0'0'6563,"128"21"-4082,-67-10-1937,-1-1-544,-3 3 0,-9 1-2401,-19 3-3570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3.9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144 97 1281,'0'0'6907,"0"-16"-5264,0-30-441,0 11 9788,0 38-10042,-1 368 5848,-19 189-3980,4-273-2636,-7 99-174,-25-4-8,33-294 2,4 0 0,1 103 0,16-226-590,17-30-4785,-4 9-1258,-4 3-434,1-9-2017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5.4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95 2961,'0'0'12273,"15"17"-10763,48 54-43,-60-68-1354,-1-1-1,0 1 1,1-1 0,-1 0 0,1 0-1,0 0 1,0 0 0,-1-1 0,1 1-1,0-1 1,1 0 0,-1 0 0,0 0-1,0 0 1,0 0 0,1-1 0,-1 1-1,0-1 1,7 0 0,1 0 257,82 0 976,0-4 1,97-17-1,-15 1-262,254 4 814,-112 7-725,-3-25-795,35-43 849,-284 61-872,-32 10-17,0 2 0,1 2-1,0 0 1,41 5 0,-1-1-250,-51-2-88,57 0 0,85 10 0,-165-10 0,1 1 0,0-1 0,0 0 0,0 0 0,0 0 0,0 1 0,0-1 0,0 1 0,0-1 0,0 0 0,-1 1 0,1 0 0,0-1 0,0 1 0,0-1 0,-1 1 0,1 0 0,0 0 0,-1-1 0,1 1 0,-1 0 0,1 0 0,-1 0 0,1 0 0,-1-1 0,0 1 0,1 0 0,-1 0 0,0 0 0,0 0 0,0 0 0,0 0 0,1 0 0,-1 0 0,-1 0 0,1 0 0,0 0 0,0 0 0,0 0 0,0 0 0,-1 0 0,1 0 0,0 0 0,-1-1 0,1 1 0,-1 0 0,0 1 0,-2 6 0,-1-1 0,0 0 0,0 0 0,-7 8 0,4-5 0,-1 1 0,2 0 0,0 0 0,0 0 0,1 1 0,0 0 0,1 0 0,0 0 0,1 0 0,0 1 0,1-1 0,1 1 0,0 0 0,1 22 0,14 142 0,-1-29 0,-7 187 0,3 67 0,-4-10 0,-5-149 0,4-183 0,23 114 0,-2-25 0,-5-4 0,5 48 0,-23-48 0,-3-81 0,-2-20 0,1-27 0,1-14 0,1-5 0,0-32-1,0 20-3666,-5 7-3830,-15-3-4469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6.1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186 124 48,'0'0'1499,"-20"13"-685,-16 11-325,-20 14 481,6-3 2560,48-33-2885,0-1 1,0 1-1,1 0 1,-1 0-1,0 0 1,1 0-1,-1 0 1,1 0-1,-1 0 1,1 1-1,0-1 0,0 1 1,0-1-1,1 1 1,-1-1-1,0 1 1,1-1-1,0 1 1,-1-1-1,1 1 0,0 2 1,0-3-493,1 1 0,-1-1 0,0 0 0,1 0-1,0 1 1,-1-1 0,1 0 0,0 0 0,0 0 0,0 0 0,0 0 0,1 0 0,-1 0 0,0-1-1,1 1 1,-1 0 0,1-1 0,0 1 0,-1-1 0,1 1 0,0-1 0,0 0 0,3 2 0,14 4 420,0-1 0,0 0 0,1-1 0,0-1 0,35 2 0,107-5 1522,-88-2-1583,41-2 43,135-22 0,114-38-219,-211 35-291,-27 6-39,829-133-1,-710 131-5,32-5 0,-189 19 0,117 3 0,-202 8 0,-1-1 0,0 1 0,0-1 0,0 1 0,0 0 0,0 0 0,0 0 0,0 0 0,0 0 0,0 1 0,-1-1 0,1 1 0,2 1 0,-4-2 0,1-1 0,0 1 0,-1-1 0,1 1 0,-1 0 0,1-1 0,-1 1 0,1-1 0,-1 1 0,0 0 0,1 0 0,-1-1 0,0 1 0,0 0 0,1-1 0,-1 1 0,0 0 0,0 0 0,0 0 0,0-1 0,0 1 0,0 0 0,0 0 0,0-1 0,0 1 0,-1 0 0,1 0 0,0-1 0,0 1 0,-1 0 0,1-1 0,0 1 0,-1 0 0,1-1 0,-1 1 0,1 0 0,0-1 0,-1 1 0,0-1 0,1 1 0,-1-1 0,1 1 0,-1-1 0,0 1 0,0 0 0,-5 2-384,-1 0 0,1 0-1,-1-1 1,1 0 0,-1 0 0,0 0 0,0-1-1,-10 1 1,-63 0-8451,61-2 6156,-62 0-11210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7.2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195 210 2513,'0'0'4576,"-4"0"-4510,-14 0-97,1-1-1,0-1 1,0 0 0,0-1-1,0-1 1,0-1-1,1 0 1,-31-15-1,40 12 1580,8-6 6763,9 2-1500,-1 6-7932,15-3 1626,1 1 0,0 0 0,1 2 0,-1 1 0,48-2 0,-30 2-144,595-41 1979,-47 74-718,-426-12-1473,0-6 0,250-18 1,-37-51 555,-321 48-359,-39 8-77,-1 0 0,1 1 0,0 1 0,29 1 0,-46 1-263,0 0 0,0 0 0,1 1 1,-1-1-1,0 0 0,0 0 0,0 1 1,0-1-1,0 0 0,-1 1 0,1-1 1,0 1-1,-1-1 0,1 1 0,-1-1 1,1 1-1,-1 0 0,0-1 0,0 1 1,0-1-1,0 1 0,0 0 0,0-1 1,0 1-1,-1 1 0,2 2-7,-1 0-1,-1 0 1,1 0-1,-1 0 1,0-1-1,0 1 1,0 0-1,-2 4 1,3-8-3,-6 3-40,5-4-359,-9 6-13366,-13-2 3866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8.2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95 112,'0'0'11456,"1"0"-11058,0 1 0,0-1 0,0 0-1,0 0 1,0 0 0,0 1 0,0-1 0,0 0 0,-1 1 0,1-1 0,0 1-1,0-1 1,0 1 0,1 1 0,-3 0-233,1 0-1,-1 0 1,0 0 0,1 1-1,-1-1 1,0 0 0,0 0-1,0 0 1,-1 0 0,1-1-1,0 1 1,-1 0-1,1 0 1,-1-1 0,0 1-1,0-1 1,1 1 0,-4 1-1,3-2-55,0 0 0,0 0 0,1 1-1,-1-1 1,1 0 0,-1 1 0,1 0-1,-1-1 1,1 1 0,0 0 0,0 0-1,0-1 1,0 1 0,0 0-1,0 0 1,0 0 0,1 0 0,-2 3-1,3-4-85,0 0-1,0 0 1,-1-1-1,1 1 0,0 0 1,0-1-1,0 1 1,0 0-1,0-1 0,0 1 1,0-1-1,0 1 0,0-1 1,0 0-1,0 1 1,0-1-1,0 0 0,0 0 1,0 0-1,0 0 1,0 0-1,2 0 0,35 2 454,-33-2-354,594-15 2471,-255 1-1926,211-14 1626,-5-48-675,-457 58-1197,0 3-1,155-3 1,-231 18-366,0 0-1,-1 1 1,1 1-1,-1 1 1,1 0-1,-1 1 1,0 1-1,29 13 1,-4 2-55,1-1 0,0-1 0,1-3 0,1-2 0,59 11 0,-90-23 0,-10-1 0,1 0 0,-1 0 0,1 1 0,0-1 0,-1 1 0,1 0 0,-1 0 0,4 2 0,-41 9 0,14-7 106,-82 23-2445,34-3-8154,32-9 2073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9.0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62 2049,'0'0'5178,"3"-6"-4268,-2 4-677,12-26 429,-9 3 15326,-4 42-15380,0 69 1384,4-1 0,16 85 0,-8-79-1604,-4 0-1,-4 98 1,-4-176-388,-1-6 0,1 0 0,0 0 0,1 0 0,-1 0 0,1 0 0,0-1 0,1 1 0,2 7 0,2-46 0,-5-3-1079,-1 22-2401,0 12 3242,-1 1 0,1-1 0,0 1 0,0-1 0,0 1 0,0-1 0,0 1 0,-1 0 0,1-1 0,0 1 0,0-1 0,-1 1 0,1 0 0,0-1 0,0 1 0,-1-1 0,1 1 0,-1 0 0,1 0 0,0-1 0,-1 1 0,1 0 0,-1 0 0,1-1 0,0 1 0,-1 0 0,1 0 0,-1 0 0,1 0 0,-1 0 0,1 0 0,-1 0 0,0 0 0,-3-2-1768,-14-3-7492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6:59.8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141 13 3298,'0'0'12949,"9"1"-11401,24 4-289,-32-4-1132,-1-1 1,1 1-1,0-1 0,0 1 0,-1 0 1,1-1-1,-1 1 0,1 0 0,0-1 1,-1 1-1,1 0 0,-1 0 0,0 0 1,1-1-1,-1 1 0,0 0 0,1 0 1,-1 0-1,0 0 0,0 0 0,0-1 1,0 1-1,0 0 0,0 0 0,0 0 1,0 1-1,-4 22 1826,0-20-1810,1 0-1,0 0 0,-1 0 1,0-1-1,0 1 1,0-1-1,0 0 0,0 0 1,-1 0-1,1-1 1,-1 0-1,0 0 0,-7 3 1,2-2-31,-1 0 0,0 0 0,1-1 0,-1-1-1,-17 1 1,27-1-79,0-1-1,1 0 0,-1 0 0,0 0 0,0 0 0,0 0 1,0 0-1,1-1 0,-1 1 0,0 0 0,0 0 0,1 0 1,-1-1-1,0 1 0,0 0 0,1-1 0,-1 1 0,0-1 0,1 1 1,-1-1-1,1 1 0,-1-1 0,0 0 0,0 0 0,-1-20 556,2 14-664,0 2 106,1 0 0,0 1 0,0-1 0,0 1 0,1-1 0,-1 1 0,1-1 1,0 1-1,0 0 0,1 0 0,-1 0 0,1 0 0,5-5 0,-7 7-2,1 0 0,-1 1 0,1-1 1,0 0-1,0 0 0,0 1 0,0-1 0,0 1 0,0 0 0,1 0 0,-1 0 0,0 0 1,1 0-1,-1 0 0,0 0 0,1 1 0,-1-1 0,1 1 0,-1 0 0,1 0 0,-1 0 1,1 0-1,-1 0 0,1 0 0,-1 1 0,1-1 0,2 2 0,-3-1 1,-1 0 0,1 0 0,-1 1 0,1-1 0,-1 0 0,0 1 0,0-1 0,1 1 0,-1-1 0,0 1 0,0 0 1,-1-1-1,1 1 0,0 0 0,0 0 0,-1 0 0,1 0 0,-1-1 0,0 1 0,0 0 0,1 3 0,-1 49 678,0-37-492,0-12-163,0-1 0,0 1 0,-1-1 0,0 1 0,0-1 0,0 0 0,0 1 0,0-1 0,-4 5 0,5-7-41,-1-1 0,0 0 0,0 0-1,0 0 1,0 0 0,0 0 0,0 0 0,0 0 0,0 0-1,0 0 1,0-1 0,-1 1 0,1 0 0,0-1-1,-1 1 1,1-1 0,0 1 0,-1-1 0,1 0 0,0 1-1,-1-1 1,1 0 0,-1 0 0,1 0 0,-1 0-1,1 0 1,0 0 0,-1-1 0,1 1 0,-1 0 0,1-1-1,0 1 1,-1-1 0,1 0 0,-2 0 0,0-1-4,1 1 0,0-1 0,0 0 0,-1 0 0,1 0 0,0 0 0,1 0 0,-1 0 0,0 0 0,0-1 0,1 1 0,0-1 0,-1 1 0,0-3 0,-16-46 9,11 28-1,6 21-16,0-1 14,-1-1 0,1 1 0,0-1 0,1 1 1,-1-1-1,0 0 0,1-5 0,0 8 24,4 1-24,0 0-1,0 0 1,0 1-1,0-1 1,0 1-1,0 0 1,0 0-1,0 0 0,0 0 1,-1 1-1,1-1 1,0 1-1,-1 0 1,1 0-1,-1 1 1,0-1-1,0 1 1,1 0-1,-2-1 1,1 1-1,0 1 1,-1-1-1,1 0 1,-1 0-1,0 1 1,0 0-1,0-1 1,-1 1-1,1 0 1,0 6-1,-1-7-12,0 0 0,0 0 0,-1 0 0,1 0 0,-1 0 0,0 0 0,0 0 0,-1 4 0,1-6 0,0 0 0,-1 0 0,1-1 0,0 1 0,-1 0 0,1-1 0,-1 1 0,1 0 0,-1-1 0,1 1 0,-1 0 0,1-1 0,-1 1 0,0-1 0,1 1 0,-1-1 0,0 0 0,1 1 0,-1-1 0,0 0 0,0 1 0,1-1 0,-1 0 0,0 0 0,0 1 0,0-1 0,1 0 0,-1 0 0,0 0 0,0 0 0,-1-1 0,-4 2 0,1-1 0,-1-1 0,0 1 0,1-1 0,-1 0 0,0 0 0,1 0 0,0-1 0,-1 0 0,-6-3 0,10 3 0,0 0 0,-1 0 0,1 0 0,0 0 0,0 0 0,1 0 0,-1 0 0,0-1 0,1 1 0,-1 0 0,1-1 0,0 1 0,0-1 0,0 0 0,0 0 0,0 1 0,1-1 0,-1 0 0,1 0 0,0 1 0,0-1 0,0-5 0,0 8 0,0-1 0,1 1 0,-1 0 0,0-1 0,0 1 0,1 0 0,-1 0 0,0 0 0,0-1 0,1 1 0,-1 0 0,0 0 0,1 0 0,-1 0 0,0-1 0,0 1 0,1 0 0,-1 0 0,0 0 0,1 0 0,-1 0 0,0 0 0,1 0 0,-1 0 0,0 0 0,1 0 0,-1 0 0,0 0 0,1 0 0,-1 0 0,0 0 0,1 1 0,-1-1 0,0 0 0,1 0 0,-1 0 0,0 0 0,1 1 0,12 4 0,4 15-95,2 0-2081,-17-18 1510,0 0 0,0-1 0,0 0-1,1 1 1,-1-1 0,0 0 0,1 0 0,-1-1 0,5 2 0,16 0-7898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00.9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20 120 896,'0'0'1812,"8"-7"-1009,26-22 454,-27 19-2280,-3-3 7896,-1 6 4172,8 11-5837,-8-1-4941,0 0 0,-1 0 1,1 0-1,-1 0 0,0 1 0,0-1 1,0 0-1,0 1 0,-1-1 0,1 1 1,-1 0-1,0 0 0,0-1 0,0 1 0,-1 0 1,1 0-1,-1 7 0,-2-10-211,-1 0-1,1 0 1,0 0-1,-1-1 1,1 1-1,0-1 1,-1 0-1,1 1 1,0-1-1,-1 0 1,1 0 0,-1-1-1,-2 1 1,-1-1 23,3 2-71,0-1-1,0 0 1,0-1 0,0 1 0,1 0 0,-1-1 0,0 0 0,0 1 0,1-1 0,-1 0 0,0-1 0,1 1 0,-1 0 0,1-1 0,0 1 0,-1-1 0,1 0 0,0 0 0,0 0 0,-2-2 0,2 1-4,0-1 0,0 1 0,1 0 0,-1-1 0,1 0 1,0 1-1,0-1 0,1 0 0,-1 1 0,1-1 0,-1 0 1,1 0-1,0 0 0,1-6 0,0 8-4,0 0 0,-1 0 0,1 0 0,0 0 0,0 0 0,0 1 0,0-1 0,1 0 0,-1 0 0,0 1 0,1-1 0,-1 1 0,1-1 0,0 1 0,0 0 0,-1-1 0,1 1 0,0 0 0,0 0 0,2 0 0,-3 0 0,1 0 0,-1 1 0,0-1 0,1 0 0,-1 1 0,1 0 0,-1-1 0,1 1 0,-1 0 0,1 0 0,-1 0 0,1 0 0,-1 0 0,1 0 0,-1 0 0,1 0 0,-1 0 0,1 1 0,-1-1 0,0 1 0,1-1 0,-1 1 0,0 0 0,1-1 0,-1 1 0,0 0 0,1 0 0,-1 0 0,0 0 0,1 2 0,2 3 0,0 1 0,-1 0 0,0 0 0,0 0 0,0 0 0,-1 0 0,0 1 0,-1-1 0,0 1 0,0-1 0,0 1 0,-1 0 0,-1 10 0,1-16 0,-1-1 0,1 1 0,0 0 0,-1-1 0,0 1 0,1-1 0,-1 1 0,0-1 0,0 0 0,0 1 0,0-1 0,0 0 0,0 1 0,0-1 0,0 0 0,0 0 0,-1 0 0,1 0 0,-1 0 0,1 0 0,0 0 0,-1-1 0,1 1 0,-1 0 0,0-1 0,1 1 0,-1-1 0,-2 1 0,-4 0 0,0 0 0,0 0 0,1-1 0,-15 0 0,21-1 0,0 0 0,-1 1 0,1-1 0,0 0 0,0 0 0,0 0 0,0 0 0,0 0 0,0 0 0,0 0 0,0 0 0,0 0 0,0-1 0,1 1 0,-1 0 0,0 0 0,1-1 0,-1 1 0,1 0 0,0-1 0,-1 1 0,1-1 0,0 1 0,0-1 0,0 1 0,0 0 0,0-3 0,1-45 0,0 45 0,0 0 0,0 0 0,1 1 0,-1-1 0,1 0 0,0 0 0,0 1 0,0-1 0,1 1 0,-1 0 0,1 0 0,0 0 0,0 0 0,0 0 0,0 1 0,7-5 0,-5 4 0,0-1 0,1 2 0,-1-1 0,1 1 0,0-1 0,-1 2 0,1-1 0,0 1 0,0-1 0,12 1 0,-17 1 0,0 0 0,0 0 0,0 1 0,0-1 0,-1 1 0,1-1 0,0 1 0,0-1 0,0 1 0,-1-1 0,1 1 0,0-1 0,-1 1 0,1 0 0,-1 0 0,1-1 0,0 1 0,-1 0 0,0 0 0,1 0 0,-1-1 0,1 1 0,-1 0 0,0 0 0,0 0 0,1 0 0,-1 0 0,0 0 0,0 0 0,0 0 0,0 1 0,0 38 0,0-29 0,0-2 0,0-6 0,0-1 0,0 0 0,0 1 0,0-1 0,0 0 0,0 0 0,-1 1 0,1-1 0,-1 0 0,0 0 0,0 0 0,0 0 0,0 0 0,0 0 0,0 0 0,0 0 0,0 0 0,-1 0 0,1 0 0,-1-1 0,0 1 0,-2 1 0,4-2 0,-1-1 0,1 1 0,-1-1 0,1 0 0,-1 1 0,1-1 0,-1 0 0,1 1 0,-1-1 0,1 0 0,-1 0 0,1 1 0,-1-1 0,1 0 0,-1 0 0,0 0 0,1 0 0,-1 0 0,1 0 0,-1 0 0,0 0 0,1 0 0,-1 0 0,1 0 0,-1 0 0,1 0 0,-1-1 0,0 1 0,1 0 0,-1 0 0,1-1 0,-1 1 0,1 0 0,-1-1 0,1 1 0,-1 0 0,1-1 0,0 1 0,-1-1 0,1 1 0,-1-1 0,0-1 0,0 1 0,0 0 0,0-1 0,0 1 0,0-1 0,1 0 0,-1 1 0,0-1 0,1 0 0,-1 1 0,1-1 0,-1-2 0,2 6 31,4 12-917,1-3-4227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03.5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67 1809,'0'0'16549,"7"-18"-14047,-4 14-2382,1 0 0,-1 1 0,1-1 0,0 1 0,0 0 0,0 0 0,0 1-1,0-1 1,0 1 0,1 0 0,-1 0 0,1 1 0,0-1 0,0 1 0,6-1 0,8-1 186,0 0-1,31 1 1,82 2 244,-131 1-535,-1-1 0,1 0 1,0 0-1,-1 1 0,1-1 1,0 0-1,-1 1 0,1-1 0,-1 1 1,1-1-1,-1 1 0,1-1 1,-1 1-1,1-1 0,-1 1 1,0-1-1,1 1 0,-1 0 0,0-1 1,1 1-1,-1 0 0,0-1 1,0 1-1,1 0 0,-1-1 0,0 1 1,0 0-1,0-1 0,0 1 1,0 0-1,0-1 0,0 1 1,0 0-1,-1 0 0,1-1 0,0 1 1,0 0-1,-1 0 0,1 3 14,-1-1 1,0 1-1,0-1 0,0 1 0,0-1 0,-1 0 0,-2 6 0,-21 20 25,0-1-1,-2-1 0,-1-1 0,-45 31 1,-10 10 82,79-63-892,-10 10 3444,14-10-333,10-2-1583,21-1-406,0-2 1,0 0 0,0-3 0,0 0 0,33-10 0,-48 9-351,15-4-9,55-24-1,-90 33 917,-2 0-6963,16-2-206,19-3-698,10-6-425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04.1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232 28 4386,'0'0'10944,"1"0"-10755,-1 0 0,0-1 0,0 1 1,0 0-1,1 0 0,-1-1 0,0 1 1,0 0-1,0 0 0,0-1 0,0 1 1,0 0-1,0 0 0,0-1 0,0 1 0,0 0 1,1 0-1,-1-1 0,0 1 0,-1 0 1,1-1-1,0 1 0,0 0 0,0 0 1,0-1-1,0 1 0,0 0 0,0 0 1,0-1-1,0 1 0,-1 0 0,1 0 1,0-1-1,0 1 0,0 0 0,0 0 1,-1 0-1,1-1 0,0 1 0,0 0 0,0 0 1,-1 0-1,1-1 0,-11 2 186,0 0-1,0 0 1,0 1-1,1 0 0,-1 1 1,1 0-1,-1 1 1,1 0-1,0 1 1,1 0-1,-1 0 1,1 1-1,-10 8 1,12-8-307,1-1 0,-1 1 1,1 0-1,1 0 0,-1 1 1,1 0-1,1 0 0,-1 0 1,1 1-1,0-1 0,1 1 1,0 0-1,0 0 0,0 0 0,1 0 1,1 1-1,-2 13 0,2-17-35,1-1 0,0 1 0,1-1 0,-1 1 0,1 0 0,0-1 0,0 1 0,0-1 0,0 0 0,1 1 0,0-1 0,0 0 0,0 0 0,3 4 0,-1-3 52,0-1 0,0 0 0,1 0 0,-1 0 0,1-1 0,0 1 0,0-1 0,0 0 0,0-1 0,10 4 0,-6-2-49,0-1 0,0-1-1,0 0 1,1 0-1,-1 0 1,1-1-1,-1-1 1,1 0-1,-1 0 1,1-1-1,-1 0 1,0 0 0,1-1-1,-1-1 1,0 1-1,0-1 1,0-1-1,-1 0 1,1 0-1,-1-1 1,0 0-1,0 0 1,0-1 0,-1 0-1,0 0 1,0-1-1,0 1 1,-1-2-1,0 1 1,-1-1-1,1 0 1,-2 0-1,7-14 1,-8 16-36,-1 1 0,0-1 0,0 0 0,-1 0 0,0 0 0,0 0 0,0 0 0,-1 0 0,0 0 0,0 0 0,-1 0 0,1 0 0,-1 0 0,0 0 0,-1 0 0,0 0 0,0 0 0,0 1 0,0-1 0,-1 1 0,0 0 0,0-1 0,-1 1 0,1 0 0,-1 1 0,0-1 0,-6-4 0,1 3 0,1 0 0,-1 1 0,-1 0 0,1 1 0,-1 0 0,1 1 0,-1 0 0,0 0 0,-12-1 0,-8 1 0,-55 0 0,85 4-4,-1 1 1,1 0-1,0-1 1,-1 1-1,1-1 1,0 1-1,0 0 1,0-1-1,0 1 0,0 0 1,1-1-1,-1 1 1,0 0-1,2 2 1,10 17-2347,-10-19 875,-1 1-1,1-1 1,0 1-1,-1-1 1,0 1-1,1 0 1,1 5 0,-3 1-9066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05.8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192 192 400,'0'0'6398,"-1"-14"-3539,-2-12 5618,3-16 2690,0 42-10577,0 0-512,0-1-1,0 1 1,0-1-1,0 1 1,0 0-1,0-1 1,0 1 0,0-1-1,0 1 1,0-1-1,0 1 1,-1 0-1,1-1 1,0 1-1,0-1 1,0 1 0,-1 0-1,1-1 1,0 1-1,0 0 1,-1-1-1,1 1 1,0 0-1,-1 0 1,1-1 0,0 1-1,-1 0 1,-7-2-2,0 0 0,0 0 0,-1 1 1,1 1-1,0-1 0,0 1 0,-1 1 1,1 0-1,-14 2 0,18-2-79,0 1 0,-1-1 0,1 0 1,0 1-1,0 0 0,0 0 0,0 1 0,0-1 0,0 1 0,1-1 0,-1 1 0,1 0 0,0 1 0,0-1 1,0 0-1,0 1 0,1 0 0,-1 0 0,-1 4 0,0 4 3,1 1 0,0-1 0,1 1 0,1 0 0,0 0 0,0 0 0,2 0 0,-1 0 0,4 14 0,-4-24 0,1 0 0,-1 0 0,1 0 0,0-1 0,0 1 0,0 0 0,0-1 0,1 1 0,-1-1 0,1 1 0,-1-1 0,1 0 0,0 1 0,0-1 0,0 0 0,0 0 0,0 0 0,1-1 0,-1 1 0,1 0 0,-1-1 0,1 0 0,-1 0 0,1 1 0,0-1 0,-1-1 0,6 2 0,6 1 0,-1-2 0,1 0 0,-1 0 0,21-2 0,-28 1 0,3-2 0,0 1 0,0-1 0,-1-1 0,1 1 0,-1-2 0,0 1 0,1-1 0,-2 0 0,11-7 0,6-6 0,34-28 0,-55 41 0,1 1 0,-1-1 0,1 0 0,-1 0 0,0 0 0,-1-1 0,1 1 0,-1-1 0,0 1 0,0-1 0,0 0 0,0 0 0,0-6 0,1-5 0,-2 1 0,0-31 0,-1 29 0,-1 14 0,0 0 0,0 0 0,0 0 0,0 0 0,-1 0 0,1 0 0,-1 0 0,0 1 0,0-1 0,0 1 0,0-1 0,0 1 0,0 0 0,-6-4 0,-37-28 0,39 31 0,0 0 0,0 0 0,0 0 0,-1 1 0,1 0 0,-1 0 0,0 1 0,0 0 0,1 0 0,-1 0 0,0 1 0,0 0 0,0 0 0,0 1 0,0 0 0,1 0 0,-1 1 0,0 0 0,-7 3 0,14-5 1,-1 0 0,1 0 0,0 0 0,-1 0 0,1 0 0,-1 0 0,1 0 0,-1 0 0,1 0 0,0 0 0,-1 1 0,1-1 0,-1 0 0,1 0 0,0 1 0,-1-1 0,1 0 0,0 1 0,-1-1 0,1 0 0,0 1 0,-1-1 0,1 0 0,0 1 0,0-1 0,0 0 0,-1 1 0,1 0 0,10 7-265,26 3-2073,-32-10 1462,25 4-3931,1-2-3543,-8-3-1829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23.5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 4722,'0'0'12630,"15"-9"-7796,-6 9-4542,-1 0 0,0 1 1,1 0-1,-1 0 0,0 1 0,0 0 0,0 0 0,0 1 0,0 0 0,0 0 1,13 9-1,84 51 976,246 165 2079,-148-49-2260,-59-45-122,-115-113-877,0-2 0,1 0 0,2-2 0,39 16 0,-39-19-94,0 2-1,-1 0 1,-1 2-1,39 31 1,3 16 6,-37-31 0,1-3 0,56 38 0,-66-55 0,0-1 0,54 18 0,-58-25 0,-1 2 0,-1 0 0,0 1 0,0 1 0,0 1 0,20 16 0,15 17 0,-6-5 0,61 62 0,-69-61 0,78 58 0,-75-64 0,-1 1 0,37 42 0,-46-43 0,50 38 0,-64-54 0,-6-6 0,0 2 0,11 15 0,25 24 0,-31-36 0,-2 2 0,0 0 0,0 1 0,-2 0 0,-1 1 0,0 1 0,-2 0 0,0 1 0,14 40 0,-26-62 0,0 0 0,0 1 0,1-1 0,-1 1 0,1-1 0,-1 1 0,1-1 0,0 0 0,-1 1 0,1-1 0,0 0 0,0 0 0,0 1 0,0-1 0,0 0 0,0 0 0,0 0 0,1 0 0,-1 0 0,0-1 0,1 1 0,-1 0 0,0 0 0,1-1 0,-1 1 0,1-1 0,2 1 0,11 1 459,-8-2-4644,-9-10-960,-5 3-820,-6-5-3946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24.1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 0 2401,'0'0'10255,"0"4"-8083,-1 2-2847,1-3 1583,-1-1 1,1 0 0,0 1 0,0-1-1,0 0 1,0 1 0,0-1 0,0 1-1,1-1 1,-1 0 0,1 0 0,0 1-1,0-1 1,0 2 0,7 4 206,16 11 517,34 36 0,-40-36-1481,1-1 0,0-2 0,31 21 0,1-6-151,-27-19 0,-1 2 0,-1 1 0,0 0 0,24 24 0,-4-2 0,-41-36-81,0-1-1,0 1 1,-1-1 0,1 1-1,0-1 1,0 0 0,0 1-1,0-1 1,0 0-1,0 0 1,0 0 0,0 0-1,0 0 1,0 0 0,0 0-1,0 0 1,1 0 0,10-4-8588,-9-9 2768,-1-5-5325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7:24.7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154 11 1921,'0'0'10229,"-5"-3"-8573,4 2-1473,-1 0-1,0 0 1,1 0-1,-1 1 1,0-1-1,0 0 1,1 1-1,-1 0 1,0-1-1,0 1 1,0 0 0,0 0-1,0 0 1,0 0-1,0 0 1,-3 1-1,2 0 113,1 0 0,0 0-1,-1 0 1,1 1 0,0-1-1,-1 1 1,1 0 0,0-1-1,0 1 1,0 0 0,1 0 0,-1 0-1,0 1 1,-1 2 0,-4 6 464,1 0 1,0 1 0,0 0-1,2 0 1,-1 0 0,2 1-1,-3 13 1,0 12 573,-1 40-1,-3 27 26,3-52-689,-1 96-1,8-148-663,0 0 1,0-1-1,0 1 1,0-1-1,0 1 0,0 0 1,1-1-1,-1 1 1,0-1-1,0 1 0,0 0 1,1-1-1,-1 1 1,0-1-1,1 1 0,-1-1 1,0 1-1,1-1 0,-1 0 1,1 1-1,-1-1 1,1 1-1,-1-1 0,1 0 1,-1 1-1,1-1 1,-1 0-1,1 0 0,-1 1 1,1-1-1,1 0 1,26 2-1967,-26-2 1681,-2-3-4013,0-7 2091,0 8 683,0-16-7560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8:0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6771,'7'5'17244,"-6"-3"-15722,12 154 2928,-13-130-4060,1 0 0,1 0 1,8 38-1,-8-33 829,-2-46-2305,1 3-2889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8:5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85 512,'0'0'1404,"-1"-3"-1434,1-1 4,0 2 7,0-1 0,0 1 0,-1 0 1,1-1-1,-1 1 0,1 0 0,-1 0 0,0 0 0,1-1 0,-1 1 0,0 0 0,-1 0 0,-2-3 0,4 4 29,-1 0-1,0 0 0,1 0 0,-1 0 1,1 0-1,-1 0 0,1 0 0,-1 0 1,1 0-1,0 0 0,-1 0 0,1 0 1,0 0-1,0-2 0,0 2 567,-1 0-1,1 0 1,0 0-1,0 0 1,0 0-1,0 0 1,1-1-1,-1 1 1,0 0-1,0 0 1,1 0-1,-1 0 1,0 0-1,1 0 1,-1 0-1,1 0 1,-1 1-1,1-1 1,0 0-1,-1 0 1,1 0-1,1-1 1,10 0 6895,0 2-5386,2 1-4031,152 3 6855,-151-7-5366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8:5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0 864,'0'0'18868,"2"1"-18552,-1 1 1,0-1 0,0 0 0,1 0-1,-1 1 1,0-1 0,0 0 0,0 1-1,0-1 1,1 4 0,2 14 199,-1 0 1,-1 0-1,0 1 0,-2 22 1,0-24-331,0 0 0,1 1 0,1-1 0,1 0 0,6 22 0,0 8-198,-8-38-3913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01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1 208,'0'3'22533,"4"18"-22394,-6 17 177,-1 1 0,-1-1 0,-11 38 0,-26 87 1749,36-144-1644,-14 36 0,-2 6 82,19-54-310,1 0 0,0 0 0,0 0 0,0 0 0,2 11 0,24-19 412,-16-3-504,0-1-1,0 0 1,-1 0-1,0-1 1,13-11-1,-12 9-73,1 0 0,0 1-1,13-8 1,-2 7 89,0 0 1,0 1-1,30-6 0,19-5 590,-58 15-549,0 0-1,0 1 1,0 0-1,0 1 0,24 1 1,-23 0 377,-12 0-486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0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2305,'0'0'13582,"4"-1"-12218,-4 1-1250,1 0 0,0-1 0,-1 1 0,1 0 0,0 0 0,-1-1 0,1 1 0,0 0 0,0 0 0,-1 0 0,1 0 0,0 0 0,-1 0 0,1 0 0,0 0 0,0 0 1,-1 1-1,1-1 0,0 0 0,-1 0 0,1 0 0,0 1 0,-1-1 0,1 1 0,0-1 0,-1 0 0,2 1 0,1 26 2164,-3 176 1049,0-201-3312,0 0 0,0 0 0,1-1 0,-1 1 0,0 0 0,1 0 0,0-1 0,-1 1 1,1 0-1,0-1 0,1 3 0,3 7 4,-4-10 285,-1-13-205,-1-33-120,6-144 14,-2 158 18,2 0 1,0 1-1,2-1 1,13-32 0,-3 17-45,2 1 1,29-51-1,-39 81 32,0 1 0,1 0 0,0 0-1,1 1 1,1 1 0,0 0 0,0 0 0,1 1-1,26-16 1,-38 26-1,0 0-1,1 0 1,-1 1-1,0-1 0,0 0 1,0 1-1,0-1 1,1 1-1,-1-1 1,0 1-1,1 0 1,-1-1-1,0 1 1,0 0-1,1 0 1,-1 0-1,0 0 0,1 0 1,-1 0-1,0 0 1,1 1-1,-1-1 1,0 0-1,1 1 1,-1-1-1,0 1 1,0-1-1,0 1 1,1 0-1,-1 0 0,0-1 1,0 1-1,0 0 1,0 0-1,0 0 1,0 0-1,-1 0 1,1 0-1,0 0 1,0 0-1,-1 1 1,1-1-1,-1 0 0,1 0 1,-1 1-1,1-1 1,-1 0-1,0 2 1,3 9 2,-1-1 0,-1 0 1,0 0-1,0 17 0,-1-24 8,-1 88 110,1-90-114,-1 0 0,1 0 1,-1 0-1,0 0 0,0 0 0,0 0 1,0 0-1,0-1 0,0 1 0,0 0 1,-1 0-1,1-1 0,-1 1 0,1-1 1,-1 1-1,1-1 0,-1 0 0,0 0 1,0 0-1,0 0 0,0 0 1,1 0-1,-5 1 0,-7 3 31,0-1 0,-23 4 0,7-1 30,21-5 23,0 1 0,0 1 1,1-1-1,-1 1 0,1 1 0,0-1 0,-10 9 1,14-10 38,0 0 1,0 0 0,1 0 0,-1 0 0,1 0 0,0 0-1,-1 1 1,1-1 0,1 1 0,-1 0 0,0-1 0,1 1-1,0 0 1,0 0 0,0 0 0,0 0 0,1 6 0,0-9-88,0 0 0,1 0 1,-1 0-1,0 0 1,1-1-1,-1 1 0,1 0 1,-1 0-1,1-1 1,-1 1-1,1 0 0,0-1 1,-1 1-1,1-1 1,0 1-1,-1-1 0,1 1 1,0-1-1,0 1 1,0-1-1,-1 0 0,3 1 1,24 8 501,-17-6-255,157 61 919,-140-51-1216,-1 0-1,-1 2 1,0 1 0,24 20 0,-44-32 10,2 1 0,-1 0 0,0 0 0,0 1 0,0 0 0,-1 0 0,0 0 0,0 1 0,-1 0 0,8 13 0,9 17 0,-16-29 0,0 0 0,0 0 0,-1 1 0,0 0 0,5 14 0,-9-16 0,-4-12 0,0-1 0,-6-9-1838,3 4-4248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18.5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1123 816,'0'0'3359,"3"-2"-2600,-2 0-479,1 0 1,-1 1-1,1-1 0,-1 0 1,1 1-1,0 0 0,-1-1 0,5-1 1986,9-21 343,16-7-2134,1 1 0,1 2 1,57-37-1,-52 37-10,115-68 991,-94 62-1066,75-59 0,162-135 1416,-287 220-1727,29-22 300,-3-1 1,52-58-1,26-55 144,-111 140-555,6-4 204,-2-1 0,1 0 1,-1 0-1,-1-1 0,1 1 0,3-13 0,-4-14 1050,2 8-355,-7 26-426,-1 6-200,0 2-242,-1 2 19,-1 1 0,0-1 0,0 1 0,-1-1 0,0 0 0,-1 0 0,0-1 0,-9 13 0,6-14 4,0 0-1,0-1 0,0 0 1,-14 7-1,-4 2-21,-107 73 2,113-72-22,0 1 0,1 1 0,1 1 0,-20 25-1,31-31-15,11-7-47,24-8 58,-18 0 37,0 0 0,0-1-1,0 0 1,-1 0-1,1-1 1,12-9-1,50-42 4,5-19-8,18-17 4,-82 82-9,-1 1 0,1 0-1,1 1 1,0 0-1,0 1 1,20-7 0,-17 13-21,-15 1 78,0 0 0,1 0 0,-1 0 0,1-1 0,-1 1 0,0-1 0,1 1 0,-1-1-1,0 0 1,1 0 0,2-1 0,-7 29 1080,-3-9-986,2 0 0,0 0 0,1 1 0,1-1 0,1 1 0,1-1 0,0 1 0,1-1 0,1 1 0,1-1 0,0 0 0,2 0 0,0-1 0,10 20 0,-19-44-2731,-7-8-7039,4 8 1256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21.8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0 368,'0'0'11160,"19"15"-8263,-7-11-2271,-2-1 1,0 1 0,0 0 0,15 8 0,-21-9-520,0 0 0,0 0 0,0 0 0,-1 1 0,1 0 0,-1-1 0,0 1 0,0 1 1,0-1-1,3 7 0,6 11 137,-7-9-191,2-1 1,0 0-1,0-1 1,1 0 0,15 17-1,31 21 197,-35-34 206,-2 1 0,0 1-1,17 21 1,-8-3-147,96 118 129,-106-133-184,-1 0 1,24 41-1,-25-36-166,34 42 0,128 169 233,-149-197-314,2 1 12,-7-11 30,-2 0 0,23 46 0,-31-52 70,-1 1 1,-1 1 0,-1 0-1,-1 0 1,-2 1 0,5 33 0,-9-39 235,-2-10-240,1 0 1,0 0-1,0 0 1,1 0-1,1 0 0,4 12 1,-6-21-73,0-1 0,0 0 0,0 1 0,0-1 0,0 0 0,0 0 0,0 0 0,0 0 0,0 0 0,0 0 0,0 0 0,0 0 0,0 0 0,0-1 0,0 1 0,0 0 0,0-1 0,0 1 0,0-1 0,0 1 0,0-1 0,0 1 0,1-2 0,0-6-410,-1 1 0,0-1 0,0 0-1,-1 0 1,0-11 0,-1 3-4356,1 16 4493,0-1 0,0 1 0,0 0-1,0-1 1,0 1 0,0 0 0,-1-1-1,1 1 1,0 0 0,0 0 0,0-1-1,0 1 1,-1 0 0,1 0 0,0-1-1,0 1 1,-1 0 0,1 0 0,0 0-1,0-1 1,-1 1 0,1 0 0,0 0-1,-1 0 1,1 0 0,0 0 0,-1 0-1,1 0 1,0 0 0,0-1 0,-1 1-1,1 0 1,0 0 0,-1 0 0,1 1-1,0-1 1,-1 0 0,-1 0-764,-12-1-5259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22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0 180 1905,'0'0'11405,"8"0"-5951,11 2-3166,-10 3-2011,-2 0-1,1 1 1,0 0-1,-1 1 1,10 11-1,18 16 413,34 16 327,-44-34-358,-1 2 0,30 27 1,-27-8-47,-24-32-480,0 0 0,0 0 0,1 0 0,0-1 0,-1 1 0,1-1 1,1 0-1,-1 0 0,0 0 0,7 3 0,-8-4-41,0 0 0,0 0 0,0 1 0,0-1 1,-1 1-1,1 0 0,-1 0 0,0 0 0,0 0 1,-1 0-1,3 6 0,16 31 485,-9-30-550,-6-14 36,-4-23 72,-1 12-111,-5-61 14,3 54-33,0 0 0,2 1 0,0-1-1,6-39 1,-4 52-8,1 0 0,0 0 0,0 0 0,1 1 1,0 0-1,0-1 0,1 1 0,0 1 0,12-13 0,6-4 83,31-24 1,-35 31 27,9-7 25,-15 14 8,0-2 1,0 0-1,-1-1 1,-1 0-1,0 0 1,12-18-1,-23 30-109,1-1-1,-1 0 0,1 1 0,-1-1 1,1 0-1,-1 0 0,1 0 1,-1 1-1,0-1 0,1 0 1,-1 0-1,0 0 0,0 0 0,0 0 1,1 0-1,-1 1 0,0-1 1,0 0-1,0 0 0,-1 0 1,1 0-1,0 0 0,0 0 0,0 0 1,-1 1-1,0-3 0,0 2-18,0 1-1,0-1 0,-1 0 0,1 1 1,0-1-1,-1 1 0,1-1 0,-1 1 0,1 0 1,0-1-1,-1 1 0,1 0 0,-1 0 1,1 0-1,-2 0 0,2 1-5,0-1 0,0 1 1,0-1-1,1 1 0,-1-1 0,0 1 1,0-1-1,1 1 0,-1 0 0,0-1 1,1 1-1,-1 0 0,1-1 0,-1 1 1,1 0-1,-1 0 0,1 0 0,0 0 0,-1-1 1,1 1-1,0 0 0,0 0 0,-1 0 1,1 1-1,-5 27-1436,4-26 503,-7 15-7840,2-11 110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29.0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218 0 10565,'0'0'10341,"4"4"-9053,-2-1-929,0 0 0,0-1 0,0 1 0,0 1 0,0-1 0,0 0 0,-1 0 0,0 1-1,1-1 1,-1 0 0,0 1 0,-1 0 0,1-1 0,0 7 0,-1 7 13,-1 1-1,0 0 1,-1 0 0,-1-1 0,0 0-1,-2 1 1,0-1 0,-10 22-1,-102 195 702,47-100-665,66-128-353,1 0 0,0 1-1,0 0 1,1 0 0,-3 13-1,5-19-52,-1 0 0,1-1 0,0 1-1,0 0 1,0-1 0,0 1-1,0 0 1,0-1 0,0 1 0,0 0-1,0-1 1,0 1 0,0-1 0,1 1-1,-1 0 1,0-1 0,0 1-1,1 0 1,-1-1 0,0 1 0,1 0-1,6-1-7,-5-1 9,6 1-3,0-1 0,1 0 0,-1-1 0,0 1 0,0-2 0,-1 1 0,14-7 0,53-32 0,-30 16 0,16-6 0,88-30 0,-129 58-121,-6 8-4768,-8-2 1546,2-2-3033,4-1-3370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29.8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165 226 480,'0'0'9951,"-5"-2"-7389,-18-8 681,-12 6 7787,34 4-10921,0 1 1,0 0-1,1 0 1,-1-1-1,0 1 0,0 0 1,1 0-1,-1 0 1,0 0-1,1 0 1,-1 0-1,1 0 0,-1 0 1,1 0-1,0 0 1,-1 1-1,1-1 1,0 1-1,-7 29 529,7-28-474,-28 198 2337,1-1-2382,6-88-119,21-112 0,0 0 0,0 0 0,-1 0 0,1 0 0,0 0 0,0 0 0,0 0 0,0 0 0,0 0 0,0 0 0,0 0 0,0 0 0,0 0 0,0 0 0,0 0 0,0 0 0,0 0 0,0 0 0,0 0 0,0 0 0,0 0 0,0 0 0,-1 0 0,1 0 0,0 0 0,0 0 0,0 0 0,0 0 0,0 0 0,0 0 0,0 0 0,0 0 0,0 0 0,0 0 0,0 0 0,0 0 0,0 0 0,0 0 0,0 0 0,0 0 0,0 0 0,0 0 0,0 0 0,0 0 0,0 0 0,0 0 0,-1 0 0,1 1 0,0-1 0,-1-8 0,-2-28 0,2-1 0,2 0 0,1 1 0,2-1 0,1 1 0,14-50 0,2 27 0,49-97 0,-52 124 0,0 1 0,2 1 0,1 1 0,35-38 0,-51 62 0,-1 0 0,1 0 0,0 0 0,1 1 0,-1-1 0,1 1 0,0 1 0,0-1 0,0 1 0,0 0 0,0 0 0,1 1 0,-1 0 0,1 0 0,0 0 0,0 1 0,7 0 0,-13 1 0,1 0 0,-1 1 0,1-1 0,-1 1 0,1 0 0,-1 0 0,1-1 0,-1 1 0,0 0 0,0 0 0,1 0 0,-1 0 0,0 1 0,0-1 0,0 0 0,0 0 0,0 1 0,0-1 0,0 0 0,-1 1 0,1-1 0,0 1 0,-1-1 0,1 1 0,-1-1 0,0 1 0,1 0 0,-1-1 0,0 1 0,0 2 0,3 59 0,-3-53 0,0 0 0,0 0 0,-1 0 0,-1 0 0,1-1 0,-1 1 0,-1 0 0,0-1 0,0 1 0,-1-1 0,0 0 0,-1 0 0,0 0 0,0-1 0,-1 0 0,0 0 0,0 0 0,-1-1 0,0 0 0,-13 10 0,-65 49 0,28-24 0,55-41 0,1 0 0,-1 0 0,1 0 0,0 0 0,0 0 0,0 1 0,0-1 0,-1 0 0,1 0 0,1 1 0,-1-1 0,0 1 0,0-1 0,0 1 0,1-1 0,-1 1 0,1-1 0,-1 1 0,1-1 0,0 1 0,0 0 0,0-1 0,-1 1 0,1 0 0,1 2 0,0-2 0,0 1 0,0-1 0,0 0 0,1 1 0,-1-1 0,1 0 0,0 0 0,0 0 0,-1 0 0,1 0 0,0 0 0,1 0 0,3 2 0,8 4 0,0 0 0,1-2 0,28 11 0,11-2 30,1-1 1,0-3-1,99 7 0,-15-13-7133,-118-7-1685,-1-7-6304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0.0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45 17848,'0'0'12646,"117"0"-12646,-75 0-1425,4 0-2288,0-17-3667,8-10-8579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0.2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86 0 16968,'0'0'7891,"-75"140"-3553,67-90-1728,6-2-1714,2-10-832,0-5-64,0-10 0,0-6-304,0-6-1249,0-22-14438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0.6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38 0 15975,'0'0'6611,"28"5"-3439,-6-1-2621,1-1-195,0 1 0,-1 1 1,0 1-1,0 1 0,0 1 0,31 16 1,-22-8-163,0 2 1,-1 2-1,-1 0 1,39 36-1,-61-49-194,0 0-1,0 0 1,-1 1 0,0-1-1,0 1 1,-1 1-1,0-1 1,-1 1-1,0-1 1,0 1 0,-1 1-1,0-1 1,0 0-1,-1 1 1,-1-1-1,1 1 1,-2 0-1,1-1 1,-1 1 0,-1 0-1,-2 14 1,1-16 3,-1-1 1,0 1 0,0-1 0,-1 0-1,0 1 1,0-2 0,-1 1 0,0 0-1,0-1 1,0 0 0,-1 0 0,0-1-1,-10 8 1,-10 7 135,-54 30 0,-216 88 1627,234-111-1904,206-99-9206,-102 49 5597,37-19-6738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1.3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97 12374,'0'0'14529,"-7"18"-12595,2-4-1565,-47 110 2338,46-112-2612,0 0 0,1 0 0,0 0 0,1 1 0,1 0-1,0-1 1,0 1 0,0 17 0,3-29-95,0 0 0,1 1 0,-1-1 0,1 0 0,-1 0 0,1 0 0,-1 0 0,1 0 0,0 0 0,-1 0 0,1 0 0,0 0 0,0 0 0,0 0 0,0 0 0,0 0 0,0-1 0,0 1 0,0 0 0,0-1 0,0 1 0,0-1 0,0 1 0,0-1 0,1 1 0,-1-1 0,0 0 0,0 0 0,1 0 0,-1 1 0,0-1 0,0 0 0,3-1 0,5 1 0,0 0 0,-1 0 0,17-4 0,-16 2 0,-1-1 0,1 0 0,-1-1 0,0 0 0,0 0 0,-1-1 0,1 0 0,-1 0 0,0-1 0,0 0 0,10-12 0,-6 6 0,-1 0 0,-1-1 0,0 0 0,0 0 0,12-28 0,-17 30-45,1-2 0,-1 1 1,-1 0-1,-1-1 0,1 1 0,-2-1 0,0 0 1,-1-23-1,0 32 34,0 0 0,-1 0 1,0 0-1,0-1 0,0 1 1,0 0-1,0 0 0,-1 0 1,0 0-1,0 1 1,0-1-1,0 0 0,0 1 1,-1-1-1,0 1 0,1 0 1,-1 0-1,-1 0 0,1 0 1,0 1-1,-1-1 0,1 1 1,-1 0-1,0 0 0,1 0 1,-1 0-1,0 1 0,0 0 1,-6-2-1,2 2 6,0 0 0,0 0-1,0 1 1,0 0 0,0 1 0,0 0-1,0 0 1,0 0 0,0 1 0,0 1-1,1-1 1,-11 5 0,14-5-5,0 0 0,0 0 0,1 0 1,-1 0-1,1 1 0,-1 0 0,1-1 0,0 1 0,0 0 0,0 1 0,0-1 1,1 0-1,-1 1 0,1-1 0,0 1 0,0 0 0,0 0 0,0 0 0,1 0 1,0 0-1,0 0 0,0 0 0,0 1 0,0 5 0,1-8-61,0-1 0,0 1-1,0 0 1,0-1 0,1 1-1,-1-1 1,0 1 0,1-1-1,-1 1 1,1-1 0,0 1 0,-1-1-1,1 1 1,0-1 0,0 0-1,0 0 1,0 1 0,0-1-1,0 0 1,0 0 0,0 0 0,1 0-1,-1 0 1,0 0 0,1 0-1,-1-1 1,0 1 0,1 0-1,-1-1 1,3 1 0,4 1-232,0-1 0,0 0 1,1 0-1,15-1 0,-12 0 159,22 0-499,0-2 1,0 0 0,56-13 0,128-41-191,-217 61 5349,-7 9-3370,-7 12-738,-13 14 470,-13 21-44,36-56-790,1 1-1,-1-1 0,1 1 0,0 0 1,0 0-1,1-1 0,-1 1 1,0 11-1,3-16-46,-1 0 0,0 0-1,0 0 1,0 0 0,1 0 0,-1-1 0,0 1-1,1 0 1,-1 0 0,1 0 0,-1 0 0,1-1-1,-1 1 1,1 0 0,0-1 0,-1 1 0,1 0-1,0-1 1,-1 1 0,1-1 0,0 1 0,0-1-1,0 1 1,-1-1 0,1 0 0,0 1 0,0-1-1,0 0 1,0 0 0,0 0 0,0 1 0,0-1-1,-1 0 1,1 0 0,0 0 0,0-1 0,0 1 0,2 0-1,40-9-450,-28 3 188,0 0 1,0-1-1,0-1 1,-1-1-1,20-15 1,61-56-1309,-92 78 1635,-1 0-1,0 1 0,0-1 1,0 0-1,0 0 0,-1 0 1,1 0-1,0-1 0,-1 1 0,0 0 1,1-1-1,-1 1 0,0-1 1,0 1-1,0-1 0,-1 1 1,2-6 2059,-3 9-2083,0-1 1,0 1-1,1 0 1,-1 0-1,1 0 1,-1-1 0,1 1-1,-1 0 1,1 0-1,-1 0 1,1 0-1,0 0 1,0 0 0,-1 0-1,1 0 1,0 0-1,0 1 1,0 0 22,-4 14-68,2 1 1,0-1-1,1 1 1,1 0-1,4 32 1,-4-47-91,1 0-1,0 1 1,0-1 0,0 0 0,0 0 0,0 0 0,1 0 0,-1 0 0,0 0 0,1 0-1,0 0 1,-1-1 0,1 1 0,0 0 0,0-1 0,0 0 0,0 1 0,0-1 0,0 0-1,0 0 1,1 0 0,-1 0 0,0-1 0,0 1 0,1 0 0,-1-1 0,4 0 0,1 1-558,1 0 0,-1-1 0,0 0 1,1 0-1,-1-1 0,1 0 0,13-4 1,-15 3-143,-1 0 1,1 0 0,-1-1-1,0 0 1,0 0-1,0-1 1,7-5 0,34-41-10478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1.7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218 0 12342,'0'0'8814,"-13"21"-4737,4-6-3315,-8 11 383,2 1 1,0 1-1,-16 47 1,-58 274 965,61-221-2032,28-117-79,5-12 0,-3 0 0,14-5 1,-1-1 0,0 0-1,19-14 1,-16 11 2,36-17 0,-48 24-28,1 1-1,0 0 1,0 0-1,0 1 1,0 0-1,0 0 1,0 0-1,0 1 1,11 1 0,-17 0 20,1-1 1,-1 1-1,0-1 1,0 1-1,0 0 1,1-1-1,-1 1 1,0 0-1,0 0 1,0 0-1,0 0 1,0 0-1,0 0 1,0 0-1,-1 0 1,1 1-1,0-1 1,-1 0-1,1 0 1,-1 1-1,1-1 1,-1 0-1,1 1 1,-1-1-1,0 0 1,0 1 0,0-1-1,0 1 1,0 1-1,0 47 209,-1-43-148,0-2-50,0-1 0,0 1 1,-1-1-1,1 1 0,-1-1 0,0 0 0,-1 0 1,1 0-1,-1 0 0,1 0 0,-1 0 1,0-1-1,-1 0 0,1 1 0,-1-1 0,1 0 1,-1-1-1,0 1 0,0-1 0,-8 5 0,2-3-7,1 1 0,-1-1 0,0-1 0,0 0 0,0 0 0,0-1-1,-1 0 1,-15 0 0,8-1-2,13-1 4,1 0 0,0 0-1,-1 0 1,1 0 0,-1 0 0,1-1-1,-8-2 1,11 2-2,0 0 0,0 1-1,-1-1 1,1 0 0,0 0-1,0 0 1,0 0 0,0-1-1,0 1 1,0 0 0,1 0-1,-1-1 1,0 1 0,1 0 0,-1-1-1,0 1 1,1 0 0,0-1-1,-1 1 1,1-1 0,0 1-1,0-1 1,0 1 0,0-1 0,0 1-1,0-3 1,1 1-240,-1-1 0,1 1 0,0 0 0,0 0 0,0 0 0,0-1 0,0 1 0,1 1 1,0-1-1,-1 0 0,1 0 0,0 0 0,1 1 0,-1 0 0,0-1 0,1 1 0,-1 0 0,6-4 0,7-4-2566,0 0 0,22-9-1,-26 14 761,42-22-7845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2.2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233 0 3522,'0'0'20988,"-14"25"-18832,-2 1-1509,-69 133 2489,63-109-2847,3 0 1,1 1 0,3 1 0,2 1 0,2 0-1,3 1 1,-3 102 0,11-147-327,-1-6 46,1 0 0,0 0-1,0 1 1,1-1 0,-1 0 0,1 0 0,-1 0 0,3 5 0,-2-7-36,0 0 0,0 1 1,0-1-1,0 0 0,0 0 0,0 0 0,0 0 0,1-1 1,-1 1-1,0 0 0,0 0 0,1-1 0,-1 1 1,1-1-1,-1 1 0,1-1 0,-1 0 0,1 1 1,-1-1-1,1 0 0,2 0 0,0 0-508,0 0 0,0 0 0,1 0 0,-1 0 0,0-1 0,1 1 0,-1-1 0,0 0 0,6-3 0,-5 2-627,0-1 0,-1 1 0,1-1 0,-1 0 0,0-1 0,0 1 0,5-6-1,20-24-12936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2.5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 9 9828,'0'0'19855,"16"7"-18812,1 1-783,-10-3-189,0-2 0,0 1 1,0-1-1,1 0 0,-1-1 0,1 0 0,0 0 1,0 0-1,0-1 0,12 0 0,68-1 17,-87 1-97,0-1 0,-1 0 0,1 0 0,0-1 0,-1 1 0,1 0 0,0 0 0,0 0 0,-1 0 0,1-1 0,-1 1 0,1 0 0,0 0 0,-1-1 0,1 1 0,-1-1 0,1 1 0,-1 0 0,1-1 0,-1 1 0,1-1 0,-1 1 0,1-1 0,-1 1 0,1-1 0,-1 0 0,0 1 0,1-2 0,-1 1 7,0 0 0,0 1 1,0-1-1,0 0 0,0 0 0,0 0 1,-1 1-1,1-1 0,0 0 0,0 0 1,-1 1-1,1-1 0,-1 0 0,1 1 1,0-1-1,-1 0 0,1 1 0,-1-1 1,1 1-1,-1-1 0,0 1 0,1-1 1,-1 1-1,0-1 0,1 1 0,-1-1 1,0 1-1,-1-1 0,-8-3 49,0 0 0,-1 1 0,0 0 0,0 0 0,0 1 0,0 1 0,-12-1 0,-10 1 376,-40 4 0,71-3-423,0 1 0,0-1 0,0 1 0,0 0 0,0-1 0,0 1 0,0 0 0,0 0 0,0 0 0,0 1 0,0-1 0,0 0 0,1 1 0,-1-1 0,1 1 0,-1 0 0,1-1 0,0 1 0,-1 0 0,1 0 0,0 0 0,0 0 0,0 0 0,0 0 0,1 0 0,-1 0 0,1 0 0,-1 4 0,0-2 0,0 1 0,1 0 0,-1-1 0,1 1 0,0-1 0,1 1 0,-1-1 0,1 1 0,0-1 0,0 1 0,0-1 0,1 1 0,3 6 0,5 3 0,2 0 0,-1-1 0,2-1 0,0 0 0,0 0 0,28 18 0,-27-21 0,35 26-593,19 14-6151,-20-9-3751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3.3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1 356 5699,'0'0'12114,"14"13"-10692,45 38 72,-56-49-1265,0 1 0,0 0 0,-1 0 0,1 0 0,-1 0 0,0 1 0,0-1-1,0 1 1,0-1 0,0 1 0,-1-1 0,1 1 0,-1 0 0,0 0 0,0 0-1,-1 0 1,1 0 0,-1 0 0,0 0 0,0 0 0,0 0 0,-1 0 0,0 5-1,-1 13 506,-6 138 1873,6-142-2537,-1 0 0,-1 0 0,-1 0 0,0-1 0,-1 0 1,-15 28-1,21-44-66,-1 1 1,1-1 0,-1 0-1,0 0 1,1 0 0,-1 0-1,0 1 1,0-1 0,0 0-1,0-1 1,0 1 0,0 0-1,0 0 1,0 0 0,0 0-1,-2 0 1,2-1-6,1 0 0,-1 0 0,1 0 0,-1-1 0,1 1 0,-1 0 0,1-1 0,0 1 0,-1 0 0,1-1 0,-1 1 0,1 0 0,0-1 0,-1 1 0,1-1 0,0 1 0,0-1 0,-1 1 0,1-1 0,0 1 0,0-1 0,0 1 0,0-1 0,0 1 0,-1-1 0,1 1 0,0-2 0,-2-52-216,2 46 172,1-26-116,3 0-1,1 0 1,1 0 0,2 1 0,1 0-1,2 0 1,1 1 0,1 1 0,2 0-1,1 1 1,21-29 0,-9 18-248,2 0 0,2 3 0,1 0 1,2 3-1,1 0 0,80-56 0,-101 80 348,-9 7 61,-1 0 1,1 0-1,0 0 0,0 0 1,0 1-1,0 0 1,0 0-1,1 1 0,-1 0 1,1 0-1,0 0 1,9 0-1,-16 3 80,1 1 1,-1-1-1,0 1 0,0 0 0,0-1 1,0 1-1,0-1 0,0 1 0,0-1 1,-1 1-1,0 2 0,-2 3 79,0 0-1,0 0 1,-1 0 0,0 0-1,0-1 1,0 1-1,-1-1 1,-7 7-1,-52 47 966,32-31-628,-34 29 395,-45 45 1009,98-89-1737,0 0-1,1 1 1,1 1 0,0-1-1,-13 30 1,21-37-163,0 0 0,0 0 0,1 0 0,0 1 0,-1 14 0,2-20 0,1 0 0,0 0 0,0-1 0,0 1 0,0 0 0,0 0 0,1 0 0,0 0 0,-1 0 0,1-1 0,0 1 0,0 0 0,0-1 0,1 1 0,-1-1 0,1 1 0,-1-1 0,1 0 0,0 1 0,3 2 0,2-1 0,-1 0 0,1 0 0,0-1 0,0 0 0,1 0 0,-1 0 0,1-1 0,-1 0 0,1-1 0,9 1 0,14 0 0,39-2 0,-32-1 0,-21 1-96,0-1 0,0-2 0,0 1 1,0-2-1,0 0 0,0-1 0,28-13 0,4-9-3239,-3-5-3915,-10 1-4737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3.6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92 1 12950,'0'0'9975,"-15"20"-5725,-42 67-1273,54-83-2811,0 1 0,1-1 0,0 1 0,0 0 0,1-1 0,-1 1 0,1 0 0,0 0-1,0 0 1,0 0 0,1 0 0,0 0 0,0 9 0,1 0 17,-1-12-178,0 0-1,0 1 1,0-1 0,0 1 0,1-1 0,-1 0 0,1 1 0,-1-1 0,1 0 0,0 0 0,0 0-1,0 1 1,0-1 0,0 0 0,1 0 0,-1 0 0,0-1 0,1 1 0,0 0 0,2 2-1,-1-2-2,0-1-1,0 1 0,0-1 0,0 0 0,1 0 0,-1 0 1,0 0-1,0 0 0,1-1 0,-1 0 0,0 1 0,0-1 0,5-1 1,1 0-3,-1 0 0,1-1 0,0 0 0,-1 0 0,1-1 0,-1 0 0,0 0 1,0-1-1,0 0 0,10-8 0,-6 3 1,-1-1 0,1-1 0,-2 0 0,11-13 0,-17 19 0,-1 0 0,1 0 0,-1-1 0,-1 1 0,1-1 0,-1 0 0,0 0 0,0 1 0,0-2 0,-1 1 0,0 0 0,0-12 0,-1 16 0,0-1 0,-1 1 0,1 0 0,-1-1 0,0 1 0,0-1 0,0 1 0,0 0 0,0 0 0,0 0 0,-1-1 0,1 1 0,-1 0 0,1 1 0,-1-1 0,0 0 0,0 0 0,0 1 0,0-1 0,0 1 0,0 0 0,0-1 0,0 1 0,-1 0 0,1 0 0,0 1 0,-1-1 0,1 0 0,-5 0 0,-3-1 0,0 0 0,0 1 0,0 0 0,0 1 0,0 0 0,-14 2 0,22-2-47,-1 1 0,1-1 0,0 1 0,0-1 1,0 1-1,0 0 0,0 0 0,0 0 0,0 0 0,0 0 0,0 1 0,0-1 0,0 0 1,1 1-1,-1-1 0,1 1 0,-1 0 0,1 0 0,-1-1 0,1 1 0,0 0 0,0 0 1,0 0-1,0 0 0,0 0 0,1 1 0,-1-1 0,1 0 0,-1 0 0,1 0 0,0 1 0,0 2 1,-1-5-128,1 0 1,0 1 0,0-1 0,0 1 0,0-1 0,0 1 0,0-1-1,0 1 1,0-1 0,0 1 0,0-1 0,0 0 0,1 1 0,-1-1 0,0 1-1,0-1 1,0 0 0,0 1 0,1-1 0,-1 1 0,0-1 0,0 0-1,1 1 1,-1-1 0,0 0 0,1 1 0,-1-1 0,0 0 0,1 0-1,-1 1 1,1-1 0,-1 0 0,0 0 0,1 0 0,-1 1 0,1-1-1,-1 0 1,1 0 0,-1 0 0,0 0 0,1 0 0,-1 0 0,1 0-1,-1 0 1,1 0 0,-1 0 0,1 0 0,0 0 0,23 0-8749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3.9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215 1 4674,'0'0'19401,"-121"119"-14951,96-48-624,8 6-3410,9 3-416,6-1 0,2-12 0,0-8 0,0-15 0,8-1 0,1-11 0,-5-11 0,-2-9-2737,-2-3-1185,-4-9-1344,-21 0-3218,-11 0-2786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4.3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0 143 9156,'24'-11'4960,"30"-15"-1993,0 3 1,2 2-1,62-14 0,-66 25-1500,0 3-1,81-2 1,-132 9-1436,-1 0 0,1 0 0,0 0 0,0 0 0,0 0 0,-1 0 0,1 0-1,0 0 1,0 0 0,0 0 0,-1 0 0,1 1 0,0-1 0,0 0 0,0 0 0,-1 1 0,1-1 0,0 1 0,-1-1 0,1 1 0,0-1 0,-1 1 0,1-1 0,-1 1 0,1 0 0,-1-1 0,1 1 0,-1 0 0,1-1 0,-1 1 0,0 0 0,1 0 0,-1-1 0,0 1 0,0 0 0,1 0 0,-1-1 0,0 1 0,0 0 0,0 0 0,0 0 0,0 0 0,0-1 0,0 1 0,0 0 0,-1 0 0,1 0 0,-1 1 0,0 2 66,-1 1 1,0-1-1,0 1 0,0-1 1,0 0-1,-1 1 0,-4 3 1,-12 14-52,-41 35 1,39-40-50,2 1 1,-28 34-1,44-49 3,1 0 0,0 0 0,1-1 0,-1 1 0,0 0 0,1 1 0,0-1 0,0 0 0,0 0 0,0 0 0,0 1 0,0 5 0,2-8 0,-1 0 0,1-1 0,0 1 0,0 0 0,0-1 0,0 1 0,0-1 0,0 0 0,0 1 0,0-1 0,0 0 0,0 1 0,1-1 0,-1 0 0,0 0 0,0 0 0,0 0 0,0 0 0,0 0 0,0-1 0,2 1 0,29-4 0,-10-6 0,0 0 0,0-1 0,-1-1 0,0-2 0,23-18 0,-9 7 0,-3 1 0,-36 28 0,1 1 0,-1-1 0,1 1 0,0 0 0,1 0 0,-1 0 0,1 0 0,0 0 0,1 1 0,-1-1 0,1 0 0,0 1 0,0-1 0,1 1 0,-1 5 0,1-7 7,0 0-1,0-1 1,0 1-1,0 0 1,1-1-1,-1 1 1,1 0-1,0-1 1,0 1 0,0-1-1,1 1 1,1 4-1,-1-7-104,0 1 1,0-1-1,0 1 0,0-1 0,0 0 1,1 1-1,-1-1 0,0 0 0,1 0 0,-1-1 1,1 1-1,-1-1 0,1 1 0,-1-1 1,1 0-1,-1 1 0,1-1 0,-1-1 1,3 1-1,-1 0-567,0 0 0,0 0 0,0-1 0,0 1 1,0-1-1,0 0 0,0 0 0,0 0 0,0 0 0,-1-1 1,1 0-1,0 1 0,-1-1 0,6-5 0,24-23-9422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4.5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295 0 20890,'0'0'3425,"-61"117"993,34-31-528,6 0-3746,2 5-144,9-11 0,4-9 0,2-10 0,-1 6 0,-1-13 0,-4-4 0,-3-8 0,-8-21-1281,0-5-2160,-12-7-2514,-5-9-4498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4.8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0 139 2577,'0'0'7598,"28"-15"-1790,0 0-4264,0 0 30,0 0 0,1 2-1,0 2 1,39-11 0,-37 13-641,1 2 0,0 1 1,0 1-1,0 2 1,0 1-1,39 3 0,-69-1-919,0 0-1,-1 1 0,1-1 1,0 1-1,-1-1 1,1 1-1,-1-1 0,1 1 1,-1 0-1,1 0 0,-1 0 1,0 0-1,1 0 0,-1 0 1,0 0-1,0 1 1,0-1-1,0 0 0,0 0 1,0 1-1,1 2 0,0 0 14,0 0-1,-1 1 1,1-1-1,-1 0 1,-1 1-1,1-1 0,0 1 1,-1 5-1,0-1 12,-1 1 1,0 0-1,0-1 0,-1 1 0,0-1 1,0 0-1,-7 14 0,-9 20 125,15-36-3502,2-3-3610,6-25-1863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4.9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 0 16744,'0'0'7907,"-18"101"-26347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5.5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182 123 16808,'0'0'4767,"-21"11"-1088,-69 37 371,84-45-3760,1 1 0,-1-1 0,1 1 0,0 0 0,0 0 0,0 1 0,1 0 0,0-1 0,0 1 0,-6 10 0,8-11-263,0 2 1,0-1-1,0 0 0,1 0 1,0 1-1,0-1 0,1 0 0,-1 1 1,1 7-1,0-11-27,0-1 0,1 1 0,-1-1 0,0 0 0,1 1 0,-1-1 0,1 0 0,-1 1 0,1-1 0,-1 0 0,1 0 0,0 1 0,0-1 0,-1 0 0,1 0 0,0 0 0,0 0 0,0 0 0,0 0 0,1 0 0,-1 0 0,0-1 0,0 1 0,0 0 0,1-1 0,-1 1 0,0-1 0,1 1 0,-1-1 0,0 0 0,1 1 0,-1-1 0,3 0 0,6 1 0,0-1 0,0 0 0,18-2 0,-25 2 0,7-2-88,0 0-1,0 0 1,0-1 0,0 0-1,0-1 1,-1 0 0,1-1-1,-1 0 1,0 0-1,-1-1 1,1 0 0,-1-1-1,13-12 1,-9 6-226,-1 0 0,0-1-1,0-1 1,-1 1 0,-1-2-1,-1 1 1,9-22 0,-14 27 361,1 2-1,0-1 1,1 0 0,0 1 0,0 0-1,1 0 1,-1 0 0,10-8-1,-11 13 7,1-1 0,-1 0-1,1 1 1,0 0-1,0 0 1,0 1-1,0 0 1,1-1-1,-1 2 1,1-1-1,0 1 1,-1-1-1,1 2 1,10-2 0,-13 2 68,0 0 1,0 1 0,0-1-1,1 0 1,-1 1 0,0 0 0,0 0-1,0 0 1,0 0 0,0 0 0,0 1-1,-1-1 1,1 1 0,0 0 0,2 2-1,0 0-31,-1 0-1,1 1 0,-1 0 0,0 0 0,0 1 0,6 10 1,0 6-110,-1 0 0,-1 1 0,6 25-1,-12-39 72,15 62-51,-12-67 0,3-9 0,4-12 0,-11 16 0,13-20 0,2 0 0,0 1 0,1 0 0,28-22 0,-45 41 0,0 1 0,0 0 0,0 0 0,0-1 0,0 1 0,1 0 0,-1 0 0,0 0 0,0-1 0,0 1 0,1 0 0,-1 0 0,0 0 0,0-1 0,1 1 0,-1 0 0,0 0 0,0 0 0,1 0 0,-1 0 0,0 0 0,1 0 0,-1 0 0,0-1 0,0 1 0,1 0 0,-1 0 0,0 0 0,1 1 0,-1-1 0,0 0 0,1 0 0,-1 0 0,0 0 0,0 0 0,1 0 0,-1 0 0,0 0 0,0 0 0,1 1 0,-1-1 0,0 0 0,1 0 0,-1 16 0,-10 22 0,10-37 0,-3 9 7,0 1 0,1-1 0,1 1 0,0-1 0,0 12 0,3 10-2471,-2-25-4526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6.1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138 1 5683,'0'0'18483,"-2"23"-16762,-18 154 1413,15-80-2052,4-59-1392,-2 1 0,-13 67 0,14-97-265,0-1-1,-1 0 0,0 0 1,-8 14-1,-8-1-3232,18-20 3214,-1 0-1,0 0 1,1 0 0,-1-1 0,0 1-1,0 0 1,0-1 0,0 1 0,0-1-1,0 1 1,0-1 0,-2 0-1,-20 0-8051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6.5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53 11381,'0'0'3914,"28"-4"-830,170-20 1582,-43 9-493,-173 23-3753,-1 1 1,1 1 0,-25 19-1,36-24-331,0 0-1,0 1 0,0 0 1,1 0-1,0 0 0,1 1 1,-1 0-1,1 0 0,1 0 1,-1 1-1,-4 11 0,8-17-76,0 1-1,0 0 0,1 0 1,-1 0-1,1 0 0,-1 0 1,1-1-1,0 1 0,0 0 1,1 0-1,-1 0 0,0 0 1,1 0-1,1 4 0,-1-5-9,0 0 0,0 0 0,0-1 0,0 1 0,1-1 0,-1 1 0,1 0 0,-1-1-1,1 0 1,-1 1 0,1-1 0,0 0 0,-1 0 0,1 0 0,0 0 0,2 0 0,6 2-59,1 0 1,-1-1 0,1-1 0,-1 0-1,1 0 1,13-1 0,-20 0 26,0 0-25,-1 0 0,1 0 0,0-1 0,0 1 0,0-1 0,0 0 0,-1 0 0,1 0 0,0 0 0,-1-1 0,1 0 0,-1 1-1,1-1 1,-1 0 0,0-1 0,0 1 0,5-5 0,-5 3 28,-1 1 0,1-1 0,-1 0 0,0 0 0,0 0-1,0 0 1,0-1 0,-1 1 0,0 0 0,0-1 0,0 1-1,0-1 1,-1 1 0,0-10 0,0 7 32,0 0-1,0 0 1,-1 0 0,0-1-1,-1 1 1,1 1 0,-1-1-1,-1 0 1,1 0 0,-1 1-1,0-1 1,-1 1 0,0 0-1,0 0 1,0 0 0,0 1-1,-1 0 1,0-1 0,-9-6-1,11 9-761,18 28-25751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7.1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46 529 13638,'0'0'11616,"0"26"-8742,1 165-28,0-7-1053,-1-181-1793,0-1 0,0 0 0,0 1 0,-1-1 0,1 0 0,-1 1 0,1-1 0,-1 0 0,-2 4 0,3-6 0,0 1 0,-1 0 0,1-1 0,-1 1 0,1-1 0,-1 1 0,1-1 0,-1 1 0,1-1 0,-1 0 0,1 1 0,-1-1 0,0 0 0,1 1 0,-1-1 0,0 0 0,1 0 0,-1 1 0,0-1 0,1 0 0,-1 0 0,0 0 0,1 0 0,-1 0 0,0 0 0,1 0 0,-1 0 0,0 0 0,1 0 0,-1-1 0,0 1 0,1 0 0,-1 0 0,0-1 0,1 1 0,-2-1 0,1 0 0,-1-1 0,1 1 0,0-1 0,0 1 0,0-1 0,0 1 0,0-1 0,0 1 0,0-1 0,1 0 0,-1 0 0,0 0 0,1 1 0,0-1 0,-1 0 0,1 0 0,0 0 0,0 0 0,0 1 0,1-5 0,-2-3 0,-2-35-177,2 0 0,1 1 0,3-1 0,2 0 0,1 1 0,2 0-1,25-74 1,-5 43-637,45-90 0,-56 132 732,2 1 0,0 1 1,2 0-1,1 1 1,29-28-1,-45 52 115,0 0 1,1 0-1,-1 0 1,1 0-1,0 1 0,15-6 1,-20 9-9,-1 0 1,1 1 0,-1-1-1,1 0 1,-1 1-1,1 0 1,0-1-1,-1 1 1,1 0 0,0 0-1,-1 0 1,1 0-1,0 0 1,0 0 0,-1 0-1,1 0 1,0 1-1,-1-1 1,1 1-1,-1-1 1,1 1 0,0 0-1,-1 0 1,1-1-1,-1 1 1,0 0 0,1 0-1,-1 1 1,0-1-1,0 0 1,1 0-1,-1 0 1,0 1 0,0-1-1,-1 1 1,1-1-1,1 3 1,1 5 71,-1 0 1,1 0 0,-2 0-1,0 1 1,0-1-1,0 0 1,-1 0-1,-1 1 1,1-1 0,-1 0-1,-1 1 1,0-1-1,0 0 1,-1 0-1,0-1 1,-1 1-1,0-1 1,-8 14 0,-8 11 32,-2-1 0,-1-1 0,-30 31 0,41-48-175,-33 35 45,22-25 0,0 1 0,-33 51 0,53-71 0,0 0 0,1 1 0,-1-1 0,1 1 0,0 0 0,0 0 0,1 0 0,0 0 0,0 0 0,0 0 0,1 0 0,0 0 0,1 12 0,0-15 0,-1 1 0,1-1 0,0 0 0,0 0 0,1 0 0,-1 0 0,1 0 0,-1 0 0,1 0 0,0 0 0,0 0 0,0-1 0,1 1 0,-1-1 0,0 0 0,1 1 0,0-1 0,-1 0 0,1-1 0,0 1 0,0 0 0,0-1 0,0 0 0,1 1 0,4 0 0,1 0 20,1 0 0,0 0 0,-1-1-1,1-1 1,0 1 0,0-2 0,0 1 0,-1-1 0,1-1 0,13-3-1,-7 0-603,0-1-1,-1-1 1,1 0-1,-1-1 0,15-11 0,-18 11-917,24-15-8161,-22 12-533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7.4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28 105 1617,'0'0'19795,"19"0"-17401,9 1-1786,104-3 1529,-130 2-2115,1 0 0,0-1 0,-1 1 1,1-1-1,-1 0 0,1 0 0,-1 1 0,1-2 1,-1 1-1,0 0 0,1-1 0,-1 1 1,0-1-1,0 1 0,0-1 0,0 0 0,0 0 1,-1 0-1,1 0 0,0 0 0,-1 0 0,0-1 1,1 1-1,-1 0 0,0-1 0,0 1 0,0-1 1,-1 1-1,1-1 0,-1 0 0,1 1 0,-1-1 1,0 0-1,0 1 0,0-1 0,-1-3 1,1 5 25,-1-1 0,1 0 1,-1 1-1,0-1 1,1 1-1,-1-1 0,0 1 1,0-1-1,0 1 1,-1 0-1,1-1 1,0 1-1,0 0 0,-1 0 1,1 0-1,-1 0 1,1 0-1,-1 0 1,1 0-1,-1 0 0,1 1 1,-1-1-1,0 1 1,1-1-1,-1 1 1,0 0-1,0 0 0,-2-1 1,-56-3 1172,53 5-1075,-5-2 160,-1 1-1,1 1 1,0 1-1,0-1 0,-1 2 1,-14 4-1,24-6-287,0 1 0,-1-1 0,1 1 0,0 0 0,0 0 0,0 0 0,0 0 0,1 0 0,-1 1 0,0-1 0,1 1 0,0-1-1,0 1 1,0 0 0,0 0 0,0 0 0,0 0 0,1 1 0,-1-1 0,1 0 0,0 1 0,0-1 0,0 1 0,1-1 0,-1 1 0,1 5 0,0-5-18,-1-1 0,1 1 0,1-1 0,-1 0 0,0 1 0,1-1 0,0 0 0,0 0 0,0 1 0,0-1 0,0 0 0,1 0 0,-1 0 0,1 0 0,0-1 0,0 1 0,2 3 0,1-2 0,0 0 0,0 0 0,1 0 0,-1-1 0,1 0 0,0 0 0,0 0 0,7 2 0,5 0-498,0 0-1,1-2 1,-1 0 0,1-1-1,-1-1 1,25-2 0,-30 1-181,-3 0-335,1 0 1,-1-1-1,0 0 1,1-1-1,-1 0 0,0-1 1,0 0-1,0 0 1,0-1-1,9-5 1,40-25-9811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7.8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240 1 13190,'0'0'16746,"-20"30"-15142,-2 0-1248,6-7-231,0 1-1,1 0 0,1 0 1,2 2-1,0 0 1,-9 32-1,-8 55-124,-22 186 0,45-259 0,25-58 0,-6 5 0,1 2 0,0 0 0,1 0 0,0 1 0,1 1 0,0 0 0,0 2 0,1 0 0,0 0 0,20-4 0,-36 11 0,0-1 0,1 1 0,-1 0 0,0-1 0,0 1 0,0 0 0,1 0 0,-1 0 0,0 0 0,1 0 0,-1 0 0,0 0 0,0 0 0,1 0 0,-1 1 0,0-1 0,0 0 0,0 1 0,0-1 0,1 1 0,-1-1 0,0 1 0,0 0 0,0 0 0,0-1 0,0 1 0,0 0 0,0 0 0,1 2 0,-1 0 0,0 1 0,0-1 0,-1 0 0,1 1 0,-1-1 0,0 1 0,0-1 0,0 7 0,-1 4 0,1-10 0,-1 0 0,0 0 0,0 0 0,0 1 0,0-1 0,-1 0 0,1 0 0,-1 0 0,0-1 0,-1 1 0,1 0 0,-1-1 0,1 0 0,-1 1 0,0-1 0,0 0 0,0 0 0,-1-1 0,1 1 0,-1-1 0,1 1 0,-5 1 0,-11 6 0,-1-1 0,0-1 0,-22 7 0,34-12 0,5-3 0,-6 4 0,0-1 0,-1 0 0,1-1 0,-1 0 0,-18 0 0,28-2 0,-1 0 0,1 0 0,-1 0 1,1 0-1,-1 0 0,1 0 0,-1-1 0,1 1 0,-1 0 0,1 0 1,-1-1-1,1 1 0,0 0 0,-1-1 0,1 1 0,-1 0 0,1-1 1,0 1-1,-1 0 0,1-1 0,0 1 0,0-1 0,-1 1 0,1-1 1,0 1-1,0-1 0,0 1 0,-1-1 0,1 1 0,0-1 0,0 1 1,0-1-1,0 1 0,0-1 0,0 1 0,0-1 0,0 1 0,0-2 0,7-21-304,-3 16-127,0 1 0,0 1-1,1-1 1,0 1 0,0-1 0,0 1-1,1 1 1,8-7 0,55-31-6009,-61 38 5508,50-27-7082,0 5-2386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8.2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245 0 10917,'0'0'16285,"-18"1"-13380,-60 3-957,70-2-1909,1 0 1,-1 0-1,1 1 1,0 0 0,0 1-1,0-1 1,0 1-1,1 0 1,0 1-1,-1 0 1,1 0 0,1 0-1,-1 0 1,1 1-1,0 0 1,0 0-1,-6 12 1,8-13-40,-1 1 0,1-1 0,0 1 0,0 0 0,0 0 0,1 0 0,0 1 0,0-1 0,1 0 0,0 1 0,0-1 0,0 13 0,1-18 0,1 0 0,-1 0 0,0-1 0,1 1 0,-1 0 0,1-1 0,-1 1 0,1 0 0,-1-1 0,1 1 0,0-1 0,-1 1 0,1-1 0,0 1 0,-1-1 0,1 0 0,0 1 0,0-1 0,-1 0 0,1 1 0,0-1 0,0 0 0,0 0 0,-1 0 0,1 0 0,0 0 0,0 0 0,0 0 0,-1 0 0,1 0 0,1 0 0,31-3 0,-25 1 0,0-1 0,0 0 0,-1-1 0,1 1 0,-1-2 0,0 1 0,0-1 0,7-6 0,-2 1 0,-1 0 0,0-1 0,15-19 0,-26 30 0,0 0 0,1 0 0,-1 0 0,0 0 0,0 0 0,0 0 0,0 0 0,1-1 0,-1 1 0,0 0 0,0 0 0,0 0 0,0 0 0,0-1 0,1 1 0,-1 0 0,0 0 0,0 0 0,0-1 0,0 1 0,0 0 0,0 0 0,0 0 0,0-1 0,0 1 0,0 0 0,0 0 0,0-1 0,0 1 0,0 0 0,0 0 0,0 0 0,0-1 0,0 1 0,0 0 0,0 0 0,0 0 0,0-1 0,0 1 0,0 0 0,-1 0 0,1 0 0,0-1 0,0 1 0,0 0 0,-4 0 0,3 0 0,0 0 0,0 0 0,0 0 0,0 1 0,0-1 0,0 0 0,0 0 0,0 1 0,1-1 0,-1 1 0,0-1 0,0 1 0,0-1 0,1 1 0,-1-1 0,0 1 0,0 0 0,1-1 0,-1 1 0,1 0 0,-1 0 0,1-1 0,-2 3 0,-6 26 0,9 34 0,-1-61 0,0 1-25,0 0 0,1 1 0,0-1 0,0 0 0,0 0 0,0 1 0,0-1 0,1 0 0,-1 0 0,1 0 0,0 0 0,0-1 0,0 1 0,0 0 0,0-1 0,0 0 0,1 1 0,0-1 0,-1 0 0,1 0 0,0 0 0,4 1 0,-3-1-554,1 0 0,-1 0 0,1 0 1,0-1-1,0 0 0,7 1 0,-7-2-1075,1 0 1,-1 0-1,1 0 1,-1-1-1,10-2 1,15-9-9523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8.6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 1 13094,'0'0'18785,"-4"22"-18009,-13 70-664,16-87-112,0 0 0,1 0 0,-1 0 0,1 0 0,0 0 0,1 0 0,-1 0 0,1 0 0,0 0 0,0 0 0,3 7 0,-2-8 0,0-1 0,0 0 0,0 0 0,0 0 0,1 0 0,0 0 0,-1-1 0,1 1 0,0-1 0,6 4 0,-8-5 0,1 0 0,-1 0 0,1 0 0,0 0 0,-1-1 0,1 1 0,0-1 0,0 1 0,-1-1 0,1 1 0,0-1 0,0 0 0,0 0 0,0 0 0,-1 0 0,1 0 0,0-1 0,0 1 0,0 0 0,0-1 0,-1 1 0,1-1 0,0 0 0,-1 0 0,1 1 0,0-1 0,-1 0 0,1 0 0,1-2 0,5-4 0,-1 0 0,0 0 0,0-1 0,7-11 0,1 0 0,-2 5 0,1 0 0,19-14 0,-32 29 0,0 0 0,0 0 0,0 0 0,-1 0 0,1 0 0,0 0 0,0 0 0,-1 0 0,1 0 0,-1 0 0,1 0 0,-1 1 0,1-1 0,-1 0 0,0 0 0,1 1 0,-1 0 0,0-1 0,22 42 918,-1-23-3634,-4-16-6056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39.1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1 1249,'0'0'20333,"-7"2"-18760,-2 8-729,1 0 1,1 1 0,0-1 0,0 2 0,1-1 0,-5 14 0,4-10-215,-12 27 19,2 0 0,2 2 0,2 0 0,-11 67 0,13-35-738,0 145 1,11-203 34,1-1 0,2 0 1,-1-1-1,2 1 0,0 0 0,1-1 1,1 0-1,0 0 0,1 0 0,11 16 1,8 4-4083,4-5-3964,-16-21 608,4-5-2475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40.6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299 119 7668,'0'0'19600,"-15"-5"-17441,3 1-1715,8 2-329,-1 0-1,1 0 1,-1 0-1,0 1 1,0 0-1,0 0 1,1 0-1,-1 1 1,0-1-1,0 1 1,0 0-1,0 1 1,0-1-1,0 1 1,0 0-1,0 0 1,0 1-1,1-1 1,-6 3-1,-10 7 50,0 2-1,1 0 0,-34 30 1,48-38-167,0 0 0,0 0 0,0 1 0,0 0 1,1 0-1,0 0 0,0 0 0,0 1 0,1-1 1,0 1-1,1 0 0,-1 0 0,1 0 0,1 0 1,-1 1-1,0 9 0,3-15 3,-1-1 0,0 1 0,1 0 0,-1 0 0,1 0 0,-1 0 0,1-1 0,0 1 0,0 0 0,0-1 0,0 1 0,0 0 0,0-1 0,0 0 0,0 1 0,1-1 0,-1 1 0,1-1 0,-1 0 0,1 0 0,-1 0 0,1 0 0,0 0 0,-1 0 0,1-1 0,0 1 0,0 0 0,-1-1 0,1 0 0,0 1 0,0-1 0,0 0 0,3 0 0,10 1 0,-1 0 0,1-2 0,20-2 0,-27 2 0,0 0 0,-1-1 0,1-1 0,-1 1 0,0-1 0,0-1 0,0 1 0,-1-1 0,1 0 0,-1-1 0,0 1 0,0-1 0,0 0 0,-1-1 0,0 0 0,0 1 0,0-2 0,-1 1 0,0 0 0,6-14 0,46 46 0,-44-24-10,0 0 0,-1-1 0,1-1 0,0 0 0,0-1 0,0 0 0,0-1 1,-1 0-1,1-1 0,0 0 0,-1-1 0,0 0 0,0-1 0,0 0 0,-1-1 0,0 0 0,14-10 0,-22 15 20,0 0 0,-1 0-1,1 0 1,0 1 0,0-1-1,0 0 1,0 1 0,0 0-1,0-1 1,0 1 0,0 0 0,0 0-1,0 0 1,0 0 0,0 1-1,3 0 1,2 0 4,24 1-14,0-1 0,0-2 0,-1-1 0,1-1 0,-1-1 0,59-17 0,20-21 0,-67 35-2493,-7 2-2044,-6 0 549,20 4 2321,-9 1 1634,154-22 2706,-69-2 2799,-125 25-5368,1-1-1,-1 0 0,1 0 1,-1 0-1,1 0 0,-1 0 1,1 0-1,-1 0 0,1 0 0,-1-1 1,1 1-1,-1 0 0,1 0 1,-1 0-1,1 0 0,-1-1 1,1 1-1,-1 0 0,0-1 1,1 1-1,-1 0 0,1-1 1,-1 1-1,0 0 0,1-1 1,-1 1-1,0 0 0,0-1 1,1 1-1,-1-1 0,0 1 1,0-1-1,1 0 0,-15-9 997,12 9-1104,0 0 1,0 0-1,0 0 0,0-1 1,0 1-1,0 0 0,0-1 1,1 0-1,-1 1 1,-2-4-1,4 3 4,-1 0 0,0 0 0,1 0 0,-1 0 0,0 0 0,0 0 0,0 0 0,0 0 0,0 1 0,-1-1 0,1 0 0,-1 1 0,1-1 0,-1 1 0,1-1 0,-1 1 0,0 0 0,1 0 0,-1 0 0,0 0 0,0 0 0,0 0 0,0 0 0,0 0 0,0 1 0,0-1 0,0 1 0,0 0 0,-1 0 0,1 0 0,0 0 0,-3 0 0,-4-1 0,-6 1 0,0-1 0,-1 2 0,-24 3 0,38-4 0,0 1 0,-1-1 0,1 0 0,0 1 0,-1 0 0,1-1 0,0 1 0,0 0 0,0 0 0,0 0 0,0 0 0,0 1 0,0-1 0,0 1 0,0-1 0,0 1 0,1-1 0,-1 1 0,1 0 0,-1 0 0,1 0 0,0 0 0,0 0 0,0 0 0,0 0 0,0 0 0,0 1 0,0-1 0,1 0 0,-1 0 0,0 5 0,2-6 0,-1 1 0,1 0 0,-1-1 0,1 1 0,0-1 0,0 1 0,-1-1 0,1 1 0,0-1 0,0 0 0,0 1 0,1-1 0,-1 0 0,0 0 0,0 0 0,1 0 0,-1 0 0,0 0 0,1 0 0,-1 0 0,1-1 0,-1 1 0,1-1 0,0 1 0,-1-1 0,1 1 0,3-1 0,55 9 0,-49-8 0,15 1 0,196 12 0,-178-16-36,-1-1-1,59-14 1,-32 5-709,97-13-6098,45-6-11152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48.465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0 306 0,'1129'-305'0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2:50.644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 0,'1293'-94'0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4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0 273 848,'0'0'12294,"1"-3"-10336,0-1-3140,3-6 6502,0 7 792,-1 13-3148,1 14-2316,3 29-81,1 55 0,-8-107-449,1-10-91,0-1 0,0 1 0,-1-1 0,-2-17 1,1-13-87,3 20-39,2 0-1,-1 1 1,2-1-1,1 1 1,14-33-1,52-87-1073,-69 135 1075,1-3-150,-1 0 1,2 0-1,-1 1 0,1 0 0,0 0 0,6-5 0,-11 11 4,1 0 1,-1-1 0,0 1-1,1 0 1,-1 0-1,1 0 1,-1 0 0,0 0-1,1 0 1,-1 0-1,1 0 1,-1 0 0,1 0-1,-1 0 1,0 1-1,1-1 1,-1 0 0,0 0-1,1 0 1,-1 0-1,1 1 1,-1-1 0,0 0-1,1 0 1,-1 1-1,0-1 1,0 0 0,1 0-1,-1 1 1,0-1-1,0 0 1,1 1 0,-1-1-1,0 1 1,0-1-1,1 1 1,9 18-3818,-7-14 1511,9 14-4574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5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0 2545,'0'0'17507,"-5"3"-16688,-4 2-616,0 1 0,1 0 0,-1 0 0,1 1 1,1 0-1,0 0 0,0 1 0,0 0 0,1 0 0,0 0 0,-9 18 1,9-16-163,1 2 0,1-1 1,-1 1-1,2-1 0,0 1 0,0 0 1,1 0-1,0 0 0,1 1 1,1 12-1,0-23-43,0-1 1,0 0-1,1 1 0,-1-1 1,0 0-1,1 0 0,-1 0 1,1 0-1,0 1 0,-1-1 1,1 0-1,0 0 0,0 0 1,0 0-1,0 0 0,-1-1 1,1 1-1,0 0 0,1 0 1,-1 0-1,0-1 1,0 1-1,0-1 0,0 1 1,0-1-1,1 1 0,-1-1 1,0 0-1,0 0 0,1 1 1,1-1-1,47 0-34,-39-1 18,-5 1-16,0-1 0,0 0 0,0 0 0,0-1 0,0 0 0,0 0 0,0 0 0,0-1 0,-1 0 0,0 0 0,1 0 0,-1-1 0,0 0 0,0 0 0,-1 0 0,1 0 0,-1-1 0,0 1 0,0-1 0,3-6 0,-2 3 78,-1 0 1,0-1-1,0 1 0,-1-1 0,0 0 1,0 0-1,-1 0 0,0 0 0,-1 0 1,0 0-1,0 0 0,-2-18 0,1 25 42,-1 0 0,1-1 0,-1 1 0,0 0 0,1-1 0,-1 1 0,0 0 0,0 0 0,0 0 0,-1 0 0,1 0 0,-1 0 0,1 0 0,-1 1 0,1-1 0,-1 0 0,0 1 0,0-1 0,0 1 0,0 0 0,0-1 0,0 1 0,-2-1 0,-2 0-174,0 0 1,1 0-1,-1 1 0,0-1 0,0 1 0,0 1 0,-11-1 0,17 1-73,0 0 0,-1 0 0,1 0 1,0 0-1,0 0 0,-1 1 0,1-1 0,0 0 0,0 0 0,0 0 0,-1 0 0,1 0 1,0 1-1,0-1 0,0 0 0,-1 0 0,1 1 0,0-1 0,0 0 0,0 0 0,0 0 1,0 1-1,0-1 0,0 0 0,0 0 0,-1 1 0,1-1 0,0 0 0,0 1 1,0-1-1,0 0 0,0 0 0,0 1 0,0-1 0,1 0 0,-1 0 0,0 1 0,0-1 1,0 0-1,0 0 0,0 1 0,0-1 0,0 0 0,0 0 0,1 1 0,-1-1 1,0 0-1,0 0 0,10 14-5530,11-9 326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5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17 7139,'0'0'11798,"-1"-1"-11493,1 0 1,-1 0 0,0 0-1,0 0 1,0 0 0,0 0-1,0 0 1,0 1 0,0-1-1,0 0 1,0 1 0,0-1-1,-2 0 1,-2 3-88,0 0-1,0 0 1,1 1 0,-1 0-1,1 0 1,0 0 0,-1 0-1,2 1 1,-1 0 0,0-1-1,1 1 1,-5 7 0,-5 4 351,7-8-387,0 0 1,1 0 0,-9 16-1,13-21-175,0 0-1,0 0 0,0 0 1,1 0-1,-1 1 1,1-1-1,-1 0 1,1 0-1,0 5 1,0-6-11,0 0 1,0-1-1,0 1 1,0 0 0,1 0-1,-1-1 1,0 1-1,0 0 1,1-1 0,-1 1-1,1 0 1,-1-1-1,1 1 1,-1 0 0,1-1-1,-1 1 1,1-1 0,-1 1-1,1-1 1,0 1-1,-1-1 1,1 0 0,0 1-1,-1-1 1,1 0-1,0 1 1,0-1 0,1 0-1,30 7-16,49 2 0,-49-6-110,-1 1 0,38 10 1,-69-15 140,1 1 1,-1 0-1,1-1 1,-1 1-1,1-1 0,-1 1 1,1 0-1,-1-1 1,1 0-1,-1 1 1,0-1-1,1 1 1,-1-1-1,0 1 1,1-1-1,-1 0 1,0 1-1,0-1 1,0 1-1,1-1 0,-1 0 1,0 1-1,0-1 1,0 0-1,0 1 1,0-1-1,0 0 1,-1 1-1,1-1 1,0 0-1,0 0 1,-2-26-46,0 9-341,-2 1 0,0-1 1,-1 0-1,-1 1 0,-13-29 0,11 37-1853,1 8-6677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6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 11989,'0'0'8855,"-12"19"-6523,1 1-1801,-4 4 226,1 0 0,1 2 0,-12 33 0,16-30 126,1 0 0,1 0-1,-5 58 1,6 93-47,6-174-856,0 1-1,1-1 0,0 0 0,0 0 1,0 1-1,0-1 0,1 0 1,0 0-1,1 0 0,-1 0 1,7 9-1,-7-11-205,1-1 1,0 0-1,0 0 1,0 0-1,0 0 1,0-1-1,0 1 1,1-1-1,-1 0 1,1 0-1,0 0 1,0-1-1,-1 1 1,1-1-1,0 0 1,0 0-1,1 0 1,7 0 0,-8 0-457,0 0 0,0-1 0,0 1 1,0-1-1,0 0 0,0 0 1,0-1-1,1 1 0,-1-1 0,0 0 1,0 0-1,0 0 0,-1-1 1,1 1-1,0-1 0,0 0 0,-1 0 1,1 0-1,-1-1 0,4-3 1,12-23-7875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6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10773,'0'0'8244,"127"0"-8244,-52 0-1617,7-2-3778,8-4-2304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6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0 176 9476,'0'0'15960,"18"-20"-15211,63-65 84,-73 77-728,1 1 0,1 1 0,-1 0 0,1 0 0,0 1 0,0 0 0,1 1 0,-1 0 0,1 1 0,0 0 0,0 0 0,0 1 0,1 1 0,11-1 0,-15 1-64,5 0 54,2-1 112,-1 1-1,29 1 0,-40 0-172,1 0-1,-1 0 0,0 1 0,0 0 1,0-1-1,0 1 0,0 1 1,0-1-1,0 0 0,0 1 0,0-1 1,0 1-1,-1 0 0,1 0 0,-1 0 1,1 0-1,-1 0 0,0 1 0,2 2 1,3 6 64,-2 1 0,1-1 0,-2 1 0,1 0 1,-2 0-1,0 1 0,0-1 0,1 16 0,1 106 627,-6-101-527,-1 50-40,-3-1 0,-4 1-1,-4-1 1,-4-1 0,-27 81 0,-1-46-158,32-88 0,1 0 0,1 1 0,2 0 0,1 0 0,-4 35 0,10-45 2286,0 9-12660,-6-42-3692,1-17 5054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7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0 1056,'0'0'23118,"-12"11"-21896,2-2-881,1 0 1,1 0-1,-9 13 1,16-21-300,1 0 0,-1 0 0,1 0 1,-1 0-1,1 0 0,0 0 1,0 0-1,-1 0 0,1 0 1,0 0-1,0 0 0,0 0 0,0 1 1,0-1-1,0 0 0,1 0 1,-1 0-1,0 0 0,0 0 1,1 0-1,-1 0 0,1 0 0,-1 0 1,1 0-1,0 1 0,21 19 752,-16-15-550,26 20-149,1-1 0,1-1-1,1-2 1,41 19 0,-71-39-879,-1 0-1,1 0 0,0-1 1,-1 0-1,10 2 1,25-1-9026,-39-2 9638,25 0-8077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37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0 14983,'0'0'17528,"-115"128"-17272,103-103-256,-1-2 0,3-2 0,-1-1 0,3 1-880,-5-4-2178,1 0-2160,-7-5-4755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1.3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1 160 464,'0'0'5608,"8"-21"-3257,24-66 188,-18 36 7194,-14 53-8210,-2 49-265,-14 85 0,0-13-532,6-11-357,6 0 1,4 0-1,5 1 1,5-2-1,27 122 1,89 193 26,-28-112-434,-75-227-532,18 145 0,-34-34-2844,-7-188 2928,-3 11-1989,3-21 2341,0 0 0,-1 1 0,1-1 0,0 0 0,0 1 0,0-1 1,-1 0-1,1 1 0,0-1 0,-1 0 0,1 0 0,0 1 1,0-1-1,-1 0 0,1 0 0,0 0 0,-1 1 0,1-1 0,-1 0 1,1 0-1,0 0 0,-1 0 0,1 0 0,0 0 0,-1 0 1,1 0-1,-1 0 0,1 0 0,0 0 0,-1 0 0,1 0 0,0 0 1,-1 0-1,1 0 0,-1 0 0,1-1 0,0 1 0,-1 0 1,1 0-1,0 0 0,-1-1 0,1 1 0,0 0 0,0 0 0,-1-1 1,1 1-1,0 0 0,0 0 0,-1-1 0,1 1 0,0 0 1,0-1-1,0 1 0,-1-1 0,-16-25-6861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2.3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132 143 544,'0'0'3244,"-17"8"-1904,-1 1-742,-24 12 2,-6 8 2900,48-29-3324,-1 0-1,1 1 1,-1-1 0,1 0-1,0 0 1,-1 1 0,1-1 0,0 0-1,-1 1 1,1-1 0,0 0-1,-1 1 1,1-1 0,0 0 0,-1 1-1,1-1 1,0 1 0,0-1 0,0 1-1,0-1 1,-1 0 0,1 1-1,0-1 1,0 1 0,0-1 0,0 1-1,0-1 1,0 1 0,0-1-1,0 1 1,0-1 0,1 1 0,12 13 1597,30 7-1768,-36-18 648,32 11 73,1-1 0,0-1-1,1-3 1,0-1 0,50 2 0,216-2 536,-240-8-1073,554-34 202,1-41-315,-237 26-74,376-62-5,-440 46 3629,-320 65-3513,-1 0 1,1 0-1,-1 0 0,1 0 0,0 0 1,-1 0-1,1 0 0,-1 0 0,1 0 0,0 0 1,-1 0-1,1 0 0,0 0 0,-1 0 1,1 1-1,-1-1 0,1 0 0,-1 0 1,1 1-1,-1-1 0,1 0 0,-1 1 1,1-1-1,-1 1 0,1-1 0,-1 1 0,1-1 1,-1 0-1,0 1 0,1 0 0,-1-1 1,0 1-1,1-1 0,-1 1 0,0-1 1,0 1-1,0 0 0,1-1 0,-1 1 1,0-1-1,0 2 0,0 32-273,-1-19 377,3 29-217,8 50 0,3 19 0,-8 29 0,-6-1 0,-26 195 0,-13-70 0,-36 284 0,70-495 0,2 1 0,3 0 0,10 101 0,-2-122 0,2-1 0,24 59 0,-18-55 0,18 73 0,-33-110 0,0-1 0,0 1 0,1 0 0,-1-1 0,0 1 0,0 0 0,0 0 0,0-1 0,0 1 0,0 0 0,0-1 0,0 1 0,-1 0 0,1-1 0,0 1 0,0 0 0,0-1 0,-1 1 0,1-1 0,0 1 0,-1 0 0,1-1 0,-1 1 0,1-1 0,-1 1 0,1-1 0,-1 1 0,1-1 0,-1 0 0,1 1 0,-1-1 0,1 0 0,-1 1 0,0-1 0,1 0 0,-1 1 0,0-1 0,1 0 0,-1 0 0,0 0 0,-36 0 0,17-2 0,-876 28-1545,-55 79 1002,-47 4 1796,859-97-626,122-8-551,13 1-275,6-4 145,-1 0 0,0 0 0,0-1 0,0 1 0,0 0 0,1-1 0,-1 0 0,0 1 0,1-1 0,-1 1 0,0-1 0,1 0 0,-1 0 0,0 0 0,3 0 0,18 0-1002,-1 0 0,0-2 0,1 0 0,-1-1 0,38-12 0,-6-6-3963,-4-7-3734,-20 7-1318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3.0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85 619 624,'0'0'5734,"-11"1"-4697,-35 0 300,45-1-1177,0 0 0,0 0 1,0 0-1,0 0 0,0 0 0,0 0 0,0 0 0,0 0 1,0-1-1,0 1 0,0 0 0,0-1 0,0 1 0,0 0 1,0-1-1,0 1 0,1-1 0,-1 0 0,0 1 0,0-1 1,0 0-1,1 1 0,-1-1 0,1 0 0,-1 0 1,0 1-1,1-1 0,-1 0 0,1 0 0,0 0 0,-1 0 1,1 0-1,0 0 0,-1 0 0,1 0 0,0 0 0,0 0 1,0 0-1,0 0 0,0 0 0,0 0 0,0 0 0,0-1 1,1 0 37,-1-1 0,1 1 0,-1 0 0,1 0 0,0 0 0,-1 0 0,1 0 0,0 0-1,1 0 1,-1 0 0,0 0 0,0 0 0,1 0 0,-1 1 0,3-3 0,28-11 159,1 2 0,1 1 0,-1 2 0,40-7 0,-16 3 97,757-155 514,3 57-770,-659 95 68,427-55-474,-200 5 4357,-343 58-1915,68-13 1429,-79 18-3507,49-1-1,-45 5-155,-35 0 0,0 0 0,0 0 0,0 0 0,0 0 0,0 0 0,0 0 0,0 0 0,0 0 0,0 0 0,0 0 0,0 0 0,0 0 0,0 0 0,0 1 0,0-1 0,0 0 0,0 0 0,-1 0 0,1 0 0,0 0 0,0 0 0,0 0 0,0 0 0,0 0 0,0 0 0,0 0 0,1 0 0,-1 1 0,0-1 0,0 0 0,0 0 0,0 0 0,0 0 0,0 0 0,0 0 0,0 0 0,0 0 0,0 0 0,0 0 0,0 0 0,0 0 0,0 0 0,0 0 0,0 0 0,0 0 0,0 1 0,0-1 0,0 0 0,1 0 0,-1 0 0,0 0 0,0 0 0,0 0 0,0 0 0,0 0 0,-8 5 0,-22 9-86,0-2 1,-61 18-1,-73 7-3275,137-32 2230,-201 35-11904,96-19 1862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3.7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67 425 704,'0'0'8540,"-15"1"-7038,-36 8 700,87-17 1282,73-11 2790,59 1-3517,-8 0-1154,300-43 965,882-128-1452,-831 77 554,-475 103-1323,-33 8-347,-1 1 0,-35 12-195,10-2-674,-160 38-16953,92-28 5814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4.3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3201,'0'0'11376,"6"0"-9215,18 0 88,-18 0 2151,-6 6-473,18 158 1492,44 214-5385,-55-330-709,2 64 0,-9-166-5715,0 17-904,0 7-3060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4.9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56 1 11381,'0'0'11355,"0"12"-10019,0 4-662,-2 38 836,3-32 4086,-3-25-5564,1-1 1,-1 1-1,0-1 0,0 1 1,-1 0-1,1 0 1,-1 0-1,1 0 0,-1 0 1,0 1-1,-6-5 0,-12-11 495,33 18-527,-8 2 0,0-1 0,-1 1 0,1 0 0,0 0 0,-1 0 0,1 1 0,-1-1 0,0 1 0,1 0 0,-1 0 0,-1 0 0,1 0 0,0 1 0,-1-1 0,0 1 0,0-1 0,0 1 0,0 0 0,0 0 0,-1 0 0,1 0 0,-1 0 0,0 0 0,-1 0 0,1 6 0,-1-9 0,-1 0 0,0 1 0,1-1 0,-1 0 0,0 0 0,0 0 0,0 0 0,0 0 0,0 0 0,0 0 0,0 0 0,0 0 0,0 0 0,-1-1 0,1 1 0,-3 1 0,-29 14 0,23-12 0,8-4-582,5-4 91,8-6-970,26-18-4774,12-8-4397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5.4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51 0 8196,'0'0'16383,"4"0"-14563,-3 0-1640,0 0 0,0 1 0,0-1 0,0 0-1,0 1 1,0-1 0,0 1 0,0-1 0,-1 1 0,1-1 0,0 1 0,0 0 0,0 0 0,-1-1 0,1 1 0,0 0 0,-1 0 0,1 0 0,0-1 0,-1 1 0,1 0 0,-1 0 0,0 0-1,1 0 1,-1 0 0,0 0 0,1 0 0,-1 0 0,0 0 0,0 0 0,0 0 0,0 0 0,0 2 0,-7 18 70,2-16-250,1 0 0,-1-1 0,0 1 0,0-1 0,-1 0 0,1-1 0,-1 1 0,0-1 0,0 0 0,-9 2 0,20-15 0,3 4 0,0 0 0,1 0 0,0 1 0,0 1 0,1-1 0,-1 2 0,1-1 0,0 1 0,0 1 0,0-1 0,11 0 0,-62 26 0,33-19-422,-14 3 604,6-5-8002,8-2-4817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6.5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0 7299,'0'0'12203,"-1"3"-11266,-6 22 234,2 54 433,7 80 0,1-57-722,-2 23 88,35 956 1781,-23-781-4247,-11-202-4416,-2-1-7937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7.4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203 342 2497,'0'0'6102,"10"-2"-4395,-1 1-1303,-2 0-135,-1 0 0,0 1-1,0-1 1,1 1 0,-1 1 0,0-1 0,1 1 0,-1 0-1,7 3 1,1-2 311,0 1 0,0-2-1,0 0 1,0-1 0,15-1 0,10 0 407,44-4 535,0-4 1,157-37-1,-134 23-993,818-143 633,10 77-1342,-334 80 105,-429 14 733,1 7 0,190 38 0,-294-36 3341,-67-13-3885,0 0 0,0-1-1,0 1 1,0 0 0,-1 0-1,1-1 1,0 1-1,0 0 1,-1 0 0,1 0-1,-1 0 1,1 0 0,-1 0-1,1 0 1,-1 0 0,0 0-1,1 0 1,-1 0 0,0 0-1,0 0 1,0 0 0,0 0-1,0 0 1,0 1-1,0-1 1,0 0 0,-1 2-1,1 1-149,-1 1-1,1-1 1,-1 1-1,0-1 1,0 0-1,-3 6 1,-45 77 36,-14 25 0,34-41 0,3 1 0,3 1 0,-22 125 0,-10 236 0,27-184 0,-66 336 0,1-6 0,88-508 0,5-51 0,-1-1 0,-1 1 0,-7 28 0,9-49 0,-1 1 0,1-1 0,-1 1 0,1-1 0,-1 1 0,1-1 0,-1 1 0,1-1 0,-1 1 0,0-1 0,1 0 0,-1 1 0,0-1 0,1 0 0,-1 0 0,0 0 0,1 1 0,-1-1 0,0 0 0,1 0 0,-1 0 0,0 0 0,0 0 0,1 0 0,-1 0 0,0 0 0,1-1 0,-1 1 0,0 0 0,1 0 0,-1 0 0,0-1 0,1 1 0,-1 0 0,0-1 0,1 1 0,-1-1 0,1 1 0,-1-1 0,0 0 0,-27-17 0,6 1-7,0 1 0,-2 2 0,0 0-1,-1 2 1,0 0 0,0 2 0,-1 0 0,-1 2 0,-40-7 0,-15 3-110,-156-4 1,33 12-175,-332 37 0,-345 131 90,767-139 200,-294 67 34,-354 68 769,701-152-704,57-8-117,-9 0 40,14 0-38,0 0 1,0-1-1,0 1 1,0-1-1,0 1 1,0-1-1,1 1 1,-1-1 0,0 1-1,0-1 1,1 1-1,-1 0 1,0-1-1,0 1 1,1 0-1,-1-1 1,0 1-1,1 0 1,-1-1-1,1 1 1,-1 0-1,0-1 1,1 1-1,-1 0 1,1 0 0,-1 0-1,1 0 1,-1-1-1,1 1 1,-1 0-1,1 0 1,156-82-6854,-84 46 2145,27-17-4034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8.0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55 376 3794,'0'0'8059,"-9"-1"-7293,0-2-474,5 2-34,-1-1 1,1 1 0,0 1-1,0-1 1,0 0 0,-7 1-1,11 2 79,0-1-1,-1 1 0,1 0 1,0-1-1,0 1 0,0 0 1,0-1-1,1 1 1,-1-1-1,0 1 0,1 0 1,-1-1-1,2 3 0,4-2-86,1 1-1,0-1 0,0-1 1,-1 1-1,1-1 0,0 0 0,0-1 1,0 0-1,9 0 0,4 0 121,79 2 322,-1-4-1,1-5 1,132-25-1,42-22-646,482-80-34,2 71 36,-265 28-27,-475 34 113,163-21-486,-153 17 1166,0-1 1,-1-2-1,0-1 1,37-17-1,-77 31 1818,10-4-2656,0 1 1,1-1 0,-1 1 0,0 0-1,1-1 1,-1 1 0,1 1 0,0-1-1,-4 4 1,2-1-649,-1 0 1,1 0-1,-1-1 0,0 1 1,-1-1-1,1-1 1,-1 1-1,0-1 0,1 0 1,-1 0-1,-14 2 0,3-2-2555,0-2-1,-1 0 1,-31-2-1,1-2-3008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8.9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100 484 880,'0'0'7009,"-16"3"-5470,-51 10-127,50-10 1261,52-3 61,-12-2-2099,1-1-1,0 0 1,0-2-1,-1-1 1,24-9-1,33-8 826,208-32 1769,152 1-2537,-120 17-689,823-93 1187,-1003 116-453,0-5 1,228-63-1,-329 69-534,-11 4 542,0 0 0,0 2-1,0 1 1,57-4 0,-85 10-745,0 0 0,1 0 0,-1 1 0,0-1 0,0 0 0,0 0 0,1 0 0,-1 1 0,0-1 0,0 0 0,0 0 0,0 1 0,1-1 0,-1 0 0,0 0 0,0 1 0,0-1 0,0 0 0,0 1 0,0-1 0,0 0 0,0 0 0,0 1 0,0-1 0,0 0 0,0 1 0,0-1 0,0 0 0,0 0 0,0 1 0,0-1 0,0 0 0,-1 1 0,1 4 0,-7-1-434,-9-3-4902,15-1 4719,-13 0-6194,-2 0-4530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49.7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80 2977,'0'0'8394,"4"1"-7186,-1-1-1102,-1 1 1,1-1-1,0 0 0,0 0 1,0 0-1,-1 0 0,1-1 1,0 1-1,0-1 0,-1 1 1,1-1-1,0 0 0,-1 0 1,1 0-1,3-3 0,44-29-1377,-41 26 1472,1 0-1,0 1 1,17-8 0,-21 11 484,-1 1 3987,-3 13-1265,-4 2-2536,0-1 0,0 1 0,-2-1 0,1 1 0,-2-1 0,-5 12 0,-9 27 782,4 5-1122,3 0-1,2 2 1,2-1 0,1 88 0,26 233-744,-12-172 213,-7-177 0,-3-17-1497,-3-17-658,-5-18-1687,4 1-3393,-15-32-1,0 16-2702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0.2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96 69 8564,'0'0'7283,"18"-12"-5501,58-34 203,-73 45-1750,0-1 1,0 1-1,0 0 0,0 0 0,0 0 0,0 0 0,0 0 1,0 0-1,0 1 0,5 0 0,-7 0-125,0 0-1,1 0 1,-1 0 0,1 1 0,-1-1-1,0 1 1,1-1 0,-1 1-1,0-1 1,0 1 0,1 0-1,-1-1 1,0 1 0,0 0-1,0 0 1,1 1 0,1 2 162,-1 0 0,1 0 0,-1 0 0,0 0-1,-1 0 1,1 1 0,-1-1 0,1 0 0,0 7 0,-1-5 118,2 6 101,-1 0 0,0 0 0,-1 0 0,-1 0-1,0 0 1,0 0 0,-1 0 0,-3 13 0,4-22-454,-1 0-1,0 1 1,0-1 0,0 1-1,0-1 1,-1 0 0,1 0-1,-1 0 1,0 0 0,0 0 0,0 0-1,0 0 1,0-1 0,-1 1-1,1-1 1,-1 0 0,0 1-1,0-1 1,0 0 0,0-1-1,0 1 1,0 0 0,0-1 0,0 0-1,-1 0 1,1 0 0,0 0-1,-1 0 1,1-1 0,-1 1-1,-5-1 1,3-1-37,1 1 0,1-1 0,-1 0 0,0 0 0,0-1 0,0 1 0,0-1 0,1 0 0,-1-1 0,1 1 0,0-1 0,-1 1 0,1-2 0,0 1 0,1 0 0,-1-1 0,1 1 0,-1-1 0,1 0 0,0 0 0,0 0 0,-3-8 0,1 2 0,0 0 0,1-1 0,0 1 0,0-1 0,1 1 0,1-1 0,0 0 0,0 0 0,1-15 0,0 25 0,1 1 0,0-1 0,0 0 0,0 1 0,0-1 0,0 0 0,0 1 0,0-1 0,0 0 0,0 1 0,0-1 0,1 0 0,-1 1 0,0-1 0,0 0 0,1 1 0,-1-1 0,0 0 0,1 1 0,-1-1 0,0 1 0,1-1 0,-1 1 0,1-1 0,-1 1 0,1-1 0,-1 1 0,1 0 0,0-1 0,-1 1 0,1 0 0,-1-1 0,1 1 0,0 0 0,-1 0 0,1-1 0,0 1 0,-1 0 0,1 0 0,0 0 0,-1 0 0,1 0 0,0 0 0,-1 0 0,1 0 0,0 0 0,0 0 0,-1 1 0,1-1 0,-1 0 0,1 0 0,1 1 0,2-1 0,-2 1 0,0-1 0,0 1 0,0-1 0,0 1 0,0 0 0,0 0 0,0 0 0,0 0 0,0 0 0,0 1 0,-1-1 0,1 0 0,0 1 0,-1-1 0,1 1 0,-1 0 0,0-1 0,1 1 0,-1 0 0,0 0 0,0 0 0,0 0 0,0 0 0,-1 0 0,1 0 0,0 3 0,1 2 0,0 0 0,-1 0 0,0 0 0,0 1 0,-1-1 0,-1 13 0,1-18 0,0-1 0,-1 0 0,0 0 0,1 0 0,-1 0 0,0 0 0,1 0 0,-1 0 0,0 0 0,0 0 0,0 0 0,0-1 0,0 1 0,0 0 0,0 0 0,0-1 0,0 1 0,0-1 0,0 1 0,0-1 0,-1 0 0,1 1 0,0-1 0,-2 0 0,-40 7 0,28-5 0,-37 2-131,53-8-1275,5-4-579,0 1-1,0-1 0,0 1 1,1 1-1,0-1 0,10-6 1,37-27-12064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0.8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 59 7267,'0'0'15663,"5"0"-13632,4 0-1459,-3 1-93,-1-1 0,1 0 1,0 0-1,0-1 0,0 0 0,0 0 0,-1 0 0,10-4 1,3 0 142,-12 6-163,-10 8 631,-9 5-965,0-1 0,-1 0 0,-1-1 0,0-1 0,-32 18 0,52-45-125,8 1 0,1 0 0,1 1 0,0 0 0,0 1 0,1 1 0,1 1 0,0 0 0,33-15 0,-49 26 0,-1 0 0,0 0 0,0 0 0,0 0 0,1 0 0,-1 0 0,0 0 0,0 0 0,1 0 0,-1 0 0,0 0 0,0 0 0,1 0 0,-1 0 0,0 0 0,0 0 0,0 0 0,1 0 0,-1 0 0,0 0 0,0 0 0,1 0 0,-1 0 0,0 0 0,0 1 0,0-1 0,1 0 0,-1 0 0,0 0 0,0 0 0,0 1 0,0-1 0,0 0 0,1 0 0,-1 0 0,0 1 0,0-1 0,0 0 0,0 0 0,0 0 0,0 1 0,0-1 0,0 0 0,0 0 0,0 1 0,0-1 0,0 0 0,0 0 0,0 1 0,0-1 0,0 0 0,0 0 0,0 0 0,0 1 0,0-1 0,0 0 0,0 0 0,0 1 0,-1-1 0,-2 12 0,2-9 2,-1 0 0,0-1 0,0 1 0,0-1 0,0 0 0,0 0 0,0 1 0,0-2 0,-1 1 0,1 0 0,-1 0 0,1-1-1,-1 1 1,0-1 0,0 0 0,0 0 0,-4 1 0,-3 1-89,0-2-1,1 1 0,-1-1 1,-14-1-1,25-2-2769,6-10-3776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1.6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130 1 768,'0'0'17438,"-14"28"-15488,11-23-1852,-9 19 353,0 1 1,1 0-1,2 1 0,1 0 0,0 0 1,2 1-1,-4 47 0,1 713 6874,10-503-5950,0-102-1183,-6 303-181,5-469-79,0-12-114,1-1-1,-1 1 1,-1 0-1,1 0 1,0 0-1,-1-1 1,0 1-1,0 0 0,0-1 1,-1 5-1,1-8 2,1 0 0,0 0-1,0 0 1,0 0 0,-1 1-1,1-1 1,0 0 0,0 0-1,0 0 1,-1 0 0,1 0-1,0 0 1,0 0 0,-1 1-1,1-1 1,0 0 0,0 0-1,-1 0 1,1 0-1,0 0 1,0 0 0,-1 0-1,1 0 1,0 0 0,0-1-1,-1 1 1,1 0 0,0 0-1,0 0 1,-1 0 0,1 0-1,0 0 1,0 0 0,0-1-1,-1 1 1,1 0 0,0 0-1,0 0 1,0 0 0,0-1-1,-1 1 1,1 0 0,0 0-1,0 0 1,0-1-1,0 1 1,0 0 0,0 0-1,0-1 1,0 1 0,0 0-1,0 0 1,-1-1 0,1 1-1,0 0 1,0 0 0,0-1-1,1 1 1,-1 0 0,0-1-1,-5-17-5747,5 17 5491,-4-23-6469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2.5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288 467 2945,'0'0'7911,"17"-3"-6228,113-16 2658,232-64 1869,-127 26-4894,896-158 1242,-782 171-2486,449-1 0,-760 45-19,-1 1-1,0 2 1,0 2-1,63 16 1,-87-18 142,0 2 1,0 0 0,0 0 0,-1 1 0,0 1 0,0 0 0,-1 0 0,0 1-1,0 1 1,-1 0 0,0 0 0,-1 1 0,0 1 0,0-1 0,13 23 0,-15-18 49,0 0 1,-1 0-1,-1 1 1,0-1-1,-1 1 1,-1 0 0,3 27-1,-5 116 89,-1-126-370,-3 14 36,-2 0 0,-14 63 0,-34 92 0,21-88 0,-117 643 0,39-203 0,82-430 0,0 13 0,-17 203 0,39-226 0,-20 178 0,26-288 0,0-1 0,-1 1 0,1-1 0,-1 0 0,1 1 0,-1-1 0,0 0 0,0 1 0,-1-1 0,1 0 0,-3 4 0,3-10 0,0 0 0,0 0 0,0 0 0,1 1 0,-1-1 0,1 0 0,0-1 0,0 1 0,0-5 0,0 3 0,-1-1 0,0-1 0,0 1 0,-1 0 0,1 0 0,-2 0 0,1 1 0,-1-1 0,1 0 0,-2 1 0,1-1 0,0 1 0,-1 0 0,0 0 0,0 1 0,-1-1 0,1 1 0,-1 0 0,0 0 0,-9-5 0,-8-4 0,-1 1 0,-1 1 0,-36-12 0,41 16 0,-72-24-400,-2 4 0,-1 4-1,-136-15 1,-298 11-72,341 34 517,-1 7-1,-266 55 1,-351 135 395,501-108 440,277-87-777,22-9-91,1 2 0,0-1 0,0 0 0,0 1 0,0 0 0,0-1 1,1 2-1,-1-1 0,1 0 0,-1 1 0,-4 4 0,7-6-30,8-1-73,6-3-182,1 0 1,-1-1 0,0-1-1,0 0 1,-1-1 0,13-7-1,80-52-3353,-53 31 928,30-20-4121,-3 0-4895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3.3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219 239 896,'0'0'6414,"-17"6"-5349,-53 17 103,60-20-686,0-1 0,0 0-1,-1 0 1,1-1 0,0 0 0,-1-1 0,-17-1-1,-4 0 2972,48-10-1369,87-14-876,117-13 1,-135 26-1017,629-82 875,1131-2 1,-1595 96-17,50 0 676,-96 0 4221,-208 0-5633,-37 0-1279,0 3-1,0 1 1,-49 12-1,-100 19-12017,106-22 4242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3.8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1 340 368,'0'0'2764,"19"0"171,60-4 294,-8-9 3298,49-10 2540,64 5-5165,-18 2-2277,102-18-749,658-79 115,-7 42-1058,-858 70 104,46-3-54,-96 3 75,-1-1 0,1 0 0,-1 0 0,0-2-1,0 1 1,0-1 0,13-7 0,-21 10-23,6-7-3,-9 8-32,1-1 0,-1 1 0,0-1 0,1 1 0,-1-1 0,1 1 0,-1 0 0,0 0 0,1-1 0,-1 1 0,0 0 0,1 0 0,-1 0 0,0-1 0,0 1 0,1 0 0,-1 0 0,0 0 0,0 0 0,1 0 0,-1 1 0,0-1 0,0 0 0,-1 0 0,-17 1-145,0 0 0,1 1-1,-1 0 1,0 2 0,1 0 0,-25 10 0,-68 29-10099,28-10-1552,28-13 3638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4.5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94 3810,'0'0'11544,"18"-2"-9994,-3 1-1197,24-3 947,46-11 0,276-57 4353,-371 73-5380,-49 10-2317,-14 10-4597,24-8-1378,13-3 909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5.0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5330,'0'0'12033,"6"1"-9838,-3-1-2004,-1 0-1,0 0 1,0 0-1,1 1 1,-1-1-1,0 1 0,0 0 1,0 0-1,1-1 1,-1 1-1,0 1 1,0-1-1,0 0 1,-1 0-1,1 1 1,0-1-1,0 1 0,-1-1 1,1 1-1,-1 0 1,0 0-1,1 0 1,-1 0-1,0 0 1,0 0-1,0 0 1,0 0-1,0 0 0,-1 0 1,2 5-1,2 23 1241,-1-1-1,-1 1 1,-3 46-1,1-26-450,-33 474-377,32-515-634,0-1-11,0 0 0,0 1 1,1-1-1,0 0 0,1 0 0,-1 0 0,3 9 1,8-13-3150,-5-11-1857,-5-21-2857,-1-11-4223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5.6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81 13 8100,'0'0'11328,"14"0"-9400,-2 0-1471,-1 1-1,1-1 0,12 4 0,-22-4-370,-1 1-1,1 0 0,0 0 1,-1-1-1,1 1 0,-1 0 1,1 0-1,-1 1 0,0-1 0,1 0 1,-1 0-1,0 1 0,0-1 1,0 0-1,0 1 0,0-1 1,0 1-1,0 0 0,0-1 1,-1 1-1,1 0 0,-1-1 1,1 4-1,2 40 1448,-3-36-1141,0-4-233,0-1 1,0 1 0,-1-1 0,1 1-1,-1-1 1,0 1 0,-1-1-1,1 1 1,-1-1 0,0 0 0,0 0-1,0 0 1,0 0 0,-1 0-1,-4 6 1,2-6 7,0 0 0,0 0 0,0 0 0,0-1 0,-1 1 0,1-1-1,-1 0 1,0-1 0,0 0 0,-11 4 0,14-5-139,1-1-1,-1 1 1,1 0-1,-1-1 1,1 1 0,-1-1-1,1 0 1,-1 0-1,1 0 1,-1 0-1,0 0 1,1 0 0,-1-1-1,1 1 1,-1-1-1,1 0 1,0 0-1,-1 1 1,1-2 0,0 1-1,-1 0 1,1 0-1,0-1 1,0 1-1,0-1 1,0 0 0,-2-3-1,1 0-19,0 0 0,1 0 0,0 0 0,0 0 0,1 0 0,-1-1 0,1 1 0,0-1-1,0 1 1,1-1 0,0-9 0,0 7-6,0 1 0,0 0 0,1-1-1,0 1 1,0 0 0,1 0 0,0 0-1,2-7 1,-1 10-2,-1 0 0,0 1 0,1-1 0,-1 1 0,1-1 0,0 1 0,0 0 0,1 0 0,-1 1 0,1-1 0,-1 1 0,1-1 0,0 1 0,7-3 0,-7 4-4,0-1 0,0 1 0,0 0 0,0 0 0,0 0 0,0 0 0,0 1 0,1 0 0,6 0 0,-9 0 3,-1 0 0,1 1-1,-1-1 1,1 0 0,0 1-1,-1-1 1,1 1 0,-1-1-1,1 1 1,-1 0 0,1 0-1,-1-1 1,0 1 0,1 0-1,-1 0 1,0 0 0,1 1-1,-1-1 1,0 0-1,0 0 1,0 1 0,0-1-1,-1 0 1,1 1 0,1 2-1,0 3 25,0 1-1,0-1 1,-1 1-1,0 0 1,0 0-1,-1-1 1,0 1-1,0 0 1,-1 0-1,0 0 1,0-1-1,-1 1 0,-4 13 1,4-17-19,1 0-1,-1-1 1,-1 1 0,1-1-1,0 1 1,-1-1 0,0 0-1,0 1 1,0-1 0,0-1-1,0 1 1,0 0 0,-1-1-1,1 0 1,-1 0 0,0 0-1,0 0 1,0 0 0,0-1-1,0 0 1,0 0 0,0 0-1,0 0 1,0-1 0,0 1-1,-7-1 1,9 0-4,0-1 0,1 1 0,-1 0 0,0-1 0,1 1 0,-1-1 0,0 1 0,1-1 0,-1 0 0,1 0 0,0 0 0,-1 0 0,1 0 0,-1 0 0,1 0 0,0 0 0,0 0 0,0-1 0,0 1 0,0 0 0,0-1 0,0 1 0,0-1 0,0 1 0,1-1 0,-1 1 0,1-1 0,-1 0 0,1 1 0,0-1 0,-1-2 0,-1-7 0,1-1 0,0 1 0,1-18 0,1 17 0,-1 10-10,0-1 1,0 1-1,0 0 0,0-1 1,1 1-1,-1 0 0,1 0 1,0 0-1,0 0 1,0-1-1,0 1 0,0 0 1,0 0-1,0 1 0,1-1 1,-1 0-1,1 0 0,-1 1 1,1-1-1,0 1 0,0-1 1,-1 1-1,1-1 1,0 1-1,0 0 0,0 0 1,1 0-1,-1 1 0,0-1 1,4-1-1,7 0-1327,0 0 1,1 0-1,-1 1 1,19 2-1,0-2-4922,25-4-7200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6.3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46 19 9268,'0'0'12331,"13"-2"-10407,42-6 82,-55 8-1947,0 0 0,1 0 0,-1 0 0,1 0 0,-1-1-1,1 1 1,-1 0 0,1 0 0,-1 0 0,1 0 0,-1 0 0,0 0 0,1 0 0,-1 0 0,1 0 0,-1 1-1,1-1 1,-1 0 0,1 0 0,-1 0 0,1 0 0,-1 1 0,0-1 0,1 0 0,-1 0 0,0 1 0,1-1-1,-1 0 1,0 1 0,1-1 0,-1 1 0,0-1 0,1 0 0,-1 1 0,0-1 0,0 1 0,0-1 0,1 0-1,-1 1 1,0-1 0,0 1 0,0-1 0,0 1 0,0-1 0,0 1 0,0-1 0,0 1 0,0-1 0,0 1-1,0-1 1,0 0 0,0 1 0,0-1 0,0 1 0,-1-1 0,1 1 0,0-1 0,-1 1 0,1 0 307,0 2-257,1 1 1,-1-1-1,-1 0 1,1 1 0,0-1-1,-1 0 1,0 1-1,1-1 1,-1 0-1,-1 0 1,1 0-1,0 0 1,-1 0 0,1 0-1,-1 0 1,0 0-1,0-1 1,0 1-1,0-1 1,-1 1-1,1-1 1,-1 0 0,1 0-1,-1 0 1,0 0-1,0-1 1,0 1-1,0-1 1,0 1-1,-5 0 1,1 1-110,0-1 0,0-1 0,0 1 0,0-1 0,-1-1 0,-11 1 0,18-2 0,0 1 0,1-1 0,-1 1 0,0-1 0,1 0 0,-1 1 0,1-1 0,-1 0 0,1 1 0,-1-1 0,1 0 0,0 0 0,-1 1 0,1-1 0,0 0 0,0 0 0,-1 0 0,1 0 0,0 1 0,0-1 0,0 0 0,0 0 0,0 0 0,0 0 0,0 0 0,1 0 0,3-29 0,-1 26 0,0-1 0,1 1 0,-1 0 0,1 0 0,0 1 0,0-1 0,0 1 0,1 0 0,-1 0 0,1 0 0,0 0 0,0 1 0,0 0 0,0 0 0,0 0 0,0 1 0,9-2 0,6-1 0,0 1 0,0 1 0,27 0 0,-46 2 0,-1-1 0,1 1 0,0 0 0,0 0 0,0 1 0,0-1 0,0 0 0,0 0 0,0 0 0,0 1 0,0-1 0,0 0 0,0 1 0,0-1 0,0 1 0,-1-1 0,1 1 0,0-1 0,0 1 0,-1 0 0,1-1 0,0 1 0,-1 0 0,1 0 0,-1-1 0,2 2 0,-2 0 0,0-1 0,0 0 0,0 1 0,0-1 0,0 0 0,0 1 0,0-1 0,0 1 0,0-1 0,-1 0 0,1 1 0,0-1 0,-1 0 0,1 1 0,-1-1 0,0 0 0,1 0 0,-1 0 0,0 0 0,-1 2 0,-2 2 0,0-1 0,-1 1 0,0-1 0,0 0 0,0 0 0,0 0 0,-1-1 0,-8 5 0,-51 18 0,65-25 0,-1-1 0,1 0 0,-1 0 0,1 0 0,-1 1 0,1-1 0,-1 0 0,1 0 0,-1 0 0,1 0 0,-1 0 0,1 0 0,-1 0 0,1 0 0,-1 0 0,1 0 0,-1 0 0,0 0 0,1 0 0,-1 0 0,1-1 0,-1 1 0,1 0 0,-1-1 0,1-10 0,15-10 0,-8 14 0,0 1 0,1 0 0,0 1 0,0 0 0,0 0 0,1 1 0,0 0 0,0 0 0,0 1 0,0 0 0,11-2 0,-20 6 0,0-1 0,0 0 0,1 0 0,-1 0 0,0 0 0,0 0 0,1 0 0,-1 0 0,0 1 0,0-1 0,0 0 0,1 0 0,-1 0 0,0 1 0,0-1 0,0 0 0,0 0 0,0 0 0,1 1 0,-1-1 0,0 0 0,0 0 0,0 1 0,0-1 0,0 0 0,0 0 0,0 1 0,0-1 0,0 0 0,0 0 0,0 1 0,0-1 0,0 0 0,0 0 0,0 1 0,0-1 0,0 0 0,0 0 0,0 1 0,-1-1 0,1 0 0,0 0 0,0 1 0,0-1 0,0 0 0,0 0 0,-1 0 0,1 1 0,0-1 0,0 0 0,-1 0 0,-6 12 0,-1-6 0,1-1 0,-1 0 0,0 0 0,-1-1 0,1 0 0,-1 0 0,0-1 0,-9 3 0,18-7 0,0 1 0,0 0 0,0 0 0,0 0 0,0 0 0,0 0 0,0-1 0,0 1 0,0 0 0,0 0 0,0 0 0,0 0 0,0 0 0,0-1 0,0 1 0,0 0 0,0 0 0,0 0 0,0 0 0,0 0 0,0-1 0,0 1 0,0 0 0,0 0 0,0 0 0,0 0 0,-1 0 0,1 0 0,0 0 0,0-1 0,0 1 0,0 0 0,0 0 0,0 0 0,-1 0 0,1 0 0,0 0 0,0 0 0,0 0 0,0 0 0,0 0 0,-1 0 0,1 0 0,0 0 0,0 0 0,0 0 0,0 0 0,0 0 0,-1 0 0,1 0 0,0 0 0,0 0 0,0 0 0,5-5 0,1 0 0,-1 0 0,1 1 0,1-1 0,-1 1 0,1 1 0,-1-1 0,12-3 0,-29 6-4920,-21 1-4310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7.9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1201 123 176,'0'0'7486,"-1"-5"-5488,-3-18-319,3 18-127,1-7 3899,-2-1-3293,2 13-2169,-3-60 3376,3 59-3222,0 1 0,0 0 0,0 0 1,0-1-1,-1 1 0,1 0 1,0 0-1,0-1 0,-1 1 1,1 0-1,0 0 0,-1 0 0,1-1 1,0 1-1,-1 0 0,1 0 1,0 0-1,0 0 0,-1 0 0,1 0 1,0 0-1,-1 0 0,1 0 1,-1 0-1,1 0 0,0 0 1,-1 0-1,1 0 0,0 0 0,-1 0 1,1 0-1,0 0 0,-1 0 1,1 0-1,0 1 0,0-1 0,-1 0 1,-13 9 736,3 2-437,1 2-1,1-1 1,0 1 0,-13 26-1,-24 64-33,42-93-443,-86 229 34,-12 29 0,-164 271 0,220-452 0,-24 42 0,35-70 0,2 2 0,-39 104 0,22-64 0,43-83 0,-2 0 0,0 0 0,-1-1 0,0-1 0,-23 27 0,17-23 0,2 0 0,-17 30 0,17-25 0,0-1 0,-36 44 0,35-50 0,1 0 0,1 1 0,-17 33 0,44-82-643,36-84-5239,-45 100 2922,-1 0-1,0 0 1,2-25 0,-5 0-6639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8.4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0 8260,'0'0'16309,"4"22"-14220,20 130 1606,-19-103-3092,-3 0 1,-2 0-1,-8 69 1,-7-28-604,7-55 0,3 1 0,-2 48 0,10-83 0,0 0 0,0 0 0,0 0 0,0-1 0,1 1 0,-1-1 0,0 0 0,0 0 0,0 0 0,4-1 0,-1 1 0,23-3 0,0-1 0,-1-1 0,1-1 0,-1-2 0,41-17 0,1 1 0,332-81 0,-397 102-145,-5-4-7516,0 7 7127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19:59.8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0 1217,'0'0'4580,"-7"6"-4182,-1 1-301,4-5-88,0 0-1,1 1 1,0-1 0,-1 1-1,1 0 1,1 0-1,-1 0 1,0 1 0,1-1-1,-4 6 1,2 2 835,4-11-732,0 1-1,0 0 1,0-1 0,-1 1-1,1 0 1,0-1-1,-1 1 1,1 0 0,-1-1-1,1 1 1,-1-1-1,1 1 1,-1-1 0,1 1-1,-1-1 1,1 1-1,-1-1 1,1 1-1,-1-1 1,0 0 0,1 1-1,-1-1 1,0 0-1,0 0 1,0 1 0,-7 2 763,-49 25 2588,40-17 1544,3 1 4480,14-12-9356,-1 1 1,1 0-1,0-1 0,0 1 0,0-1 0,-1 1 0,1 0 0,0-1 0,0 1 1,0 0-1,0-1 0,0 1 0,0 0 0,1-1 0,-1 1 0,0 0 0,0-1 1,0 1-1,1-1 0,-1 1 0,0 0 0,1-1 0,-1 1 0,0-1 0,1 1 1,-1-1-1,1 1 0,-1-1 0,1 1 0,0 0 0,14 14-394,24 14 263,77 43 0,-34-23 0,12 12 0,-4 4 0,-2 4 0,-4 4 0,129 141 0,-186-185 0,1-1 0,1-1 0,2-2 0,0 0 0,66 36 0,185 72 0,-167-79 0,175 113 0,-53-26 0,107 33 0,-277-141 0,79 54 0,13 8 0,-138-83 0,-1 1 0,24 21 0,-28-4 0,0-12 0,22 25 0,80 72 0,-150-113-414,29-2-205,0-1-1,-1 0 0,1 0 1,0 0-1,1 0 0,-1 0 1,0-1-1,0 1 0,0-1 1,1 0-1,-1 0 0,-2-3 1,-16-17-9451,2-6-3774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00.2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293 1 12486,'0'0'17442,"3"7"-15838,9 14-1347,1-1 0,1 0 0,1 0 0,19 19 0,34 47-307,-62-78 50,13 19 0,29 58 0,-44-76 0,0-1 0,-1 0 0,0 1 0,-1 0 0,0 0 0,0 0 0,-1 0 0,0 0 0,-1 0 0,1 0 0,-2 0 0,-1 11 0,1-18 0,1 0 0,-1 0 0,0 0 0,0 0 0,0-1 0,0 1 0,-1 0 0,1-1 0,0 1 0,-1-1 0,1 1 0,-1-1 0,1 0 0,-1 0 0,0 1 0,1-1 0,-1 0 0,0 0 0,0-1 0,-2 2 0,-44 11 0,42-11 0,-47 6 0,-1-1 0,0-3 0,-57-3 0,-46 2 0,140-2-1788,12-1-3475,-3 0-7711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01.3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151 131 5282,'0'0'12910,"1"-6"-10935,3-13 430,-2 0 0,0-1 0,-1-20 0,-23 42-1247,16 0-1141,0 1 1,1 0-1,-1 1 1,1-1-1,0 1 0,0 0 1,0 1-1,-6 6 1,-35 45 51,38-46-39,4-6-14,1 0-1,0 0 1,0 1 0,1-1-1,-1 1 1,1-1 0,0 1-1,0 0 1,0 0 0,1 0 0,0 0-1,0 0 1,0 0 0,0 0-1,1 0 1,0 9 0,1-12-16,0 1 0,0-1 0,0 0 0,0 1 0,1-1 0,-1 0 0,0 0 0,1 0 0,0 0 1,-1 0-1,1 0 0,0-1 0,0 1 0,0 0 0,0-1 0,0 0 0,0 1 0,1-1 0,-1 0 0,3 1 1,4 2 11,1 0 1,-1 0 0,20 3 0,-18-4 13,1-2 0,-1 0 0,1 0 0,-1-1 0,1 0 0,-1-1 0,1-1 0,14-3 0,-22 4-18,-1 0 0,1 0 0,-1 0 0,1 0 0,-1-1-1,0 0 1,1 0 0,-1 0 0,0 0 0,0 0 0,-1-1 0,1 1-1,0-1 1,-1 1 0,0-1 0,1 0 0,-1 0 0,0 0-1,-1-1 1,1 1 0,0 0 0,-1-1 0,0 1 0,0-1 0,0 1-1,0-1 1,-1 1 0,1-1 0,-1 0 0,0-4 0,0 0 61,0 0 1,0 0 0,-1 0 0,0 1 0,-1-1 0,0 0 0,0 0-1,0 1 1,-1-1 0,-4-7 0,-11-27-70,-6-8 0,24 49-14,0 1 0,-1-1 0,1 1 0,-1-1 0,1 1 0,-1-1 0,1 1 0,0-1 0,-1 1 0,0 0 0,1-1 0,-1 1 0,1 0 0,-1 0 0,1-1 0,-1 1 0,1 0 0,-1 0 0,0 0 0,1 0 0,-1-1 0,-1 1 0,-9 6-5366,11-5 5115,0-1 0,-1 0-1,1 1 1,0-1 0,0 0-1,0 1 1,-1-1 0,1 0-1,0 1 1,0-1 0,0 0-1,0 1 1,0-1 0,0 1-1,0-1 1,0 0 0,0 1-1,0-1 1,0 0 0,0 1-1,0-1 1,0 1 0,0-1 0,0 0-1,0 1 1,1-1 0,-1 0-1,0 1 1,1 0-139,0-1 0,0 1 1,-1 0-1,1-1 0,0 1 1,0-1-1,0 1 0,0-1 1,0 1-1,0-1 0,0 0 0,0 0 1,0 1-1,0-1 0,0 0 1,0 0-1,1 0 0,34 1-9427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4.5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4114,'0'0'6771,"0"5"-5122,8 87 7159,-4-57-8290,2 0 0,11 38 0,-5-23-354,10 81 0,-10-46-143,-12-53-3913,1-32 3380,-1 0 0,1 1 0,-1-1 1,1 0-1,-1 0 0,1 0 0,-1 0 0,1 0 0,-1 0 0,1 0 1,-1 0-1,1 0 0,-1 0 0,1 0 0,0 0 0,-1 0 1,1 0-1,-1 0 0,1-1 0,-1 1 0,1 0 0,-1 0 1,1-1-1,-1 1 0,0 0 0,1-1 0,2-15-5021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5.0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 0 1889,'0'0'11971,"1"12"-10034,-2 56 300,2 49 530,0-100-2540,0 1 1,2 0-1,0 0 1,8 22-1,-9-34-214,1 0-1,-1 0 1,1-1 0,1 1 0,-1-1-1,1 0 1,0 0 0,0 0-1,0-1 1,1 1 0,0-1-1,-1 0 1,2-1 0,-1 1 0,0-1-1,1 0 1,8 4 0,-11-6-10,0 0 1,1 0 0,-1 0 0,1 0 0,0-1 0,-1 1 0,1-1 0,-1 0-1,1 0 1,0 0 0,-1-1 0,1 1 0,-1-1 0,1 0 0,-1 0-1,1 0 1,-1-1 0,0 1 0,1-1 0,-1 1 0,0-1 0,0 0-1,0 0 1,0-1 0,-1 1 0,1-1 0,-1 1 0,1-1 0,-1 0-1,0 0 1,2-3 0,4-7 12,-1 0 0,0 0 0,-1-1 0,0 1-1,-2-1 1,1-1 0,-2 1 0,0-1 0,0 1-1,-2-1 1,1 0 0,-2 0 0,0 0 0,-4-23 0,4 35 48,-1-1 1,0 0-1,-1 1 1,1-1 0,-1 1-1,1-1 1,-1 1-1,0-1 1,0 1-1,-1 0 1,1 0 0,-1 0-1,1 1 1,-1-1-1,0 0 1,-4-2-1,2 2 119,0 0-1,-1 1 0,1-1 1,-1 1-1,0 0 0,0 0 1,0 1-1,0-1 0,-9 0 0,5 2 6,1-1 0,-1 2 0,1-1 0,0 1 0,-1 0 0,1 1 0,0 0 0,0 1 0,0 0 0,0 0 0,1 1 0,-1 0 0,-8 6 0,1-1-14,-12 12 14,28-20-228,0-1-1,0 0 0,0 0 1,0 1-1,0-1 0,0 0 1,0 1-1,0-1 0,0 0 1,0 1-1,0-1 0,0 0 1,0 0-1,0 1 0,0-1 1,0 0-1,0 0 0,1 1 1,-1-1-1,0 0 0,0 0 1,0 1-1,0-1 0,1 0 1,-1 0-1,0 1 0,0-1 0,0 0 1,1 0-1,-1 0 0,0 0 1,0 1-1,1-1 0,-1 0 1,0 0-1,0 0 0,1 0 1,-1 0-1,0 0 0,1 0 1,-1 0-1,0 0 0,0 0 1,1 0-1,-1 0 0,0 0 1,1 0-1,-1 0 0,0 0 1,0 0-1,1 0 0,-1 0 1,20 0-2096,-18 0 1743,20 0-4532,-3 0-3247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7.3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16 166 2849,'0'0'14663,"0"0"-14400,-1 0-1,0 0 1,1 0-1,-1 0 1,0 0-1,1 0 1,-1 0-1,0 0 1,1 0-1,-1 0 1,0-1 0,1 1-1,-1 0 1,0 0-1,1-1 1,-1 1-1,1 0 1,-1-1-1,0 1 1,1-1-1,-1 0 1,0-2-85,1 0 0,0-1-1,0 1 1,0 0 0,0-1 0,1 1 0,0 0 0,-1-1-1,1 1 1,0 0 0,0 0 0,1 0 0,-1 0 0,1 0-1,-1 0 1,1 0 0,0 0 0,0 1 0,0-1-1,1 1 1,-1-1 0,0 1 0,1 0 0,0 0 0,3-2-1,9-7-118,1 1-1,0 0 0,0 1 0,1 1 1,0 1-1,18-6 0,-23 9-82,0 1 1,1 0-1,-1 1 0,1 0 1,-1 1-1,1 0 0,0 1 1,-1 1-1,23 3 0,-33-3 9,1 0 1,-1 0-1,0 0 0,0 0 0,0 1 1,0-1-1,0 0 0,0 1 0,0 0 1,0 0-1,-1-1 0,1 1 1,-1 0-1,1 0 0,-1 0 0,0 1 1,0-1-1,0 0 0,0 0 0,0 1 1,0-1-1,-1 0 0,1 1 0,-1-1 1,1 4-1,0 0 18,-1 1 0,0-1 0,1 0 0,-2 0 0,1 0 1,-1 0-1,0 0 0,0 0 0,-4 10 0,0-6 21,-1-1-1,0 1 1,0-1 0,-1 0-1,0-1 1,-16 15 0,-57 45 512,73-63-459,-63 41 822,69-45-867,16-9-120,3-3-318,0 1 0,32-13-1,-43 21 227,0-1-1,1 1 1,-1 0-1,1 1 1,0 0-1,-1 0 1,1 1-1,0 0 1,-1 0-1,15 3 1,-20-2 159,1 0 1,-1 0-1,1 0 0,-1 1 1,0-1-1,1 1 1,-1-1-1,0 1 0,0 0 1,0 0-1,0 0 0,-1 0 1,1 0-1,-1 0 0,1 1 1,-1-1-1,0 0 1,1 1-1,-1-1 0,-1 1 1,1 0-1,0-1 0,0 4 1,2 6 42,-1 0-1,-1 0 1,1 22 0,-3-27 88,0 0 1,0 0-1,-1 1 1,0-1-1,0-1 1,-1 1-1,0 0 1,0-1-1,-1 1 1,1-1-1,-2 0 0,1 0 1,0 0-1,-1-1 1,-11 10-1,-7 6 792,-1-2 1,-34 23-1,48-36-732,1 1 0,-1-1 0,0-1 1,0 0-1,-1 0 0,1-1 0,-1 0 1,0-1-1,0-1 0,0 1 0,-1-2 0,1 1 1,0-2-1,-19 0 0,29-1-186,0 0 0,0 0 0,0 0 0,1 0 0,-1 0-1,0 0 1,1 0 0,-1 0 0,1 0 0,-1 0 0,1-1 0,0 1 0,0 0 0,-1 0 0,1 0 0,0-1 0,0 1-1,0 0 1,0 0 0,0 0 0,1-3 0,2-30-1009,-1 29 655,0-1 1,0 1-1,1 0 1,0 0 0,0 0-1,0 0 1,0 1-1,8-8 1,37-34-3929,-29 29 2146,20-18-3270,-1-3-2557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7.8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160 1 1649,'0'0'23637,"-15"11"-21905,0 0-1246,7-7-301,1 1 1,-1 0-1,1 1 1,1-1 0,-1 2-1,1-1 1,0 1-1,1-1 1,-1 2 0,1-1-1,-4 8 1,1 3 59,0 1-1,1 0 1,0 0 0,2 0 0,0 1-1,2 0 1,0 0 0,1 0-1,1 0 1,2 28 0,-1-45-242,1 0 0,0 0 0,0-1 0,0 1 0,0 0 0,0-1 0,0 1 0,1 0 0,-1-1 0,1 0 1,0 1-1,0-1 0,0 0 0,0 0 0,0 0 0,0 0 0,1 0 0,-1-1 0,0 1 0,1 0 0,0-1 0,-1 0 0,1 0 0,0 0 0,0 0 0,-1 0 1,1-1-1,0 1 0,5 0 0,-2 0-9,1-1 1,-1 1-1,0-1 0,1 0 1,-1 0-1,1-1 0,-1 0 1,0 0-1,1-1 1,-1 1-1,0-1 0,0-1 1,6-2-1,2-5 0,-1-1 0,-1 0 1,0 0-1,0-1 0,-1-1 0,-1 0 0,0-1 0,0 1 0,-2-2 0,0 1 1,0-1-1,-2-1 0,0 1 0,0-1 0,-2 0 0,0 0 0,0-1 1,-2 1-1,1-19 0,-3 33 23,0 0 1,0 0 0,0 0-1,-1 0 1,1 0 0,-1 0-1,1 0 1,-1 0 0,0 1-1,1-1 1,-1 0 0,0 0-1,0 0 1,0 1-1,-1-1 1,1 1 0,0-1-1,-1 1 1,1-1 0,-4-1-1,2 0-7,-1 1-1,0 0 0,0 1 1,0-1-1,0 1 0,0 0 1,0 0-1,0 0 0,-8-1 1,2 2-12,-1 0 0,1 0 0,-1 1 0,1 0 0,-1 1 0,1 0 0,-18 6 0,-17 19 40,6-3-482,33-23-3204,-1-1-9506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9.4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0 188 5234,'0'0'9704,"1"-8"-8923,0 0-589,-1 5-121,0 0 1,0 0-1,0-1 0,1 1 1,-1 0-1,1 0 1,0 0-1,0 0 1,0 0-1,0 0 1,1 0-1,-1 1 0,1-1 1,-1 0-1,1 1 1,3-4-1,8-6 142,0 0 0,1 1 1,1 0-1,0 1 0,0 1 0,1 1 0,0 0 0,1 1 0,-1 0 0,1 1 0,1 1 1,-1 1-1,1 1 0,0 0 0,-1 1 0,36 1 0,-50 1-211,0 0 0,0 1-1,0-1 1,0 1 0,0 0 0,0 0 0,0 0-1,0 0 1,-1 0 0,1 0 0,0 1-1,-1-1 1,1 1 0,-1 0 0,1 0-1,-1 0 1,0 0 0,0 0 0,0 1-1,0-1 1,0 0 0,-1 1 0,1 0-1,-1-1 1,1 1 0,-1 0 0,0 0-1,0 0 1,0 0 0,-1 0 0,1-1 0,0 7-1,0 3 68,0 0 1,0-1-1,-1 1 0,-1 0 0,0 0 0,-1-1 0,-4 20 0,1-16 67,-1-1-1,0 0 0,0 0 1,-1 0-1,-16 21 1,-53 60 565,2-3 672,35-37 225,39-54-1435,6-2-15,-1-1-1,1 1 1,0-1 0,-1-1 0,1 1 0,-1-1 0,0 0 0,0 0 0,0 0 0,9-9 0,11-5 386,31-15-81,1 3 1,121-42-1,-128 62-1698,-27 6-1941,-1-2-3449,-13 0 840,-2-2-1397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0:19.9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147 62 2769,'0'0'20572,"-16"1"-19315,-49 5-366,63-6-842,0 0 0,0 0 0,0 1 0,0-1 0,0 1 0,1 0 0,-1-1 0,0 1 0,0 0 0,0 0 0,1 0 0,-1 1-1,0-1 1,1 0 0,-1 1 0,1-1 0,-1 0 0,1 1 0,0 0 0,0-1 0,0 1 0,0 0 0,0 0 0,0-1 0,0 1 0,0 0 0,0 3 0,-2 3 125,-2 7-45,1 1 0,0 1 0,1-1 0,1 0 0,0 1 0,2 0 1,0-1-1,0 1 0,5 24 0,-4-34-128,1 0 1,0 0-1,0-1 0,1 1 0,-1-1 1,1 1-1,1-1 0,-1 0 1,1 0-1,0-1 0,0 1 0,1-1 1,0 0-1,0 0 0,0 0 1,0-1-1,1 0 0,0 0 0,0 0 1,0-1-1,0 0 0,0 0 1,1 0-1,-1-1 0,1 0 0,10 2 1,-11-3-4,-1-1 1,1 0-1,0 0 1,-1 0 0,1-1-1,-1 1 1,1-1 0,-1-1-1,1 1 1,-1-1-1,0 0 1,1 0 0,-1-1-1,0 1 1,-1-1 0,1 0-1,0 0 1,-1-1-1,0 1 1,0-1 0,0 0-1,0-1 1,0 1-1,-1 0 1,0-1 0,4-7-1,-1 3 127,0 0 0,-1-1 0,0 1-1,-1-1 1,0 0 0,-1 0 0,0-1 0,0 1-1,-1-1 1,-1 0 0,0 1 0,0-1-1,-1 0 1,0 0 0,-1 1 0,0-1-1,-1 0 1,0 1 0,0-1 0,-2 1 0,1 0-1,-1 0 1,0 0 0,-1 0 0,-6-8-1,4 8 68,0 1 0,0 1 0,-1-1 0,0 1 0,-15-12 0,18 17-188,-1 0-1,1 0 1,0 0 0,-1 1 0,1 0 0,-1 0-1,0 0 1,1 0 0,-1 1 0,0 0-1,0 1 1,-8-1 0,11 1-1,0 0 1,1 0-1,-1 0 0,0 0 0,0 0 1,1 1-1,-1 0 0,0-1 0,1 1 1,-3 1-1,4-1-23,0 0-1,0 0 1,0 0 0,0 0 0,0 0 0,1 0 0,-1 0-1,0 0 1,1 0 0,-1 1 0,1-1 0,-1 0-1,1 0 1,-1 1 0,1-1 0,0 0 0,0 1 0,0-1-1,0 0 1,0 1 0,0 1 0,0-2-196,1 0 0,-1-1 1,1 1-1,-1 0 0,0-1 0,1 1 0,-1-1 1,1 1-1,0-1 0,-1 1 0,1-1 1,-1 1-1,1-1 0,0 1 0,-1-1 1,1 0-1,0 0 0,-1 1 0,1-1 1,0 0-1,0 0 0,-1 0 0,1 1 0,0-1 1,-1 0-1,1 0 0,0 0 0,1-1 1,26 2-8158,-23-1 4941,6 0-6079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5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35 343 1088,'0'0'6523,"0"-8"-5978,1-51 1936,0-34 1725,-3 31-4394,-1 38 1756,-1 0-1,-13-44 1,14 64 1352,1 10-1094,-1 26-421,2 47-352,0-1-130,3 85 48,2-133-410,-4-30-539,0 0-1,0 0 1,0 0-1,1 0 1,-1 0 0,0 0-1,0 0 1,0 0 0,0-1-1,0 1 1,0 0 0,0 0-1,0 0 1,0 0-1,0 0 1,0 0 0,0 0-1,0 0 1,0 0 0,0 0-1,0 0 1,0 0 0,0 0-1,0 0 1,0 0-1,1 0 1,-1 0 0,0 0-1,0 0 1,0 0 0,0 0-1,0 0 1,0 0 0,0 0-1,0 0 1,0 0-1,0 0 1,0 0 0,0 0-1,0 0 1,0 0 0,0 0-1,0 0 1,0 0 0,1 1-1,-1-20 570,0-28-447,0 46-157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2:1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5010,'0'0'4224,"0"-7"-3915,0-41 593,0 21 9276,0 49-7574,2-3-2134,0 0 1,1 1-1,1-2 1,8 23-1,5 27 304,-15-57-518,0-2 359,-1 0-1,1-1 0,6 16 1,-8-24-540,0 1 0,1-1 0,-1 0 1,0 0-1,1 0 0,-1 1 0,0-1 0,1 0 1,-1 0-1,0 0 0,1 0 0,-1 1 1,0-1-1,1 0 0,-1 0 0,0 0 1,1 0-1,-1 0 0,0 0 0,1 0 0,-1 0 1,1 0-1,-1 0 0,0 0 0,1 0 1,-1-1-1,1 1 0,5 0-2125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5731,'2'3'19230,"-4"27"-18268,-1 0 0,-14 56 0,1-6-441,8-9-950,0 115 1,15-193-3480,1-9 1256,0 0 0,-2-1 0,0 1 0,7-33 0,-5 17-1331,7-25-1993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7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119 134 7139,'0'0'9124,"13"0"-7376,30 0-434,301-11 4047,75-52-4589,-65 9-629,-265 49 1815,-89 24-290,0 84 447,4 207-561,1-236-1597,3-1 0,21 86 0,-27-144 43,0-1 0,0 0 0,-1 19 0,-2-32 0,0-1 0,0 0 0,0 1 0,1-1 0,-1 0 0,0 0 0,0 0 0,0 1 0,0-1 0,0 0 0,0 0 0,1 0 0,-1-1 0,0 1 0,0 0 0,0 0 0,0 0 0,0-1 0,-1 0 0,-39-13 0,15 4 0,-49-11 0,-2 9 0,-122-5 0,-83 15 0,152 4 0,-455 2-419,601-4-306,12 0-1322,42-5 0,-23-6-2467,-40 8 2872,0 0 1,-1 0-1,1-1 0,9-6 1,8-14-8444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8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7267,'0'0'12129,"3"19"-10601,0 2-1062,-2-7-94,0 0 1,2 0-1,-1-1 0,2 1 1,0-1-1,0 0 0,8 13 0,-12-25-307,6 8 429,-1 1 0,-1 0 0,1 0 0,-2 0 0,1 1 0,-2-1 0,1 1 0,-1 0 0,0 12 0,-2-22-11,0-8 622,-8-97-118,-1-4-328,9 89-669,0 6-44,-1 0 1,2 0 0,0 1 0,5-25 0,-5 34 32,0 0 1,0 1 0,0-1-1,0 1 1,0-1-1,0 1 1,1-1 0,-1 1-1,1 0 1,-1 0 0,1 0-1,0 0 1,0 0-1,0 0 1,0 0 0,1 0-1,-1 1 1,0-1 0,1 1-1,-1 0 1,1 0-1,-1 0 1,1 0 0,0 0-1,-1 0 1,1 1 0,0-1-1,4 1 1,16 0-2065,-1 1-1,0 1 1,0 1 0,0 1-1,0 1 1,31 11 0,-46-14 1352,48 12-7369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36 8564,'0'0'17651,"-9"8"-15832,-28 29-568,34-34-1181,1 0 0,0 0-1,1 0 1,-1 1 0,1-1-1,-1 0 1,1 1 0,0-1-1,0 1 1,0-1 0,1 1-1,-1 0 1,1-1 0,0 1-1,0-1 1,0 1 0,0 0-1,1 3 1,0-2-70,0-1 0,0 1 0,1-1 0,-1 1 0,1-1 0,0 0 0,0 1 0,0-1 0,1 0 0,0 0 0,3 4 0,0-2-3,1-1 1,0 0-1,0 0 1,0-1-1,0 0 1,1 0-1,-1 0 1,1-1-1,0 0 0,0-1 1,0 0-1,1 0 1,-1-1-1,0 0 1,1 0-1,-1-1 1,17-1-1,-22 0 6,-1 0 0,0 0-1,-1 0 1,1 0 0,0 0 0,0 0-1,0-1 1,-1 1 0,1-1-1,0 1 1,-1-1 0,0 0 0,1 1-1,-1-1 1,0 0 0,0 0-1,0 0 1,0 0 0,0 0 0,0 0-1,-1 0 1,1 0 0,-1 0-1,1 0 1,-1-1 0,0-2 0,2-11 31,0 1 1,-1-22-1,-1 32-29,1-21-197,-1-35 608,-1 58-601,1 0 0,-1 0 0,1 0-1,-1 0 1,0 1 0,0-1 0,0 0 0,0 0-1,-1 1 1,1-1 0,-1 1 0,1-1 0,-1 1-1,0-1 1,0 1 0,-3-3 0,2 4-717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54 121 6979,'0'0'18150,"-3"2"-16755,-1 0-1236,1 1 0,-1 0 1,1-1-1,0 1 0,0 1 0,0-1 0,0 0 0,1 1 0,0 0 1,-1-1-1,1 1 0,0 0 0,1 0 0,-1 0 0,-1 8 1,1-3-94,0 0 1,0 0 0,1 0 0,1 1 0,-1-1 0,3 18 0,-1-27-82,-1 1 1,1 0 0,0 0-1,0-1 1,0 1 0,-1 0-1,1-1 1,0 1-1,0-1 1,0 1 0,0-1-1,0 0 1,0 1 0,0-1-1,0 0 1,0 0-1,0 0 1,1 0 0,-1 0-1,0 0 1,0 0-1,0 0 1,1 0 0,30-4-228,-27 2 242,-1 0-1,1-1 1,-1 0 0,0 0-1,0 0 1,0 0 0,0-1-1,0 1 1,-1-1 0,0 0-1,6-9 1,27-51 116,-29 51 26,-1-1 1,0-1-1,-1 1 0,-1-1 0,0 0 1,-1 0-1,-1 0 0,2-23 1,-5 37-100,0 1 0,0-1 0,1 1 0,-1-1 0,0 1 0,0 0 0,0-1 0,0 1 0,1 0 1,-1-1-1,0 1 0,0 0 0,0 0 0,0 0 0,0 0 0,0 0 0,0 0 0,0 0 0,1 0 1,-2 0-1,-24 2-209,24-1 3,-1 0 0,1 0 0,0 0 0,-1 0 0,1 0 0,0 0 0,0 1 0,0-1 0,0 1 0,0 0 1,0-1-1,0 1 0,0 0 0,1 0 0,-1 0 0,1 0 0,0 0 0,-1 1 0,1-1 0,-2 5 0,2-2-1238,-1-1-1,1 1 0,0-1 1,1 1-1,-1 0 0,1 6 1,3 0-6099,14-5-658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6451,'0'0'19990,"-12"23"-17506,-42 79-363,46-83-1977,0 0-1,1 1 0,1 0 1,0 0-1,2 0 1,1 1-1,0-1 0,1 1 1,2 0-1,0-1 1,5 40-1,-4-58-143,-1-1 1,1 1-1,-1 0 0,1-1 1,0 1-1,0-1 0,0 1 0,0-1 1,0 1-1,0-1 0,0 0 1,0 0-1,1 1 0,-1-1 1,1 0-1,-1 0 0,1 0 0,-1 0 1,1-1-1,-1 1 0,1 0 1,0-1-1,-1 1 0,1-1 1,0 1-1,-1-1 0,1 0 1,0 0-1,0 1 0,-1-1 0,3-1 1,9 2-32,-1-1 0,0-1-1,13-2 1,-17 2-385,-1-1 1,1 0-1,0 0 0,-1-1 0,0 0 1,0 0-1,0-1 0,9-5 0,-10 5-970,0-1 0,0 0 0,-1 0-1,1 0 1,-1 0 0,0-1 0,-1 0-1,8-11 1,4-24-10358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0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3810,'0'0'16666,"-8"-4"-10256,15 3-3630,27-1-51,49 5-2357,33 10-3,-13-2-1994,-36-4-7796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2591 1 5378,'0'0'8997,"-4"6"-7335,-3 3-1128,0-1 0,0 1 0,-1-1 1,0-1-1,-1 1 0,1-1 0,-12 6 1,-79 44 1129,42-26-1504,21-12-144,-2-1 1,0-2-1,-78 21 0,-128 15-277,158-36 207,-446 61 80,-5-32 62,325-24-115,-131 6 532,333-26 79,1 0 0,-1 1-1,0 0 1,0 1 0,1 0 0,-1 0-1,1 1 1,0 0 0,0 1 0,-9 6-1,-26 12-140,43-23-439,0 1-1,0-1-1,0 0 1,0 0 0,0 1-1,0-1 1,1 0 0,-1 1-1,0-1 1,0 1-1,1-1 1,-1 1 0,0 0-1,1-1 1,-1 1-1,0 0 1,1-1 0,-1 1-1,1 0 1,-1 0 0,1-1-1,-1 1 1,1 2-1,0-3 41,6-2-1030,1-1 282,0 0 0,0-1 0,8-5 0,4-2-5412,-12 3-876,-2-4-2321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 9652,'0'0'13708,"-12"16"-11752,-2 6-1267,6-9-265,-1 0 1,-1-1-1,0 0 1,0-1-1,-14 12 1,-99 85 3342,-3-4-3319,125-103-448,0-1 0,0 1 0,1-1 0,-1 1 0,0 0 0,1-1 0,-1 1 0,0 0 0,1-1 0,-1 1 0,1 0 0,-1 0 0,1-1 0,-1 1 0,1 0 0,-1 0 0,1 0 0,0 0 0,0 0 0,-1-1 0,1 1 0,0 2 0,0-2 0,1 0 0,-1-1 0,1 1 0,-1 0 0,1-1 0,-1 1 0,1 0 0,0-1 0,-1 1 0,1-1 0,0 1 0,-1-1 0,1 1 0,0-1 0,0 1 0,0-1 0,-1 0 0,1 1 0,2-1 0,8 3 0,0-1 0,1 0 0,12 0 0,-9-1 0,137 10 0,-35-3 0,-111-8-235,5 3-685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0 230 352,'0'0'7553,"7"-11"-6587,0-2-692,24-43 1401,-14 13 2859,-16 37-5370,6-13 7432,-7 19-6480,0-1-1,1 1 1,-1 0-1,0 0 1,1-1-1,-1 1 1,0 0-1,1 0 1,-1-1-1,1 1 1,-1 0-1,1 0 1,-1 0-1,0 0 1,1 0-1,-1 0 1,1 0-1,-1 0 1,1 0-1,-1 0 1,1 0-1,-1 0 1,1 0-1,-1 0 1,0 0-1,1 0 1,-1 0-1,1 0 1,-1 1-1,0-1 1,1 0-1,-1 0 1,1 1-1,-1-1 1,0 0-1,1 0 1,-1 1-1,0-1 1,1 0-1,-1 1 1,0-1-1,0 1 1,1-1-1,48 56 1367,-42-45-1378,1-1 1,0-1-1,0 1 1,1-1-1,0-1 1,1 0-1,0 0 0,0-1 1,15 8-1,-22-14-71,-1 1-1,1-2 0,-1 1 0,1 0 0,-1 0 0,1-1 1,0 1-1,-1-1 0,1 0 0,-1 0 0,1 0 0,0 0 1,-1 0-1,1-1 0,0 1 0,-1-1 0,1 0 0,-1 0 1,1 0-1,-1 0 0,0 0 0,1 0 0,-1-1 0,0 1 0,0-1 1,0 1-1,0-1 0,0 0 0,0 0 0,0 0 0,-1 0 1,1 0-1,-1 0 0,1 0 0,-1-1 0,0 1 0,0 0 1,0-1-1,1-2 0,4-12 84,-1-1-1,-1 0 1,-1 1 0,3-30-1,-3 21-224,3-28-1441,20 57-7201,56 3-1830,-27-6 3706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237 530 4306,'0'0'18867,"-20"7"-17077,1-1-1362,10-4-257,-1 1-1,1 0 1,1 0 0,-1 1-1,0 0 1,1 1 0,0 0-1,0 0 1,0 1 0,1 0 0,-12 11-1,13-10-31,-9 9 328,-22 30 1,33-42-454,1 1 0,0 0 0,0 0-1,1 1 1,-1-1 0,1 1 0,0-1 0,1 1 0,-1 0 0,1-1 0,0 10 0,35-13-500,-30-3 465,1 0 0,-1 1 0,1-1 0,-1-1 0,0 1 0,1-1-1,-1 1 1,0-1 0,0 0 0,0-1 0,0 1 0,5-5 0,3-3-8,-1 0 1,15-17-1,-25 26-49,0 0-1,-1 1 1,1-1 0,0 0-1,0 1 1,0-1 0,0 1-1,0 0 1,0-1 0,0 1-1,0 0 1,0-1 0,0 1-1,1 0 1,-1 0-1,0 0 1,0 0 0,0 0-1,0 0 1,0 0 0,0 0-1,2 1 1,29 10-1194,-7-2 584,-17-7 200,-1 0 0,0-1 1,1 1-1,-1-2 0,1 1 0,-1-1 0,0 0 0,1-1 0,-1 0 0,1 0 0,-1-1 0,0 0 0,0 0 0,0 0 0,0-1 0,0 0 0,0 0 0,9-8 0,8-9-1811,-1-2-1,-1-1 0,19-25 0,53-81-2032,-72 96 4425,-1-1 0,-2 0 1,22-56-1,-33 68 1280,-1-1-1,6-35 1,-10 39 1207,-1 0-1,-1 1 1,-2-34-1,-5 33 2637,6 18-5027,0 1 0,0 0 1,-1-1-1,1 1 1,0 0-1,-1-1 0,1 1 1,0 0-1,-1 0 0,1-1 1,0 1-1,-1 0 1,1 0-1,0 0 0,-1-1 1,1 1-1,-1 0 0,1 0 1,0 0-1,-1 0 1,1 0-1,-1 0 0,1 0 1,0 0-1,-1 0 1,-1 0-44,1 1 1,0 0 0,0-1 0,0 1 0,0 0-1,0 0 1,0 0 0,0 0 0,0 0 0,0 0-1,0 0 1,0 0 0,1 0 0,-1 0-1,0 0 1,1 0 0,-1 1 0,1-1 0,0 0-1,-1 0 1,1 1 0,-1 1 0,-12 55 583,3 1-1,2 1 1,0 94 0,9-142-818,0 1 0,1-1 1,0 0-1,0 0 0,2 0 1,-1 0-1,1-1 0,9 16 1,7 11-3079,3-3-3708,-13-19-114,-5-1-2635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62 272,'0'0'18417,"1"-11"-16238,6-29 20,-5 30 1432,-2 33-1108,10 155 912,12 3-3474,-6-53-1145,-14-112 742,4 31-948,3-21-2810,-9-63-14462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3522,'0'0'10623,"22"-1"-7971,145-7 1593,-26-6-2436,0-5 1,177-48-1,261-119-2126,-577 185 318,100-33 188,-101 35-107,-1-1-1,1 0 1,-1 0 0,1 0 0,0 0 0,-1 1 0,1-1-1,-1 0 1,1 1 0,-1-1 0,0 0 0,1 1 0,-1-1 0,1 1-1,-1-1 1,0 0 0,1 1 0,-1-1 0,0 1 0,1-1-1,-1 1 1,0-1 0,0 1 0,0 0 0,1-1 0,-1 1-1,0-1 1,0 1 0,0-1 0,0 1 0,0-1 0,0 1-1,0 0 1,0-1 0,0 1 0,-1 0 0,1 33 124,0-25 183,-1 99 1388,3 133-702,1-175-1100,20 105-1,-22-163 26,10 42 0,-3 0 0,4 78 0,-13-127-1,1-1 1,-1 1-1,1 0 0,0-1 1,-1 1-1,0-1 0,1 1 1,-1-1-1,1 1 0,-1-1 1,1 1-1,-1-1 0,0 1 1,1-1-1,-1 0 0,0 1 1,0-1-1,1 0 0,-1 0 1,0 0-1,-1 1 0,-22 4-88,20-4 49,-277 33-1247,128-19 936,-343 52-321,341-40 688,-177 57 0,315-79 11,7-2-14,0 0 0,1 1 1,-1-1-1,-11 8 0,37-7-4417,11-3 1554,2-5-2459,-5-8-3250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1 112,'19'1'26012,"-19"71"-21387,0 1-4528,31-73-1524,171 0-1364,-201 0 2787,0 0-1,0 0 1,0 0-1,0 0 1,0 1-1,0-1 0,0 0 1,0 0-1,0 1 1,0-1-1,0 1 1,0-1-1,0 1 1,0-1-1,0 1 1,0 0-1,-1-1 1,1 1-1,0 0 1,0 0-1,-1 0 0,1-1 1,0 3-1,1 0 46,-1-1-1,0 1 1,-1 0-1,1 0 0,0-1 1,-1 1-1,1 0 1,-1 6-1,0-3 106,0 0-1,-1 0 1,0 0 0,0 0-1,0 0 1,-1 0 0,0 0 0,-3 8-1,0-8-18,1 0 1,-1 0-1,1 0 0,-2-1 0,1 1 0,-1-2 0,1 1 0,-1 0 0,-7 3 1,10-6-207,0-1 1,-1 1-1,1-1 1,0 0 0,-1 0-1,1 0 1,-1 0-1,1 0 1,-6 0-1,7-1-153,0 0 0,-1-1-1,1 1 1,0 0 0,0-1-1,0 1 1,0-1 0,0 0-1,1 0 1,-1 1 0,0-1-1,0-1 1,0 1 0,1 0-1,-1 0 1,0 0 0,-1-3-1,-30-43-10761,16 16 963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6931,'0'0'14135,"111"-8"-13479,-82 8-656,1 0-16,-3 0-1521,0-4-1360,-2 1-2514,-4-5-2160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9 208,'0'0'20860,"-15"17"-18387,-7 9-1585,1-3 493,-33 49 0,48-64-1191,1 1 0,0 0 0,0 0 0,1 0 1,1 0-1,-1 0 0,1 1 0,1 0 0,0 0 0,0 0 0,0 17 0,2-27-194,1 1-1,-1 0 0,0-1 1,1 1-1,-1 0 1,0-1-1,1 1 0,-1 0 1,1-1-1,-1 1 1,1-1-1,-1 1 1,1 0-1,0-1 0,-1 0 1,1 1-1,-1-1 1,1 1-1,0-1 0,0 0 1,-1 1-1,1-1 1,0 0-1,0 0 1,-1 0-1,1 0 0,0 1 1,0-1-1,-1 0 1,1 0-1,0 0 0,0-1 1,1 1-1,31-2-17,-31 1 24,7-1-1,1 0-1,-1-1 1,-1 0 0,1-1-1,0 0 1,-1 0-1,0-1 1,0 0 0,10-8-1,8-8-120,28-30-1,-48 44 91,1 0-1,-1 0 1,-1-1-1,1 0 1,-1 0-1,-1 0 1,1 0 0,3-12-1,-7 18 46,0 0 0,-1-1 0,1 1-1,-1 0 1,1 0 0,-1-1 0,0 1 0,0 0 0,0 0 0,0-1 0,0 1-1,0 0 1,0-1 0,-1 1 0,0 0 0,1 0 0,-1 0 0,0 0-1,0 0 1,0-1 0,0 1 0,0 1 0,0-1 0,-1 0 0,1 0-1,-1 0 1,1 1 0,-1-1 0,0 1 0,0-1 0,0 1 0,1 0-1,-1 0 1,0-1 0,0 1 0,-1 1 0,1-1 0,0 0 0,-3 0-1,-7-3-180,-1 1-1,1 1 0,-1 0 0,0 1 0,0 0 1,1 1-1,-1 0 0,0 1 0,0 0 0,-24 7 1,22-4-1233,0 1 1,1 0-1,0 1 0,0 1 1,-17 11-1,-22 17-7191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5955,'0'0'17875,"3"7"-16485,7 19-394,-2 0 0,0 1 0,4 31 0,8 92 588,-13-86-1408,1 20-226,-7-48-3291,-1-75-13656,0 4 9847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4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17 281 2049,'0'0'13996,"21"-12"-11979,-1 0-1538,-7 3-146,1 1 1,0 1-1,1 0 0,0 0 0,0 2 1,0 0-1,0 0 0,19-2 1,419-37 3859,-35 5-3742,-378 30-233,1-1-1,-1-2 1,-1-2-1,45-22 1,-37 16 874,-45 19-998,23-8 506,-24 9-580,-1-1 0,1 1 0,-1 0 0,1 0 0,-1 0 0,0-1 1,1 1-1,-1 0 0,1 0 0,-1 0 0,1 0 0,-1 0 0,1 0 1,-1 0-1,1 0 0,-1 0 0,1 0 0,-1 0 0,1 0 0,-1 0 0,1 1 1,-1-1-1,1 0 0,-1 0 0,1 0 0,-1 1 0,1-1 0,-1 0 0,0 1 1,1-1-1,-1 0 0,0 1 0,1-1 0,-1 0 0,0 1 0,1-1 0,-1 1 1,0-1-1,0 1 0,1-1 0,-1 1 0,0-1 0,0 1 0,-2 23 230,0 0-1,-2 0 1,-1 0-1,-1-1 1,-10 28-1,-92 352 906,102-374-1127,3 0-1,-2 54 1,-29-77-60,-998 157-1097,980-158 85,-79-3-1,131-2 981,-1 0-1,1 0 0,0 0 0,-1 0 0,1-1 0,-1 1 0,1 0 0,0 0 0,-1 0 0,1 0 0,0-1 0,-1 1 0,1 0 0,0 0 0,0-1 0,-1 1 0,1 0 0,0 0 0,0-1 0,-1 1 1,1 0-1,0-1 0,0 1 0,0 0 0,0-1 0,-1 1 0,1 0 0,0-1 0,0 1 0,0 0 0,0-1 0,0 1 0,0-1 0,0 1 0,0 0 0,0-1 0,0 1 0,0 0 0,0-1 1,0 1-1,0 0 0,1-1 0,-1 1 0,0-1 0,6-13-1604,25-13-3501,14-7-2957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5747,'0'0'16903,"5"9"-14688,3 4-1315,-1 1 0,-1 0 0,0 1 1,-1-1-1,0 1 0,3 23 0,-3 14 701,-6-103-1825,0 8 460,9-82 1,-6 111-493,0 1 0,1 0 1,1 0-1,0 0 0,1 0 1,1 0-1,0 1 0,0 0 1,1 1-1,13-17 0,-17 24-180,1 0 0,0 0 0,1 0 0,-1 1 0,1-1 0,7-4-1,-4 4-1116,1 0 0,0 1-1,-1 0 1,1 0-1,0 1 1,11-2-1,61-1-6353,-29 6 10127,-8 5 14309,-50 5-14940,-2 6-666,4-7-701,0 1 0,1 0 1,0 0-1,1 0 0,0 0 1,1 0-1,0 0 0,2 18 0,-1-28-227,0 1-1,0-1 0,0 1 0,0-1 0,1 1 0,-1 0 0,1-1 0,-1 1 0,1-1 1,0 0-1,-1 1 0,1-1 0,0 1 0,0-1 0,0 0 0,0 0 0,0 0 0,0 1 0,0-1 1,1 0-1,1 1 0,0 0-23,0-1 0,0 1 0,1-1 0,-1 0 0,0 1 0,1-2 0,-1 1 0,1 0 0,6 0 0,-6-1 7,-1 1 0,1-1 0,0 0 0,0-1 0,-1 1 0,1-1-1,0 1 1,-1-1 0,1 0 0,-1 0 0,1-1 0,-1 1 0,1-1 0,-1 1 0,0-1 0,0 0 0,0-1 0,0 1 0,0 0-1,3-4 1,-1-3 37,0 1 0,-1 0 0,0-1 0,0 0 0,-1 0 0,0 0 0,-1-1 0,0 1 0,0 0 0,-1-1 0,-1 1 0,1-1 0,-1 0 0,-2-9 0,-3 8 590,2 5-1335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3265,'0'0'22691,"-17"7"-21074,-56 24-147,70-30-1378,0 1 1,1 0-1,0 0 1,-1-1-1,1 2 1,0-1-1,0 0 1,0 0-1,0 1 1,0-1 0,1 1-1,-1-1 1,1 1-1,0 0 1,-1 0-1,1-1 1,0 1-1,1 0 1,-2 5-1,1-1 65,1 1 0,0-1-1,0 0 1,0 0 0,3 11-1,-3-17-145,1 1 0,-1-1 0,1 0 0,0 0 0,-1 0 0,1 0 0,0 1 0,0-1 0,0 0 0,0 0 0,0-1 0,0 1 0,0 0 0,0 0 0,0 0 0,1-1 0,-1 1 0,0-1 0,0 1 1,1-1-1,-1 1 0,0-1 0,0 0 0,1 1 0,-1-1 0,1 0 0,-1 0 0,0 0 0,1 0 0,-1 0 0,0 0 0,1-1 0,1 0 0,0 1-20,0 0 0,0-1-1,0 1 1,0-1 0,-1 0 0,1 0 0,0 0 0,-1 0 0,1 0 0,-1-1 0,1 1 0,-1-1 0,0 0 0,1 1 0,3-5 0,-3-1-122,0 1 1,0 0-1,0-1 0,-1 1 1,0-1-1,-1 0 1,1 0-1,-1 0 1,0 0-1,-1 0 1,0 0-1,0 0 1,0 0-1,-3-11 0,-4 10-1110,-2 8-3323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7299,'0'0'19295,"-2"20"-16908,-16 132 1127,7 3-3216,-4 29-324,11-139-171,4-45 93,1 1 0,0-1 0,-1 1 0,1-1 1,0 1-1,0-1 0,-1 1 0,1-1 1,0 0-1,0 1 0,0-1 0,0 0 0,-1 0 1,1 0-1,0 0 0,0 1 0,0-1 1,0 0-1,0-1 0,-1 1 0,1 0 1,0 0-1,1-1 0,3 1-433,6 0-270,3 1-1059,1-2 0,23-3-1,-33 3 916,1 0 0,-1-1 0,0 0 0,0 0 0,0 0 1,6-4-1,24-20-9830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6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2913,'0'0'16456,"136"-2"-16456,-86 2-1313,-14 6-4305,-13 7-5635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3280 1 7684,'0'0'11829,"-7"14"-10642,5-11-1120,-7 14 233,-2 1 0,0-1 0,0-1-1,-17 17 1,-21 17-76,-1-3-1,-103 74 1,-128 63-668,219-146 191,-32 18-738,-4-4 1,-1-4-1,-194 63 1,123-63 1473,-2-7 1,-236 25-1,-356-10 1418,582-51-1907,179-5 49,-1 1 0,0 0 0,1 1 0,-1-1 0,1 1 0,0-1 0,-1 1 0,1 0 0,0 0-1,0 0 1,0 1 0,-2 2 0,-20 12 642,15-11-435,0-1-1,0 0 1,-1-1-1,0 0 1,0-1-1,0 0 1,-13 1-1,23-4 621,-4-1-752,0 0 1,-1 0-1,1 1 1,-1 0-1,1 0 1,0 0-1,-9 2 1,-1-1-104,-74 1-960,87 0 692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4946,'0'0'15890,"0"10"-13761,0-8-2071,1 11 503,-1 0-1,-1-1 1,0 1 0,-1 0-1,-1 0 1,1-1 0,-2 1-1,-5 13 1,-11 8 351,-2-1 1,-1 0-1,-29 31 0,-17 23-164,66-83-732,-12 20 25,14-23-39,0-1 0,1 1 0,-1 0 0,1 0 0,-1 0 0,1 0 0,0 0 0,-1 0 0,1 0 0,0 0 0,0 0-1,0 0 1,0 0 0,0 0 0,0 0 0,0 0 0,0 0 0,0 0 0,0 0 0,1 2 0,1-2 14,1 0 0,0 0 0,-1-1 0,1 1 0,-1 0 0,1-1-1,0 0 1,-1 1 0,1-1 0,0 0 0,0-1 0,4 0 0,0 1-20,-4 0 4,38 0 0,1 1 0,59 10 0,-101-11-4,32 4-2832,-21-5-2329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16 3570,'0'0'12814,"-4"-5"-10547,-8-5-1219,6 12-29,4 30 904,3-14-1271,-2 60 1660,10 201 952,-9-279-3098,0 7 332,-25-3-21803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2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66 368 7187,'0'0'3514,"26"-12"146,290-107 3279,-21 41-4101,565-74-1,-751 145-1351,-109 7-1462,1 0 0,-1 1 0,1-1 0,-1 0-1,1 0 1,-1 1 0,1-1 0,-1 0 0,1 1 0,-1-1 0,0 0 0,1 1 0,-1-1 0,0 1-1,1-1 1,-1 1 0,0-1 0,0 1 0,1-1 0,-1 0 0,0 1 0,0-1 0,0 1-1,0 0 1,0-1 0,1 1 0,-1-1 0,0 1 0,0-1 0,0 1 0,-1 0 0,1 24 423,0-15-192,25 311 2293,0 4-2385,-25-258-155,0-66-6,-1-1 1,1 1-1,0-1 1,-1 1-1,1-1 1,-1 1-1,1-1 1,-1 1-1,0-1 0,1 1 1,-1-1-1,1 0 1,-1 1-1,0-1 1,1 0-1,-1 1 1,0-1-1,1 0 1,-1 0-1,0 0 0,1 0 1,-1 0-1,0 0 1,0 0-1,1 0 1,-1 0-1,-1 0 1,-29 0-78,22-1 17,-25-1-273,1-1 0,0-2 1,-36-10-1,31 6-168,-76-7 0,21 13 135,-1 4 0,1 4-1,-171 31 1,-335 115 730,411-100-284,169-45-759,19-6 666,0 0-1,0 0 1,0 0 0,0 0 0,0 0 0,0 0 0,0 0-1,0 0 1,0 0 0,0 0 0,0 0 0,0 0-1,0 0 1,0 0 0,0 1 0,0-1 0,0 0-1,0 0 1,0 0 0,0 0 0,0 0 0,0 0-1,0 0 1,0 0 0,0 0 0,0 0 0,0 0-1,0 0 1,0 0 0,0 0 0,0 0 0,0 0-1,0 0 1,0 1 0,0-1 0,0 0 0,0 0-1,0 0 1,0 0 0,0 0 0,0 0 0,0 0-1,0 0 1,0 0 0,20-1-964,-18 1 746,18-3-971,-1-1 0,1 0 0,-1-2 0,0 0 0,19-9 0,42-23-6030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3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3762,'0'0'8961,"3"0"-7814,0 0-745,-1 0 0,0 0 0,0 0 0,1 0 0,-1 1 0,0-1 0,1 1 0,-1-1 0,0 1-1,0 0 1,0 0 0,0 0 0,0 0 0,0 1 0,0-1 0,2 2 0,0 2 151,0-1-1,0 1 1,-1 1 0,1-1-1,2 7 1,24 55 2053,-24-52-2337,1 1 1,0-1-1,0 0 0,2 0 0,0-1 0,16 20 0,-24-34-266,-1 1-1,1-1 1,-1 1 0,0-1 0,1 1-1,-1-1 1,1 1 0,-1-1-1,1 0 1,0 1 0,-1-1 0,1 0-1,-1 0 1,1 1 0,0-1-1,-1 0 1,1 0 0,0 0 0,-1 0-1,1 1 1,0-1 0,-1 0-1,1 0 1,0-1 0,-1 1 0,1 0-1,0 0 1,-1 0 0,1 0 0,0 0-1,-1-1 1,1 1 0,-1 0-1,1-1 1,-1 1 0,1 0 0,0-1-1,-1 1 1,1-1 0,-1 1-1,1-1 1,-1 1 0,0-1 0,1 1-1,-1-1 1,0 1 0,1-1-1,-1 0 1,14-33 121,-13 29-109,23-105 122,0-4-65,-20 101-65,0 1 0,1 0 0,0 0 1,1 1-1,0 0 0,14-20 0,-7 27-2356,15 8-6517,-21-3 6627,21 3-5952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3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157 534 7475,'0'0'15074,"-19"9"-12990,-59 31-895,74-37-1123,0 0 0,-1 0 0,1 0 0,1 0-1,-1 0 1,0 1 0,1 0 0,0 0 0,0 0-1,0 0 1,0 0 0,1 1 0,-1-1 0,1 1-1,0 0 1,1 0 0,-1 0 0,1-1-1,0 1 1,0 0 0,1 1 0,-1-1 0,1 0-1,0 0 1,1 9 0,-1-8-69,0-6-1,0 1 0,0 0 1,1-1-1,-1 1 0,0 0 0,0-1 1,0 1-1,0 0 0,1-1 0,-1 1 1,0-1-1,0 1 0,1 0 0,-1-1 1,1 1-1,-1-1 0,0 1 0,1-1 1,-1 1-1,1-1 0,-1 0 0,1 1 1,0-1-1,-1 1 0,1-1 0,-1 0 1,1 0-1,0 1 0,24 1-78,-18-3 61,0 0 0,0 0 1,-1-1-1,1 0 1,7-4-1,-10 5 54,0-1 0,-1 0 0,1 0 0,0 0 0,-1-1 0,1 0 0,-1 1 0,0-1 0,0 0 0,0 0-1,0-1 1,0 1 0,-1-1 0,0 1 0,0-1 0,0 0 0,0 0 0,0 0 0,-1 0 0,1 0 0,-1 0 0,0 0 0,0 0 0,-1-1 0,1-5 0,-3 50-485,0-27 267,2-1 1,-1 1 0,1 0-1,1-1 1,0 1 0,7 24-1,-7-34 59,0-1 0,1 1 0,0-1 0,0 0 0,0 0 0,0 0 1,0 0-1,0 0 0,0 0 0,0 0 0,1-1 0,-1 1 0,1-1 0,0 1 0,-1-1 0,1 0 0,0 0 0,-1 0 0,1-1 0,0 1 0,5 0 0,-1 0-200,0-1 1,-1 0-1,1 0 1,0 0-1,0-1 1,-1 0-1,1 0 1,12-4-1,-7-1-138,0 0 0,0 0 0,-1-1 0,0-1 0,0 0 0,12-13-1,59-63-2846,-56 55 2800,-2-1 0,-1-2 0,-2 0 0,-1-1 1,-1-2-1,-2 0 0,15-43 0,-19 37 1260,-2 0 1,8-47-1,-13 39 3065,-1-86 7947,-5 136-11642,-7 9 1939,-4 20-1716,4-3-198,2-1 0,0 1-1,2-1 1,1 1 0,1 0 0,2 0-1,0 0 1,2 0 0,1 0 0,0-1-1,3 0 1,0 0 0,1 0 0,2-1 0,0 0-1,19 31 1,-26-52-166,-1-1-1,1 1 1,-1-1 0,1 0-1,0 0 1,0 0-1,0 0 1,0 0 0,1-1-1,-1 0 1,1 1 0,0-1-1,0-1 1,-1 1-1,1 0 1,7 1 0,-3-2-626,0 0-1,0 0 1,-1-1 0,1 0 0,0 0 0,0-1 0,0 0 0,7-2 0,32-15-5120,1-9-739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3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5186,'0'0'12406,"6"19"-9322,-6-15-2913,-1-1-1,1 1 1,-1-1 0,0 1 0,-1-1-1,1 1 1,-1-1 0,1 0-1,-1 0 1,0 0 0,0 0-1,0 0 1,-1 0 0,-3 3-1,3-3-117,1 0-1,-1 0 1,1 0-1,-1 0 1,1 0 0,0 0-1,1 0 1,-1 1-1,0-1 1,1 1-1,0-1 1,0 1-1,0 0 1,-1 6-1,10-9-57,19-2 36,-16 0-71,0 1 0,0 0 0,0 0 0,0 1 0,-1 1 0,12 3 0,-19-5 41,-1 1 0,1 1 0,-1-1 0,1 0 0,-1 1 0,0-1 0,1 1 0,-1-1 1,0 1-1,0 0 0,0 0 0,-1 0 0,1 0 0,0 1 0,-1-1 0,1 0 0,-1 1 1,0-1-1,0 1 0,0-1 0,0 1 0,0-1 0,-1 1 0,1 0 0,-1-1 0,0 1 1,1 0-1,-1 0 0,-1 3 0,1-5 7,-1 0 0,1 0 0,-1 0 0,1 0 0,-1 0 0,1 0 0,-1 0 0,0 0 0,0-1 0,1 1 0,-1 0 0,0 0 0,0-1 0,0 1 0,0-1 0,0 1 0,0-1 0,0 1 0,0-1 0,-1 1 0,-27 10 3,21-8-1,-7 3-602,-27 9 736,28-12-3634,0-2-3750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3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6035,'0'0'12998,"90"-17"-12774,-73 17-192,-3 0-32,3 2-128,0 0-1473,4 1-1392,8-3-1489,7 0-1425,1 0 1921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3:3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45 5106,'0'0'16160,"-8"17"-14602,-23 56-486,29-68-985,0 0-1,1 0 1,-1 0-1,1 1 1,0-1-1,1 0 1,-1 1 0,1-1-1,0 1 1,2 9-1,-1 0-59,-1-13-29,1 0 0,-1 0 0,0 0 0,1 0-1,0 0 1,-1 0 0,1-1 0,0 1-1,0 0 1,0-1 0,0 1 0,0 0 0,1-1-1,-1 1 1,0-1 0,1 0 0,-1 1-1,1-1 1,-1 0 0,1 0 0,0 0 0,-1 0-1,1 0 1,0-1 0,0 1 0,0 0 0,0-1-1,0 1 1,-1-1 0,1 0 0,0 0-1,0 0 1,0 0 0,0 0 0,3 0 0,-1 0-25,0 0 0,0 0 0,0-1 1,0 0-1,0 1 0,0-1 1,0-1-1,0 1 0,0 0 1,0-1-1,-1 0 0,1 0 1,-1 0-1,1 0 0,-1-1 1,4-3-1,-3 0 51,0-1 1,0 1 0,0-1-1,-1 0 1,0-1 0,-1 1-1,1 0 1,-1-1 0,-1 1-1,0-1 1,0 0 0,0 1-1,-1-1 1,0-8 0,0 10 33,-1 1 0,1-1 1,-1 0-1,0 1 0,0-1 1,0 1-1,-1 0 0,0-1 1,0 1-1,-1 0 0,1 0 1,-1 0-1,0 0 0,0 1 1,-1-1-1,1 1 1,-1 0-1,0 0 0,-9-7 1,11 10-173,-1 0 0,1 0 0,-1 0 1,0 0-1,0 0 0,1 1 0,-1-1 1,0 1-1,0-1 0,0 1 0,-4 1 1,-29 6-8378,15 3-1673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1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4706,'0'0'13118,"-9"-3"-11205,6 2-1838,1 0 124,-1 1 0,1-1 1,0 0-1,-1 1 0,1-1 1,0 1-1,-1 0 0,1 0 1,-1 0-1,1 0 0,-3 0 1,3 1-20,1 0 1,-1 0 0,0 0 0,1 0 0,-1 0 0,1 0 0,-1 1-1,1-1 1,0 0 0,-1 1 0,1-1 0,0 1 0,0-1-1,0 1 1,0 0 0,0-1 0,1 1 0,-1 0 0,0 0-1,0 3 1,-6 23 764,1 1 0,1 1 0,2-1 0,1 1-1,3 57 1,0-32-344,-18 650-105,7-555-500,-7 184-155,33-353-2839,-6 2 1070,-1-1 0,0-1 0,6-21 0,5-31-7133,-7-5-3148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0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3666,'0'0'10658,"0"3"-9682,0-2-908,0-1 0,0 1 0,1 0-1,-1-1 1,0 1 0,1-1 0,-1 1-1,0 0 1,1-1 0,-1 1 0,1-1-1,-1 1 1,1-1 0,-1 1 0,1-1-1,-1 1 1,1-1 0,-1 0 0,1 1-1,0-1 1,-1 0 0,1 0 0,1 1-1,24 4 1543,41-5 575,-42-1-2086,793-20 1214,-717 15-1359,552-45 2442,-479 49 379,-124 4-1519,99-9 1,-119 1-357,58-19 0,-39 9-318,-37 13-106,8-2-2512,-29 3-4047,-8 1 192,-3-1-2723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0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42 1185,'0'0'11882,"0"-5"-10017,0 0-1613,1-15 1439,-1 19-1530,-1 1 0,1-1 0,0 1 0,0-1 0,0 1 1,0-1-1,-1 1 0,1-1 0,0 1 0,0-1 0,-1 1 1,1-1-1,0 1 0,-1-1 0,1 1 0,-1-1 0,1 1 1,0 0-1,-1-1 0,1 1 0,-1 0 0,1 0 0,-1-1 1,1 1-1,-1 0 0,1 0 0,-1 0 0,0-1 0,1 1 1,-1 0-1,1 0 0,-1 0 0,0 0 0,0 0 51,1 0-1,-1 0 1,1 1-1,-1-1 1,1 0-1,-1 0 1,1 0-1,-1 1 1,1-1-1,-1 0 1,1 0-1,-1 1 1,1-1-1,0 0 1,-1 1 0,1-1-1,-1 1 1,1-1-1,0 0 1,-1 1-1,1-1 1,0 1-1,0-1 1,-1 1-1,1-1 1,0 1-1,-5 22 2002,6 35-2031,-1-39 714,11 171 339,-9-79-1066,-2-70-191,0-40-248,-28-1-17543,18 0 9257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 6675,'0'0'14761,"3"0"-13403,4 0-1262,12 3 3388,-18-2-3344,-1 0 1,1 0-1,0 0 0,-1 0 0,1 0 0,-1 0 0,1 0 1,-1 0-1,1 0 0,-1 1 0,0-1 0,0 0 0,1 0 0,-1 0 1,0 1-1,0-1 0,0 0 0,-1 2 0,1 1 10,0 1-1,0-1 1,0 0-1,-1 0 1,0 1-1,0-1 1,0 0-1,0 0 1,-4 8-1,3-10-132,1-1-1,0 1 0,0-1 0,-1 1 1,1-1-1,0 1 0,-1-1 1,0 0-1,1 0 0,-1 1 1,0-1-1,1-1 0,-1 1 0,0 0 1,0 0-1,0-1 0,0 1 1,0-1-1,0 1 0,0-1 1,0 0-1,0 0 0,-3 0 0,4 0 1,0 0-1,0 0 0,0-1 0,0 1 0,1 0 0,-1-1 0,0 1 0,0-1 0,0 1 0,0-1 0,0 1 0,1-1 0,-1 1 0,0-1 0,1 0 0,-1 0 0,0 1 0,1-1 0,-1 0 0,1 0 1,-1 0-1,1 0 0,-1 0 0,1 1 0,-1-3 0,0 0 11,0-1 0,0 0 1,0 0-1,1 0 0,-1 0 0,1 0 1,0-6-1,0 6-14,0 1 0,1-1 0,-1 1 1,1 0-1,0-1 0,0 1 0,0-1 0,1 1 0,1-3 0,-2 4-6,0 1 0,-1 0 0,1 0-1,0 0 1,0 0 0,0 0 0,0 0 0,0 0-1,0 0 1,0 0 0,0 0 0,1 1 0,-1-1-1,0 0 1,0 1 0,1-1 0,-1 1 0,0 0-1,1-1 1,-1 1 0,1 0 0,1 0 0,-2-1 10,0 1 1,1 0 0,-1 0-1,0 0 1,0 1 0,0-1 0,0 0-1,1 0 1,-1 1 0,0-1-1,0 0 1,0 1 0,0-1-1,0 1 1,0-1 0,0 1 0,0 0-1,0-1 1,0 1 0,0 0-1,-1 0 1,1 0 0,0 0-1,0 0 1,-1 0 0,1 0 0,-1 0-1,1 0 1,-1 0 0,1 0-1,-1 0 1,1 0 0,-1 0-1,0 0 1,0 0 0,0 1 0,1-1-1,-1 0 1,0 0 0,0 0-1,-1 0 1,1 1 0,0-1-1,0 0 1,-1 0 0,1 0 0,0 0-1,-1 0 1,1 0 0,-1 0-1,0 2 1,-2 0-18,0 0 0,0 0 0,0 0 0,0-1 0,-1 1 0,1-1 0,-1 0 0,0 0 0,1 0 0,-1 0 0,-5 1 0,-37 10 0,79-13-37,9 0-2607,0 0-4808,-3 0-2600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61 3057,'0'0'21936,"-11"5"-18537,5-1-3090,0 0 1,0 0-1,0 0 1,0-1-1,-1 0 1,1 0-1,-1 0 0,0-1 1,1 0-1,-1-1 1,0 1-1,-1-1 1,-9 0-1,17-2-307,-1 1 0,1-1 0,-1 1 0,1-1 0,-1 0-1,1 1 1,0-1 0,-1 1 0,1-1 0,0 0 0,-1 0 0,1 1-1,0-1 1,0 0 0,0 0 0,-1 1 0,1-1 0,0 0 0,0 0-1,0 1 1,0-1 0,1 0 0,-1 0 0,0-1 0,3-20-6,-1 18 4,0 0 0,1 0 0,-1 0 0,1 0 0,0 0 0,0 1 0,0 0 0,1-1 0,-1 1 0,1 0 0,0 1 0,-1-1 0,1 1 0,0-1 0,1 1 0,-1 0 0,0 1 0,1-1 0,-1 1 0,0 0 0,1 0 0,0 0 0,-1 1 0,9-1 0,-13 3 0,1 0 0,-1-1 0,1 1 0,-1 0 0,0-1 0,0 1 0,0 0 0,0-1 0,0 1 0,0 0 0,0 0 0,0-1 0,-1 1 0,0 2 0,-1-1 0,-1 0 0,1 1 0,-1-1 0,0 0 0,0 0 0,0-1 0,0 1 0,-1-1 0,1 1 0,-7 2 0,-41 19 0,39-19 0,-27 6 0,29-12 0,12-3 0,-1 4 0,3-6-40,0 2 0,1-1 0,0 0-1,0 1 1,0 0 0,0 0 0,1 0 0,-1 1 0,1 0 0,0 0-1,0 0 1,0 1 0,1 0 0,-1 0 0,0 0 0,1 1 0,-1 0-1,1 1 1,0-1 0,10 1 0,-1 5-4965,-6 13-4002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3217,'0'0'4435,"25"4"2429,235-11 1369,-2-1-6646,364 8-127,-606 1-1425,0 1 1,0 1-1,0 0 1,0 1 0,20 8-1,-19-6 4,0-1-1,0 0 0,0-2 1,27 3-1,104-4 567,84 5-233,-85-3 111,-111-4-289,-22-1-95,-1-1-1,0 0 0,0-1 0,-1-1 1,1 1-1,-1-2 0,19-9 1,-13 6 105,0 1 1,33-9 0,52-2 500,49-12-337,25-4 399,-131 26 168,-30 6-1000,23-3 1360,-34 3-2759,-21 1-3193,-17 3-246,-11 10-2815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24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34 1617,'0'0'4871,"1"-2"-2619,-1 1-1909,0 0-1,1 0 1,-1 0-1,0 0 1,0 0-1,1 0 1,-1 1-1,0-1 1,0 0-1,0 0 1,0 0-1,0 0 1,0 0-1,-1 0 1,1 0-1,0 0 1,0 0-1,-1 0 1,1 1-1,0-1 1,-1 0-1,1 0 1,-1 0-1,1 0 1,-1 1-1,1-1 1,-1 0-1,0 1 1,1-1-1,-1 0 1,0 1-1,0-1 1,-20-3 5746,3 6-6028,13-1 68,0 0-1,0 1 1,1-1-1,-1 1 0,1 0 1,0 1-1,-1-1 0,1 1 1,0 0-1,0 0 1,1 0-1,-1 0 0,1 1 1,-1-1-1,1 1 1,-4 6-1,3-4 87,1-1 0,-1 1 0,1 0 0,0 0 0,1 1 0,0-1 0,-1 0 0,2 1 0,-1 0 0,1-1 0,-1 11 0,3-17-196,-1 1 0,0 0 1,1 0-1,-1-1 0,0 1 1,1 0-1,-1 0 0,1-1 1,-1 1-1,1 0 0,-1-1 1,1 1-1,0-1 1,-1 1-1,1-1 0,0 1 1,0-1-1,-1 1 0,1-1 1,0 0-1,0 1 0,-1-1 1,2 0-1,25 8 177,-19-6-91,13 2 34,0-1-1,0-1 1,1 0-1,22-3 0,-27 1-16,-16 0-113,0 0-1,0-1 1,0 1 0,0 0-1,0-1 1,0 1 0,0-1 0,0 0-1,0 1 1,-1-1 0,1 0-1,0 1 1,0-1 0,-1 0-1,1 0 1,0 0 0,-1 0 0,1 0-1,-1 1 1,1-1 0,-1 0-1,0 0 1,1 0 0,-1 0 0,0 0-1,0 0 1,1-1 0,-1 0-1,3-31-28,-3 26 20,-1 1 0,0 0 0,0 0 0,0-1 0,-1 1 0,0 0 0,0 0 0,-4-7 0,5 10 0,-1-1 0,0 1 0,0 0 0,0-1 0,-1 1 0,1 0 0,-1 1 0,0-1 0,0 0 0,0 1 0,0 0 0,0-1 0,0 1 0,-7-3 0,6 4 0,-1 1 0,1-1 0,-1 1 0,1-1 0,-1 1 0,-7 1 0,-2 0 0,13 0-7,1-1-1,0 0 1,-1 0 0,1 1 0,0-1-1,0 0 1,-1 1 0,1-1 0,0 1-1,0-1 1,0 0 0,-1 1 0,1-1-1,0 1 1,0-1 0,0 0 0,0 1-1,0-1 1,0 1 0,0-1 0,0 1-1,0-1 1,0 1 0,0-1 0,0 1-1,4 5-4845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3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49 5523,'0'0'4362,"-1"-8"-3426,-2-3-315,0-6-90,2 5 7446,4 84-6595,-1-36-836,-4 54 0,6-98-424,0 0 1,1 0-1,0 1 1,0 0 0,6-7-1,-7 9-129,0 1 0,0 0 0,1 0 0,-1 0 0,8-4 0,-10 7 5,-1 0 0,1 0-1,0 1 1,-1-1 0,1 0 0,0 1-1,0-1 1,-1 1 0,1 0 0,0-1-1,0 1 1,0 0 0,0 0 0,-1 0 0,1 0-1,0 1 1,0-1 0,2 1 0,-2 0 1,1 1-1,-1 0 1,0 0 0,0-1 0,0 1 0,0 1 0,0-1 0,0 0 0,-1 0 0,1 1 0,-1-1 0,0 1 0,1-1 0,-1 1 0,0-1 0,-1 1 0,2 4 0,9 48 89,-8-33 367,-2 1 1,-2 37 0,1-54-353,0-1 1,-1 0-1,0 0 1,0 1-1,0-1 1,-1 0 0,0 0-1,0 0 1,0 0-1,0-1 1,-1 1-1,0-1 1,0 1-1,0-1 1,0 0 0,-1 0-1,-5 5 1,4-7-83,0 1-1,0-1 1,-1 0 0,0 0 0,1 0 0,-1-1 0,0 0-1,1 0 1,-1 0 0,0-1 0,0 0 0,0 0 0,-6-1-1,5 0-356,0 0 0,0 0 0,0 0 0,1-1 0,-1 0 0,0 0 0,1-1 0,0 0 1,-1 0-1,-9-7 0,13 7-567,1 0 0,-1 1 0,1-2 0,0 1 1,0 0-1,1 0 0,-1-1 0,1 1 1,-1 0-1,0-6 0,-2-2-2991,-4-10-4804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3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1681,'0'0'11333,"98"-120"-10597,-75 108-239,2-1-145,2 5-144,-1 4-208,1 2-16,0 0-817,0 2-1936,2-5-1681,-2 3-1697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3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6147,'0'0'8740,"-9"21"-6721,-26 67-458,33-82-1350,0 0 1,0-1-1,0 1 1,1 0-1,-1 0 0,1 0 1,1 0-1,-1 0 1,1 1-1,0-1 0,2 9 1,0-2 60,-2-11-245,1 1 1,0 0-1,-1-1 0,1 1 0,1-1 0,-1 1 0,0-1 0,1 1 0,-1-1 0,1 0 0,0 0 0,-1 1 0,1-1 0,0 0 0,0-1 0,1 1 0,-1 0 0,0-1 0,1 1 1,-1-1-1,0 0 0,1 0 0,0 0 0,-1 0 0,1 0 0,3 0 0,3 2 3,0-2 0,0 1 0,0-1 1,0 0-1,0-1 0,17-1 0,-23 0-20,-1 0 0,1 0 0,-1 0 0,1 0 0,-1 0 0,0-1 0,1 1 0,-1-1 0,0 0 0,0 1 0,0-1 0,0 0 0,-1 0 0,1 0 0,-1 0 0,1-1 0,-1 1 0,1 0 0,-1-1 0,0 1 0,0-1 0,0 1-1,-1-1 1,2-3 0,1-5 57,-1 0-1,0 0 1,-1-1-1,1-15 1,-2 24-2,0 1 0,-1-1 0,1 1 0,-1 0 0,1-1-1,-1 1 1,0 0 0,1 0 0,-1 0 0,-1 0 0,1 0 0,0 0 0,0 0 0,-1 0 0,1 0 0,-1 0 0,-1-1 0,-2-1 32,1 0-1,-1 1 1,0 0 0,0 0-1,0 0 1,-10-3 0,1 1-105,1 1 1,-1 1-1,0 0 1,0 0-1,-16 1 1,19 1-347,0 1-852,1-1 0,-1 2 1,-13 1-1,21-1 164,-1 0 1,1-1 0,-1 2 0,1-1 0,0 0-1,0 1 1,-1-1 0,-2 4 0,-17 13-8868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4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377 596 80,'0'0'4154,"-5"-5"-3183,-11-17-133,15 21-770,0 0 0,1 0 1,-1 0-1,1 0 1,-1 0-1,1 0 0,0 0 1,-1 0-1,1 0 0,0 0 1,0 0-1,0 0 0,-1 0 1,1 0-1,0 0 0,1 0 1,-1-1-1,0 1 0,0 0 1,0 0-1,1 0 0,-1 0 1,0 0-1,1 0 1,-1 0-1,1 0 0,-1 0 1,1 0-1,0-1 0,24-20 1137,-19 18-733,25-20 409,2 1 1,0 2-1,1 1 0,1 2 1,1 2-1,50-17 0,236-51 1277,-192 55-1078,308-48 1931,-248 49-1476,96-35-659,16-3 718,-245 61-819,1 2-1,80 7 1,-13 0-25,-105-4-615,2-2-11,0 2-1,0 1 1,0 1 0,0 0 0,0 2-1,0 0 1,-1 2 0,22 8-1,-33-9-111,-8-5 7,0 0 0,0 1 1,0-1-1,-1 1 0,1 0 1,0 0-1,-1-1 0,1 1 1,-1 0-1,1 0 0,-1 1 1,1-1-1,-1 0 0,0 0 1,1 1-1,-1-1 0,0 1 1,0-1-1,0 1 0,0-1 1,0 1-1,-1-1 0,1 1 1,0 0-1,-1 0 1,1-1-1,-1 1 0,0 0 1,1 0-1,-1 0 0,0 0 1,0-1-1,0 1 0,-1 2 1,0 139 1145,7 215-911,5-274-231,41 153 0,-11-65-5,-19-66-11,1 0 18,-4 0-1,7 141 0,-24-223-24,1 1 0,1-1 0,2 0 0,0 0 0,1 0 0,15 31 0,-22-55 0,11 34-8,-1 0 1,-1 1-1,-2 0 0,3 45 0,-3 143-254,-7-223 200,0 0-61,-1 0 126,0 0-1,0 0 1,1-1-1,-1 1 0,0 0 1,1-1-1,-1 1 1,1 0-1,-1-1 1,0 1-1,1-1 1,-1 1-1,1-1 0,-1 1 1,1-1-1,-1 1 1,1-1-1,-1 0 1,0 0-4,1 0 1,-1 0-1,1 0 0,-1 0 1,0 1-1,1-1 1,-1 0-1,0 0 1,0 1-1,0-1 1,0 1-1,0-1 1,1 1-1,-1-1 0,0 1 1,0 0-1,0-1 1,0 1-1,0 0 1,-2-1-1,-12 1-23,2 0-22,1 0 0,0 0 0,-1 1 0,1 1-1,0 0 1,-13 4 0,-268 120-1165,173-71 539,-206 75-771,272-113 1382,0-2-1,0-3 1,-1-2-1,-71 4 1,-33-13 70,-37 3 51,161-2-57,1 3-1,-1 1 1,-53 16 0,-85 50-54,58-21 19,108-48 33,0-1 0,0 0-1,-1 0 1,1-1 0,0 0 0,-1 0-1,1-1 1,-1 0 0,1 0 0,-10-2 0,-3-2 4,0 0 0,-25-11 0,23 8-1,-37-9 0,30 13-17,-47 0 0,51 4-3,0-2 0,-46-8-1,56 6 5,-23-5-8,-70-25-1,-40-15 5,1-1 69,127 41-52,1-1 0,0-1 0,1-1 0,0 0 0,-23-20 0,23 15 2,0 1 0,-1 1 0,-1 0 0,-33-16 1,52 30-1,0-1 1,-1 0-1,1-1 1,-1 1 0,1 0-1,0 0 1,0 0-1,0-1 1,-1 1 0,1-1-1,1 1 1,-3-3-1,-11-13 119,3-7 301,10 16-512,4 15-723,-1-3-90,0 0-1,0 1 0,1-2 1,-1 1-1,1 0 0,0 0 1,0-1-1,7 6 0,-4-3-1879,7 7-6054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5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53 816,'0'0'12617,"-7"-9"-10606,-24-26-367,23 26 2064,8 13-2931,1 1-679,0 0 0,0 0 0,1 0 1,-1 0-1,1-1 0,0 1 1,1 0-1,-1-1 0,1 1 0,0-1 1,0 0-1,0 0 0,0 0 1,1 0-1,0-1 0,0 1 0,5 3 1,14 11 408,46 25 0,-56-36-390,273 137 1515,-32-19 1,-122-42-1101,-82-50-340,1-2 0,69 30-1,-47-30 70,130 58 402,-167-70-601,0 2-1,-1 1 0,46 40 0,-16-6 29,2 4-34,1-4 0,150 93 1,-154-113-9,159 80 0,-210-109-42,0-1 1,-1 2 0,0-1 0,0 2 0,18 16 0,-7-2 18,26 37-1,-14-18-21,-14-18 6,-1 1-1,-2 1 1,27 49 0,-18-17 67,40 77 115,-55-114-118,0-1-1,2-1 1,0 0-1,20 20 0,56 45 1569,-81-76-1641,9 10 0,-18-16 0,0-2-28,0 0 1,-1 0-1,1 0 1,0 0-1,-1 0 1,1 0-1,0 0 0,-1 0 1,1 0-1,0 0 1,-1 0-1,1 0 1,-1 0-1,1 0 0,0 0 1,-1 0-1,1 0 1,0 0-1,0-1 1,-1 1-1,1 0 1,0 0-1,-1 0 0,1 0 1,0-1-1,0 1 1,-1 0-1,1 0 1,-1-1-1,-8-9-1660,-1 1 1,2-2-1,-15-19 1,15 18-530,0 1 1,-1 0 0,0 0-1,-14-11 1,-4 1-5009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4:57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97 408 1969,'0'0'8756,"-8"2"-6891,-22 5 154,28-6-1624,0 0 0,0 0-1,1 0 1,-1 1-1,0-1 1,0 0-1,1 1 1,-1 0 0,0-1-1,1 1 1,0 0-1,-1 0 1,1-1-1,0 1 1,0 0 0,0 0-1,0 0 1,0 3-1,-4 5 1340,4-9-1579,1 0 1,-1 0-1,0 0 0,1 0 0,-1-1 1,0 1-1,0 0 0,1 0 0,-1-1 1,0 1-1,0-1 0,0 1 0,0-1 0,0 1 1,0-1-1,0 1 0,0-1 0,0 0 1,0 1-1,0-1 0,0 0 0,0 0 1,0 0-1,0 0 0,-2 0 2874,34 0-1516,78 14-1009,160-11-504,-260-2 0,0 1 0,0 0 0,-1 1 0,1 0 0,0 0 0,-1 1 0,0 0 0,11 7 0,-8-5 0,1 1 0,0-2 0,18 7 0,-21-10 0,-3 0 0,0 0 0,-1-1 0,1 0 0,0 0 0,6 0 0,-10-1 0,-15-5 0,-9-9 0,15 5 0,1 1 0,1-1 0,0 0 0,0 0 0,0-1 0,1 1 0,1-1 0,0 0 0,0 0 0,1 0 0,-2-14 0,0-16 0,3-63 0,1 67 0,7-48 0,-2 43 0,0-71 0,-6 112 1,1 0 0,0 0-1,-1 0 1,1 0 0,0 0 0,-1 0 0,1 0-1,0 0 1,-1 0 0,1 0 0,0 0-1,-1 0 1,1 0 0,0 1 0,-1-1 0,1 0-1,0 0 1,0 0 0,-1 1 0,1-1-1,0 0 1,0 0 0,-1 1 0,1-1 0,0 0-1,0 0 1,0 1 0,-1-1 0,1 0 0,0 1-1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5:1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5314,'0'0'10475,"1"-3"-9678,8-7 6492,-8 35 2924,-2-8-12489,4 45 2740,14 80 0,-8-79-437,-1-22-27,-5-28 0,-1 1 0,2 25 0,-2-27 942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5:4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1 703 3986,'0'0'5768,"1"-6"-4789,1-1-729,1-9 1452,2 0 1,11-29-1,-10 20 52,-6 14 1822,10 17-1849,-1 17-1278,-2 0 0,-1 0 0,-1 1 0,2 34 0,4 11-203,-5-29-183,0 0-55,-4-31 227,-2-14 284,-1-17-484,-1 0 1,-7-26-1,-3-34-51,10 33 7,2 0-1,2 1 0,3-1 0,1 1 1,20-73-1,-17 91 14,1 1 1,1 0-1,2 0 1,0 1-1,2 1 1,2 0 0,0 1-1,1 1 1,38-38-1,-52 59-1,0 0 1,0 0-1,0 1 0,1 0 0,0 0 1,-1 0-1,1 1 0,9-4 0,-12 5-4,0 1 0,0-1 0,0 1 0,0-1 0,0 1 0,1 0 0,-1 0 0,0 0 0,0 0 0,0 0 0,1 0 0,-1 1 0,0-1 0,0 1-1,0 0 1,0-1 0,0 1 0,0 0 0,0 0 0,0 0 0,0 1 0,0-1 0,0 0 0,2 3 0,1 2-4,0 1-1,0-1 1,-1 1 0,0 0-1,0 0 1,-1 0 0,0 0 0,0 1-1,0-1 1,-1 1 0,2 15-1,0 6-19,-1 56-1,-3-79 65,0-1 1,0 1-1,-1-1 0,0 1 0,0-1 1,0 1-1,-1-1 0,0 0 1,0 0-1,0 0 0,-1 0 0,0 0 1,0 0-1,0-1 0,0 1 0,-1-1 1,1 0-1,-1 0 0,0 0 1,0-1-1,-1 1 0,1-1 0,-1 0 1,0 0-1,-9 4 0,-7 1 180,1-1 0,-1-1 0,-1-1 0,1-1 0,-26 2 0,46-6-146,-1 0 0,1 0 0,0 0 0,0 0 1,-1 1-1,1-1 0,0 0 0,0 1 1,0-1-1,-1 1 0,1-1 0,0 1 1,0 0-1,0-1 0,0 1 0,0 0 0,0 0 1,-1 1-1,2-2-25,0 1 0,0 0 0,-1-1 0,1 1 0,0 0 0,0 0 0,0-1 1,0 1-1,0 0 0,0-1 0,0 1 0,0 0 0,0-1 0,0 1 0,1 0 0,-1-1 0,0 1 0,0 0 1,1-1-1,-1 1 0,0 0 0,2 0 0,1 4 132,1 0 1,0 0-1,1-1 1,-1 0-1,8 5 1,48 37 50,84 47-1,-120-79-235,1-1 0,1-1-1,0-2 1,0 0 0,1-2-1,47 8 1,4-15 5,-82-1-1671,-5 0-4638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5:4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43 171 3698,'0'0'12814,"-5"4"-11667,-5 6-727,9-8-11,-1 0-1,1 0 1,0 0-1,-1 1 1,1-1 0,0 0-1,0 1 1,1-1-1,-1 1 1,1-1 0,-1 1-1,1-1 1,0 1-1,-1-1 1,2 4 0,0 112 3591,-3 129-3009,-8-147-631,10-99-189,0-6 3,-2-91 36,0 35-367,10-118 0,-4 156 64,2-1 0,0 1 0,1 0 0,1 1 1,1 0-1,1 0 0,13-21 0,-16 31 0,1 0-1,0 1 0,1 0 1,0 0-1,0 1 0,1 0 0,1 1 1,0 0-1,0 0 0,1 1 0,-1 1 1,2 0-1,14-6 0,-24 11 72,0 1 0,0 0 0,0 0 0,0 0 0,0 0 0,0 0 0,1 1 0,-1-1 0,0 1 0,0 0 0,0 0 0,1 0 1,-1 0-1,0 1 0,0-1 0,0 1 0,0 0 0,0 0 0,0 0 0,0 0 0,0 1 0,0-1 0,0 1 0,-1-1 0,1 1 0,4 4 0,-3-1 26,-1 0 1,0-1-1,-1 1 0,1 0 1,-1 1-1,0-1 0,0 0 1,-1 0-1,1 1 0,-1-1 1,-1 1-1,1 0 0,-1-1 1,0 9-1,1-9 16,-1 0 0,0 0 1,0 0-1,-1 1 0,1-1 0,-1 0 1,0 0-1,-1 0 0,1 0 0,-1 0 1,0 0-1,0 0 0,-1-1 0,1 1 0,-1-1 1,0 1-1,0-1 0,-1 0 0,1 0 1,-1-1-1,0 1 0,0-1 0,-5 4 1,-22 15 131,-1-1 0,-1-1 0,-1-2 0,-42 16 0,28-13 704,47-20-785,-1 0-1,1-1 0,-1 1 1,1 0-1,0 0 1,-1 0-1,1 0 0,0 0 1,0 0-1,0 0 0,-1 0 1,1 1-1,0-1 1,1 0-1,-1 1 0,0-1 1,0 1-1,1-1 1,-1 1-1,0-1 0,1 1 1,0-1-1,-1 1 0,1 0 1,0-1-1,0 1 1,0-1-1,0 1 0,0 0 1,1 2-1,-1-1-16,1 0-1,0 0 1,0-1-1,0 1 1,1 0-1,-1 0 1,1-1 0,-1 1-1,1-1 1,0 1-1,0-1 1,0 0-1,0 0 1,1 0-1,2 3 1,30 14-54,0-1 0,1-2 0,0-1 0,67 17 0,-102-32 0,35 10 0,-1 1 0,0 2 0,-1 2 0,46 26 0,-58-28-15,-13-8-68,0 0-1,0 0 1,-1 1-1,13 12 1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0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3970,'0'0'6635,"-4"0"-6251,2 0-311,-8-2 509,9-10 8199,24 27-3400,31 38-3141,80 61 0,-11-10-1065,22 16-419,258 182-206,-325-251-550,87 42 0,-42-26 0,44 27 0,128 76 0,-226-123 0,-3 3 0,-2 3 0,66 69 0,-37-22 0,90 126 0,-106-115 0,-41-58 0,76 89 0,-107-137 18,1 0 0,0 0 0,0-1 0,0 0 1,1 0-1,-1-1 0,1 1 0,0-1 0,0-1 0,0 0 0,0 0 0,1 0 1,11 1-1,6-1-4831,1-1-5213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0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1569,'0'0'10863,"0"9"-6570,25 102 3904,8 3-3803,-13-49-2896,-15-48-1255,0 0 0,2 0 1,0-1-1,1 0 0,1 0 0,18 25 0,-19-31-218,1 0 0,1 0 0,0-1 0,0 0 1,0-1-1,1 0 0,0-1 0,1 0 0,20 8 0,74 28-25,-106-43 0,1 0 0,-1 0 0,1 0 0,-1 0 0,0 0 0,1 0 0,-1 0 0,0 1 0,1-1 0,-1 0 0,1 0 0,-1 0 0,0 0 0,0 1 0,1-1 0,-1 0 0,0 0 0,1 1 0,-1-1 0,0 0 0,0 1 0,1-1 0,-1 0 0,0 0 0,0 1 0,0-1 0,0 1 0,1-1 0,-1 0 0,0 1 0,0-1 0,0 0 0,0 1 0,0-1 0,0 1 0,0-1 0,0 0 0,0 1 0,0-1 0,0 0 0,0 1 0,0-1 0,0 1 0,-1-1 0,1 0 0,0 1 0,0-1 0,0 0 0,0 1 0,-1-1 0,1 1 0,-22 11 0,-62 13 0,-101 15 0,108-25 0,-145 46 0,206-55 57,1 1-1,-1 0 1,2 1 0,-1 1-1,-24 20 1,34-26-155,1 1 0,0 0 0,1 1 0,-1-1 0,1 1 0,0-1 0,0 1 0,0 0 0,-2 7 0,3-9-206,1 1-1,1-1 0,-1 1 1,0-1-1,1 1 0,0 0 1,0-1-1,0 1 0,0-1 1,0 1-1,1-1 0,0 1 1,0 0-1,0-1 0,2 7 0,-1-8-280,-1 0 0,1 1-1,-1-1 1,1 0 0,0 0-1,0 0 1,0 0-1,0 0 1,0 0 0,0 0-1,4 2 1,37 16-11079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0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4386,'0'1'11811,"1"5"-9157,2-1-2201,0 1-1,0-1 1,-1 1-1,1 0 1,-1-1 0,-1 1-1,1 0 1,-1 0-1,0 1 1,0-1-1,-1 8 1,2 4 212,22 221 3783,-8 127-2227,-3-50-1596,59 758-99,14-176-526,-80-864-1155,-6-55-2668,-1-19 1494,0-129-9263,0 55 2142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0 661 224,'0'0'8343,"0"-5"-7060,0-15-538,0 5 5868,26 24-2859,-17-5-3308,-1-1 0,1 1 0,0-1 0,0-1 0,0 0 0,0 0 0,13 0 0,68-2 1026,-40-1-779,8-1-141,0-3 1,57-11 0,119-35 146,-124 26-554,1728-315 600,-1423 289 52,542-82-527,-903 120-249,-39 9 358,0 1 0,0 0 0,27-2 0,-42 24-158,-4-7-221,0-1 0,-1 1 0,0-1 0,-1 0 0,0-1 0,0 1 0,-11 11 0,-19 33 0,23-28 0,1 1 0,2 1 0,0 0 0,-9 48 0,-9 123 0,26-180 0,-56 712 0,14-129 0,32-479 0,-37 594 0,-14 180 0,62-889 0,-1 5 0,0 0 0,-1 1 0,-5 16 0,5-31 0,0-9 0,-2-12 0,5 21 0,-4-19 0,0-3 0,-1 1 0,0 0 0,-2 0 0,-12-28 0,17 46 0,0 1 0,0-1 0,-1 1 0,1-1 0,-1 1 0,1 0 0,-1-1 0,0 1 0,0 1 0,0-1 0,0 0 0,0 1 0,0 0 0,0-1 0,0 1 0,-1 0 0,1 1 0,0-1 0,-1 1 0,-4-1 0,-9 0 0,-1 1 0,-29 2 0,37-1 0,-30 4-156,0 2 0,-39 12 0,4 0-830,-544 111-4830,-319 39 5264,647-126 2411,-476 9 1,702-53-1684,63 1-167,0-1 0,1 1 0,-1 0 1,1 0-1,-1-1 0,0 1 0,1-1 0,-1 1 0,1-1 0,-1 0 1,1 0-1,-2-1 0,2 2-10,1-1 1,0 1 0,0 0-1,0-1 1,0 1-1,0-1 1,0 1-1,0-1 1,0 1-1,0 0 1,0-1 0,0 1-1,0-1 1,0 1-1,0-1 1,0 1-1,0 0 1,0-1-1,1 1 1,-1-1-1,0 1 1,0 0 0,1-1-1,-1 1 1,0 0-1,0-1 1,1 1-1,-1 0 1,0-1-1,1 1 1,-1 0-1,0 0 1,1-1 0,-1 1-1,1 0 1,-1 0-1,0 0 1,1-1-1,-1 1 1,1 0-1,-1 0 1,1 0-1,-1 0 1,1 0 0,10-5-116,0 1 1,0 1-1,1-1 1,-1 2 0,23-3-1,68 0-1597,-82 4 1171,182 1-9890,-101 0 428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184 890 80,'0'0'603,"-19"-6"323,-62-19 120,76 24-714,-1-1 0,0 0 1,1 0-1,-1-1 1,1 0-1,0 0 0,0 0 1,0-1-1,0 1 1,1-1-1,-9-9 0,11 10 154,1 0 0,-1-1 0,0 1 0,1 0 0,0-1-1,0 1 1,0-1 0,0 0 0,1 1 0,-1-1 0,1 0 0,0 1-1,0-1 1,0 0 0,0 1 0,2-6 0,-1 8-344,0-1-1,0 1 1,0 0 0,0-1-1,0 1 1,1 0 0,-1-1 0,0 1-1,1 0 1,-1 0 0,1 0 0,-1 0-1,1 1 1,0-1 0,-1 0 0,1 1-1,0-1 1,0 1 0,-1-1-1,4 1 1,4-3 254,53-15 1278,100-16 0,-79 19-1124,1114-191 1801,219-44-2483,-1406 248 125,285-68-194,-240 54 222,-1-3 1,-1-2-1,56-31 1,-103 48 199,0 1 1,0-1 0,1 1-1,0 1 1,-1-1 0,1 1-1,10-2 1,-15 4-214,0 0-1,0 1 1,0-1 0,0 0 0,0 1 0,0-1-1,0 1 1,0 0 0,0-1 0,0 1-1,0 0 1,-1 0 0,1 0 0,0 1-1,-1-1 1,1 0 0,0 1 0,-1-1 0,0 1-1,1-1 1,-1 1 0,0 0 0,0-1-1,0 1 1,0 0 0,0 0 0,0 0 0,0 0-1,0 3 1,0-4-235,0 1-1,-1-1 0,1 1 1,0-1-1,-1 1 1,1 0-1,-1-1 1,0 1-1,0 0 1,1 0-1,-1-1 1,0 1-1,0 0 1,-1-1-1,1 1 1,0 0-1,-1 0 1,1-1-1,-1 1 1,1-1-1,-1 1 1,0 0-1,1-1 1,-1 1-1,0-1 1,0 0-1,0 1 1,0-1-1,0 0 1,-1 1-1,1-1 1,0 0-1,-1 0 1,1 0-1,-1 0 1,1 0-1,-1 0 0,1-1 1,-1 1-1,1-1 1,-1 1-1,-2 0 1,-42 12-8166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177 655 4770,'0'0'2225,"-18"0"-952,4 1-906,-22-1 777,1 3 0,-38 6 0,97-10 3517,34 2-2130,-5 0-956,399-32 3375,-2-35-3903,-282 39-433,1129-181 151,-1236 198-756,78-11-5,265-79-1,-367 85 136,0-2-1,0-1 1,-2-2 0,0-2-1,37-30 1,-48 36 299,-10 5-123,-10 7-235,1 0 0,-1 0-1,1 1 1,0 0 0,0 0 0,0 0 0,0 0-1,1 1 1,-1 0 0,7-2 0,-12 4 192,-2 8-243,-3-2-222,-1 0 0,1 0 0,-1-1 0,0 1 0,-1-1 0,1-1 0,-1 1-1,0-1 1,0-1 0,-12 6 0,-14 3-4216,-39 9 1,46-14 780,-25 7-4453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10533,'0'0'10773,"4"24"-8799,37 167 1353,-19-83-2097,-4 1 1,-6 0 0,-1 176-1,-9-115-886,-2-169-336,1-8-328,4-65-3340,-4 22-3558,-1 42 5381,-4-6-5500,-11 6-2059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2913,'0'0'15426,"9"7"-13879,28 26 41,-35-31-1312,0 1-1,1-1 1,-1 1 0,0 0 0,0 0-1,-1 0 1,1 0 0,-1 0-1,1 1 1,-1-1 0,0 0 0,0 1-1,0-1 1,-1 0 0,1 1 0,-1-1-1,0 1 1,0-1 0,-1 5 0,1-1 609,0-6-814,-1-1-1,1 1 1,0-1 0,-1 0-1,1 1 1,-1-1 0,1 1-1,-1-1 1,0 0 0,1 1-1,-1-1 1,1 0 0,-1 0-1,0 1 1,1-1-1,-1 0 1,1 0 0,-1 0-1,0 0 1,1 0 0,-1 0-1,0 0 1,1 0 0,-1 0-1,-1 0 1,-20-2 392,19 1-438,0 0 0,0 0 0,0 0 0,0-1 0,0 1 0,1-1 0,-1 0 0,0 0 0,1 0 0,-1 0 0,1 0 0,0 0 1,-1-1-1,1 1 0,0-1 0,1 1 0,-3-4 0,2 1 25,-1 1-1,1-1 1,0 0 0,0 0-1,1-1 1,-1 1 0,1 0-1,0-1 1,1 1 0,-1-6 0,28 11-69,-25 1 38,0-1 0,-1 1-1,1 0 1,-1 0 0,1-1 0,-1 1 0,1 0 0,-1 0 0,0 0-1,0 1 1,1-1 0,-1 0 0,0 0 0,0 1 0,0-1-1,0 0 1,0 1 0,-1-1 0,1 1 0,0 0 0,-1-1-1,1 1 1,-1-1 0,1 1 0,-1 0 0,0-1 0,0 1-1,0 0 1,0 1 0,1 0-130,-1-1 0,1 1 0,-1-1-1,1 1 1,0-1 0,0 1 0,0-1 0,0 0-1,2 3 1,-3-4-213,1 0 0,0-1 1,0 1-1,0 0 0,0-1 0,0 1 0,0-1 0,0 0 0,1 1 0,-1-1 0,0 0 0,0 1 0,0-1 1,0 0-1,0 0 0,0 0 0,1 0 0,-1 0 0,0 0 0,0 0 0,0-1 0,0 1 0,0 0 0,0-1 1,1 1-1,0-1 0,20-10-11196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3153,'0'0'11211,"16"7"2587,-16 6-13591,-2-1 0,1 1 0,-2-1 0,0 0 0,0 1 0,-1-1 0,-10 19 0,-2 9 13,12-29-123,2-7-73,0 0-1,0 0 0,1 0 1,-1 0-1,1 1 0,0-1 1,0 1-1,1-1 0,-1 0 1,1 1-1,0-1 0,0 1 1,1 8-1,2-12-17,-1 0-1,1 1 1,-1-1-1,1-1 1,0 1-1,-1 0 1,1 0 0,0-1-1,0 0 1,-1 0-1,1 1 1,0-1-1,4-1 1,0 1 25,23 1 85,158-1 388,-167-1-420,0-2 1,0 0-1,-1-1 1,1-1 0,-1-1-1,35-16 1,-51 17-210,-13 3-867,-23 0-4959,17 2-1543,4-5 606,2-11 45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4466,'0'0'11048,"-5"22"-8010,2-13-2690,-39 143 4237,32-119-3628,1 1-1,1 0 0,2 1 0,-3 63 0,9-97-1172,1 0 0,0 0 0,-1 0-1,1 0 1,0-1 0,-1 1 0,1 0 0,0 0-1,0 0 1,0-1 0,-1 1 0,1-1 0,0 1-1,0 0 1,0-1 0,0 0 0,0 1 0,0-1-1,0 0 1,1 1 0,-1-1 0,0 0 0,0 0-1,0 0 1,0 0 0,0 0 0,0 0-1,0 0 1,0 0 0,2-1 0,36-3-8038,-12-8 1043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1:1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179 188 11925,'0'0'3151,"-19"3"-355,-62 9 688,78-12-3293,-1 1 0,0 0 0,0-1 0,1 2 0,-1-1 0,1 0 0,-1 1 0,1 0 0,-1 0 0,1 0 0,0 0 0,0 0 0,0 0 0,0 1 0,0 0 0,1-1 0,-1 1 0,1 0 0,0 1 0,-1-1 0,-1 5 0,2-2-50,0 0 0,1 0-1,0 0 1,0 0-1,0 1 1,0-1 0,1 0-1,0 0 1,3 13-1,-3-17-116,1 0-1,0 1 0,0-1 0,-1 0 1,2 0-1,-1 0 0,0 0 0,0 0 1,1 0-1,-1 0 0,1-1 0,-1 1 1,1-1-1,0 1 0,0-1 0,0 1 1,0-1-1,0 0 0,0 0 0,0 0 1,0 0-1,0 0 0,1 0 0,-1-1 1,0 1-1,0-1 0,3 1 0,9 1 86,1 0-1,-1-1 0,16-1 0,-26 0-103,3 0 43,1-1 1,-1 1 0,1-2-1,-1 1 1,0-1-1,0 0 1,1-1 0,-1 0-1,-1 0 1,1 0-1,0-1 1,-1 0-1,0 0 1,0-1 0,0 0-1,0 0 1,-1 0-1,0 0 1,0-1 0,0 0-1,-1 0 1,0-1-1,0 1 1,0-1 0,-1 0-1,0 0 1,-1 0-1,1 0 1,-1 0-1,-1 0 1,1-1 0,0-12-1,-1 11 94,-1-1-1,0 1 0,0 0 1,-1 0-1,0-1 1,0 1-1,-1 0 0,0 0 1,-1 0-1,0 1 1,-1-1-1,1 1 0,-2-1 1,1 1-1,-1 1 1,0-1-1,-1 1 0,0-1 1,0 1-1,0 1 1,-15-12-1,20 17-138,-1 0-1,0-1 1,0 1-1,0 0 1,0 0-1,0 0 1,0 1-1,0-1 1,0 0-1,0 1 1,-1-1 0,1 1-1,0 0 1,0 0-1,-1 0 1,1 0-1,-4 0 1,5 1-23,0-1-1,0 1 1,0 0 0,0-1-1,0 1 1,0 0 0,0 0 0,0 0-1,0 0 1,0-1 0,0 1-1,0 1 1,1-1 0,-1 0-1,0 0 1,1 0 0,-1 0 0,1 0-1,-1 1 1,1-1 0,0 0-1,0 0 1,-1 1 0,1-1 0,0 0-1,0 1 1,0-1 0,0 0-1,0 2 1,0-2-285,0 1 0,0 0 0,0-1 0,0 1 0,1-1 0,-1 1 0,0 0 0,1-1 0,-1 1 1,1-1-1,-1 1 0,1-1 0,0 1 0,0-1 0,-1 0 0,1 1 0,0-1 0,0 0 0,0 0 0,1 0 0,-1 1 0,0-1 0,0 0 0,3 1 0,1 0-926,-1-1 0,1 1 0,0-1 0,-1 0 0,1 0 0,0-1 0,7 1 0,27 0-9339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5:4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2889 2827 3201,'0'0'7033,"-2"15"-2372,4-160 1999,1 35-6276,-5 1 0,-16-110-1,-10 60-458,-7 2-1,-101-283 1,93 341-73,-4 1 0,-112-172 1,-152-157 20,284 392 150,-165-194-16,159 197-103,0 1 1,-2 2 0,-1 1-1,-62-36 1,38 31-330,-95-37-1,122 58 362,-1 1-1,0 2 0,0 2 1,-62-6-1,24 8 108,-130 9 0,180-1 14,-1 1 1,1 2-1,0 0 1,0 1-1,0 1 1,1 2-1,-30 17 1,-132 99-148,119-79 45,7-4 111,3 2-1,1 3 1,3 2-1,2 2 1,2 2-1,-48 75 1,82-111 129,1 1-1,1 0 1,1 1-1,0 0 1,2 1-1,0 0 1,2 0-1,0 0 1,1 1-1,1-1 1,0 33-1,4 39 1286,19 148-1,-13-186-470,-2 1 0,-3 0 0,-3 0 0,-12 97 0,10-135-493,2-12 122,5-19-522,-3 11-155,0 0 0,0-1 0,0 1 1,0 0-1,0 0 0,0 0 0,0 0 0,1 0 0,-1 0 0,1 0 0,0 1 0,-1-1 1,1 0-1,2-1 0,-2 2-687,0 0 0,0 0 0,-1 1 0,1-1 0,0 1 0,0-1 0,0 1 0,0-1 0,0 1 0,3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5:4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1553,'0'0'12600,"0"-5"-10860,0-14-297,0 14 1681,2 5-1702,5 4-875,0 0 0,0 0 0,0 0 0,-1 1 1,0 0-1,0 0 0,8 10 0,9 6 521,11 9 9,-2 2 1,-2 1-1,-1 2 0,49 75 1,-17-19-1025,-58-87-53,0-29 0,-2 13 0,0-1 0,1 1 0,1-1 0,0 1 0,1 0 0,0 1 0,1-1 0,0 0 0,0 1 0,13-17 0,7-9 0,47-52 0,-12 22 0,62-77 0,-115 136 0,-9 13 0,0-1 0,0 0 0,0-1 0,0 1 0,-1 0 0,1 0 0,-5 3 0,-5 10 0,-20 42-2051,14-17-4203,8-10-2361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0 273 848,'0'0'12294,"1"-3"-10336,0-1-3140,3-6 6502,0 7 792,-1 13-3148,1 14-2316,3 29-81,1 55 0,-8-107-449,1-10-91,0-1 0,0 1 0,-1-1 0,-2-17 1,1-13-87,3 20-39,2 0-1,-1 1 1,2-1-1,1 1 1,14-33-1,52-87-1073,-69 135 1075,1-3-150,-1 0 1,2 0-1,-1 1 0,1 0 0,0 0 0,6-5 0,-11 11 4,1 0 1,-1-1 0,0 1-1,1 0 1,-1 0-1,1 0 1,-1 0 0,0 0-1,1 0 1,-1 0-1,1 0 1,-1 0 0,1 0-1,-1 0 1,0 1-1,1-1 1,-1 0 0,0 0-1,1 0 1,-1 0-1,1 1 1,-1-1 0,0 0-1,1 0 1,-1 1-1,0-1 1,0 0 0,1 0-1,-1 1 1,0-1-1,0 0 1,1 1 0,-1-1-1,0 1 1,0-1-1,1 1 1,9 18-3818,-7-14 1511,9 14-4574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0 2545,'0'0'17507,"-5"3"-16688,-4 2-616,0 1 0,1 0 0,-1 0 0,1 1 1,1 0-1,0 0 0,0 1 0,0 0 0,1 0 0,0 0 0,-9 18 1,9-16-163,1 2 0,1-1 1,-1 1-1,2-1 0,0 1 0,0 0 1,1 0-1,0 0 0,1 1 1,1 12-1,0-23-43,0-1 1,0 0-1,1 1 0,-1-1 1,0 0-1,1 0 0,-1 0 1,1 0-1,0 1 0,-1-1 1,1 0-1,0 0 0,0 0 1,0 0-1,0 0 0,-1-1 1,1 1-1,0 0 0,1 0 1,-1 0-1,0-1 1,0 1-1,0-1 0,0 1 1,0-1-1,1 1 0,-1-1 1,0 0-1,0 0 0,1 1 1,1-1-1,47 0-34,-39-1 18,-5 1-16,0-1 0,0 0 0,0 0 0,0-1 0,0 0 0,0 0 0,0 0 0,0-1 0,-1 0 0,0 0 0,1 0 0,-1-1 0,0 0 0,0 0 0,-1 0 0,1 0 0,-1-1 0,0 1 0,0-1 0,3-6 0,-2 3 78,-1 0 1,0-1-1,0 1 0,-1-1 0,0 0 1,0 0-1,-1 0 0,0 0 0,-1 0 1,0 0-1,0 0 0,-2-18 0,1 25 42,-1 0 0,1-1 0,-1 1 0,0 0 0,1-1 0,-1 1 0,0 0 0,0 0 0,0 0 0,-1 0 0,1 0 0,-1 0 0,1 0 0,-1 1 0,1-1 0,-1 0 0,0 1 0,0-1 0,0 1 0,0 0 0,0-1 0,0 1 0,-2-1 0,-2 0-174,0 0 1,1 0-1,-1 1 0,0-1 0,0 1 0,0 1 0,-11-1 0,17 1-73,0 0 0,-1 0 0,1 0 1,0 0-1,0 0 0,-1 1 0,1-1 0,0 0 0,0 0 0,0 0 0,-1 0 0,1 0 1,0 1-1,0-1 0,0 0 0,-1 0 0,1 1 0,0-1 0,0 0 0,0 0 0,0 0 1,0 1-1,0-1 0,0 0 0,0 0 0,-1 1 0,1-1 0,0 0 0,0 1 1,0-1-1,0 0 0,0 0 0,0 1 0,0-1 0,1 0 0,-1 0 0,0 1 0,0-1 1,0 0-1,0 0 0,0 1 0,0-1 0,0 0 0,0 0 0,1 1 0,-1-1 1,0 0-1,0 0 0,10 14-5530,11-9 326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17 7139,'0'0'11798,"-1"-1"-11493,1 0 1,-1 0 0,0 0-1,0 0 1,0 0 0,0 0-1,0 0 1,0 1 0,0-1-1,0 0 1,0 1 0,0-1-1,-2 0 1,-2 3-88,0 0-1,0 0 1,1 1 0,-1 0-1,1 0 1,0 0 0,-1 0-1,2 1 1,-1 0 0,0-1-1,1 1 1,-5 7 0,-5 4 351,7-8-387,0 0 1,1 0 0,-9 16-1,13-21-175,0 0-1,0 0 0,0 0 1,1 0-1,-1 1 1,1-1-1,-1 0 1,1 0-1,0 5 1,0-6-11,0 0 1,0-1-1,0 1 1,0 0 0,1 0-1,-1-1 1,0 1-1,0 0 1,1-1 0,-1 1-1,1 0 1,-1-1-1,1 1 1,-1 0 0,1-1-1,-1 1 1,1-1 0,-1 1-1,1-1 1,0 1-1,-1-1 1,1 0 0,0 1-1,-1-1 1,1 0-1,0 1 1,0-1 0,1 0-1,30 7-16,49 2 0,-49-6-110,-1 1 0,38 10 1,-69-15 140,1 1 1,-1 0-1,1-1 1,-1 1-1,1-1 0,-1 1 1,1 0-1,-1-1 1,1 0-1,-1 1 1,0-1-1,1 1 1,-1-1-1,0 1 1,1-1-1,-1 0 1,0 1-1,0-1 1,0 1-1,1-1 0,-1 0 1,0 1-1,0-1 1,0 0-1,0 1 1,0-1-1,0 0 1,-1 1-1,1-1 1,0 0-1,0 0 1,-2-26-46,0 9-341,-2 1 0,0-1 1,-1 0-1,-1 1 0,-13-29 0,11 37-1853,1 8-6677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 11989,'0'0'8855,"-12"19"-6523,1 1-1801,-4 4 226,1 0 0,1 2 0,-12 33 0,16-30 126,1 0 0,1 0-1,-5 58 1,6 93-47,6-174-856,0 1-1,1-1 0,0 0 0,0 0 1,0 1-1,0-1 0,1 0 1,0 0-1,1 0 0,-1 0 1,7 9-1,-7-11-205,1-1 1,0 0-1,0 0 1,0 0-1,0 0 1,0-1-1,0 1 1,1-1-1,-1 0 1,1 0-1,0 0 1,0-1-1,-1 1 1,1-1-1,0 0 1,0 0-1,1 0 1,7 0 0,-8 0-457,0 0 0,0-1 0,0 1 1,0-1-1,0 0 0,0 0 1,0-1-1,1 1 0,-1-1 0,0 0 1,0 0-1,0 0 0,-1-1 1,1 1-1,0-1 0,0 0 0,-1 0 1,1 0-1,-1-1 0,4-3 1,12-23-7875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10773,'0'0'8244,"127"0"-8244,-52 0-1617,7-2-3778,8-4-2304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0 176 9476,'0'0'15960,"18"-20"-15211,63-65 84,-73 77-728,1 1 0,1 1 0,-1 0 0,1 0 0,0 1 0,0 0 0,1 1 0,-1 0 0,1 1 0,0 0 0,0 0 0,0 1 0,1 1 0,11-1 0,-15 1-64,5 0 54,2-1 112,-1 1-1,29 1 0,-40 0-172,1 0-1,-1 0 0,0 1 0,0 0 1,0-1-1,0 1 0,0 1 1,0-1-1,0 0 0,0 1 0,0-1 1,0 1-1,-1 0 0,1 0 0,-1 0 1,1 0-1,-1 0 0,0 1 0,2 2 1,3 6 64,-2 1 0,1-1 0,-2 1 0,1 0 1,-2 0-1,0 1 0,0-1 0,1 16 0,1 106 627,-6-101-527,-1 50-40,-3-1 0,-4 1-1,-4-1 1,-4-1 0,-27 81 0,-1-46-158,32-88 0,1 0 0,1 1 0,2 0 0,1 0 0,-4 35 0,10-45 2286,0 9-12660,-6-42-3692,1-17 5054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0 1056,'0'0'23118,"-12"11"-21896,2-2-881,1 0 1,1 0-1,-9 13 1,16-21-300,1 0 0,-1 0 0,1 0 1,-1 0-1,1 0 0,0 0 1,0 0-1,-1 0 0,1 0 1,0 0-1,0 0 0,0 0 0,0 1 1,0-1-1,0 0 0,1 0 1,-1 0-1,0 0 0,0 0 1,1 0-1,-1 0 0,1 0 0,-1 0 1,1 0-1,0 1 0,21 19 752,-16-15-550,26 20-149,1-1 0,1-1-1,1-2 1,41 19 0,-71-39-879,-1 0-1,1 0 0,0-1 1,-1 0-1,10 2 1,25-1-9026,-39-2 9638,25 0-8077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0 14983,'0'0'17528,"-115"128"-17272,103-103-256,-1-2 0,3-2 0,-1-1 0,3 1-880,-5-4-2178,1 0-2160,-7-5-4755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1 160 464,'0'0'5608,"8"-21"-3257,24-66 188,-18 36 7194,-14 53-8210,-2 49-265,-14 85 0,0-13-532,6-11-357,6 0 1,4 0-1,5 1 1,5-2-1,27 122 1,89 193 26,-28-112-434,-75-227-532,18 145 0,-34-34-2844,-7-188 2928,-3 11-1989,3-21 2341,0 0 0,-1 1 0,1-1 0,0 0 0,0 1 0,0-1 1,-1 0-1,1 1 0,0-1 0,-1 0 0,1 0 0,0 1 1,0-1-1,-1 0 0,1 0 0,0 0 0,-1 1 0,1-1 0,-1 0 1,1 0-1,0 0 0,-1 0 0,1 0 0,0 0 0,-1 0 1,1 0-1,-1 0 0,1 0 0,0 0 0,-1 0 0,1 0 0,0 0 1,-1 0-1,1 0 0,-1 0 0,1-1 0,0 1 0,-1 0 1,1 0-1,0 0 0,-1-1 0,1 1 0,0 0 0,0 0 0,-1-1 1,1 1-1,0 0 0,0 0 0,-1-1 0,1 1 0,0 0 1,0-1-1,0 1 0,-1-1 0,-16-25-6861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132 143 544,'0'0'3244,"-17"8"-1904,-1 1-742,-24 12 2,-6 8 2900,48-29-3324,-1 0-1,1 1 1,-1-1 0,1 0-1,0 0 1,-1 1 0,1-1 0,0 0-1,-1 1 1,1-1 0,0 0-1,-1 1 1,1-1 0,0 0 0,-1 1-1,1-1 1,0 1 0,0-1 0,0 1-1,0-1 1,-1 0 0,1 1-1,0-1 1,0 1 0,0-1 0,0 1-1,0-1 1,0 1 0,0-1-1,0 1 1,0-1 0,1 1 0,12 13 1597,30 7-1768,-36-18 648,32 11 73,1-1 0,0-1-1,1-3 1,0-1 0,50 2 0,216-2 536,-240-8-1073,554-34 202,1-41-315,-237 26-74,376-62-5,-440 46 3629,-320 65-3513,-1 0 1,1 0-1,-1 0 0,1 0 0,0 0 1,-1 0-1,1 0 0,-1 0 0,1 0 0,0 0 1,-1 0-1,1 0 0,0 0 0,-1 0 1,1 1-1,-1-1 0,1 0 0,-1 0 1,1 1-1,-1-1 0,1 0 0,-1 1 1,1-1-1,-1 1 0,1-1 0,-1 1 0,1-1 1,-1 0-1,0 1 0,1 0 0,-1-1 1,0 1-1,1-1 0,-1 1 0,0-1 1,0 1-1,0 0 0,1-1 0,-1 1 1,0-1-1,0 2 0,0 32-273,-1-19 377,3 29-217,8 50 0,3 19 0,-8 29 0,-6-1 0,-26 195 0,-13-70 0,-36 284 0,70-495 0,2 1 0,3 0 0,10 101 0,-2-122 0,2-1 0,24 59 0,-18-55 0,18 73 0,-33-110 0,0-1 0,0 1 0,1 0 0,-1-1 0,0 1 0,0 0 0,0 0 0,0-1 0,0 1 0,0 0 0,0-1 0,0 1 0,-1 0 0,1-1 0,0 1 0,0 0 0,0-1 0,-1 1 0,1-1 0,0 1 0,-1 0 0,1-1 0,-1 1 0,1-1 0,-1 1 0,1-1 0,-1 1 0,1-1 0,-1 0 0,1 1 0,-1-1 0,1 0 0,-1 1 0,0-1 0,1 0 0,-1 1 0,0-1 0,1 0 0,-1 0 0,0 0 0,-36 0 0,17-2 0,-876 28-1545,-55 79 1002,-47 4 1796,859-97-626,122-8-551,13 1-275,6-4 145,-1 0 0,0 0 0,0-1 0,0 1 0,0 0 0,1-1 0,-1 0 0,0 1 0,1-1 0,-1 1 0,0-1 0,1 0 0,-1 0 0,0 0 0,3 0 0,18 0-1002,-1 0 0,0-2 0,1 0 0,-1-1 0,38-12 0,-6-6-3963,-4-7-3734,-20 7-1318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85 619 624,'0'0'5734,"-11"1"-4697,-35 0 300,45-1-1177,0 0 0,0 0 1,0 0-1,0 0 0,0 0 0,0 0 0,0 0 0,0 0 1,0-1-1,0 1 0,0 0 0,0-1 0,0 1 0,0 0 1,0-1-1,0 1 0,1-1 0,-1 0 0,0 1 0,0-1 1,0 0-1,1 1 0,-1-1 0,1 0 0,-1 0 1,0 1-1,1-1 0,-1 0 0,1 0 0,0 0 0,-1 0 1,1 0-1,0 0 0,-1 0 0,1 0 0,0 0 0,0 0 1,0 0-1,0 0 0,0 0 0,0 0 0,0 0 0,0-1 1,1 0 37,-1-1 0,1 1 0,-1 0 0,1 0 0,0 0 0,-1 0 0,1 0 0,0 0-1,1 0 1,-1 0 0,0 0 0,0 0 0,1 0 0,-1 1 0,3-3 0,28-11 159,1 2 0,1 1 0,-1 2 0,40-7 0,-16 3 97,757-155 514,3 57-770,-659 95 68,427-55-474,-200 5 4357,-343 58-1915,68-13 1429,-79 18-3507,49-1-1,-45 5-155,-35 0 0,0 0 0,0 0 0,0 0 0,0 0 0,0 0 0,0 0 0,0 0 0,0 0 0,0 0 0,0 0 0,0 0 0,0 0 0,0 0 0,0 1 0,0-1 0,0 0 0,0 0 0,-1 0 0,1 0 0,0 0 0,0 0 0,0 0 0,0 0 0,0 0 0,0 0 0,0 0 0,1 0 0,-1 1 0,0-1 0,0 0 0,0 0 0,0 0 0,0 0 0,0 0 0,0 0 0,0 0 0,0 0 0,0 0 0,0 0 0,0 0 0,0 0 0,0 0 0,0 0 0,0 0 0,0 0 0,0 1 0,0-1 0,0 0 0,1 0 0,-1 0 0,0 0 0,0 0 0,0 0 0,0 0 0,0 0 0,-8 5 0,-22 9-86,0-2 1,-61 18-1,-73 7-3275,137-32 2230,-201 35-11904,96-19 1862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67 425 704,'0'0'8540,"-15"1"-7038,-36 8 700,87-17 1282,73-11 2790,59 1-3517,-8 0-1154,300-43 965,882-128-1452,-831 77 554,-475 103-1323,-33 8-347,-1 1 0,-35 12-195,10-2-674,-160 38-16953,92-28 5814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3201,'0'0'11376,"6"0"-9215,18 0 88,-18 0 2151,-6 6-473,18 158 1492,44 214-5385,-55-330-709,2 64 0,-9-166-5715,0 17-904,0 7-3060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56 1 11381,'0'0'11355,"0"12"-10019,0 4-662,-2 38 836,3-32 4086,-3-25-5564,1-1 1,-1 1-1,0-1 0,0 1 1,-1 0-1,1 0 1,-1 0-1,1 0 0,-1 0 1,0 1-1,-6-5 0,-12-11 495,33 18-527,-8 2 0,0-1 0,-1 1 0,1 0 0,0 0 0,-1 0 0,1 1 0,-1-1 0,0 1 0,1 0 0,-1 0 0,-1 0 0,1 0 0,0 1 0,-1-1 0,0 1 0,0-1 0,0 1 0,0 0 0,0 0 0,-1 0 0,1 0 0,-1 0 0,0 0 0,-1 0 0,1 6 0,-1-9 0,-1 0 0,0 1 0,1-1 0,-1 0 0,0 0 0,0 0 0,0 0 0,0 0 0,0 0 0,0 0 0,0 0 0,0 0 0,0 0 0,-1-1 0,1 1 0,-3 1 0,-29 14 0,23-12 0,8-4-582,5-4 91,8-6-970,26-18-4774,12-8-4397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51 0 8196,'0'0'16383,"4"0"-14563,-3 0-1640,0 0 0,0 1 0,0-1 0,0 0-1,0 1 1,0-1 0,0 1 0,0-1 0,-1 1 0,1-1 0,0 1 0,0 0 0,0 0 0,-1-1 0,1 1 0,0 0 0,-1 0 0,1 0 0,0-1 0,-1 1 0,1 0 0,-1 0 0,0 0-1,1 0 1,-1 0 0,0 0 0,1 0 0,-1 0 0,0 0 0,0 0 0,0 0 0,0 0 0,0 2 0,-7 18 70,2-16-250,1 0 0,-1-1 0,0 1 0,0-1 0,-1 0 0,1-1 0,-1 1 0,0-1 0,0 0 0,-9 2 0,20-15 0,3 4 0,0 0 0,1 0 0,0 1 0,0 1 0,1-1 0,-1 2 0,1-1 0,0 1 0,0 1 0,0-1 0,11 0 0,-62 26 0,33-19-422,-14 3 604,6-5-8002,8-2-4817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0 7299,'0'0'12203,"-1"3"-11266,-6 22 234,2 54 433,7 80 0,1-57-722,-2 23 88,35 956 1781,-23-781-4247,-11-202-4416,-2-1-7937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203 342 2497,'0'0'6102,"10"-2"-4395,-1 1-1303,-2 0-135,-1 0 0,0 1-1,0-1 1,1 1 0,-1 1 0,0-1 0,1 1 0,-1 0-1,7 3 1,1-2 311,0 1 0,0-2-1,0 0 1,0-1 0,15-1 0,10 0 407,44-4 535,0-4 1,157-37-1,-134 23-993,818-143 633,10 77-1342,-334 80 105,-429 14 733,1 7 0,190 38 0,-294-36 3341,-67-13-3885,0 0 0,0-1-1,0 1 1,0 0 0,-1 0-1,1-1 1,0 1-1,0 0 1,-1 0 0,1 0-1,-1 0 1,1 0 0,-1 0-1,1 0 1,-1 0 0,0 0-1,1 0 1,-1 0 0,0 0-1,0 0 1,0 0 0,0 0-1,0 0 1,0 1-1,0-1 1,0 0 0,-1 2-1,1 1-149,-1 1-1,1-1 1,-1 1-1,0-1 1,0 0-1,-3 6 1,-45 77 36,-14 25 0,34-41 0,3 1 0,3 1 0,-22 125 0,-10 236 0,27-184 0,-66 336 0,1-6 0,88-508 0,5-51 0,-1-1 0,-1 1 0,-7 28 0,9-49 0,-1 1 0,1-1 0,-1 1 0,1-1 0,-1 1 0,1-1 0,-1 1 0,1-1 0,-1 1 0,0-1 0,1 0 0,-1 1 0,0-1 0,1 0 0,-1 0 0,0 0 0,1 1 0,-1-1 0,0 0 0,1 0 0,-1 0 0,0 0 0,0 0 0,1 0 0,-1 0 0,0 0 0,1-1 0,-1 1 0,0 0 0,1 0 0,-1 0 0,0-1 0,1 1 0,-1 0 0,0-1 0,1 1 0,-1-1 0,1 1 0,-1-1 0,0 0 0,-27-17 0,6 1-7,0 1 0,-2 2 0,0 0-1,-1 2 1,0 0 0,0 2 0,-1 0 0,-1 2 0,-40-7 0,-15 3-110,-156-4 1,33 12-175,-332 37 0,-345 131 90,767-139 200,-294 67 34,-354 68 769,701-152-704,57-8-117,-9 0 40,14 0-38,0 0 1,0-1-1,0 1 1,0-1-1,0 1 1,0-1-1,1 1 1,-1-1 0,0 1-1,0-1 1,1 1-1,-1 0 1,0-1-1,0 1 1,1 0-1,-1-1 1,0 1-1,1 0 1,-1-1-1,1 1 1,-1 0-1,0-1 1,1 1-1,-1 0 1,1 0 0,-1 0-1,1 0 1,-1-1-1,1 1 1,-1 0-1,1 0 1,156-82-6854,-84 46 2145,27-17-4034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55 376 3794,'0'0'8059,"-9"-1"-7293,0-2-474,5 2-34,-1-1 1,1 1 0,0 1-1,0-1 1,0 0 0,-7 1-1,11 2 79,0-1-1,-1 1 0,1 0 1,0-1-1,0 1 0,0 0 1,0-1-1,1 1 1,-1-1-1,0 1 0,1 0 1,-1-1-1,2 3 0,4-2-86,1 1-1,0-1 0,0-1 1,-1 1-1,1-1 0,0 0 0,0-1 1,0 0-1,9 0 0,4 0 121,79 2 322,-1-4-1,1-5 1,132-25-1,42-22-646,482-80-34,2 71 36,-265 28-27,-475 34 113,163-21-486,-153 17 1166,0-1 1,-1-2-1,0-1 1,37-17-1,-77 31 1818,10-4-2656,0 1 1,1-1 0,-1 1 0,0 0-1,1-1 1,-1 1 0,1 1 0,0-1-1,-4 4 1,2-1-649,-1 0 1,1 0-1,-1-1 0,0 1 1,-1-1-1,1-1 1,-1 1-1,0-1 0,1 0 1,-1 0-1,-14 2 0,3-2-2555,0-2-1,-1 0 1,-31-2-1,1-2-3008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100 484 880,'0'0'7009,"-16"3"-5470,-51 10-127,50-10 1261,52-3 61,-12-2-2099,1-1-1,0 0 1,0-2-1,-1-1 1,24-9-1,33-8 826,208-32 1769,152 1-2537,-120 17-689,823-93 1187,-1003 116-453,0-5 1,228-63-1,-329 69-534,-11 4 542,0 0 0,0 2-1,0 1 1,57-4 0,-85 10-745,0 0 0,1 0 0,-1 1 0,0-1 0,0 0 0,0 0 0,1 0 0,-1 1 0,0-1 0,0 0 0,0 0 0,0 1 0,1-1 0,-1 0 0,0 0 0,0 1 0,0-1 0,0 0 0,0 1 0,0-1 0,0 0 0,0 0 0,0 1 0,0-1 0,0 0 0,0 1 0,0-1 0,0 0 0,0 0 0,0 1 0,0-1 0,0 0 0,-1 1 0,1 4 0,-7-1-434,-9-3-4902,15-1 4719,-13 0-6194,-2 0-4530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80 2977,'0'0'8394,"4"1"-7186,-1-1-1102,-1 1 1,1-1-1,0 0 0,0 0 1,0 0-1,-1 0 0,1-1 1,0 1-1,0-1 0,-1 1 1,1-1-1,0 0 0,-1 0 1,1 0-1,3-3 0,44-29-1377,-41 26 1472,1 0-1,0 1 1,17-8 0,-21 11 484,-1 1 3987,-3 13-1265,-4 2-2536,0-1 0,0 1 0,-2-1 0,1 1 0,-2-1 0,-5 12 0,-9 27 782,4 5-1122,3 0-1,2 2 1,2-1 0,1 88 0,26 233-744,-12-172 213,-7-177 0,-3-17-1497,-3-17-658,-5-18-1687,4 1-3393,-15-32-1,0 16-2702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96 69 8564,'0'0'7283,"18"-12"-5501,58-34 203,-73 45-1750,0-1 1,0 1-1,0 0 0,0 0 0,0 0 0,0 0 0,0 0 1,0 0-1,0 1 0,5 0 0,-7 0-125,0 0-1,1 0 1,-1 0 0,1 1 0,-1-1-1,0 1 1,1-1 0,-1 1-1,0-1 1,0 1 0,1 0-1,-1-1 1,0 1 0,0 0-1,0 0 1,1 1 0,1 2 162,-1 0 0,1 0 0,-1 0 0,0 0-1,-1 0 1,1 1 0,-1-1 0,1 0 0,0 7 0,-1-5 118,2 6 101,-1 0 0,0 0 0,-1 0 0,-1 0-1,0 0 1,0 0 0,-1 0 0,-3 13 0,4-22-454,-1 0-1,0 1 1,0-1 0,0 1-1,0-1 1,-1 0 0,1 0-1,-1 0 1,0 0 0,0 0 0,0 0-1,0 0 1,0-1 0,-1 1-1,1-1 1,-1 0 0,0 1-1,0-1 1,0 0 0,0-1-1,0 1 1,0 0 0,0-1 0,0 0-1,-1 0 1,1 0 0,0 0-1,-1 0 1,1-1 0,-1 1-1,-5-1 1,3-1-37,1 1 0,1-1 0,-1 0 0,0 0 0,0-1 0,0 1 0,0-1 0,1 0 0,-1-1 0,1 1 0,0-1 0,-1 1 0,1-2 0,0 1 0,1 0 0,-1-1 0,1 1 0,-1-1 0,1 0 0,0 0 0,0 0 0,-3-8 0,1 2 0,0 0 0,1-1 0,0 1 0,0-1 0,1 1 0,1-1 0,0 0 0,0 0 0,1-15 0,0 25 0,1 1 0,0-1 0,0 0 0,0 1 0,0-1 0,0 0 0,0 1 0,0-1 0,0 0 0,0 1 0,0-1 0,1 0 0,-1 1 0,0-1 0,0 0 0,1 1 0,-1-1 0,0 0 0,1 1 0,-1-1 0,0 1 0,1-1 0,-1 1 0,1-1 0,-1 1 0,1-1 0,-1 1 0,1 0 0,0-1 0,-1 1 0,1 0 0,-1-1 0,1 1 0,0 0 0,-1 0 0,1-1 0,0 1 0,-1 0 0,1 0 0,0 0 0,-1 0 0,1 0 0,0 0 0,-1 0 0,1 0 0,0 0 0,0 0 0,-1 1 0,1-1 0,-1 0 0,1 0 0,1 1 0,2-1 0,-2 1 0,0-1 0,0 1 0,0-1 0,0 1 0,0 0 0,0 0 0,0 0 0,0 0 0,0 0 0,0 1 0,-1-1 0,1 0 0,0 1 0,-1-1 0,1 1 0,-1 0 0,0-1 0,1 1 0,-1 0 0,0 0 0,0 0 0,0 0 0,0 0 0,-1 0 0,1 0 0,0 3 0,1 2 0,0 0 0,-1 0 0,0 0 0,0 1 0,-1-1 0,-1 13 0,1-18 0,0-1 0,-1 0 0,0 0 0,1 0 0,-1 0 0,0 0 0,1 0 0,-1 0 0,0 0 0,0 0 0,0 0 0,0-1 0,0 1 0,0 0 0,0 0 0,0-1 0,0 1 0,0-1 0,0 1 0,0-1 0,-1 0 0,1 1 0,0-1 0,-2 0 0,-40 7 0,28-5 0,-37 2-131,53-8-1275,5-4-579,0 1-1,0-1 0,0 1 1,1 1-1,0-1 0,10-6 1,37-27-12064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 59 7267,'0'0'15663,"5"0"-13632,4 0-1459,-3 1-93,-1-1 0,1 0 1,0 0-1,0-1 0,0 0 0,0 0 0,-1 0 0,10-4 1,3 0 142,-12 6-163,-10 8 631,-9 5-965,0-1 0,-1 0 0,-1-1 0,0-1 0,-32 18 0,52-45-125,8 1 0,1 0 0,1 1 0,0 0 0,0 1 0,1 1 0,1 1 0,0 0 0,33-15 0,-49 26 0,-1 0 0,0 0 0,0 0 0,0 0 0,1 0 0,-1 0 0,0 0 0,0 0 0,1 0 0,-1 0 0,0 0 0,0 0 0,1 0 0,-1 0 0,0 0 0,0 0 0,0 0 0,1 0 0,-1 0 0,0 0 0,0 0 0,1 0 0,-1 0 0,0 0 0,0 1 0,0-1 0,1 0 0,-1 0 0,0 0 0,0 0 0,0 1 0,0-1 0,0 0 0,1 0 0,-1 0 0,0 1 0,0-1 0,0 0 0,0 0 0,0 0 0,0 1 0,0-1 0,0 0 0,0 0 0,0 1 0,0-1 0,0 0 0,0 0 0,0 1 0,0-1 0,0 0 0,0 0 0,0 0 0,0 1 0,0-1 0,0 0 0,0 0 0,0 1 0,-1-1 0,-2 12 0,2-9 2,-1 0 0,0-1 0,0 1 0,0-1 0,0 0 0,0 0 0,0 1 0,0-2 0,-1 1 0,1 0 0,-1 0 0,1-1-1,-1 1 1,0-1 0,0 0 0,0 0 0,-4 1 0,-3 1-89,0-2-1,1 1 0,-1-1 1,-14-1-1,25-2-2769,6-10-3776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130 1 768,'0'0'17438,"-14"28"-15488,11-23-1852,-9 19 353,0 1 1,1 0-1,2 1 0,1 0 0,0 0 1,2 1-1,-4 47 0,1 713 6874,10-503-5950,0-102-1183,-6 303-181,5-469-79,0-12-114,1-1-1,-1 1 1,-1 0-1,1 0 1,0 0-1,-1-1 1,0 1-1,0 0 0,0-1 1,-1 5-1,1-8 2,1 0 0,0 0-1,0 0 1,0 0 0,-1 1-1,1-1 1,0 0 0,0 0-1,0 0 1,-1 0 0,1 0-1,0 0 1,0 0 0,-1 1-1,1-1 1,0 0 0,0 0-1,-1 0 1,1 0-1,0 0 1,0 0 0,-1 0-1,1 0 1,0 0 0,0-1-1,-1 1 1,1 0 0,0 0-1,0 0 1,-1 0 0,1 0-1,0 0 1,0 0 0,0-1-1,-1 1 1,1 0 0,0 0-1,0 0 1,0 0 0,0-1-1,-1 1 1,1 0 0,0 0-1,0 0 1,0-1-1,0 1 1,0 0 0,0 0-1,0-1 1,0 1 0,0 0-1,0 0 1,-1-1 0,1 1-1,0 0 1,0 0 0,0-1-1,1 1 1,-1 0 0,0-1-1,-5-17-5747,5 17 5491,-4-23-6469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288 467 2945,'0'0'7911,"17"-3"-6228,113-16 2658,232-64 1869,-127 26-4894,896-158 1242,-782 171-2486,449-1 0,-760 45-19,-1 1-1,0 2 1,0 2-1,63 16 1,-87-18 142,0 2 1,0 0 0,0 0 0,-1 1 0,0 1 0,0 0 0,-1 0 0,0 1-1,0 1 1,-1 0 0,0 0 0,-1 1 0,0 1 0,0-1 0,13 23 0,-15-18 49,0 0 1,-1 0-1,-1 1 1,0-1-1,-1 1 1,-1 0 0,3 27-1,-5 116 89,-1-126-370,-3 14 36,-2 0 0,-14 63 0,-34 92 0,21-88 0,-117 643 0,39-203 0,82-430 0,0 13 0,-17 203 0,39-226 0,-20 178 0,26-288 0,0-1 0,-1 1 0,1-1 0,-1 0 0,1 1 0,-1-1 0,0 0 0,0 1 0,-1-1 0,1 0 0,-3 4 0,3-10 0,0 0 0,0 0 0,0 0 0,1 1 0,-1-1 0,1 0 0,0-1 0,0 1 0,0-5 0,0 3 0,-1-1 0,0-1 0,0 1 0,-1 0 0,1 0 0,-2 0 0,1 1 0,-1-1 0,1 0 0,-2 1 0,1-1 0,0 1 0,-1 0 0,0 0 0,0 1 0,-1-1 0,1 1 0,-1 0 0,0 0 0,-9-5 0,-8-4 0,-1 1 0,-1 1 0,-36-12 0,41 16 0,-72-24-400,-2 4 0,-1 4-1,-136-15 1,-298 11-72,341 34 517,-1 7-1,-266 55 1,-351 135 395,501-108 440,277-87-777,22-9-91,1 2 0,0-1 0,0 0 0,0 1 0,0 0 0,0-1 1,1 2-1,-1-1 0,1 0 0,-1 1 0,-4 4 0,7-6-30,8-1-73,6-3-182,1 0 1,-1-1 0,0-1-1,0 0 1,-1-1 0,13-7-1,80-52-3353,-53 31 928,30-20-4121,-3 0-4895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219 239 896,'0'0'6414,"-17"6"-5349,-53 17 103,60-20-686,0-1 0,0 0-1,-1 0 1,1-1 0,0 0 0,-1-1 0,-17-1-1,-4 0 2972,48-10-1369,87-14-876,117-13 1,-135 26-1017,629-82 875,1131-2 1,-1595 96-17,50 0 676,-96 0 4221,-208 0-5633,-37 0-1279,0 3-1,0 1 1,-49 12-1,-100 19-12017,106-22 4242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1 340 368,'0'0'2764,"19"0"171,60-4 294,-8-9 3298,49-10 2540,64 5-5165,-18 2-2277,102-18-749,658-79 115,-7 42-1058,-858 70 104,46-3-54,-96 3 75,-1-1 0,1 0 0,-1 0 0,0-2-1,0 1 1,0-1 0,13-7 0,-21 10-23,6-7-3,-9 8-32,1-1 0,-1 1 0,0-1 0,1 1 0,-1-1 0,1 1 0,-1 0 0,0 0 0,1-1 0,-1 1 0,0 0 0,1 0 0,-1 0 0,0-1 0,0 1 0,1 0 0,-1 0 0,0 0 0,0 0 0,1 0 0,-1 1 0,0-1 0,0 0 0,-1 0 0,-17 1-145,0 0 0,1 1-1,-1 0 1,0 2 0,1 0 0,-25 10 0,-68 29-10099,28-10-1552,28-13 3638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94 3810,'0'0'11544,"18"-2"-9994,-3 1-1197,24-3 947,46-11 0,276-57 4353,-371 73-5380,-49 10-2317,-14 10-4597,24-8-1378,13-3 909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5330,'0'0'12033,"6"1"-9838,-3-1-2004,-1 0-1,0 0 1,0 0-1,1 1 1,-1-1-1,0 1 0,0 0 1,0 0-1,1-1 1,-1 1-1,0 1 1,0-1-1,0 0 1,-1 0-1,1 1 1,0-1-1,0 1 0,-1-1 1,1 1-1,-1 0 1,0 0-1,1 0 1,-1 0-1,0 0 1,0 0-1,0 0 1,0 0-1,0 0 0,-1 0 1,2 5-1,2 23 1241,-1-1-1,-1 1 1,-3 46-1,1-26-450,-33 474-377,32-515-634,0-1-11,0 0 0,0 1 1,1-1-1,0 0 0,1 0 0,-1 0 0,3 9 1,8-13-3150,-5-11-1857,-5-21-2857,-1-11-4223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81 13 8100,'0'0'11328,"14"0"-9400,-2 0-1471,-1 1-1,1-1 0,12 4 0,-22-4-370,-1 1-1,1 0 0,0 0 1,-1-1-1,1 1 0,-1 0 1,1 0-1,-1 1 0,0-1 0,1 0 1,-1 0-1,0 1 0,0-1 1,0 0-1,0 1 0,0-1 1,0 1-1,0 0 0,0-1 1,-1 1-1,1 0 0,-1-1 1,1 4-1,2 40 1448,-3-36-1141,0-4-233,0-1 1,0 1 0,-1-1 0,1 1-1,-1-1 1,0 1 0,-1-1-1,1 1 1,-1-1 0,0 0 0,0 0-1,0 0 1,0 0 0,-1 0-1,-4 6 1,2-6 7,0 0 0,0 0 0,0 0 0,0-1 0,-1 1 0,1-1-1,-1 0 1,0-1 0,0 0 0,-11 4 0,14-5-139,1-1-1,-1 1 1,1 0-1,-1-1 1,1 1 0,-1-1-1,1 0 1,-1 0-1,1 0 1,-1 0-1,0 0 1,1 0 0,-1-1-1,1 1 1,-1-1-1,1 0 1,0 0-1,-1 1 1,1-2 0,0 1-1,-1 0 1,1 0-1,0-1 1,0 1-1,0-1 1,0 0 0,-2-3-1,1 0-19,0 0 0,1 0 0,0 0 0,0 0 0,1 0 0,-1-1 0,1 1 0,0-1-1,0 1 1,1-1 0,0-9 0,0 7-6,0 1 0,0 0 0,1-1-1,0 1 1,0 0 0,1 0 0,0 0-1,2-7 1,-1 10-2,-1 0 0,0 1 0,1-1 0,-1 1 0,1-1 0,0 1 0,0 0 0,1 0 0,-1 1 0,1-1 0,-1 1 0,1-1 0,0 1 0,7-3 0,-7 4-4,0-1 0,0 1 0,0 0 0,0 0 0,0 0 0,0 0 0,0 1 0,1 0 0,6 0 0,-9 0 3,-1 0 0,1 1-1,-1-1 1,1 0 0,0 1-1,-1-1 1,1 1 0,-1-1-1,1 1 1,-1 0 0,1 0-1,-1-1 1,0 1 0,1 0-1,-1 0 1,0 0 0,1 1-1,-1-1 1,0 0-1,0 0 1,0 1 0,0-1-1,-1 0 1,1 1 0,1 2-1,0 3 25,0 1-1,0-1 1,-1 1-1,0 0 1,0 0-1,-1-1 1,0 1-1,0 0 1,-1 0-1,0 0 1,0-1-1,-1 1 0,-4 13 1,4-17-19,1 0-1,-1-1 1,-1 1 0,1-1-1,0 1 1,-1-1 0,0 0-1,0 1 1,0-1 0,0-1-1,0 1 1,0 0 0,-1-1-1,1 0 1,-1 0 0,0 0-1,0 0 1,0 0 0,0-1-1,0 0 1,0 0 0,0 0-1,0 0 1,0-1 0,0 1-1,-7-1 1,9 0-4,0-1 0,1 1 0,-1 0 0,0-1 0,1 1 0,-1-1 0,0 1 0,1-1 0,-1 0 0,1 0 0,0 0 0,-1 0 0,1 0 0,-1 0 0,1 0 0,0 0 0,0 0 0,0-1 0,0 1 0,0 0 0,0-1 0,0 1 0,0-1 0,0 1 0,1-1 0,-1 1 0,1-1 0,-1 0 0,1 1 0,0-1 0,-1-2 0,-1-7 0,1-1 0,0 1 0,1-18 0,1 17 0,-1 10-10,0-1 1,0 1-1,0 0 0,0-1 1,1 1-1,-1 0 0,1 0 1,0 0-1,0 0 1,0-1-1,0 1 0,0 0 1,0 0-1,0 1 0,1-1 1,-1 0-1,1 0 0,-1 1 1,1-1-1,0 1 0,0-1 1,-1 1-1,1-1 1,0 1-1,0 0 0,0 0 1,1 0-1,-1 1 0,0-1 1,4-1-1,7 0-1327,0 0 1,1 0-1,-1 1 1,19 2-1,0-2-4922,25-4-7200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46 19 9268,'0'0'12331,"13"-2"-10407,42-6 82,-55 8-1947,0 0 0,1 0 0,-1 0 0,1 0 0,-1-1-1,1 1 1,-1 0 0,1 0 0,-1 0 0,1 0 0,-1 0 0,0 0 0,1 0 0,-1 0 0,1 0 0,-1 1-1,1-1 1,-1 0 0,1 0 0,-1 0 0,1 0 0,-1 1 0,0-1 0,1 0 0,-1 0 0,0 1 0,1-1-1,-1 0 1,0 1 0,1-1 0,-1 1 0,0-1 0,1 0 0,-1 1 0,0-1 0,0 1 0,0-1 0,1 0-1,-1 1 1,0-1 0,0 1 0,0-1 0,0 1 0,0-1 0,0 1 0,0-1 0,0 1 0,0-1 0,0 1-1,0-1 1,0 0 0,0 1 0,0-1 0,0 1 0,-1-1 0,1 1 0,0-1 0,-1 1 0,1 0 307,0 2-257,1 1 1,-1-1-1,-1 0 1,1 1 0,0-1-1,-1 0 1,0 1-1,1-1 1,-1 0-1,-1 0 1,1 0-1,0 0 1,-1 0 0,1 0-1,-1 0 1,0 0-1,0-1 1,0 1-1,0-1 1,-1 1-1,1-1 1,-1 0 0,1 0-1,-1 0 1,0 0-1,0-1 1,0 1-1,0-1 1,0 1-1,-5 0 1,1 1-110,0-1 0,0-1 0,0 1 0,0-1 0,-1-1 0,-11 1 0,18-2 0,0 1 0,1-1 0,-1 1 0,0-1 0,1 0 0,-1 1 0,1-1 0,-1 0 0,1 1 0,-1-1 0,1 0 0,0 0 0,-1 1 0,1-1 0,0 0 0,0 0 0,-1 0 0,1 0 0,0 1 0,0-1 0,0 0 0,0 0 0,0 0 0,0 0 0,0 0 0,1 0 0,3-29 0,-1 26 0,0-1 0,1 1 0,-1 0 0,1 0 0,0 1 0,0-1 0,0 1 0,1 0 0,-1 0 0,1 0 0,0 0 0,0 1 0,0 0 0,0 0 0,0 0 0,0 1 0,9-2 0,6-1 0,0 1 0,0 1 0,27 0 0,-46 2 0,-1-1 0,1 1 0,0 0 0,0 0 0,0 1 0,0-1 0,0 0 0,0 0 0,0 0 0,0 1 0,0-1 0,0 0 0,0 1 0,0-1 0,0 1 0,-1-1 0,1 1 0,0-1 0,0 1 0,-1 0 0,1-1 0,0 1 0,-1 0 0,1 0 0,-1-1 0,2 2 0,-2 0 0,0-1 0,0 0 0,0 1 0,0-1 0,0 0 0,0 1 0,0-1 0,0 1 0,0-1 0,-1 0 0,1 1 0,0-1 0,-1 0 0,1 1 0,-1-1 0,0 0 0,1 0 0,-1 0 0,0 0 0,-1 2 0,-2 2 0,0-1 0,-1 1 0,0-1 0,0 0 0,0 0 0,0 0 0,-1-1 0,-8 5 0,-51 18 0,65-25 0,-1-1 0,1 0 0,-1 0 0,1 0 0,-1 1 0,1-1 0,-1 0 0,1 0 0,-1 0 0,1 0 0,-1 0 0,1 0 0,-1 0 0,1 0 0,-1 0 0,1 0 0,-1 0 0,0 0 0,1 0 0,-1 0 0,1-1 0,-1 1 0,1 0 0,-1-1 0,1-10 0,15-10 0,-8 14 0,0 1 0,1 0 0,0 1 0,0 0 0,0 0 0,1 1 0,0 0 0,0 0 0,0 1 0,0 0 0,11-2 0,-20 6 0,0-1 0,0 0 0,1 0 0,-1 0 0,0 0 0,0 0 0,1 0 0,-1 0 0,0 1 0,0-1 0,0 0 0,1 0 0,-1 0 0,0 1 0,0-1 0,0 0 0,0 0 0,0 0 0,1 1 0,-1-1 0,0 0 0,0 0 0,0 1 0,0-1 0,0 0 0,0 0 0,0 1 0,0-1 0,0 0 0,0 0 0,0 1 0,0-1 0,0 0 0,0 0 0,0 1 0,0-1 0,0 0 0,0 0 0,0 1 0,-1-1 0,1 0 0,0 0 0,0 1 0,0-1 0,0 0 0,0 0 0,-1 0 0,1 1 0,0-1 0,0 0 0,-1 0 0,-6 12 0,-1-6 0,1-1 0,-1 0 0,0 0 0,-1-1 0,1 0 0,-1 0 0,0-1 0,-9 3 0,18-7 0,0 1 0,0 0 0,0 0 0,0 0 0,0 0 0,0 0 0,0-1 0,0 1 0,0 0 0,0 0 0,0 0 0,0 0 0,0 0 0,0-1 0,0 1 0,0 0 0,0 0 0,0 0 0,0 0 0,0 0 0,0-1 0,0 1 0,0 0 0,0 0 0,0 0 0,0 0 0,-1 0 0,1 0 0,0 0 0,0-1 0,0 1 0,0 0 0,0 0 0,0 0 0,-1 0 0,1 0 0,0 0 0,0 0 0,0 0 0,0 0 0,0 0 0,-1 0 0,1 0 0,0 0 0,0 0 0,0 0 0,0 0 0,0 0 0,-1 0 0,1 0 0,0 0 0,0 0 0,0 0 0,5-5 0,1 0 0,-1 0 0,1 1 0,1-1 0,-1 1 0,1 1 0,-1-1 0,12-3 0,-29 6-4920,-21 1-4310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1201 123 176,'0'0'7486,"-1"-5"-5488,-3-18-319,3 18-127,1-7 3899,-2-1-3293,2 13-2169,-3-60 3376,3 59-3222,0 1 0,0 0 0,0 0 1,0-1-1,-1 1 0,1 0 1,0 0-1,0-1 0,-1 1 1,1 0-1,0 0 0,-1 0 0,1-1 1,0 1-1,-1 0 0,1 0 1,0 0-1,0 0 0,-1 0 0,1 0 1,0 0-1,-1 0 0,1 0 1,-1 0-1,1 0 0,0 0 1,-1 0-1,1 0 0,0 0 0,-1 0 1,1 0-1,0 0 0,-1 0 1,1 0-1,0 1 0,0-1 0,-1 0 1,-13 9 736,3 2-437,1 2-1,1-1 1,0 1 0,-13 26-1,-24 64-33,42-93-443,-86 229 34,-12 29 0,-164 271 0,220-452 0,-24 42 0,35-70 0,2 2 0,-39 104 0,22-64 0,43-83 0,-2 0 0,0 0 0,-1-1 0,0-1 0,-23 27 0,17-23 0,2 0 0,-17 30 0,17-25 0,0-1 0,-36 44 0,35-50 0,1 0 0,1 1 0,-17 33 0,44-82-643,36-84-5239,-45 100 2922,-1 0-1,0 0 1,2-25 0,-5 0-6639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0 8260,'0'0'16309,"4"22"-14220,20 130 1606,-19-103-3092,-3 0 1,-2 0-1,-8 69 1,-7-28-604,7-55 0,3 1 0,-2 48 0,10-83 0,0 0 0,0 0 0,0 0 0,0-1 0,1 1 0,-1-1 0,0 0 0,0 0 0,0 0 0,4-1 0,-1 1 0,23-3 0,0-1 0,-1-1 0,1-1 0,-1-2 0,41-17 0,1 1 0,332-81 0,-397 102-145,-5-4-7516,0 7 7127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0 1217,'0'0'4580,"-7"6"-4182,-1 1-301,4-5-88,0 0-1,1 1 1,0-1 0,-1 1-1,1 0 1,1 0-1,-1 0 1,0 1 0,1-1-1,-4 6 1,2 2 835,4-11-732,0 1-1,0 0 1,0-1 0,-1 1-1,1 0 1,0-1-1,-1 1 1,1 0 0,-1-1-1,1 1 1,-1-1-1,1 1 1,-1-1 0,1 1-1,-1-1 1,1 1-1,-1-1 1,1 1-1,-1-1 1,0 0 0,1 1-1,-1-1 1,0 0-1,0 0 1,0 1 0,-7 2 763,-49 25 2588,40-17 1544,3 1 4480,14-12-9356,-1 1 1,1 0-1,0-1 0,0 1 0,0-1 0,-1 1 0,1 0 0,0-1 0,0 1 1,0 0-1,0-1 0,0 1 0,0 0 0,1-1 0,-1 1 0,0 0 0,0-1 1,0 1-1,1-1 0,-1 1 0,0 0 0,1-1 0,-1 1 0,0-1 0,1 1 1,-1-1-1,1 1 0,-1-1 0,1 1 0,0 0 0,14 14-394,24 14 263,77 43 0,-34-23 0,12 12 0,-4 4 0,-2 4 0,-4 4 0,129 141 0,-186-185 0,1-1 0,1-1 0,2-2 0,0 0 0,66 36 0,185 72 0,-167-79 0,175 113 0,-53-26 0,107 33 0,-277-141 0,79 54 0,13 8 0,-138-83 0,-1 1 0,24 21 0,-28-4 0,0-12 0,22 25 0,80 72 0,-150-113-414,29-2-205,0-1-1,-1 0 0,1 0 1,0 0-1,1 0 0,-1 0 1,0-1-1,0 1 0,0-1 1,1 0-1,-1 0 0,-2-3 1,-16-17-9451,2-6-3774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293 1 12486,'0'0'17442,"3"7"-15838,9 14-1347,1-1 0,1 0 0,1 0 0,19 19 0,34 47-307,-62-78 50,13 19 0,29 58 0,-44-76 0,0-1 0,-1 0 0,0 1 0,-1 0 0,0 0 0,0 0 0,-1 0 0,0 0 0,-1 0 0,1 0 0,-2 0 0,-1 11 0,1-18 0,1 0 0,-1 0 0,0 0 0,0 0 0,0-1 0,0 1 0,-1 0 0,1-1 0,0 1 0,-1-1 0,1 1 0,-1-1 0,1 0 0,-1 0 0,0 1 0,1-1 0,-1 0 0,0 0 0,0-1 0,-2 2 0,-44 11 0,42-11 0,-47 6 0,-1-1 0,0-3 0,-57-3 0,-46 2 0,140-2-1788,12-1-3475,-3 0-7711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151 131 5282,'0'0'12910,"1"-6"-10935,3-13 430,-2 0 0,0-1 0,-1-20 0,-23 42-1247,16 0-1141,0 1 1,1 0-1,-1 1 1,1-1-1,0 1 0,0 0 1,0 1-1,-6 6 1,-35 45 51,38-46-39,4-6-14,1 0-1,0 0 1,0 1 0,1-1-1,-1 1 1,1-1 0,0 1-1,0 0 1,0 0 0,1 0 0,0 0-1,0 0 1,0 0 0,0 0-1,1 0 1,0 9 0,1-12-16,0 1 0,0-1 0,0 0 0,0 1 0,1-1 0,-1 0 0,0 0 0,1 0 0,0 0 1,-1 0-1,1 0 0,0-1 0,0 1 0,0 0 0,0-1 0,0 0 0,0 1 0,1-1 0,-1 0 0,3 1 1,4 2 11,1 0 1,-1 0 0,20 3 0,-18-4 13,1-2 0,-1 0 0,1 0 0,-1-1 0,1 0 0,-1-1 0,1-1 0,14-3 0,-22 4-18,-1 0 0,1 0 0,-1 0 0,1 0 0,-1-1-1,0 0 1,1 0 0,-1 0 0,0 0 0,0 0 0,-1-1 0,1 1-1,0-1 1,-1 1 0,0-1 0,1 0 0,-1 0 0,0 0-1,-1-1 1,1 1 0,0 0 0,-1-1 0,0 1 0,0-1 0,0 1-1,0-1 1,-1 1 0,1-1 0,-1 0 0,0-4 0,0 0 61,0 0 1,0 0 0,-1 0 0,0 1 0,-1-1 0,0 0 0,0 0-1,0 1 1,-1-1 0,-4-7 0,-11-27-70,-6-8 0,24 49-14,0 1 0,-1-1 0,1 1 0,-1-1 0,1 1 0,-1-1 0,1 1 0,0-1 0,-1 1 0,0 0 0,1-1 0,-1 1 0,1 0 0,-1 0 0,1-1 0,-1 1 0,1 0 0,-1 0 0,0 0 0,1 0 0,-1-1 0,-1 1 0,-9 6-5366,11-5 5115,0-1 0,-1 0-1,1 1 1,0-1 0,0 0-1,0 1 1,-1-1 0,1 0-1,0 1 1,0-1 0,0 0-1,0 1 1,0-1 0,0 1-1,0-1 1,0 0 0,0 1-1,0-1 1,0 0 0,0 1-1,0-1 1,0 1 0,0-1 0,0 0-1,0 1 1,1-1 0,-1 0-1,0 1 1,1 0-139,0-1 0,0 1 1,-1 0-1,1-1 0,0 1 1,0-1-1,0 1 0,0-1 1,0 1-1,0-1 0,0 0 0,0 0 1,0 1-1,0-1 0,0 0 1,0 0-1,1 0 0,34 1-9427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4114,'0'0'6771,"0"5"-5122,8 87 7159,-4-57-8290,2 0 0,11 38 0,-5-23-354,10 81 0,-10-46-143,-12-53-3913,1-32 3380,-1 0 0,1 1 0,-1-1 1,1 0-1,-1 0 0,1 0 0,-1 0 0,1 0 0,-1 0 0,1 0 1,-1 0-1,1 0 0,-1 0 0,1 0 0,0 0 0,-1 0 1,1 0-1,-1 0 0,1-1 0,-1 1 0,1 0 0,-1 0 1,1-1-1,-1 1 0,0 0 0,1-1 0,2-15-5021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 0 1889,'0'0'11971,"1"12"-10034,-2 56 300,2 49 530,0-100-2540,0 1 1,2 0-1,0 0 1,8 22-1,-9-34-214,1 0-1,-1 0 1,1-1 0,1 1 0,-1-1-1,1 0 1,0 0 0,0 0-1,0-1 1,1 1 0,0-1-1,-1 0 1,2-1 0,-1 1 0,0-1-1,1 0 1,8 4 0,-11-6-10,0 0 1,1 0 0,-1 0 0,1 0 0,0-1 0,-1 1 0,1-1 0,-1 0-1,1 0 1,0 0 0,-1-1 0,1 1 0,-1-1 0,1 0 0,-1 0-1,1 0 1,-1-1 0,0 1 0,1-1 0,-1 1 0,0-1 0,0 0-1,0 0 1,0-1 0,-1 1 0,1-1 0,-1 1 0,1-1 0,-1 0-1,0 0 1,2-3 0,4-7 12,-1 0 0,0 0 0,-1-1 0,0 1-1,-2-1 1,1-1 0,-2 1 0,0-1 0,0 1-1,-2-1 1,1 0 0,-2 0 0,0 0 0,-4-23 0,4 35 48,-1-1 1,0 0-1,-1 1 1,1-1 0,-1 1-1,1-1 1,-1 1-1,0-1 1,0 1-1,-1 0 1,1 0 0,-1 0-1,1 1 1,-1-1-1,0 0 1,-4-2-1,2 2 119,0 0-1,-1 1 0,1-1 1,-1 1-1,0 0 0,0 0 1,0 1-1,0-1 0,-9 0 0,5 2 6,1-1 0,-1 2 0,1-1 0,0 1 0,-1 0 0,1 1 0,0 0 0,0 1 0,0 0 0,0 0 0,1 1 0,-1 0 0,-8 6 0,1-1-14,-12 12 14,28-20-228,0-1-1,0 0 0,0 0 1,0 1-1,0-1 0,0 0 1,0 1-1,0-1 0,0 0 1,0 1-1,0-1 0,0 0 1,0 0-1,0 1 0,0-1 1,0 0-1,0 0 0,1 1 1,-1-1-1,0 0 0,0 0 1,0 1-1,0-1 0,1 0 1,-1 0-1,0 1 0,0-1 0,0 0 1,1 0-1,-1 0 0,0 0 1,0 1-1,1-1 0,-1 0 1,0 0-1,0 0 0,1 0 1,-1 0-1,0 0 0,1 0 1,-1 0-1,0 0 0,0 0 1,1 0-1,-1 0 0,0 0 1,1 0-1,-1 0 0,0 0 1,0 0-1,1 0 0,-1 0 1,20 0-2096,-18 0 1743,20 0-4532,-3 0-3247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16 166 2849,'0'0'14663,"0"0"-14400,-1 0-1,0 0 1,1 0-1,-1 0 1,0 0-1,1 0 1,-1 0-1,0 0 1,1 0-1,-1 0 1,0-1 0,1 1-1,-1 0 1,0 0-1,1-1 1,-1 1-1,1 0 1,-1-1-1,0 1 1,1-1-1,-1 0 1,0-2-85,1 0 0,0-1-1,0 1 1,0 0 0,0-1 0,1 1 0,0 0 0,-1-1-1,1 1 1,0 0 0,0 0 0,1 0 0,-1 0 0,1 0-1,-1 0 1,1 0 0,0 0 0,0 1 0,0-1-1,1 1 1,-1-1 0,0 1 0,1 0 0,0 0 0,3-2-1,9-7-118,1 1-1,0 0 0,0 1 0,1 1 1,0 1-1,18-6 0,-23 9-82,0 1 1,1 0-1,-1 1 0,1 0 1,-1 1-1,1 0 0,0 1 1,-1 1-1,23 3 0,-33-3 9,1 0 1,-1 0-1,0 0 0,0 0 0,0 1 1,0-1-1,0 0 0,0 1 0,0 0 1,0 0-1,-1-1 0,1 1 1,-1 0-1,1 0 0,-1 0 0,0 1 1,0-1-1,0 0 0,0 0 0,0 1 1,0-1-1,-1 0 0,1 1 0,-1-1 1,1 4-1,0 0 18,-1 1 0,0-1 0,1 0 0,-2 0 0,1 0 1,-1 0-1,0 0 0,0 0 0,-4 10 0,0-6 21,-1-1-1,0 1 1,0-1 0,-1 0-1,0-1 1,-16 15 0,-57 45 512,73-63-459,-63 41 822,69-45-867,16-9-120,3-3-318,0 1 0,32-13-1,-43 21 227,0-1-1,1 1 1,-1 0-1,1 1 1,0 0-1,-1 0 1,1 1-1,0 0 1,-1 0-1,15 3 1,-20-2 159,1 0 1,-1 0-1,1 0 0,-1 1 1,0-1-1,1 1 1,-1-1-1,0 1 0,0 0 1,0 0-1,0 0 0,-1 0 1,1 0-1,-1 0 0,1 1 1,-1-1-1,0 0 1,1 1-1,-1-1 0,-1 1 1,1 0-1,0-1 0,0 4 1,2 6 42,-1 0-1,-1 0 1,1 22 0,-3-27 88,0 0 1,0 0-1,-1 1 1,0-1-1,0-1 1,-1 1-1,0 0 1,0-1-1,-1 1 1,1-1-1,-2 0 0,1 0 1,0 0-1,-1-1 1,-11 10-1,-7 6 792,-1-2 1,-34 23-1,48-36-732,1 1 0,-1-1 0,0-1 1,0 0-1,-1 0 0,1-1 0,-1 0 1,0-1-1,0-1 0,0 1 0,-1-2 0,1 1 1,0-2-1,-19 0 0,29-1-186,0 0 0,0 0 0,0 0 0,1 0 0,-1 0-1,0 0 1,1 0 0,-1 0 0,1 0 0,-1 0 0,1-1 0,0 1 0,0 0 0,-1 0 0,1 0 0,0-1 0,0 1-1,0 0 1,0 0 0,0 0 0,1-3 0,2-30-1009,-1 29 655,0-1 1,0 1-1,1 0 1,0 0 0,0 0-1,0 0 1,0 1-1,8-8 1,37-34-3929,-29 29 2146,20-18-3270,-1-3-2557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160 1 1649,'0'0'23637,"-15"11"-21905,0 0-1246,7-7-301,1 1 1,-1 0-1,1 1 1,1-1 0,-1 2-1,1-1 1,0 1-1,1-1 1,-1 2 0,1-1-1,-4 8 1,1 3 59,0 1-1,1 0 1,0 0 0,2 0 0,0 1-1,2 0 1,0 0 0,1 0-1,1 0 1,2 28 0,-1-45-242,1 0 0,0 0 0,0-1 0,0 1 0,0 0 0,0-1 0,0 1 0,1 0 0,-1-1 0,1 0 1,0 1-1,0-1 0,0 0 0,0 0 0,0 0 0,0 0 0,1 0 0,-1-1 0,0 1 0,1 0 0,0-1 0,-1 0 0,1 0 0,0 0 0,0 0 0,-1 0 1,1-1-1,0 1 0,5 0 0,-2 0-9,1-1 1,-1 1-1,0-1 0,1 0 1,-1 0-1,1-1 0,-1 0 1,0 0-1,1-1 1,-1 1-1,0-1 0,0-1 1,6-2-1,2-5 0,-1-1 0,-1 0 1,0 0-1,0-1 0,-1-1 0,-1 0 0,0-1 0,0 1 0,-2-2 0,0 1 1,0-1-1,-2-1 0,0 1 0,0-1 0,-2 0 0,0 0 0,0-1 1,-2 1-1,1-19 0,-3 33 23,0 0 1,0 0 0,0 0-1,-1 0 1,1 0 0,-1 0-1,1 0 1,-1 0 0,0 1-1,1-1 1,-1 0 0,0 0-1,0 0 1,0 1-1,-1-1 1,1 1 0,0-1-1,-1 1 1,1-1 0,-4-1-1,2 0-7,-1 1-1,0 0 0,0 1 1,0-1-1,0 1 0,0 0 1,0 0-1,0 0 0,-8-1 1,2 2-12,-1 0 0,1 0 0,-1 1 0,1 0 0,-1 1 0,1 0 0,-18 6 0,-17 19 40,6-3-482,33-23-3204,-1-1-9506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0 188 5234,'0'0'9704,"1"-8"-8923,0 0-589,-1 5-121,0 0 1,0 0-1,0-1 0,1 1 1,-1 0-1,1 0 1,0 0-1,0 0 1,0 0-1,0 0 1,1 0-1,-1 1 0,1-1 1,-1 0-1,1 1 1,3-4-1,8-6 142,0 0 0,1 1 1,1 0-1,0 1 0,0 1 0,1 1 0,0 0 0,1 1 0,-1 0 0,1 1 0,1 1 1,-1 1-1,1 1 0,0 0 0,-1 1 0,36 1 0,-50 1-211,0 0 0,0 1-1,0-1 1,0 1 0,0 0 0,0 0 0,0 0-1,0 0 1,-1 0 0,1 0 0,0 1-1,-1-1 1,1 1 0,-1 0 0,1 0-1,-1 0 1,0 0 0,0 0 0,0 1-1,0-1 1,0 0 0,-1 1 0,1 0-1,-1-1 1,1 1 0,-1 0 0,0 0-1,0 0 1,0 0 0,-1 0 0,1-1 0,0 7-1,0 3 68,0 0 1,0-1-1,-1 1 0,-1 0 0,0 0 0,-1-1 0,-4 20 0,1-16 67,-1-1-1,0 0 0,0 0 1,-1 0-1,-16 21 1,-53 60 565,2-3 672,35-37 225,39-54-1435,6-2-15,-1-1-1,1 1 1,0-1 0,-1-1 0,1 1 0,-1-1 0,0 0 0,0 0 0,0 0 0,9-9 0,11-5 386,31-15-81,1 3 1,121-42-1,-128 62-1698,-27 6-1941,-1-2-3449,-13 0 840,-2-2-1397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147 62 2769,'0'0'20572,"-16"1"-19315,-49 5-366,63-6-842,0 0 0,0 0 0,0 1 0,0-1 0,0 1 0,1 0 0,-1-1 0,0 1 0,0 0 0,0 0 0,1 0 0,-1 1-1,0-1 1,1 0 0,-1 1 0,1-1 0,-1 0 0,1 1 0,0 0 0,0-1 0,0 1 0,0 0 0,0 0 0,0-1 0,0 1 0,0 0 0,0 3 0,-2 3 125,-2 7-45,1 1 0,0 1 0,1-1 0,1 0 0,0 1 0,2 0 1,0-1-1,0 1 0,5 24 0,-4-34-128,1 0 1,0 0-1,0-1 0,1 1 0,-1-1 1,1 1-1,1-1 0,-1 0 1,1 0-1,0-1 0,0 1 0,1-1 1,0 0-1,0 0 0,0 0 1,0-1-1,1 0 0,0 0 0,0 0 1,0-1-1,0 0 0,0 0 1,1 0-1,-1-1 0,1 0 0,10 2 1,-11-3-4,-1-1 1,1 0-1,0 0 1,-1 0 0,1-1-1,-1 1 1,1-1 0,-1-1-1,1 1 1,-1-1-1,0 0 1,1 0 0,-1-1-1,0 1 1,-1-1 0,1 0-1,0 0 1,-1-1-1,0 1 1,0-1 0,0 0-1,0-1 1,0 1-1,-1 0 1,0-1 0,4-7-1,-1 3 127,0 0 0,-1-1 0,0 1-1,-1-1 1,0 0 0,-1 0 0,0-1 0,0 1-1,-1-1 1,-1 0 0,0 1 0,0-1-1,-1 0 1,0 0 0,-1 1 0,0-1-1,-1 0 1,0 1 0,0-1 0,-2 1 0,1 0-1,-1 0 1,0 0 0,-1 0 0,-6-8-1,4 8 68,0 1 0,0 1 0,-1-1 0,0 1 0,-15-12 0,18 17-188,-1 0-1,1 0 1,0 0 0,-1 1 0,1 0 0,-1 0-1,0 0 1,1 0 0,-1 1 0,0 0-1,0 1 1,-8-1 0,11 1-1,0 0 1,1 0-1,-1 0 0,0 0 0,0 0 1,1 1-1,-1 0 0,0-1 0,1 1 1,-3 1-1,4-1-23,0 0-1,0 0 1,0 0 0,0 0 0,0 0 0,1 0 0,-1 0-1,0 0 1,1 0 0,-1 1 0,1-1 0,-1 0-1,1 0 1,-1 1 0,1-1 0,0 0 0,0 1 0,0-1-1,0 0 1,0 1 0,0 1 0,0-2-196,1 0 0,-1-1 1,1 1-1,-1 0 0,0-1 0,1 1 0,-1-1 1,1 1-1,0-1 0,-1 1 0,1-1 1,-1 1-1,1-1 0,0 1 0,-1-1 1,1 0-1,0 0 0,-1 1 0,1-1 1,0 0-1,0 0 0,-1 0 0,1 1 0,0-1 1,-1 0-1,1 0 0,0 0 0,1-1 1,26 2-8158,-23-1 4941,6 0-6079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5010,'0'0'4224,"0"-7"-3915,0-41 593,0 21 9276,0 49-7574,2-3-2134,0 0 1,1 1-1,1-2 1,8 23-1,5 27 304,-15-57-518,0-2 359,-1 0-1,1-1 0,6 16 1,-8-24-540,0 1 0,1-1 0,-1 0 1,0 0-1,1 0 0,-1 1 0,0-1 0,1 0 1,-1 0-1,0 0 0,1 0 0,-1 1 1,0-1-1,1 0 0,-1 0 0,0 0 1,1 0-1,-1 0 0,0 0 0,1 0 0,-1 0 1,1 0-1,-1 0 0,0 0 0,1 0 1,-1-1-1,1 1 0,5 0-2125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4706,'0'0'13118,"-9"-3"-11205,6 2-1838,1 0 124,-1 1 0,1-1 1,0 0-1,-1 1 0,1-1 1,0 1-1,-1 0 0,1 0 1,-1 0-1,1 0 0,-3 0 1,3 1-20,1 0 1,-1 0 0,0 0 0,1 0 0,-1 0 0,1 0 0,-1 1-1,1-1 1,0 0 0,-1 1 0,1-1 0,0 1 0,0-1-1,0 1 1,0 0 0,0-1 0,1 1 0,-1 0 0,0 0-1,0 3 1,-6 23 764,1 1 0,1 1 0,2-1 0,1 1-1,3 57 1,0-32-344,-18 650-105,7-555-500,-7 184-155,33-353-2839,-6 2 1070,-1-1 0,0-1 0,6-21 0,5-31-7133,-7-5-3148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3666,'0'0'10658,"0"3"-9682,0-2-908,0-1 0,0 1 0,1 0-1,-1-1 1,0 1 0,1-1 0,-1 1-1,0 0 1,1-1 0,-1 1 0,1-1-1,-1 1 1,1-1 0,-1 1 0,1-1-1,-1 1 1,1-1 0,-1 0 0,1 1-1,0-1 1,-1 0 0,1 0 0,1 1-1,24 4 1543,41-5 575,-42-1-2086,793-20 1214,-717 15-1359,552-45 2442,-479 49 379,-124 4-1519,99-9 1,-119 1-357,58-19 0,-39 9-318,-37 13-106,8-2-2512,-29 3-4047,-8 1 192,-3-1-2723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42 1185,'0'0'11882,"0"-5"-10017,0 0-1613,1-15 1439,-1 19-1530,-1 1 0,1-1 0,0 1 0,0-1 0,0 1 1,0-1-1,-1 1 0,1-1 0,0 1 0,0-1 0,-1 1 1,1-1-1,0 1 0,-1-1 0,1 1 0,-1-1 0,1 1 1,0 0-1,-1-1 0,1 1 0,-1 0 0,1 0 0,-1-1 1,1 1-1,-1 0 0,1 0 0,-1 0 0,0-1 0,1 1 1,-1 0-1,1 0 0,-1 0 0,0 0 0,0 0 51,1 0-1,-1 0 1,1 1-1,-1-1 1,1 0-1,-1 0 1,1 0-1,-1 1 1,1-1-1,-1 0 1,1 0-1,-1 1 1,1-1-1,0 0 1,-1 1 0,1-1-1,-1 1 1,1-1-1,0 0 1,-1 1-1,1-1 1,0 1-1,0-1 1,-1 1-1,1-1 1,0 1-1,-5 22 2002,6 35-2031,-1-39 714,11 171 339,-9-79-1066,-2-70-191,0-40-248,-28-1-17543,18 0 9257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 6675,'0'0'14761,"3"0"-13403,4 0-1262,12 3 3388,-18-2-3344,-1 0 1,1 0-1,0 0 0,-1 0 0,1 0 0,-1 0 0,1 0 1,-1 0-1,1 0 0,-1 1 0,0-1 0,0 0 0,1 0 0,-1 0 1,0 1-1,0-1 0,0 0 0,-1 2 0,1 1 10,0 1-1,0-1 1,0 0-1,-1 0 1,0 1-1,0-1 1,0 0-1,0 0 1,-4 8-1,3-10-132,1-1-1,0 1 0,0-1 0,-1 1 1,1-1-1,0 1 0,-1-1 1,0 0-1,1 0 0,-1 1 1,0-1-1,1-1 0,-1 1 0,0 0 1,0 0-1,0-1 0,0 1 1,0-1-1,0 1 0,0-1 1,0 0-1,0 0 0,-3 0 0,4 0 1,0 0-1,0 0 0,0-1 0,0 1 0,1 0 0,-1-1 0,0 1 0,0-1 0,0 1 0,0-1 0,0 1 0,1-1 0,-1 1 0,0-1 0,1 0 0,-1 0 0,0 1 0,1-1 0,-1 0 0,1 0 1,-1 0-1,1 0 0,-1 0 0,1 1 0,-1-3 0,0 0 11,0-1 0,0 0 1,0 0-1,1 0 0,-1 0 0,1 0 1,0-6-1,0 6-14,0 1 0,1-1 0,-1 1 1,1 0-1,0-1 0,0 1 0,0-1 0,1 1 0,1-3 0,-2 4-6,0 1 0,-1 0 0,1 0-1,0 0 1,0 0 0,0 0 0,0 0 0,0 0-1,0 0 1,0 0 0,0 0 0,1 1 0,-1-1-1,0 0 1,0 1 0,1-1 0,-1 1 0,0 0-1,1-1 1,-1 1 0,1 0 0,1 0 0,-2-1 10,0 1 1,1 0 0,-1 0-1,0 0 1,0 1 0,0-1 0,0 0-1,1 0 1,-1 1 0,0-1-1,0 0 1,0 1 0,0-1-1,0 1 1,0-1 0,0 1 0,0 0-1,0-1 1,0 1 0,0 0-1,-1 0 1,1 0 0,0 0-1,0 0 1,-1 0 0,1 0 0,-1 0-1,1 0 1,-1 0 0,1 0-1,-1 0 1,1 0 0,-1 0-1,0 0 1,0 0 0,0 1 0,1-1-1,-1 0 1,0 0 0,0 0-1,-1 0 1,1 1 0,0-1-1,0 0 1,-1 0 0,1 0 0,0 0-1,-1 0 1,1 0 0,-1 0-1,0 2 1,-2 0-18,0 0 0,0 0 0,0 0 0,0-1 0,-1 1 0,1-1 0,-1 0 0,0 0 0,1 0 0,-1 0 0,-5 1 0,-37 10 0,79-13-37,9 0-2607,0 0-4808,-3 0-2600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61 3057,'0'0'21936,"-11"5"-18537,5-1-3090,0 0 1,0 0-1,0 0 1,0-1-1,-1 0 1,1 0-1,-1 0 0,0-1 1,1 0-1,-1-1 1,0 1-1,-1-1 1,-9 0-1,17-2-307,-1 1 0,1-1 0,-1 1 0,1-1 0,-1 0-1,1 1 1,0-1 0,-1 1 0,1-1 0,0 0 0,-1 0 0,1 1-1,0-1 1,0 0 0,0 0 0,-1 1 0,1-1 0,0 0 0,0 0-1,0 1 1,0-1 0,1 0 0,-1 0 0,0-1 0,3-20-6,-1 18 4,0 0 0,1 0 0,-1 0 0,1 0 0,0 0 0,0 1 0,0 0 0,1-1 0,-1 1 0,1 0 0,0 1 0,-1-1 0,1 1 0,0-1 0,1 1 0,-1 0 0,0 1 0,1-1 0,-1 1 0,0 0 0,1 0 0,0 0 0,-1 1 0,9-1 0,-13 3 0,1 0 0,-1-1 0,1 1 0,-1 0 0,0-1 0,0 1 0,0 0 0,0-1 0,0 1 0,0 0 0,0 0 0,0-1 0,-1 1 0,0 2 0,-1-1 0,-1 0 0,1 1 0,-1-1 0,0 0 0,0 0 0,0-1 0,0 1 0,-1-1 0,1 1 0,-7 2 0,-41 19 0,39-19 0,-27 6 0,29-12 0,12-3 0,-1 4 0,3-6-40,0 2 0,1-1 0,0 0-1,0 1 1,0 0 0,0 0 0,1 0 0,-1 1 0,1 0 0,0 0-1,0 0 1,0 1 0,1 0 0,-1 0 0,0 0 0,1 1 0,-1 0-1,1 1 1,0-1 0,10 1 0,-1 5-4965,-6 13-4002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3217,'0'0'4435,"25"4"2429,235-11 1369,-2-1-6646,364 8-127,-606 1-1425,0 1 1,0 1-1,0 0 1,0 1 0,20 8-1,-19-6 4,0-1-1,0 0 0,0-2 1,27 3-1,104-4 567,84 5-233,-85-3 111,-111-4-289,-22-1-95,-1-1-1,0 0 0,0-1 0,-1-1 1,1 1-1,-1-2 0,19-9 1,-13 6 105,0 1 1,33-9 0,52-2 500,49-12-337,25-4 399,-131 26 168,-30 6-1000,23-3 1360,-34 3-2759,-21 1-3193,-17 3-246,-11 10-2815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34 1617,'0'0'4871,"1"-2"-2619,-1 1-1909,0 0-1,1 0 1,-1 0-1,0 0 1,0 0-1,1 0 1,-1 1-1,0-1 1,0 0-1,0 0 1,0 0-1,0 0 1,0 0-1,-1 0 1,1 0-1,0 0 1,0 0-1,-1 0 1,1 1-1,0-1 1,-1 0-1,1 0 1,-1 0-1,1 0 1,-1 1-1,1-1 1,-1 0-1,0 1 1,1-1-1,-1 0 1,0 1-1,0-1 1,-20-3 5746,3 6-6028,13-1 68,0 0-1,0 1 1,1-1-1,-1 1 0,1 0 1,0 1-1,-1-1 0,1 1 1,0 0-1,0 0 1,1 0-1,-1 0 0,1 1 1,-1-1-1,1 1 1,-4 6-1,3-4 87,1-1 0,-1 1 0,1 0 0,0 0 0,1 1 0,0-1 0,-1 0 0,2 1 0,-1 0 0,1-1 0,-1 11 0,3-17-196,-1 1 0,0 0 1,1 0-1,-1-1 0,0 1 1,1 0-1,-1 0 0,1-1 1,-1 1-1,1 0 0,-1-1 1,1 1-1,0-1 1,-1 1-1,1-1 0,0 1 1,0-1-1,-1 1 0,1-1 1,0 0-1,0 1 0,-1-1 1,2 0-1,25 8 177,-19-6-91,13 2 34,0-1-1,0-1 1,1 0-1,22-3 0,-27 1-16,-16 0-113,0 0-1,0-1 1,0 1 0,0 0-1,0-1 1,0 1 0,0-1 0,0 0-1,0 1 1,-1-1 0,1 0-1,0 1 1,0-1 0,-1 0-1,1 0 1,0 0 0,-1 0 0,1 0-1,-1 1 1,1-1 0,-1 0-1,0 0 1,1 0 0,-1 0 0,0 0-1,0 0 1,1-1 0,-1 0-1,3-31-28,-3 26 20,-1 1 0,0 0 0,0 0 0,0-1 0,-1 1 0,0 0 0,0 0 0,-4-7 0,5 10 0,-1-1 0,0 1 0,0 0 0,0-1 0,-1 1 0,1 0 0,-1 1 0,0-1 0,0 0 0,0 1 0,0 0 0,0-1 0,0 1 0,-7-3 0,6 4 0,-1 1 0,1-1 0,-1 1 0,1-1 0,-1 1 0,-7 1 0,-2 0 0,13 0-7,1-1-1,0 0 1,-1 0 0,1 1 0,0-1-1,0 0 1,-1 1 0,1-1 0,0 1-1,0-1 1,0 0 0,-1 1 0,1-1-1,0 1 1,0-1 0,0 0 0,0 1-1,0-1 1,0 1 0,0-1 0,0 1-1,0-1 1,0 1 0,0-1 0,0 1-1,4 5-4845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49 5523,'0'0'4362,"-1"-8"-3426,-2-3-315,0-6-90,2 5 7446,4 84-6595,-1-36-836,-4 54 0,6-98-424,0 0 1,1 0-1,0 1 1,0 0 0,6-7-1,-7 9-129,0 1 0,0 0 0,1 0 0,-1 0 0,8-4 0,-10 7 5,-1 0 0,1 0-1,0 1 1,-1-1 0,1 0 0,0 1-1,0-1 1,-1 1 0,1 0 0,0-1-1,0 1 1,0 0 0,0 0 0,-1 0 0,1 0-1,0 1 1,0-1 0,2 1 0,-2 0 1,1 1-1,-1 0 1,0 0 0,0-1 0,0 1 0,0 1 0,0-1 0,0 0 0,-1 0 0,1 1 0,-1-1 0,0 1 0,1-1 0,-1 1 0,0-1 0,-1 1 0,2 4 0,9 48 89,-8-33 367,-2 1 1,-2 37 0,1-54-353,0-1 1,-1 0-1,0 0 1,0 1-1,0-1 1,-1 0 0,0 0-1,0 0 1,0 0-1,0-1 1,-1 1-1,0-1 1,0 1-1,0-1 1,0 0 0,-1 0-1,-5 5 1,4-7-83,0 1-1,0-1 1,-1 0 0,0 0 0,1 0 0,-1-1 0,0 0-1,1 0 1,-1 0 0,0-1 0,0 0 0,0 0 0,-6-1-1,5 0-356,0 0 0,0 0 0,0 0 0,1-1 0,-1 0 0,0 0 0,1-1 0,0 0 1,-1 0-1,-9-7 0,13 7-567,1 0 0,-1 1 0,1-2 0,0 1 1,0 0-1,1 0 0,-1-1 0,1 1 1,-1 0-1,0-6 0,-2-2-2991,-4-10-4804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1681,'0'0'11333,"98"-120"-10597,-75 108-239,2-1-145,2 5-144,-1 4-208,1 2-16,0 0-817,0 2-1936,2-5-1681,-2 3-1697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6147,'0'0'8740,"-9"21"-6721,-26 67-458,33-82-1350,0 0 1,0-1-1,0 1 1,1 0-1,-1 0 0,1 0 1,1 0-1,-1 0 1,1 1-1,0-1 0,2 9 1,0-2 60,-2-11-245,1 1 1,0 0-1,-1-1 0,1 1 0,1-1 0,-1 1 0,0-1 0,1 1 0,-1-1 0,1 0 0,0 0 0,-1 1 0,1-1 0,0 0 0,0-1 0,1 1 0,-1 0 0,0-1 0,1 1 1,-1-1-1,0 0 0,1 0 0,0 0 0,-1 0 0,1 0 0,3 0 0,3 2 3,0-2 0,0 1 0,0-1 1,0 0-1,0-1 0,17-1 0,-23 0-20,-1 0 0,1 0 0,-1 0 0,1 0 0,-1 0 0,0-1 0,1 1 0,-1-1 0,0 0 0,0 1 0,0-1 0,0 0 0,-1 0 0,1 0 0,-1 0 0,1-1 0,-1 1 0,1 0 0,-1-1 0,0 1 0,0-1 0,0 1-1,-1-1 1,2-3 0,1-5 57,-1 0-1,0 0 1,-1-1-1,1-15 1,-2 24-2,0 1 0,-1-1 0,1 1 0,-1 0 0,1-1-1,-1 1 1,0 0 0,1 0 0,-1 0 0,-1 0 0,1 0 0,0 0 0,0 0 0,-1 0 0,1 0 0,-1 0 0,-1-1 0,-2-1 32,1 0-1,-1 1 1,0 0 0,0 0-1,0 0 1,-10-3 0,1 1-105,1 1 1,-1 1-1,0 0 1,0 0-1,-16 1 1,19 1-347,0 1-852,1-1 0,-1 2 1,-13 1-1,21-1 164,-1 0 1,1-1 0,-1 2 0,1-1 0,0 0-1,0 1 1,-1-1 0,-2 4 0,-17 13-8868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377 596 80,'0'0'4154,"-5"-5"-3183,-11-17-133,15 21-770,0 0 0,1 0 1,-1 0-1,1 0 1,-1 0-1,1 0 0,0 0 1,-1 0-1,1 0 0,0 0 1,0 0-1,0 0 0,-1 0 1,1 0-1,0 0 0,1 0 1,-1-1-1,0 1 0,0 0 1,0 0-1,1 0 0,-1 0 1,0 0-1,1 0 1,-1 0-1,1 0 0,-1 0 1,1 0-1,0-1 0,24-20 1137,-19 18-733,25-20 409,2 1 1,0 2-1,1 1 0,1 2 1,1 2-1,50-17 0,236-51 1277,-192 55-1078,308-48 1931,-248 49-1476,96-35-659,16-3 718,-245 61-819,1 2-1,80 7 1,-13 0-25,-105-4-615,2-2-11,0 2-1,0 1 1,0 1 0,0 0 0,0 2-1,0 0 1,-1 2 0,22 8-1,-33-9-111,-8-5 7,0 0 0,0 1 1,0-1-1,-1 1 0,1 0 1,0 0-1,-1-1 0,1 1 1,-1 0-1,1 0 0,-1 1 1,1-1-1,-1 0 0,0 0 1,1 1-1,-1-1 0,0 1 1,0-1-1,0 1 0,0-1 1,0 1-1,-1-1 0,1 1 1,0 0-1,-1 0 1,1-1-1,-1 1 0,0 0 1,1 0-1,-1 0 0,0 0 1,0-1-1,0 1 0,-1 2 1,0 139 1145,7 215-911,5-274-231,41 153 0,-11-65-5,-19-66-11,1 0 18,-4 0-1,7 141 0,-24-223-24,1 1 0,1-1 0,2 0 0,0 0 0,1 0 0,15 31 0,-22-55 0,11 34-8,-1 0 1,-1 1-1,-2 0 0,3 45 0,-3 143-254,-7-223 200,0 0-61,-1 0 126,0 0-1,0 0 1,1-1-1,-1 1 0,0 0 1,1-1-1,-1 1 1,1 0-1,-1-1 1,0 1-1,1-1 1,-1 1-1,1-1 0,-1 1 1,1-1-1,-1 1 1,1-1-1,-1 0 1,0 0-4,1 0 1,-1 0-1,1 0 0,-1 0 1,0 1-1,1-1 1,-1 0-1,0 0 1,0 1-1,0-1 1,0 1-1,0-1 1,1 1-1,-1-1 0,0 1 1,0 0-1,0-1 1,0 1-1,0 0 1,-2-1-1,-12 1-23,2 0-22,1 0 0,0 0 0,-1 1 0,1 1-1,0 0 1,-13 4 0,-268 120-1165,173-71 539,-206 75-771,272-113 1382,0-2-1,0-3 1,-1-2-1,-71 4 1,-33-13 70,-37 3 51,161-2-57,1 3-1,-1 1 1,-53 16 0,-85 50-54,58-21 19,108-48 33,0-1 0,0 0-1,-1 0 1,1-1 0,0 0 0,-1 0-1,1-1 1,-1 0 0,1 0 0,-10-2 0,-3-2 4,0 0 0,-25-11 0,23 8-1,-37-9 0,30 13-17,-47 0 0,51 4-3,0-2 0,-46-8-1,56 6 5,-23-5-8,-70-25-1,-40-15 5,1-1 69,127 41-52,1-1 0,0-1 0,1-1 0,0 0 0,-23-20 0,23 15 2,0 1 0,-1 1 0,-1 0 0,-33-16 1,52 30-1,0-1 1,-1 0-1,1-1 1,-1 1 0,1 0-1,0 0 1,0 0-1,0-1 1,-1 1 0,1-1-1,1 1 1,-3-3-1,-11-13 119,3-7 301,10 16-512,4 15-723,-1-3-90,0 0-1,0 1 0,1-2 1,-1 1-1,1 0 0,0 0 1,0-1-1,7 6 0,-4-3-1879,7 7-6054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3970,'0'0'6635,"-4"0"-6251,2 0-311,-8-2 509,9-10 8199,24 27-3400,31 38-3141,80 61 0,-11-10-1065,22 16-419,258 182-206,-325-251-550,87 42 0,-42-26 0,44 27 0,128 76 0,-226-123 0,-3 3 0,-2 3 0,66 69 0,-37-22 0,90 126 0,-106-115 0,-41-58 0,76 89 0,-107-137 18,1 0 0,0 0 0,0-1 0,0 0 1,1 0-1,-1-1 0,1 1 0,0-1 0,0-1 0,0 0 0,0 0 0,1 0 1,11 1-1,6-1-4831,1-1-5213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1569,'0'0'10863,"0"9"-6570,25 102 3904,8 3-3803,-13-49-2896,-15-48-1255,0 0 0,2 0 1,0-1-1,1 0 0,1 0 0,18 25 0,-19-31-218,1 0 0,1 0 0,0-1 0,0 0 1,0-1-1,1 0 0,0-1 0,1 0 0,20 8 0,74 28-25,-106-43 0,1 0 0,-1 0 0,1 0 0,-1 0 0,0 0 0,1 0 0,-1 0 0,0 1 0,1-1 0,-1 0 0,1 0 0,-1 0 0,0 0 0,0 1 0,1-1 0,-1 0 0,0 0 0,1 1 0,-1-1 0,0 0 0,0 1 0,1-1 0,-1 0 0,0 0 0,0 1 0,0-1 0,0 1 0,1-1 0,-1 0 0,0 1 0,0-1 0,0 0 0,0 1 0,0-1 0,0 1 0,0-1 0,0 0 0,0 1 0,0-1 0,0 0 0,0 1 0,0-1 0,0 1 0,-1-1 0,1 0 0,0 1 0,0-1 0,0 0 0,0 1 0,-1-1 0,1 1 0,-22 11 0,-62 13 0,-101 15 0,108-25 0,-145 46 0,206-55 57,1 1-1,-1 0 1,2 1 0,-1 1-1,-24 20 1,34-26-155,1 1 0,0 0 0,1 1 0,-1-1 0,1 1 0,0-1 0,0 1 0,0 0 0,-2 7 0,3-9-206,1 1-1,1-1 0,-1 1 1,0-1-1,1 1 0,0 0 1,0-1-1,0 1 0,0-1 1,0 1-1,1-1 0,0 1 1,0 0-1,0-1 0,2 7 0,-1-8-280,-1 0 0,1 1-1,-1-1 1,1 0 0,0 0-1,0 0 1,0 0-1,0 0 1,0 0 0,0 0-1,4 2 1,37 16-11079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4386,'0'1'11811,"1"5"-9157,2-1-2201,0 1-1,0-1 1,-1 1-1,1 0 1,-1-1 0,-1 1-1,1 0 1,-1 0-1,0 1 1,0-1-1,-1 8 1,2 4 212,22 221 3783,-8 127-2227,-3-50-1596,59 758-99,14-176-526,-80-864-1155,-6-55-2668,-1-19 1494,0-129-9263,0 55 2142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0 661 224,'0'0'8343,"0"-5"-7060,0-15-538,0 5 5868,26 24-2859,-17-5-3308,-1-1 0,1 1 0,0-1 0,0-1 0,0 0 0,0 0 0,13 0 0,68-2 1026,-40-1-779,8-1-141,0-3 1,57-11 0,119-35 146,-124 26-554,1728-315 600,-1423 289 52,542-82-527,-903 120-249,-39 9 358,0 1 0,0 0 0,27-2 0,-42 24-158,-4-7-221,0-1 0,-1 1 0,0-1 0,-1 0 0,0-1 0,0 1 0,-11 11 0,-19 33 0,23-28 0,1 1 0,2 1 0,0 0 0,-9 48 0,-9 123 0,26-180 0,-56 712 0,14-129 0,32-479 0,-37 594 0,-14 180 0,62-889 0,-1 5 0,0 0 0,-1 1 0,-5 16 0,5-31 0,0-9 0,-2-12 0,5 21 0,-4-19 0,0-3 0,-1 1 0,0 0 0,-2 0 0,-12-28 0,17 46 0,0 1 0,0-1 0,-1 1 0,1-1 0,-1 1 0,1 0 0,-1-1 0,0 1 0,0 1 0,0-1 0,0 0 0,0 1 0,0 0 0,0-1 0,0 1 0,-1 0 0,1 1 0,0-1 0,-1 1 0,-4-1 0,-9 0 0,-1 1 0,-29 2 0,37-1 0,-30 4-156,0 2 0,-39 12 0,4 0-830,-544 111-4830,-319 39 5264,647-126 2411,-476 9 1,702-53-1684,63 1-167,0-1 0,1 1 0,-1 0 1,1 0-1,-1-1 0,0 1 0,1-1 0,-1 1 0,1-1 0,-1 0 1,1 0-1,-2-1 0,2 2-10,1-1 1,0 1 0,0 0-1,0-1 1,0 1-1,0-1 1,0 1-1,0-1 1,0 1-1,0 0 1,0-1 0,0 1-1,0-1 1,0 1-1,0-1 1,0 1-1,0 0 1,0-1-1,1 1 1,-1-1-1,0 1 1,0 0 0,1-1-1,-1 1 1,0 0-1,0-1 1,1 1-1,-1 0 1,0-1-1,1 1 1,-1 0-1,0 0 1,1-1 0,-1 1-1,1 0 1,-1 0-1,0 0 1,1-1-1,-1 1 1,1 0-1,-1 0 1,1 0-1,-1 0 1,1 0 0,10-5-116,0 1 1,0 1-1,1-1 1,-1 2 0,23-3-1,68 0-1597,-82 4 1171,182 1-9890,-101 0 428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184 890 80,'0'0'603,"-19"-6"323,-62-19 120,76 24-714,-1-1 0,0 0 1,1 0-1,-1-1 1,1 0-1,0 0 0,0 0 1,0-1-1,0 1 1,1-1-1,-9-9 0,11 10 154,1 0 0,-1-1 0,0 1 0,1 0 0,0-1-1,0 1 1,0-1 0,0 0 0,1 1 0,-1-1 0,1 0 0,0 1-1,0-1 1,0 0 0,0 1 0,2-6 0,-1 8-344,0-1-1,0 1 1,0 0 0,0-1-1,0 1 1,1 0 0,-1-1 0,0 1-1,1 0 1,-1 0 0,1 0 0,-1 0-1,1 1 1,0-1 0,-1 0 0,1 1-1,0-1 1,0 1 0,-1-1-1,4 1 1,4-3 254,53-15 1278,100-16 0,-79 19-1124,1114-191 1801,219-44-2483,-1406 248 125,285-68-194,-240 54 222,-1-3 1,-1-2-1,56-31 1,-103 48 199,0 1 1,0-1 0,1 1-1,0 1 1,-1-1 0,1 1-1,10-2 1,-15 4-214,0 0-1,0 1 1,0-1 0,0 0 0,0 1 0,0-1-1,0 1 1,0 0 0,0-1 0,0 1-1,0 0 1,-1 0 0,1 0 0,0 1-1,-1-1 1,1 0 0,0 1 0,-1-1 0,0 1-1,1-1 1,-1 1 0,0 0 0,0-1-1,0 1 1,0 0 0,0 0 0,0 0 0,0 0-1,0 3 1,0-4-235,0 1-1,-1-1 0,1 1 1,0-1-1,-1 1 1,1 0-1,-1-1 1,0 1-1,0 0 1,1 0-1,-1-1 1,0 1-1,0 0 1,-1-1-1,1 1 1,0 0-1,-1 0 1,1-1-1,-1 1 1,1-1-1,-1 1 1,0 0-1,1-1 1,-1 1-1,0-1 1,0 0-1,0 1 1,0-1-1,0 0 1,-1 1-1,1-1 1,0 0-1,-1 0 1,1 0-1,-1 0 1,1 0-1,-1 0 0,1-1 1,-1 1-1,1-1 1,-1 1-1,-2 0 1,-42 12-8166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177 655 4770,'0'0'2225,"-18"0"-952,4 1-906,-22-1 777,1 3 0,-38 6 0,97-10 3517,34 2-2130,-5 0-956,399-32 3375,-2-35-3903,-282 39-433,1129-181 151,-1236 198-756,78-11-5,265-79-1,-367 85 136,0-2-1,0-1 1,-2-2 0,0-2-1,37-30 1,-48 36 299,-10 5-123,-10 7-235,1 0 0,-1 0-1,1 1 1,0 0 0,0 0 0,0 0 0,0 0-1,1 1 1,-1 0 0,7-2 0,-12 4 192,-2 8-243,-3-2-222,-1 0 0,1 0 0,-1-1 0,0 1 0,-1-1 0,1-1 0,-1 1-1,0-1 1,0-1 0,-12 6 0,-14 3-4216,-39 9 1,46-14 780,-25 7-4453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10533,'0'0'10773,"4"24"-8799,37 167 1353,-19-83-2097,-4 1 1,-6 0 0,-1 176-1,-9-115-886,-2-169-336,1-8-328,4-65-3340,-4 22-3558,-1 42 5381,-4-6-5500,-11 6-2059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3153,'0'0'11211,"16"7"2587,-16 6-13591,-2-1 0,1 1 0,-2-1 0,0 0 0,0 1 0,-1-1 0,-10 19 0,-2 9 13,12-29-123,2-7-73,0 0-1,0 0 0,1 0 1,-1 0-1,1 1 0,0-1 1,0 1-1,1-1 0,-1 0 1,1 1-1,0-1 0,0 1 1,1 8-1,2-12-17,-1 0-1,1 1 1,-1-1-1,1-1 1,0 1-1,-1 0 1,1 0 0,0-1-1,0 0 1,-1 0-1,1 1 1,0-1-1,4-1 1,0 1 25,23 1 85,158-1 388,-167-1-420,0-2 1,0 0-1,-1-1 1,1-1 0,-1-1-1,35-16 1,-51 17-210,-13 3-867,-23 0-4959,17 2-1543,4-5 606,2-11 45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4466,'0'0'11048,"-5"22"-8010,2-13-2690,-39 143 4237,32-119-3628,1 1-1,1 0 0,2 1 0,-3 63 0,9-97-1172,1 0 0,0 0 0,-1 0-1,1 0 1,0-1 0,-1 1 0,1 0 0,0 0-1,0 0 1,0-1 0,-1 1 0,1-1 0,0 1-1,0 0 1,0-1 0,0 0 0,0 1 0,0-1-1,0 0 1,1 1 0,-1-1 0,0 0 0,0 0-1,0 0 1,0 0 0,0 0 0,0 0-1,0 0 1,0 0 0,2-1 0,36-3-8038,-12-8 1043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6:2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179 188 11925,'0'0'3151,"-19"3"-355,-62 9 688,78-12-3293,-1 1 0,0 0 0,0-1 0,1 2 0,-1-1 0,1 0 0,-1 1 0,1 0 0,-1 0 0,1 0 0,0 0 0,0 0 0,0 0 0,0 1 0,0 0 0,1-1 0,-1 1 0,1 0 0,0 1 0,-1-1 0,-1 5 0,2-2-50,0 0 0,1 0-1,0 0 1,0 0-1,0 1 1,0-1 0,1 0-1,0 0 1,3 13-1,-3-17-116,1 0-1,0 1 0,0-1 0,-1 0 1,2 0-1,-1 0 0,0 0 0,0 0 1,1 0-1,-1 0 0,1-1 0,-1 1 1,1-1-1,0 1 0,0-1 0,0 1 1,0-1-1,0 0 0,0 0 0,0 0 1,0 0-1,0 0 0,1 0 0,-1-1 1,0 1-1,0-1 0,3 1 0,9 1 86,1 0-1,-1-1 0,16-1 0,-26 0-103,3 0 43,1-1 1,-1 1 0,1-2-1,-1 1 1,0-1-1,0 0 1,1-1 0,-1 0-1,-1 0 1,1 0-1,0-1 1,-1 0-1,0 0 1,0-1 0,0 0-1,0 0 1,-1 0-1,0 0 1,0-1 0,0 0-1,-1 0 1,0-1-1,0 1 1,0-1 0,-1 0-1,0 0 1,-1 0-1,1 0 1,-1 0-1,-1 0 1,1-1 0,0-12-1,-1 11 94,-1-1-1,0 1 0,0 0 1,-1 0-1,0-1 1,0 1-1,-1 0 0,0 0 1,-1 0-1,0 1 1,-1-1-1,1 1 0,-2-1 1,1 1-1,-1 1 1,0-1-1,-1 1 0,0-1 1,0 1-1,0 1 1,-15-12-1,20 17-138,-1 0-1,0-1 1,0 1-1,0 0 1,0 0-1,0 0 1,0 1-1,0-1 1,0 0-1,0 1 1,-1-1 0,1 1-1,0 0 1,0 0-1,-1 0 1,1 0-1,-4 0 1,5 1-23,0-1-1,0 1 1,0 0 0,0-1-1,0 1 1,0 0 0,0 0 0,0 0-1,0 0 1,0-1 0,0 1-1,0 1 1,1-1 0,-1 0-1,0 0 1,1 0 0,-1 0 0,1 0-1,-1 1 1,1-1 0,0 0-1,0 0 1,-1 1 0,1-1 0,0 0-1,0 1 1,0-1 0,0 0-1,0 2 1,0-2-285,0 1 0,0 0 0,0-1 0,0 1 0,1-1 0,-1 1 0,0 0 0,1-1 0,-1 1 1,1-1-1,-1 1 0,1-1 0,0 1 0,0-1 0,-1 0 0,1 1 0,0-1 0,0 0 0,0 0 0,1 0 0,-1 1 0,0-1 0,0 0 0,3 1 0,1 0-926,-1-1 0,1 1 0,0-1 0,-1 0 0,1 0 0,0-1 0,7 1 0,27 0-9339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7:1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1549 5 3025,'5'-5'14845,"-40"45"-14237,3 1 1,1 2 0,-33 61 0,62-101-598,-109 218 56,44-82 45,-40 87 683,50-100-185,-102 164-1,135-253-545,2 2 0,2 0 0,-29 77 0,35-74-1,-1-1 1,-2-1-1,-40 68 1,-107 130 546,146-212-532,1 1 0,1 0 0,-21 53-1,36-79-75,-45 90 979,33-62-628,-2-1-1,0 0 0,-37 48 0,42-63-93,0 0 0,1 0-1,1 1 1,0 0 0,1 1 0,0 0 0,1 0-1,-5 20 1,-6 6 1494,12-27-1092,0 1 0,-13 22 0,15-30-560,-13 22 45,-27 36 0,24-38-157,-20 38-1,4 12 12,34-75-187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7:3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396 198 26556,'0'8'0,"0"0"0,-1 0 0,0-1 0,-1 1 0,1 0 0,-1-1 0,0 1 0,-1-1 0,0 0 0,0 0 0,0 0 0,-1 0 0,0 0 0,0-1 0,-1 1 0,1-1 0,-1 0 0,0 0 0,-1-1 0,1 1 0,-1-1 0,0 0 0,0 0 0,-1-1 0,1 0 0,-1 0 0,0 0 0,0-1 0,0 0 0,0 0 0,-1 0 0,1-1 0,-1 0 0,1 0 0,-1-1 0,0 0 0,1 0 0,-1-1 0,0 0 0,0 0 0,1 0 0,-1-1 0,0 0 0,1 0 0,-1-1 0,0 0 0,1 0 0,0-1 0,-1 0 0,1 0 0,0 0 0,0-1 0,1 0 0,-1 0 0,1 0 0,0-1 0,0 0 0,0 0 0,0-1 0,1 1 0,0-1 0,0 0 0,0 0 0,1-1 0,-1 1 0,1-1 0,1 0 0,-1 0 0,1 0 0,0 0 0,1 0 0,0-1 0,0 1 0,0-1 0,1 0 0,0 1 0,0-1 0,0 0 0,1 0 0,0 1 0,1-1 0,0 0 0,0 0 0,0 1 0,1-1 0,0 1 0,0-1 0,0 1 0,1 0 0,0 0 0,1 0 0,-1 0 0,1 0 0,1 0 0,-1 1 0,1 0 0,0 0 0,0 0 0,0 0 0,1 1 0,0 0 0,0 0 0,0 0 0,0 1 0,1 0 0,-1 0 0,1 0 0,0 1 0,0-1 0,1 2 0,-1-1 0,0 1 0,1 0 0,0 0 0,-1 1 0,1 0 0,0 0 0,-1 1 0,1-1 0,0 2 0,0-1 0,-1 1 0,1 0 0,0 0 0,-1 1 0,1 0 0,-1 0 0,1 1 0,-1-1 0,0 2 0,0-1 0,0 1 0,0 0 0,-1 0 0,1 0 0,-1 1 0,0 0 0,0 0 0,-1 0 0,1 1 0,-1 0 0,0 0 0,-1 0 0,1 0 0,-1 1 0,0 0 0,0 0 0,-1 0 0,0 0 0,0 0 0,0 0 0,-1 1 0,0-1 0,-1 1 0,1-1 0,-1 1 0,0 0 0,-1 0 0,0-1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27:3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141 124 480,'0'0'11371,"1"-9"-9528,-1 0-966,1-18 44,-1 1 5648,-48 24-2733,45 2-3812,0 0 0,1 0 0,-1 1-1,0-1 1,1 1 0,-1 0 0,1 0 0,-1 0-1,1 0 1,-1 0 0,1 0 0,0 1-1,0-1 1,-1 1 0,1 0 0,-2 2 0,0 1 31,0-1 0,0 1 1,1 0-1,0 0 0,0 0 1,0 1-1,-2 6 0,0 1 49,1 0 0,1 0 0,0 0 0,1 1 0,0-1-1,0 15 1,2-24-100,0 0-1,0-1 1,0 1-1,1 0 1,-1 0-1,1-1 1,0 1-1,0 0 1,0-1-1,1 1 1,-1-1-1,1 0 1,0 1-1,3 4 1,-2-6 1,0 1 0,0 0 0,0-1 0,1 0 0,-1 0 0,1 0 0,-1 0 0,1 0 0,0-1 0,0 0 0,-1 1 0,1-2 0,0 1 0,5 0 0,0 1 19,0 0 0,0-1 0,1 0-1,-1-1 1,0 0 0,1 0 0,-1-1-1,0 0 1,0-1 0,0 0-1,0-1 1,0 1 0,0-2 0,0 1-1,-1-1 1,0-1 0,0 1 0,0-1-1,9-8 1,38-27 125,-41 31-79,-1 0 1,22-20-1,-34 27-59,1 0 0,0 0 0,-1-1 0,1 1 0,-1-1 0,0 1 0,0-1 0,0 0 0,0 1 0,0-1 0,-1 0 0,1 0 0,-1 0 0,0 1 0,0-1 0,0 0 0,0 0 0,0 0 0,0 0 0,-1 1 0,-1-4 0,1 1 35,0 0 0,0 1 0,-1-1 0,0 1-1,0 0 1,0-1 0,-1 1 0,1 0 0,-1 0 0,0 1 0,-5-6 0,1 3 75,-1 1 1,1 0-1,-1 0 1,0 1-1,0 0 1,0 1 0,-1-1-1,0 2 1,1-1-1,-1 1 1,-15-2-1,6 1 142,-9-8 1433,26 11-2104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DEAA-0723-4493-1147-0021B1E0C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A6DFC-FD1A-C968-2EC4-2C424D968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E5A60-D836-8E3F-C09B-0A72560E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35076-E7D4-867A-083F-FF3AAB0F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2B04-204A-DF0E-1778-1E62E075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716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CBD4-023D-A16B-9F19-941CB0D3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B324-303A-56FD-2FDF-BB3EB9E54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037A5-9D84-CEDA-5F6A-A6B47A45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28DFF-F2B1-8676-6186-7BDD23F5F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F65AE-C7E6-39B3-27C4-DD82B592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986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CD8C-707A-DEBB-487C-5671AA38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84D59-3411-EEAC-D22E-59CD2C5E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22B9-26CD-DD63-AC42-9CD6B95C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CAE6B-C40C-7324-6A36-4A62BEC9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6280E-B839-F27B-6E32-2F4E9763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6943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D737-36D0-DA84-28B5-40CA18F3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C365A-348F-356A-8149-9F9180776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CE96A-0D84-6B5F-EF76-F22406C6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EC80C-D08C-5B4E-A157-A18F60F2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C9ECF-ADB5-4D78-C8F6-71D03743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6D717-9F72-FBA0-21FF-66877B02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141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AED8-9E4D-4CEC-F237-78799A45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F7D6-980D-F27E-4487-E78542BA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F6A3-07FA-4B17-2480-5FD2E33C0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22557-7A59-9F54-1B98-1A4602CA7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4C552-7D56-83F0-D64C-928E651A9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74DF2-90FE-BFD6-24D3-87C7D607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7AEC7-D989-EC36-FD75-2EA023F2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1F3C7-E550-EDFE-9634-E0E86B57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128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ABC-5D3B-5277-37D8-4640EEAC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9A37E-0018-DD87-6836-DEE630ED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A9F64-D514-7879-5AEA-01EDDAB40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8A53F-1704-D916-4CAB-30AD89D1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06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443BC-D5E2-0096-5826-3509C20C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F22AB-949A-D8DF-0901-8088AED9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AAAC5-F54A-C847-BF13-B08DB722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6110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D0E8-9FD9-1BD4-E33A-9FB3576A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4571-6E27-98E2-30EA-098A5AC1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5DD5A-E2FE-486B-108C-DCE5F533A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20C87-5AD2-E725-C977-613BA435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1AB63-E4AE-09B2-1D8B-7C84CDBF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6E576-EFE7-429A-72F8-001E9DAF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059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947C-FEF5-077D-041F-970864D2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BAD17-EBBC-1129-6241-6B1EF6C93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187C5-3B06-9795-7ED1-3ADE100F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081A5-B734-DC98-75EC-D3C89BBB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FD7C0-DF5F-016E-3157-7684DCDB3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07DAD-5A84-1591-D201-7D671920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458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8AC3-C35B-2D66-B4CE-9B61D3C8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20860-6DAC-B9AD-56A6-EB0873E0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A5C95-8E16-B8A3-90E6-97AC5745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4E3D5-F0BC-D4C8-5B65-65EE3B8D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A653-DFBA-EBC4-E478-6147C966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500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1C14A-B228-3E96-59C4-CFCA660AD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8E6D3-B3C9-C15B-9A54-D9C20340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81A78-2BB6-063B-7D8D-786C984B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8801-863B-148C-08D2-16C840DE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7794-78ED-5A0E-2C0B-8F3EAF06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552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AC94F-1D8A-D1F0-8FC8-48649B5E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54426-E69F-ED8E-306F-B8567A9D1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AB8D5-0B3A-5455-CB8E-659E4C9F5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2B885-7A32-4889-8FCB-FFD8BAD63F45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352B-8A1B-6D96-49A0-BB5256A6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F082-3CDB-6981-805D-ECF21568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2CE9A-CF55-4FCD-B5E9-DC8E0C5005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954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193.xml"/><Relationship Id="rId226" Type="http://schemas.openxmlformats.org/officeDocument/2006/relationships/customXml" Target="../ink/ink221.xml"/><Relationship Id="rId268" Type="http://schemas.openxmlformats.org/officeDocument/2006/relationships/customXml" Target="../ink/ink242.xml"/><Relationship Id="rId32" Type="http://schemas.openxmlformats.org/officeDocument/2006/relationships/customXml" Target="../ink/ink124.xml"/><Relationship Id="rId74" Type="http://schemas.openxmlformats.org/officeDocument/2006/relationships/customXml" Target="../ink/ink145.xml"/><Relationship Id="rId128" Type="http://schemas.openxmlformats.org/officeDocument/2006/relationships/customXml" Target="../ink/ink172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183.xml"/><Relationship Id="rId171" Type="http://schemas.openxmlformats.org/officeDocument/2006/relationships/image" Target="../media/image85.png"/><Relationship Id="rId192" Type="http://schemas.openxmlformats.org/officeDocument/2006/relationships/customXml" Target="../ink/ink204.xml"/><Relationship Id="rId206" Type="http://schemas.openxmlformats.org/officeDocument/2006/relationships/customXml" Target="../ink/ink211.xml"/><Relationship Id="rId227" Type="http://schemas.openxmlformats.org/officeDocument/2006/relationships/image" Target="../media/image113.png"/><Relationship Id="rId248" Type="http://schemas.openxmlformats.org/officeDocument/2006/relationships/customXml" Target="../ink/ink232.xml"/><Relationship Id="rId269" Type="http://schemas.openxmlformats.org/officeDocument/2006/relationships/image" Target="../media/image134.png"/><Relationship Id="rId12" Type="http://schemas.openxmlformats.org/officeDocument/2006/relationships/customXml" Target="../ink/ink114.xml"/><Relationship Id="rId33" Type="http://schemas.openxmlformats.org/officeDocument/2006/relationships/image" Target="../media/image16.png"/><Relationship Id="rId108" Type="http://schemas.openxmlformats.org/officeDocument/2006/relationships/customXml" Target="../ink/ink162.xml"/><Relationship Id="rId129" Type="http://schemas.openxmlformats.org/officeDocument/2006/relationships/image" Target="../media/image64.png"/><Relationship Id="rId280" Type="http://schemas.openxmlformats.org/officeDocument/2006/relationships/customXml" Target="../ink/ink248.xml"/><Relationship Id="rId54" Type="http://schemas.openxmlformats.org/officeDocument/2006/relationships/customXml" Target="../ink/ink135.xml"/><Relationship Id="rId75" Type="http://schemas.openxmlformats.org/officeDocument/2006/relationships/image" Target="../media/image37.png"/><Relationship Id="rId96" Type="http://schemas.openxmlformats.org/officeDocument/2006/relationships/customXml" Target="../ink/ink156.xml"/><Relationship Id="rId140" Type="http://schemas.openxmlformats.org/officeDocument/2006/relationships/customXml" Target="../ink/ink178.xml"/><Relationship Id="rId161" Type="http://schemas.openxmlformats.org/officeDocument/2006/relationships/image" Target="../media/image80.png"/><Relationship Id="rId182" Type="http://schemas.openxmlformats.org/officeDocument/2006/relationships/customXml" Target="../ink/ink199.xml"/><Relationship Id="rId217" Type="http://schemas.openxmlformats.org/officeDocument/2006/relationships/image" Target="../media/image108.png"/><Relationship Id="rId6" Type="http://schemas.openxmlformats.org/officeDocument/2006/relationships/customXml" Target="../ink/ink111.xml"/><Relationship Id="rId238" Type="http://schemas.openxmlformats.org/officeDocument/2006/relationships/customXml" Target="../ink/ink227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243.xml"/><Relationship Id="rId44" Type="http://schemas.openxmlformats.org/officeDocument/2006/relationships/customXml" Target="../ink/ink130.xml"/><Relationship Id="rId65" Type="http://schemas.openxmlformats.org/officeDocument/2006/relationships/image" Target="../media/image32.png"/><Relationship Id="rId86" Type="http://schemas.openxmlformats.org/officeDocument/2006/relationships/customXml" Target="../ink/ink151.xml"/><Relationship Id="rId130" Type="http://schemas.openxmlformats.org/officeDocument/2006/relationships/customXml" Target="../ink/ink173.xml"/><Relationship Id="rId151" Type="http://schemas.openxmlformats.org/officeDocument/2006/relationships/image" Target="../media/image75.png"/><Relationship Id="rId172" Type="http://schemas.openxmlformats.org/officeDocument/2006/relationships/customXml" Target="../ink/ink194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222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238.xml"/><Relationship Id="rId281" Type="http://schemas.openxmlformats.org/officeDocument/2006/relationships/image" Target="../media/image140.png"/><Relationship Id="rId34" Type="http://schemas.openxmlformats.org/officeDocument/2006/relationships/customXml" Target="../ink/ink125.xml"/><Relationship Id="rId55" Type="http://schemas.openxmlformats.org/officeDocument/2006/relationships/image" Target="../media/image27.png"/><Relationship Id="rId76" Type="http://schemas.openxmlformats.org/officeDocument/2006/relationships/customXml" Target="../ink/ink146.xml"/><Relationship Id="rId97" Type="http://schemas.openxmlformats.org/officeDocument/2006/relationships/image" Target="../media/image48.png"/><Relationship Id="rId120" Type="http://schemas.openxmlformats.org/officeDocument/2006/relationships/customXml" Target="../ink/ink168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189.xml"/><Relationship Id="rId183" Type="http://schemas.openxmlformats.org/officeDocument/2006/relationships/image" Target="../media/image91.png"/><Relationship Id="rId218" Type="http://schemas.openxmlformats.org/officeDocument/2006/relationships/customXml" Target="../ink/ink217.xml"/><Relationship Id="rId239" Type="http://schemas.openxmlformats.org/officeDocument/2006/relationships/image" Target="../media/image119.png"/><Relationship Id="rId250" Type="http://schemas.openxmlformats.org/officeDocument/2006/relationships/customXml" Target="../ink/ink233.xml"/><Relationship Id="rId271" Type="http://schemas.openxmlformats.org/officeDocument/2006/relationships/image" Target="../media/image135.png"/><Relationship Id="rId24" Type="http://schemas.openxmlformats.org/officeDocument/2006/relationships/customXml" Target="../ink/ink120.xml"/><Relationship Id="rId45" Type="http://schemas.openxmlformats.org/officeDocument/2006/relationships/image" Target="../media/image22.png"/><Relationship Id="rId66" Type="http://schemas.openxmlformats.org/officeDocument/2006/relationships/customXml" Target="../ink/ink141.xml"/><Relationship Id="rId87" Type="http://schemas.openxmlformats.org/officeDocument/2006/relationships/image" Target="../media/image43.png"/><Relationship Id="rId110" Type="http://schemas.openxmlformats.org/officeDocument/2006/relationships/customXml" Target="../ink/ink163.xml"/><Relationship Id="rId131" Type="http://schemas.openxmlformats.org/officeDocument/2006/relationships/image" Target="../media/image65.png"/><Relationship Id="rId152" Type="http://schemas.openxmlformats.org/officeDocument/2006/relationships/customXml" Target="../ink/ink184.xml"/><Relationship Id="rId173" Type="http://schemas.openxmlformats.org/officeDocument/2006/relationships/image" Target="../media/image86.png"/><Relationship Id="rId194" Type="http://schemas.openxmlformats.org/officeDocument/2006/relationships/customXml" Target="../ink/ink205.xml"/><Relationship Id="rId208" Type="http://schemas.openxmlformats.org/officeDocument/2006/relationships/customXml" Target="../ink/ink212.xml"/><Relationship Id="rId229" Type="http://schemas.openxmlformats.org/officeDocument/2006/relationships/image" Target="../media/image114.png"/><Relationship Id="rId240" Type="http://schemas.openxmlformats.org/officeDocument/2006/relationships/customXml" Target="../ink/ink228.xml"/><Relationship Id="rId261" Type="http://schemas.openxmlformats.org/officeDocument/2006/relationships/image" Target="../media/image130.png"/><Relationship Id="rId14" Type="http://schemas.openxmlformats.org/officeDocument/2006/relationships/customXml" Target="../ink/ink115.xml"/><Relationship Id="rId35" Type="http://schemas.openxmlformats.org/officeDocument/2006/relationships/image" Target="../media/image17.png"/><Relationship Id="rId56" Type="http://schemas.openxmlformats.org/officeDocument/2006/relationships/customXml" Target="../ink/ink136.xml"/><Relationship Id="rId77" Type="http://schemas.openxmlformats.org/officeDocument/2006/relationships/image" Target="../media/image38.png"/><Relationship Id="rId100" Type="http://schemas.openxmlformats.org/officeDocument/2006/relationships/customXml" Target="../ink/ink158.xml"/><Relationship Id="rId282" Type="http://schemas.openxmlformats.org/officeDocument/2006/relationships/customXml" Target="../ink/ink249.xml"/><Relationship Id="rId8" Type="http://schemas.openxmlformats.org/officeDocument/2006/relationships/customXml" Target="../ink/ink112.xml"/><Relationship Id="rId98" Type="http://schemas.openxmlformats.org/officeDocument/2006/relationships/customXml" Target="../ink/ink157.xml"/><Relationship Id="rId121" Type="http://schemas.openxmlformats.org/officeDocument/2006/relationships/image" Target="../media/image60.png"/><Relationship Id="rId142" Type="http://schemas.openxmlformats.org/officeDocument/2006/relationships/customXml" Target="../ink/ink179.xml"/><Relationship Id="rId163" Type="http://schemas.openxmlformats.org/officeDocument/2006/relationships/image" Target="../media/image81.png"/><Relationship Id="rId184" Type="http://schemas.openxmlformats.org/officeDocument/2006/relationships/customXml" Target="../ink/ink200.xml"/><Relationship Id="rId219" Type="http://schemas.openxmlformats.org/officeDocument/2006/relationships/image" Target="../media/image109.png"/><Relationship Id="rId230" Type="http://schemas.openxmlformats.org/officeDocument/2006/relationships/customXml" Target="../ink/ink223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131.xml"/><Relationship Id="rId67" Type="http://schemas.openxmlformats.org/officeDocument/2006/relationships/image" Target="../media/image33.png"/><Relationship Id="rId272" Type="http://schemas.openxmlformats.org/officeDocument/2006/relationships/customXml" Target="../ink/ink244.xml"/><Relationship Id="rId88" Type="http://schemas.openxmlformats.org/officeDocument/2006/relationships/customXml" Target="../ink/ink152.xml"/><Relationship Id="rId111" Type="http://schemas.openxmlformats.org/officeDocument/2006/relationships/image" Target="../media/image55.png"/><Relationship Id="rId132" Type="http://schemas.openxmlformats.org/officeDocument/2006/relationships/customXml" Target="../ink/ink174.xml"/><Relationship Id="rId153" Type="http://schemas.openxmlformats.org/officeDocument/2006/relationships/image" Target="../media/image76.png"/><Relationship Id="rId174" Type="http://schemas.openxmlformats.org/officeDocument/2006/relationships/customXml" Target="../ink/ink195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218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26.xml"/><Relationship Id="rId57" Type="http://schemas.openxmlformats.org/officeDocument/2006/relationships/image" Target="../media/image28.png"/><Relationship Id="rId262" Type="http://schemas.openxmlformats.org/officeDocument/2006/relationships/customXml" Target="../ink/ink239.xml"/><Relationship Id="rId283" Type="http://schemas.openxmlformats.org/officeDocument/2006/relationships/image" Target="../media/image141.png"/><Relationship Id="rId78" Type="http://schemas.openxmlformats.org/officeDocument/2006/relationships/customXml" Target="../ink/ink1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169.xml"/><Relationship Id="rId143" Type="http://schemas.openxmlformats.org/officeDocument/2006/relationships/image" Target="../media/image71.png"/><Relationship Id="rId164" Type="http://schemas.openxmlformats.org/officeDocument/2006/relationships/customXml" Target="../ink/ink190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213.xml"/><Relationship Id="rId26" Type="http://schemas.openxmlformats.org/officeDocument/2006/relationships/customXml" Target="../ink/ink121.xml"/><Relationship Id="rId231" Type="http://schemas.openxmlformats.org/officeDocument/2006/relationships/image" Target="../media/image115.png"/><Relationship Id="rId252" Type="http://schemas.openxmlformats.org/officeDocument/2006/relationships/customXml" Target="../ink/ink234.xml"/><Relationship Id="rId273" Type="http://schemas.openxmlformats.org/officeDocument/2006/relationships/image" Target="../media/image136.png"/><Relationship Id="rId47" Type="http://schemas.openxmlformats.org/officeDocument/2006/relationships/image" Target="../media/image23.png"/><Relationship Id="rId68" Type="http://schemas.openxmlformats.org/officeDocument/2006/relationships/customXml" Target="../ink/ink142.xml"/><Relationship Id="rId89" Type="http://schemas.openxmlformats.org/officeDocument/2006/relationships/image" Target="../media/image44.png"/><Relationship Id="rId112" Type="http://schemas.openxmlformats.org/officeDocument/2006/relationships/customXml" Target="../ink/ink164.xml"/><Relationship Id="rId133" Type="http://schemas.openxmlformats.org/officeDocument/2006/relationships/image" Target="../media/image66.png"/><Relationship Id="rId154" Type="http://schemas.openxmlformats.org/officeDocument/2006/relationships/customXml" Target="../ink/ink185.xml"/><Relationship Id="rId175" Type="http://schemas.openxmlformats.org/officeDocument/2006/relationships/image" Target="../media/image87.png"/><Relationship Id="rId196" Type="http://schemas.openxmlformats.org/officeDocument/2006/relationships/customXml" Target="../ink/ink206.xml"/><Relationship Id="rId200" Type="http://schemas.openxmlformats.org/officeDocument/2006/relationships/customXml" Target="../ink/ink208.xml"/><Relationship Id="rId16" Type="http://schemas.openxmlformats.org/officeDocument/2006/relationships/customXml" Target="../ink/ink116.xml"/><Relationship Id="rId221" Type="http://schemas.openxmlformats.org/officeDocument/2006/relationships/image" Target="../media/image110.png"/><Relationship Id="rId242" Type="http://schemas.openxmlformats.org/officeDocument/2006/relationships/customXml" Target="../ink/ink229.xml"/><Relationship Id="rId263" Type="http://schemas.openxmlformats.org/officeDocument/2006/relationships/image" Target="../media/image131.png"/><Relationship Id="rId284" Type="http://schemas.openxmlformats.org/officeDocument/2006/relationships/customXml" Target="../ink/ink250.xml"/><Relationship Id="rId37" Type="http://schemas.openxmlformats.org/officeDocument/2006/relationships/image" Target="../media/image18.png"/><Relationship Id="rId58" Type="http://schemas.openxmlformats.org/officeDocument/2006/relationships/customXml" Target="../ink/ink137.xml"/><Relationship Id="rId79" Type="http://schemas.openxmlformats.org/officeDocument/2006/relationships/image" Target="../media/image39.png"/><Relationship Id="rId102" Type="http://schemas.openxmlformats.org/officeDocument/2006/relationships/customXml" Target="../ink/ink159.xml"/><Relationship Id="rId123" Type="http://schemas.openxmlformats.org/officeDocument/2006/relationships/image" Target="../media/image61.png"/><Relationship Id="rId144" Type="http://schemas.openxmlformats.org/officeDocument/2006/relationships/customXml" Target="../ink/ink180.xml"/><Relationship Id="rId90" Type="http://schemas.openxmlformats.org/officeDocument/2006/relationships/customXml" Target="../ink/ink153.xml"/><Relationship Id="rId165" Type="http://schemas.openxmlformats.org/officeDocument/2006/relationships/image" Target="../media/image82.png"/><Relationship Id="rId186" Type="http://schemas.openxmlformats.org/officeDocument/2006/relationships/customXml" Target="../ink/ink201.xml"/><Relationship Id="rId211" Type="http://schemas.openxmlformats.org/officeDocument/2006/relationships/image" Target="../media/image105.png"/><Relationship Id="rId232" Type="http://schemas.openxmlformats.org/officeDocument/2006/relationships/customXml" Target="../ink/ink224.xml"/><Relationship Id="rId253" Type="http://schemas.openxmlformats.org/officeDocument/2006/relationships/image" Target="../media/image126.png"/><Relationship Id="rId274" Type="http://schemas.openxmlformats.org/officeDocument/2006/relationships/customXml" Target="../ink/ink245.xml"/><Relationship Id="rId27" Type="http://schemas.openxmlformats.org/officeDocument/2006/relationships/image" Target="../media/image13.png"/><Relationship Id="rId48" Type="http://schemas.openxmlformats.org/officeDocument/2006/relationships/customXml" Target="../ink/ink1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175.xml"/><Relationship Id="rId80" Type="http://schemas.openxmlformats.org/officeDocument/2006/relationships/customXml" Target="../ink/ink148.xml"/><Relationship Id="rId155" Type="http://schemas.openxmlformats.org/officeDocument/2006/relationships/image" Target="../media/image77.png"/><Relationship Id="rId176" Type="http://schemas.openxmlformats.org/officeDocument/2006/relationships/customXml" Target="../ink/ink196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219.xml"/><Relationship Id="rId243" Type="http://schemas.openxmlformats.org/officeDocument/2006/relationships/image" Target="../media/image121.png"/><Relationship Id="rId264" Type="http://schemas.openxmlformats.org/officeDocument/2006/relationships/customXml" Target="../ink/ink240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27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170.xml"/><Relationship Id="rId70" Type="http://schemas.openxmlformats.org/officeDocument/2006/relationships/customXml" Target="../ink/ink143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191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4.xml"/><Relationship Id="rId233" Type="http://schemas.openxmlformats.org/officeDocument/2006/relationships/image" Target="../media/image116.png"/><Relationship Id="rId254" Type="http://schemas.openxmlformats.org/officeDocument/2006/relationships/customXml" Target="../ink/ink235.xml"/><Relationship Id="rId28" Type="http://schemas.openxmlformats.org/officeDocument/2006/relationships/customXml" Target="../ink/ink122.xml"/><Relationship Id="rId49" Type="http://schemas.openxmlformats.org/officeDocument/2006/relationships/image" Target="../media/image24.png"/><Relationship Id="rId114" Type="http://schemas.openxmlformats.org/officeDocument/2006/relationships/customXml" Target="../ink/ink165.xml"/><Relationship Id="rId275" Type="http://schemas.openxmlformats.org/officeDocument/2006/relationships/image" Target="../media/image137.png"/><Relationship Id="rId60" Type="http://schemas.openxmlformats.org/officeDocument/2006/relationships/customXml" Target="../ink/ink138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186.xml"/><Relationship Id="rId177" Type="http://schemas.openxmlformats.org/officeDocument/2006/relationships/image" Target="../media/image88.png"/><Relationship Id="rId198" Type="http://schemas.openxmlformats.org/officeDocument/2006/relationships/customXml" Target="../ink/ink207.xml"/><Relationship Id="rId202" Type="http://schemas.openxmlformats.org/officeDocument/2006/relationships/customXml" Target="../ink/ink209.xml"/><Relationship Id="rId223" Type="http://schemas.openxmlformats.org/officeDocument/2006/relationships/image" Target="../media/image111.png"/><Relationship Id="rId244" Type="http://schemas.openxmlformats.org/officeDocument/2006/relationships/customXml" Target="../ink/ink230.xml"/><Relationship Id="rId18" Type="http://schemas.openxmlformats.org/officeDocument/2006/relationships/customXml" Target="../ink/ink117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251.xml"/><Relationship Id="rId50" Type="http://schemas.openxmlformats.org/officeDocument/2006/relationships/customXml" Target="../ink/ink133.xml"/><Relationship Id="rId104" Type="http://schemas.openxmlformats.org/officeDocument/2006/relationships/customXml" Target="../ink/ink160.xml"/><Relationship Id="rId125" Type="http://schemas.openxmlformats.org/officeDocument/2006/relationships/image" Target="../media/image62.png"/><Relationship Id="rId146" Type="http://schemas.openxmlformats.org/officeDocument/2006/relationships/customXml" Target="../ink/ink181.xml"/><Relationship Id="rId167" Type="http://schemas.openxmlformats.org/officeDocument/2006/relationships/image" Target="../media/image83.png"/><Relationship Id="rId188" Type="http://schemas.openxmlformats.org/officeDocument/2006/relationships/customXml" Target="../ink/ink202.xml"/><Relationship Id="rId71" Type="http://schemas.openxmlformats.org/officeDocument/2006/relationships/image" Target="../media/image35.png"/><Relationship Id="rId92" Type="http://schemas.openxmlformats.org/officeDocument/2006/relationships/customXml" Target="../ink/ink154.xml"/><Relationship Id="rId213" Type="http://schemas.openxmlformats.org/officeDocument/2006/relationships/image" Target="../media/image106.png"/><Relationship Id="rId234" Type="http://schemas.openxmlformats.org/officeDocument/2006/relationships/customXml" Target="../ink/ink225.xml"/><Relationship Id="rId2" Type="http://schemas.openxmlformats.org/officeDocument/2006/relationships/customXml" Target="../ink/ink109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246.xml"/><Relationship Id="rId40" Type="http://schemas.openxmlformats.org/officeDocument/2006/relationships/customXml" Target="../ink/ink128.xml"/><Relationship Id="rId115" Type="http://schemas.openxmlformats.org/officeDocument/2006/relationships/image" Target="../media/image57.png"/><Relationship Id="rId136" Type="http://schemas.openxmlformats.org/officeDocument/2006/relationships/customXml" Target="../ink/ink176.xml"/><Relationship Id="rId157" Type="http://schemas.openxmlformats.org/officeDocument/2006/relationships/image" Target="../media/image78.png"/><Relationship Id="rId178" Type="http://schemas.openxmlformats.org/officeDocument/2006/relationships/customXml" Target="../ink/ink197.xml"/><Relationship Id="rId61" Type="http://schemas.openxmlformats.org/officeDocument/2006/relationships/image" Target="../media/image30.png"/><Relationship Id="rId82" Type="http://schemas.openxmlformats.org/officeDocument/2006/relationships/customXml" Target="../ink/ink149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220.xml"/><Relationship Id="rId245" Type="http://schemas.openxmlformats.org/officeDocument/2006/relationships/image" Target="../media/image122.png"/><Relationship Id="rId266" Type="http://schemas.openxmlformats.org/officeDocument/2006/relationships/customXml" Target="../ink/ink241.xml"/><Relationship Id="rId287" Type="http://schemas.openxmlformats.org/officeDocument/2006/relationships/image" Target="../media/image143.png"/><Relationship Id="rId30" Type="http://schemas.openxmlformats.org/officeDocument/2006/relationships/customXml" Target="../ink/ink123.xml"/><Relationship Id="rId105" Type="http://schemas.openxmlformats.org/officeDocument/2006/relationships/image" Target="../media/image52.png"/><Relationship Id="rId126" Type="http://schemas.openxmlformats.org/officeDocument/2006/relationships/customXml" Target="../ink/ink171.xml"/><Relationship Id="rId147" Type="http://schemas.openxmlformats.org/officeDocument/2006/relationships/image" Target="../media/image73.png"/><Relationship Id="rId168" Type="http://schemas.openxmlformats.org/officeDocument/2006/relationships/customXml" Target="../ink/ink192.xml"/><Relationship Id="rId51" Type="http://schemas.openxmlformats.org/officeDocument/2006/relationships/image" Target="../media/image25.png"/><Relationship Id="rId72" Type="http://schemas.openxmlformats.org/officeDocument/2006/relationships/customXml" Target="../ink/ink144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215.xml"/><Relationship Id="rId235" Type="http://schemas.openxmlformats.org/officeDocument/2006/relationships/image" Target="../media/image117.png"/><Relationship Id="rId256" Type="http://schemas.openxmlformats.org/officeDocument/2006/relationships/customXml" Target="../ink/ink236.xml"/><Relationship Id="rId277" Type="http://schemas.openxmlformats.org/officeDocument/2006/relationships/image" Target="../media/image138.png"/><Relationship Id="rId116" Type="http://schemas.openxmlformats.org/officeDocument/2006/relationships/customXml" Target="../ink/ink166.xml"/><Relationship Id="rId137" Type="http://schemas.openxmlformats.org/officeDocument/2006/relationships/image" Target="../media/image68.png"/><Relationship Id="rId158" Type="http://schemas.openxmlformats.org/officeDocument/2006/relationships/customXml" Target="../ink/ink187.xml"/><Relationship Id="rId20" Type="http://schemas.openxmlformats.org/officeDocument/2006/relationships/customXml" Target="../ink/ink118.xml"/><Relationship Id="rId41" Type="http://schemas.openxmlformats.org/officeDocument/2006/relationships/image" Target="../media/image20.png"/><Relationship Id="rId62" Type="http://schemas.openxmlformats.org/officeDocument/2006/relationships/customXml" Target="../ink/ink139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203.xml"/><Relationship Id="rId204" Type="http://schemas.openxmlformats.org/officeDocument/2006/relationships/customXml" Target="../ink/ink210.xml"/><Relationship Id="rId225" Type="http://schemas.openxmlformats.org/officeDocument/2006/relationships/image" Target="../media/image112.png"/><Relationship Id="rId246" Type="http://schemas.openxmlformats.org/officeDocument/2006/relationships/customXml" Target="../ink/ink231.xml"/><Relationship Id="rId267" Type="http://schemas.openxmlformats.org/officeDocument/2006/relationships/image" Target="../media/image133.png"/><Relationship Id="rId106" Type="http://schemas.openxmlformats.org/officeDocument/2006/relationships/customXml" Target="../ink/ink161.xml"/><Relationship Id="rId127" Type="http://schemas.openxmlformats.org/officeDocument/2006/relationships/image" Target="../media/image63.png"/><Relationship Id="rId10" Type="http://schemas.openxmlformats.org/officeDocument/2006/relationships/customXml" Target="../ink/ink113.xml"/><Relationship Id="rId31" Type="http://schemas.openxmlformats.org/officeDocument/2006/relationships/image" Target="../media/image15.png"/><Relationship Id="rId52" Type="http://schemas.openxmlformats.org/officeDocument/2006/relationships/customXml" Target="../ink/ink134.xml"/><Relationship Id="rId73" Type="http://schemas.openxmlformats.org/officeDocument/2006/relationships/image" Target="../media/image36.png"/><Relationship Id="rId94" Type="http://schemas.openxmlformats.org/officeDocument/2006/relationships/customXml" Target="../ink/ink155.xml"/><Relationship Id="rId148" Type="http://schemas.openxmlformats.org/officeDocument/2006/relationships/customXml" Target="../ink/ink182.xml"/><Relationship Id="rId169" Type="http://schemas.openxmlformats.org/officeDocument/2006/relationships/image" Target="../media/image84.png"/><Relationship Id="rId4" Type="http://schemas.openxmlformats.org/officeDocument/2006/relationships/customXml" Target="../ink/ink110.xml"/><Relationship Id="rId180" Type="http://schemas.openxmlformats.org/officeDocument/2006/relationships/customXml" Target="../ink/ink198.xml"/><Relationship Id="rId215" Type="http://schemas.openxmlformats.org/officeDocument/2006/relationships/image" Target="../media/image107.png"/><Relationship Id="rId236" Type="http://schemas.openxmlformats.org/officeDocument/2006/relationships/customXml" Target="../ink/ink226.xml"/><Relationship Id="rId257" Type="http://schemas.openxmlformats.org/officeDocument/2006/relationships/image" Target="../media/image128.png"/><Relationship Id="rId278" Type="http://schemas.openxmlformats.org/officeDocument/2006/relationships/customXml" Target="../ink/ink247.xml"/><Relationship Id="rId42" Type="http://schemas.openxmlformats.org/officeDocument/2006/relationships/customXml" Target="../ink/ink129.xml"/><Relationship Id="rId84" Type="http://schemas.openxmlformats.org/officeDocument/2006/relationships/customXml" Target="../ink/ink150.xml"/><Relationship Id="rId138" Type="http://schemas.openxmlformats.org/officeDocument/2006/relationships/customXml" Target="../ink/ink177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188.xml"/><Relationship Id="rId216" Type="http://schemas.openxmlformats.org/officeDocument/2006/relationships/customXml" Target="../ink/ink216.xml"/><Relationship Id="rId258" Type="http://schemas.openxmlformats.org/officeDocument/2006/relationships/customXml" Target="../ink/ink237.xml"/><Relationship Id="rId22" Type="http://schemas.openxmlformats.org/officeDocument/2006/relationships/customXml" Target="../ink/ink119.xml"/><Relationship Id="rId64" Type="http://schemas.openxmlformats.org/officeDocument/2006/relationships/customXml" Target="../ink/ink140.xml"/><Relationship Id="rId118" Type="http://schemas.openxmlformats.org/officeDocument/2006/relationships/customXml" Target="../ink/ink16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.png"/><Relationship Id="rId299" Type="http://schemas.openxmlformats.org/officeDocument/2006/relationships/image" Target="../media/image241.png"/><Relationship Id="rId21" Type="http://schemas.openxmlformats.org/officeDocument/2006/relationships/image" Target="../media/image76.png"/><Relationship Id="rId63" Type="http://schemas.openxmlformats.org/officeDocument/2006/relationships/image" Target="../media/image97.png"/><Relationship Id="rId159" Type="http://schemas.openxmlformats.org/officeDocument/2006/relationships/image" Target="../media/image171.png"/><Relationship Id="rId170" Type="http://schemas.openxmlformats.org/officeDocument/2006/relationships/customXml" Target="../ink/ink336.xml"/><Relationship Id="rId226" Type="http://schemas.openxmlformats.org/officeDocument/2006/relationships/customXml" Target="../ink/ink364.xml"/><Relationship Id="rId268" Type="http://schemas.openxmlformats.org/officeDocument/2006/relationships/customXml" Target="../ink/ink385.xml"/><Relationship Id="rId32" Type="http://schemas.openxmlformats.org/officeDocument/2006/relationships/customXml" Target="../ink/ink267.xml"/><Relationship Id="rId74" Type="http://schemas.openxmlformats.org/officeDocument/2006/relationships/customXml" Target="../ink/ink288.xml"/><Relationship Id="rId128" Type="http://schemas.openxmlformats.org/officeDocument/2006/relationships/customXml" Target="../ink/ink315.xml"/><Relationship Id="rId5" Type="http://schemas.openxmlformats.org/officeDocument/2006/relationships/image" Target="../media/image68.png"/><Relationship Id="rId181" Type="http://schemas.openxmlformats.org/officeDocument/2006/relationships/image" Target="../media/image182.png"/><Relationship Id="rId237" Type="http://schemas.openxmlformats.org/officeDocument/2006/relationships/image" Target="../media/image210.png"/><Relationship Id="rId279" Type="http://schemas.openxmlformats.org/officeDocument/2006/relationships/image" Target="../media/image231.png"/><Relationship Id="rId43" Type="http://schemas.openxmlformats.org/officeDocument/2006/relationships/image" Target="../media/image87.png"/><Relationship Id="rId139" Type="http://schemas.openxmlformats.org/officeDocument/2006/relationships/image" Target="../media/image161.png"/><Relationship Id="rId290" Type="http://schemas.openxmlformats.org/officeDocument/2006/relationships/customXml" Target="../ink/ink396.xml"/><Relationship Id="rId304" Type="http://schemas.openxmlformats.org/officeDocument/2006/relationships/customXml" Target="../ink/ink403.xml"/><Relationship Id="rId85" Type="http://schemas.openxmlformats.org/officeDocument/2006/relationships/image" Target="../media/image108.png"/><Relationship Id="rId150" Type="http://schemas.openxmlformats.org/officeDocument/2006/relationships/customXml" Target="../ink/ink326.xml"/><Relationship Id="rId192" Type="http://schemas.openxmlformats.org/officeDocument/2006/relationships/customXml" Target="../ink/ink347.xml"/><Relationship Id="rId206" Type="http://schemas.openxmlformats.org/officeDocument/2006/relationships/customXml" Target="../ink/ink354.xml"/><Relationship Id="rId248" Type="http://schemas.openxmlformats.org/officeDocument/2006/relationships/customXml" Target="../ink/ink375.xml"/><Relationship Id="rId12" Type="http://schemas.openxmlformats.org/officeDocument/2006/relationships/customXml" Target="../ink/ink257.xml"/><Relationship Id="rId108" Type="http://schemas.openxmlformats.org/officeDocument/2006/relationships/customXml" Target="../ink/ink305.xml"/><Relationship Id="rId54" Type="http://schemas.openxmlformats.org/officeDocument/2006/relationships/customXml" Target="../ink/ink278.xml"/><Relationship Id="rId96" Type="http://schemas.openxmlformats.org/officeDocument/2006/relationships/customXml" Target="../ink/ink299.xml"/><Relationship Id="rId161" Type="http://schemas.openxmlformats.org/officeDocument/2006/relationships/image" Target="../media/image172.png"/><Relationship Id="rId217" Type="http://schemas.openxmlformats.org/officeDocument/2006/relationships/image" Target="../media/image200.png"/><Relationship Id="rId259" Type="http://schemas.openxmlformats.org/officeDocument/2006/relationships/image" Target="../media/image221.png"/><Relationship Id="rId23" Type="http://schemas.openxmlformats.org/officeDocument/2006/relationships/image" Target="../media/image77.png"/><Relationship Id="rId119" Type="http://schemas.openxmlformats.org/officeDocument/2006/relationships/image" Target="../media/image151.png"/><Relationship Id="rId270" Type="http://schemas.openxmlformats.org/officeDocument/2006/relationships/customXml" Target="../ink/ink386.xml"/><Relationship Id="rId291" Type="http://schemas.openxmlformats.org/officeDocument/2006/relationships/image" Target="../media/image237.png"/><Relationship Id="rId305" Type="http://schemas.openxmlformats.org/officeDocument/2006/relationships/image" Target="../media/image244.png"/><Relationship Id="rId44" Type="http://schemas.openxmlformats.org/officeDocument/2006/relationships/customXml" Target="../ink/ink273.xml"/><Relationship Id="rId65" Type="http://schemas.openxmlformats.org/officeDocument/2006/relationships/image" Target="../media/image98.png"/><Relationship Id="rId86" Type="http://schemas.openxmlformats.org/officeDocument/2006/relationships/customXml" Target="../ink/ink294.xml"/><Relationship Id="rId130" Type="http://schemas.openxmlformats.org/officeDocument/2006/relationships/customXml" Target="../ink/ink316.xml"/><Relationship Id="rId151" Type="http://schemas.openxmlformats.org/officeDocument/2006/relationships/image" Target="../media/image167.png"/><Relationship Id="rId172" Type="http://schemas.openxmlformats.org/officeDocument/2006/relationships/customXml" Target="../ink/ink337.xml"/><Relationship Id="rId193" Type="http://schemas.openxmlformats.org/officeDocument/2006/relationships/image" Target="../media/image188.png"/><Relationship Id="rId207" Type="http://schemas.openxmlformats.org/officeDocument/2006/relationships/image" Target="../media/image195.png"/><Relationship Id="rId228" Type="http://schemas.openxmlformats.org/officeDocument/2006/relationships/customXml" Target="../ink/ink365.xml"/><Relationship Id="rId249" Type="http://schemas.openxmlformats.org/officeDocument/2006/relationships/image" Target="../media/image216.png"/><Relationship Id="rId13" Type="http://schemas.openxmlformats.org/officeDocument/2006/relationships/image" Target="../media/image72.png"/><Relationship Id="rId109" Type="http://schemas.openxmlformats.org/officeDocument/2006/relationships/image" Target="../media/image146.png"/><Relationship Id="rId260" Type="http://schemas.openxmlformats.org/officeDocument/2006/relationships/customXml" Target="../ink/ink381.xml"/><Relationship Id="rId281" Type="http://schemas.openxmlformats.org/officeDocument/2006/relationships/image" Target="../media/image232.png"/><Relationship Id="rId34" Type="http://schemas.openxmlformats.org/officeDocument/2006/relationships/customXml" Target="../ink/ink268.xml"/><Relationship Id="rId55" Type="http://schemas.openxmlformats.org/officeDocument/2006/relationships/image" Target="../media/image93.png"/><Relationship Id="rId76" Type="http://schemas.openxmlformats.org/officeDocument/2006/relationships/customXml" Target="../ink/ink289.xml"/><Relationship Id="rId97" Type="http://schemas.openxmlformats.org/officeDocument/2006/relationships/image" Target="../media/image139.png"/><Relationship Id="rId120" Type="http://schemas.openxmlformats.org/officeDocument/2006/relationships/customXml" Target="../ink/ink311.xml"/><Relationship Id="rId141" Type="http://schemas.openxmlformats.org/officeDocument/2006/relationships/image" Target="../media/image162.png"/><Relationship Id="rId7" Type="http://schemas.openxmlformats.org/officeDocument/2006/relationships/image" Target="../media/image69.png"/><Relationship Id="rId162" Type="http://schemas.openxmlformats.org/officeDocument/2006/relationships/customXml" Target="../ink/ink332.xml"/><Relationship Id="rId183" Type="http://schemas.openxmlformats.org/officeDocument/2006/relationships/image" Target="../media/image183.png"/><Relationship Id="rId218" Type="http://schemas.openxmlformats.org/officeDocument/2006/relationships/customXml" Target="../ink/ink360.xml"/><Relationship Id="rId239" Type="http://schemas.openxmlformats.org/officeDocument/2006/relationships/image" Target="../media/image211.png"/><Relationship Id="rId250" Type="http://schemas.openxmlformats.org/officeDocument/2006/relationships/customXml" Target="../ink/ink376.xml"/><Relationship Id="rId271" Type="http://schemas.openxmlformats.org/officeDocument/2006/relationships/image" Target="../media/image227.png"/><Relationship Id="rId292" Type="http://schemas.openxmlformats.org/officeDocument/2006/relationships/customXml" Target="../ink/ink397.xml"/><Relationship Id="rId24" Type="http://schemas.openxmlformats.org/officeDocument/2006/relationships/customXml" Target="../ink/ink263.xml"/><Relationship Id="rId45" Type="http://schemas.openxmlformats.org/officeDocument/2006/relationships/image" Target="../media/image88.png"/><Relationship Id="rId66" Type="http://schemas.openxmlformats.org/officeDocument/2006/relationships/customXml" Target="../ink/ink284.xml"/><Relationship Id="rId87" Type="http://schemas.openxmlformats.org/officeDocument/2006/relationships/image" Target="../media/image123.png"/><Relationship Id="rId110" Type="http://schemas.openxmlformats.org/officeDocument/2006/relationships/customXml" Target="../ink/ink306.xml"/><Relationship Id="rId131" Type="http://schemas.openxmlformats.org/officeDocument/2006/relationships/image" Target="../media/image157.png"/><Relationship Id="rId152" Type="http://schemas.openxmlformats.org/officeDocument/2006/relationships/customXml" Target="../ink/ink327.xml"/><Relationship Id="rId173" Type="http://schemas.openxmlformats.org/officeDocument/2006/relationships/image" Target="../media/image178.png"/><Relationship Id="rId194" Type="http://schemas.openxmlformats.org/officeDocument/2006/relationships/customXml" Target="../ink/ink348.xml"/><Relationship Id="rId208" Type="http://schemas.openxmlformats.org/officeDocument/2006/relationships/customXml" Target="../ink/ink355.xml"/><Relationship Id="rId229" Type="http://schemas.openxmlformats.org/officeDocument/2006/relationships/image" Target="../media/image206.png"/><Relationship Id="rId240" Type="http://schemas.openxmlformats.org/officeDocument/2006/relationships/customXml" Target="../ink/ink371.xml"/><Relationship Id="rId261" Type="http://schemas.openxmlformats.org/officeDocument/2006/relationships/image" Target="../media/image222.png"/><Relationship Id="rId14" Type="http://schemas.openxmlformats.org/officeDocument/2006/relationships/customXml" Target="../ink/ink258.xml"/><Relationship Id="rId35" Type="http://schemas.openxmlformats.org/officeDocument/2006/relationships/image" Target="../media/image83.png"/><Relationship Id="rId56" Type="http://schemas.openxmlformats.org/officeDocument/2006/relationships/customXml" Target="../ink/ink279.xml"/><Relationship Id="rId77" Type="http://schemas.openxmlformats.org/officeDocument/2006/relationships/image" Target="../media/image104.png"/><Relationship Id="rId100" Type="http://schemas.openxmlformats.org/officeDocument/2006/relationships/customXml" Target="../ink/ink301.xml"/><Relationship Id="rId282" Type="http://schemas.openxmlformats.org/officeDocument/2006/relationships/customXml" Target="../ink/ink392.xml"/><Relationship Id="rId8" Type="http://schemas.openxmlformats.org/officeDocument/2006/relationships/customXml" Target="../ink/ink255.xml"/><Relationship Id="rId98" Type="http://schemas.openxmlformats.org/officeDocument/2006/relationships/customXml" Target="../ink/ink300.xml"/><Relationship Id="rId121" Type="http://schemas.openxmlformats.org/officeDocument/2006/relationships/image" Target="../media/image152.png"/><Relationship Id="rId142" Type="http://schemas.openxmlformats.org/officeDocument/2006/relationships/customXml" Target="../ink/ink322.xml"/><Relationship Id="rId163" Type="http://schemas.openxmlformats.org/officeDocument/2006/relationships/image" Target="../media/image173.png"/><Relationship Id="rId184" Type="http://schemas.openxmlformats.org/officeDocument/2006/relationships/customXml" Target="../ink/ink343.xml"/><Relationship Id="rId219" Type="http://schemas.openxmlformats.org/officeDocument/2006/relationships/image" Target="../media/image201.png"/><Relationship Id="rId230" Type="http://schemas.openxmlformats.org/officeDocument/2006/relationships/customXml" Target="../ink/ink366.xml"/><Relationship Id="rId251" Type="http://schemas.openxmlformats.org/officeDocument/2006/relationships/image" Target="../media/image217.png"/><Relationship Id="rId25" Type="http://schemas.openxmlformats.org/officeDocument/2006/relationships/image" Target="../media/image78.png"/><Relationship Id="rId46" Type="http://schemas.openxmlformats.org/officeDocument/2006/relationships/customXml" Target="../ink/ink274.xml"/><Relationship Id="rId67" Type="http://schemas.openxmlformats.org/officeDocument/2006/relationships/image" Target="../media/image99.png"/><Relationship Id="rId272" Type="http://schemas.openxmlformats.org/officeDocument/2006/relationships/customXml" Target="../ink/ink387.xml"/><Relationship Id="rId293" Type="http://schemas.openxmlformats.org/officeDocument/2006/relationships/image" Target="../media/image238.png"/><Relationship Id="rId88" Type="http://schemas.openxmlformats.org/officeDocument/2006/relationships/customXml" Target="../ink/ink295.xml"/><Relationship Id="rId111" Type="http://schemas.openxmlformats.org/officeDocument/2006/relationships/image" Target="../media/image147.png"/><Relationship Id="rId132" Type="http://schemas.openxmlformats.org/officeDocument/2006/relationships/customXml" Target="../ink/ink317.xml"/><Relationship Id="rId153" Type="http://schemas.openxmlformats.org/officeDocument/2006/relationships/image" Target="../media/image168.png"/><Relationship Id="rId174" Type="http://schemas.openxmlformats.org/officeDocument/2006/relationships/customXml" Target="../ink/ink338.xml"/><Relationship Id="rId195" Type="http://schemas.openxmlformats.org/officeDocument/2006/relationships/image" Target="../media/image189.png"/><Relationship Id="rId209" Type="http://schemas.openxmlformats.org/officeDocument/2006/relationships/image" Target="../media/image196.png"/><Relationship Id="rId220" Type="http://schemas.openxmlformats.org/officeDocument/2006/relationships/customXml" Target="../ink/ink361.xml"/><Relationship Id="rId241" Type="http://schemas.openxmlformats.org/officeDocument/2006/relationships/image" Target="../media/image212.png"/><Relationship Id="rId15" Type="http://schemas.openxmlformats.org/officeDocument/2006/relationships/image" Target="../media/image73.png"/><Relationship Id="rId36" Type="http://schemas.openxmlformats.org/officeDocument/2006/relationships/customXml" Target="../ink/ink269.xml"/><Relationship Id="rId57" Type="http://schemas.openxmlformats.org/officeDocument/2006/relationships/image" Target="../media/image94.png"/><Relationship Id="rId262" Type="http://schemas.openxmlformats.org/officeDocument/2006/relationships/customXml" Target="../ink/ink382.xml"/><Relationship Id="rId283" Type="http://schemas.openxmlformats.org/officeDocument/2006/relationships/image" Target="../media/image233.png"/><Relationship Id="rId78" Type="http://schemas.openxmlformats.org/officeDocument/2006/relationships/customXml" Target="../ink/ink290.xml"/><Relationship Id="rId99" Type="http://schemas.openxmlformats.org/officeDocument/2006/relationships/image" Target="../media/image140.png"/><Relationship Id="rId101" Type="http://schemas.openxmlformats.org/officeDocument/2006/relationships/image" Target="../media/image141.png"/><Relationship Id="rId122" Type="http://schemas.openxmlformats.org/officeDocument/2006/relationships/customXml" Target="../ink/ink312.xml"/><Relationship Id="rId143" Type="http://schemas.openxmlformats.org/officeDocument/2006/relationships/image" Target="../media/image163.png"/><Relationship Id="rId164" Type="http://schemas.openxmlformats.org/officeDocument/2006/relationships/customXml" Target="../ink/ink333.xml"/><Relationship Id="rId185" Type="http://schemas.openxmlformats.org/officeDocument/2006/relationships/image" Target="../media/image184.png"/><Relationship Id="rId9" Type="http://schemas.openxmlformats.org/officeDocument/2006/relationships/image" Target="../media/image70.png"/><Relationship Id="rId210" Type="http://schemas.openxmlformats.org/officeDocument/2006/relationships/customXml" Target="../ink/ink356.xml"/><Relationship Id="rId26" Type="http://schemas.openxmlformats.org/officeDocument/2006/relationships/customXml" Target="../ink/ink264.xml"/><Relationship Id="rId231" Type="http://schemas.openxmlformats.org/officeDocument/2006/relationships/image" Target="../media/image207.png"/><Relationship Id="rId252" Type="http://schemas.openxmlformats.org/officeDocument/2006/relationships/customXml" Target="../ink/ink377.xml"/><Relationship Id="rId273" Type="http://schemas.openxmlformats.org/officeDocument/2006/relationships/image" Target="../media/image228.png"/><Relationship Id="rId294" Type="http://schemas.openxmlformats.org/officeDocument/2006/relationships/customXml" Target="../ink/ink398.xml"/><Relationship Id="rId47" Type="http://schemas.openxmlformats.org/officeDocument/2006/relationships/image" Target="../media/image89.png"/><Relationship Id="rId68" Type="http://schemas.openxmlformats.org/officeDocument/2006/relationships/customXml" Target="../ink/ink285.xml"/><Relationship Id="rId89" Type="http://schemas.openxmlformats.org/officeDocument/2006/relationships/image" Target="../media/image124.png"/><Relationship Id="rId112" Type="http://schemas.openxmlformats.org/officeDocument/2006/relationships/customXml" Target="../ink/ink307.xml"/><Relationship Id="rId133" Type="http://schemas.openxmlformats.org/officeDocument/2006/relationships/image" Target="../media/image158.png"/><Relationship Id="rId154" Type="http://schemas.openxmlformats.org/officeDocument/2006/relationships/customXml" Target="../ink/ink328.xml"/><Relationship Id="rId175" Type="http://schemas.openxmlformats.org/officeDocument/2006/relationships/image" Target="../media/image179.png"/><Relationship Id="rId196" Type="http://schemas.openxmlformats.org/officeDocument/2006/relationships/customXml" Target="../ink/ink349.xml"/><Relationship Id="rId200" Type="http://schemas.openxmlformats.org/officeDocument/2006/relationships/customXml" Target="../ink/ink351.xml"/><Relationship Id="rId16" Type="http://schemas.openxmlformats.org/officeDocument/2006/relationships/customXml" Target="../ink/ink259.xml"/><Relationship Id="rId221" Type="http://schemas.openxmlformats.org/officeDocument/2006/relationships/image" Target="../media/image202.png"/><Relationship Id="rId242" Type="http://schemas.openxmlformats.org/officeDocument/2006/relationships/customXml" Target="../ink/ink372.xml"/><Relationship Id="rId263" Type="http://schemas.openxmlformats.org/officeDocument/2006/relationships/image" Target="../media/image223.png"/><Relationship Id="rId284" Type="http://schemas.openxmlformats.org/officeDocument/2006/relationships/customXml" Target="../ink/ink393.xml"/><Relationship Id="rId37" Type="http://schemas.openxmlformats.org/officeDocument/2006/relationships/image" Target="../media/image84.png"/><Relationship Id="rId58" Type="http://schemas.openxmlformats.org/officeDocument/2006/relationships/customXml" Target="../ink/ink280.xml"/><Relationship Id="rId79" Type="http://schemas.openxmlformats.org/officeDocument/2006/relationships/image" Target="../media/image105.png"/><Relationship Id="rId102" Type="http://schemas.openxmlformats.org/officeDocument/2006/relationships/customXml" Target="../ink/ink302.xml"/><Relationship Id="rId123" Type="http://schemas.openxmlformats.org/officeDocument/2006/relationships/image" Target="../media/image153.png"/><Relationship Id="rId144" Type="http://schemas.openxmlformats.org/officeDocument/2006/relationships/customXml" Target="../ink/ink323.xml"/><Relationship Id="rId90" Type="http://schemas.openxmlformats.org/officeDocument/2006/relationships/customXml" Target="../ink/ink296.xml"/><Relationship Id="rId165" Type="http://schemas.openxmlformats.org/officeDocument/2006/relationships/image" Target="../media/image174.png"/><Relationship Id="rId186" Type="http://schemas.openxmlformats.org/officeDocument/2006/relationships/customXml" Target="../ink/ink344.xml"/><Relationship Id="rId211" Type="http://schemas.openxmlformats.org/officeDocument/2006/relationships/image" Target="../media/image197.png"/><Relationship Id="rId232" Type="http://schemas.openxmlformats.org/officeDocument/2006/relationships/customXml" Target="../ink/ink367.xml"/><Relationship Id="rId253" Type="http://schemas.openxmlformats.org/officeDocument/2006/relationships/image" Target="../media/image218.png"/><Relationship Id="rId274" Type="http://schemas.openxmlformats.org/officeDocument/2006/relationships/customXml" Target="../ink/ink388.xml"/><Relationship Id="rId295" Type="http://schemas.openxmlformats.org/officeDocument/2006/relationships/image" Target="../media/image239.png"/><Relationship Id="rId27" Type="http://schemas.openxmlformats.org/officeDocument/2006/relationships/image" Target="../media/image79.png"/><Relationship Id="rId48" Type="http://schemas.openxmlformats.org/officeDocument/2006/relationships/customXml" Target="../ink/ink275.xml"/><Relationship Id="rId69" Type="http://schemas.openxmlformats.org/officeDocument/2006/relationships/image" Target="../media/image100.png"/><Relationship Id="rId113" Type="http://schemas.openxmlformats.org/officeDocument/2006/relationships/image" Target="../media/image148.png"/><Relationship Id="rId134" Type="http://schemas.openxmlformats.org/officeDocument/2006/relationships/customXml" Target="../ink/ink318.xml"/><Relationship Id="rId80" Type="http://schemas.openxmlformats.org/officeDocument/2006/relationships/customXml" Target="../ink/ink291.xml"/><Relationship Id="rId155" Type="http://schemas.openxmlformats.org/officeDocument/2006/relationships/image" Target="../media/image169.png"/><Relationship Id="rId176" Type="http://schemas.openxmlformats.org/officeDocument/2006/relationships/customXml" Target="../ink/ink339.xml"/><Relationship Id="rId197" Type="http://schemas.openxmlformats.org/officeDocument/2006/relationships/image" Target="../media/image190.png"/><Relationship Id="rId201" Type="http://schemas.openxmlformats.org/officeDocument/2006/relationships/image" Target="../media/image192.png"/><Relationship Id="rId222" Type="http://schemas.openxmlformats.org/officeDocument/2006/relationships/customXml" Target="../ink/ink362.xml"/><Relationship Id="rId243" Type="http://schemas.openxmlformats.org/officeDocument/2006/relationships/image" Target="../media/image213.png"/><Relationship Id="rId264" Type="http://schemas.openxmlformats.org/officeDocument/2006/relationships/customXml" Target="../ink/ink383.xml"/><Relationship Id="rId285" Type="http://schemas.openxmlformats.org/officeDocument/2006/relationships/image" Target="../media/image234.png"/><Relationship Id="rId17" Type="http://schemas.openxmlformats.org/officeDocument/2006/relationships/image" Target="../media/image74.png"/><Relationship Id="rId38" Type="http://schemas.openxmlformats.org/officeDocument/2006/relationships/customXml" Target="../ink/ink270.xml"/><Relationship Id="rId59" Type="http://schemas.openxmlformats.org/officeDocument/2006/relationships/image" Target="../media/image95.png"/><Relationship Id="rId103" Type="http://schemas.openxmlformats.org/officeDocument/2006/relationships/image" Target="../media/image143.png"/><Relationship Id="rId124" Type="http://schemas.openxmlformats.org/officeDocument/2006/relationships/customXml" Target="../ink/ink313.xml"/><Relationship Id="rId70" Type="http://schemas.openxmlformats.org/officeDocument/2006/relationships/customXml" Target="../ink/ink286.xml"/><Relationship Id="rId91" Type="http://schemas.openxmlformats.org/officeDocument/2006/relationships/image" Target="../media/image125.png"/><Relationship Id="rId145" Type="http://schemas.openxmlformats.org/officeDocument/2006/relationships/image" Target="../media/image164.png"/><Relationship Id="rId166" Type="http://schemas.openxmlformats.org/officeDocument/2006/relationships/customXml" Target="../ink/ink334.xml"/><Relationship Id="rId187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57.xml"/><Relationship Id="rId233" Type="http://schemas.openxmlformats.org/officeDocument/2006/relationships/image" Target="../media/image208.png"/><Relationship Id="rId254" Type="http://schemas.openxmlformats.org/officeDocument/2006/relationships/customXml" Target="../ink/ink378.xml"/><Relationship Id="rId28" Type="http://schemas.openxmlformats.org/officeDocument/2006/relationships/customXml" Target="../ink/ink265.xml"/><Relationship Id="rId49" Type="http://schemas.openxmlformats.org/officeDocument/2006/relationships/image" Target="../media/image90.png"/><Relationship Id="rId114" Type="http://schemas.openxmlformats.org/officeDocument/2006/relationships/customXml" Target="../ink/ink308.xml"/><Relationship Id="rId275" Type="http://schemas.openxmlformats.org/officeDocument/2006/relationships/image" Target="../media/image229.png"/><Relationship Id="rId296" Type="http://schemas.openxmlformats.org/officeDocument/2006/relationships/customXml" Target="../ink/ink399.xml"/><Relationship Id="rId300" Type="http://schemas.openxmlformats.org/officeDocument/2006/relationships/customXml" Target="../ink/ink401.xml"/><Relationship Id="rId60" Type="http://schemas.openxmlformats.org/officeDocument/2006/relationships/customXml" Target="../ink/ink281.xml"/><Relationship Id="rId81" Type="http://schemas.openxmlformats.org/officeDocument/2006/relationships/image" Target="../media/image106.png"/><Relationship Id="rId135" Type="http://schemas.openxmlformats.org/officeDocument/2006/relationships/image" Target="../media/image159.png"/><Relationship Id="rId156" Type="http://schemas.openxmlformats.org/officeDocument/2006/relationships/customXml" Target="../ink/ink329.xml"/><Relationship Id="rId177" Type="http://schemas.openxmlformats.org/officeDocument/2006/relationships/image" Target="../media/image180.png"/><Relationship Id="rId198" Type="http://schemas.openxmlformats.org/officeDocument/2006/relationships/customXml" Target="../ink/ink350.xml"/><Relationship Id="rId202" Type="http://schemas.openxmlformats.org/officeDocument/2006/relationships/customXml" Target="../ink/ink352.xml"/><Relationship Id="rId223" Type="http://schemas.openxmlformats.org/officeDocument/2006/relationships/image" Target="../media/image203.png"/><Relationship Id="rId244" Type="http://schemas.openxmlformats.org/officeDocument/2006/relationships/customXml" Target="../ink/ink373.xml"/><Relationship Id="rId18" Type="http://schemas.openxmlformats.org/officeDocument/2006/relationships/customXml" Target="../ink/ink260.xml"/><Relationship Id="rId39" Type="http://schemas.openxmlformats.org/officeDocument/2006/relationships/image" Target="../media/image85.png"/><Relationship Id="rId265" Type="http://schemas.openxmlformats.org/officeDocument/2006/relationships/image" Target="../media/image224.png"/><Relationship Id="rId286" Type="http://schemas.openxmlformats.org/officeDocument/2006/relationships/customXml" Target="../ink/ink394.xml"/><Relationship Id="rId50" Type="http://schemas.openxmlformats.org/officeDocument/2006/relationships/customXml" Target="../ink/ink276.xml"/><Relationship Id="rId104" Type="http://schemas.openxmlformats.org/officeDocument/2006/relationships/customXml" Target="../ink/ink303.xml"/><Relationship Id="rId125" Type="http://schemas.openxmlformats.org/officeDocument/2006/relationships/image" Target="../media/image154.png"/><Relationship Id="rId146" Type="http://schemas.openxmlformats.org/officeDocument/2006/relationships/customXml" Target="../ink/ink324.xml"/><Relationship Id="rId167" Type="http://schemas.openxmlformats.org/officeDocument/2006/relationships/image" Target="../media/image175.png"/><Relationship Id="rId188" Type="http://schemas.openxmlformats.org/officeDocument/2006/relationships/customXml" Target="../ink/ink345.xml"/><Relationship Id="rId71" Type="http://schemas.openxmlformats.org/officeDocument/2006/relationships/image" Target="../media/image101.png"/><Relationship Id="rId92" Type="http://schemas.openxmlformats.org/officeDocument/2006/relationships/customXml" Target="../ink/ink297.xml"/><Relationship Id="rId213" Type="http://schemas.openxmlformats.org/officeDocument/2006/relationships/image" Target="../media/image198.png"/><Relationship Id="rId234" Type="http://schemas.openxmlformats.org/officeDocument/2006/relationships/customXml" Target="../ink/ink368.xml"/><Relationship Id="rId2" Type="http://schemas.openxmlformats.org/officeDocument/2006/relationships/customXml" Target="../ink/ink252.xml"/><Relationship Id="rId29" Type="http://schemas.openxmlformats.org/officeDocument/2006/relationships/image" Target="../media/image80.png"/><Relationship Id="rId255" Type="http://schemas.openxmlformats.org/officeDocument/2006/relationships/image" Target="../media/image219.png"/><Relationship Id="rId276" Type="http://schemas.openxmlformats.org/officeDocument/2006/relationships/customXml" Target="../ink/ink389.xml"/><Relationship Id="rId297" Type="http://schemas.openxmlformats.org/officeDocument/2006/relationships/image" Target="../media/image240.png"/><Relationship Id="rId40" Type="http://schemas.openxmlformats.org/officeDocument/2006/relationships/customXml" Target="../ink/ink271.xml"/><Relationship Id="rId115" Type="http://schemas.openxmlformats.org/officeDocument/2006/relationships/image" Target="../media/image149.png"/><Relationship Id="rId136" Type="http://schemas.openxmlformats.org/officeDocument/2006/relationships/customXml" Target="../ink/ink319.xml"/><Relationship Id="rId157" Type="http://schemas.openxmlformats.org/officeDocument/2006/relationships/image" Target="../media/image170.png"/><Relationship Id="rId178" Type="http://schemas.openxmlformats.org/officeDocument/2006/relationships/customXml" Target="../ink/ink340.xml"/><Relationship Id="rId301" Type="http://schemas.openxmlformats.org/officeDocument/2006/relationships/image" Target="../media/image242.png"/><Relationship Id="rId61" Type="http://schemas.openxmlformats.org/officeDocument/2006/relationships/image" Target="../media/image96.png"/><Relationship Id="rId82" Type="http://schemas.openxmlformats.org/officeDocument/2006/relationships/customXml" Target="../ink/ink292.xml"/><Relationship Id="rId199" Type="http://schemas.openxmlformats.org/officeDocument/2006/relationships/image" Target="../media/image191.png"/><Relationship Id="rId203" Type="http://schemas.openxmlformats.org/officeDocument/2006/relationships/image" Target="../media/image193.png"/><Relationship Id="rId19" Type="http://schemas.openxmlformats.org/officeDocument/2006/relationships/image" Target="../media/image75.png"/><Relationship Id="rId224" Type="http://schemas.openxmlformats.org/officeDocument/2006/relationships/customXml" Target="../ink/ink363.xml"/><Relationship Id="rId245" Type="http://schemas.openxmlformats.org/officeDocument/2006/relationships/image" Target="../media/image214.png"/><Relationship Id="rId266" Type="http://schemas.openxmlformats.org/officeDocument/2006/relationships/customXml" Target="../ink/ink384.xml"/><Relationship Id="rId287" Type="http://schemas.openxmlformats.org/officeDocument/2006/relationships/image" Target="../media/image235.png"/><Relationship Id="rId30" Type="http://schemas.openxmlformats.org/officeDocument/2006/relationships/customXml" Target="../ink/ink266.xml"/><Relationship Id="rId105" Type="http://schemas.openxmlformats.org/officeDocument/2006/relationships/image" Target="../media/image144.png"/><Relationship Id="rId126" Type="http://schemas.openxmlformats.org/officeDocument/2006/relationships/customXml" Target="../ink/ink314.xml"/><Relationship Id="rId147" Type="http://schemas.openxmlformats.org/officeDocument/2006/relationships/image" Target="../media/image165.png"/><Relationship Id="rId168" Type="http://schemas.openxmlformats.org/officeDocument/2006/relationships/customXml" Target="../ink/ink335.xml"/><Relationship Id="rId51" Type="http://schemas.openxmlformats.org/officeDocument/2006/relationships/image" Target="../media/image91.png"/><Relationship Id="rId72" Type="http://schemas.openxmlformats.org/officeDocument/2006/relationships/customXml" Target="../ink/ink287.xml"/><Relationship Id="rId93" Type="http://schemas.openxmlformats.org/officeDocument/2006/relationships/image" Target="../media/image126.png"/><Relationship Id="rId189" Type="http://schemas.openxmlformats.org/officeDocument/2006/relationships/image" Target="../media/image186.png"/><Relationship Id="rId3" Type="http://schemas.openxmlformats.org/officeDocument/2006/relationships/image" Target="../media/image57.png"/><Relationship Id="rId214" Type="http://schemas.openxmlformats.org/officeDocument/2006/relationships/customXml" Target="../ink/ink358.xml"/><Relationship Id="rId235" Type="http://schemas.openxmlformats.org/officeDocument/2006/relationships/image" Target="../media/image209.png"/><Relationship Id="rId256" Type="http://schemas.openxmlformats.org/officeDocument/2006/relationships/customXml" Target="../ink/ink379.xml"/><Relationship Id="rId277" Type="http://schemas.openxmlformats.org/officeDocument/2006/relationships/image" Target="../media/image230.png"/><Relationship Id="rId298" Type="http://schemas.openxmlformats.org/officeDocument/2006/relationships/customXml" Target="../ink/ink400.xml"/><Relationship Id="rId116" Type="http://schemas.openxmlformats.org/officeDocument/2006/relationships/customXml" Target="../ink/ink309.xml"/><Relationship Id="rId137" Type="http://schemas.openxmlformats.org/officeDocument/2006/relationships/image" Target="../media/image160.png"/><Relationship Id="rId158" Type="http://schemas.openxmlformats.org/officeDocument/2006/relationships/customXml" Target="../ink/ink330.xml"/><Relationship Id="rId302" Type="http://schemas.openxmlformats.org/officeDocument/2006/relationships/customXml" Target="../ink/ink402.xml"/><Relationship Id="rId20" Type="http://schemas.openxmlformats.org/officeDocument/2006/relationships/customXml" Target="../ink/ink261.xml"/><Relationship Id="rId41" Type="http://schemas.openxmlformats.org/officeDocument/2006/relationships/image" Target="../media/image86.png"/><Relationship Id="rId62" Type="http://schemas.openxmlformats.org/officeDocument/2006/relationships/customXml" Target="../ink/ink282.xml"/><Relationship Id="rId83" Type="http://schemas.openxmlformats.org/officeDocument/2006/relationships/image" Target="../media/image107.png"/><Relationship Id="rId179" Type="http://schemas.openxmlformats.org/officeDocument/2006/relationships/image" Target="../media/image181.png"/><Relationship Id="rId190" Type="http://schemas.openxmlformats.org/officeDocument/2006/relationships/customXml" Target="../ink/ink346.xml"/><Relationship Id="rId204" Type="http://schemas.openxmlformats.org/officeDocument/2006/relationships/customXml" Target="../ink/ink353.xml"/><Relationship Id="rId225" Type="http://schemas.openxmlformats.org/officeDocument/2006/relationships/image" Target="../media/image204.png"/><Relationship Id="rId246" Type="http://schemas.openxmlformats.org/officeDocument/2006/relationships/customXml" Target="../ink/ink374.xml"/><Relationship Id="rId267" Type="http://schemas.openxmlformats.org/officeDocument/2006/relationships/image" Target="../media/image225.png"/><Relationship Id="rId288" Type="http://schemas.openxmlformats.org/officeDocument/2006/relationships/customXml" Target="../ink/ink395.xml"/><Relationship Id="rId106" Type="http://schemas.openxmlformats.org/officeDocument/2006/relationships/customXml" Target="../ink/ink304.xml"/><Relationship Id="rId127" Type="http://schemas.openxmlformats.org/officeDocument/2006/relationships/image" Target="../media/image155.png"/><Relationship Id="rId10" Type="http://schemas.openxmlformats.org/officeDocument/2006/relationships/customXml" Target="../ink/ink256.xml"/><Relationship Id="rId31" Type="http://schemas.openxmlformats.org/officeDocument/2006/relationships/image" Target="../media/image81.png"/><Relationship Id="rId52" Type="http://schemas.openxmlformats.org/officeDocument/2006/relationships/customXml" Target="../ink/ink277.xml"/><Relationship Id="rId73" Type="http://schemas.openxmlformats.org/officeDocument/2006/relationships/image" Target="../media/image102.png"/><Relationship Id="rId94" Type="http://schemas.openxmlformats.org/officeDocument/2006/relationships/customXml" Target="../ink/ink298.xml"/><Relationship Id="rId148" Type="http://schemas.openxmlformats.org/officeDocument/2006/relationships/customXml" Target="../ink/ink325.xml"/><Relationship Id="rId169" Type="http://schemas.openxmlformats.org/officeDocument/2006/relationships/image" Target="../media/image176.png"/><Relationship Id="rId4" Type="http://schemas.openxmlformats.org/officeDocument/2006/relationships/customXml" Target="../ink/ink253.xml"/><Relationship Id="rId180" Type="http://schemas.openxmlformats.org/officeDocument/2006/relationships/customXml" Target="../ink/ink341.xml"/><Relationship Id="rId215" Type="http://schemas.openxmlformats.org/officeDocument/2006/relationships/image" Target="../media/image199.png"/><Relationship Id="rId236" Type="http://schemas.openxmlformats.org/officeDocument/2006/relationships/customXml" Target="../ink/ink369.xml"/><Relationship Id="rId257" Type="http://schemas.openxmlformats.org/officeDocument/2006/relationships/image" Target="../media/image220.png"/><Relationship Id="rId278" Type="http://schemas.openxmlformats.org/officeDocument/2006/relationships/customXml" Target="../ink/ink390.xml"/><Relationship Id="rId303" Type="http://schemas.openxmlformats.org/officeDocument/2006/relationships/image" Target="../media/image243.png"/><Relationship Id="rId42" Type="http://schemas.openxmlformats.org/officeDocument/2006/relationships/customXml" Target="../ink/ink272.xml"/><Relationship Id="rId84" Type="http://schemas.openxmlformats.org/officeDocument/2006/relationships/customXml" Target="../ink/ink293.xml"/><Relationship Id="rId138" Type="http://schemas.openxmlformats.org/officeDocument/2006/relationships/customXml" Target="../ink/ink320.xml"/><Relationship Id="rId191" Type="http://schemas.openxmlformats.org/officeDocument/2006/relationships/image" Target="../media/image187.png"/><Relationship Id="rId205" Type="http://schemas.openxmlformats.org/officeDocument/2006/relationships/image" Target="../media/image194.png"/><Relationship Id="rId247" Type="http://schemas.openxmlformats.org/officeDocument/2006/relationships/image" Target="../media/image215.png"/><Relationship Id="rId107" Type="http://schemas.openxmlformats.org/officeDocument/2006/relationships/image" Target="../media/image145.png"/><Relationship Id="rId289" Type="http://schemas.openxmlformats.org/officeDocument/2006/relationships/image" Target="../media/image236.png"/><Relationship Id="rId11" Type="http://schemas.openxmlformats.org/officeDocument/2006/relationships/image" Target="../media/image71.png"/><Relationship Id="rId53" Type="http://schemas.openxmlformats.org/officeDocument/2006/relationships/image" Target="../media/image92.png"/><Relationship Id="rId149" Type="http://schemas.openxmlformats.org/officeDocument/2006/relationships/image" Target="../media/image166.png"/><Relationship Id="rId95" Type="http://schemas.openxmlformats.org/officeDocument/2006/relationships/image" Target="../media/image127.png"/><Relationship Id="rId160" Type="http://schemas.openxmlformats.org/officeDocument/2006/relationships/customXml" Target="../ink/ink331.xml"/><Relationship Id="rId216" Type="http://schemas.openxmlformats.org/officeDocument/2006/relationships/customXml" Target="../ink/ink359.xml"/><Relationship Id="rId258" Type="http://schemas.openxmlformats.org/officeDocument/2006/relationships/customXml" Target="../ink/ink380.xml"/><Relationship Id="rId22" Type="http://schemas.openxmlformats.org/officeDocument/2006/relationships/customXml" Target="../ink/ink262.xml"/><Relationship Id="rId64" Type="http://schemas.openxmlformats.org/officeDocument/2006/relationships/customXml" Target="../ink/ink283.xml"/><Relationship Id="rId118" Type="http://schemas.openxmlformats.org/officeDocument/2006/relationships/customXml" Target="../ink/ink310.xml"/><Relationship Id="rId171" Type="http://schemas.openxmlformats.org/officeDocument/2006/relationships/image" Target="../media/image177.png"/><Relationship Id="rId227" Type="http://schemas.openxmlformats.org/officeDocument/2006/relationships/image" Target="../media/image205.png"/><Relationship Id="rId269" Type="http://schemas.openxmlformats.org/officeDocument/2006/relationships/image" Target="../media/image226.png"/><Relationship Id="rId33" Type="http://schemas.openxmlformats.org/officeDocument/2006/relationships/image" Target="../media/image82.png"/><Relationship Id="rId129" Type="http://schemas.openxmlformats.org/officeDocument/2006/relationships/image" Target="../media/image156.png"/><Relationship Id="rId280" Type="http://schemas.openxmlformats.org/officeDocument/2006/relationships/customXml" Target="../ink/ink391.xml"/><Relationship Id="rId75" Type="http://schemas.openxmlformats.org/officeDocument/2006/relationships/image" Target="../media/image103.png"/><Relationship Id="rId140" Type="http://schemas.openxmlformats.org/officeDocument/2006/relationships/customXml" Target="../ink/ink321.xml"/><Relationship Id="rId182" Type="http://schemas.openxmlformats.org/officeDocument/2006/relationships/customXml" Target="../ink/ink342.xml"/><Relationship Id="rId6" Type="http://schemas.openxmlformats.org/officeDocument/2006/relationships/customXml" Target="../ink/ink254.xml"/><Relationship Id="rId238" Type="http://schemas.openxmlformats.org/officeDocument/2006/relationships/customXml" Target="../ink/ink370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.png"/><Relationship Id="rId299" Type="http://schemas.openxmlformats.org/officeDocument/2006/relationships/image" Target="../media/image317.png"/><Relationship Id="rId21" Type="http://schemas.openxmlformats.org/officeDocument/2006/relationships/image" Target="../media/image76.png"/><Relationship Id="rId63" Type="http://schemas.openxmlformats.org/officeDocument/2006/relationships/image" Target="../media/image97.png"/><Relationship Id="rId159" Type="http://schemas.openxmlformats.org/officeDocument/2006/relationships/image" Target="../media/image247.png"/><Relationship Id="rId324" Type="http://schemas.openxmlformats.org/officeDocument/2006/relationships/customXml" Target="../ink/ink565.xml"/><Relationship Id="rId366" Type="http://schemas.openxmlformats.org/officeDocument/2006/relationships/customXml" Target="../ink/ink586.xml"/><Relationship Id="rId170" Type="http://schemas.openxmlformats.org/officeDocument/2006/relationships/customXml" Target="../ink/ink488.xml"/><Relationship Id="rId226" Type="http://schemas.openxmlformats.org/officeDocument/2006/relationships/customXml" Target="../ink/ink516.xml"/><Relationship Id="rId268" Type="http://schemas.openxmlformats.org/officeDocument/2006/relationships/customXml" Target="../ink/ink537.xml"/><Relationship Id="rId32" Type="http://schemas.openxmlformats.org/officeDocument/2006/relationships/customXml" Target="../ink/ink419.xml"/><Relationship Id="rId74" Type="http://schemas.openxmlformats.org/officeDocument/2006/relationships/customXml" Target="../ink/ink440.xml"/><Relationship Id="rId128" Type="http://schemas.openxmlformats.org/officeDocument/2006/relationships/customXml" Target="../ink/ink467.xml"/><Relationship Id="rId335" Type="http://schemas.openxmlformats.org/officeDocument/2006/relationships/image" Target="../media/image335.png"/><Relationship Id="rId377" Type="http://schemas.openxmlformats.org/officeDocument/2006/relationships/image" Target="../media/image356.png"/><Relationship Id="rId5" Type="http://schemas.openxmlformats.org/officeDocument/2006/relationships/image" Target="../media/image68.png"/><Relationship Id="rId181" Type="http://schemas.openxmlformats.org/officeDocument/2006/relationships/image" Target="../media/image258.png"/><Relationship Id="rId237" Type="http://schemas.openxmlformats.org/officeDocument/2006/relationships/image" Target="../media/image286.png"/><Relationship Id="rId279" Type="http://schemas.openxmlformats.org/officeDocument/2006/relationships/image" Target="../media/image307.png"/><Relationship Id="rId43" Type="http://schemas.openxmlformats.org/officeDocument/2006/relationships/image" Target="../media/image87.png"/><Relationship Id="rId139" Type="http://schemas.openxmlformats.org/officeDocument/2006/relationships/image" Target="../media/image201.png"/><Relationship Id="rId290" Type="http://schemas.openxmlformats.org/officeDocument/2006/relationships/customXml" Target="../ink/ink548.xml"/><Relationship Id="rId304" Type="http://schemas.openxmlformats.org/officeDocument/2006/relationships/customXml" Target="../ink/ink555.xml"/><Relationship Id="rId346" Type="http://schemas.openxmlformats.org/officeDocument/2006/relationships/customXml" Target="../ink/ink576.xml"/><Relationship Id="rId388" Type="http://schemas.openxmlformats.org/officeDocument/2006/relationships/customXml" Target="../ink/ink597.xml"/><Relationship Id="rId85" Type="http://schemas.openxmlformats.org/officeDocument/2006/relationships/image" Target="../media/image108.png"/><Relationship Id="rId150" Type="http://schemas.openxmlformats.org/officeDocument/2006/relationships/customXml" Target="../ink/ink478.xml"/><Relationship Id="rId192" Type="http://schemas.openxmlformats.org/officeDocument/2006/relationships/customXml" Target="../ink/ink499.xml"/><Relationship Id="rId206" Type="http://schemas.openxmlformats.org/officeDocument/2006/relationships/customXml" Target="../ink/ink506.xml"/><Relationship Id="rId248" Type="http://schemas.openxmlformats.org/officeDocument/2006/relationships/customXml" Target="../ink/ink527.xml"/><Relationship Id="rId12" Type="http://schemas.openxmlformats.org/officeDocument/2006/relationships/customXml" Target="../ink/ink409.xml"/><Relationship Id="rId108" Type="http://schemas.openxmlformats.org/officeDocument/2006/relationships/customXml" Target="../ink/ink457.xml"/><Relationship Id="rId315" Type="http://schemas.openxmlformats.org/officeDocument/2006/relationships/image" Target="../media/image325.png"/><Relationship Id="rId357" Type="http://schemas.openxmlformats.org/officeDocument/2006/relationships/image" Target="../media/image346.png"/><Relationship Id="rId54" Type="http://schemas.openxmlformats.org/officeDocument/2006/relationships/customXml" Target="../ink/ink430.xml"/><Relationship Id="rId96" Type="http://schemas.openxmlformats.org/officeDocument/2006/relationships/customXml" Target="../ink/ink451.xml"/><Relationship Id="rId161" Type="http://schemas.openxmlformats.org/officeDocument/2006/relationships/image" Target="../media/image248.png"/><Relationship Id="rId217" Type="http://schemas.openxmlformats.org/officeDocument/2006/relationships/image" Target="../media/image276.png"/><Relationship Id="rId399" Type="http://schemas.openxmlformats.org/officeDocument/2006/relationships/image" Target="../media/image367.png"/><Relationship Id="rId259" Type="http://schemas.openxmlformats.org/officeDocument/2006/relationships/image" Target="../media/image297.png"/><Relationship Id="rId23" Type="http://schemas.openxmlformats.org/officeDocument/2006/relationships/image" Target="../media/image77.png"/><Relationship Id="rId119" Type="http://schemas.openxmlformats.org/officeDocument/2006/relationships/image" Target="../media/image151.png"/><Relationship Id="rId270" Type="http://schemas.openxmlformats.org/officeDocument/2006/relationships/customXml" Target="../ink/ink538.xml"/><Relationship Id="rId326" Type="http://schemas.openxmlformats.org/officeDocument/2006/relationships/customXml" Target="../ink/ink566.xml"/><Relationship Id="rId65" Type="http://schemas.openxmlformats.org/officeDocument/2006/relationships/image" Target="../media/image98.png"/><Relationship Id="rId130" Type="http://schemas.openxmlformats.org/officeDocument/2006/relationships/customXml" Target="../ink/ink468.xml"/><Relationship Id="rId368" Type="http://schemas.openxmlformats.org/officeDocument/2006/relationships/customXml" Target="../ink/ink587.xml"/><Relationship Id="rId172" Type="http://schemas.openxmlformats.org/officeDocument/2006/relationships/customXml" Target="../ink/ink489.xml"/><Relationship Id="rId228" Type="http://schemas.openxmlformats.org/officeDocument/2006/relationships/customXml" Target="../ink/ink517.xml"/><Relationship Id="rId281" Type="http://schemas.openxmlformats.org/officeDocument/2006/relationships/image" Target="../media/image308.png"/><Relationship Id="rId337" Type="http://schemas.openxmlformats.org/officeDocument/2006/relationships/image" Target="../media/image336.png"/><Relationship Id="rId34" Type="http://schemas.openxmlformats.org/officeDocument/2006/relationships/customXml" Target="../ink/ink420.xml"/><Relationship Id="rId76" Type="http://schemas.openxmlformats.org/officeDocument/2006/relationships/customXml" Target="../ink/ink441.xml"/><Relationship Id="rId141" Type="http://schemas.openxmlformats.org/officeDocument/2006/relationships/image" Target="../media/image237.png"/><Relationship Id="rId379" Type="http://schemas.openxmlformats.org/officeDocument/2006/relationships/image" Target="../media/image357.png"/><Relationship Id="rId7" Type="http://schemas.openxmlformats.org/officeDocument/2006/relationships/image" Target="../media/image69.png"/><Relationship Id="rId183" Type="http://schemas.openxmlformats.org/officeDocument/2006/relationships/image" Target="../media/image259.png"/><Relationship Id="rId239" Type="http://schemas.openxmlformats.org/officeDocument/2006/relationships/image" Target="../media/image287.png"/><Relationship Id="rId390" Type="http://schemas.openxmlformats.org/officeDocument/2006/relationships/customXml" Target="../ink/ink598.xml"/><Relationship Id="rId250" Type="http://schemas.openxmlformats.org/officeDocument/2006/relationships/customXml" Target="../ink/ink528.xml"/><Relationship Id="rId292" Type="http://schemas.openxmlformats.org/officeDocument/2006/relationships/customXml" Target="../ink/ink549.xml"/><Relationship Id="rId306" Type="http://schemas.openxmlformats.org/officeDocument/2006/relationships/customXml" Target="../ink/ink556.xml"/><Relationship Id="rId45" Type="http://schemas.openxmlformats.org/officeDocument/2006/relationships/image" Target="../media/image88.png"/><Relationship Id="rId87" Type="http://schemas.openxmlformats.org/officeDocument/2006/relationships/image" Target="../media/image123.png"/><Relationship Id="rId110" Type="http://schemas.openxmlformats.org/officeDocument/2006/relationships/customXml" Target="../ink/ink458.xml"/><Relationship Id="rId348" Type="http://schemas.openxmlformats.org/officeDocument/2006/relationships/customXml" Target="../ink/ink577.xml"/><Relationship Id="rId152" Type="http://schemas.openxmlformats.org/officeDocument/2006/relationships/customXml" Target="../ink/ink479.xml"/><Relationship Id="rId194" Type="http://schemas.openxmlformats.org/officeDocument/2006/relationships/customXml" Target="../ink/ink500.xml"/><Relationship Id="rId208" Type="http://schemas.openxmlformats.org/officeDocument/2006/relationships/customXml" Target="../ink/ink507.xml"/><Relationship Id="rId261" Type="http://schemas.openxmlformats.org/officeDocument/2006/relationships/image" Target="../media/image298.png"/><Relationship Id="rId14" Type="http://schemas.openxmlformats.org/officeDocument/2006/relationships/customXml" Target="../ink/ink410.xml"/><Relationship Id="rId56" Type="http://schemas.openxmlformats.org/officeDocument/2006/relationships/customXml" Target="../ink/ink431.xml"/><Relationship Id="rId317" Type="http://schemas.openxmlformats.org/officeDocument/2006/relationships/image" Target="../media/image326.png"/><Relationship Id="rId359" Type="http://schemas.openxmlformats.org/officeDocument/2006/relationships/image" Target="../media/image347.png"/><Relationship Id="rId98" Type="http://schemas.openxmlformats.org/officeDocument/2006/relationships/customXml" Target="../ink/ink452.xml"/><Relationship Id="rId121" Type="http://schemas.openxmlformats.org/officeDocument/2006/relationships/image" Target="../media/image152.png"/><Relationship Id="rId163" Type="http://schemas.openxmlformats.org/officeDocument/2006/relationships/image" Target="../media/image249.png"/><Relationship Id="rId219" Type="http://schemas.openxmlformats.org/officeDocument/2006/relationships/image" Target="../media/image277.png"/><Relationship Id="rId370" Type="http://schemas.openxmlformats.org/officeDocument/2006/relationships/customXml" Target="../ink/ink588.xml"/><Relationship Id="rId230" Type="http://schemas.openxmlformats.org/officeDocument/2006/relationships/customXml" Target="../ink/ink518.xml"/><Relationship Id="rId25" Type="http://schemas.openxmlformats.org/officeDocument/2006/relationships/image" Target="../media/image78.png"/><Relationship Id="rId67" Type="http://schemas.openxmlformats.org/officeDocument/2006/relationships/image" Target="../media/image99.png"/><Relationship Id="rId272" Type="http://schemas.openxmlformats.org/officeDocument/2006/relationships/customXml" Target="../ink/ink539.xml"/><Relationship Id="rId328" Type="http://schemas.openxmlformats.org/officeDocument/2006/relationships/customXml" Target="../ink/ink567.xml"/><Relationship Id="rId132" Type="http://schemas.openxmlformats.org/officeDocument/2006/relationships/customXml" Target="../ink/ink469.xml"/><Relationship Id="rId174" Type="http://schemas.openxmlformats.org/officeDocument/2006/relationships/customXml" Target="../ink/ink490.xml"/><Relationship Id="rId381" Type="http://schemas.openxmlformats.org/officeDocument/2006/relationships/image" Target="../media/image358.png"/><Relationship Id="rId241" Type="http://schemas.openxmlformats.org/officeDocument/2006/relationships/image" Target="../media/image288.png"/><Relationship Id="rId36" Type="http://schemas.openxmlformats.org/officeDocument/2006/relationships/customXml" Target="../ink/ink421.xml"/><Relationship Id="rId283" Type="http://schemas.openxmlformats.org/officeDocument/2006/relationships/image" Target="../media/image309.png"/><Relationship Id="rId339" Type="http://schemas.openxmlformats.org/officeDocument/2006/relationships/image" Target="../media/image337.png"/><Relationship Id="rId78" Type="http://schemas.openxmlformats.org/officeDocument/2006/relationships/customXml" Target="../ink/ink442.xml"/><Relationship Id="rId101" Type="http://schemas.openxmlformats.org/officeDocument/2006/relationships/image" Target="../media/image141.png"/><Relationship Id="rId143" Type="http://schemas.openxmlformats.org/officeDocument/2006/relationships/image" Target="../media/image238.png"/><Relationship Id="rId185" Type="http://schemas.openxmlformats.org/officeDocument/2006/relationships/image" Target="../media/image260.png"/><Relationship Id="rId350" Type="http://schemas.openxmlformats.org/officeDocument/2006/relationships/customXml" Target="../ink/ink578.xml"/><Relationship Id="rId9" Type="http://schemas.openxmlformats.org/officeDocument/2006/relationships/image" Target="../media/image70.png"/><Relationship Id="rId210" Type="http://schemas.openxmlformats.org/officeDocument/2006/relationships/customXml" Target="../ink/ink508.xml"/><Relationship Id="rId392" Type="http://schemas.openxmlformats.org/officeDocument/2006/relationships/customXml" Target="../ink/ink599.xml"/><Relationship Id="rId252" Type="http://schemas.openxmlformats.org/officeDocument/2006/relationships/customXml" Target="../ink/ink529.xml"/><Relationship Id="rId294" Type="http://schemas.openxmlformats.org/officeDocument/2006/relationships/customXml" Target="../ink/ink550.xml"/><Relationship Id="rId308" Type="http://schemas.openxmlformats.org/officeDocument/2006/relationships/customXml" Target="../ink/ink557.xml"/><Relationship Id="rId47" Type="http://schemas.openxmlformats.org/officeDocument/2006/relationships/image" Target="../media/image89.png"/><Relationship Id="rId89" Type="http://schemas.openxmlformats.org/officeDocument/2006/relationships/image" Target="../media/image124.png"/><Relationship Id="rId112" Type="http://schemas.openxmlformats.org/officeDocument/2006/relationships/customXml" Target="../ink/ink459.xml"/><Relationship Id="rId154" Type="http://schemas.openxmlformats.org/officeDocument/2006/relationships/customXml" Target="../ink/ink480.xml"/><Relationship Id="rId361" Type="http://schemas.openxmlformats.org/officeDocument/2006/relationships/image" Target="../media/image348.png"/><Relationship Id="rId196" Type="http://schemas.openxmlformats.org/officeDocument/2006/relationships/customXml" Target="../ink/ink501.xml"/><Relationship Id="rId16" Type="http://schemas.openxmlformats.org/officeDocument/2006/relationships/customXml" Target="../ink/ink411.xml"/><Relationship Id="rId221" Type="http://schemas.openxmlformats.org/officeDocument/2006/relationships/image" Target="../media/image278.png"/><Relationship Id="rId263" Type="http://schemas.openxmlformats.org/officeDocument/2006/relationships/image" Target="../media/image299.png"/><Relationship Id="rId319" Type="http://schemas.openxmlformats.org/officeDocument/2006/relationships/image" Target="../media/image327.png"/><Relationship Id="rId37" Type="http://schemas.openxmlformats.org/officeDocument/2006/relationships/image" Target="../media/image84.png"/><Relationship Id="rId58" Type="http://schemas.openxmlformats.org/officeDocument/2006/relationships/customXml" Target="../ink/ink432.xml"/><Relationship Id="rId79" Type="http://schemas.openxmlformats.org/officeDocument/2006/relationships/image" Target="../media/image105.png"/><Relationship Id="rId102" Type="http://schemas.openxmlformats.org/officeDocument/2006/relationships/customXml" Target="../ink/ink454.xml"/><Relationship Id="rId123" Type="http://schemas.openxmlformats.org/officeDocument/2006/relationships/image" Target="../media/image153.png"/><Relationship Id="rId144" Type="http://schemas.openxmlformats.org/officeDocument/2006/relationships/customXml" Target="../ink/ink475.xml"/><Relationship Id="rId330" Type="http://schemas.openxmlformats.org/officeDocument/2006/relationships/customXml" Target="../ink/ink568.xml"/><Relationship Id="rId90" Type="http://schemas.openxmlformats.org/officeDocument/2006/relationships/customXml" Target="../ink/ink448.xml"/><Relationship Id="rId165" Type="http://schemas.openxmlformats.org/officeDocument/2006/relationships/image" Target="../media/image250.png"/><Relationship Id="rId186" Type="http://schemas.openxmlformats.org/officeDocument/2006/relationships/customXml" Target="../ink/ink496.xml"/><Relationship Id="rId351" Type="http://schemas.openxmlformats.org/officeDocument/2006/relationships/image" Target="../media/image343.png"/><Relationship Id="rId372" Type="http://schemas.openxmlformats.org/officeDocument/2006/relationships/customXml" Target="../ink/ink589.xml"/><Relationship Id="rId393" Type="http://schemas.openxmlformats.org/officeDocument/2006/relationships/image" Target="../media/image364.png"/><Relationship Id="rId211" Type="http://schemas.openxmlformats.org/officeDocument/2006/relationships/image" Target="../media/image273.png"/><Relationship Id="rId232" Type="http://schemas.openxmlformats.org/officeDocument/2006/relationships/customXml" Target="../ink/ink519.xml"/><Relationship Id="rId253" Type="http://schemas.openxmlformats.org/officeDocument/2006/relationships/image" Target="../media/image294.png"/><Relationship Id="rId274" Type="http://schemas.openxmlformats.org/officeDocument/2006/relationships/customXml" Target="../ink/ink540.xml"/><Relationship Id="rId295" Type="http://schemas.openxmlformats.org/officeDocument/2006/relationships/image" Target="../media/image315.png"/><Relationship Id="rId309" Type="http://schemas.openxmlformats.org/officeDocument/2006/relationships/image" Target="../media/image322.png"/><Relationship Id="rId27" Type="http://schemas.openxmlformats.org/officeDocument/2006/relationships/image" Target="../media/image79.png"/><Relationship Id="rId48" Type="http://schemas.openxmlformats.org/officeDocument/2006/relationships/customXml" Target="../ink/ink427.xml"/><Relationship Id="rId69" Type="http://schemas.openxmlformats.org/officeDocument/2006/relationships/image" Target="../media/image100.png"/><Relationship Id="rId113" Type="http://schemas.openxmlformats.org/officeDocument/2006/relationships/image" Target="../media/image148.png"/><Relationship Id="rId134" Type="http://schemas.openxmlformats.org/officeDocument/2006/relationships/customXml" Target="../ink/ink470.xml"/><Relationship Id="rId320" Type="http://schemas.openxmlformats.org/officeDocument/2006/relationships/customXml" Target="../ink/ink563.xml"/><Relationship Id="rId80" Type="http://schemas.openxmlformats.org/officeDocument/2006/relationships/customXml" Target="../ink/ink443.xml"/><Relationship Id="rId155" Type="http://schemas.openxmlformats.org/officeDocument/2006/relationships/image" Target="../media/image245.png"/><Relationship Id="rId176" Type="http://schemas.openxmlformats.org/officeDocument/2006/relationships/customXml" Target="../ink/ink491.xml"/><Relationship Id="rId197" Type="http://schemas.openxmlformats.org/officeDocument/2006/relationships/image" Target="../media/image266.png"/><Relationship Id="rId341" Type="http://schemas.openxmlformats.org/officeDocument/2006/relationships/image" Target="../media/image338.png"/><Relationship Id="rId362" Type="http://schemas.openxmlformats.org/officeDocument/2006/relationships/customXml" Target="../ink/ink584.xml"/><Relationship Id="rId383" Type="http://schemas.openxmlformats.org/officeDocument/2006/relationships/image" Target="../media/image359.png"/><Relationship Id="rId201" Type="http://schemas.openxmlformats.org/officeDocument/2006/relationships/image" Target="../media/image268.png"/><Relationship Id="rId222" Type="http://schemas.openxmlformats.org/officeDocument/2006/relationships/customXml" Target="../ink/ink514.xml"/><Relationship Id="rId243" Type="http://schemas.openxmlformats.org/officeDocument/2006/relationships/image" Target="../media/image289.png"/><Relationship Id="rId264" Type="http://schemas.openxmlformats.org/officeDocument/2006/relationships/customXml" Target="../ink/ink535.xml"/><Relationship Id="rId285" Type="http://schemas.openxmlformats.org/officeDocument/2006/relationships/image" Target="../media/image310.png"/><Relationship Id="rId17" Type="http://schemas.openxmlformats.org/officeDocument/2006/relationships/image" Target="../media/image74.png"/><Relationship Id="rId38" Type="http://schemas.openxmlformats.org/officeDocument/2006/relationships/customXml" Target="../ink/ink422.xml"/><Relationship Id="rId59" Type="http://schemas.openxmlformats.org/officeDocument/2006/relationships/image" Target="../media/image95.png"/><Relationship Id="rId103" Type="http://schemas.openxmlformats.org/officeDocument/2006/relationships/image" Target="../media/image143.png"/><Relationship Id="rId124" Type="http://schemas.openxmlformats.org/officeDocument/2006/relationships/customXml" Target="../ink/ink465.xml"/><Relationship Id="rId310" Type="http://schemas.openxmlformats.org/officeDocument/2006/relationships/customXml" Target="../ink/ink558.xml"/><Relationship Id="rId70" Type="http://schemas.openxmlformats.org/officeDocument/2006/relationships/customXml" Target="../ink/ink438.xml"/><Relationship Id="rId91" Type="http://schemas.openxmlformats.org/officeDocument/2006/relationships/image" Target="../media/image125.png"/><Relationship Id="rId145" Type="http://schemas.openxmlformats.org/officeDocument/2006/relationships/image" Target="../media/image239.png"/><Relationship Id="rId166" Type="http://schemas.openxmlformats.org/officeDocument/2006/relationships/customXml" Target="../ink/ink486.xml"/><Relationship Id="rId187" Type="http://schemas.openxmlformats.org/officeDocument/2006/relationships/image" Target="../media/image261.png"/><Relationship Id="rId331" Type="http://schemas.openxmlformats.org/officeDocument/2006/relationships/image" Target="../media/image333.png"/><Relationship Id="rId352" Type="http://schemas.openxmlformats.org/officeDocument/2006/relationships/customXml" Target="../ink/ink579.xml"/><Relationship Id="rId373" Type="http://schemas.openxmlformats.org/officeDocument/2006/relationships/image" Target="../media/image354.png"/><Relationship Id="rId394" Type="http://schemas.openxmlformats.org/officeDocument/2006/relationships/customXml" Target="../ink/ink60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09.xml"/><Relationship Id="rId233" Type="http://schemas.openxmlformats.org/officeDocument/2006/relationships/image" Target="../media/image284.png"/><Relationship Id="rId254" Type="http://schemas.openxmlformats.org/officeDocument/2006/relationships/customXml" Target="../ink/ink530.xml"/><Relationship Id="rId28" Type="http://schemas.openxmlformats.org/officeDocument/2006/relationships/customXml" Target="../ink/ink417.xml"/><Relationship Id="rId49" Type="http://schemas.openxmlformats.org/officeDocument/2006/relationships/image" Target="../media/image90.png"/><Relationship Id="rId114" Type="http://schemas.openxmlformats.org/officeDocument/2006/relationships/customXml" Target="../ink/ink460.xml"/><Relationship Id="rId275" Type="http://schemas.openxmlformats.org/officeDocument/2006/relationships/image" Target="../media/image305.png"/><Relationship Id="rId296" Type="http://schemas.openxmlformats.org/officeDocument/2006/relationships/customXml" Target="../ink/ink551.xml"/><Relationship Id="rId300" Type="http://schemas.openxmlformats.org/officeDocument/2006/relationships/customXml" Target="../ink/ink553.xml"/><Relationship Id="rId60" Type="http://schemas.openxmlformats.org/officeDocument/2006/relationships/customXml" Target="../ink/ink433.xml"/><Relationship Id="rId81" Type="http://schemas.openxmlformats.org/officeDocument/2006/relationships/image" Target="../media/image106.png"/><Relationship Id="rId135" Type="http://schemas.openxmlformats.org/officeDocument/2006/relationships/image" Target="../media/image159.png"/><Relationship Id="rId156" Type="http://schemas.openxmlformats.org/officeDocument/2006/relationships/customXml" Target="../ink/ink481.xml"/><Relationship Id="rId177" Type="http://schemas.openxmlformats.org/officeDocument/2006/relationships/image" Target="../media/image256.png"/><Relationship Id="rId198" Type="http://schemas.openxmlformats.org/officeDocument/2006/relationships/customXml" Target="../ink/ink502.xml"/><Relationship Id="rId321" Type="http://schemas.openxmlformats.org/officeDocument/2006/relationships/image" Target="../media/image328.png"/><Relationship Id="rId342" Type="http://schemas.openxmlformats.org/officeDocument/2006/relationships/customXml" Target="../ink/ink574.xml"/><Relationship Id="rId363" Type="http://schemas.openxmlformats.org/officeDocument/2006/relationships/image" Target="../media/image349.png"/><Relationship Id="rId384" Type="http://schemas.openxmlformats.org/officeDocument/2006/relationships/customXml" Target="../ink/ink595.xml"/><Relationship Id="rId202" Type="http://schemas.openxmlformats.org/officeDocument/2006/relationships/customXml" Target="../ink/ink504.xml"/><Relationship Id="rId223" Type="http://schemas.openxmlformats.org/officeDocument/2006/relationships/image" Target="../media/image279.png"/><Relationship Id="rId244" Type="http://schemas.openxmlformats.org/officeDocument/2006/relationships/customXml" Target="../ink/ink525.xml"/><Relationship Id="rId18" Type="http://schemas.openxmlformats.org/officeDocument/2006/relationships/customXml" Target="../ink/ink412.xml"/><Relationship Id="rId39" Type="http://schemas.openxmlformats.org/officeDocument/2006/relationships/image" Target="../media/image85.png"/><Relationship Id="rId265" Type="http://schemas.openxmlformats.org/officeDocument/2006/relationships/image" Target="../media/image300.png"/><Relationship Id="rId286" Type="http://schemas.openxmlformats.org/officeDocument/2006/relationships/customXml" Target="../ink/ink546.xml"/><Relationship Id="rId50" Type="http://schemas.openxmlformats.org/officeDocument/2006/relationships/customXml" Target="../ink/ink428.xml"/><Relationship Id="rId104" Type="http://schemas.openxmlformats.org/officeDocument/2006/relationships/customXml" Target="../ink/ink455.xml"/><Relationship Id="rId125" Type="http://schemas.openxmlformats.org/officeDocument/2006/relationships/image" Target="../media/image154.png"/><Relationship Id="rId146" Type="http://schemas.openxmlformats.org/officeDocument/2006/relationships/customXml" Target="../ink/ink476.xml"/><Relationship Id="rId167" Type="http://schemas.openxmlformats.org/officeDocument/2006/relationships/image" Target="../media/image251.png"/><Relationship Id="rId188" Type="http://schemas.openxmlformats.org/officeDocument/2006/relationships/customXml" Target="../ink/ink497.xml"/><Relationship Id="rId311" Type="http://schemas.openxmlformats.org/officeDocument/2006/relationships/image" Target="../media/image323.png"/><Relationship Id="rId332" Type="http://schemas.openxmlformats.org/officeDocument/2006/relationships/customXml" Target="../ink/ink569.xml"/><Relationship Id="rId353" Type="http://schemas.openxmlformats.org/officeDocument/2006/relationships/image" Target="../media/image344.png"/><Relationship Id="rId374" Type="http://schemas.openxmlformats.org/officeDocument/2006/relationships/customXml" Target="../ink/ink590.xml"/><Relationship Id="rId395" Type="http://schemas.openxmlformats.org/officeDocument/2006/relationships/image" Target="../media/image365.png"/><Relationship Id="rId71" Type="http://schemas.openxmlformats.org/officeDocument/2006/relationships/image" Target="../media/image101.png"/><Relationship Id="rId92" Type="http://schemas.openxmlformats.org/officeDocument/2006/relationships/customXml" Target="../ink/ink449.xml"/><Relationship Id="rId213" Type="http://schemas.openxmlformats.org/officeDocument/2006/relationships/image" Target="../media/image274.png"/><Relationship Id="rId234" Type="http://schemas.openxmlformats.org/officeDocument/2006/relationships/customXml" Target="../ink/ink520.xml"/><Relationship Id="rId2" Type="http://schemas.openxmlformats.org/officeDocument/2006/relationships/customXml" Target="../ink/ink404.xml"/><Relationship Id="rId29" Type="http://schemas.openxmlformats.org/officeDocument/2006/relationships/image" Target="../media/image80.png"/><Relationship Id="rId255" Type="http://schemas.openxmlformats.org/officeDocument/2006/relationships/image" Target="../media/image295.png"/><Relationship Id="rId276" Type="http://schemas.openxmlformats.org/officeDocument/2006/relationships/customXml" Target="../ink/ink541.xml"/><Relationship Id="rId297" Type="http://schemas.openxmlformats.org/officeDocument/2006/relationships/image" Target="../media/image316.png"/><Relationship Id="rId40" Type="http://schemas.openxmlformats.org/officeDocument/2006/relationships/customXml" Target="../ink/ink423.xml"/><Relationship Id="rId115" Type="http://schemas.openxmlformats.org/officeDocument/2006/relationships/image" Target="../media/image149.png"/><Relationship Id="rId136" Type="http://schemas.openxmlformats.org/officeDocument/2006/relationships/customXml" Target="../ink/ink471.xml"/><Relationship Id="rId157" Type="http://schemas.openxmlformats.org/officeDocument/2006/relationships/image" Target="../media/image246.png"/><Relationship Id="rId178" Type="http://schemas.openxmlformats.org/officeDocument/2006/relationships/customXml" Target="../ink/ink492.xml"/><Relationship Id="rId301" Type="http://schemas.openxmlformats.org/officeDocument/2006/relationships/image" Target="../media/image318.png"/><Relationship Id="rId322" Type="http://schemas.openxmlformats.org/officeDocument/2006/relationships/customXml" Target="../ink/ink564.xml"/><Relationship Id="rId343" Type="http://schemas.openxmlformats.org/officeDocument/2006/relationships/image" Target="../media/image339.png"/><Relationship Id="rId364" Type="http://schemas.openxmlformats.org/officeDocument/2006/relationships/customXml" Target="../ink/ink585.xml"/><Relationship Id="rId61" Type="http://schemas.openxmlformats.org/officeDocument/2006/relationships/image" Target="../media/image96.png"/><Relationship Id="rId82" Type="http://schemas.openxmlformats.org/officeDocument/2006/relationships/customXml" Target="../ink/ink444.xml"/><Relationship Id="rId199" Type="http://schemas.openxmlformats.org/officeDocument/2006/relationships/image" Target="../media/image267.png"/><Relationship Id="rId203" Type="http://schemas.openxmlformats.org/officeDocument/2006/relationships/image" Target="../media/image269.png"/><Relationship Id="rId385" Type="http://schemas.openxmlformats.org/officeDocument/2006/relationships/image" Target="../media/image360.png"/><Relationship Id="rId19" Type="http://schemas.openxmlformats.org/officeDocument/2006/relationships/image" Target="../media/image75.png"/><Relationship Id="rId224" Type="http://schemas.openxmlformats.org/officeDocument/2006/relationships/customXml" Target="../ink/ink515.xml"/><Relationship Id="rId245" Type="http://schemas.openxmlformats.org/officeDocument/2006/relationships/image" Target="../media/image290.png"/><Relationship Id="rId266" Type="http://schemas.openxmlformats.org/officeDocument/2006/relationships/customXml" Target="../ink/ink536.xml"/><Relationship Id="rId287" Type="http://schemas.openxmlformats.org/officeDocument/2006/relationships/image" Target="../media/image311.png"/><Relationship Id="rId30" Type="http://schemas.openxmlformats.org/officeDocument/2006/relationships/customXml" Target="../ink/ink418.xml"/><Relationship Id="rId105" Type="http://schemas.openxmlformats.org/officeDocument/2006/relationships/image" Target="../media/image144.png"/><Relationship Id="rId126" Type="http://schemas.openxmlformats.org/officeDocument/2006/relationships/customXml" Target="../ink/ink466.xml"/><Relationship Id="rId147" Type="http://schemas.openxmlformats.org/officeDocument/2006/relationships/image" Target="../media/image240.png"/><Relationship Id="rId168" Type="http://schemas.openxmlformats.org/officeDocument/2006/relationships/customXml" Target="../ink/ink487.xml"/><Relationship Id="rId312" Type="http://schemas.openxmlformats.org/officeDocument/2006/relationships/customXml" Target="../ink/ink559.xml"/><Relationship Id="rId333" Type="http://schemas.openxmlformats.org/officeDocument/2006/relationships/image" Target="../media/image334.png"/><Relationship Id="rId354" Type="http://schemas.openxmlformats.org/officeDocument/2006/relationships/customXml" Target="../ink/ink580.xml"/><Relationship Id="rId51" Type="http://schemas.openxmlformats.org/officeDocument/2006/relationships/image" Target="../media/image91.png"/><Relationship Id="rId72" Type="http://schemas.openxmlformats.org/officeDocument/2006/relationships/customXml" Target="../ink/ink439.xml"/><Relationship Id="rId93" Type="http://schemas.openxmlformats.org/officeDocument/2006/relationships/image" Target="../media/image126.png"/><Relationship Id="rId189" Type="http://schemas.openxmlformats.org/officeDocument/2006/relationships/image" Target="../media/image262.png"/><Relationship Id="rId375" Type="http://schemas.openxmlformats.org/officeDocument/2006/relationships/image" Target="../media/image355.png"/><Relationship Id="rId396" Type="http://schemas.openxmlformats.org/officeDocument/2006/relationships/customXml" Target="../ink/ink601.xml"/><Relationship Id="rId3" Type="http://schemas.openxmlformats.org/officeDocument/2006/relationships/image" Target="../media/image57.png"/><Relationship Id="rId214" Type="http://schemas.openxmlformats.org/officeDocument/2006/relationships/customXml" Target="../ink/ink510.xml"/><Relationship Id="rId235" Type="http://schemas.openxmlformats.org/officeDocument/2006/relationships/image" Target="../media/image285.png"/><Relationship Id="rId256" Type="http://schemas.openxmlformats.org/officeDocument/2006/relationships/customXml" Target="../ink/ink531.xml"/><Relationship Id="rId277" Type="http://schemas.openxmlformats.org/officeDocument/2006/relationships/image" Target="../media/image306.png"/><Relationship Id="rId298" Type="http://schemas.openxmlformats.org/officeDocument/2006/relationships/customXml" Target="../ink/ink552.xml"/><Relationship Id="rId116" Type="http://schemas.openxmlformats.org/officeDocument/2006/relationships/customXml" Target="../ink/ink461.xml"/><Relationship Id="rId137" Type="http://schemas.openxmlformats.org/officeDocument/2006/relationships/image" Target="../media/image200.png"/><Relationship Id="rId158" Type="http://schemas.openxmlformats.org/officeDocument/2006/relationships/customXml" Target="../ink/ink482.xml"/><Relationship Id="rId302" Type="http://schemas.openxmlformats.org/officeDocument/2006/relationships/customXml" Target="../ink/ink554.xml"/><Relationship Id="rId323" Type="http://schemas.openxmlformats.org/officeDocument/2006/relationships/image" Target="../media/image329.png"/><Relationship Id="rId344" Type="http://schemas.openxmlformats.org/officeDocument/2006/relationships/customXml" Target="../ink/ink575.xml"/><Relationship Id="rId20" Type="http://schemas.openxmlformats.org/officeDocument/2006/relationships/customXml" Target="../ink/ink413.xml"/><Relationship Id="rId41" Type="http://schemas.openxmlformats.org/officeDocument/2006/relationships/image" Target="../media/image86.png"/><Relationship Id="rId62" Type="http://schemas.openxmlformats.org/officeDocument/2006/relationships/customXml" Target="../ink/ink434.xml"/><Relationship Id="rId83" Type="http://schemas.openxmlformats.org/officeDocument/2006/relationships/image" Target="../media/image107.png"/><Relationship Id="rId179" Type="http://schemas.openxmlformats.org/officeDocument/2006/relationships/image" Target="../media/image257.png"/><Relationship Id="rId365" Type="http://schemas.openxmlformats.org/officeDocument/2006/relationships/image" Target="../media/image350.png"/><Relationship Id="rId386" Type="http://schemas.openxmlformats.org/officeDocument/2006/relationships/customXml" Target="../ink/ink596.xml"/><Relationship Id="rId190" Type="http://schemas.openxmlformats.org/officeDocument/2006/relationships/customXml" Target="../ink/ink498.xml"/><Relationship Id="rId204" Type="http://schemas.openxmlformats.org/officeDocument/2006/relationships/customXml" Target="../ink/ink505.xml"/><Relationship Id="rId225" Type="http://schemas.openxmlformats.org/officeDocument/2006/relationships/image" Target="../media/image280.png"/><Relationship Id="rId246" Type="http://schemas.openxmlformats.org/officeDocument/2006/relationships/customXml" Target="../ink/ink526.xml"/><Relationship Id="rId267" Type="http://schemas.openxmlformats.org/officeDocument/2006/relationships/image" Target="../media/image301.png"/><Relationship Id="rId288" Type="http://schemas.openxmlformats.org/officeDocument/2006/relationships/customXml" Target="../ink/ink547.xml"/><Relationship Id="rId106" Type="http://schemas.openxmlformats.org/officeDocument/2006/relationships/customXml" Target="../ink/ink456.xml"/><Relationship Id="rId127" Type="http://schemas.openxmlformats.org/officeDocument/2006/relationships/image" Target="../media/image155.png"/><Relationship Id="rId313" Type="http://schemas.openxmlformats.org/officeDocument/2006/relationships/image" Target="../media/image324.png"/><Relationship Id="rId10" Type="http://schemas.openxmlformats.org/officeDocument/2006/relationships/customXml" Target="../ink/ink408.xml"/><Relationship Id="rId31" Type="http://schemas.openxmlformats.org/officeDocument/2006/relationships/image" Target="../media/image81.png"/><Relationship Id="rId52" Type="http://schemas.openxmlformats.org/officeDocument/2006/relationships/customXml" Target="../ink/ink429.xml"/><Relationship Id="rId73" Type="http://schemas.openxmlformats.org/officeDocument/2006/relationships/image" Target="../media/image102.png"/><Relationship Id="rId94" Type="http://schemas.openxmlformats.org/officeDocument/2006/relationships/customXml" Target="../ink/ink450.xml"/><Relationship Id="rId148" Type="http://schemas.openxmlformats.org/officeDocument/2006/relationships/customXml" Target="../ink/ink477.xml"/><Relationship Id="rId169" Type="http://schemas.openxmlformats.org/officeDocument/2006/relationships/image" Target="../media/image252.png"/><Relationship Id="rId334" Type="http://schemas.openxmlformats.org/officeDocument/2006/relationships/customXml" Target="../ink/ink570.xml"/><Relationship Id="rId355" Type="http://schemas.openxmlformats.org/officeDocument/2006/relationships/image" Target="../media/image345.png"/><Relationship Id="rId376" Type="http://schemas.openxmlformats.org/officeDocument/2006/relationships/customXml" Target="../ink/ink591.xml"/><Relationship Id="rId397" Type="http://schemas.openxmlformats.org/officeDocument/2006/relationships/image" Target="../media/image366.png"/><Relationship Id="rId4" Type="http://schemas.openxmlformats.org/officeDocument/2006/relationships/customXml" Target="../ink/ink405.xml"/><Relationship Id="rId180" Type="http://schemas.openxmlformats.org/officeDocument/2006/relationships/customXml" Target="../ink/ink493.xml"/><Relationship Id="rId215" Type="http://schemas.openxmlformats.org/officeDocument/2006/relationships/image" Target="../media/image275.png"/><Relationship Id="rId236" Type="http://schemas.openxmlformats.org/officeDocument/2006/relationships/customXml" Target="../ink/ink521.xml"/><Relationship Id="rId257" Type="http://schemas.openxmlformats.org/officeDocument/2006/relationships/image" Target="../media/image296.png"/><Relationship Id="rId278" Type="http://schemas.openxmlformats.org/officeDocument/2006/relationships/customXml" Target="../ink/ink542.xml"/><Relationship Id="rId303" Type="http://schemas.openxmlformats.org/officeDocument/2006/relationships/image" Target="../media/image319.png"/><Relationship Id="rId42" Type="http://schemas.openxmlformats.org/officeDocument/2006/relationships/customXml" Target="../ink/ink424.xml"/><Relationship Id="rId84" Type="http://schemas.openxmlformats.org/officeDocument/2006/relationships/customXml" Target="../ink/ink445.xml"/><Relationship Id="rId138" Type="http://schemas.openxmlformats.org/officeDocument/2006/relationships/customXml" Target="../ink/ink472.xml"/><Relationship Id="rId345" Type="http://schemas.openxmlformats.org/officeDocument/2006/relationships/image" Target="../media/image340.png"/><Relationship Id="rId387" Type="http://schemas.openxmlformats.org/officeDocument/2006/relationships/image" Target="../media/image361.png"/><Relationship Id="rId191" Type="http://schemas.openxmlformats.org/officeDocument/2006/relationships/image" Target="../media/image263.png"/><Relationship Id="rId205" Type="http://schemas.openxmlformats.org/officeDocument/2006/relationships/image" Target="../media/image270.png"/><Relationship Id="rId247" Type="http://schemas.openxmlformats.org/officeDocument/2006/relationships/image" Target="../media/image291.png"/><Relationship Id="rId107" Type="http://schemas.openxmlformats.org/officeDocument/2006/relationships/image" Target="../media/image145.png"/><Relationship Id="rId289" Type="http://schemas.openxmlformats.org/officeDocument/2006/relationships/image" Target="../media/image312.png"/><Relationship Id="rId11" Type="http://schemas.openxmlformats.org/officeDocument/2006/relationships/image" Target="../media/image71.png"/><Relationship Id="rId53" Type="http://schemas.openxmlformats.org/officeDocument/2006/relationships/image" Target="../media/image92.png"/><Relationship Id="rId149" Type="http://schemas.openxmlformats.org/officeDocument/2006/relationships/image" Target="../media/image241.png"/><Relationship Id="rId314" Type="http://schemas.openxmlformats.org/officeDocument/2006/relationships/customXml" Target="../ink/ink560.xml"/><Relationship Id="rId356" Type="http://schemas.openxmlformats.org/officeDocument/2006/relationships/customXml" Target="../ink/ink581.xml"/><Relationship Id="rId398" Type="http://schemas.openxmlformats.org/officeDocument/2006/relationships/customXml" Target="../ink/ink602.xml"/><Relationship Id="rId95" Type="http://schemas.openxmlformats.org/officeDocument/2006/relationships/image" Target="../media/image127.png"/><Relationship Id="rId160" Type="http://schemas.openxmlformats.org/officeDocument/2006/relationships/customXml" Target="../ink/ink483.xml"/><Relationship Id="rId216" Type="http://schemas.openxmlformats.org/officeDocument/2006/relationships/customXml" Target="../ink/ink511.xml"/><Relationship Id="rId258" Type="http://schemas.openxmlformats.org/officeDocument/2006/relationships/customXml" Target="../ink/ink532.xml"/><Relationship Id="rId22" Type="http://schemas.openxmlformats.org/officeDocument/2006/relationships/customXml" Target="../ink/ink414.xml"/><Relationship Id="rId64" Type="http://schemas.openxmlformats.org/officeDocument/2006/relationships/customXml" Target="../ink/ink435.xml"/><Relationship Id="rId118" Type="http://schemas.openxmlformats.org/officeDocument/2006/relationships/customXml" Target="../ink/ink462.xml"/><Relationship Id="rId325" Type="http://schemas.openxmlformats.org/officeDocument/2006/relationships/image" Target="../media/image330.png"/><Relationship Id="rId367" Type="http://schemas.openxmlformats.org/officeDocument/2006/relationships/image" Target="../media/image351.png"/><Relationship Id="rId171" Type="http://schemas.openxmlformats.org/officeDocument/2006/relationships/image" Target="../media/image253.png"/><Relationship Id="rId227" Type="http://schemas.openxmlformats.org/officeDocument/2006/relationships/image" Target="../media/image281.png"/><Relationship Id="rId269" Type="http://schemas.openxmlformats.org/officeDocument/2006/relationships/image" Target="../media/image302.png"/><Relationship Id="rId33" Type="http://schemas.openxmlformats.org/officeDocument/2006/relationships/image" Target="../media/image82.png"/><Relationship Id="rId129" Type="http://schemas.openxmlformats.org/officeDocument/2006/relationships/image" Target="../media/image156.png"/><Relationship Id="rId280" Type="http://schemas.openxmlformats.org/officeDocument/2006/relationships/customXml" Target="../ink/ink543.xml"/><Relationship Id="rId336" Type="http://schemas.openxmlformats.org/officeDocument/2006/relationships/customXml" Target="../ink/ink571.xml"/><Relationship Id="rId75" Type="http://schemas.openxmlformats.org/officeDocument/2006/relationships/image" Target="../media/image103.png"/><Relationship Id="rId140" Type="http://schemas.openxmlformats.org/officeDocument/2006/relationships/customXml" Target="../ink/ink473.xml"/><Relationship Id="rId182" Type="http://schemas.openxmlformats.org/officeDocument/2006/relationships/customXml" Target="../ink/ink494.xml"/><Relationship Id="rId378" Type="http://schemas.openxmlformats.org/officeDocument/2006/relationships/customXml" Target="../ink/ink592.xml"/><Relationship Id="rId6" Type="http://schemas.openxmlformats.org/officeDocument/2006/relationships/customXml" Target="../ink/ink406.xml"/><Relationship Id="rId238" Type="http://schemas.openxmlformats.org/officeDocument/2006/relationships/customXml" Target="../ink/ink522.xml"/><Relationship Id="rId291" Type="http://schemas.openxmlformats.org/officeDocument/2006/relationships/image" Target="../media/image313.png"/><Relationship Id="rId305" Type="http://schemas.openxmlformats.org/officeDocument/2006/relationships/image" Target="../media/image320.png"/><Relationship Id="rId347" Type="http://schemas.openxmlformats.org/officeDocument/2006/relationships/image" Target="../media/image341.png"/><Relationship Id="rId44" Type="http://schemas.openxmlformats.org/officeDocument/2006/relationships/customXml" Target="../ink/ink425.xml"/><Relationship Id="rId86" Type="http://schemas.openxmlformats.org/officeDocument/2006/relationships/customXml" Target="../ink/ink446.xml"/><Relationship Id="rId151" Type="http://schemas.openxmlformats.org/officeDocument/2006/relationships/image" Target="../media/image242.png"/><Relationship Id="rId389" Type="http://schemas.openxmlformats.org/officeDocument/2006/relationships/image" Target="../media/image362.png"/><Relationship Id="rId193" Type="http://schemas.openxmlformats.org/officeDocument/2006/relationships/image" Target="../media/image264.png"/><Relationship Id="rId207" Type="http://schemas.openxmlformats.org/officeDocument/2006/relationships/image" Target="../media/image271.png"/><Relationship Id="rId249" Type="http://schemas.openxmlformats.org/officeDocument/2006/relationships/image" Target="../media/image292.png"/><Relationship Id="rId13" Type="http://schemas.openxmlformats.org/officeDocument/2006/relationships/image" Target="../media/image72.png"/><Relationship Id="rId109" Type="http://schemas.openxmlformats.org/officeDocument/2006/relationships/image" Target="../media/image146.png"/><Relationship Id="rId260" Type="http://schemas.openxmlformats.org/officeDocument/2006/relationships/customXml" Target="../ink/ink533.xml"/><Relationship Id="rId316" Type="http://schemas.openxmlformats.org/officeDocument/2006/relationships/customXml" Target="../ink/ink561.xml"/><Relationship Id="rId55" Type="http://schemas.openxmlformats.org/officeDocument/2006/relationships/image" Target="../media/image93.png"/><Relationship Id="rId97" Type="http://schemas.openxmlformats.org/officeDocument/2006/relationships/image" Target="../media/image139.png"/><Relationship Id="rId120" Type="http://schemas.openxmlformats.org/officeDocument/2006/relationships/customXml" Target="../ink/ink463.xml"/><Relationship Id="rId358" Type="http://schemas.openxmlformats.org/officeDocument/2006/relationships/customXml" Target="../ink/ink582.xml"/><Relationship Id="rId162" Type="http://schemas.openxmlformats.org/officeDocument/2006/relationships/customXml" Target="../ink/ink484.xml"/><Relationship Id="rId218" Type="http://schemas.openxmlformats.org/officeDocument/2006/relationships/customXml" Target="../ink/ink512.xml"/><Relationship Id="rId271" Type="http://schemas.openxmlformats.org/officeDocument/2006/relationships/image" Target="../media/image303.png"/><Relationship Id="rId24" Type="http://schemas.openxmlformats.org/officeDocument/2006/relationships/customXml" Target="../ink/ink415.xml"/><Relationship Id="rId66" Type="http://schemas.openxmlformats.org/officeDocument/2006/relationships/customXml" Target="../ink/ink436.xml"/><Relationship Id="rId131" Type="http://schemas.openxmlformats.org/officeDocument/2006/relationships/image" Target="../media/image157.png"/><Relationship Id="rId327" Type="http://schemas.openxmlformats.org/officeDocument/2006/relationships/image" Target="../media/image331.png"/><Relationship Id="rId369" Type="http://schemas.openxmlformats.org/officeDocument/2006/relationships/image" Target="../media/image352.png"/><Relationship Id="rId173" Type="http://schemas.openxmlformats.org/officeDocument/2006/relationships/image" Target="../media/image254.png"/><Relationship Id="rId229" Type="http://schemas.openxmlformats.org/officeDocument/2006/relationships/image" Target="../media/image282.png"/><Relationship Id="rId380" Type="http://schemas.openxmlformats.org/officeDocument/2006/relationships/customXml" Target="../ink/ink593.xml"/><Relationship Id="rId240" Type="http://schemas.openxmlformats.org/officeDocument/2006/relationships/customXml" Target="../ink/ink523.xml"/><Relationship Id="rId35" Type="http://schemas.openxmlformats.org/officeDocument/2006/relationships/image" Target="../media/image83.png"/><Relationship Id="rId77" Type="http://schemas.openxmlformats.org/officeDocument/2006/relationships/image" Target="../media/image104.png"/><Relationship Id="rId100" Type="http://schemas.openxmlformats.org/officeDocument/2006/relationships/customXml" Target="../ink/ink453.xml"/><Relationship Id="rId282" Type="http://schemas.openxmlformats.org/officeDocument/2006/relationships/customXml" Target="../ink/ink544.xml"/><Relationship Id="rId338" Type="http://schemas.openxmlformats.org/officeDocument/2006/relationships/customXml" Target="../ink/ink572.xml"/><Relationship Id="rId8" Type="http://schemas.openxmlformats.org/officeDocument/2006/relationships/customXml" Target="../ink/ink407.xml"/><Relationship Id="rId142" Type="http://schemas.openxmlformats.org/officeDocument/2006/relationships/customXml" Target="../ink/ink474.xml"/><Relationship Id="rId184" Type="http://schemas.openxmlformats.org/officeDocument/2006/relationships/customXml" Target="../ink/ink495.xml"/><Relationship Id="rId391" Type="http://schemas.openxmlformats.org/officeDocument/2006/relationships/image" Target="../media/image363.png"/><Relationship Id="rId251" Type="http://schemas.openxmlformats.org/officeDocument/2006/relationships/image" Target="../media/image293.png"/><Relationship Id="rId46" Type="http://schemas.openxmlformats.org/officeDocument/2006/relationships/customXml" Target="../ink/ink426.xml"/><Relationship Id="rId293" Type="http://schemas.openxmlformats.org/officeDocument/2006/relationships/image" Target="../media/image314.png"/><Relationship Id="rId307" Type="http://schemas.openxmlformats.org/officeDocument/2006/relationships/image" Target="../media/image321.png"/><Relationship Id="rId349" Type="http://schemas.openxmlformats.org/officeDocument/2006/relationships/image" Target="../media/image342.png"/><Relationship Id="rId88" Type="http://schemas.openxmlformats.org/officeDocument/2006/relationships/customXml" Target="../ink/ink447.xml"/><Relationship Id="rId111" Type="http://schemas.openxmlformats.org/officeDocument/2006/relationships/image" Target="../media/image147.png"/><Relationship Id="rId153" Type="http://schemas.openxmlformats.org/officeDocument/2006/relationships/image" Target="../media/image243.png"/><Relationship Id="rId195" Type="http://schemas.openxmlformats.org/officeDocument/2006/relationships/image" Target="../media/image265.png"/><Relationship Id="rId209" Type="http://schemas.openxmlformats.org/officeDocument/2006/relationships/image" Target="../media/image272.png"/><Relationship Id="rId360" Type="http://schemas.openxmlformats.org/officeDocument/2006/relationships/customXml" Target="../ink/ink583.xml"/><Relationship Id="rId220" Type="http://schemas.openxmlformats.org/officeDocument/2006/relationships/customXml" Target="../ink/ink513.xml"/><Relationship Id="rId15" Type="http://schemas.openxmlformats.org/officeDocument/2006/relationships/image" Target="../media/image73.png"/><Relationship Id="rId57" Type="http://schemas.openxmlformats.org/officeDocument/2006/relationships/image" Target="../media/image94.png"/><Relationship Id="rId262" Type="http://schemas.openxmlformats.org/officeDocument/2006/relationships/customXml" Target="../ink/ink534.xml"/><Relationship Id="rId318" Type="http://schemas.openxmlformats.org/officeDocument/2006/relationships/customXml" Target="../ink/ink562.xml"/><Relationship Id="rId99" Type="http://schemas.openxmlformats.org/officeDocument/2006/relationships/image" Target="../media/image140.png"/><Relationship Id="rId122" Type="http://schemas.openxmlformats.org/officeDocument/2006/relationships/customXml" Target="../ink/ink464.xml"/><Relationship Id="rId164" Type="http://schemas.openxmlformats.org/officeDocument/2006/relationships/customXml" Target="../ink/ink485.xml"/><Relationship Id="rId371" Type="http://schemas.openxmlformats.org/officeDocument/2006/relationships/image" Target="../media/image353.png"/><Relationship Id="rId26" Type="http://schemas.openxmlformats.org/officeDocument/2006/relationships/customXml" Target="../ink/ink416.xml"/><Relationship Id="rId231" Type="http://schemas.openxmlformats.org/officeDocument/2006/relationships/image" Target="../media/image283.png"/><Relationship Id="rId273" Type="http://schemas.openxmlformats.org/officeDocument/2006/relationships/image" Target="../media/image304.png"/><Relationship Id="rId329" Type="http://schemas.openxmlformats.org/officeDocument/2006/relationships/image" Target="../media/image332.png"/><Relationship Id="rId68" Type="http://schemas.openxmlformats.org/officeDocument/2006/relationships/customXml" Target="../ink/ink437.xml"/><Relationship Id="rId133" Type="http://schemas.openxmlformats.org/officeDocument/2006/relationships/image" Target="../media/image158.png"/><Relationship Id="rId175" Type="http://schemas.openxmlformats.org/officeDocument/2006/relationships/image" Target="../media/image255.png"/><Relationship Id="rId340" Type="http://schemas.openxmlformats.org/officeDocument/2006/relationships/customXml" Target="../ink/ink573.xml"/><Relationship Id="rId200" Type="http://schemas.openxmlformats.org/officeDocument/2006/relationships/customXml" Target="../ink/ink503.xml"/><Relationship Id="rId382" Type="http://schemas.openxmlformats.org/officeDocument/2006/relationships/customXml" Target="../ink/ink594.xml"/><Relationship Id="rId242" Type="http://schemas.openxmlformats.org/officeDocument/2006/relationships/customXml" Target="../ink/ink524.xml"/><Relationship Id="rId284" Type="http://schemas.openxmlformats.org/officeDocument/2006/relationships/customXml" Target="../ink/ink54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.png"/><Relationship Id="rId299" Type="http://schemas.openxmlformats.org/officeDocument/2006/relationships/image" Target="../media/image317.png"/><Relationship Id="rId21" Type="http://schemas.openxmlformats.org/officeDocument/2006/relationships/image" Target="../media/image76.png"/><Relationship Id="rId63" Type="http://schemas.openxmlformats.org/officeDocument/2006/relationships/image" Target="../media/image97.png"/><Relationship Id="rId159" Type="http://schemas.openxmlformats.org/officeDocument/2006/relationships/image" Target="../media/image247.png"/><Relationship Id="rId324" Type="http://schemas.openxmlformats.org/officeDocument/2006/relationships/customXml" Target="../ink/ink764.xml"/><Relationship Id="rId366" Type="http://schemas.openxmlformats.org/officeDocument/2006/relationships/customXml" Target="../ink/ink785.xml"/><Relationship Id="rId170" Type="http://schemas.openxmlformats.org/officeDocument/2006/relationships/customXml" Target="../ink/ink687.xml"/><Relationship Id="rId226" Type="http://schemas.openxmlformats.org/officeDocument/2006/relationships/customXml" Target="../ink/ink715.xml"/><Relationship Id="rId268" Type="http://schemas.openxmlformats.org/officeDocument/2006/relationships/customXml" Target="../ink/ink736.xml"/><Relationship Id="rId32" Type="http://schemas.openxmlformats.org/officeDocument/2006/relationships/customXml" Target="../ink/ink618.xml"/><Relationship Id="rId74" Type="http://schemas.openxmlformats.org/officeDocument/2006/relationships/customXml" Target="../ink/ink639.xml"/><Relationship Id="rId128" Type="http://schemas.openxmlformats.org/officeDocument/2006/relationships/customXml" Target="../ink/ink666.xml"/><Relationship Id="rId335" Type="http://schemas.openxmlformats.org/officeDocument/2006/relationships/image" Target="../media/image335.png"/><Relationship Id="rId5" Type="http://schemas.openxmlformats.org/officeDocument/2006/relationships/image" Target="../media/image68.png"/><Relationship Id="rId181" Type="http://schemas.openxmlformats.org/officeDocument/2006/relationships/image" Target="../media/image258.png"/><Relationship Id="rId237" Type="http://schemas.openxmlformats.org/officeDocument/2006/relationships/image" Target="../media/image286.png"/><Relationship Id="rId279" Type="http://schemas.openxmlformats.org/officeDocument/2006/relationships/image" Target="../media/image307.png"/><Relationship Id="rId43" Type="http://schemas.openxmlformats.org/officeDocument/2006/relationships/image" Target="../media/image87.png"/><Relationship Id="rId139" Type="http://schemas.openxmlformats.org/officeDocument/2006/relationships/image" Target="../media/image201.png"/><Relationship Id="rId290" Type="http://schemas.openxmlformats.org/officeDocument/2006/relationships/customXml" Target="../ink/ink747.xml"/><Relationship Id="rId304" Type="http://schemas.openxmlformats.org/officeDocument/2006/relationships/customXml" Target="../ink/ink754.xml"/><Relationship Id="rId346" Type="http://schemas.openxmlformats.org/officeDocument/2006/relationships/customXml" Target="../ink/ink775.xml"/><Relationship Id="rId85" Type="http://schemas.openxmlformats.org/officeDocument/2006/relationships/image" Target="../media/image108.png"/><Relationship Id="rId150" Type="http://schemas.openxmlformats.org/officeDocument/2006/relationships/customXml" Target="../ink/ink677.xml"/><Relationship Id="rId192" Type="http://schemas.openxmlformats.org/officeDocument/2006/relationships/customXml" Target="../ink/ink698.xml"/><Relationship Id="rId206" Type="http://schemas.openxmlformats.org/officeDocument/2006/relationships/customXml" Target="../ink/ink705.xml"/><Relationship Id="rId248" Type="http://schemas.openxmlformats.org/officeDocument/2006/relationships/customXml" Target="../ink/ink726.xml"/><Relationship Id="rId12" Type="http://schemas.openxmlformats.org/officeDocument/2006/relationships/customXml" Target="../ink/ink608.xml"/><Relationship Id="rId108" Type="http://schemas.openxmlformats.org/officeDocument/2006/relationships/customXml" Target="../ink/ink656.xml"/><Relationship Id="rId315" Type="http://schemas.openxmlformats.org/officeDocument/2006/relationships/image" Target="../media/image325.png"/><Relationship Id="rId357" Type="http://schemas.openxmlformats.org/officeDocument/2006/relationships/image" Target="../media/image370.png"/><Relationship Id="rId54" Type="http://schemas.openxmlformats.org/officeDocument/2006/relationships/customXml" Target="../ink/ink629.xml"/><Relationship Id="rId96" Type="http://schemas.openxmlformats.org/officeDocument/2006/relationships/customXml" Target="../ink/ink650.xml"/><Relationship Id="rId161" Type="http://schemas.openxmlformats.org/officeDocument/2006/relationships/image" Target="../media/image248.png"/><Relationship Id="rId217" Type="http://schemas.openxmlformats.org/officeDocument/2006/relationships/image" Target="../media/image276.png"/><Relationship Id="rId259" Type="http://schemas.openxmlformats.org/officeDocument/2006/relationships/image" Target="../media/image297.png"/><Relationship Id="rId23" Type="http://schemas.openxmlformats.org/officeDocument/2006/relationships/image" Target="../media/image77.png"/><Relationship Id="rId119" Type="http://schemas.openxmlformats.org/officeDocument/2006/relationships/image" Target="../media/image151.png"/><Relationship Id="rId270" Type="http://schemas.openxmlformats.org/officeDocument/2006/relationships/customXml" Target="../ink/ink737.xml"/><Relationship Id="rId326" Type="http://schemas.openxmlformats.org/officeDocument/2006/relationships/customXml" Target="../ink/ink765.xml"/><Relationship Id="rId65" Type="http://schemas.openxmlformats.org/officeDocument/2006/relationships/image" Target="../media/image98.png"/><Relationship Id="rId130" Type="http://schemas.openxmlformats.org/officeDocument/2006/relationships/customXml" Target="../ink/ink667.xml"/><Relationship Id="rId368" Type="http://schemas.openxmlformats.org/officeDocument/2006/relationships/customXml" Target="../ink/ink786.xml"/><Relationship Id="rId172" Type="http://schemas.openxmlformats.org/officeDocument/2006/relationships/customXml" Target="../ink/ink688.xml"/><Relationship Id="rId228" Type="http://schemas.openxmlformats.org/officeDocument/2006/relationships/customXml" Target="../ink/ink716.xml"/><Relationship Id="rId281" Type="http://schemas.openxmlformats.org/officeDocument/2006/relationships/image" Target="../media/image308.png"/><Relationship Id="rId337" Type="http://schemas.openxmlformats.org/officeDocument/2006/relationships/image" Target="../media/image336.png"/><Relationship Id="rId34" Type="http://schemas.openxmlformats.org/officeDocument/2006/relationships/customXml" Target="../ink/ink619.xml"/><Relationship Id="rId76" Type="http://schemas.openxmlformats.org/officeDocument/2006/relationships/customXml" Target="../ink/ink640.xml"/><Relationship Id="rId141" Type="http://schemas.openxmlformats.org/officeDocument/2006/relationships/image" Target="../media/image237.png"/><Relationship Id="rId7" Type="http://schemas.openxmlformats.org/officeDocument/2006/relationships/image" Target="../media/image69.png"/><Relationship Id="rId183" Type="http://schemas.openxmlformats.org/officeDocument/2006/relationships/image" Target="../media/image259.png"/><Relationship Id="rId239" Type="http://schemas.openxmlformats.org/officeDocument/2006/relationships/image" Target="../media/image287.png"/><Relationship Id="rId250" Type="http://schemas.openxmlformats.org/officeDocument/2006/relationships/customXml" Target="../ink/ink727.xml"/><Relationship Id="rId292" Type="http://schemas.openxmlformats.org/officeDocument/2006/relationships/customXml" Target="../ink/ink748.xml"/><Relationship Id="rId306" Type="http://schemas.openxmlformats.org/officeDocument/2006/relationships/customXml" Target="../ink/ink755.xml"/><Relationship Id="rId45" Type="http://schemas.openxmlformats.org/officeDocument/2006/relationships/image" Target="../media/image88.png"/><Relationship Id="rId87" Type="http://schemas.openxmlformats.org/officeDocument/2006/relationships/image" Target="../media/image123.png"/><Relationship Id="rId110" Type="http://schemas.openxmlformats.org/officeDocument/2006/relationships/customXml" Target="../ink/ink657.xml"/><Relationship Id="rId348" Type="http://schemas.openxmlformats.org/officeDocument/2006/relationships/customXml" Target="../ink/ink776.xml"/><Relationship Id="rId152" Type="http://schemas.openxmlformats.org/officeDocument/2006/relationships/customXml" Target="../ink/ink678.xml"/><Relationship Id="rId194" Type="http://schemas.openxmlformats.org/officeDocument/2006/relationships/customXml" Target="../ink/ink699.xml"/><Relationship Id="rId208" Type="http://schemas.openxmlformats.org/officeDocument/2006/relationships/customXml" Target="../ink/ink706.xml"/><Relationship Id="rId261" Type="http://schemas.openxmlformats.org/officeDocument/2006/relationships/image" Target="../media/image298.png"/><Relationship Id="rId14" Type="http://schemas.openxmlformats.org/officeDocument/2006/relationships/customXml" Target="../ink/ink609.xml"/><Relationship Id="rId56" Type="http://schemas.openxmlformats.org/officeDocument/2006/relationships/customXml" Target="../ink/ink630.xml"/><Relationship Id="rId317" Type="http://schemas.openxmlformats.org/officeDocument/2006/relationships/image" Target="../media/image326.png"/><Relationship Id="rId359" Type="http://schemas.openxmlformats.org/officeDocument/2006/relationships/image" Target="../media/image371.png"/><Relationship Id="rId98" Type="http://schemas.openxmlformats.org/officeDocument/2006/relationships/customXml" Target="../ink/ink651.xml"/><Relationship Id="rId121" Type="http://schemas.openxmlformats.org/officeDocument/2006/relationships/image" Target="../media/image152.png"/><Relationship Id="rId163" Type="http://schemas.openxmlformats.org/officeDocument/2006/relationships/image" Target="../media/image249.png"/><Relationship Id="rId219" Type="http://schemas.openxmlformats.org/officeDocument/2006/relationships/image" Target="../media/image277.png"/><Relationship Id="rId230" Type="http://schemas.openxmlformats.org/officeDocument/2006/relationships/customXml" Target="../ink/ink717.xml"/><Relationship Id="rId25" Type="http://schemas.openxmlformats.org/officeDocument/2006/relationships/image" Target="../media/image78.png"/><Relationship Id="rId67" Type="http://schemas.openxmlformats.org/officeDocument/2006/relationships/image" Target="../media/image99.png"/><Relationship Id="rId272" Type="http://schemas.openxmlformats.org/officeDocument/2006/relationships/customXml" Target="../ink/ink738.xml"/><Relationship Id="rId328" Type="http://schemas.openxmlformats.org/officeDocument/2006/relationships/customXml" Target="../ink/ink766.xml"/><Relationship Id="rId132" Type="http://schemas.openxmlformats.org/officeDocument/2006/relationships/customXml" Target="../ink/ink668.xml"/><Relationship Id="rId174" Type="http://schemas.openxmlformats.org/officeDocument/2006/relationships/customXml" Target="../ink/ink689.xml"/><Relationship Id="rId241" Type="http://schemas.openxmlformats.org/officeDocument/2006/relationships/image" Target="../media/image288.png"/><Relationship Id="rId15" Type="http://schemas.openxmlformats.org/officeDocument/2006/relationships/image" Target="../media/image73.png"/><Relationship Id="rId36" Type="http://schemas.openxmlformats.org/officeDocument/2006/relationships/customXml" Target="../ink/ink620.xml"/><Relationship Id="rId57" Type="http://schemas.openxmlformats.org/officeDocument/2006/relationships/image" Target="../media/image94.png"/><Relationship Id="rId262" Type="http://schemas.openxmlformats.org/officeDocument/2006/relationships/customXml" Target="../ink/ink733.xml"/><Relationship Id="rId283" Type="http://schemas.openxmlformats.org/officeDocument/2006/relationships/image" Target="../media/image309.png"/><Relationship Id="rId318" Type="http://schemas.openxmlformats.org/officeDocument/2006/relationships/customXml" Target="../ink/ink761.xml"/><Relationship Id="rId339" Type="http://schemas.openxmlformats.org/officeDocument/2006/relationships/image" Target="../media/image337.png"/><Relationship Id="rId78" Type="http://schemas.openxmlformats.org/officeDocument/2006/relationships/customXml" Target="../ink/ink641.xml"/><Relationship Id="rId99" Type="http://schemas.openxmlformats.org/officeDocument/2006/relationships/image" Target="../media/image140.png"/><Relationship Id="rId101" Type="http://schemas.openxmlformats.org/officeDocument/2006/relationships/image" Target="../media/image141.png"/><Relationship Id="rId122" Type="http://schemas.openxmlformats.org/officeDocument/2006/relationships/customXml" Target="../ink/ink663.xml"/><Relationship Id="rId143" Type="http://schemas.openxmlformats.org/officeDocument/2006/relationships/image" Target="../media/image238.png"/><Relationship Id="rId164" Type="http://schemas.openxmlformats.org/officeDocument/2006/relationships/customXml" Target="../ink/ink684.xml"/><Relationship Id="rId185" Type="http://schemas.openxmlformats.org/officeDocument/2006/relationships/image" Target="../media/image260.png"/><Relationship Id="rId350" Type="http://schemas.openxmlformats.org/officeDocument/2006/relationships/customXml" Target="../ink/ink777.xml"/><Relationship Id="rId9" Type="http://schemas.openxmlformats.org/officeDocument/2006/relationships/image" Target="../media/image70.png"/><Relationship Id="rId210" Type="http://schemas.openxmlformats.org/officeDocument/2006/relationships/customXml" Target="../ink/ink707.xml"/><Relationship Id="rId26" Type="http://schemas.openxmlformats.org/officeDocument/2006/relationships/customXml" Target="../ink/ink615.xml"/><Relationship Id="rId231" Type="http://schemas.openxmlformats.org/officeDocument/2006/relationships/image" Target="../media/image283.png"/><Relationship Id="rId252" Type="http://schemas.openxmlformats.org/officeDocument/2006/relationships/customXml" Target="../ink/ink728.xml"/><Relationship Id="rId273" Type="http://schemas.openxmlformats.org/officeDocument/2006/relationships/image" Target="../media/image304.png"/><Relationship Id="rId294" Type="http://schemas.openxmlformats.org/officeDocument/2006/relationships/customXml" Target="../ink/ink749.xml"/><Relationship Id="rId308" Type="http://schemas.openxmlformats.org/officeDocument/2006/relationships/customXml" Target="../ink/ink756.xml"/><Relationship Id="rId329" Type="http://schemas.openxmlformats.org/officeDocument/2006/relationships/image" Target="../media/image332.png"/><Relationship Id="rId47" Type="http://schemas.openxmlformats.org/officeDocument/2006/relationships/image" Target="../media/image89.png"/><Relationship Id="rId68" Type="http://schemas.openxmlformats.org/officeDocument/2006/relationships/customXml" Target="../ink/ink636.xml"/><Relationship Id="rId89" Type="http://schemas.openxmlformats.org/officeDocument/2006/relationships/image" Target="../media/image124.png"/><Relationship Id="rId112" Type="http://schemas.openxmlformats.org/officeDocument/2006/relationships/customXml" Target="../ink/ink658.xml"/><Relationship Id="rId133" Type="http://schemas.openxmlformats.org/officeDocument/2006/relationships/image" Target="../media/image158.png"/><Relationship Id="rId154" Type="http://schemas.openxmlformats.org/officeDocument/2006/relationships/customXml" Target="../ink/ink679.xml"/><Relationship Id="rId175" Type="http://schemas.openxmlformats.org/officeDocument/2006/relationships/image" Target="../media/image255.png"/><Relationship Id="rId340" Type="http://schemas.openxmlformats.org/officeDocument/2006/relationships/customXml" Target="../ink/ink772.xml"/><Relationship Id="rId361" Type="http://schemas.openxmlformats.org/officeDocument/2006/relationships/image" Target="../media/image372.png"/><Relationship Id="rId196" Type="http://schemas.openxmlformats.org/officeDocument/2006/relationships/customXml" Target="../ink/ink700.xml"/><Relationship Id="rId200" Type="http://schemas.openxmlformats.org/officeDocument/2006/relationships/customXml" Target="../ink/ink702.xml"/><Relationship Id="rId16" Type="http://schemas.openxmlformats.org/officeDocument/2006/relationships/customXml" Target="../ink/ink610.xml"/><Relationship Id="rId221" Type="http://schemas.openxmlformats.org/officeDocument/2006/relationships/image" Target="../media/image278.png"/><Relationship Id="rId242" Type="http://schemas.openxmlformats.org/officeDocument/2006/relationships/customXml" Target="../ink/ink723.xml"/><Relationship Id="rId263" Type="http://schemas.openxmlformats.org/officeDocument/2006/relationships/image" Target="../media/image299.png"/><Relationship Id="rId284" Type="http://schemas.openxmlformats.org/officeDocument/2006/relationships/customXml" Target="../ink/ink744.xml"/><Relationship Id="rId319" Type="http://schemas.openxmlformats.org/officeDocument/2006/relationships/image" Target="../media/image327.png"/><Relationship Id="rId37" Type="http://schemas.openxmlformats.org/officeDocument/2006/relationships/image" Target="../media/image84.png"/><Relationship Id="rId58" Type="http://schemas.openxmlformats.org/officeDocument/2006/relationships/customXml" Target="../ink/ink631.xml"/><Relationship Id="rId79" Type="http://schemas.openxmlformats.org/officeDocument/2006/relationships/image" Target="../media/image105.png"/><Relationship Id="rId102" Type="http://schemas.openxmlformats.org/officeDocument/2006/relationships/customXml" Target="../ink/ink653.xml"/><Relationship Id="rId123" Type="http://schemas.openxmlformats.org/officeDocument/2006/relationships/image" Target="../media/image153.png"/><Relationship Id="rId144" Type="http://schemas.openxmlformats.org/officeDocument/2006/relationships/customXml" Target="../ink/ink674.xml"/><Relationship Id="rId330" Type="http://schemas.openxmlformats.org/officeDocument/2006/relationships/customXml" Target="../ink/ink767.xml"/><Relationship Id="rId90" Type="http://schemas.openxmlformats.org/officeDocument/2006/relationships/customXml" Target="../ink/ink647.xml"/><Relationship Id="rId165" Type="http://schemas.openxmlformats.org/officeDocument/2006/relationships/image" Target="../media/image250.png"/><Relationship Id="rId186" Type="http://schemas.openxmlformats.org/officeDocument/2006/relationships/customXml" Target="../ink/ink695.xml"/><Relationship Id="rId351" Type="http://schemas.openxmlformats.org/officeDocument/2006/relationships/image" Target="../media/image344.png"/><Relationship Id="rId211" Type="http://schemas.openxmlformats.org/officeDocument/2006/relationships/image" Target="../media/image273.png"/><Relationship Id="rId232" Type="http://schemas.openxmlformats.org/officeDocument/2006/relationships/customXml" Target="../ink/ink718.xml"/><Relationship Id="rId253" Type="http://schemas.openxmlformats.org/officeDocument/2006/relationships/image" Target="../media/image294.png"/><Relationship Id="rId274" Type="http://schemas.openxmlformats.org/officeDocument/2006/relationships/customXml" Target="../ink/ink739.xml"/><Relationship Id="rId295" Type="http://schemas.openxmlformats.org/officeDocument/2006/relationships/image" Target="../media/image315.png"/><Relationship Id="rId309" Type="http://schemas.openxmlformats.org/officeDocument/2006/relationships/image" Target="../media/image322.png"/><Relationship Id="rId27" Type="http://schemas.openxmlformats.org/officeDocument/2006/relationships/image" Target="../media/image79.png"/><Relationship Id="rId48" Type="http://schemas.openxmlformats.org/officeDocument/2006/relationships/customXml" Target="../ink/ink626.xml"/><Relationship Id="rId69" Type="http://schemas.openxmlformats.org/officeDocument/2006/relationships/image" Target="../media/image100.png"/><Relationship Id="rId113" Type="http://schemas.openxmlformats.org/officeDocument/2006/relationships/image" Target="../media/image148.png"/><Relationship Id="rId134" Type="http://schemas.openxmlformats.org/officeDocument/2006/relationships/customXml" Target="../ink/ink669.xml"/><Relationship Id="rId320" Type="http://schemas.openxmlformats.org/officeDocument/2006/relationships/customXml" Target="../ink/ink762.xml"/><Relationship Id="rId80" Type="http://schemas.openxmlformats.org/officeDocument/2006/relationships/customXml" Target="../ink/ink642.xml"/><Relationship Id="rId155" Type="http://schemas.openxmlformats.org/officeDocument/2006/relationships/image" Target="../media/image245.png"/><Relationship Id="rId176" Type="http://schemas.openxmlformats.org/officeDocument/2006/relationships/customXml" Target="../ink/ink690.xml"/><Relationship Id="rId197" Type="http://schemas.openxmlformats.org/officeDocument/2006/relationships/image" Target="../media/image266.png"/><Relationship Id="rId341" Type="http://schemas.openxmlformats.org/officeDocument/2006/relationships/image" Target="../media/image338.png"/><Relationship Id="rId362" Type="http://schemas.openxmlformats.org/officeDocument/2006/relationships/customXml" Target="../ink/ink783.xml"/><Relationship Id="rId201" Type="http://schemas.openxmlformats.org/officeDocument/2006/relationships/image" Target="../media/image268.png"/><Relationship Id="rId222" Type="http://schemas.openxmlformats.org/officeDocument/2006/relationships/customXml" Target="../ink/ink713.xml"/><Relationship Id="rId243" Type="http://schemas.openxmlformats.org/officeDocument/2006/relationships/image" Target="../media/image289.png"/><Relationship Id="rId264" Type="http://schemas.openxmlformats.org/officeDocument/2006/relationships/customXml" Target="../ink/ink734.xml"/><Relationship Id="rId285" Type="http://schemas.openxmlformats.org/officeDocument/2006/relationships/image" Target="../media/image310.png"/><Relationship Id="rId17" Type="http://schemas.openxmlformats.org/officeDocument/2006/relationships/image" Target="../media/image74.png"/><Relationship Id="rId38" Type="http://schemas.openxmlformats.org/officeDocument/2006/relationships/customXml" Target="../ink/ink621.xml"/><Relationship Id="rId59" Type="http://schemas.openxmlformats.org/officeDocument/2006/relationships/image" Target="../media/image95.png"/><Relationship Id="rId103" Type="http://schemas.openxmlformats.org/officeDocument/2006/relationships/image" Target="../media/image143.png"/><Relationship Id="rId124" Type="http://schemas.openxmlformats.org/officeDocument/2006/relationships/customXml" Target="../ink/ink664.xml"/><Relationship Id="rId310" Type="http://schemas.openxmlformats.org/officeDocument/2006/relationships/customXml" Target="../ink/ink757.xml"/><Relationship Id="rId70" Type="http://schemas.openxmlformats.org/officeDocument/2006/relationships/customXml" Target="../ink/ink637.xml"/><Relationship Id="rId91" Type="http://schemas.openxmlformats.org/officeDocument/2006/relationships/image" Target="../media/image125.png"/><Relationship Id="rId145" Type="http://schemas.openxmlformats.org/officeDocument/2006/relationships/image" Target="../media/image239.png"/><Relationship Id="rId166" Type="http://schemas.openxmlformats.org/officeDocument/2006/relationships/customXml" Target="../ink/ink685.xml"/><Relationship Id="rId187" Type="http://schemas.openxmlformats.org/officeDocument/2006/relationships/image" Target="../media/image261.png"/><Relationship Id="rId331" Type="http://schemas.openxmlformats.org/officeDocument/2006/relationships/image" Target="../media/image333.png"/><Relationship Id="rId352" Type="http://schemas.openxmlformats.org/officeDocument/2006/relationships/customXml" Target="../ink/ink77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08.xml"/><Relationship Id="rId233" Type="http://schemas.openxmlformats.org/officeDocument/2006/relationships/image" Target="../media/image284.png"/><Relationship Id="rId254" Type="http://schemas.openxmlformats.org/officeDocument/2006/relationships/customXml" Target="../ink/ink729.xml"/><Relationship Id="rId28" Type="http://schemas.openxmlformats.org/officeDocument/2006/relationships/customXml" Target="../ink/ink616.xml"/><Relationship Id="rId49" Type="http://schemas.openxmlformats.org/officeDocument/2006/relationships/image" Target="../media/image90.png"/><Relationship Id="rId114" Type="http://schemas.openxmlformats.org/officeDocument/2006/relationships/customXml" Target="../ink/ink659.xml"/><Relationship Id="rId275" Type="http://schemas.openxmlformats.org/officeDocument/2006/relationships/image" Target="../media/image305.png"/><Relationship Id="rId296" Type="http://schemas.openxmlformats.org/officeDocument/2006/relationships/customXml" Target="../ink/ink750.xml"/><Relationship Id="rId300" Type="http://schemas.openxmlformats.org/officeDocument/2006/relationships/customXml" Target="../ink/ink752.xml"/><Relationship Id="rId60" Type="http://schemas.openxmlformats.org/officeDocument/2006/relationships/customXml" Target="../ink/ink632.xml"/><Relationship Id="rId81" Type="http://schemas.openxmlformats.org/officeDocument/2006/relationships/image" Target="../media/image106.png"/><Relationship Id="rId135" Type="http://schemas.openxmlformats.org/officeDocument/2006/relationships/image" Target="../media/image159.png"/><Relationship Id="rId156" Type="http://schemas.openxmlformats.org/officeDocument/2006/relationships/customXml" Target="../ink/ink680.xml"/><Relationship Id="rId177" Type="http://schemas.openxmlformats.org/officeDocument/2006/relationships/image" Target="../media/image256.png"/><Relationship Id="rId198" Type="http://schemas.openxmlformats.org/officeDocument/2006/relationships/customXml" Target="../ink/ink701.xml"/><Relationship Id="rId321" Type="http://schemas.openxmlformats.org/officeDocument/2006/relationships/image" Target="../media/image328.png"/><Relationship Id="rId342" Type="http://schemas.openxmlformats.org/officeDocument/2006/relationships/customXml" Target="../ink/ink773.xml"/><Relationship Id="rId363" Type="http://schemas.openxmlformats.org/officeDocument/2006/relationships/image" Target="../media/image373.png"/><Relationship Id="rId202" Type="http://schemas.openxmlformats.org/officeDocument/2006/relationships/customXml" Target="../ink/ink703.xml"/><Relationship Id="rId223" Type="http://schemas.openxmlformats.org/officeDocument/2006/relationships/image" Target="../media/image279.png"/><Relationship Id="rId244" Type="http://schemas.openxmlformats.org/officeDocument/2006/relationships/customXml" Target="../ink/ink724.xml"/><Relationship Id="rId18" Type="http://schemas.openxmlformats.org/officeDocument/2006/relationships/customXml" Target="../ink/ink611.xml"/><Relationship Id="rId39" Type="http://schemas.openxmlformats.org/officeDocument/2006/relationships/image" Target="../media/image85.png"/><Relationship Id="rId265" Type="http://schemas.openxmlformats.org/officeDocument/2006/relationships/image" Target="../media/image300.png"/><Relationship Id="rId286" Type="http://schemas.openxmlformats.org/officeDocument/2006/relationships/customXml" Target="../ink/ink745.xml"/><Relationship Id="rId50" Type="http://schemas.openxmlformats.org/officeDocument/2006/relationships/customXml" Target="../ink/ink627.xml"/><Relationship Id="rId104" Type="http://schemas.openxmlformats.org/officeDocument/2006/relationships/customXml" Target="../ink/ink654.xml"/><Relationship Id="rId125" Type="http://schemas.openxmlformats.org/officeDocument/2006/relationships/image" Target="../media/image154.png"/><Relationship Id="rId146" Type="http://schemas.openxmlformats.org/officeDocument/2006/relationships/customXml" Target="../ink/ink675.xml"/><Relationship Id="rId167" Type="http://schemas.openxmlformats.org/officeDocument/2006/relationships/image" Target="../media/image251.png"/><Relationship Id="rId188" Type="http://schemas.openxmlformats.org/officeDocument/2006/relationships/customXml" Target="../ink/ink696.xml"/><Relationship Id="rId311" Type="http://schemas.openxmlformats.org/officeDocument/2006/relationships/image" Target="../media/image323.png"/><Relationship Id="rId332" Type="http://schemas.openxmlformats.org/officeDocument/2006/relationships/customXml" Target="../ink/ink768.xml"/><Relationship Id="rId353" Type="http://schemas.openxmlformats.org/officeDocument/2006/relationships/image" Target="../media/image368.png"/><Relationship Id="rId71" Type="http://schemas.openxmlformats.org/officeDocument/2006/relationships/image" Target="../media/image101.png"/><Relationship Id="rId92" Type="http://schemas.openxmlformats.org/officeDocument/2006/relationships/customXml" Target="../ink/ink648.xml"/><Relationship Id="rId213" Type="http://schemas.openxmlformats.org/officeDocument/2006/relationships/image" Target="../media/image274.png"/><Relationship Id="rId234" Type="http://schemas.openxmlformats.org/officeDocument/2006/relationships/customXml" Target="../ink/ink719.xml"/><Relationship Id="rId2" Type="http://schemas.openxmlformats.org/officeDocument/2006/relationships/customXml" Target="../ink/ink603.xml"/><Relationship Id="rId29" Type="http://schemas.openxmlformats.org/officeDocument/2006/relationships/image" Target="../media/image80.png"/><Relationship Id="rId255" Type="http://schemas.openxmlformats.org/officeDocument/2006/relationships/image" Target="../media/image295.png"/><Relationship Id="rId276" Type="http://schemas.openxmlformats.org/officeDocument/2006/relationships/customXml" Target="../ink/ink740.xml"/><Relationship Id="rId297" Type="http://schemas.openxmlformats.org/officeDocument/2006/relationships/image" Target="../media/image316.png"/><Relationship Id="rId40" Type="http://schemas.openxmlformats.org/officeDocument/2006/relationships/customXml" Target="../ink/ink622.xml"/><Relationship Id="rId115" Type="http://schemas.openxmlformats.org/officeDocument/2006/relationships/image" Target="../media/image149.png"/><Relationship Id="rId136" Type="http://schemas.openxmlformats.org/officeDocument/2006/relationships/customXml" Target="../ink/ink670.xml"/><Relationship Id="rId157" Type="http://schemas.openxmlformats.org/officeDocument/2006/relationships/image" Target="../media/image246.png"/><Relationship Id="rId178" Type="http://schemas.openxmlformats.org/officeDocument/2006/relationships/customXml" Target="../ink/ink691.xml"/><Relationship Id="rId301" Type="http://schemas.openxmlformats.org/officeDocument/2006/relationships/image" Target="../media/image318.png"/><Relationship Id="rId322" Type="http://schemas.openxmlformats.org/officeDocument/2006/relationships/customXml" Target="../ink/ink763.xml"/><Relationship Id="rId343" Type="http://schemas.openxmlformats.org/officeDocument/2006/relationships/image" Target="../media/image339.png"/><Relationship Id="rId364" Type="http://schemas.openxmlformats.org/officeDocument/2006/relationships/customXml" Target="../ink/ink784.xml"/><Relationship Id="rId61" Type="http://schemas.openxmlformats.org/officeDocument/2006/relationships/image" Target="../media/image96.png"/><Relationship Id="rId82" Type="http://schemas.openxmlformats.org/officeDocument/2006/relationships/customXml" Target="../ink/ink643.xml"/><Relationship Id="rId199" Type="http://schemas.openxmlformats.org/officeDocument/2006/relationships/image" Target="../media/image267.png"/><Relationship Id="rId203" Type="http://schemas.openxmlformats.org/officeDocument/2006/relationships/image" Target="../media/image269.png"/><Relationship Id="rId19" Type="http://schemas.openxmlformats.org/officeDocument/2006/relationships/image" Target="../media/image75.png"/><Relationship Id="rId224" Type="http://schemas.openxmlformats.org/officeDocument/2006/relationships/customXml" Target="../ink/ink714.xml"/><Relationship Id="rId245" Type="http://schemas.openxmlformats.org/officeDocument/2006/relationships/image" Target="../media/image290.png"/><Relationship Id="rId266" Type="http://schemas.openxmlformats.org/officeDocument/2006/relationships/customXml" Target="../ink/ink735.xml"/><Relationship Id="rId287" Type="http://schemas.openxmlformats.org/officeDocument/2006/relationships/image" Target="../media/image311.png"/><Relationship Id="rId30" Type="http://schemas.openxmlformats.org/officeDocument/2006/relationships/customXml" Target="../ink/ink617.xml"/><Relationship Id="rId105" Type="http://schemas.openxmlformats.org/officeDocument/2006/relationships/image" Target="../media/image144.png"/><Relationship Id="rId126" Type="http://schemas.openxmlformats.org/officeDocument/2006/relationships/customXml" Target="../ink/ink665.xml"/><Relationship Id="rId147" Type="http://schemas.openxmlformats.org/officeDocument/2006/relationships/image" Target="../media/image240.png"/><Relationship Id="rId168" Type="http://schemas.openxmlformats.org/officeDocument/2006/relationships/customXml" Target="../ink/ink686.xml"/><Relationship Id="rId312" Type="http://schemas.openxmlformats.org/officeDocument/2006/relationships/customXml" Target="../ink/ink758.xml"/><Relationship Id="rId333" Type="http://schemas.openxmlformats.org/officeDocument/2006/relationships/image" Target="../media/image334.png"/><Relationship Id="rId354" Type="http://schemas.openxmlformats.org/officeDocument/2006/relationships/customXml" Target="../ink/ink779.xml"/><Relationship Id="rId51" Type="http://schemas.openxmlformats.org/officeDocument/2006/relationships/image" Target="../media/image91.png"/><Relationship Id="rId72" Type="http://schemas.openxmlformats.org/officeDocument/2006/relationships/customXml" Target="../ink/ink638.xml"/><Relationship Id="rId93" Type="http://schemas.openxmlformats.org/officeDocument/2006/relationships/image" Target="../media/image126.png"/><Relationship Id="rId189" Type="http://schemas.openxmlformats.org/officeDocument/2006/relationships/image" Target="../media/image262.png"/><Relationship Id="rId3" Type="http://schemas.openxmlformats.org/officeDocument/2006/relationships/image" Target="../media/image57.png"/><Relationship Id="rId214" Type="http://schemas.openxmlformats.org/officeDocument/2006/relationships/customXml" Target="../ink/ink709.xml"/><Relationship Id="rId235" Type="http://schemas.openxmlformats.org/officeDocument/2006/relationships/image" Target="../media/image285.png"/><Relationship Id="rId256" Type="http://schemas.openxmlformats.org/officeDocument/2006/relationships/customXml" Target="../ink/ink730.xml"/><Relationship Id="rId277" Type="http://schemas.openxmlformats.org/officeDocument/2006/relationships/image" Target="../media/image306.png"/><Relationship Id="rId298" Type="http://schemas.openxmlformats.org/officeDocument/2006/relationships/customXml" Target="../ink/ink751.xml"/><Relationship Id="rId116" Type="http://schemas.openxmlformats.org/officeDocument/2006/relationships/customXml" Target="../ink/ink660.xml"/><Relationship Id="rId137" Type="http://schemas.openxmlformats.org/officeDocument/2006/relationships/image" Target="../media/image200.png"/><Relationship Id="rId158" Type="http://schemas.openxmlformats.org/officeDocument/2006/relationships/customXml" Target="../ink/ink681.xml"/><Relationship Id="rId302" Type="http://schemas.openxmlformats.org/officeDocument/2006/relationships/customXml" Target="../ink/ink753.xml"/><Relationship Id="rId323" Type="http://schemas.openxmlformats.org/officeDocument/2006/relationships/image" Target="../media/image329.png"/><Relationship Id="rId344" Type="http://schemas.openxmlformats.org/officeDocument/2006/relationships/customXml" Target="../ink/ink774.xml"/><Relationship Id="rId20" Type="http://schemas.openxmlformats.org/officeDocument/2006/relationships/customXml" Target="../ink/ink612.xml"/><Relationship Id="rId41" Type="http://schemas.openxmlformats.org/officeDocument/2006/relationships/image" Target="../media/image86.png"/><Relationship Id="rId62" Type="http://schemas.openxmlformats.org/officeDocument/2006/relationships/customXml" Target="../ink/ink633.xml"/><Relationship Id="rId83" Type="http://schemas.openxmlformats.org/officeDocument/2006/relationships/image" Target="../media/image107.png"/><Relationship Id="rId179" Type="http://schemas.openxmlformats.org/officeDocument/2006/relationships/image" Target="../media/image257.png"/><Relationship Id="rId365" Type="http://schemas.openxmlformats.org/officeDocument/2006/relationships/image" Target="../media/image374.png"/><Relationship Id="rId190" Type="http://schemas.openxmlformats.org/officeDocument/2006/relationships/customXml" Target="../ink/ink697.xml"/><Relationship Id="rId204" Type="http://schemas.openxmlformats.org/officeDocument/2006/relationships/customXml" Target="../ink/ink704.xml"/><Relationship Id="rId225" Type="http://schemas.openxmlformats.org/officeDocument/2006/relationships/image" Target="../media/image280.png"/><Relationship Id="rId246" Type="http://schemas.openxmlformats.org/officeDocument/2006/relationships/customXml" Target="../ink/ink725.xml"/><Relationship Id="rId267" Type="http://schemas.openxmlformats.org/officeDocument/2006/relationships/image" Target="../media/image301.png"/><Relationship Id="rId288" Type="http://schemas.openxmlformats.org/officeDocument/2006/relationships/customXml" Target="../ink/ink746.xml"/><Relationship Id="rId106" Type="http://schemas.openxmlformats.org/officeDocument/2006/relationships/customXml" Target="../ink/ink655.xml"/><Relationship Id="rId127" Type="http://schemas.openxmlformats.org/officeDocument/2006/relationships/image" Target="../media/image155.png"/><Relationship Id="rId313" Type="http://schemas.openxmlformats.org/officeDocument/2006/relationships/image" Target="../media/image324.png"/><Relationship Id="rId10" Type="http://schemas.openxmlformats.org/officeDocument/2006/relationships/customXml" Target="../ink/ink607.xml"/><Relationship Id="rId31" Type="http://schemas.openxmlformats.org/officeDocument/2006/relationships/image" Target="../media/image81.png"/><Relationship Id="rId52" Type="http://schemas.openxmlformats.org/officeDocument/2006/relationships/customXml" Target="../ink/ink628.xml"/><Relationship Id="rId73" Type="http://schemas.openxmlformats.org/officeDocument/2006/relationships/image" Target="../media/image102.png"/><Relationship Id="rId94" Type="http://schemas.openxmlformats.org/officeDocument/2006/relationships/customXml" Target="../ink/ink649.xml"/><Relationship Id="rId148" Type="http://schemas.openxmlformats.org/officeDocument/2006/relationships/customXml" Target="../ink/ink676.xml"/><Relationship Id="rId169" Type="http://schemas.openxmlformats.org/officeDocument/2006/relationships/image" Target="../media/image252.png"/><Relationship Id="rId334" Type="http://schemas.openxmlformats.org/officeDocument/2006/relationships/customXml" Target="../ink/ink769.xml"/><Relationship Id="rId355" Type="http://schemas.openxmlformats.org/officeDocument/2006/relationships/image" Target="../media/image369.png"/><Relationship Id="rId4" Type="http://schemas.openxmlformats.org/officeDocument/2006/relationships/customXml" Target="../ink/ink604.xml"/><Relationship Id="rId180" Type="http://schemas.openxmlformats.org/officeDocument/2006/relationships/customXml" Target="../ink/ink692.xml"/><Relationship Id="rId215" Type="http://schemas.openxmlformats.org/officeDocument/2006/relationships/image" Target="../media/image275.png"/><Relationship Id="rId236" Type="http://schemas.openxmlformats.org/officeDocument/2006/relationships/customXml" Target="../ink/ink720.xml"/><Relationship Id="rId257" Type="http://schemas.openxmlformats.org/officeDocument/2006/relationships/image" Target="../media/image296.png"/><Relationship Id="rId278" Type="http://schemas.openxmlformats.org/officeDocument/2006/relationships/customXml" Target="../ink/ink741.xml"/><Relationship Id="rId303" Type="http://schemas.openxmlformats.org/officeDocument/2006/relationships/image" Target="../media/image319.png"/><Relationship Id="rId42" Type="http://schemas.openxmlformats.org/officeDocument/2006/relationships/customXml" Target="../ink/ink623.xml"/><Relationship Id="rId84" Type="http://schemas.openxmlformats.org/officeDocument/2006/relationships/customXml" Target="../ink/ink644.xml"/><Relationship Id="rId138" Type="http://schemas.openxmlformats.org/officeDocument/2006/relationships/customXml" Target="../ink/ink671.xml"/><Relationship Id="rId345" Type="http://schemas.openxmlformats.org/officeDocument/2006/relationships/image" Target="../media/image340.png"/><Relationship Id="rId191" Type="http://schemas.openxmlformats.org/officeDocument/2006/relationships/image" Target="../media/image263.png"/><Relationship Id="rId205" Type="http://schemas.openxmlformats.org/officeDocument/2006/relationships/image" Target="../media/image270.png"/><Relationship Id="rId247" Type="http://schemas.openxmlformats.org/officeDocument/2006/relationships/image" Target="../media/image291.png"/><Relationship Id="rId107" Type="http://schemas.openxmlformats.org/officeDocument/2006/relationships/image" Target="../media/image145.png"/><Relationship Id="rId289" Type="http://schemas.openxmlformats.org/officeDocument/2006/relationships/image" Target="../media/image312.png"/><Relationship Id="rId11" Type="http://schemas.openxmlformats.org/officeDocument/2006/relationships/image" Target="../media/image71.png"/><Relationship Id="rId53" Type="http://schemas.openxmlformats.org/officeDocument/2006/relationships/image" Target="../media/image92.png"/><Relationship Id="rId149" Type="http://schemas.openxmlformats.org/officeDocument/2006/relationships/image" Target="../media/image241.png"/><Relationship Id="rId314" Type="http://schemas.openxmlformats.org/officeDocument/2006/relationships/customXml" Target="../ink/ink759.xml"/><Relationship Id="rId356" Type="http://schemas.openxmlformats.org/officeDocument/2006/relationships/customXml" Target="../ink/ink780.xml"/><Relationship Id="rId95" Type="http://schemas.openxmlformats.org/officeDocument/2006/relationships/image" Target="../media/image127.png"/><Relationship Id="rId160" Type="http://schemas.openxmlformats.org/officeDocument/2006/relationships/customXml" Target="../ink/ink682.xml"/><Relationship Id="rId216" Type="http://schemas.openxmlformats.org/officeDocument/2006/relationships/customXml" Target="../ink/ink710.xml"/><Relationship Id="rId258" Type="http://schemas.openxmlformats.org/officeDocument/2006/relationships/customXml" Target="../ink/ink731.xml"/><Relationship Id="rId22" Type="http://schemas.openxmlformats.org/officeDocument/2006/relationships/customXml" Target="../ink/ink613.xml"/><Relationship Id="rId64" Type="http://schemas.openxmlformats.org/officeDocument/2006/relationships/customXml" Target="../ink/ink634.xml"/><Relationship Id="rId118" Type="http://schemas.openxmlformats.org/officeDocument/2006/relationships/customXml" Target="../ink/ink661.xml"/><Relationship Id="rId325" Type="http://schemas.openxmlformats.org/officeDocument/2006/relationships/image" Target="../media/image330.png"/><Relationship Id="rId367" Type="http://schemas.openxmlformats.org/officeDocument/2006/relationships/image" Target="../media/image375.png"/><Relationship Id="rId171" Type="http://schemas.openxmlformats.org/officeDocument/2006/relationships/image" Target="../media/image253.png"/><Relationship Id="rId227" Type="http://schemas.openxmlformats.org/officeDocument/2006/relationships/image" Target="../media/image281.png"/><Relationship Id="rId269" Type="http://schemas.openxmlformats.org/officeDocument/2006/relationships/image" Target="../media/image302.png"/><Relationship Id="rId33" Type="http://schemas.openxmlformats.org/officeDocument/2006/relationships/image" Target="../media/image82.png"/><Relationship Id="rId129" Type="http://schemas.openxmlformats.org/officeDocument/2006/relationships/image" Target="../media/image156.png"/><Relationship Id="rId280" Type="http://schemas.openxmlformats.org/officeDocument/2006/relationships/customXml" Target="../ink/ink742.xml"/><Relationship Id="rId336" Type="http://schemas.openxmlformats.org/officeDocument/2006/relationships/customXml" Target="../ink/ink770.xml"/><Relationship Id="rId75" Type="http://schemas.openxmlformats.org/officeDocument/2006/relationships/image" Target="../media/image103.png"/><Relationship Id="rId140" Type="http://schemas.openxmlformats.org/officeDocument/2006/relationships/customXml" Target="../ink/ink672.xml"/><Relationship Id="rId182" Type="http://schemas.openxmlformats.org/officeDocument/2006/relationships/customXml" Target="../ink/ink693.xml"/><Relationship Id="rId6" Type="http://schemas.openxmlformats.org/officeDocument/2006/relationships/customXml" Target="../ink/ink605.xml"/><Relationship Id="rId238" Type="http://schemas.openxmlformats.org/officeDocument/2006/relationships/customXml" Target="../ink/ink721.xml"/><Relationship Id="rId291" Type="http://schemas.openxmlformats.org/officeDocument/2006/relationships/image" Target="../media/image313.png"/><Relationship Id="rId305" Type="http://schemas.openxmlformats.org/officeDocument/2006/relationships/image" Target="../media/image320.png"/><Relationship Id="rId347" Type="http://schemas.openxmlformats.org/officeDocument/2006/relationships/image" Target="../media/image341.png"/><Relationship Id="rId44" Type="http://schemas.openxmlformats.org/officeDocument/2006/relationships/customXml" Target="../ink/ink624.xml"/><Relationship Id="rId86" Type="http://schemas.openxmlformats.org/officeDocument/2006/relationships/customXml" Target="../ink/ink645.xml"/><Relationship Id="rId151" Type="http://schemas.openxmlformats.org/officeDocument/2006/relationships/image" Target="../media/image242.png"/><Relationship Id="rId193" Type="http://schemas.openxmlformats.org/officeDocument/2006/relationships/image" Target="../media/image264.png"/><Relationship Id="rId207" Type="http://schemas.openxmlformats.org/officeDocument/2006/relationships/image" Target="../media/image271.png"/><Relationship Id="rId249" Type="http://schemas.openxmlformats.org/officeDocument/2006/relationships/image" Target="../media/image292.png"/><Relationship Id="rId13" Type="http://schemas.openxmlformats.org/officeDocument/2006/relationships/image" Target="../media/image72.png"/><Relationship Id="rId109" Type="http://schemas.openxmlformats.org/officeDocument/2006/relationships/image" Target="../media/image146.png"/><Relationship Id="rId260" Type="http://schemas.openxmlformats.org/officeDocument/2006/relationships/customXml" Target="../ink/ink732.xml"/><Relationship Id="rId316" Type="http://schemas.openxmlformats.org/officeDocument/2006/relationships/customXml" Target="../ink/ink760.xml"/><Relationship Id="rId55" Type="http://schemas.openxmlformats.org/officeDocument/2006/relationships/image" Target="../media/image93.png"/><Relationship Id="rId97" Type="http://schemas.openxmlformats.org/officeDocument/2006/relationships/image" Target="../media/image139.png"/><Relationship Id="rId120" Type="http://schemas.openxmlformats.org/officeDocument/2006/relationships/customXml" Target="../ink/ink662.xml"/><Relationship Id="rId358" Type="http://schemas.openxmlformats.org/officeDocument/2006/relationships/customXml" Target="../ink/ink781.xml"/><Relationship Id="rId162" Type="http://schemas.openxmlformats.org/officeDocument/2006/relationships/customXml" Target="../ink/ink683.xml"/><Relationship Id="rId218" Type="http://schemas.openxmlformats.org/officeDocument/2006/relationships/customXml" Target="../ink/ink711.xml"/><Relationship Id="rId271" Type="http://schemas.openxmlformats.org/officeDocument/2006/relationships/image" Target="../media/image303.png"/><Relationship Id="rId24" Type="http://schemas.openxmlformats.org/officeDocument/2006/relationships/customXml" Target="../ink/ink614.xml"/><Relationship Id="rId66" Type="http://schemas.openxmlformats.org/officeDocument/2006/relationships/customXml" Target="../ink/ink635.xml"/><Relationship Id="rId131" Type="http://schemas.openxmlformats.org/officeDocument/2006/relationships/image" Target="../media/image157.png"/><Relationship Id="rId327" Type="http://schemas.openxmlformats.org/officeDocument/2006/relationships/image" Target="../media/image331.png"/><Relationship Id="rId369" Type="http://schemas.openxmlformats.org/officeDocument/2006/relationships/image" Target="../media/image376.png"/><Relationship Id="rId173" Type="http://schemas.openxmlformats.org/officeDocument/2006/relationships/image" Target="../media/image254.png"/><Relationship Id="rId229" Type="http://schemas.openxmlformats.org/officeDocument/2006/relationships/image" Target="../media/image282.png"/><Relationship Id="rId240" Type="http://schemas.openxmlformats.org/officeDocument/2006/relationships/customXml" Target="../ink/ink722.xml"/><Relationship Id="rId35" Type="http://schemas.openxmlformats.org/officeDocument/2006/relationships/image" Target="../media/image83.png"/><Relationship Id="rId77" Type="http://schemas.openxmlformats.org/officeDocument/2006/relationships/image" Target="../media/image104.png"/><Relationship Id="rId100" Type="http://schemas.openxmlformats.org/officeDocument/2006/relationships/customXml" Target="../ink/ink652.xml"/><Relationship Id="rId282" Type="http://schemas.openxmlformats.org/officeDocument/2006/relationships/customXml" Target="../ink/ink743.xml"/><Relationship Id="rId338" Type="http://schemas.openxmlformats.org/officeDocument/2006/relationships/customXml" Target="../ink/ink771.xml"/><Relationship Id="rId8" Type="http://schemas.openxmlformats.org/officeDocument/2006/relationships/customXml" Target="../ink/ink606.xml"/><Relationship Id="rId142" Type="http://schemas.openxmlformats.org/officeDocument/2006/relationships/customXml" Target="../ink/ink673.xml"/><Relationship Id="rId184" Type="http://schemas.openxmlformats.org/officeDocument/2006/relationships/customXml" Target="../ink/ink694.xml"/><Relationship Id="rId251" Type="http://schemas.openxmlformats.org/officeDocument/2006/relationships/image" Target="../media/image293.png"/><Relationship Id="rId46" Type="http://schemas.openxmlformats.org/officeDocument/2006/relationships/customXml" Target="../ink/ink625.xml"/><Relationship Id="rId293" Type="http://schemas.openxmlformats.org/officeDocument/2006/relationships/image" Target="../media/image314.png"/><Relationship Id="rId307" Type="http://schemas.openxmlformats.org/officeDocument/2006/relationships/image" Target="../media/image321.png"/><Relationship Id="rId349" Type="http://schemas.openxmlformats.org/officeDocument/2006/relationships/image" Target="../media/image342.png"/><Relationship Id="rId88" Type="http://schemas.openxmlformats.org/officeDocument/2006/relationships/customXml" Target="../ink/ink646.xml"/><Relationship Id="rId111" Type="http://schemas.openxmlformats.org/officeDocument/2006/relationships/image" Target="../media/image147.png"/><Relationship Id="rId153" Type="http://schemas.openxmlformats.org/officeDocument/2006/relationships/image" Target="../media/image243.png"/><Relationship Id="rId195" Type="http://schemas.openxmlformats.org/officeDocument/2006/relationships/image" Target="../media/image265.png"/><Relationship Id="rId209" Type="http://schemas.openxmlformats.org/officeDocument/2006/relationships/image" Target="../media/image272.png"/><Relationship Id="rId360" Type="http://schemas.openxmlformats.org/officeDocument/2006/relationships/customXml" Target="../ink/ink782.xml"/><Relationship Id="rId220" Type="http://schemas.openxmlformats.org/officeDocument/2006/relationships/customXml" Target="../ink/ink71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417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71.xml"/><Relationship Id="rId226" Type="http://schemas.openxmlformats.org/officeDocument/2006/relationships/customXml" Target="../ink/ink899.xml"/><Relationship Id="rId268" Type="http://schemas.openxmlformats.org/officeDocument/2006/relationships/customXml" Target="../ink/ink920.xml"/><Relationship Id="rId32" Type="http://schemas.openxmlformats.org/officeDocument/2006/relationships/customXml" Target="../ink/ink802.xml"/><Relationship Id="rId74" Type="http://schemas.openxmlformats.org/officeDocument/2006/relationships/customXml" Target="../ink/ink823.xml"/><Relationship Id="rId128" Type="http://schemas.openxmlformats.org/officeDocument/2006/relationships/customXml" Target="../ink/ink850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386.png"/><Relationship Id="rId279" Type="http://schemas.openxmlformats.org/officeDocument/2006/relationships/image" Target="../media/image407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931.xml"/><Relationship Id="rId85" Type="http://schemas.openxmlformats.org/officeDocument/2006/relationships/image" Target="../media/image42.png"/><Relationship Id="rId150" Type="http://schemas.openxmlformats.org/officeDocument/2006/relationships/customXml" Target="../ink/ink861.xml"/><Relationship Id="rId192" Type="http://schemas.openxmlformats.org/officeDocument/2006/relationships/customXml" Target="../ink/ink882.xml"/><Relationship Id="rId206" Type="http://schemas.openxmlformats.org/officeDocument/2006/relationships/customXml" Target="../ink/ink889.xml"/><Relationship Id="rId248" Type="http://schemas.openxmlformats.org/officeDocument/2006/relationships/customXml" Target="../ink/ink910.xml"/><Relationship Id="rId12" Type="http://schemas.openxmlformats.org/officeDocument/2006/relationships/customXml" Target="../ink/ink792.xml"/><Relationship Id="rId108" Type="http://schemas.openxmlformats.org/officeDocument/2006/relationships/customXml" Target="../ink/ink840.xml"/><Relationship Id="rId54" Type="http://schemas.openxmlformats.org/officeDocument/2006/relationships/customXml" Target="../ink/ink813.xml"/><Relationship Id="rId96" Type="http://schemas.openxmlformats.org/officeDocument/2006/relationships/customXml" Target="../ink/ink834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6" Type="http://schemas.openxmlformats.org/officeDocument/2006/relationships/customXml" Target="../ink/ink789.xml"/><Relationship Id="rId238" Type="http://schemas.openxmlformats.org/officeDocument/2006/relationships/customXml" Target="../ink/ink905.xml"/><Relationship Id="rId259" Type="http://schemas.openxmlformats.org/officeDocument/2006/relationships/image" Target="../media/image397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921.xml"/><Relationship Id="rId291" Type="http://schemas.openxmlformats.org/officeDocument/2006/relationships/image" Target="../media/image413.png"/><Relationship Id="rId44" Type="http://schemas.openxmlformats.org/officeDocument/2006/relationships/customXml" Target="../ink/ink808.xml"/><Relationship Id="rId65" Type="http://schemas.openxmlformats.org/officeDocument/2006/relationships/image" Target="../media/image32.png"/><Relationship Id="rId86" Type="http://schemas.openxmlformats.org/officeDocument/2006/relationships/customXml" Target="../ink/ink829.xml"/><Relationship Id="rId130" Type="http://schemas.openxmlformats.org/officeDocument/2006/relationships/customXml" Target="../ink/ink851.xml"/><Relationship Id="rId151" Type="http://schemas.openxmlformats.org/officeDocument/2006/relationships/image" Target="../media/image75.png"/><Relationship Id="rId172" Type="http://schemas.openxmlformats.org/officeDocument/2006/relationships/customXml" Target="../ink/ink872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900.xml"/><Relationship Id="rId249" Type="http://schemas.openxmlformats.org/officeDocument/2006/relationships/image" Target="../media/image392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916.xml"/><Relationship Id="rId281" Type="http://schemas.openxmlformats.org/officeDocument/2006/relationships/image" Target="../media/image408.png"/><Relationship Id="rId34" Type="http://schemas.openxmlformats.org/officeDocument/2006/relationships/customXml" Target="../ink/ink803.xml"/><Relationship Id="rId55" Type="http://schemas.openxmlformats.org/officeDocument/2006/relationships/image" Target="../media/image27.png"/><Relationship Id="rId76" Type="http://schemas.openxmlformats.org/officeDocument/2006/relationships/customXml" Target="../ink/ink824.xml"/><Relationship Id="rId97" Type="http://schemas.openxmlformats.org/officeDocument/2006/relationships/image" Target="../media/image48.png"/><Relationship Id="rId120" Type="http://schemas.openxmlformats.org/officeDocument/2006/relationships/customXml" Target="../ink/ink846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67.xml"/><Relationship Id="rId183" Type="http://schemas.openxmlformats.org/officeDocument/2006/relationships/image" Target="../media/image91.png"/><Relationship Id="rId218" Type="http://schemas.openxmlformats.org/officeDocument/2006/relationships/customXml" Target="../ink/ink895.xml"/><Relationship Id="rId239" Type="http://schemas.openxmlformats.org/officeDocument/2006/relationships/image" Target="../media/image387.png"/><Relationship Id="rId250" Type="http://schemas.openxmlformats.org/officeDocument/2006/relationships/customXml" Target="../ink/ink911.xml"/><Relationship Id="rId271" Type="http://schemas.openxmlformats.org/officeDocument/2006/relationships/image" Target="../media/image403.png"/><Relationship Id="rId292" Type="http://schemas.openxmlformats.org/officeDocument/2006/relationships/customXml" Target="../ink/ink932.xml"/><Relationship Id="rId24" Type="http://schemas.openxmlformats.org/officeDocument/2006/relationships/customXml" Target="../ink/ink798.xml"/><Relationship Id="rId45" Type="http://schemas.openxmlformats.org/officeDocument/2006/relationships/image" Target="../media/image22.png"/><Relationship Id="rId66" Type="http://schemas.openxmlformats.org/officeDocument/2006/relationships/customXml" Target="../ink/ink819.xml"/><Relationship Id="rId87" Type="http://schemas.openxmlformats.org/officeDocument/2006/relationships/image" Target="../media/image43.png"/><Relationship Id="rId110" Type="http://schemas.openxmlformats.org/officeDocument/2006/relationships/customXml" Target="../ink/ink841.xml"/><Relationship Id="rId131" Type="http://schemas.openxmlformats.org/officeDocument/2006/relationships/image" Target="../media/image65.png"/><Relationship Id="rId152" Type="http://schemas.openxmlformats.org/officeDocument/2006/relationships/customXml" Target="../ink/ink862.xml"/><Relationship Id="rId173" Type="http://schemas.openxmlformats.org/officeDocument/2006/relationships/image" Target="../media/image86.png"/><Relationship Id="rId194" Type="http://schemas.openxmlformats.org/officeDocument/2006/relationships/customXml" Target="../ink/ink883.xml"/><Relationship Id="rId208" Type="http://schemas.openxmlformats.org/officeDocument/2006/relationships/customXml" Target="../ink/ink890.xml"/><Relationship Id="rId229" Type="http://schemas.openxmlformats.org/officeDocument/2006/relationships/image" Target="../media/image382.png"/><Relationship Id="rId240" Type="http://schemas.openxmlformats.org/officeDocument/2006/relationships/customXml" Target="../ink/ink906.xml"/><Relationship Id="rId261" Type="http://schemas.openxmlformats.org/officeDocument/2006/relationships/image" Target="../media/image398.png"/><Relationship Id="rId14" Type="http://schemas.openxmlformats.org/officeDocument/2006/relationships/customXml" Target="../ink/ink793.xml"/><Relationship Id="rId35" Type="http://schemas.openxmlformats.org/officeDocument/2006/relationships/image" Target="../media/image17.png"/><Relationship Id="rId56" Type="http://schemas.openxmlformats.org/officeDocument/2006/relationships/customXml" Target="../ink/ink814.xml"/><Relationship Id="rId77" Type="http://schemas.openxmlformats.org/officeDocument/2006/relationships/image" Target="../media/image38.png"/><Relationship Id="rId100" Type="http://schemas.openxmlformats.org/officeDocument/2006/relationships/customXml" Target="../ink/ink836.xml"/><Relationship Id="rId282" Type="http://schemas.openxmlformats.org/officeDocument/2006/relationships/customXml" Target="../ink/ink927.xml"/><Relationship Id="rId8" Type="http://schemas.openxmlformats.org/officeDocument/2006/relationships/customXml" Target="../ink/ink790.xml"/><Relationship Id="rId98" Type="http://schemas.openxmlformats.org/officeDocument/2006/relationships/customXml" Target="../ink/ink835.xml"/><Relationship Id="rId121" Type="http://schemas.openxmlformats.org/officeDocument/2006/relationships/image" Target="../media/image60.png"/><Relationship Id="rId142" Type="http://schemas.openxmlformats.org/officeDocument/2006/relationships/customXml" Target="../ink/ink857.xml"/><Relationship Id="rId163" Type="http://schemas.openxmlformats.org/officeDocument/2006/relationships/image" Target="../media/image81.png"/><Relationship Id="rId184" Type="http://schemas.openxmlformats.org/officeDocument/2006/relationships/customXml" Target="../ink/ink878.xml"/><Relationship Id="rId219" Type="http://schemas.openxmlformats.org/officeDocument/2006/relationships/image" Target="../media/image377.png"/><Relationship Id="rId230" Type="http://schemas.openxmlformats.org/officeDocument/2006/relationships/customXml" Target="../ink/ink901.xml"/><Relationship Id="rId251" Type="http://schemas.openxmlformats.org/officeDocument/2006/relationships/image" Target="../media/image393.png"/><Relationship Id="rId25" Type="http://schemas.openxmlformats.org/officeDocument/2006/relationships/image" Target="../media/image12.png"/><Relationship Id="rId46" Type="http://schemas.openxmlformats.org/officeDocument/2006/relationships/customXml" Target="../ink/ink809.xml"/><Relationship Id="rId67" Type="http://schemas.openxmlformats.org/officeDocument/2006/relationships/image" Target="../media/image33.png"/><Relationship Id="rId272" Type="http://schemas.openxmlformats.org/officeDocument/2006/relationships/customXml" Target="../ink/ink922.xml"/><Relationship Id="rId293" Type="http://schemas.openxmlformats.org/officeDocument/2006/relationships/image" Target="../media/image414.png"/><Relationship Id="rId88" Type="http://schemas.openxmlformats.org/officeDocument/2006/relationships/customXml" Target="../ink/ink830.xml"/><Relationship Id="rId111" Type="http://schemas.openxmlformats.org/officeDocument/2006/relationships/image" Target="../media/image55.png"/><Relationship Id="rId132" Type="http://schemas.openxmlformats.org/officeDocument/2006/relationships/customXml" Target="../ink/ink852.xml"/><Relationship Id="rId153" Type="http://schemas.openxmlformats.org/officeDocument/2006/relationships/image" Target="../media/image76.png"/><Relationship Id="rId174" Type="http://schemas.openxmlformats.org/officeDocument/2006/relationships/customXml" Target="../ink/ink873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896.xml"/><Relationship Id="rId241" Type="http://schemas.openxmlformats.org/officeDocument/2006/relationships/image" Target="../media/image388.png"/><Relationship Id="rId15" Type="http://schemas.openxmlformats.org/officeDocument/2006/relationships/image" Target="../media/image7.png"/><Relationship Id="rId36" Type="http://schemas.openxmlformats.org/officeDocument/2006/relationships/customXml" Target="../ink/ink804.xml"/><Relationship Id="rId57" Type="http://schemas.openxmlformats.org/officeDocument/2006/relationships/image" Target="../media/image28.png"/><Relationship Id="rId262" Type="http://schemas.openxmlformats.org/officeDocument/2006/relationships/customXml" Target="../ink/ink917.xml"/><Relationship Id="rId283" Type="http://schemas.openxmlformats.org/officeDocument/2006/relationships/image" Target="../media/image409.png"/><Relationship Id="rId78" Type="http://schemas.openxmlformats.org/officeDocument/2006/relationships/customXml" Target="../ink/ink825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847.xml"/><Relationship Id="rId143" Type="http://schemas.openxmlformats.org/officeDocument/2006/relationships/image" Target="../media/image71.png"/><Relationship Id="rId164" Type="http://schemas.openxmlformats.org/officeDocument/2006/relationships/customXml" Target="../ink/ink868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891.xml"/><Relationship Id="rId26" Type="http://schemas.openxmlformats.org/officeDocument/2006/relationships/customXml" Target="../ink/ink799.xml"/><Relationship Id="rId231" Type="http://schemas.openxmlformats.org/officeDocument/2006/relationships/image" Target="../media/image383.png"/><Relationship Id="rId252" Type="http://schemas.openxmlformats.org/officeDocument/2006/relationships/customXml" Target="../ink/ink912.xml"/><Relationship Id="rId273" Type="http://schemas.openxmlformats.org/officeDocument/2006/relationships/image" Target="../media/image404.png"/><Relationship Id="rId294" Type="http://schemas.openxmlformats.org/officeDocument/2006/relationships/customXml" Target="../ink/ink933.xml"/><Relationship Id="rId47" Type="http://schemas.openxmlformats.org/officeDocument/2006/relationships/image" Target="../media/image23.png"/><Relationship Id="rId68" Type="http://schemas.openxmlformats.org/officeDocument/2006/relationships/customXml" Target="../ink/ink820.xml"/><Relationship Id="rId89" Type="http://schemas.openxmlformats.org/officeDocument/2006/relationships/image" Target="../media/image44.png"/><Relationship Id="rId112" Type="http://schemas.openxmlformats.org/officeDocument/2006/relationships/customXml" Target="../ink/ink842.xml"/><Relationship Id="rId133" Type="http://schemas.openxmlformats.org/officeDocument/2006/relationships/image" Target="../media/image66.png"/><Relationship Id="rId154" Type="http://schemas.openxmlformats.org/officeDocument/2006/relationships/customXml" Target="../ink/ink863.xml"/><Relationship Id="rId175" Type="http://schemas.openxmlformats.org/officeDocument/2006/relationships/image" Target="../media/image87.png"/><Relationship Id="rId196" Type="http://schemas.openxmlformats.org/officeDocument/2006/relationships/customXml" Target="../ink/ink884.xml"/><Relationship Id="rId200" Type="http://schemas.openxmlformats.org/officeDocument/2006/relationships/customXml" Target="../ink/ink886.xml"/><Relationship Id="rId16" Type="http://schemas.openxmlformats.org/officeDocument/2006/relationships/customXml" Target="../ink/ink794.xml"/><Relationship Id="rId221" Type="http://schemas.openxmlformats.org/officeDocument/2006/relationships/image" Target="../media/image378.png"/><Relationship Id="rId242" Type="http://schemas.openxmlformats.org/officeDocument/2006/relationships/customXml" Target="../ink/ink907.xml"/><Relationship Id="rId263" Type="http://schemas.openxmlformats.org/officeDocument/2006/relationships/image" Target="../media/image399.png"/><Relationship Id="rId284" Type="http://schemas.openxmlformats.org/officeDocument/2006/relationships/customXml" Target="../ink/ink928.xml"/><Relationship Id="rId37" Type="http://schemas.openxmlformats.org/officeDocument/2006/relationships/image" Target="../media/image18.png"/><Relationship Id="rId58" Type="http://schemas.openxmlformats.org/officeDocument/2006/relationships/customXml" Target="../ink/ink815.xml"/><Relationship Id="rId79" Type="http://schemas.openxmlformats.org/officeDocument/2006/relationships/image" Target="../media/image39.png"/><Relationship Id="rId102" Type="http://schemas.openxmlformats.org/officeDocument/2006/relationships/customXml" Target="../ink/ink837.xml"/><Relationship Id="rId123" Type="http://schemas.openxmlformats.org/officeDocument/2006/relationships/image" Target="../media/image61.png"/><Relationship Id="rId144" Type="http://schemas.openxmlformats.org/officeDocument/2006/relationships/customXml" Target="../ink/ink858.xml"/><Relationship Id="rId90" Type="http://schemas.openxmlformats.org/officeDocument/2006/relationships/customXml" Target="../ink/ink831.xml"/><Relationship Id="rId165" Type="http://schemas.openxmlformats.org/officeDocument/2006/relationships/image" Target="../media/image82.png"/><Relationship Id="rId186" Type="http://schemas.openxmlformats.org/officeDocument/2006/relationships/customXml" Target="../ink/ink879.xml"/><Relationship Id="rId211" Type="http://schemas.openxmlformats.org/officeDocument/2006/relationships/image" Target="../media/image105.png"/><Relationship Id="rId232" Type="http://schemas.openxmlformats.org/officeDocument/2006/relationships/customXml" Target="../ink/ink902.xml"/><Relationship Id="rId253" Type="http://schemas.openxmlformats.org/officeDocument/2006/relationships/image" Target="../media/image394.png"/><Relationship Id="rId274" Type="http://schemas.openxmlformats.org/officeDocument/2006/relationships/customXml" Target="../ink/ink923.xml"/><Relationship Id="rId295" Type="http://schemas.openxmlformats.org/officeDocument/2006/relationships/image" Target="../media/image415.png"/><Relationship Id="rId27" Type="http://schemas.openxmlformats.org/officeDocument/2006/relationships/image" Target="../media/image13.png"/><Relationship Id="rId48" Type="http://schemas.openxmlformats.org/officeDocument/2006/relationships/customXml" Target="../ink/ink810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853.xml"/><Relationship Id="rId80" Type="http://schemas.openxmlformats.org/officeDocument/2006/relationships/customXml" Target="../ink/ink826.xml"/><Relationship Id="rId155" Type="http://schemas.openxmlformats.org/officeDocument/2006/relationships/image" Target="../media/image77.png"/><Relationship Id="rId176" Type="http://schemas.openxmlformats.org/officeDocument/2006/relationships/customXml" Target="../ink/ink874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897.xml"/><Relationship Id="rId243" Type="http://schemas.openxmlformats.org/officeDocument/2006/relationships/image" Target="../media/image389.png"/><Relationship Id="rId264" Type="http://schemas.openxmlformats.org/officeDocument/2006/relationships/customXml" Target="../ink/ink918.xml"/><Relationship Id="rId285" Type="http://schemas.openxmlformats.org/officeDocument/2006/relationships/image" Target="../media/image410.png"/><Relationship Id="rId17" Type="http://schemas.openxmlformats.org/officeDocument/2006/relationships/image" Target="../media/image8.png"/><Relationship Id="rId38" Type="http://schemas.openxmlformats.org/officeDocument/2006/relationships/customXml" Target="../ink/ink805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848.xml"/><Relationship Id="rId70" Type="http://schemas.openxmlformats.org/officeDocument/2006/relationships/customXml" Target="../ink/ink821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69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92.xml"/><Relationship Id="rId233" Type="http://schemas.openxmlformats.org/officeDocument/2006/relationships/image" Target="../media/image384.png"/><Relationship Id="rId254" Type="http://schemas.openxmlformats.org/officeDocument/2006/relationships/customXml" Target="../ink/ink913.xml"/><Relationship Id="rId28" Type="http://schemas.openxmlformats.org/officeDocument/2006/relationships/customXml" Target="../ink/ink800.xml"/><Relationship Id="rId49" Type="http://schemas.openxmlformats.org/officeDocument/2006/relationships/image" Target="../media/image24.png"/><Relationship Id="rId114" Type="http://schemas.openxmlformats.org/officeDocument/2006/relationships/customXml" Target="../ink/ink843.xml"/><Relationship Id="rId275" Type="http://schemas.openxmlformats.org/officeDocument/2006/relationships/image" Target="../media/image405.png"/><Relationship Id="rId296" Type="http://schemas.openxmlformats.org/officeDocument/2006/relationships/customXml" Target="../ink/ink934.xml"/><Relationship Id="rId300" Type="http://schemas.openxmlformats.org/officeDocument/2006/relationships/customXml" Target="../ink/ink936.xml"/><Relationship Id="rId60" Type="http://schemas.openxmlformats.org/officeDocument/2006/relationships/customXml" Target="../ink/ink816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864.xml"/><Relationship Id="rId177" Type="http://schemas.openxmlformats.org/officeDocument/2006/relationships/image" Target="../media/image88.png"/><Relationship Id="rId198" Type="http://schemas.openxmlformats.org/officeDocument/2006/relationships/customXml" Target="../ink/ink885.xml"/><Relationship Id="rId202" Type="http://schemas.openxmlformats.org/officeDocument/2006/relationships/customXml" Target="../ink/ink887.xml"/><Relationship Id="rId223" Type="http://schemas.openxmlformats.org/officeDocument/2006/relationships/image" Target="../media/image379.png"/><Relationship Id="rId244" Type="http://schemas.openxmlformats.org/officeDocument/2006/relationships/customXml" Target="../ink/ink908.xml"/><Relationship Id="rId18" Type="http://schemas.openxmlformats.org/officeDocument/2006/relationships/customXml" Target="../ink/ink795.xml"/><Relationship Id="rId39" Type="http://schemas.openxmlformats.org/officeDocument/2006/relationships/image" Target="../media/image19.png"/><Relationship Id="rId265" Type="http://schemas.openxmlformats.org/officeDocument/2006/relationships/image" Target="../media/image400.png"/><Relationship Id="rId286" Type="http://schemas.openxmlformats.org/officeDocument/2006/relationships/customXml" Target="../ink/ink929.xml"/><Relationship Id="rId50" Type="http://schemas.openxmlformats.org/officeDocument/2006/relationships/customXml" Target="../ink/ink811.xml"/><Relationship Id="rId104" Type="http://schemas.openxmlformats.org/officeDocument/2006/relationships/customXml" Target="../ink/ink838.xml"/><Relationship Id="rId125" Type="http://schemas.openxmlformats.org/officeDocument/2006/relationships/image" Target="../media/image62.png"/><Relationship Id="rId146" Type="http://schemas.openxmlformats.org/officeDocument/2006/relationships/customXml" Target="../ink/ink859.xml"/><Relationship Id="rId167" Type="http://schemas.openxmlformats.org/officeDocument/2006/relationships/image" Target="../media/image83.png"/><Relationship Id="rId188" Type="http://schemas.openxmlformats.org/officeDocument/2006/relationships/customXml" Target="../ink/ink880.xml"/><Relationship Id="rId71" Type="http://schemas.openxmlformats.org/officeDocument/2006/relationships/image" Target="../media/image35.png"/><Relationship Id="rId92" Type="http://schemas.openxmlformats.org/officeDocument/2006/relationships/customXml" Target="../ink/ink832.xml"/><Relationship Id="rId213" Type="http://schemas.openxmlformats.org/officeDocument/2006/relationships/image" Target="../media/image106.png"/><Relationship Id="rId234" Type="http://schemas.openxmlformats.org/officeDocument/2006/relationships/customXml" Target="../ink/ink903.xml"/><Relationship Id="rId2" Type="http://schemas.openxmlformats.org/officeDocument/2006/relationships/customXml" Target="../ink/ink787.xml"/><Relationship Id="rId29" Type="http://schemas.openxmlformats.org/officeDocument/2006/relationships/image" Target="../media/image14.png"/><Relationship Id="rId255" Type="http://schemas.openxmlformats.org/officeDocument/2006/relationships/image" Target="../media/image395.png"/><Relationship Id="rId276" Type="http://schemas.openxmlformats.org/officeDocument/2006/relationships/customXml" Target="../ink/ink924.xml"/><Relationship Id="rId297" Type="http://schemas.openxmlformats.org/officeDocument/2006/relationships/image" Target="../media/image416.png"/><Relationship Id="rId40" Type="http://schemas.openxmlformats.org/officeDocument/2006/relationships/customXml" Target="../ink/ink806.xml"/><Relationship Id="rId115" Type="http://schemas.openxmlformats.org/officeDocument/2006/relationships/image" Target="../media/image57.png"/><Relationship Id="rId136" Type="http://schemas.openxmlformats.org/officeDocument/2006/relationships/customXml" Target="../ink/ink854.xml"/><Relationship Id="rId157" Type="http://schemas.openxmlformats.org/officeDocument/2006/relationships/image" Target="../media/image78.png"/><Relationship Id="rId178" Type="http://schemas.openxmlformats.org/officeDocument/2006/relationships/customXml" Target="../ink/ink875.xml"/><Relationship Id="rId301" Type="http://schemas.openxmlformats.org/officeDocument/2006/relationships/image" Target="../media/image418.png"/><Relationship Id="rId61" Type="http://schemas.openxmlformats.org/officeDocument/2006/relationships/image" Target="../media/image30.png"/><Relationship Id="rId82" Type="http://schemas.openxmlformats.org/officeDocument/2006/relationships/customXml" Target="../ink/ink827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898.xml"/><Relationship Id="rId245" Type="http://schemas.openxmlformats.org/officeDocument/2006/relationships/image" Target="../media/image390.png"/><Relationship Id="rId266" Type="http://schemas.openxmlformats.org/officeDocument/2006/relationships/customXml" Target="../ink/ink919.xml"/><Relationship Id="rId287" Type="http://schemas.openxmlformats.org/officeDocument/2006/relationships/image" Target="../media/image411.png"/><Relationship Id="rId30" Type="http://schemas.openxmlformats.org/officeDocument/2006/relationships/customXml" Target="../ink/ink801.xml"/><Relationship Id="rId105" Type="http://schemas.openxmlformats.org/officeDocument/2006/relationships/image" Target="../media/image52.png"/><Relationship Id="rId126" Type="http://schemas.openxmlformats.org/officeDocument/2006/relationships/customXml" Target="../ink/ink849.xml"/><Relationship Id="rId147" Type="http://schemas.openxmlformats.org/officeDocument/2006/relationships/image" Target="../media/image73.png"/><Relationship Id="rId168" Type="http://schemas.openxmlformats.org/officeDocument/2006/relationships/customXml" Target="../ink/ink870.xml"/><Relationship Id="rId51" Type="http://schemas.openxmlformats.org/officeDocument/2006/relationships/image" Target="../media/image25.png"/><Relationship Id="rId72" Type="http://schemas.openxmlformats.org/officeDocument/2006/relationships/customXml" Target="../ink/ink822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893.xml"/><Relationship Id="rId235" Type="http://schemas.openxmlformats.org/officeDocument/2006/relationships/image" Target="../media/image385.png"/><Relationship Id="rId256" Type="http://schemas.openxmlformats.org/officeDocument/2006/relationships/customXml" Target="../ink/ink914.xml"/><Relationship Id="rId277" Type="http://schemas.openxmlformats.org/officeDocument/2006/relationships/image" Target="../media/image406.png"/><Relationship Id="rId298" Type="http://schemas.openxmlformats.org/officeDocument/2006/relationships/customXml" Target="../ink/ink935.xml"/><Relationship Id="rId116" Type="http://schemas.openxmlformats.org/officeDocument/2006/relationships/customXml" Target="../ink/ink844.xml"/><Relationship Id="rId137" Type="http://schemas.openxmlformats.org/officeDocument/2006/relationships/image" Target="../media/image68.png"/><Relationship Id="rId158" Type="http://schemas.openxmlformats.org/officeDocument/2006/relationships/customXml" Target="../ink/ink865.xml"/><Relationship Id="rId302" Type="http://schemas.openxmlformats.org/officeDocument/2006/relationships/customXml" Target="../ink/ink937.xml"/><Relationship Id="rId20" Type="http://schemas.openxmlformats.org/officeDocument/2006/relationships/customXml" Target="../ink/ink796.xml"/><Relationship Id="rId41" Type="http://schemas.openxmlformats.org/officeDocument/2006/relationships/image" Target="../media/image20.png"/><Relationship Id="rId62" Type="http://schemas.openxmlformats.org/officeDocument/2006/relationships/customXml" Target="../ink/ink817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881.xml"/><Relationship Id="rId204" Type="http://schemas.openxmlformats.org/officeDocument/2006/relationships/customXml" Target="../ink/ink888.xml"/><Relationship Id="rId225" Type="http://schemas.openxmlformats.org/officeDocument/2006/relationships/image" Target="../media/image380.png"/><Relationship Id="rId246" Type="http://schemas.openxmlformats.org/officeDocument/2006/relationships/customXml" Target="../ink/ink909.xml"/><Relationship Id="rId267" Type="http://schemas.openxmlformats.org/officeDocument/2006/relationships/image" Target="../media/image401.png"/><Relationship Id="rId288" Type="http://schemas.openxmlformats.org/officeDocument/2006/relationships/customXml" Target="../ink/ink930.xml"/><Relationship Id="rId106" Type="http://schemas.openxmlformats.org/officeDocument/2006/relationships/customXml" Target="../ink/ink839.xml"/><Relationship Id="rId127" Type="http://schemas.openxmlformats.org/officeDocument/2006/relationships/image" Target="../media/image63.png"/><Relationship Id="rId10" Type="http://schemas.openxmlformats.org/officeDocument/2006/relationships/customXml" Target="../ink/ink791.xml"/><Relationship Id="rId31" Type="http://schemas.openxmlformats.org/officeDocument/2006/relationships/image" Target="../media/image15.png"/><Relationship Id="rId52" Type="http://schemas.openxmlformats.org/officeDocument/2006/relationships/customXml" Target="../ink/ink812.xml"/><Relationship Id="rId73" Type="http://schemas.openxmlformats.org/officeDocument/2006/relationships/image" Target="../media/image36.png"/><Relationship Id="rId94" Type="http://schemas.openxmlformats.org/officeDocument/2006/relationships/customXml" Target="../ink/ink833.xml"/><Relationship Id="rId148" Type="http://schemas.openxmlformats.org/officeDocument/2006/relationships/customXml" Target="../ink/ink860.xml"/><Relationship Id="rId169" Type="http://schemas.openxmlformats.org/officeDocument/2006/relationships/image" Target="../media/image84.png"/><Relationship Id="rId4" Type="http://schemas.openxmlformats.org/officeDocument/2006/relationships/customXml" Target="../ink/ink788.xml"/><Relationship Id="rId180" Type="http://schemas.openxmlformats.org/officeDocument/2006/relationships/customXml" Target="../ink/ink876.xml"/><Relationship Id="rId215" Type="http://schemas.openxmlformats.org/officeDocument/2006/relationships/image" Target="../media/image107.png"/><Relationship Id="rId236" Type="http://schemas.openxmlformats.org/officeDocument/2006/relationships/customXml" Target="../ink/ink904.xml"/><Relationship Id="rId257" Type="http://schemas.openxmlformats.org/officeDocument/2006/relationships/image" Target="../media/image396.png"/><Relationship Id="rId278" Type="http://schemas.openxmlformats.org/officeDocument/2006/relationships/customXml" Target="../ink/ink925.xml"/><Relationship Id="rId303" Type="http://schemas.openxmlformats.org/officeDocument/2006/relationships/image" Target="../media/image419.png"/><Relationship Id="rId42" Type="http://schemas.openxmlformats.org/officeDocument/2006/relationships/customXml" Target="../ink/ink807.xml"/><Relationship Id="rId84" Type="http://schemas.openxmlformats.org/officeDocument/2006/relationships/customXml" Target="../ink/ink828.xml"/><Relationship Id="rId138" Type="http://schemas.openxmlformats.org/officeDocument/2006/relationships/customXml" Target="../ink/ink85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391.png"/><Relationship Id="rId107" Type="http://schemas.openxmlformats.org/officeDocument/2006/relationships/image" Target="../media/image53.png"/><Relationship Id="rId289" Type="http://schemas.openxmlformats.org/officeDocument/2006/relationships/image" Target="../media/image412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66.xml"/><Relationship Id="rId216" Type="http://schemas.openxmlformats.org/officeDocument/2006/relationships/customXml" Target="../ink/ink894.xml"/><Relationship Id="rId258" Type="http://schemas.openxmlformats.org/officeDocument/2006/relationships/customXml" Target="../ink/ink915.xml"/><Relationship Id="rId22" Type="http://schemas.openxmlformats.org/officeDocument/2006/relationships/customXml" Target="../ink/ink797.xml"/><Relationship Id="rId64" Type="http://schemas.openxmlformats.org/officeDocument/2006/relationships/customXml" Target="../ink/ink818.xml"/><Relationship Id="rId118" Type="http://schemas.openxmlformats.org/officeDocument/2006/relationships/customXml" Target="../ink/ink845.xml"/><Relationship Id="rId171" Type="http://schemas.openxmlformats.org/officeDocument/2006/relationships/image" Target="../media/image85.png"/><Relationship Id="rId227" Type="http://schemas.openxmlformats.org/officeDocument/2006/relationships/image" Target="../media/image381.png"/><Relationship Id="rId269" Type="http://schemas.openxmlformats.org/officeDocument/2006/relationships/image" Target="../media/image402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926.xml"/><Relationship Id="rId75" Type="http://schemas.openxmlformats.org/officeDocument/2006/relationships/image" Target="../media/image37.png"/><Relationship Id="rId140" Type="http://schemas.openxmlformats.org/officeDocument/2006/relationships/customXml" Target="../ink/ink856.xml"/><Relationship Id="rId182" Type="http://schemas.openxmlformats.org/officeDocument/2006/relationships/customXml" Target="../ink/ink87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460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1022.xml"/><Relationship Id="rId226" Type="http://schemas.openxmlformats.org/officeDocument/2006/relationships/customXml" Target="../ink/ink1050.xml"/><Relationship Id="rId268" Type="http://schemas.openxmlformats.org/officeDocument/2006/relationships/customXml" Target="../ink/ink1071.xml"/><Relationship Id="rId32" Type="http://schemas.openxmlformats.org/officeDocument/2006/relationships/customXml" Target="../ink/ink953.xml"/><Relationship Id="rId74" Type="http://schemas.openxmlformats.org/officeDocument/2006/relationships/customXml" Target="../ink/ink974.xml"/><Relationship Id="rId128" Type="http://schemas.openxmlformats.org/officeDocument/2006/relationships/customXml" Target="../ink/ink1001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429.png"/><Relationship Id="rId279" Type="http://schemas.openxmlformats.org/officeDocument/2006/relationships/image" Target="../media/image450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082.xml"/><Relationship Id="rId304" Type="http://schemas.openxmlformats.org/officeDocument/2006/relationships/customXml" Target="../ink/ink1089.xml"/><Relationship Id="rId85" Type="http://schemas.openxmlformats.org/officeDocument/2006/relationships/image" Target="../media/image42.png"/><Relationship Id="rId150" Type="http://schemas.openxmlformats.org/officeDocument/2006/relationships/customXml" Target="../ink/ink1012.xml"/><Relationship Id="rId192" Type="http://schemas.openxmlformats.org/officeDocument/2006/relationships/customXml" Target="../ink/ink1033.xml"/><Relationship Id="rId206" Type="http://schemas.openxmlformats.org/officeDocument/2006/relationships/customXml" Target="../ink/ink1040.xml"/><Relationship Id="rId248" Type="http://schemas.openxmlformats.org/officeDocument/2006/relationships/customXml" Target="../ink/ink1061.xml"/><Relationship Id="rId12" Type="http://schemas.openxmlformats.org/officeDocument/2006/relationships/customXml" Target="../ink/ink943.xml"/><Relationship Id="rId108" Type="http://schemas.openxmlformats.org/officeDocument/2006/relationships/customXml" Target="../ink/ink991.xml"/><Relationship Id="rId54" Type="http://schemas.openxmlformats.org/officeDocument/2006/relationships/customXml" Target="../ink/ink964.xml"/><Relationship Id="rId96" Type="http://schemas.openxmlformats.org/officeDocument/2006/relationships/customXml" Target="../ink/ink985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440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072.xml"/><Relationship Id="rId65" Type="http://schemas.openxmlformats.org/officeDocument/2006/relationships/image" Target="../media/image32.png"/><Relationship Id="rId130" Type="http://schemas.openxmlformats.org/officeDocument/2006/relationships/customXml" Target="../ink/ink1002.xml"/><Relationship Id="rId172" Type="http://schemas.openxmlformats.org/officeDocument/2006/relationships/customXml" Target="../ink/ink1023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051.xml"/><Relationship Id="rId249" Type="http://schemas.openxmlformats.org/officeDocument/2006/relationships/image" Target="../media/image435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067.xml"/><Relationship Id="rId281" Type="http://schemas.openxmlformats.org/officeDocument/2006/relationships/image" Target="../media/image451.png"/><Relationship Id="rId34" Type="http://schemas.openxmlformats.org/officeDocument/2006/relationships/customXml" Target="../ink/ink954.xml"/><Relationship Id="rId55" Type="http://schemas.openxmlformats.org/officeDocument/2006/relationships/image" Target="../media/image27.png"/><Relationship Id="rId76" Type="http://schemas.openxmlformats.org/officeDocument/2006/relationships/customXml" Target="../ink/ink975.xml"/><Relationship Id="rId97" Type="http://schemas.openxmlformats.org/officeDocument/2006/relationships/image" Target="../media/image48.png"/><Relationship Id="rId120" Type="http://schemas.openxmlformats.org/officeDocument/2006/relationships/customXml" Target="../ink/ink997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1018.xml"/><Relationship Id="rId183" Type="http://schemas.openxmlformats.org/officeDocument/2006/relationships/image" Target="../media/image91.png"/><Relationship Id="rId218" Type="http://schemas.openxmlformats.org/officeDocument/2006/relationships/customXml" Target="../ink/ink1046.xml"/><Relationship Id="rId239" Type="http://schemas.openxmlformats.org/officeDocument/2006/relationships/image" Target="../media/image430.png"/><Relationship Id="rId250" Type="http://schemas.openxmlformats.org/officeDocument/2006/relationships/customXml" Target="../ink/ink1062.xml"/><Relationship Id="rId271" Type="http://schemas.openxmlformats.org/officeDocument/2006/relationships/image" Target="../media/image446.png"/><Relationship Id="rId292" Type="http://schemas.openxmlformats.org/officeDocument/2006/relationships/customXml" Target="../ink/ink1083.xml"/><Relationship Id="rId306" Type="http://schemas.openxmlformats.org/officeDocument/2006/relationships/customXml" Target="../ink/ink1090.xml"/><Relationship Id="rId24" Type="http://schemas.openxmlformats.org/officeDocument/2006/relationships/customXml" Target="../ink/ink949.xml"/><Relationship Id="rId45" Type="http://schemas.openxmlformats.org/officeDocument/2006/relationships/image" Target="../media/image22.png"/><Relationship Id="rId66" Type="http://schemas.openxmlformats.org/officeDocument/2006/relationships/customXml" Target="../ink/ink970.xml"/><Relationship Id="rId87" Type="http://schemas.openxmlformats.org/officeDocument/2006/relationships/image" Target="../media/image43.png"/><Relationship Id="rId110" Type="http://schemas.openxmlformats.org/officeDocument/2006/relationships/customXml" Target="../ink/ink992.xml"/><Relationship Id="rId131" Type="http://schemas.openxmlformats.org/officeDocument/2006/relationships/image" Target="../media/image65.png"/><Relationship Id="rId152" Type="http://schemas.openxmlformats.org/officeDocument/2006/relationships/customXml" Target="../ink/ink1013.xml"/><Relationship Id="rId173" Type="http://schemas.openxmlformats.org/officeDocument/2006/relationships/image" Target="../media/image86.png"/><Relationship Id="rId194" Type="http://schemas.openxmlformats.org/officeDocument/2006/relationships/customXml" Target="../ink/ink1034.xml"/><Relationship Id="rId208" Type="http://schemas.openxmlformats.org/officeDocument/2006/relationships/customXml" Target="../ink/ink1041.xml"/><Relationship Id="rId229" Type="http://schemas.openxmlformats.org/officeDocument/2006/relationships/image" Target="../media/image425.png"/><Relationship Id="rId240" Type="http://schemas.openxmlformats.org/officeDocument/2006/relationships/customXml" Target="../ink/ink1057.xml"/><Relationship Id="rId261" Type="http://schemas.openxmlformats.org/officeDocument/2006/relationships/image" Target="../media/image441.png"/><Relationship Id="rId14" Type="http://schemas.openxmlformats.org/officeDocument/2006/relationships/customXml" Target="../ink/ink944.xml"/><Relationship Id="rId35" Type="http://schemas.openxmlformats.org/officeDocument/2006/relationships/image" Target="../media/image17.png"/><Relationship Id="rId56" Type="http://schemas.openxmlformats.org/officeDocument/2006/relationships/customXml" Target="../ink/ink965.xml"/><Relationship Id="rId77" Type="http://schemas.openxmlformats.org/officeDocument/2006/relationships/image" Target="../media/image38.png"/><Relationship Id="rId100" Type="http://schemas.openxmlformats.org/officeDocument/2006/relationships/customXml" Target="../ink/ink987.xml"/><Relationship Id="rId282" Type="http://schemas.openxmlformats.org/officeDocument/2006/relationships/customXml" Target="../ink/ink1078.xml"/><Relationship Id="rId8" Type="http://schemas.openxmlformats.org/officeDocument/2006/relationships/customXml" Target="../ink/ink941.xml"/><Relationship Id="rId98" Type="http://schemas.openxmlformats.org/officeDocument/2006/relationships/customXml" Target="../ink/ink986.xml"/><Relationship Id="rId121" Type="http://schemas.openxmlformats.org/officeDocument/2006/relationships/image" Target="../media/image60.png"/><Relationship Id="rId142" Type="http://schemas.openxmlformats.org/officeDocument/2006/relationships/customXml" Target="../ink/ink1008.xml"/><Relationship Id="rId163" Type="http://schemas.openxmlformats.org/officeDocument/2006/relationships/image" Target="../media/image81.png"/><Relationship Id="rId184" Type="http://schemas.openxmlformats.org/officeDocument/2006/relationships/customXml" Target="../ink/ink1029.xml"/><Relationship Id="rId219" Type="http://schemas.openxmlformats.org/officeDocument/2006/relationships/image" Target="../media/image420.png"/><Relationship Id="rId230" Type="http://schemas.openxmlformats.org/officeDocument/2006/relationships/customXml" Target="../ink/ink1052.xml"/><Relationship Id="rId251" Type="http://schemas.openxmlformats.org/officeDocument/2006/relationships/image" Target="../media/image436.png"/><Relationship Id="rId25" Type="http://schemas.openxmlformats.org/officeDocument/2006/relationships/image" Target="../media/image12.png"/><Relationship Id="rId46" Type="http://schemas.openxmlformats.org/officeDocument/2006/relationships/customXml" Target="../ink/ink960.xml"/><Relationship Id="rId67" Type="http://schemas.openxmlformats.org/officeDocument/2006/relationships/image" Target="../media/image33.png"/><Relationship Id="rId272" Type="http://schemas.openxmlformats.org/officeDocument/2006/relationships/customXml" Target="../ink/ink1073.xml"/><Relationship Id="rId293" Type="http://schemas.openxmlformats.org/officeDocument/2006/relationships/image" Target="../media/image457.png"/><Relationship Id="rId307" Type="http://schemas.openxmlformats.org/officeDocument/2006/relationships/image" Target="../media/image464.png"/><Relationship Id="rId88" Type="http://schemas.openxmlformats.org/officeDocument/2006/relationships/customXml" Target="../ink/ink981.xml"/><Relationship Id="rId111" Type="http://schemas.openxmlformats.org/officeDocument/2006/relationships/image" Target="../media/image55.png"/><Relationship Id="rId132" Type="http://schemas.openxmlformats.org/officeDocument/2006/relationships/customXml" Target="../ink/ink1003.xml"/><Relationship Id="rId153" Type="http://schemas.openxmlformats.org/officeDocument/2006/relationships/image" Target="../media/image76.png"/><Relationship Id="rId174" Type="http://schemas.openxmlformats.org/officeDocument/2006/relationships/customXml" Target="../ink/ink1024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047.xml"/><Relationship Id="rId241" Type="http://schemas.openxmlformats.org/officeDocument/2006/relationships/image" Target="../media/image431.png"/><Relationship Id="rId15" Type="http://schemas.openxmlformats.org/officeDocument/2006/relationships/image" Target="../media/image7.png"/><Relationship Id="rId36" Type="http://schemas.openxmlformats.org/officeDocument/2006/relationships/customXml" Target="../ink/ink955.xml"/><Relationship Id="rId57" Type="http://schemas.openxmlformats.org/officeDocument/2006/relationships/image" Target="../media/image28.png"/><Relationship Id="rId262" Type="http://schemas.openxmlformats.org/officeDocument/2006/relationships/customXml" Target="../ink/ink1068.xml"/><Relationship Id="rId283" Type="http://schemas.openxmlformats.org/officeDocument/2006/relationships/image" Target="../media/image452.png"/><Relationship Id="rId78" Type="http://schemas.openxmlformats.org/officeDocument/2006/relationships/customXml" Target="../ink/ink976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998.xml"/><Relationship Id="rId143" Type="http://schemas.openxmlformats.org/officeDocument/2006/relationships/image" Target="../media/image71.png"/><Relationship Id="rId164" Type="http://schemas.openxmlformats.org/officeDocument/2006/relationships/customXml" Target="../ink/ink1019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42.xml"/><Relationship Id="rId26" Type="http://schemas.openxmlformats.org/officeDocument/2006/relationships/customXml" Target="../ink/ink950.xml"/><Relationship Id="rId231" Type="http://schemas.openxmlformats.org/officeDocument/2006/relationships/image" Target="../media/image426.png"/><Relationship Id="rId252" Type="http://schemas.openxmlformats.org/officeDocument/2006/relationships/customXml" Target="../ink/ink1063.xml"/><Relationship Id="rId273" Type="http://schemas.openxmlformats.org/officeDocument/2006/relationships/image" Target="../media/image447.png"/><Relationship Id="rId294" Type="http://schemas.openxmlformats.org/officeDocument/2006/relationships/customXml" Target="../ink/ink1084.xml"/><Relationship Id="rId308" Type="http://schemas.openxmlformats.org/officeDocument/2006/relationships/customXml" Target="../ink/ink1091.xml"/><Relationship Id="rId47" Type="http://schemas.openxmlformats.org/officeDocument/2006/relationships/image" Target="../media/image23.png"/><Relationship Id="rId68" Type="http://schemas.openxmlformats.org/officeDocument/2006/relationships/customXml" Target="../ink/ink971.xml"/><Relationship Id="rId89" Type="http://schemas.openxmlformats.org/officeDocument/2006/relationships/image" Target="../media/image44.png"/><Relationship Id="rId112" Type="http://schemas.openxmlformats.org/officeDocument/2006/relationships/customXml" Target="../ink/ink993.xml"/><Relationship Id="rId133" Type="http://schemas.openxmlformats.org/officeDocument/2006/relationships/image" Target="../media/image66.png"/><Relationship Id="rId154" Type="http://schemas.openxmlformats.org/officeDocument/2006/relationships/customXml" Target="../ink/ink1014.xml"/><Relationship Id="rId175" Type="http://schemas.openxmlformats.org/officeDocument/2006/relationships/image" Target="../media/image87.png"/><Relationship Id="rId196" Type="http://schemas.openxmlformats.org/officeDocument/2006/relationships/customXml" Target="../ink/ink1035.xml"/><Relationship Id="rId200" Type="http://schemas.openxmlformats.org/officeDocument/2006/relationships/customXml" Target="../ink/ink1037.xml"/><Relationship Id="rId16" Type="http://schemas.openxmlformats.org/officeDocument/2006/relationships/customXml" Target="../ink/ink945.xml"/><Relationship Id="rId221" Type="http://schemas.openxmlformats.org/officeDocument/2006/relationships/image" Target="../media/image421.png"/><Relationship Id="rId242" Type="http://schemas.openxmlformats.org/officeDocument/2006/relationships/customXml" Target="../ink/ink1058.xml"/><Relationship Id="rId263" Type="http://schemas.openxmlformats.org/officeDocument/2006/relationships/image" Target="../media/image442.png"/><Relationship Id="rId284" Type="http://schemas.openxmlformats.org/officeDocument/2006/relationships/customXml" Target="../ink/ink1079.xml"/><Relationship Id="rId37" Type="http://schemas.openxmlformats.org/officeDocument/2006/relationships/image" Target="../media/image18.png"/><Relationship Id="rId58" Type="http://schemas.openxmlformats.org/officeDocument/2006/relationships/customXml" Target="../ink/ink966.xml"/><Relationship Id="rId79" Type="http://schemas.openxmlformats.org/officeDocument/2006/relationships/image" Target="../media/image39.png"/><Relationship Id="rId102" Type="http://schemas.openxmlformats.org/officeDocument/2006/relationships/customXml" Target="../ink/ink988.xml"/><Relationship Id="rId123" Type="http://schemas.openxmlformats.org/officeDocument/2006/relationships/image" Target="../media/image61.png"/><Relationship Id="rId144" Type="http://schemas.openxmlformats.org/officeDocument/2006/relationships/customXml" Target="../ink/ink1009.xml"/><Relationship Id="rId90" Type="http://schemas.openxmlformats.org/officeDocument/2006/relationships/customXml" Target="../ink/ink982.xml"/><Relationship Id="rId165" Type="http://schemas.openxmlformats.org/officeDocument/2006/relationships/image" Target="../media/image82.png"/><Relationship Id="rId186" Type="http://schemas.openxmlformats.org/officeDocument/2006/relationships/customXml" Target="../ink/ink1030.xml"/><Relationship Id="rId211" Type="http://schemas.openxmlformats.org/officeDocument/2006/relationships/image" Target="../media/image105.png"/><Relationship Id="rId232" Type="http://schemas.openxmlformats.org/officeDocument/2006/relationships/customXml" Target="../ink/ink1053.xml"/><Relationship Id="rId253" Type="http://schemas.openxmlformats.org/officeDocument/2006/relationships/image" Target="../media/image437.png"/><Relationship Id="rId274" Type="http://schemas.openxmlformats.org/officeDocument/2006/relationships/customXml" Target="../ink/ink1074.xml"/><Relationship Id="rId295" Type="http://schemas.openxmlformats.org/officeDocument/2006/relationships/image" Target="../media/image458.png"/><Relationship Id="rId309" Type="http://schemas.openxmlformats.org/officeDocument/2006/relationships/image" Target="../media/image465.png"/><Relationship Id="rId27" Type="http://schemas.openxmlformats.org/officeDocument/2006/relationships/image" Target="../media/image13.png"/><Relationship Id="rId48" Type="http://schemas.openxmlformats.org/officeDocument/2006/relationships/customXml" Target="../ink/ink961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1004.xml"/><Relationship Id="rId80" Type="http://schemas.openxmlformats.org/officeDocument/2006/relationships/customXml" Target="../ink/ink977.xml"/><Relationship Id="rId155" Type="http://schemas.openxmlformats.org/officeDocument/2006/relationships/image" Target="../media/image77.png"/><Relationship Id="rId176" Type="http://schemas.openxmlformats.org/officeDocument/2006/relationships/customXml" Target="../ink/ink1025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048.xml"/><Relationship Id="rId243" Type="http://schemas.openxmlformats.org/officeDocument/2006/relationships/image" Target="../media/image432.png"/><Relationship Id="rId264" Type="http://schemas.openxmlformats.org/officeDocument/2006/relationships/customXml" Target="../ink/ink1069.xml"/><Relationship Id="rId285" Type="http://schemas.openxmlformats.org/officeDocument/2006/relationships/image" Target="../media/image453.png"/><Relationship Id="rId17" Type="http://schemas.openxmlformats.org/officeDocument/2006/relationships/image" Target="../media/image8.png"/><Relationship Id="rId38" Type="http://schemas.openxmlformats.org/officeDocument/2006/relationships/customXml" Target="../ink/ink956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999.xml"/><Relationship Id="rId310" Type="http://schemas.openxmlformats.org/officeDocument/2006/relationships/customXml" Target="../ink/ink1092.xml"/><Relationship Id="rId70" Type="http://schemas.openxmlformats.org/officeDocument/2006/relationships/customXml" Target="../ink/ink972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1020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43.xml"/><Relationship Id="rId233" Type="http://schemas.openxmlformats.org/officeDocument/2006/relationships/image" Target="../media/image427.png"/><Relationship Id="rId254" Type="http://schemas.openxmlformats.org/officeDocument/2006/relationships/customXml" Target="../ink/ink1064.xml"/><Relationship Id="rId28" Type="http://schemas.openxmlformats.org/officeDocument/2006/relationships/customXml" Target="../ink/ink951.xml"/><Relationship Id="rId49" Type="http://schemas.openxmlformats.org/officeDocument/2006/relationships/image" Target="../media/image24.png"/><Relationship Id="rId114" Type="http://schemas.openxmlformats.org/officeDocument/2006/relationships/customXml" Target="../ink/ink994.xml"/><Relationship Id="rId275" Type="http://schemas.openxmlformats.org/officeDocument/2006/relationships/image" Target="../media/image448.png"/><Relationship Id="rId296" Type="http://schemas.openxmlformats.org/officeDocument/2006/relationships/customXml" Target="../ink/ink1085.xml"/><Relationship Id="rId300" Type="http://schemas.openxmlformats.org/officeDocument/2006/relationships/customXml" Target="../ink/ink1087.xml"/><Relationship Id="rId60" Type="http://schemas.openxmlformats.org/officeDocument/2006/relationships/customXml" Target="../ink/ink967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1015.xml"/><Relationship Id="rId177" Type="http://schemas.openxmlformats.org/officeDocument/2006/relationships/image" Target="../media/image88.png"/><Relationship Id="rId198" Type="http://schemas.openxmlformats.org/officeDocument/2006/relationships/customXml" Target="../ink/ink1036.xml"/><Relationship Id="rId202" Type="http://schemas.openxmlformats.org/officeDocument/2006/relationships/customXml" Target="../ink/ink1038.xml"/><Relationship Id="rId223" Type="http://schemas.openxmlformats.org/officeDocument/2006/relationships/image" Target="../media/image422.png"/><Relationship Id="rId244" Type="http://schemas.openxmlformats.org/officeDocument/2006/relationships/customXml" Target="../ink/ink1059.xml"/><Relationship Id="rId18" Type="http://schemas.openxmlformats.org/officeDocument/2006/relationships/customXml" Target="../ink/ink946.xml"/><Relationship Id="rId39" Type="http://schemas.openxmlformats.org/officeDocument/2006/relationships/image" Target="../media/image19.png"/><Relationship Id="rId265" Type="http://schemas.openxmlformats.org/officeDocument/2006/relationships/image" Target="../media/image443.png"/><Relationship Id="rId286" Type="http://schemas.openxmlformats.org/officeDocument/2006/relationships/customXml" Target="../ink/ink1080.xml"/><Relationship Id="rId50" Type="http://schemas.openxmlformats.org/officeDocument/2006/relationships/customXml" Target="../ink/ink962.xml"/><Relationship Id="rId104" Type="http://schemas.openxmlformats.org/officeDocument/2006/relationships/customXml" Target="../ink/ink989.xml"/><Relationship Id="rId125" Type="http://schemas.openxmlformats.org/officeDocument/2006/relationships/image" Target="../media/image62.png"/><Relationship Id="rId146" Type="http://schemas.openxmlformats.org/officeDocument/2006/relationships/customXml" Target="../ink/ink1010.xml"/><Relationship Id="rId167" Type="http://schemas.openxmlformats.org/officeDocument/2006/relationships/image" Target="../media/image83.png"/><Relationship Id="rId188" Type="http://schemas.openxmlformats.org/officeDocument/2006/relationships/customXml" Target="../ink/ink1031.xml"/><Relationship Id="rId311" Type="http://schemas.openxmlformats.org/officeDocument/2006/relationships/image" Target="../media/image466.png"/><Relationship Id="rId71" Type="http://schemas.openxmlformats.org/officeDocument/2006/relationships/image" Target="../media/image35.png"/><Relationship Id="rId92" Type="http://schemas.openxmlformats.org/officeDocument/2006/relationships/customXml" Target="../ink/ink983.xml"/><Relationship Id="rId213" Type="http://schemas.openxmlformats.org/officeDocument/2006/relationships/image" Target="../media/image106.png"/><Relationship Id="rId234" Type="http://schemas.openxmlformats.org/officeDocument/2006/relationships/customXml" Target="../ink/ink1054.xml"/><Relationship Id="rId2" Type="http://schemas.openxmlformats.org/officeDocument/2006/relationships/customXml" Target="../ink/ink938.xml"/><Relationship Id="rId29" Type="http://schemas.openxmlformats.org/officeDocument/2006/relationships/image" Target="../media/image14.png"/><Relationship Id="rId255" Type="http://schemas.openxmlformats.org/officeDocument/2006/relationships/image" Target="../media/image438.png"/><Relationship Id="rId276" Type="http://schemas.openxmlformats.org/officeDocument/2006/relationships/customXml" Target="../ink/ink1075.xml"/><Relationship Id="rId297" Type="http://schemas.openxmlformats.org/officeDocument/2006/relationships/image" Target="../media/image459.png"/><Relationship Id="rId40" Type="http://schemas.openxmlformats.org/officeDocument/2006/relationships/customXml" Target="../ink/ink957.xml"/><Relationship Id="rId115" Type="http://schemas.openxmlformats.org/officeDocument/2006/relationships/image" Target="../media/image57.png"/><Relationship Id="rId136" Type="http://schemas.openxmlformats.org/officeDocument/2006/relationships/customXml" Target="../ink/ink1005.xml"/><Relationship Id="rId157" Type="http://schemas.openxmlformats.org/officeDocument/2006/relationships/image" Target="../media/image78.png"/><Relationship Id="rId178" Type="http://schemas.openxmlformats.org/officeDocument/2006/relationships/customXml" Target="../ink/ink1026.xml"/><Relationship Id="rId301" Type="http://schemas.openxmlformats.org/officeDocument/2006/relationships/image" Target="../media/image461.png"/><Relationship Id="rId61" Type="http://schemas.openxmlformats.org/officeDocument/2006/relationships/image" Target="../media/image30.png"/><Relationship Id="rId82" Type="http://schemas.openxmlformats.org/officeDocument/2006/relationships/customXml" Target="../ink/ink978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049.xml"/><Relationship Id="rId245" Type="http://schemas.openxmlformats.org/officeDocument/2006/relationships/image" Target="../media/image433.png"/><Relationship Id="rId266" Type="http://schemas.openxmlformats.org/officeDocument/2006/relationships/customXml" Target="../ink/ink1070.xml"/><Relationship Id="rId287" Type="http://schemas.openxmlformats.org/officeDocument/2006/relationships/image" Target="../media/image454.png"/><Relationship Id="rId30" Type="http://schemas.openxmlformats.org/officeDocument/2006/relationships/customXml" Target="../ink/ink952.xml"/><Relationship Id="rId105" Type="http://schemas.openxmlformats.org/officeDocument/2006/relationships/image" Target="../media/image52.png"/><Relationship Id="rId126" Type="http://schemas.openxmlformats.org/officeDocument/2006/relationships/customXml" Target="../ink/ink1000.xml"/><Relationship Id="rId147" Type="http://schemas.openxmlformats.org/officeDocument/2006/relationships/image" Target="../media/image73.png"/><Relationship Id="rId168" Type="http://schemas.openxmlformats.org/officeDocument/2006/relationships/customXml" Target="../ink/ink1021.xml"/><Relationship Id="rId312" Type="http://schemas.openxmlformats.org/officeDocument/2006/relationships/customXml" Target="../ink/ink1093.xml"/><Relationship Id="rId51" Type="http://schemas.openxmlformats.org/officeDocument/2006/relationships/image" Target="../media/image25.png"/><Relationship Id="rId72" Type="http://schemas.openxmlformats.org/officeDocument/2006/relationships/customXml" Target="../ink/ink973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44.xml"/><Relationship Id="rId235" Type="http://schemas.openxmlformats.org/officeDocument/2006/relationships/image" Target="../media/image428.png"/><Relationship Id="rId256" Type="http://schemas.openxmlformats.org/officeDocument/2006/relationships/customXml" Target="../ink/ink1065.xml"/><Relationship Id="rId277" Type="http://schemas.openxmlformats.org/officeDocument/2006/relationships/image" Target="../media/image449.png"/><Relationship Id="rId298" Type="http://schemas.openxmlformats.org/officeDocument/2006/relationships/customXml" Target="../ink/ink1086.xml"/><Relationship Id="rId116" Type="http://schemas.openxmlformats.org/officeDocument/2006/relationships/customXml" Target="../ink/ink995.xml"/><Relationship Id="rId137" Type="http://schemas.openxmlformats.org/officeDocument/2006/relationships/image" Target="../media/image68.png"/><Relationship Id="rId158" Type="http://schemas.openxmlformats.org/officeDocument/2006/relationships/customXml" Target="../ink/ink1016.xml"/><Relationship Id="rId302" Type="http://schemas.openxmlformats.org/officeDocument/2006/relationships/customXml" Target="../ink/ink1088.xml"/><Relationship Id="rId20" Type="http://schemas.openxmlformats.org/officeDocument/2006/relationships/customXml" Target="../ink/ink947.xml"/><Relationship Id="rId41" Type="http://schemas.openxmlformats.org/officeDocument/2006/relationships/image" Target="../media/image20.png"/><Relationship Id="rId62" Type="http://schemas.openxmlformats.org/officeDocument/2006/relationships/customXml" Target="../ink/ink968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1032.xml"/><Relationship Id="rId204" Type="http://schemas.openxmlformats.org/officeDocument/2006/relationships/customXml" Target="../ink/ink1039.xml"/><Relationship Id="rId225" Type="http://schemas.openxmlformats.org/officeDocument/2006/relationships/image" Target="../media/image423.png"/><Relationship Id="rId246" Type="http://schemas.openxmlformats.org/officeDocument/2006/relationships/customXml" Target="../ink/ink1060.xml"/><Relationship Id="rId267" Type="http://schemas.openxmlformats.org/officeDocument/2006/relationships/image" Target="../media/image444.png"/><Relationship Id="rId288" Type="http://schemas.openxmlformats.org/officeDocument/2006/relationships/customXml" Target="../ink/ink1081.xml"/><Relationship Id="rId106" Type="http://schemas.openxmlformats.org/officeDocument/2006/relationships/customXml" Target="../ink/ink990.xml"/><Relationship Id="rId127" Type="http://schemas.openxmlformats.org/officeDocument/2006/relationships/image" Target="../media/image63.png"/><Relationship Id="rId313" Type="http://schemas.openxmlformats.org/officeDocument/2006/relationships/image" Target="../media/image467.png"/><Relationship Id="rId10" Type="http://schemas.openxmlformats.org/officeDocument/2006/relationships/customXml" Target="../ink/ink942.xml"/><Relationship Id="rId31" Type="http://schemas.openxmlformats.org/officeDocument/2006/relationships/image" Target="../media/image15.png"/><Relationship Id="rId52" Type="http://schemas.openxmlformats.org/officeDocument/2006/relationships/customXml" Target="../ink/ink963.xml"/><Relationship Id="rId73" Type="http://schemas.openxmlformats.org/officeDocument/2006/relationships/image" Target="../media/image36.png"/><Relationship Id="rId94" Type="http://schemas.openxmlformats.org/officeDocument/2006/relationships/customXml" Target="../ink/ink984.xml"/><Relationship Id="rId148" Type="http://schemas.openxmlformats.org/officeDocument/2006/relationships/customXml" Target="../ink/ink1011.xml"/><Relationship Id="rId169" Type="http://schemas.openxmlformats.org/officeDocument/2006/relationships/image" Target="../media/image84.png"/><Relationship Id="rId4" Type="http://schemas.openxmlformats.org/officeDocument/2006/relationships/customXml" Target="../ink/ink939.xml"/><Relationship Id="rId180" Type="http://schemas.openxmlformats.org/officeDocument/2006/relationships/customXml" Target="../ink/ink1027.xml"/><Relationship Id="rId215" Type="http://schemas.openxmlformats.org/officeDocument/2006/relationships/image" Target="../media/image107.png"/><Relationship Id="rId236" Type="http://schemas.openxmlformats.org/officeDocument/2006/relationships/customXml" Target="../ink/ink1055.xml"/><Relationship Id="rId257" Type="http://schemas.openxmlformats.org/officeDocument/2006/relationships/image" Target="../media/image439.png"/><Relationship Id="rId278" Type="http://schemas.openxmlformats.org/officeDocument/2006/relationships/customXml" Target="../ink/ink1076.xml"/><Relationship Id="rId303" Type="http://schemas.openxmlformats.org/officeDocument/2006/relationships/image" Target="../media/image462.png"/><Relationship Id="rId42" Type="http://schemas.openxmlformats.org/officeDocument/2006/relationships/customXml" Target="../ink/ink958.xml"/><Relationship Id="rId84" Type="http://schemas.openxmlformats.org/officeDocument/2006/relationships/customXml" Target="../ink/ink979.xml"/><Relationship Id="rId138" Type="http://schemas.openxmlformats.org/officeDocument/2006/relationships/customXml" Target="../ink/ink1006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434.png"/><Relationship Id="rId107" Type="http://schemas.openxmlformats.org/officeDocument/2006/relationships/image" Target="../media/image53.png"/><Relationship Id="rId289" Type="http://schemas.openxmlformats.org/officeDocument/2006/relationships/image" Target="../media/image455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1017.xml"/><Relationship Id="rId216" Type="http://schemas.openxmlformats.org/officeDocument/2006/relationships/customXml" Target="../ink/ink1045.xml"/><Relationship Id="rId258" Type="http://schemas.openxmlformats.org/officeDocument/2006/relationships/customXml" Target="../ink/ink1066.xml"/><Relationship Id="rId22" Type="http://schemas.openxmlformats.org/officeDocument/2006/relationships/customXml" Target="../ink/ink948.xml"/><Relationship Id="rId64" Type="http://schemas.openxmlformats.org/officeDocument/2006/relationships/customXml" Target="../ink/ink969.xml"/><Relationship Id="rId118" Type="http://schemas.openxmlformats.org/officeDocument/2006/relationships/customXml" Target="../ink/ink996.xml"/><Relationship Id="rId171" Type="http://schemas.openxmlformats.org/officeDocument/2006/relationships/image" Target="../media/image85.png"/><Relationship Id="rId227" Type="http://schemas.openxmlformats.org/officeDocument/2006/relationships/image" Target="../media/image424.png"/><Relationship Id="rId269" Type="http://schemas.openxmlformats.org/officeDocument/2006/relationships/image" Target="../media/image445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077.xml"/><Relationship Id="rId75" Type="http://schemas.openxmlformats.org/officeDocument/2006/relationships/image" Target="../media/image37.png"/><Relationship Id="rId140" Type="http://schemas.openxmlformats.org/officeDocument/2006/relationships/customXml" Target="../ink/ink1007.xml"/><Relationship Id="rId182" Type="http://schemas.openxmlformats.org/officeDocument/2006/relationships/customXml" Target="../ink/ink1028.xml"/><Relationship Id="rId6" Type="http://schemas.openxmlformats.org/officeDocument/2006/relationships/customXml" Target="../ink/ink940.xml"/><Relationship Id="rId238" Type="http://schemas.openxmlformats.org/officeDocument/2006/relationships/customXml" Target="../ink/ink1056.xml"/><Relationship Id="rId291" Type="http://schemas.openxmlformats.org/officeDocument/2006/relationships/image" Target="../media/image456.png"/><Relationship Id="rId305" Type="http://schemas.openxmlformats.org/officeDocument/2006/relationships/image" Target="../media/image463.png"/><Relationship Id="rId44" Type="http://schemas.openxmlformats.org/officeDocument/2006/relationships/customXml" Target="../ink/ink959.xml"/><Relationship Id="rId86" Type="http://schemas.openxmlformats.org/officeDocument/2006/relationships/customXml" Target="../ink/ink980.xml"/><Relationship Id="rId151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1114.xml"/><Relationship Id="rId63" Type="http://schemas.openxmlformats.org/officeDocument/2006/relationships/image" Target="../media/image31.png"/><Relationship Id="rId84" Type="http://schemas.openxmlformats.org/officeDocument/2006/relationships/customXml" Target="../ink/ink1135.xml"/><Relationship Id="rId138" Type="http://schemas.openxmlformats.org/officeDocument/2006/relationships/customXml" Target="../ink/ink1162.xml"/><Relationship Id="rId159" Type="http://schemas.openxmlformats.org/officeDocument/2006/relationships/image" Target="../media/image79.png"/><Relationship Id="rId170" Type="http://schemas.openxmlformats.org/officeDocument/2006/relationships/customXml" Target="../ink/ink1178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206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109.xml"/><Relationship Id="rId53" Type="http://schemas.openxmlformats.org/officeDocument/2006/relationships/image" Target="../media/image26.png"/><Relationship Id="rId74" Type="http://schemas.openxmlformats.org/officeDocument/2006/relationships/customXml" Target="../ink/ink1130.xml"/><Relationship Id="rId128" Type="http://schemas.openxmlformats.org/officeDocument/2006/relationships/customXml" Target="../ink/ink1157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1173.xml"/><Relationship Id="rId181" Type="http://schemas.openxmlformats.org/officeDocument/2006/relationships/image" Target="../media/image90.png"/><Relationship Id="rId216" Type="http://schemas.openxmlformats.org/officeDocument/2006/relationships/customXml" Target="../ink/ink1201.xml"/><Relationship Id="rId237" Type="http://schemas.openxmlformats.org/officeDocument/2006/relationships/image" Target="../media/image477.png"/><Relationship Id="rId22" Type="http://schemas.openxmlformats.org/officeDocument/2006/relationships/customXml" Target="../ink/ink1104.xml"/><Relationship Id="rId43" Type="http://schemas.openxmlformats.org/officeDocument/2006/relationships/image" Target="../media/image21.png"/><Relationship Id="rId64" Type="http://schemas.openxmlformats.org/officeDocument/2006/relationships/customXml" Target="../ink/ink1125.xml"/><Relationship Id="rId118" Type="http://schemas.openxmlformats.org/officeDocument/2006/relationships/customXml" Target="../ink/ink1152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1168.xml"/><Relationship Id="rId171" Type="http://schemas.openxmlformats.org/officeDocument/2006/relationships/image" Target="../media/image85.png"/><Relationship Id="rId192" Type="http://schemas.openxmlformats.org/officeDocument/2006/relationships/customXml" Target="../ink/ink1189.xml"/><Relationship Id="rId206" Type="http://schemas.openxmlformats.org/officeDocument/2006/relationships/customXml" Target="../ink/ink1196.xml"/><Relationship Id="rId227" Type="http://schemas.openxmlformats.org/officeDocument/2006/relationships/image" Target="../media/image472.png"/><Relationship Id="rId12" Type="http://schemas.openxmlformats.org/officeDocument/2006/relationships/customXml" Target="../ink/ink1099.xml"/><Relationship Id="rId33" Type="http://schemas.openxmlformats.org/officeDocument/2006/relationships/image" Target="../media/image16.png"/><Relationship Id="rId108" Type="http://schemas.openxmlformats.org/officeDocument/2006/relationships/customXml" Target="../ink/ink1147.xml"/><Relationship Id="rId129" Type="http://schemas.openxmlformats.org/officeDocument/2006/relationships/image" Target="../media/image64.png"/><Relationship Id="rId54" Type="http://schemas.openxmlformats.org/officeDocument/2006/relationships/customXml" Target="../ink/ink1120.xml"/><Relationship Id="rId75" Type="http://schemas.openxmlformats.org/officeDocument/2006/relationships/image" Target="../media/image37.png"/><Relationship Id="rId96" Type="http://schemas.openxmlformats.org/officeDocument/2006/relationships/customXml" Target="../ink/ink1141.xml"/><Relationship Id="rId140" Type="http://schemas.openxmlformats.org/officeDocument/2006/relationships/customXml" Target="../ink/ink1163.xml"/><Relationship Id="rId161" Type="http://schemas.openxmlformats.org/officeDocument/2006/relationships/image" Target="../media/image80.png"/><Relationship Id="rId182" Type="http://schemas.openxmlformats.org/officeDocument/2006/relationships/customXml" Target="../ink/ink1184.xml"/><Relationship Id="rId217" Type="http://schemas.openxmlformats.org/officeDocument/2006/relationships/image" Target="../media/image108.png"/><Relationship Id="rId6" Type="http://schemas.openxmlformats.org/officeDocument/2006/relationships/customXml" Target="../ink/ink1096.xml"/><Relationship Id="rId238" Type="http://schemas.openxmlformats.org/officeDocument/2006/relationships/customXml" Target="../ink/ink1212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1115.xml"/><Relationship Id="rId65" Type="http://schemas.openxmlformats.org/officeDocument/2006/relationships/image" Target="../media/image32.png"/><Relationship Id="rId86" Type="http://schemas.openxmlformats.org/officeDocument/2006/relationships/customXml" Target="../ink/ink1136.xml"/><Relationship Id="rId130" Type="http://schemas.openxmlformats.org/officeDocument/2006/relationships/customXml" Target="../ink/ink1158.xml"/><Relationship Id="rId151" Type="http://schemas.openxmlformats.org/officeDocument/2006/relationships/image" Target="../media/image75.png"/><Relationship Id="rId172" Type="http://schemas.openxmlformats.org/officeDocument/2006/relationships/customXml" Target="../ink/ink1179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207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110.xml"/><Relationship Id="rId55" Type="http://schemas.openxmlformats.org/officeDocument/2006/relationships/image" Target="../media/image27.png"/><Relationship Id="rId76" Type="http://schemas.openxmlformats.org/officeDocument/2006/relationships/customXml" Target="../ink/ink1131.xml"/><Relationship Id="rId97" Type="http://schemas.openxmlformats.org/officeDocument/2006/relationships/image" Target="../media/image48.png"/><Relationship Id="rId120" Type="http://schemas.openxmlformats.org/officeDocument/2006/relationships/customXml" Target="../ink/ink1153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1174.xml"/><Relationship Id="rId183" Type="http://schemas.openxmlformats.org/officeDocument/2006/relationships/image" Target="../media/image91.png"/><Relationship Id="rId218" Type="http://schemas.openxmlformats.org/officeDocument/2006/relationships/customXml" Target="../ink/ink1202.xml"/><Relationship Id="rId239" Type="http://schemas.openxmlformats.org/officeDocument/2006/relationships/image" Target="../media/image478.png"/><Relationship Id="rId24" Type="http://schemas.openxmlformats.org/officeDocument/2006/relationships/customXml" Target="../ink/ink1105.xml"/><Relationship Id="rId45" Type="http://schemas.openxmlformats.org/officeDocument/2006/relationships/image" Target="../media/image22.png"/><Relationship Id="rId66" Type="http://schemas.openxmlformats.org/officeDocument/2006/relationships/customXml" Target="../ink/ink1126.xml"/><Relationship Id="rId87" Type="http://schemas.openxmlformats.org/officeDocument/2006/relationships/image" Target="../media/image43.png"/><Relationship Id="rId110" Type="http://schemas.openxmlformats.org/officeDocument/2006/relationships/customXml" Target="../ink/ink1148.xml"/><Relationship Id="rId131" Type="http://schemas.openxmlformats.org/officeDocument/2006/relationships/image" Target="../media/image65.png"/><Relationship Id="rId152" Type="http://schemas.openxmlformats.org/officeDocument/2006/relationships/customXml" Target="../ink/ink1169.xml"/><Relationship Id="rId173" Type="http://schemas.openxmlformats.org/officeDocument/2006/relationships/image" Target="../media/image86.png"/><Relationship Id="rId194" Type="http://schemas.openxmlformats.org/officeDocument/2006/relationships/customXml" Target="../ink/ink1190.xml"/><Relationship Id="rId208" Type="http://schemas.openxmlformats.org/officeDocument/2006/relationships/customXml" Target="../ink/ink1197.xml"/><Relationship Id="rId229" Type="http://schemas.openxmlformats.org/officeDocument/2006/relationships/image" Target="../media/image473.png"/><Relationship Id="rId14" Type="http://schemas.openxmlformats.org/officeDocument/2006/relationships/customXml" Target="../ink/ink1100.xml"/><Relationship Id="rId35" Type="http://schemas.openxmlformats.org/officeDocument/2006/relationships/image" Target="../media/image17.png"/><Relationship Id="rId56" Type="http://schemas.openxmlformats.org/officeDocument/2006/relationships/customXml" Target="../ink/ink1121.xml"/><Relationship Id="rId77" Type="http://schemas.openxmlformats.org/officeDocument/2006/relationships/image" Target="../media/image38.png"/><Relationship Id="rId100" Type="http://schemas.openxmlformats.org/officeDocument/2006/relationships/customXml" Target="../ink/ink1143.xml"/><Relationship Id="rId8" Type="http://schemas.openxmlformats.org/officeDocument/2006/relationships/customXml" Target="../ink/ink1097.xml"/><Relationship Id="rId98" Type="http://schemas.openxmlformats.org/officeDocument/2006/relationships/customXml" Target="../ink/ink1142.xml"/><Relationship Id="rId121" Type="http://schemas.openxmlformats.org/officeDocument/2006/relationships/image" Target="../media/image60.png"/><Relationship Id="rId142" Type="http://schemas.openxmlformats.org/officeDocument/2006/relationships/customXml" Target="../ink/ink1164.xml"/><Relationship Id="rId163" Type="http://schemas.openxmlformats.org/officeDocument/2006/relationships/image" Target="../media/image81.png"/><Relationship Id="rId184" Type="http://schemas.openxmlformats.org/officeDocument/2006/relationships/customXml" Target="../ink/ink1185.xml"/><Relationship Id="rId219" Type="http://schemas.openxmlformats.org/officeDocument/2006/relationships/image" Target="../media/image468.png"/><Relationship Id="rId230" Type="http://schemas.openxmlformats.org/officeDocument/2006/relationships/customXml" Target="../ink/ink1208.xml"/><Relationship Id="rId25" Type="http://schemas.openxmlformats.org/officeDocument/2006/relationships/image" Target="../media/image12.png"/><Relationship Id="rId46" Type="http://schemas.openxmlformats.org/officeDocument/2006/relationships/customXml" Target="../ink/ink1116.xml"/><Relationship Id="rId67" Type="http://schemas.openxmlformats.org/officeDocument/2006/relationships/image" Target="../media/image33.png"/><Relationship Id="rId88" Type="http://schemas.openxmlformats.org/officeDocument/2006/relationships/customXml" Target="../ink/ink1137.xml"/><Relationship Id="rId111" Type="http://schemas.openxmlformats.org/officeDocument/2006/relationships/image" Target="../media/image55.png"/><Relationship Id="rId132" Type="http://schemas.openxmlformats.org/officeDocument/2006/relationships/customXml" Target="../ink/ink1159.xml"/><Relationship Id="rId153" Type="http://schemas.openxmlformats.org/officeDocument/2006/relationships/image" Target="../media/image76.png"/><Relationship Id="rId174" Type="http://schemas.openxmlformats.org/officeDocument/2006/relationships/customXml" Target="../ink/ink1180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1188.xml"/><Relationship Id="rId204" Type="http://schemas.openxmlformats.org/officeDocument/2006/relationships/customXml" Target="../ink/ink1195.xml"/><Relationship Id="rId220" Type="http://schemas.openxmlformats.org/officeDocument/2006/relationships/customXml" Target="../ink/ink1203.xml"/><Relationship Id="rId225" Type="http://schemas.openxmlformats.org/officeDocument/2006/relationships/image" Target="../media/image471.png"/><Relationship Id="rId15" Type="http://schemas.openxmlformats.org/officeDocument/2006/relationships/image" Target="../media/image7.png"/><Relationship Id="rId36" Type="http://schemas.openxmlformats.org/officeDocument/2006/relationships/customXml" Target="../ink/ink1111.xml"/><Relationship Id="rId57" Type="http://schemas.openxmlformats.org/officeDocument/2006/relationships/image" Target="../media/image28.png"/><Relationship Id="rId106" Type="http://schemas.openxmlformats.org/officeDocument/2006/relationships/customXml" Target="../ink/ink1146.xml"/><Relationship Id="rId127" Type="http://schemas.openxmlformats.org/officeDocument/2006/relationships/image" Target="../media/image63.png"/><Relationship Id="rId10" Type="http://schemas.openxmlformats.org/officeDocument/2006/relationships/customXml" Target="../ink/ink1098.xml"/><Relationship Id="rId31" Type="http://schemas.openxmlformats.org/officeDocument/2006/relationships/image" Target="../media/image15.png"/><Relationship Id="rId52" Type="http://schemas.openxmlformats.org/officeDocument/2006/relationships/customXml" Target="../ink/ink1119.xml"/><Relationship Id="rId73" Type="http://schemas.openxmlformats.org/officeDocument/2006/relationships/image" Target="../media/image36.png"/><Relationship Id="rId78" Type="http://schemas.openxmlformats.org/officeDocument/2006/relationships/customXml" Target="../ink/ink1132.xml"/><Relationship Id="rId94" Type="http://schemas.openxmlformats.org/officeDocument/2006/relationships/customXml" Target="../ink/ink1140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1154.xml"/><Relationship Id="rId143" Type="http://schemas.openxmlformats.org/officeDocument/2006/relationships/image" Target="../media/image71.png"/><Relationship Id="rId148" Type="http://schemas.openxmlformats.org/officeDocument/2006/relationships/customXml" Target="../ink/ink1167.xml"/><Relationship Id="rId164" Type="http://schemas.openxmlformats.org/officeDocument/2006/relationships/customXml" Target="../ink/ink1175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1095.xml"/><Relationship Id="rId9" Type="http://schemas.openxmlformats.org/officeDocument/2006/relationships/image" Target="../media/image4.png"/><Relationship Id="rId180" Type="http://schemas.openxmlformats.org/officeDocument/2006/relationships/customXml" Target="../ink/ink1183.xml"/><Relationship Id="rId210" Type="http://schemas.openxmlformats.org/officeDocument/2006/relationships/customXml" Target="../ink/ink1198.xml"/><Relationship Id="rId215" Type="http://schemas.openxmlformats.org/officeDocument/2006/relationships/image" Target="../media/image107.png"/><Relationship Id="rId236" Type="http://schemas.openxmlformats.org/officeDocument/2006/relationships/customXml" Target="../ink/ink1211.xml"/><Relationship Id="rId26" Type="http://schemas.openxmlformats.org/officeDocument/2006/relationships/customXml" Target="../ink/ink1106.xml"/><Relationship Id="rId231" Type="http://schemas.openxmlformats.org/officeDocument/2006/relationships/image" Target="../media/image474.png"/><Relationship Id="rId47" Type="http://schemas.openxmlformats.org/officeDocument/2006/relationships/image" Target="../media/image23.png"/><Relationship Id="rId68" Type="http://schemas.openxmlformats.org/officeDocument/2006/relationships/customXml" Target="../ink/ink1127.xml"/><Relationship Id="rId89" Type="http://schemas.openxmlformats.org/officeDocument/2006/relationships/image" Target="../media/image44.png"/><Relationship Id="rId112" Type="http://schemas.openxmlformats.org/officeDocument/2006/relationships/customXml" Target="../ink/ink1149.xml"/><Relationship Id="rId133" Type="http://schemas.openxmlformats.org/officeDocument/2006/relationships/image" Target="../media/image66.png"/><Relationship Id="rId154" Type="http://schemas.openxmlformats.org/officeDocument/2006/relationships/customXml" Target="../ink/ink1170.xml"/><Relationship Id="rId175" Type="http://schemas.openxmlformats.org/officeDocument/2006/relationships/image" Target="../media/image87.png"/><Relationship Id="rId196" Type="http://schemas.openxmlformats.org/officeDocument/2006/relationships/customXml" Target="../ink/ink1191.xml"/><Relationship Id="rId200" Type="http://schemas.openxmlformats.org/officeDocument/2006/relationships/customXml" Target="../ink/ink1193.xml"/><Relationship Id="rId16" Type="http://schemas.openxmlformats.org/officeDocument/2006/relationships/customXml" Target="../ink/ink1101.xml"/><Relationship Id="rId221" Type="http://schemas.openxmlformats.org/officeDocument/2006/relationships/image" Target="../media/image469.png"/><Relationship Id="rId37" Type="http://schemas.openxmlformats.org/officeDocument/2006/relationships/image" Target="../media/image18.png"/><Relationship Id="rId58" Type="http://schemas.openxmlformats.org/officeDocument/2006/relationships/customXml" Target="../ink/ink1122.xml"/><Relationship Id="rId79" Type="http://schemas.openxmlformats.org/officeDocument/2006/relationships/image" Target="../media/image39.png"/><Relationship Id="rId102" Type="http://schemas.openxmlformats.org/officeDocument/2006/relationships/customXml" Target="../ink/ink1144.xml"/><Relationship Id="rId123" Type="http://schemas.openxmlformats.org/officeDocument/2006/relationships/image" Target="../media/image61.png"/><Relationship Id="rId144" Type="http://schemas.openxmlformats.org/officeDocument/2006/relationships/customXml" Target="../ink/ink1165.xml"/><Relationship Id="rId90" Type="http://schemas.openxmlformats.org/officeDocument/2006/relationships/customXml" Target="../ink/ink1138.xml"/><Relationship Id="rId165" Type="http://schemas.openxmlformats.org/officeDocument/2006/relationships/image" Target="../media/image82.png"/><Relationship Id="rId186" Type="http://schemas.openxmlformats.org/officeDocument/2006/relationships/customXml" Target="../ink/ink1186.xml"/><Relationship Id="rId211" Type="http://schemas.openxmlformats.org/officeDocument/2006/relationships/image" Target="../media/image105.png"/><Relationship Id="rId232" Type="http://schemas.openxmlformats.org/officeDocument/2006/relationships/customXml" Target="../ink/ink1209.xml"/><Relationship Id="rId27" Type="http://schemas.openxmlformats.org/officeDocument/2006/relationships/image" Target="../media/image13.png"/><Relationship Id="rId48" Type="http://schemas.openxmlformats.org/officeDocument/2006/relationships/customXml" Target="../ink/ink1117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1160.xml"/><Relationship Id="rId80" Type="http://schemas.openxmlformats.org/officeDocument/2006/relationships/customXml" Target="../ink/ink1133.xml"/><Relationship Id="rId155" Type="http://schemas.openxmlformats.org/officeDocument/2006/relationships/image" Target="../media/image77.png"/><Relationship Id="rId176" Type="http://schemas.openxmlformats.org/officeDocument/2006/relationships/customXml" Target="../ink/ink1181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204.xml"/><Relationship Id="rId17" Type="http://schemas.openxmlformats.org/officeDocument/2006/relationships/image" Target="../media/image8.png"/><Relationship Id="rId38" Type="http://schemas.openxmlformats.org/officeDocument/2006/relationships/customXml" Target="../ink/ink1112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1155.xml"/><Relationship Id="rId70" Type="http://schemas.openxmlformats.org/officeDocument/2006/relationships/customXml" Target="../ink/ink1128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1176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99.xml"/><Relationship Id="rId233" Type="http://schemas.openxmlformats.org/officeDocument/2006/relationships/image" Target="../media/image475.png"/><Relationship Id="rId28" Type="http://schemas.openxmlformats.org/officeDocument/2006/relationships/customXml" Target="../ink/ink1107.xml"/><Relationship Id="rId49" Type="http://schemas.openxmlformats.org/officeDocument/2006/relationships/image" Target="../media/image24.png"/><Relationship Id="rId114" Type="http://schemas.openxmlformats.org/officeDocument/2006/relationships/customXml" Target="../ink/ink1150.xml"/><Relationship Id="rId60" Type="http://schemas.openxmlformats.org/officeDocument/2006/relationships/customXml" Target="../ink/ink1123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1171.xml"/><Relationship Id="rId177" Type="http://schemas.openxmlformats.org/officeDocument/2006/relationships/image" Target="../media/image88.png"/><Relationship Id="rId198" Type="http://schemas.openxmlformats.org/officeDocument/2006/relationships/customXml" Target="../ink/ink1192.xml"/><Relationship Id="rId202" Type="http://schemas.openxmlformats.org/officeDocument/2006/relationships/customXml" Target="../ink/ink1194.xml"/><Relationship Id="rId223" Type="http://schemas.openxmlformats.org/officeDocument/2006/relationships/image" Target="../media/image470.png"/><Relationship Id="rId18" Type="http://schemas.openxmlformats.org/officeDocument/2006/relationships/customXml" Target="../ink/ink1102.xml"/><Relationship Id="rId39" Type="http://schemas.openxmlformats.org/officeDocument/2006/relationships/image" Target="../media/image19.png"/><Relationship Id="rId50" Type="http://schemas.openxmlformats.org/officeDocument/2006/relationships/customXml" Target="../ink/ink1118.xml"/><Relationship Id="rId104" Type="http://schemas.openxmlformats.org/officeDocument/2006/relationships/customXml" Target="../ink/ink1145.xml"/><Relationship Id="rId125" Type="http://schemas.openxmlformats.org/officeDocument/2006/relationships/image" Target="../media/image62.png"/><Relationship Id="rId146" Type="http://schemas.openxmlformats.org/officeDocument/2006/relationships/customXml" Target="../ink/ink1166.xml"/><Relationship Id="rId167" Type="http://schemas.openxmlformats.org/officeDocument/2006/relationships/image" Target="../media/image83.png"/><Relationship Id="rId188" Type="http://schemas.openxmlformats.org/officeDocument/2006/relationships/customXml" Target="../ink/ink1187.xml"/><Relationship Id="rId71" Type="http://schemas.openxmlformats.org/officeDocument/2006/relationships/image" Target="../media/image35.png"/><Relationship Id="rId92" Type="http://schemas.openxmlformats.org/officeDocument/2006/relationships/customXml" Target="../ink/ink1139.xml"/><Relationship Id="rId213" Type="http://schemas.openxmlformats.org/officeDocument/2006/relationships/image" Target="../media/image106.png"/><Relationship Id="rId234" Type="http://schemas.openxmlformats.org/officeDocument/2006/relationships/customXml" Target="../ink/ink1210.xml"/><Relationship Id="rId2" Type="http://schemas.openxmlformats.org/officeDocument/2006/relationships/customXml" Target="../ink/ink1094.xml"/><Relationship Id="rId29" Type="http://schemas.openxmlformats.org/officeDocument/2006/relationships/image" Target="../media/image14.png"/><Relationship Id="rId40" Type="http://schemas.openxmlformats.org/officeDocument/2006/relationships/customXml" Target="../ink/ink1113.xml"/><Relationship Id="rId115" Type="http://schemas.openxmlformats.org/officeDocument/2006/relationships/image" Target="../media/image57.png"/><Relationship Id="rId136" Type="http://schemas.openxmlformats.org/officeDocument/2006/relationships/customXml" Target="../ink/ink1161.xml"/><Relationship Id="rId157" Type="http://schemas.openxmlformats.org/officeDocument/2006/relationships/image" Target="../media/image78.png"/><Relationship Id="rId178" Type="http://schemas.openxmlformats.org/officeDocument/2006/relationships/customXml" Target="../ink/ink1182.xml"/><Relationship Id="rId61" Type="http://schemas.openxmlformats.org/officeDocument/2006/relationships/image" Target="../media/image30.png"/><Relationship Id="rId82" Type="http://schemas.openxmlformats.org/officeDocument/2006/relationships/customXml" Target="../ink/ink1134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205.xml"/><Relationship Id="rId30" Type="http://schemas.openxmlformats.org/officeDocument/2006/relationships/customXml" Target="../ink/ink1108.xml"/><Relationship Id="rId105" Type="http://schemas.openxmlformats.org/officeDocument/2006/relationships/image" Target="../media/image52.png"/><Relationship Id="rId126" Type="http://schemas.openxmlformats.org/officeDocument/2006/relationships/customXml" Target="../ink/ink1156.xml"/><Relationship Id="rId147" Type="http://schemas.openxmlformats.org/officeDocument/2006/relationships/image" Target="../media/image73.png"/><Relationship Id="rId168" Type="http://schemas.openxmlformats.org/officeDocument/2006/relationships/customXml" Target="../ink/ink1177.xml"/><Relationship Id="rId51" Type="http://schemas.openxmlformats.org/officeDocument/2006/relationships/image" Target="../media/image25.png"/><Relationship Id="rId72" Type="http://schemas.openxmlformats.org/officeDocument/2006/relationships/customXml" Target="../ink/ink1129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200.xml"/><Relationship Id="rId235" Type="http://schemas.openxmlformats.org/officeDocument/2006/relationships/image" Target="../media/image476.png"/><Relationship Id="rId116" Type="http://schemas.openxmlformats.org/officeDocument/2006/relationships/customXml" Target="../ink/ink1151.xml"/><Relationship Id="rId137" Type="http://schemas.openxmlformats.org/officeDocument/2006/relationships/image" Target="../media/image68.png"/><Relationship Id="rId158" Type="http://schemas.openxmlformats.org/officeDocument/2006/relationships/customXml" Target="../ink/ink1172.xml"/><Relationship Id="rId20" Type="http://schemas.openxmlformats.org/officeDocument/2006/relationships/customXml" Target="../ink/ink1103.xml"/><Relationship Id="rId41" Type="http://schemas.openxmlformats.org/officeDocument/2006/relationships/image" Target="../media/image20.png"/><Relationship Id="rId62" Type="http://schemas.openxmlformats.org/officeDocument/2006/relationships/customXml" Target="../ink/ink1124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0.png"/><Relationship Id="rId299" Type="http://schemas.openxmlformats.org/officeDocument/2006/relationships/image" Target="../media/image546.png"/><Relationship Id="rId21" Type="http://schemas.openxmlformats.org/officeDocument/2006/relationships/image" Target="../media/image154.png"/><Relationship Id="rId63" Type="http://schemas.openxmlformats.org/officeDocument/2006/relationships/image" Target="../media/image253.png"/><Relationship Id="rId159" Type="http://schemas.openxmlformats.org/officeDocument/2006/relationships/image" Target="../media/image301.png"/><Relationship Id="rId324" Type="http://schemas.openxmlformats.org/officeDocument/2006/relationships/customXml" Target="../ink/ink1374.xml"/><Relationship Id="rId170" Type="http://schemas.openxmlformats.org/officeDocument/2006/relationships/customXml" Target="../ink/ink1297.xml"/><Relationship Id="rId226" Type="http://schemas.openxmlformats.org/officeDocument/2006/relationships/customXml" Target="../ink/ink1325.xml"/><Relationship Id="rId268" Type="http://schemas.openxmlformats.org/officeDocument/2006/relationships/customXml" Target="../ink/ink1346.xml"/><Relationship Id="rId32" Type="http://schemas.openxmlformats.org/officeDocument/2006/relationships/customXml" Target="../ink/ink1228.xml"/><Relationship Id="rId74" Type="http://schemas.openxmlformats.org/officeDocument/2006/relationships/customXml" Target="../ink/ink1249.xml"/><Relationship Id="rId128" Type="http://schemas.openxmlformats.org/officeDocument/2006/relationships/customXml" Target="../ink/ink1276.xml"/><Relationship Id="rId5" Type="http://schemas.openxmlformats.org/officeDocument/2006/relationships/image" Target="../media/image146.png"/><Relationship Id="rId181" Type="http://schemas.openxmlformats.org/officeDocument/2006/relationships/image" Target="../media/image487.png"/><Relationship Id="rId237" Type="http://schemas.openxmlformats.org/officeDocument/2006/relationships/image" Target="../media/image515.png"/><Relationship Id="rId279" Type="http://schemas.openxmlformats.org/officeDocument/2006/relationships/image" Target="../media/image536.png"/><Relationship Id="rId43" Type="http://schemas.openxmlformats.org/officeDocument/2006/relationships/image" Target="../media/image242.png"/><Relationship Id="rId139" Type="http://schemas.openxmlformats.org/officeDocument/2006/relationships/image" Target="../media/image291.png"/><Relationship Id="rId290" Type="http://schemas.openxmlformats.org/officeDocument/2006/relationships/customXml" Target="../ink/ink1357.xml"/><Relationship Id="rId304" Type="http://schemas.openxmlformats.org/officeDocument/2006/relationships/customXml" Target="../ink/ink1364.xml"/><Relationship Id="rId85" Type="http://schemas.openxmlformats.org/officeDocument/2006/relationships/image" Target="../media/image264.png"/><Relationship Id="rId150" Type="http://schemas.openxmlformats.org/officeDocument/2006/relationships/customXml" Target="../ink/ink1287.xml"/><Relationship Id="rId192" Type="http://schemas.openxmlformats.org/officeDocument/2006/relationships/customXml" Target="../ink/ink1308.xml"/><Relationship Id="rId206" Type="http://schemas.openxmlformats.org/officeDocument/2006/relationships/customXml" Target="../ink/ink1315.xml"/><Relationship Id="rId248" Type="http://schemas.openxmlformats.org/officeDocument/2006/relationships/customXml" Target="../ink/ink1336.xml"/><Relationship Id="rId12" Type="http://schemas.openxmlformats.org/officeDocument/2006/relationships/customXml" Target="../ink/ink1218.xml"/><Relationship Id="rId108" Type="http://schemas.openxmlformats.org/officeDocument/2006/relationships/customXml" Target="../ink/ink1266.xml"/><Relationship Id="rId315" Type="http://schemas.openxmlformats.org/officeDocument/2006/relationships/image" Target="../media/image554.png"/><Relationship Id="rId54" Type="http://schemas.openxmlformats.org/officeDocument/2006/relationships/customXml" Target="../ink/ink1239.xml"/><Relationship Id="rId96" Type="http://schemas.openxmlformats.org/officeDocument/2006/relationships/customXml" Target="../ink/ink1260.xml"/><Relationship Id="rId161" Type="http://schemas.openxmlformats.org/officeDocument/2006/relationships/image" Target="../media/image302.png"/><Relationship Id="rId217" Type="http://schemas.openxmlformats.org/officeDocument/2006/relationships/image" Target="../media/image505.png"/><Relationship Id="rId259" Type="http://schemas.openxmlformats.org/officeDocument/2006/relationships/image" Target="../media/image526.png"/><Relationship Id="rId23" Type="http://schemas.openxmlformats.org/officeDocument/2006/relationships/image" Target="../media/image155.png"/><Relationship Id="rId119" Type="http://schemas.openxmlformats.org/officeDocument/2006/relationships/image" Target="../media/image281.png"/><Relationship Id="rId270" Type="http://schemas.openxmlformats.org/officeDocument/2006/relationships/customXml" Target="../ink/ink1347.xml"/><Relationship Id="rId326" Type="http://schemas.openxmlformats.org/officeDocument/2006/relationships/customXml" Target="../ink/ink1375.xml"/><Relationship Id="rId65" Type="http://schemas.openxmlformats.org/officeDocument/2006/relationships/image" Target="../media/image254.png"/><Relationship Id="rId130" Type="http://schemas.openxmlformats.org/officeDocument/2006/relationships/customXml" Target="../ink/ink1277.xml"/><Relationship Id="rId172" Type="http://schemas.openxmlformats.org/officeDocument/2006/relationships/customXml" Target="../ink/ink1298.xml"/><Relationship Id="rId228" Type="http://schemas.openxmlformats.org/officeDocument/2006/relationships/customXml" Target="../ink/ink1326.xml"/><Relationship Id="rId281" Type="http://schemas.openxmlformats.org/officeDocument/2006/relationships/image" Target="../media/image537.png"/><Relationship Id="rId34" Type="http://schemas.openxmlformats.org/officeDocument/2006/relationships/customXml" Target="../ink/ink1229.xml"/><Relationship Id="rId76" Type="http://schemas.openxmlformats.org/officeDocument/2006/relationships/customXml" Target="../ink/ink1250.xml"/><Relationship Id="rId141" Type="http://schemas.openxmlformats.org/officeDocument/2006/relationships/image" Target="../media/image292.png"/><Relationship Id="rId7" Type="http://schemas.openxmlformats.org/officeDocument/2006/relationships/image" Target="../media/image147.png"/><Relationship Id="rId162" Type="http://schemas.openxmlformats.org/officeDocument/2006/relationships/customXml" Target="../ink/ink1293.xml"/><Relationship Id="rId183" Type="http://schemas.openxmlformats.org/officeDocument/2006/relationships/image" Target="../media/image488.png"/><Relationship Id="rId218" Type="http://schemas.openxmlformats.org/officeDocument/2006/relationships/customXml" Target="../ink/ink1321.xml"/><Relationship Id="rId239" Type="http://schemas.openxmlformats.org/officeDocument/2006/relationships/image" Target="../media/image516.png"/><Relationship Id="rId250" Type="http://schemas.openxmlformats.org/officeDocument/2006/relationships/customXml" Target="../ink/ink1337.xml"/><Relationship Id="rId271" Type="http://schemas.openxmlformats.org/officeDocument/2006/relationships/image" Target="../media/image532.png"/><Relationship Id="rId292" Type="http://schemas.openxmlformats.org/officeDocument/2006/relationships/customXml" Target="../ink/ink1358.xml"/><Relationship Id="rId306" Type="http://schemas.openxmlformats.org/officeDocument/2006/relationships/customXml" Target="../ink/ink1365.xml"/><Relationship Id="rId24" Type="http://schemas.openxmlformats.org/officeDocument/2006/relationships/customXml" Target="../ink/ink1224.xml"/><Relationship Id="rId45" Type="http://schemas.openxmlformats.org/officeDocument/2006/relationships/image" Target="../media/image243.png"/><Relationship Id="rId66" Type="http://schemas.openxmlformats.org/officeDocument/2006/relationships/customXml" Target="../ink/ink1245.xml"/><Relationship Id="rId87" Type="http://schemas.openxmlformats.org/officeDocument/2006/relationships/image" Target="../media/image265.png"/><Relationship Id="rId110" Type="http://schemas.openxmlformats.org/officeDocument/2006/relationships/customXml" Target="../ink/ink1267.xml"/><Relationship Id="rId131" Type="http://schemas.openxmlformats.org/officeDocument/2006/relationships/image" Target="../media/image287.png"/><Relationship Id="rId327" Type="http://schemas.openxmlformats.org/officeDocument/2006/relationships/image" Target="../media/image560.png"/><Relationship Id="rId152" Type="http://schemas.openxmlformats.org/officeDocument/2006/relationships/customXml" Target="../ink/ink1288.xml"/><Relationship Id="rId173" Type="http://schemas.openxmlformats.org/officeDocument/2006/relationships/image" Target="../media/image483.png"/><Relationship Id="rId194" Type="http://schemas.openxmlformats.org/officeDocument/2006/relationships/customXml" Target="../ink/ink1309.xml"/><Relationship Id="rId208" Type="http://schemas.openxmlformats.org/officeDocument/2006/relationships/customXml" Target="../ink/ink1316.xml"/><Relationship Id="rId229" Type="http://schemas.openxmlformats.org/officeDocument/2006/relationships/image" Target="../media/image511.png"/><Relationship Id="rId240" Type="http://schemas.openxmlformats.org/officeDocument/2006/relationships/customXml" Target="../ink/ink1332.xml"/><Relationship Id="rId261" Type="http://schemas.openxmlformats.org/officeDocument/2006/relationships/image" Target="../media/image527.png"/><Relationship Id="rId14" Type="http://schemas.openxmlformats.org/officeDocument/2006/relationships/customXml" Target="../ink/ink1219.xml"/><Relationship Id="rId35" Type="http://schemas.openxmlformats.org/officeDocument/2006/relationships/image" Target="../media/image238.png"/><Relationship Id="rId56" Type="http://schemas.openxmlformats.org/officeDocument/2006/relationships/customXml" Target="../ink/ink1240.xml"/><Relationship Id="rId77" Type="http://schemas.openxmlformats.org/officeDocument/2006/relationships/image" Target="../media/image260.png"/><Relationship Id="rId100" Type="http://schemas.openxmlformats.org/officeDocument/2006/relationships/customXml" Target="../ink/ink1262.xml"/><Relationship Id="rId282" Type="http://schemas.openxmlformats.org/officeDocument/2006/relationships/customXml" Target="../ink/ink1353.xml"/><Relationship Id="rId317" Type="http://schemas.openxmlformats.org/officeDocument/2006/relationships/image" Target="../media/image555.png"/><Relationship Id="rId8" Type="http://schemas.openxmlformats.org/officeDocument/2006/relationships/customXml" Target="../ink/ink1216.xml"/><Relationship Id="rId98" Type="http://schemas.openxmlformats.org/officeDocument/2006/relationships/customXml" Target="../ink/ink1261.xml"/><Relationship Id="rId121" Type="http://schemas.openxmlformats.org/officeDocument/2006/relationships/image" Target="../media/image282.png"/><Relationship Id="rId142" Type="http://schemas.openxmlformats.org/officeDocument/2006/relationships/customXml" Target="../ink/ink1283.xml"/><Relationship Id="rId163" Type="http://schemas.openxmlformats.org/officeDocument/2006/relationships/image" Target="../media/image303.png"/><Relationship Id="rId184" Type="http://schemas.openxmlformats.org/officeDocument/2006/relationships/customXml" Target="../ink/ink1304.xml"/><Relationship Id="rId219" Type="http://schemas.openxmlformats.org/officeDocument/2006/relationships/image" Target="../media/image506.png"/><Relationship Id="rId230" Type="http://schemas.openxmlformats.org/officeDocument/2006/relationships/customXml" Target="../ink/ink1327.xml"/><Relationship Id="rId251" Type="http://schemas.openxmlformats.org/officeDocument/2006/relationships/image" Target="../media/image522.png"/><Relationship Id="rId25" Type="http://schemas.openxmlformats.org/officeDocument/2006/relationships/image" Target="../media/image156.png"/><Relationship Id="rId46" Type="http://schemas.openxmlformats.org/officeDocument/2006/relationships/customXml" Target="../ink/ink1235.xml"/><Relationship Id="rId67" Type="http://schemas.openxmlformats.org/officeDocument/2006/relationships/image" Target="../media/image255.png"/><Relationship Id="rId272" Type="http://schemas.openxmlformats.org/officeDocument/2006/relationships/customXml" Target="../ink/ink1348.xml"/><Relationship Id="rId293" Type="http://schemas.openxmlformats.org/officeDocument/2006/relationships/image" Target="../media/image543.png"/><Relationship Id="rId307" Type="http://schemas.openxmlformats.org/officeDocument/2006/relationships/image" Target="../media/image550.png"/><Relationship Id="rId88" Type="http://schemas.openxmlformats.org/officeDocument/2006/relationships/customXml" Target="../ink/ink1256.xml"/><Relationship Id="rId111" Type="http://schemas.openxmlformats.org/officeDocument/2006/relationships/image" Target="../media/image277.png"/><Relationship Id="rId132" Type="http://schemas.openxmlformats.org/officeDocument/2006/relationships/customXml" Target="../ink/ink1278.xml"/><Relationship Id="rId153" Type="http://schemas.openxmlformats.org/officeDocument/2006/relationships/image" Target="../media/image298.png"/><Relationship Id="rId174" Type="http://schemas.openxmlformats.org/officeDocument/2006/relationships/customXml" Target="../ink/ink1299.xml"/><Relationship Id="rId195" Type="http://schemas.openxmlformats.org/officeDocument/2006/relationships/image" Target="../media/image494.png"/><Relationship Id="rId209" Type="http://schemas.openxmlformats.org/officeDocument/2006/relationships/image" Target="../media/image501.png"/><Relationship Id="rId220" Type="http://schemas.openxmlformats.org/officeDocument/2006/relationships/customXml" Target="../ink/ink1322.xml"/><Relationship Id="rId241" Type="http://schemas.openxmlformats.org/officeDocument/2006/relationships/image" Target="../media/image517.png"/><Relationship Id="rId15" Type="http://schemas.openxmlformats.org/officeDocument/2006/relationships/image" Target="../media/image151.png"/><Relationship Id="rId36" Type="http://schemas.openxmlformats.org/officeDocument/2006/relationships/customXml" Target="../ink/ink1230.xml"/><Relationship Id="rId57" Type="http://schemas.openxmlformats.org/officeDocument/2006/relationships/image" Target="../media/image250.png"/><Relationship Id="rId262" Type="http://schemas.openxmlformats.org/officeDocument/2006/relationships/customXml" Target="../ink/ink1343.xml"/><Relationship Id="rId283" Type="http://schemas.openxmlformats.org/officeDocument/2006/relationships/image" Target="../media/image538.png"/><Relationship Id="rId318" Type="http://schemas.openxmlformats.org/officeDocument/2006/relationships/customXml" Target="../ink/ink1371.xml"/><Relationship Id="rId78" Type="http://schemas.openxmlformats.org/officeDocument/2006/relationships/customXml" Target="../ink/ink1251.xml"/><Relationship Id="rId99" Type="http://schemas.openxmlformats.org/officeDocument/2006/relationships/image" Target="../media/image271.png"/><Relationship Id="rId101" Type="http://schemas.openxmlformats.org/officeDocument/2006/relationships/image" Target="../media/image272.png"/><Relationship Id="rId122" Type="http://schemas.openxmlformats.org/officeDocument/2006/relationships/customXml" Target="../ink/ink1273.xml"/><Relationship Id="rId143" Type="http://schemas.openxmlformats.org/officeDocument/2006/relationships/image" Target="../media/image293.png"/><Relationship Id="rId164" Type="http://schemas.openxmlformats.org/officeDocument/2006/relationships/customXml" Target="../ink/ink1294.xml"/><Relationship Id="rId185" Type="http://schemas.openxmlformats.org/officeDocument/2006/relationships/image" Target="../media/image489.png"/><Relationship Id="rId9" Type="http://schemas.openxmlformats.org/officeDocument/2006/relationships/image" Target="../media/image148.png"/><Relationship Id="rId210" Type="http://schemas.openxmlformats.org/officeDocument/2006/relationships/customXml" Target="../ink/ink1317.xml"/><Relationship Id="rId26" Type="http://schemas.openxmlformats.org/officeDocument/2006/relationships/customXml" Target="../ink/ink1225.xml"/><Relationship Id="rId231" Type="http://schemas.openxmlformats.org/officeDocument/2006/relationships/image" Target="../media/image512.png"/><Relationship Id="rId252" Type="http://schemas.openxmlformats.org/officeDocument/2006/relationships/customXml" Target="../ink/ink1338.xml"/><Relationship Id="rId273" Type="http://schemas.openxmlformats.org/officeDocument/2006/relationships/image" Target="../media/image533.png"/><Relationship Id="rId294" Type="http://schemas.openxmlformats.org/officeDocument/2006/relationships/customXml" Target="../ink/ink1359.xml"/><Relationship Id="rId308" Type="http://schemas.openxmlformats.org/officeDocument/2006/relationships/customXml" Target="../ink/ink1366.xml"/><Relationship Id="rId47" Type="http://schemas.openxmlformats.org/officeDocument/2006/relationships/image" Target="../media/image245.png"/><Relationship Id="rId68" Type="http://schemas.openxmlformats.org/officeDocument/2006/relationships/customXml" Target="../ink/ink1246.xml"/><Relationship Id="rId89" Type="http://schemas.openxmlformats.org/officeDocument/2006/relationships/image" Target="../media/image266.png"/><Relationship Id="rId112" Type="http://schemas.openxmlformats.org/officeDocument/2006/relationships/customXml" Target="../ink/ink1268.xml"/><Relationship Id="rId133" Type="http://schemas.openxmlformats.org/officeDocument/2006/relationships/image" Target="../media/image288.png"/><Relationship Id="rId154" Type="http://schemas.openxmlformats.org/officeDocument/2006/relationships/customXml" Target="../ink/ink1289.xml"/><Relationship Id="rId175" Type="http://schemas.openxmlformats.org/officeDocument/2006/relationships/image" Target="../media/image484.png"/><Relationship Id="rId196" Type="http://schemas.openxmlformats.org/officeDocument/2006/relationships/customXml" Target="../ink/ink1310.xml"/><Relationship Id="rId200" Type="http://schemas.openxmlformats.org/officeDocument/2006/relationships/customXml" Target="../ink/ink1312.xml"/><Relationship Id="rId16" Type="http://schemas.openxmlformats.org/officeDocument/2006/relationships/customXml" Target="../ink/ink1220.xml"/><Relationship Id="rId221" Type="http://schemas.openxmlformats.org/officeDocument/2006/relationships/image" Target="../media/image507.png"/><Relationship Id="rId242" Type="http://schemas.openxmlformats.org/officeDocument/2006/relationships/customXml" Target="../ink/ink1333.xml"/><Relationship Id="rId263" Type="http://schemas.openxmlformats.org/officeDocument/2006/relationships/image" Target="../media/image528.png"/><Relationship Id="rId284" Type="http://schemas.openxmlformats.org/officeDocument/2006/relationships/customXml" Target="../ink/ink1354.xml"/><Relationship Id="rId319" Type="http://schemas.openxmlformats.org/officeDocument/2006/relationships/image" Target="../media/image556.png"/><Relationship Id="rId37" Type="http://schemas.openxmlformats.org/officeDocument/2006/relationships/image" Target="../media/image239.png"/><Relationship Id="rId58" Type="http://schemas.openxmlformats.org/officeDocument/2006/relationships/customXml" Target="../ink/ink1241.xml"/><Relationship Id="rId79" Type="http://schemas.openxmlformats.org/officeDocument/2006/relationships/image" Target="../media/image261.png"/><Relationship Id="rId102" Type="http://schemas.openxmlformats.org/officeDocument/2006/relationships/customXml" Target="../ink/ink1263.xml"/><Relationship Id="rId123" Type="http://schemas.openxmlformats.org/officeDocument/2006/relationships/image" Target="../media/image283.png"/><Relationship Id="rId144" Type="http://schemas.openxmlformats.org/officeDocument/2006/relationships/customXml" Target="../ink/ink1284.xml"/><Relationship Id="rId90" Type="http://schemas.openxmlformats.org/officeDocument/2006/relationships/customXml" Target="../ink/ink1257.xml"/><Relationship Id="rId165" Type="http://schemas.openxmlformats.org/officeDocument/2006/relationships/image" Target="../media/image479.png"/><Relationship Id="rId186" Type="http://schemas.openxmlformats.org/officeDocument/2006/relationships/customXml" Target="../ink/ink1305.xml"/><Relationship Id="rId211" Type="http://schemas.openxmlformats.org/officeDocument/2006/relationships/image" Target="../media/image502.png"/><Relationship Id="rId232" Type="http://schemas.openxmlformats.org/officeDocument/2006/relationships/customXml" Target="../ink/ink1328.xml"/><Relationship Id="rId253" Type="http://schemas.openxmlformats.org/officeDocument/2006/relationships/image" Target="../media/image523.png"/><Relationship Id="rId274" Type="http://schemas.openxmlformats.org/officeDocument/2006/relationships/customXml" Target="../ink/ink1349.xml"/><Relationship Id="rId295" Type="http://schemas.openxmlformats.org/officeDocument/2006/relationships/image" Target="../media/image544.png"/><Relationship Id="rId309" Type="http://schemas.openxmlformats.org/officeDocument/2006/relationships/image" Target="../media/image551.png"/><Relationship Id="rId27" Type="http://schemas.openxmlformats.org/officeDocument/2006/relationships/image" Target="../media/image157.png"/><Relationship Id="rId48" Type="http://schemas.openxmlformats.org/officeDocument/2006/relationships/customXml" Target="../ink/ink1236.xml"/><Relationship Id="rId69" Type="http://schemas.openxmlformats.org/officeDocument/2006/relationships/image" Target="../media/image256.png"/><Relationship Id="rId113" Type="http://schemas.openxmlformats.org/officeDocument/2006/relationships/image" Target="../media/image278.png"/><Relationship Id="rId134" Type="http://schemas.openxmlformats.org/officeDocument/2006/relationships/customXml" Target="../ink/ink1279.xml"/><Relationship Id="rId320" Type="http://schemas.openxmlformats.org/officeDocument/2006/relationships/customXml" Target="../ink/ink1372.xml"/><Relationship Id="rId80" Type="http://schemas.openxmlformats.org/officeDocument/2006/relationships/customXml" Target="../ink/ink1252.xml"/><Relationship Id="rId155" Type="http://schemas.openxmlformats.org/officeDocument/2006/relationships/image" Target="../media/image299.png"/><Relationship Id="rId176" Type="http://schemas.openxmlformats.org/officeDocument/2006/relationships/customXml" Target="../ink/ink1300.xml"/><Relationship Id="rId197" Type="http://schemas.openxmlformats.org/officeDocument/2006/relationships/image" Target="../media/image495.png"/><Relationship Id="rId201" Type="http://schemas.openxmlformats.org/officeDocument/2006/relationships/image" Target="../media/image497.png"/><Relationship Id="rId222" Type="http://schemas.openxmlformats.org/officeDocument/2006/relationships/customXml" Target="../ink/ink1323.xml"/><Relationship Id="rId243" Type="http://schemas.openxmlformats.org/officeDocument/2006/relationships/image" Target="../media/image518.png"/><Relationship Id="rId264" Type="http://schemas.openxmlformats.org/officeDocument/2006/relationships/customXml" Target="../ink/ink1344.xml"/><Relationship Id="rId285" Type="http://schemas.openxmlformats.org/officeDocument/2006/relationships/image" Target="../media/image539.png"/><Relationship Id="rId17" Type="http://schemas.openxmlformats.org/officeDocument/2006/relationships/image" Target="../media/image152.png"/><Relationship Id="rId38" Type="http://schemas.openxmlformats.org/officeDocument/2006/relationships/customXml" Target="../ink/ink1231.xml"/><Relationship Id="rId59" Type="http://schemas.openxmlformats.org/officeDocument/2006/relationships/image" Target="../media/image251.png"/><Relationship Id="rId103" Type="http://schemas.openxmlformats.org/officeDocument/2006/relationships/image" Target="../media/image273.png"/><Relationship Id="rId124" Type="http://schemas.openxmlformats.org/officeDocument/2006/relationships/customXml" Target="../ink/ink1274.xml"/><Relationship Id="rId310" Type="http://schemas.openxmlformats.org/officeDocument/2006/relationships/customXml" Target="../ink/ink1367.xml"/><Relationship Id="rId70" Type="http://schemas.openxmlformats.org/officeDocument/2006/relationships/customXml" Target="../ink/ink1247.xml"/><Relationship Id="rId91" Type="http://schemas.openxmlformats.org/officeDocument/2006/relationships/image" Target="../media/image267.png"/><Relationship Id="rId145" Type="http://schemas.openxmlformats.org/officeDocument/2006/relationships/image" Target="../media/image294.png"/><Relationship Id="rId166" Type="http://schemas.openxmlformats.org/officeDocument/2006/relationships/customXml" Target="../ink/ink1295.xml"/><Relationship Id="rId187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18.xml"/><Relationship Id="rId233" Type="http://schemas.openxmlformats.org/officeDocument/2006/relationships/image" Target="../media/image513.png"/><Relationship Id="rId254" Type="http://schemas.openxmlformats.org/officeDocument/2006/relationships/customXml" Target="../ink/ink1339.xml"/><Relationship Id="rId28" Type="http://schemas.openxmlformats.org/officeDocument/2006/relationships/customXml" Target="../ink/ink1226.xml"/><Relationship Id="rId49" Type="http://schemas.openxmlformats.org/officeDocument/2006/relationships/image" Target="../media/image246.png"/><Relationship Id="rId114" Type="http://schemas.openxmlformats.org/officeDocument/2006/relationships/customXml" Target="../ink/ink1269.xml"/><Relationship Id="rId275" Type="http://schemas.openxmlformats.org/officeDocument/2006/relationships/image" Target="../media/image534.png"/><Relationship Id="rId296" Type="http://schemas.openxmlformats.org/officeDocument/2006/relationships/customXml" Target="../ink/ink1360.xml"/><Relationship Id="rId300" Type="http://schemas.openxmlformats.org/officeDocument/2006/relationships/customXml" Target="../ink/ink1362.xml"/><Relationship Id="rId60" Type="http://schemas.openxmlformats.org/officeDocument/2006/relationships/customXml" Target="../ink/ink1242.xml"/><Relationship Id="rId81" Type="http://schemas.openxmlformats.org/officeDocument/2006/relationships/image" Target="../media/image262.png"/><Relationship Id="rId135" Type="http://schemas.openxmlformats.org/officeDocument/2006/relationships/image" Target="../media/image289.png"/><Relationship Id="rId156" Type="http://schemas.openxmlformats.org/officeDocument/2006/relationships/customXml" Target="../ink/ink1290.xml"/><Relationship Id="rId177" Type="http://schemas.openxmlformats.org/officeDocument/2006/relationships/image" Target="../media/image485.png"/><Relationship Id="rId198" Type="http://schemas.openxmlformats.org/officeDocument/2006/relationships/customXml" Target="../ink/ink1311.xml"/><Relationship Id="rId321" Type="http://schemas.openxmlformats.org/officeDocument/2006/relationships/image" Target="../media/image557.png"/><Relationship Id="rId202" Type="http://schemas.openxmlformats.org/officeDocument/2006/relationships/customXml" Target="../ink/ink1313.xml"/><Relationship Id="rId223" Type="http://schemas.openxmlformats.org/officeDocument/2006/relationships/image" Target="../media/image508.png"/><Relationship Id="rId244" Type="http://schemas.openxmlformats.org/officeDocument/2006/relationships/customXml" Target="../ink/ink1334.xml"/><Relationship Id="rId18" Type="http://schemas.openxmlformats.org/officeDocument/2006/relationships/customXml" Target="../ink/ink1221.xml"/><Relationship Id="rId39" Type="http://schemas.openxmlformats.org/officeDocument/2006/relationships/image" Target="../media/image240.png"/><Relationship Id="rId265" Type="http://schemas.openxmlformats.org/officeDocument/2006/relationships/image" Target="../media/image529.png"/><Relationship Id="rId286" Type="http://schemas.openxmlformats.org/officeDocument/2006/relationships/customXml" Target="../ink/ink1355.xml"/><Relationship Id="rId50" Type="http://schemas.openxmlformats.org/officeDocument/2006/relationships/customXml" Target="../ink/ink1237.xml"/><Relationship Id="rId104" Type="http://schemas.openxmlformats.org/officeDocument/2006/relationships/customXml" Target="../ink/ink1264.xml"/><Relationship Id="rId125" Type="http://schemas.openxmlformats.org/officeDocument/2006/relationships/image" Target="../media/image284.png"/><Relationship Id="rId146" Type="http://schemas.openxmlformats.org/officeDocument/2006/relationships/customXml" Target="../ink/ink1285.xml"/><Relationship Id="rId167" Type="http://schemas.openxmlformats.org/officeDocument/2006/relationships/image" Target="../media/image480.png"/><Relationship Id="rId188" Type="http://schemas.openxmlformats.org/officeDocument/2006/relationships/customXml" Target="../ink/ink1306.xml"/><Relationship Id="rId311" Type="http://schemas.openxmlformats.org/officeDocument/2006/relationships/image" Target="../media/image552.png"/><Relationship Id="rId71" Type="http://schemas.openxmlformats.org/officeDocument/2006/relationships/image" Target="../media/image257.png"/><Relationship Id="rId92" Type="http://schemas.openxmlformats.org/officeDocument/2006/relationships/customXml" Target="../ink/ink1258.xml"/><Relationship Id="rId213" Type="http://schemas.openxmlformats.org/officeDocument/2006/relationships/image" Target="../media/image503.png"/><Relationship Id="rId234" Type="http://schemas.openxmlformats.org/officeDocument/2006/relationships/customXml" Target="../ink/ink1329.xml"/><Relationship Id="rId2" Type="http://schemas.openxmlformats.org/officeDocument/2006/relationships/customXml" Target="../ink/ink1213.xml"/><Relationship Id="rId29" Type="http://schemas.openxmlformats.org/officeDocument/2006/relationships/image" Target="../media/image158.png"/><Relationship Id="rId255" Type="http://schemas.openxmlformats.org/officeDocument/2006/relationships/image" Target="../media/image524.png"/><Relationship Id="rId276" Type="http://schemas.openxmlformats.org/officeDocument/2006/relationships/customXml" Target="../ink/ink1350.xml"/><Relationship Id="rId297" Type="http://schemas.openxmlformats.org/officeDocument/2006/relationships/image" Target="../media/image545.png"/><Relationship Id="rId40" Type="http://schemas.openxmlformats.org/officeDocument/2006/relationships/customXml" Target="../ink/ink1232.xml"/><Relationship Id="rId115" Type="http://schemas.openxmlformats.org/officeDocument/2006/relationships/image" Target="../media/image279.png"/><Relationship Id="rId136" Type="http://schemas.openxmlformats.org/officeDocument/2006/relationships/customXml" Target="../ink/ink1280.xml"/><Relationship Id="rId157" Type="http://schemas.openxmlformats.org/officeDocument/2006/relationships/image" Target="../media/image300.png"/><Relationship Id="rId178" Type="http://schemas.openxmlformats.org/officeDocument/2006/relationships/customXml" Target="../ink/ink1301.xml"/><Relationship Id="rId301" Type="http://schemas.openxmlformats.org/officeDocument/2006/relationships/image" Target="../media/image547.png"/><Relationship Id="rId322" Type="http://schemas.openxmlformats.org/officeDocument/2006/relationships/customXml" Target="../ink/ink1373.xml"/><Relationship Id="rId61" Type="http://schemas.openxmlformats.org/officeDocument/2006/relationships/image" Target="../media/image252.png"/><Relationship Id="rId82" Type="http://schemas.openxmlformats.org/officeDocument/2006/relationships/customXml" Target="../ink/ink1253.xml"/><Relationship Id="rId199" Type="http://schemas.openxmlformats.org/officeDocument/2006/relationships/image" Target="../media/image496.png"/><Relationship Id="rId203" Type="http://schemas.openxmlformats.org/officeDocument/2006/relationships/image" Target="../media/image498.png"/><Relationship Id="rId19" Type="http://schemas.openxmlformats.org/officeDocument/2006/relationships/image" Target="../media/image153.png"/><Relationship Id="rId224" Type="http://schemas.openxmlformats.org/officeDocument/2006/relationships/customXml" Target="../ink/ink1324.xml"/><Relationship Id="rId245" Type="http://schemas.openxmlformats.org/officeDocument/2006/relationships/image" Target="../media/image519.png"/><Relationship Id="rId266" Type="http://schemas.openxmlformats.org/officeDocument/2006/relationships/customXml" Target="../ink/ink1345.xml"/><Relationship Id="rId287" Type="http://schemas.openxmlformats.org/officeDocument/2006/relationships/image" Target="../media/image540.png"/><Relationship Id="rId30" Type="http://schemas.openxmlformats.org/officeDocument/2006/relationships/customXml" Target="../ink/ink1227.xml"/><Relationship Id="rId105" Type="http://schemas.openxmlformats.org/officeDocument/2006/relationships/image" Target="../media/image274.png"/><Relationship Id="rId126" Type="http://schemas.openxmlformats.org/officeDocument/2006/relationships/customXml" Target="../ink/ink1275.xml"/><Relationship Id="rId147" Type="http://schemas.openxmlformats.org/officeDocument/2006/relationships/image" Target="../media/image295.png"/><Relationship Id="rId168" Type="http://schemas.openxmlformats.org/officeDocument/2006/relationships/customXml" Target="../ink/ink1296.xml"/><Relationship Id="rId312" Type="http://schemas.openxmlformats.org/officeDocument/2006/relationships/customXml" Target="../ink/ink1368.xml"/><Relationship Id="rId51" Type="http://schemas.openxmlformats.org/officeDocument/2006/relationships/image" Target="../media/image247.png"/><Relationship Id="rId72" Type="http://schemas.openxmlformats.org/officeDocument/2006/relationships/customXml" Target="../ink/ink1248.xml"/><Relationship Id="rId93" Type="http://schemas.openxmlformats.org/officeDocument/2006/relationships/image" Target="../media/image268.png"/><Relationship Id="rId189" Type="http://schemas.openxmlformats.org/officeDocument/2006/relationships/image" Target="../media/image491.png"/><Relationship Id="rId3" Type="http://schemas.openxmlformats.org/officeDocument/2006/relationships/image" Target="../media/image145.png"/><Relationship Id="rId214" Type="http://schemas.openxmlformats.org/officeDocument/2006/relationships/customXml" Target="../ink/ink1319.xml"/><Relationship Id="rId235" Type="http://schemas.openxmlformats.org/officeDocument/2006/relationships/image" Target="../media/image514.png"/><Relationship Id="rId256" Type="http://schemas.openxmlformats.org/officeDocument/2006/relationships/customXml" Target="../ink/ink1340.xml"/><Relationship Id="rId277" Type="http://schemas.openxmlformats.org/officeDocument/2006/relationships/image" Target="../media/image535.png"/><Relationship Id="rId298" Type="http://schemas.openxmlformats.org/officeDocument/2006/relationships/customXml" Target="../ink/ink1361.xml"/><Relationship Id="rId116" Type="http://schemas.openxmlformats.org/officeDocument/2006/relationships/customXml" Target="../ink/ink1270.xml"/><Relationship Id="rId137" Type="http://schemas.openxmlformats.org/officeDocument/2006/relationships/image" Target="../media/image290.png"/><Relationship Id="rId158" Type="http://schemas.openxmlformats.org/officeDocument/2006/relationships/customXml" Target="../ink/ink1291.xml"/><Relationship Id="rId302" Type="http://schemas.openxmlformats.org/officeDocument/2006/relationships/customXml" Target="../ink/ink1363.xml"/><Relationship Id="rId323" Type="http://schemas.openxmlformats.org/officeDocument/2006/relationships/image" Target="../media/image558.png"/><Relationship Id="rId20" Type="http://schemas.openxmlformats.org/officeDocument/2006/relationships/customXml" Target="../ink/ink1222.xml"/><Relationship Id="rId41" Type="http://schemas.openxmlformats.org/officeDocument/2006/relationships/image" Target="../media/image241.png"/><Relationship Id="rId62" Type="http://schemas.openxmlformats.org/officeDocument/2006/relationships/customXml" Target="../ink/ink1243.xml"/><Relationship Id="rId83" Type="http://schemas.openxmlformats.org/officeDocument/2006/relationships/image" Target="../media/image263.png"/><Relationship Id="rId179" Type="http://schemas.openxmlformats.org/officeDocument/2006/relationships/image" Target="../media/image486.png"/><Relationship Id="rId190" Type="http://schemas.openxmlformats.org/officeDocument/2006/relationships/customXml" Target="../ink/ink1307.xml"/><Relationship Id="rId204" Type="http://schemas.openxmlformats.org/officeDocument/2006/relationships/customXml" Target="../ink/ink1314.xml"/><Relationship Id="rId225" Type="http://schemas.openxmlformats.org/officeDocument/2006/relationships/image" Target="../media/image509.png"/><Relationship Id="rId246" Type="http://schemas.openxmlformats.org/officeDocument/2006/relationships/customXml" Target="../ink/ink1335.xml"/><Relationship Id="rId267" Type="http://schemas.openxmlformats.org/officeDocument/2006/relationships/image" Target="../media/image530.png"/><Relationship Id="rId288" Type="http://schemas.openxmlformats.org/officeDocument/2006/relationships/customXml" Target="../ink/ink1356.xml"/><Relationship Id="rId106" Type="http://schemas.openxmlformats.org/officeDocument/2006/relationships/customXml" Target="../ink/ink1265.xml"/><Relationship Id="rId127" Type="http://schemas.openxmlformats.org/officeDocument/2006/relationships/image" Target="../media/image285.png"/><Relationship Id="rId313" Type="http://schemas.openxmlformats.org/officeDocument/2006/relationships/image" Target="../media/image553.png"/><Relationship Id="rId10" Type="http://schemas.openxmlformats.org/officeDocument/2006/relationships/customXml" Target="../ink/ink1217.xml"/><Relationship Id="rId31" Type="http://schemas.openxmlformats.org/officeDocument/2006/relationships/image" Target="../media/image159.png"/><Relationship Id="rId52" Type="http://schemas.openxmlformats.org/officeDocument/2006/relationships/customXml" Target="../ink/ink1238.xml"/><Relationship Id="rId73" Type="http://schemas.openxmlformats.org/officeDocument/2006/relationships/image" Target="../media/image258.png"/><Relationship Id="rId94" Type="http://schemas.openxmlformats.org/officeDocument/2006/relationships/customXml" Target="../ink/ink1259.xml"/><Relationship Id="rId148" Type="http://schemas.openxmlformats.org/officeDocument/2006/relationships/customXml" Target="../ink/ink1286.xml"/><Relationship Id="rId169" Type="http://schemas.openxmlformats.org/officeDocument/2006/relationships/image" Target="../media/image481.png"/><Relationship Id="rId4" Type="http://schemas.openxmlformats.org/officeDocument/2006/relationships/customXml" Target="../ink/ink1214.xml"/><Relationship Id="rId180" Type="http://schemas.openxmlformats.org/officeDocument/2006/relationships/customXml" Target="../ink/ink1302.xml"/><Relationship Id="rId215" Type="http://schemas.openxmlformats.org/officeDocument/2006/relationships/image" Target="../media/image504.png"/><Relationship Id="rId236" Type="http://schemas.openxmlformats.org/officeDocument/2006/relationships/customXml" Target="../ink/ink1330.xml"/><Relationship Id="rId257" Type="http://schemas.openxmlformats.org/officeDocument/2006/relationships/image" Target="../media/image525.png"/><Relationship Id="rId278" Type="http://schemas.openxmlformats.org/officeDocument/2006/relationships/customXml" Target="../ink/ink1351.xml"/><Relationship Id="rId303" Type="http://schemas.openxmlformats.org/officeDocument/2006/relationships/image" Target="../media/image548.png"/><Relationship Id="rId42" Type="http://schemas.openxmlformats.org/officeDocument/2006/relationships/customXml" Target="../ink/ink1233.xml"/><Relationship Id="rId84" Type="http://schemas.openxmlformats.org/officeDocument/2006/relationships/customXml" Target="../ink/ink1254.xml"/><Relationship Id="rId138" Type="http://schemas.openxmlformats.org/officeDocument/2006/relationships/customXml" Target="../ink/ink1281.xml"/><Relationship Id="rId191" Type="http://schemas.openxmlformats.org/officeDocument/2006/relationships/image" Target="../media/image492.png"/><Relationship Id="rId205" Type="http://schemas.openxmlformats.org/officeDocument/2006/relationships/image" Target="../media/image499.png"/><Relationship Id="rId247" Type="http://schemas.openxmlformats.org/officeDocument/2006/relationships/image" Target="../media/image520.png"/><Relationship Id="rId107" Type="http://schemas.openxmlformats.org/officeDocument/2006/relationships/image" Target="../media/image275.png"/><Relationship Id="rId289" Type="http://schemas.openxmlformats.org/officeDocument/2006/relationships/image" Target="../media/image541.png"/><Relationship Id="rId11" Type="http://schemas.openxmlformats.org/officeDocument/2006/relationships/image" Target="../media/image149.png"/><Relationship Id="rId53" Type="http://schemas.openxmlformats.org/officeDocument/2006/relationships/image" Target="../media/image248.png"/><Relationship Id="rId149" Type="http://schemas.openxmlformats.org/officeDocument/2006/relationships/image" Target="../media/image296.png"/><Relationship Id="rId314" Type="http://schemas.openxmlformats.org/officeDocument/2006/relationships/customXml" Target="../ink/ink1369.xml"/><Relationship Id="rId95" Type="http://schemas.openxmlformats.org/officeDocument/2006/relationships/image" Target="../media/image269.png"/><Relationship Id="rId160" Type="http://schemas.openxmlformats.org/officeDocument/2006/relationships/customXml" Target="../ink/ink1292.xml"/><Relationship Id="rId216" Type="http://schemas.openxmlformats.org/officeDocument/2006/relationships/customXml" Target="../ink/ink1320.xml"/><Relationship Id="rId258" Type="http://schemas.openxmlformats.org/officeDocument/2006/relationships/customXml" Target="../ink/ink1341.xml"/><Relationship Id="rId22" Type="http://schemas.openxmlformats.org/officeDocument/2006/relationships/customXml" Target="../ink/ink1223.xml"/><Relationship Id="rId64" Type="http://schemas.openxmlformats.org/officeDocument/2006/relationships/customXml" Target="../ink/ink1244.xml"/><Relationship Id="rId118" Type="http://schemas.openxmlformats.org/officeDocument/2006/relationships/customXml" Target="../ink/ink1271.xml"/><Relationship Id="rId325" Type="http://schemas.openxmlformats.org/officeDocument/2006/relationships/image" Target="../media/image559.png"/><Relationship Id="rId171" Type="http://schemas.openxmlformats.org/officeDocument/2006/relationships/image" Target="../media/image482.png"/><Relationship Id="rId227" Type="http://schemas.openxmlformats.org/officeDocument/2006/relationships/image" Target="../media/image510.png"/><Relationship Id="rId269" Type="http://schemas.openxmlformats.org/officeDocument/2006/relationships/image" Target="../media/image531.png"/><Relationship Id="rId33" Type="http://schemas.openxmlformats.org/officeDocument/2006/relationships/image" Target="../media/image237.png"/><Relationship Id="rId129" Type="http://schemas.openxmlformats.org/officeDocument/2006/relationships/image" Target="../media/image286.png"/><Relationship Id="rId280" Type="http://schemas.openxmlformats.org/officeDocument/2006/relationships/customXml" Target="../ink/ink1352.xml"/><Relationship Id="rId75" Type="http://schemas.openxmlformats.org/officeDocument/2006/relationships/image" Target="../media/image259.png"/><Relationship Id="rId140" Type="http://schemas.openxmlformats.org/officeDocument/2006/relationships/customXml" Target="../ink/ink1282.xml"/><Relationship Id="rId182" Type="http://schemas.openxmlformats.org/officeDocument/2006/relationships/customXml" Target="../ink/ink1303.xml"/><Relationship Id="rId6" Type="http://schemas.openxmlformats.org/officeDocument/2006/relationships/customXml" Target="../ink/ink1215.xml"/><Relationship Id="rId238" Type="http://schemas.openxmlformats.org/officeDocument/2006/relationships/customXml" Target="../ink/ink1331.xml"/><Relationship Id="rId291" Type="http://schemas.openxmlformats.org/officeDocument/2006/relationships/image" Target="../media/image542.png"/><Relationship Id="rId305" Type="http://schemas.openxmlformats.org/officeDocument/2006/relationships/image" Target="../media/image549.png"/><Relationship Id="rId44" Type="http://schemas.openxmlformats.org/officeDocument/2006/relationships/customXml" Target="../ink/ink1234.xml"/><Relationship Id="rId86" Type="http://schemas.openxmlformats.org/officeDocument/2006/relationships/customXml" Target="../ink/ink1255.xml"/><Relationship Id="rId151" Type="http://schemas.openxmlformats.org/officeDocument/2006/relationships/image" Target="../media/image297.png"/><Relationship Id="rId193" Type="http://schemas.openxmlformats.org/officeDocument/2006/relationships/image" Target="../media/image493.png"/><Relationship Id="rId207" Type="http://schemas.openxmlformats.org/officeDocument/2006/relationships/image" Target="../media/image500.png"/><Relationship Id="rId249" Type="http://schemas.openxmlformats.org/officeDocument/2006/relationships/image" Target="../media/image521.png"/><Relationship Id="rId13" Type="http://schemas.openxmlformats.org/officeDocument/2006/relationships/image" Target="../media/image150.png"/><Relationship Id="rId109" Type="http://schemas.openxmlformats.org/officeDocument/2006/relationships/image" Target="../media/image276.png"/><Relationship Id="rId260" Type="http://schemas.openxmlformats.org/officeDocument/2006/relationships/customXml" Target="../ink/ink1342.xml"/><Relationship Id="rId316" Type="http://schemas.openxmlformats.org/officeDocument/2006/relationships/customXml" Target="../ink/ink1370.xml"/><Relationship Id="rId55" Type="http://schemas.openxmlformats.org/officeDocument/2006/relationships/image" Target="../media/image249.png"/><Relationship Id="rId97" Type="http://schemas.openxmlformats.org/officeDocument/2006/relationships/image" Target="../media/image270.png"/><Relationship Id="rId120" Type="http://schemas.openxmlformats.org/officeDocument/2006/relationships/customXml" Target="../ink/ink127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88.xml"/><Relationship Id="rId21" Type="http://schemas.openxmlformats.org/officeDocument/2006/relationships/image" Target="../media/image10.png"/><Relationship Id="rId42" Type="http://schemas.openxmlformats.org/officeDocument/2006/relationships/customXml" Target="../ink/ink1396.xml"/><Relationship Id="rId47" Type="http://schemas.openxmlformats.org/officeDocument/2006/relationships/image" Target="../media/image565.png"/><Relationship Id="rId63" Type="http://schemas.openxmlformats.org/officeDocument/2006/relationships/image" Target="../media/image573.png"/><Relationship Id="rId68" Type="http://schemas.openxmlformats.org/officeDocument/2006/relationships/customXml" Target="../ink/ink1409.xml"/><Relationship Id="rId84" Type="http://schemas.openxmlformats.org/officeDocument/2006/relationships/customXml" Target="../ink/ink1417.xml"/><Relationship Id="rId16" Type="http://schemas.openxmlformats.org/officeDocument/2006/relationships/customXml" Target="../ink/ink1383.xml"/><Relationship Id="rId11" Type="http://schemas.openxmlformats.org/officeDocument/2006/relationships/image" Target="../media/image5.png"/><Relationship Id="rId32" Type="http://schemas.openxmlformats.org/officeDocument/2006/relationships/customXml" Target="../ink/ink1391.xml"/><Relationship Id="rId37" Type="http://schemas.openxmlformats.org/officeDocument/2006/relationships/image" Target="../media/image18.png"/><Relationship Id="rId53" Type="http://schemas.openxmlformats.org/officeDocument/2006/relationships/image" Target="../media/image568.png"/><Relationship Id="rId58" Type="http://schemas.openxmlformats.org/officeDocument/2006/relationships/customXml" Target="../ink/ink1404.xml"/><Relationship Id="rId74" Type="http://schemas.openxmlformats.org/officeDocument/2006/relationships/customXml" Target="../ink/ink1412.xml"/><Relationship Id="rId79" Type="http://schemas.openxmlformats.org/officeDocument/2006/relationships/image" Target="../media/image581.png"/><Relationship Id="rId5" Type="http://schemas.openxmlformats.org/officeDocument/2006/relationships/image" Target="../media/image2.png"/><Relationship Id="rId19" Type="http://schemas.openxmlformats.org/officeDocument/2006/relationships/image" Target="../media/image9.png"/><Relationship Id="rId14" Type="http://schemas.openxmlformats.org/officeDocument/2006/relationships/customXml" Target="../ink/ink1382.xml"/><Relationship Id="rId22" Type="http://schemas.openxmlformats.org/officeDocument/2006/relationships/customXml" Target="../ink/ink1386.xml"/><Relationship Id="rId27" Type="http://schemas.openxmlformats.org/officeDocument/2006/relationships/image" Target="../media/image13.png"/><Relationship Id="rId30" Type="http://schemas.openxmlformats.org/officeDocument/2006/relationships/customXml" Target="../ink/ink1390.xml"/><Relationship Id="rId35" Type="http://schemas.openxmlformats.org/officeDocument/2006/relationships/image" Target="../media/image17.png"/><Relationship Id="rId43" Type="http://schemas.openxmlformats.org/officeDocument/2006/relationships/image" Target="../media/image563.png"/><Relationship Id="rId48" Type="http://schemas.openxmlformats.org/officeDocument/2006/relationships/customXml" Target="../ink/ink1399.xml"/><Relationship Id="rId56" Type="http://schemas.openxmlformats.org/officeDocument/2006/relationships/customXml" Target="../ink/ink1403.xml"/><Relationship Id="rId64" Type="http://schemas.openxmlformats.org/officeDocument/2006/relationships/customXml" Target="../ink/ink1407.xml"/><Relationship Id="rId69" Type="http://schemas.openxmlformats.org/officeDocument/2006/relationships/image" Target="../media/image576.png"/><Relationship Id="rId77" Type="http://schemas.openxmlformats.org/officeDocument/2006/relationships/image" Target="../media/image580.png"/><Relationship Id="rId8" Type="http://schemas.openxmlformats.org/officeDocument/2006/relationships/customXml" Target="../ink/ink1379.xml"/><Relationship Id="rId51" Type="http://schemas.openxmlformats.org/officeDocument/2006/relationships/image" Target="../media/image567.png"/><Relationship Id="rId72" Type="http://schemas.openxmlformats.org/officeDocument/2006/relationships/customXml" Target="../ink/ink1411.xml"/><Relationship Id="rId80" Type="http://schemas.openxmlformats.org/officeDocument/2006/relationships/customXml" Target="../ink/ink1415.xml"/><Relationship Id="rId85" Type="http://schemas.openxmlformats.org/officeDocument/2006/relationships/image" Target="../media/image584.png"/><Relationship Id="rId3" Type="http://schemas.openxmlformats.org/officeDocument/2006/relationships/image" Target="../media/image1.png"/><Relationship Id="rId12" Type="http://schemas.openxmlformats.org/officeDocument/2006/relationships/customXml" Target="../ink/ink1381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394.xml"/><Relationship Id="rId46" Type="http://schemas.openxmlformats.org/officeDocument/2006/relationships/customXml" Target="../ink/ink1398.xml"/><Relationship Id="rId59" Type="http://schemas.openxmlformats.org/officeDocument/2006/relationships/image" Target="../media/image571.png"/><Relationship Id="rId67" Type="http://schemas.openxmlformats.org/officeDocument/2006/relationships/image" Target="../media/image575.png"/><Relationship Id="rId20" Type="http://schemas.openxmlformats.org/officeDocument/2006/relationships/customXml" Target="../ink/ink1385.xml"/><Relationship Id="rId41" Type="http://schemas.openxmlformats.org/officeDocument/2006/relationships/image" Target="../media/image562.png"/><Relationship Id="rId54" Type="http://schemas.openxmlformats.org/officeDocument/2006/relationships/customXml" Target="../ink/ink1402.xml"/><Relationship Id="rId62" Type="http://schemas.openxmlformats.org/officeDocument/2006/relationships/customXml" Target="../ink/ink1406.xml"/><Relationship Id="rId70" Type="http://schemas.openxmlformats.org/officeDocument/2006/relationships/customXml" Target="../ink/ink1410.xml"/><Relationship Id="rId75" Type="http://schemas.openxmlformats.org/officeDocument/2006/relationships/image" Target="../media/image579.png"/><Relationship Id="rId83" Type="http://schemas.openxmlformats.org/officeDocument/2006/relationships/image" Target="../media/image5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78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89.xml"/><Relationship Id="rId36" Type="http://schemas.openxmlformats.org/officeDocument/2006/relationships/customXml" Target="../ink/ink1393.xml"/><Relationship Id="rId49" Type="http://schemas.openxmlformats.org/officeDocument/2006/relationships/image" Target="../media/image566.png"/><Relationship Id="rId57" Type="http://schemas.openxmlformats.org/officeDocument/2006/relationships/image" Target="../media/image570.png"/><Relationship Id="rId10" Type="http://schemas.openxmlformats.org/officeDocument/2006/relationships/customXml" Target="../ink/ink1380.xml"/><Relationship Id="rId31" Type="http://schemas.openxmlformats.org/officeDocument/2006/relationships/image" Target="../media/image15.png"/><Relationship Id="rId44" Type="http://schemas.openxmlformats.org/officeDocument/2006/relationships/customXml" Target="../ink/ink1397.xml"/><Relationship Id="rId52" Type="http://schemas.openxmlformats.org/officeDocument/2006/relationships/customXml" Target="../ink/ink1401.xml"/><Relationship Id="rId60" Type="http://schemas.openxmlformats.org/officeDocument/2006/relationships/customXml" Target="../ink/ink1405.xml"/><Relationship Id="rId65" Type="http://schemas.openxmlformats.org/officeDocument/2006/relationships/image" Target="../media/image574.png"/><Relationship Id="rId73" Type="http://schemas.openxmlformats.org/officeDocument/2006/relationships/image" Target="../media/image578.png"/><Relationship Id="rId78" Type="http://schemas.openxmlformats.org/officeDocument/2006/relationships/customXml" Target="../ink/ink1414.xml"/><Relationship Id="rId81" Type="http://schemas.openxmlformats.org/officeDocument/2006/relationships/image" Target="../media/image582.png"/><Relationship Id="rId86" Type="http://schemas.openxmlformats.org/officeDocument/2006/relationships/customXml" Target="../ink/ink1418.xml"/><Relationship Id="rId4" Type="http://schemas.openxmlformats.org/officeDocument/2006/relationships/customXml" Target="../ink/ink1377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1384.xml"/><Relationship Id="rId39" Type="http://schemas.openxmlformats.org/officeDocument/2006/relationships/image" Target="../media/image561.png"/><Relationship Id="rId34" Type="http://schemas.openxmlformats.org/officeDocument/2006/relationships/customXml" Target="../ink/ink1392.xml"/><Relationship Id="rId50" Type="http://schemas.openxmlformats.org/officeDocument/2006/relationships/customXml" Target="../ink/ink1400.xml"/><Relationship Id="rId55" Type="http://schemas.openxmlformats.org/officeDocument/2006/relationships/image" Target="../media/image569.png"/><Relationship Id="rId76" Type="http://schemas.openxmlformats.org/officeDocument/2006/relationships/customXml" Target="../ink/ink1413.xml"/><Relationship Id="rId7" Type="http://schemas.openxmlformats.org/officeDocument/2006/relationships/image" Target="../media/image3.png"/><Relationship Id="rId71" Type="http://schemas.openxmlformats.org/officeDocument/2006/relationships/image" Target="../media/image577.png"/><Relationship Id="rId2" Type="http://schemas.openxmlformats.org/officeDocument/2006/relationships/customXml" Target="../ink/ink1376.xml"/><Relationship Id="rId29" Type="http://schemas.openxmlformats.org/officeDocument/2006/relationships/image" Target="../media/image14.png"/><Relationship Id="rId24" Type="http://schemas.openxmlformats.org/officeDocument/2006/relationships/customXml" Target="../ink/ink1387.xml"/><Relationship Id="rId40" Type="http://schemas.openxmlformats.org/officeDocument/2006/relationships/customXml" Target="../ink/ink1395.xml"/><Relationship Id="rId45" Type="http://schemas.openxmlformats.org/officeDocument/2006/relationships/image" Target="../media/image564.png"/><Relationship Id="rId66" Type="http://schemas.openxmlformats.org/officeDocument/2006/relationships/customXml" Target="../ink/ink1408.xml"/><Relationship Id="rId87" Type="http://schemas.openxmlformats.org/officeDocument/2006/relationships/image" Target="../media/image585.png"/><Relationship Id="rId61" Type="http://schemas.openxmlformats.org/officeDocument/2006/relationships/image" Target="../media/image572.png"/><Relationship Id="rId82" Type="http://schemas.openxmlformats.org/officeDocument/2006/relationships/customXml" Target="../ink/ink1416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5.png"/><Relationship Id="rId299" Type="http://schemas.openxmlformats.org/officeDocument/2006/relationships/image" Target="../media/image716.png"/><Relationship Id="rId21" Type="http://schemas.openxmlformats.org/officeDocument/2006/relationships/image" Target="../media/image10.png"/><Relationship Id="rId63" Type="http://schemas.openxmlformats.org/officeDocument/2006/relationships/image" Target="../media/image598.png"/><Relationship Id="rId159" Type="http://schemas.openxmlformats.org/officeDocument/2006/relationships/image" Target="../media/image646.png"/><Relationship Id="rId324" Type="http://schemas.openxmlformats.org/officeDocument/2006/relationships/customXml" Target="../ink/ink1580.xml"/><Relationship Id="rId170" Type="http://schemas.openxmlformats.org/officeDocument/2006/relationships/customXml" Target="../ink/ink1503.xml"/><Relationship Id="rId226" Type="http://schemas.openxmlformats.org/officeDocument/2006/relationships/customXml" Target="../ink/ink1531.xml"/><Relationship Id="rId268" Type="http://schemas.openxmlformats.org/officeDocument/2006/relationships/customXml" Target="../ink/ink1552.xml"/><Relationship Id="rId32" Type="http://schemas.openxmlformats.org/officeDocument/2006/relationships/customXml" Target="../ink/ink1434.xml"/><Relationship Id="rId74" Type="http://schemas.openxmlformats.org/officeDocument/2006/relationships/customXml" Target="../ink/ink1455.xml"/><Relationship Id="rId128" Type="http://schemas.openxmlformats.org/officeDocument/2006/relationships/customXml" Target="../ink/ink1482.xml"/><Relationship Id="rId335" Type="http://schemas.openxmlformats.org/officeDocument/2006/relationships/image" Target="../media/image734.png"/><Relationship Id="rId5" Type="http://schemas.openxmlformats.org/officeDocument/2006/relationships/image" Target="../media/image2.png"/><Relationship Id="rId181" Type="http://schemas.openxmlformats.org/officeDocument/2006/relationships/image" Target="../media/image657.png"/><Relationship Id="rId237" Type="http://schemas.openxmlformats.org/officeDocument/2006/relationships/image" Target="../media/image685.png"/><Relationship Id="rId279" Type="http://schemas.openxmlformats.org/officeDocument/2006/relationships/image" Target="../media/image706.png"/><Relationship Id="rId43" Type="http://schemas.openxmlformats.org/officeDocument/2006/relationships/image" Target="../media/image588.png"/><Relationship Id="rId139" Type="http://schemas.openxmlformats.org/officeDocument/2006/relationships/image" Target="../media/image636.png"/><Relationship Id="rId290" Type="http://schemas.openxmlformats.org/officeDocument/2006/relationships/customXml" Target="../ink/ink1563.xml"/><Relationship Id="rId304" Type="http://schemas.openxmlformats.org/officeDocument/2006/relationships/customXml" Target="../ink/ink1570.xml"/><Relationship Id="rId346" Type="http://schemas.openxmlformats.org/officeDocument/2006/relationships/customXml" Target="../ink/ink1591.xml"/><Relationship Id="rId85" Type="http://schemas.openxmlformats.org/officeDocument/2006/relationships/image" Target="../media/image609.png"/><Relationship Id="rId150" Type="http://schemas.openxmlformats.org/officeDocument/2006/relationships/customXml" Target="../ink/ink1493.xml"/><Relationship Id="rId192" Type="http://schemas.openxmlformats.org/officeDocument/2006/relationships/customXml" Target="../ink/ink1514.xml"/><Relationship Id="rId206" Type="http://schemas.openxmlformats.org/officeDocument/2006/relationships/customXml" Target="../ink/ink1521.xml"/><Relationship Id="rId248" Type="http://schemas.openxmlformats.org/officeDocument/2006/relationships/customXml" Target="../ink/ink1542.xml"/><Relationship Id="rId12" Type="http://schemas.openxmlformats.org/officeDocument/2006/relationships/customXml" Target="../ink/ink1424.xml"/><Relationship Id="rId108" Type="http://schemas.openxmlformats.org/officeDocument/2006/relationships/customXml" Target="../ink/ink1472.xml"/><Relationship Id="rId315" Type="http://schemas.openxmlformats.org/officeDocument/2006/relationships/image" Target="../media/image724.png"/><Relationship Id="rId357" Type="http://schemas.openxmlformats.org/officeDocument/2006/relationships/image" Target="../media/image745.png"/><Relationship Id="rId54" Type="http://schemas.openxmlformats.org/officeDocument/2006/relationships/customXml" Target="../ink/ink1445.xml"/><Relationship Id="rId96" Type="http://schemas.openxmlformats.org/officeDocument/2006/relationships/customXml" Target="../ink/ink1466.xml"/><Relationship Id="rId161" Type="http://schemas.openxmlformats.org/officeDocument/2006/relationships/image" Target="../media/image647.png"/><Relationship Id="rId217" Type="http://schemas.openxmlformats.org/officeDocument/2006/relationships/image" Target="../media/image675.png"/><Relationship Id="rId259" Type="http://schemas.openxmlformats.org/officeDocument/2006/relationships/image" Target="../media/image696.png"/><Relationship Id="rId23" Type="http://schemas.openxmlformats.org/officeDocument/2006/relationships/image" Target="../media/image11.png"/><Relationship Id="rId119" Type="http://schemas.openxmlformats.org/officeDocument/2006/relationships/image" Target="../media/image626.png"/><Relationship Id="rId270" Type="http://schemas.openxmlformats.org/officeDocument/2006/relationships/customXml" Target="../ink/ink1553.xml"/><Relationship Id="rId326" Type="http://schemas.openxmlformats.org/officeDocument/2006/relationships/customXml" Target="../ink/ink1581.xml"/><Relationship Id="rId65" Type="http://schemas.openxmlformats.org/officeDocument/2006/relationships/image" Target="../media/image599.png"/><Relationship Id="rId130" Type="http://schemas.openxmlformats.org/officeDocument/2006/relationships/customXml" Target="../ink/ink1483.xml"/><Relationship Id="rId172" Type="http://schemas.openxmlformats.org/officeDocument/2006/relationships/customXml" Target="../ink/ink1504.xml"/><Relationship Id="rId228" Type="http://schemas.openxmlformats.org/officeDocument/2006/relationships/customXml" Target="../ink/ink1532.xml"/><Relationship Id="rId281" Type="http://schemas.openxmlformats.org/officeDocument/2006/relationships/image" Target="../media/image707.png"/><Relationship Id="rId337" Type="http://schemas.openxmlformats.org/officeDocument/2006/relationships/image" Target="../media/image735.png"/><Relationship Id="rId34" Type="http://schemas.openxmlformats.org/officeDocument/2006/relationships/customXml" Target="../ink/ink1435.xml"/><Relationship Id="rId76" Type="http://schemas.openxmlformats.org/officeDocument/2006/relationships/customXml" Target="../ink/ink1456.xml"/><Relationship Id="rId141" Type="http://schemas.openxmlformats.org/officeDocument/2006/relationships/image" Target="../media/image637.png"/><Relationship Id="rId7" Type="http://schemas.openxmlformats.org/officeDocument/2006/relationships/image" Target="../media/image3.png"/><Relationship Id="rId183" Type="http://schemas.openxmlformats.org/officeDocument/2006/relationships/image" Target="../media/image658.png"/><Relationship Id="rId239" Type="http://schemas.openxmlformats.org/officeDocument/2006/relationships/image" Target="../media/image686.png"/><Relationship Id="rId250" Type="http://schemas.openxmlformats.org/officeDocument/2006/relationships/customXml" Target="../ink/ink1543.xml"/><Relationship Id="rId292" Type="http://schemas.openxmlformats.org/officeDocument/2006/relationships/customXml" Target="../ink/ink1564.xml"/><Relationship Id="rId306" Type="http://schemas.openxmlformats.org/officeDocument/2006/relationships/customXml" Target="../ink/ink1571.xml"/><Relationship Id="rId45" Type="http://schemas.openxmlformats.org/officeDocument/2006/relationships/image" Target="../media/image589.png"/><Relationship Id="rId87" Type="http://schemas.openxmlformats.org/officeDocument/2006/relationships/image" Target="../media/image610.png"/><Relationship Id="rId110" Type="http://schemas.openxmlformats.org/officeDocument/2006/relationships/customXml" Target="../ink/ink1473.xml"/><Relationship Id="rId348" Type="http://schemas.openxmlformats.org/officeDocument/2006/relationships/customXml" Target="../ink/ink1592.xml"/><Relationship Id="rId152" Type="http://schemas.openxmlformats.org/officeDocument/2006/relationships/customXml" Target="../ink/ink1494.xml"/><Relationship Id="rId194" Type="http://schemas.openxmlformats.org/officeDocument/2006/relationships/customXml" Target="../ink/ink1515.xml"/><Relationship Id="rId208" Type="http://schemas.openxmlformats.org/officeDocument/2006/relationships/customXml" Target="../ink/ink1522.xml"/><Relationship Id="rId261" Type="http://schemas.openxmlformats.org/officeDocument/2006/relationships/image" Target="../media/image697.png"/><Relationship Id="rId14" Type="http://schemas.openxmlformats.org/officeDocument/2006/relationships/customXml" Target="../ink/ink1425.xml"/><Relationship Id="rId56" Type="http://schemas.openxmlformats.org/officeDocument/2006/relationships/customXml" Target="../ink/ink1446.xml"/><Relationship Id="rId317" Type="http://schemas.openxmlformats.org/officeDocument/2006/relationships/image" Target="../media/image725.png"/><Relationship Id="rId359" Type="http://schemas.openxmlformats.org/officeDocument/2006/relationships/image" Target="../media/image746.png"/><Relationship Id="rId98" Type="http://schemas.openxmlformats.org/officeDocument/2006/relationships/customXml" Target="../ink/ink1467.xml"/><Relationship Id="rId121" Type="http://schemas.openxmlformats.org/officeDocument/2006/relationships/image" Target="../media/image627.png"/><Relationship Id="rId163" Type="http://schemas.openxmlformats.org/officeDocument/2006/relationships/image" Target="../media/image648.png"/><Relationship Id="rId219" Type="http://schemas.openxmlformats.org/officeDocument/2006/relationships/image" Target="../media/image676.png"/><Relationship Id="rId230" Type="http://schemas.openxmlformats.org/officeDocument/2006/relationships/customXml" Target="../ink/ink1533.xml"/><Relationship Id="rId25" Type="http://schemas.openxmlformats.org/officeDocument/2006/relationships/image" Target="../media/image12.png"/><Relationship Id="rId67" Type="http://schemas.openxmlformats.org/officeDocument/2006/relationships/image" Target="../media/image600.png"/><Relationship Id="rId272" Type="http://schemas.openxmlformats.org/officeDocument/2006/relationships/customXml" Target="../ink/ink1554.xml"/><Relationship Id="rId328" Type="http://schemas.openxmlformats.org/officeDocument/2006/relationships/customXml" Target="../ink/ink1582.xml"/><Relationship Id="rId88" Type="http://schemas.openxmlformats.org/officeDocument/2006/relationships/customXml" Target="../ink/ink1462.xml"/><Relationship Id="rId111" Type="http://schemas.openxmlformats.org/officeDocument/2006/relationships/image" Target="../media/image622.png"/><Relationship Id="rId132" Type="http://schemas.openxmlformats.org/officeDocument/2006/relationships/customXml" Target="../ink/ink1484.xml"/><Relationship Id="rId153" Type="http://schemas.openxmlformats.org/officeDocument/2006/relationships/image" Target="../media/image643.png"/><Relationship Id="rId174" Type="http://schemas.openxmlformats.org/officeDocument/2006/relationships/customXml" Target="../ink/ink1505.xml"/><Relationship Id="rId195" Type="http://schemas.openxmlformats.org/officeDocument/2006/relationships/image" Target="../media/image664.png"/><Relationship Id="rId209" Type="http://schemas.openxmlformats.org/officeDocument/2006/relationships/image" Target="../media/image671.png"/><Relationship Id="rId360" Type="http://schemas.openxmlformats.org/officeDocument/2006/relationships/customXml" Target="../ink/ink1598.xml"/><Relationship Id="rId220" Type="http://schemas.openxmlformats.org/officeDocument/2006/relationships/customXml" Target="../ink/ink1528.xml"/><Relationship Id="rId241" Type="http://schemas.openxmlformats.org/officeDocument/2006/relationships/image" Target="../media/image687.png"/><Relationship Id="rId15" Type="http://schemas.openxmlformats.org/officeDocument/2006/relationships/image" Target="../media/image7.png"/><Relationship Id="rId36" Type="http://schemas.openxmlformats.org/officeDocument/2006/relationships/customXml" Target="../ink/ink1436.xml"/><Relationship Id="rId57" Type="http://schemas.openxmlformats.org/officeDocument/2006/relationships/image" Target="../media/image595.png"/><Relationship Id="rId262" Type="http://schemas.openxmlformats.org/officeDocument/2006/relationships/customXml" Target="../ink/ink1549.xml"/><Relationship Id="rId283" Type="http://schemas.openxmlformats.org/officeDocument/2006/relationships/image" Target="../media/image708.png"/><Relationship Id="rId318" Type="http://schemas.openxmlformats.org/officeDocument/2006/relationships/customXml" Target="../ink/ink1577.xml"/><Relationship Id="rId339" Type="http://schemas.openxmlformats.org/officeDocument/2006/relationships/image" Target="../media/image736.png"/><Relationship Id="rId78" Type="http://schemas.openxmlformats.org/officeDocument/2006/relationships/customXml" Target="../ink/ink1457.xml"/><Relationship Id="rId99" Type="http://schemas.openxmlformats.org/officeDocument/2006/relationships/image" Target="../media/image616.png"/><Relationship Id="rId101" Type="http://schemas.openxmlformats.org/officeDocument/2006/relationships/image" Target="../media/image617.png"/><Relationship Id="rId122" Type="http://schemas.openxmlformats.org/officeDocument/2006/relationships/customXml" Target="../ink/ink1479.xml"/><Relationship Id="rId143" Type="http://schemas.openxmlformats.org/officeDocument/2006/relationships/image" Target="../media/image638.png"/><Relationship Id="rId164" Type="http://schemas.openxmlformats.org/officeDocument/2006/relationships/customXml" Target="../ink/ink1500.xml"/><Relationship Id="rId185" Type="http://schemas.openxmlformats.org/officeDocument/2006/relationships/image" Target="../media/image659.png"/><Relationship Id="rId350" Type="http://schemas.openxmlformats.org/officeDocument/2006/relationships/customXml" Target="../ink/ink1593.xml"/><Relationship Id="rId9" Type="http://schemas.openxmlformats.org/officeDocument/2006/relationships/image" Target="../media/image4.png"/><Relationship Id="rId210" Type="http://schemas.openxmlformats.org/officeDocument/2006/relationships/customXml" Target="../ink/ink1523.xml"/><Relationship Id="rId26" Type="http://schemas.openxmlformats.org/officeDocument/2006/relationships/customXml" Target="../ink/ink1431.xml"/><Relationship Id="rId231" Type="http://schemas.openxmlformats.org/officeDocument/2006/relationships/image" Target="../media/image682.png"/><Relationship Id="rId252" Type="http://schemas.openxmlformats.org/officeDocument/2006/relationships/customXml" Target="../ink/ink1544.xml"/><Relationship Id="rId273" Type="http://schemas.openxmlformats.org/officeDocument/2006/relationships/image" Target="../media/image703.png"/><Relationship Id="rId294" Type="http://schemas.openxmlformats.org/officeDocument/2006/relationships/customXml" Target="../ink/ink1565.xml"/><Relationship Id="rId308" Type="http://schemas.openxmlformats.org/officeDocument/2006/relationships/customXml" Target="../ink/ink1572.xml"/><Relationship Id="rId329" Type="http://schemas.openxmlformats.org/officeDocument/2006/relationships/image" Target="../media/image731.png"/><Relationship Id="rId47" Type="http://schemas.openxmlformats.org/officeDocument/2006/relationships/image" Target="../media/image590.png"/><Relationship Id="rId68" Type="http://schemas.openxmlformats.org/officeDocument/2006/relationships/customXml" Target="../ink/ink1452.xml"/><Relationship Id="rId89" Type="http://schemas.openxmlformats.org/officeDocument/2006/relationships/image" Target="../media/image611.png"/><Relationship Id="rId112" Type="http://schemas.openxmlformats.org/officeDocument/2006/relationships/customXml" Target="../ink/ink1474.xml"/><Relationship Id="rId133" Type="http://schemas.openxmlformats.org/officeDocument/2006/relationships/image" Target="../media/image633.png"/><Relationship Id="rId154" Type="http://schemas.openxmlformats.org/officeDocument/2006/relationships/customXml" Target="../ink/ink1495.xml"/><Relationship Id="rId175" Type="http://schemas.openxmlformats.org/officeDocument/2006/relationships/image" Target="../media/image654.png"/><Relationship Id="rId340" Type="http://schemas.openxmlformats.org/officeDocument/2006/relationships/customXml" Target="../ink/ink1588.xml"/><Relationship Id="rId361" Type="http://schemas.openxmlformats.org/officeDocument/2006/relationships/image" Target="../media/image747.png"/><Relationship Id="rId196" Type="http://schemas.openxmlformats.org/officeDocument/2006/relationships/customXml" Target="../ink/ink1516.xml"/><Relationship Id="rId200" Type="http://schemas.openxmlformats.org/officeDocument/2006/relationships/customXml" Target="../ink/ink1518.xml"/><Relationship Id="rId16" Type="http://schemas.openxmlformats.org/officeDocument/2006/relationships/customXml" Target="../ink/ink1426.xml"/><Relationship Id="rId221" Type="http://schemas.openxmlformats.org/officeDocument/2006/relationships/image" Target="../media/image677.png"/><Relationship Id="rId242" Type="http://schemas.openxmlformats.org/officeDocument/2006/relationships/customXml" Target="../ink/ink1539.xml"/><Relationship Id="rId263" Type="http://schemas.openxmlformats.org/officeDocument/2006/relationships/image" Target="../media/image698.png"/><Relationship Id="rId284" Type="http://schemas.openxmlformats.org/officeDocument/2006/relationships/customXml" Target="../ink/ink1560.xml"/><Relationship Id="rId319" Type="http://schemas.openxmlformats.org/officeDocument/2006/relationships/image" Target="../media/image726.png"/><Relationship Id="rId37" Type="http://schemas.openxmlformats.org/officeDocument/2006/relationships/image" Target="../media/image18.png"/><Relationship Id="rId58" Type="http://schemas.openxmlformats.org/officeDocument/2006/relationships/customXml" Target="../ink/ink1447.xml"/><Relationship Id="rId79" Type="http://schemas.openxmlformats.org/officeDocument/2006/relationships/image" Target="../media/image606.png"/><Relationship Id="rId102" Type="http://schemas.openxmlformats.org/officeDocument/2006/relationships/customXml" Target="../ink/ink1469.xml"/><Relationship Id="rId123" Type="http://schemas.openxmlformats.org/officeDocument/2006/relationships/image" Target="../media/image628.png"/><Relationship Id="rId144" Type="http://schemas.openxmlformats.org/officeDocument/2006/relationships/customXml" Target="../ink/ink1490.xml"/><Relationship Id="rId330" Type="http://schemas.openxmlformats.org/officeDocument/2006/relationships/customXml" Target="../ink/ink1583.xml"/><Relationship Id="rId90" Type="http://schemas.openxmlformats.org/officeDocument/2006/relationships/customXml" Target="../ink/ink1463.xml"/><Relationship Id="rId165" Type="http://schemas.openxmlformats.org/officeDocument/2006/relationships/image" Target="../media/image649.png"/><Relationship Id="rId186" Type="http://schemas.openxmlformats.org/officeDocument/2006/relationships/customXml" Target="../ink/ink1511.xml"/><Relationship Id="rId351" Type="http://schemas.openxmlformats.org/officeDocument/2006/relationships/image" Target="../media/image742.png"/><Relationship Id="rId211" Type="http://schemas.openxmlformats.org/officeDocument/2006/relationships/image" Target="../media/image672.png"/><Relationship Id="rId232" Type="http://schemas.openxmlformats.org/officeDocument/2006/relationships/customXml" Target="../ink/ink1534.xml"/><Relationship Id="rId253" Type="http://schemas.openxmlformats.org/officeDocument/2006/relationships/image" Target="../media/image693.png"/><Relationship Id="rId274" Type="http://schemas.openxmlformats.org/officeDocument/2006/relationships/customXml" Target="../ink/ink1555.xml"/><Relationship Id="rId295" Type="http://schemas.openxmlformats.org/officeDocument/2006/relationships/image" Target="../media/image714.png"/><Relationship Id="rId309" Type="http://schemas.openxmlformats.org/officeDocument/2006/relationships/image" Target="../media/image721.png"/><Relationship Id="rId27" Type="http://schemas.openxmlformats.org/officeDocument/2006/relationships/image" Target="../media/image13.png"/><Relationship Id="rId48" Type="http://schemas.openxmlformats.org/officeDocument/2006/relationships/customXml" Target="../ink/ink1442.xml"/><Relationship Id="rId69" Type="http://schemas.openxmlformats.org/officeDocument/2006/relationships/image" Target="../media/image601.png"/><Relationship Id="rId113" Type="http://schemas.openxmlformats.org/officeDocument/2006/relationships/image" Target="../media/image623.png"/><Relationship Id="rId134" Type="http://schemas.openxmlformats.org/officeDocument/2006/relationships/customXml" Target="../ink/ink1485.xml"/><Relationship Id="rId320" Type="http://schemas.openxmlformats.org/officeDocument/2006/relationships/customXml" Target="../ink/ink1578.xml"/><Relationship Id="rId80" Type="http://schemas.openxmlformats.org/officeDocument/2006/relationships/customXml" Target="../ink/ink1458.xml"/><Relationship Id="rId155" Type="http://schemas.openxmlformats.org/officeDocument/2006/relationships/image" Target="../media/image644.png"/><Relationship Id="rId176" Type="http://schemas.openxmlformats.org/officeDocument/2006/relationships/customXml" Target="../ink/ink1506.xml"/><Relationship Id="rId197" Type="http://schemas.openxmlformats.org/officeDocument/2006/relationships/image" Target="../media/image665.png"/><Relationship Id="rId341" Type="http://schemas.openxmlformats.org/officeDocument/2006/relationships/image" Target="../media/image737.png"/><Relationship Id="rId362" Type="http://schemas.openxmlformats.org/officeDocument/2006/relationships/customXml" Target="../ink/ink1599.xml"/><Relationship Id="rId201" Type="http://schemas.openxmlformats.org/officeDocument/2006/relationships/image" Target="../media/image667.png"/><Relationship Id="rId222" Type="http://schemas.openxmlformats.org/officeDocument/2006/relationships/customXml" Target="../ink/ink1529.xml"/><Relationship Id="rId243" Type="http://schemas.openxmlformats.org/officeDocument/2006/relationships/image" Target="../media/image688.png"/><Relationship Id="rId264" Type="http://schemas.openxmlformats.org/officeDocument/2006/relationships/customXml" Target="../ink/ink1550.xml"/><Relationship Id="rId285" Type="http://schemas.openxmlformats.org/officeDocument/2006/relationships/image" Target="../media/image709.png"/><Relationship Id="rId17" Type="http://schemas.openxmlformats.org/officeDocument/2006/relationships/image" Target="../media/image8.png"/><Relationship Id="rId38" Type="http://schemas.openxmlformats.org/officeDocument/2006/relationships/customXml" Target="../ink/ink1437.xml"/><Relationship Id="rId59" Type="http://schemas.openxmlformats.org/officeDocument/2006/relationships/image" Target="../media/image596.png"/><Relationship Id="rId103" Type="http://schemas.openxmlformats.org/officeDocument/2006/relationships/image" Target="../media/image618.png"/><Relationship Id="rId124" Type="http://schemas.openxmlformats.org/officeDocument/2006/relationships/customXml" Target="../ink/ink1480.xml"/><Relationship Id="rId310" Type="http://schemas.openxmlformats.org/officeDocument/2006/relationships/customXml" Target="../ink/ink1573.xml"/><Relationship Id="rId70" Type="http://schemas.openxmlformats.org/officeDocument/2006/relationships/customXml" Target="../ink/ink1453.xml"/><Relationship Id="rId91" Type="http://schemas.openxmlformats.org/officeDocument/2006/relationships/image" Target="../media/image612.png"/><Relationship Id="rId145" Type="http://schemas.openxmlformats.org/officeDocument/2006/relationships/image" Target="../media/image639.png"/><Relationship Id="rId166" Type="http://schemas.openxmlformats.org/officeDocument/2006/relationships/customXml" Target="../ink/ink1501.xml"/><Relationship Id="rId187" Type="http://schemas.openxmlformats.org/officeDocument/2006/relationships/image" Target="../media/image660.png"/><Relationship Id="rId331" Type="http://schemas.openxmlformats.org/officeDocument/2006/relationships/image" Target="../media/image732.png"/><Relationship Id="rId352" Type="http://schemas.openxmlformats.org/officeDocument/2006/relationships/customXml" Target="../ink/ink159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24.xml"/><Relationship Id="rId233" Type="http://schemas.openxmlformats.org/officeDocument/2006/relationships/image" Target="../media/image683.png"/><Relationship Id="rId254" Type="http://schemas.openxmlformats.org/officeDocument/2006/relationships/customXml" Target="../ink/ink1545.xml"/><Relationship Id="rId28" Type="http://schemas.openxmlformats.org/officeDocument/2006/relationships/customXml" Target="../ink/ink1432.xml"/><Relationship Id="rId49" Type="http://schemas.openxmlformats.org/officeDocument/2006/relationships/image" Target="../media/image591.png"/><Relationship Id="rId114" Type="http://schemas.openxmlformats.org/officeDocument/2006/relationships/customXml" Target="../ink/ink1475.xml"/><Relationship Id="rId275" Type="http://schemas.openxmlformats.org/officeDocument/2006/relationships/image" Target="../media/image704.png"/><Relationship Id="rId296" Type="http://schemas.openxmlformats.org/officeDocument/2006/relationships/customXml" Target="../ink/ink1566.xml"/><Relationship Id="rId300" Type="http://schemas.openxmlformats.org/officeDocument/2006/relationships/customXml" Target="../ink/ink1568.xml"/><Relationship Id="rId60" Type="http://schemas.openxmlformats.org/officeDocument/2006/relationships/customXml" Target="../ink/ink1448.xml"/><Relationship Id="rId81" Type="http://schemas.openxmlformats.org/officeDocument/2006/relationships/image" Target="../media/image607.png"/><Relationship Id="rId135" Type="http://schemas.openxmlformats.org/officeDocument/2006/relationships/image" Target="../media/image634.png"/><Relationship Id="rId156" Type="http://schemas.openxmlformats.org/officeDocument/2006/relationships/customXml" Target="../ink/ink1496.xml"/><Relationship Id="rId177" Type="http://schemas.openxmlformats.org/officeDocument/2006/relationships/image" Target="../media/image655.png"/><Relationship Id="rId198" Type="http://schemas.openxmlformats.org/officeDocument/2006/relationships/customXml" Target="../ink/ink1517.xml"/><Relationship Id="rId321" Type="http://schemas.openxmlformats.org/officeDocument/2006/relationships/image" Target="../media/image727.png"/><Relationship Id="rId342" Type="http://schemas.openxmlformats.org/officeDocument/2006/relationships/customXml" Target="../ink/ink1589.xml"/><Relationship Id="rId363" Type="http://schemas.openxmlformats.org/officeDocument/2006/relationships/image" Target="../media/image748.png"/><Relationship Id="rId202" Type="http://schemas.openxmlformats.org/officeDocument/2006/relationships/customXml" Target="../ink/ink1519.xml"/><Relationship Id="rId223" Type="http://schemas.openxmlformats.org/officeDocument/2006/relationships/image" Target="../media/image678.png"/><Relationship Id="rId244" Type="http://schemas.openxmlformats.org/officeDocument/2006/relationships/customXml" Target="../ink/ink1540.xml"/><Relationship Id="rId18" Type="http://schemas.openxmlformats.org/officeDocument/2006/relationships/customXml" Target="../ink/ink1427.xml"/><Relationship Id="rId39" Type="http://schemas.openxmlformats.org/officeDocument/2006/relationships/image" Target="../media/image586.png"/><Relationship Id="rId265" Type="http://schemas.openxmlformats.org/officeDocument/2006/relationships/image" Target="../media/image699.png"/><Relationship Id="rId286" Type="http://schemas.openxmlformats.org/officeDocument/2006/relationships/customXml" Target="../ink/ink1561.xml"/><Relationship Id="rId50" Type="http://schemas.openxmlformats.org/officeDocument/2006/relationships/customXml" Target="../ink/ink1443.xml"/><Relationship Id="rId104" Type="http://schemas.openxmlformats.org/officeDocument/2006/relationships/customXml" Target="../ink/ink1470.xml"/><Relationship Id="rId125" Type="http://schemas.openxmlformats.org/officeDocument/2006/relationships/image" Target="../media/image629.png"/><Relationship Id="rId146" Type="http://schemas.openxmlformats.org/officeDocument/2006/relationships/customXml" Target="../ink/ink1491.xml"/><Relationship Id="rId167" Type="http://schemas.openxmlformats.org/officeDocument/2006/relationships/image" Target="../media/image650.png"/><Relationship Id="rId188" Type="http://schemas.openxmlformats.org/officeDocument/2006/relationships/customXml" Target="../ink/ink1512.xml"/><Relationship Id="rId311" Type="http://schemas.openxmlformats.org/officeDocument/2006/relationships/image" Target="../media/image722.png"/><Relationship Id="rId332" Type="http://schemas.openxmlformats.org/officeDocument/2006/relationships/customXml" Target="../ink/ink1584.xml"/><Relationship Id="rId353" Type="http://schemas.openxmlformats.org/officeDocument/2006/relationships/image" Target="../media/image743.png"/><Relationship Id="rId71" Type="http://schemas.openxmlformats.org/officeDocument/2006/relationships/image" Target="../media/image602.png"/><Relationship Id="rId92" Type="http://schemas.openxmlformats.org/officeDocument/2006/relationships/customXml" Target="../ink/ink1464.xml"/><Relationship Id="rId213" Type="http://schemas.openxmlformats.org/officeDocument/2006/relationships/image" Target="../media/image673.png"/><Relationship Id="rId234" Type="http://schemas.openxmlformats.org/officeDocument/2006/relationships/customXml" Target="../ink/ink1535.xml"/><Relationship Id="rId2" Type="http://schemas.openxmlformats.org/officeDocument/2006/relationships/customXml" Target="../ink/ink1419.xml"/><Relationship Id="rId29" Type="http://schemas.openxmlformats.org/officeDocument/2006/relationships/image" Target="../media/image14.png"/><Relationship Id="rId255" Type="http://schemas.openxmlformats.org/officeDocument/2006/relationships/image" Target="../media/image694.png"/><Relationship Id="rId276" Type="http://schemas.openxmlformats.org/officeDocument/2006/relationships/customXml" Target="../ink/ink1556.xml"/><Relationship Id="rId297" Type="http://schemas.openxmlformats.org/officeDocument/2006/relationships/image" Target="../media/image715.png"/><Relationship Id="rId40" Type="http://schemas.openxmlformats.org/officeDocument/2006/relationships/customXml" Target="../ink/ink1438.xml"/><Relationship Id="rId115" Type="http://schemas.openxmlformats.org/officeDocument/2006/relationships/image" Target="../media/image624.png"/><Relationship Id="rId136" Type="http://schemas.openxmlformats.org/officeDocument/2006/relationships/customXml" Target="../ink/ink1486.xml"/><Relationship Id="rId157" Type="http://schemas.openxmlformats.org/officeDocument/2006/relationships/image" Target="../media/image645.png"/><Relationship Id="rId178" Type="http://schemas.openxmlformats.org/officeDocument/2006/relationships/customXml" Target="../ink/ink1507.xml"/><Relationship Id="rId301" Type="http://schemas.openxmlformats.org/officeDocument/2006/relationships/image" Target="../media/image717.png"/><Relationship Id="rId322" Type="http://schemas.openxmlformats.org/officeDocument/2006/relationships/customXml" Target="../ink/ink1579.xml"/><Relationship Id="rId343" Type="http://schemas.openxmlformats.org/officeDocument/2006/relationships/image" Target="../media/image738.png"/><Relationship Id="rId61" Type="http://schemas.openxmlformats.org/officeDocument/2006/relationships/image" Target="../media/image597.png"/><Relationship Id="rId82" Type="http://schemas.openxmlformats.org/officeDocument/2006/relationships/customXml" Target="../ink/ink1459.xml"/><Relationship Id="rId199" Type="http://schemas.openxmlformats.org/officeDocument/2006/relationships/image" Target="../media/image666.png"/><Relationship Id="rId203" Type="http://schemas.openxmlformats.org/officeDocument/2006/relationships/image" Target="../media/image668.png"/><Relationship Id="rId19" Type="http://schemas.openxmlformats.org/officeDocument/2006/relationships/image" Target="../media/image9.png"/><Relationship Id="rId224" Type="http://schemas.openxmlformats.org/officeDocument/2006/relationships/customXml" Target="../ink/ink1530.xml"/><Relationship Id="rId245" Type="http://schemas.openxmlformats.org/officeDocument/2006/relationships/image" Target="../media/image689.png"/><Relationship Id="rId266" Type="http://schemas.openxmlformats.org/officeDocument/2006/relationships/customXml" Target="../ink/ink1551.xml"/><Relationship Id="rId287" Type="http://schemas.openxmlformats.org/officeDocument/2006/relationships/image" Target="../media/image710.png"/><Relationship Id="rId30" Type="http://schemas.openxmlformats.org/officeDocument/2006/relationships/customXml" Target="../ink/ink1433.xml"/><Relationship Id="rId105" Type="http://schemas.openxmlformats.org/officeDocument/2006/relationships/image" Target="../media/image619.png"/><Relationship Id="rId126" Type="http://schemas.openxmlformats.org/officeDocument/2006/relationships/customXml" Target="../ink/ink1481.xml"/><Relationship Id="rId147" Type="http://schemas.openxmlformats.org/officeDocument/2006/relationships/image" Target="../media/image640.png"/><Relationship Id="rId168" Type="http://schemas.openxmlformats.org/officeDocument/2006/relationships/customXml" Target="../ink/ink1502.xml"/><Relationship Id="rId312" Type="http://schemas.openxmlformats.org/officeDocument/2006/relationships/customXml" Target="../ink/ink1574.xml"/><Relationship Id="rId333" Type="http://schemas.openxmlformats.org/officeDocument/2006/relationships/image" Target="../media/image733.png"/><Relationship Id="rId354" Type="http://schemas.openxmlformats.org/officeDocument/2006/relationships/customXml" Target="../ink/ink1595.xml"/><Relationship Id="rId51" Type="http://schemas.openxmlformats.org/officeDocument/2006/relationships/image" Target="../media/image592.png"/><Relationship Id="rId72" Type="http://schemas.openxmlformats.org/officeDocument/2006/relationships/customXml" Target="../ink/ink1454.xml"/><Relationship Id="rId93" Type="http://schemas.openxmlformats.org/officeDocument/2006/relationships/image" Target="../media/image613.png"/><Relationship Id="rId189" Type="http://schemas.openxmlformats.org/officeDocument/2006/relationships/image" Target="../media/image661.png"/><Relationship Id="rId3" Type="http://schemas.openxmlformats.org/officeDocument/2006/relationships/image" Target="../media/image1.png"/><Relationship Id="rId214" Type="http://schemas.openxmlformats.org/officeDocument/2006/relationships/customXml" Target="../ink/ink1525.xml"/><Relationship Id="rId235" Type="http://schemas.openxmlformats.org/officeDocument/2006/relationships/image" Target="../media/image684.png"/><Relationship Id="rId256" Type="http://schemas.openxmlformats.org/officeDocument/2006/relationships/customXml" Target="../ink/ink1546.xml"/><Relationship Id="rId277" Type="http://schemas.openxmlformats.org/officeDocument/2006/relationships/image" Target="../media/image705.png"/><Relationship Id="rId298" Type="http://schemas.openxmlformats.org/officeDocument/2006/relationships/customXml" Target="../ink/ink1567.xml"/><Relationship Id="rId116" Type="http://schemas.openxmlformats.org/officeDocument/2006/relationships/customXml" Target="../ink/ink1476.xml"/><Relationship Id="rId137" Type="http://schemas.openxmlformats.org/officeDocument/2006/relationships/image" Target="../media/image635.png"/><Relationship Id="rId158" Type="http://schemas.openxmlformats.org/officeDocument/2006/relationships/customXml" Target="../ink/ink1497.xml"/><Relationship Id="rId302" Type="http://schemas.openxmlformats.org/officeDocument/2006/relationships/customXml" Target="../ink/ink1569.xml"/><Relationship Id="rId323" Type="http://schemas.openxmlformats.org/officeDocument/2006/relationships/image" Target="../media/image728.png"/><Relationship Id="rId344" Type="http://schemas.openxmlformats.org/officeDocument/2006/relationships/customXml" Target="../ink/ink1590.xml"/><Relationship Id="rId20" Type="http://schemas.openxmlformats.org/officeDocument/2006/relationships/customXml" Target="../ink/ink1428.xml"/><Relationship Id="rId41" Type="http://schemas.openxmlformats.org/officeDocument/2006/relationships/image" Target="../media/image587.png"/><Relationship Id="rId62" Type="http://schemas.openxmlformats.org/officeDocument/2006/relationships/customXml" Target="../ink/ink1449.xml"/><Relationship Id="rId83" Type="http://schemas.openxmlformats.org/officeDocument/2006/relationships/image" Target="../media/image608.png"/><Relationship Id="rId179" Type="http://schemas.openxmlformats.org/officeDocument/2006/relationships/image" Target="../media/image656.png"/><Relationship Id="rId190" Type="http://schemas.openxmlformats.org/officeDocument/2006/relationships/customXml" Target="../ink/ink1513.xml"/><Relationship Id="rId204" Type="http://schemas.openxmlformats.org/officeDocument/2006/relationships/customXml" Target="../ink/ink1520.xml"/><Relationship Id="rId225" Type="http://schemas.openxmlformats.org/officeDocument/2006/relationships/image" Target="../media/image679.png"/><Relationship Id="rId246" Type="http://schemas.openxmlformats.org/officeDocument/2006/relationships/customXml" Target="../ink/ink1541.xml"/><Relationship Id="rId267" Type="http://schemas.openxmlformats.org/officeDocument/2006/relationships/image" Target="../media/image700.png"/><Relationship Id="rId288" Type="http://schemas.openxmlformats.org/officeDocument/2006/relationships/customXml" Target="../ink/ink1562.xml"/><Relationship Id="rId106" Type="http://schemas.openxmlformats.org/officeDocument/2006/relationships/customXml" Target="../ink/ink1471.xml"/><Relationship Id="rId127" Type="http://schemas.openxmlformats.org/officeDocument/2006/relationships/image" Target="../media/image630.png"/><Relationship Id="rId313" Type="http://schemas.openxmlformats.org/officeDocument/2006/relationships/image" Target="../media/image723.png"/><Relationship Id="rId10" Type="http://schemas.openxmlformats.org/officeDocument/2006/relationships/customXml" Target="../ink/ink1423.xml"/><Relationship Id="rId31" Type="http://schemas.openxmlformats.org/officeDocument/2006/relationships/image" Target="../media/image15.png"/><Relationship Id="rId52" Type="http://schemas.openxmlformats.org/officeDocument/2006/relationships/customXml" Target="../ink/ink1444.xml"/><Relationship Id="rId73" Type="http://schemas.openxmlformats.org/officeDocument/2006/relationships/image" Target="../media/image603.png"/><Relationship Id="rId94" Type="http://schemas.openxmlformats.org/officeDocument/2006/relationships/customXml" Target="../ink/ink1465.xml"/><Relationship Id="rId148" Type="http://schemas.openxmlformats.org/officeDocument/2006/relationships/customXml" Target="../ink/ink1492.xml"/><Relationship Id="rId169" Type="http://schemas.openxmlformats.org/officeDocument/2006/relationships/image" Target="../media/image651.png"/><Relationship Id="rId334" Type="http://schemas.openxmlformats.org/officeDocument/2006/relationships/customXml" Target="../ink/ink1585.xml"/><Relationship Id="rId355" Type="http://schemas.openxmlformats.org/officeDocument/2006/relationships/image" Target="../media/image744.png"/><Relationship Id="rId4" Type="http://schemas.openxmlformats.org/officeDocument/2006/relationships/customXml" Target="../ink/ink1420.xml"/><Relationship Id="rId180" Type="http://schemas.openxmlformats.org/officeDocument/2006/relationships/customXml" Target="../ink/ink1508.xml"/><Relationship Id="rId215" Type="http://schemas.openxmlformats.org/officeDocument/2006/relationships/image" Target="../media/image674.png"/><Relationship Id="rId236" Type="http://schemas.openxmlformats.org/officeDocument/2006/relationships/customXml" Target="../ink/ink1536.xml"/><Relationship Id="rId257" Type="http://schemas.openxmlformats.org/officeDocument/2006/relationships/image" Target="../media/image695.png"/><Relationship Id="rId278" Type="http://schemas.openxmlformats.org/officeDocument/2006/relationships/customXml" Target="../ink/ink1557.xml"/><Relationship Id="rId303" Type="http://schemas.openxmlformats.org/officeDocument/2006/relationships/image" Target="../media/image718.png"/><Relationship Id="rId42" Type="http://schemas.openxmlformats.org/officeDocument/2006/relationships/customXml" Target="../ink/ink1439.xml"/><Relationship Id="rId84" Type="http://schemas.openxmlformats.org/officeDocument/2006/relationships/customXml" Target="../ink/ink1460.xml"/><Relationship Id="rId138" Type="http://schemas.openxmlformats.org/officeDocument/2006/relationships/customXml" Target="../ink/ink1487.xml"/><Relationship Id="rId345" Type="http://schemas.openxmlformats.org/officeDocument/2006/relationships/image" Target="../media/image739.png"/><Relationship Id="rId191" Type="http://schemas.openxmlformats.org/officeDocument/2006/relationships/image" Target="../media/image662.png"/><Relationship Id="rId205" Type="http://schemas.openxmlformats.org/officeDocument/2006/relationships/image" Target="../media/image669.png"/><Relationship Id="rId247" Type="http://schemas.openxmlformats.org/officeDocument/2006/relationships/image" Target="../media/image690.png"/><Relationship Id="rId107" Type="http://schemas.openxmlformats.org/officeDocument/2006/relationships/image" Target="../media/image620.png"/><Relationship Id="rId289" Type="http://schemas.openxmlformats.org/officeDocument/2006/relationships/image" Target="../media/image711.png"/><Relationship Id="rId11" Type="http://schemas.openxmlformats.org/officeDocument/2006/relationships/image" Target="../media/image5.png"/><Relationship Id="rId53" Type="http://schemas.openxmlformats.org/officeDocument/2006/relationships/image" Target="../media/image593.png"/><Relationship Id="rId149" Type="http://schemas.openxmlformats.org/officeDocument/2006/relationships/image" Target="../media/image641.png"/><Relationship Id="rId314" Type="http://schemas.openxmlformats.org/officeDocument/2006/relationships/customXml" Target="../ink/ink1575.xml"/><Relationship Id="rId356" Type="http://schemas.openxmlformats.org/officeDocument/2006/relationships/customXml" Target="../ink/ink1596.xml"/><Relationship Id="rId95" Type="http://schemas.openxmlformats.org/officeDocument/2006/relationships/image" Target="../media/image614.png"/><Relationship Id="rId160" Type="http://schemas.openxmlformats.org/officeDocument/2006/relationships/customXml" Target="../ink/ink1498.xml"/><Relationship Id="rId216" Type="http://schemas.openxmlformats.org/officeDocument/2006/relationships/customXml" Target="../ink/ink1526.xml"/><Relationship Id="rId258" Type="http://schemas.openxmlformats.org/officeDocument/2006/relationships/customXml" Target="../ink/ink1547.xml"/><Relationship Id="rId22" Type="http://schemas.openxmlformats.org/officeDocument/2006/relationships/customXml" Target="../ink/ink1429.xml"/><Relationship Id="rId64" Type="http://schemas.openxmlformats.org/officeDocument/2006/relationships/customXml" Target="../ink/ink1450.xml"/><Relationship Id="rId118" Type="http://schemas.openxmlformats.org/officeDocument/2006/relationships/customXml" Target="../ink/ink1477.xml"/><Relationship Id="rId325" Type="http://schemas.openxmlformats.org/officeDocument/2006/relationships/image" Target="../media/image729.png"/><Relationship Id="rId171" Type="http://schemas.openxmlformats.org/officeDocument/2006/relationships/image" Target="../media/image652.png"/><Relationship Id="rId227" Type="http://schemas.openxmlformats.org/officeDocument/2006/relationships/image" Target="../media/image680.png"/><Relationship Id="rId269" Type="http://schemas.openxmlformats.org/officeDocument/2006/relationships/image" Target="../media/image701.png"/><Relationship Id="rId33" Type="http://schemas.openxmlformats.org/officeDocument/2006/relationships/image" Target="../media/image16.png"/><Relationship Id="rId129" Type="http://schemas.openxmlformats.org/officeDocument/2006/relationships/image" Target="../media/image631.png"/><Relationship Id="rId280" Type="http://schemas.openxmlformats.org/officeDocument/2006/relationships/customXml" Target="../ink/ink1558.xml"/><Relationship Id="rId336" Type="http://schemas.openxmlformats.org/officeDocument/2006/relationships/customXml" Target="../ink/ink1586.xml"/><Relationship Id="rId75" Type="http://schemas.openxmlformats.org/officeDocument/2006/relationships/image" Target="../media/image604.png"/><Relationship Id="rId140" Type="http://schemas.openxmlformats.org/officeDocument/2006/relationships/customXml" Target="../ink/ink1488.xml"/><Relationship Id="rId182" Type="http://schemas.openxmlformats.org/officeDocument/2006/relationships/customXml" Target="../ink/ink1509.xml"/><Relationship Id="rId6" Type="http://schemas.openxmlformats.org/officeDocument/2006/relationships/customXml" Target="../ink/ink1421.xml"/><Relationship Id="rId238" Type="http://schemas.openxmlformats.org/officeDocument/2006/relationships/customXml" Target="../ink/ink1537.xml"/><Relationship Id="rId291" Type="http://schemas.openxmlformats.org/officeDocument/2006/relationships/image" Target="../media/image712.png"/><Relationship Id="rId305" Type="http://schemas.openxmlformats.org/officeDocument/2006/relationships/image" Target="../media/image719.png"/><Relationship Id="rId347" Type="http://schemas.openxmlformats.org/officeDocument/2006/relationships/image" Target="../media/image740.png"/><Relationship Id="rId44" Type="http://schemas.openxmlformats.org/officeDocument/2006/relationships/customXml" Target="../ink/ink1440.xml"/><Relationship Id="rId86" Type="http://schemas.openxmlformats.org/officeDocument/2006/relationships/customXml" Target="../ink/ink1461.xml"/><Relationship Id="rId151" Type="http://schemas.openxmlformats.org/officeDocument/2006/relationships/image" Target="../media/image642.png"/><Relationship Id="rId193" Type="http://schemas.openxmlformats.org/officeDocument/2006/relationships/image" Target="../media/image663.png"/><Relationship Id="rId207" Type="http://schemas.openxmlformats.org/officeDocument/2006/relationships/image" Target="../media/image670.png"/><Relationship Id="rId249" Type="http://schemas.openxmlformats.org/officeDocument/2006/relationships/image" Target="../media/image691.png"/><Relationship Id="rId13" Type="http://schemas.openxmlformats.org/officeDocument/2006/relationships/image" Target="../media/image6.png"/><Relationship Id="rId109" Type="http://schemas.openxmlformats.org/officeDocument/2006/relationships/image" Target="../media/image621.png"/><Relationship Id="rId260" Type="http://schemas.openxmlformats.org/officeDocument/2006/relationships/customXml" Target="../ink/ink1548.xml"/><Relationship Id="rId316" Type="http://schemas.openxmlformats.org/officeDocument/2006/relationships/customXml" Target="../ink/ink1576.xml"/><Relationship Id="rId55" Type="http://schemas.openxmlformats.org/officeDocument/2006/relationships/image" Target="../media/image594.png"/><Relationship Id="rId97" Type="http://schemas.openxmlformats.org/officeDocument/2006/relationships/image" Target="../media/image615.png"/><Relationship Id="rId120" Type="http://schemas.openxmlformats.org/officeDocument/2006/relationships/customXml" Target="../ink/ink1478.xml"/><Relationship Id="rId358" Type="http://schemas.openxmlformats.org/officeDocument/2006/relationships/customXml" Target="../ink/ink1597.xml"/><Relationship Id="rId162" Type="http://schemas.openxmlformats.org/officeDocument/2006/relationships/customXml" Target="../ink/ink1499.xml"/><Relationship Id="rId218" Type="http://schemas.openxmlformats.org/officeDocument/2006/relationships/customXml" Target="../ink/ink1527.xml"/><Relationship Id="rId271" Type="http://schemas.openxmlformats.org/officeDocument/2006/relationships/image" Target="../media/image702.png"/><Relationship Id="rId24" Type="http://schemas.openxmlformats.org/officeDocument/2006/relationships/customXml" Target="../ink/ink1430.xml"/><Relationship Id="rId66" Type="http://schemas.openxmlformats.org/officeDocument/2006/relationships/customXml" Target="../ink/ink1451.xml"/><Relationship Id="rId131" Type="http://schemas.openxmlformats.org/officeDocument/2006/relationships/image" Target="../media/image632.png"/><Relationship Id="rId327" Type="http://schemas.openxmlformats.org/officeDocument/2006/relationships/image" Target="../media/image730.png"/><Relationship Id="rId173" Type="http://schemas.openxmlformats.org/officeDocument/2006/relationships/image" Target="../media/image653.png"/><Relationship Id="rId229" Type="http://schemas.openxmlformats.org/officeDocument/2006/relationships/image" Target="../media/image681.png"/><Relationship Id="rId240" Type="http://schemas.openxmlformats.org/officeDocument/2006/relationships/customXml" Target="../ink/ink1538.xml"/><Relationship Id="rId35" Type="http://schemas.openxmlformats.org/officeDocument/2006/relationships/image" Target="../media/image17.png"/><Relationship Id="rId77" Type="http://schemas.openxmlformats.org/officeDocument/2006/relationships/image" Target="../media/image605.png"/><Relationship Id="rId100" Type="http://schemas.openxmlformats.org/officeDocument/2006/relationships/customXml" Target="../ink/ink1468.xml"/><Relationship Id="rId282" Type="http://schemas.openxmlformats.org/officeDocument/2006/relationships/customXml" Target="../ink/ink1559.xml"/><Relationship Id="rId338" Type="http://schemas.openxmlformats.org/officeDocument/2006/relationships/customXml" Target="../ink/ink1587.xml"/><Relationship Id="rId8" Type="http://schemas.openxmlformats.org/officeDocument/2006/relationships/customXml" Target="../ink/ink1422.xml"/><Relationship Id="rId142" Type="http://schemas.openxmlformats.org/officeDocument/2006/relationships/customXml" Target="../ink/ink1489.xml"/><Relationship Id="rId184" Type="http://schemas.openxmlformats.org/officeDocument/2006/relationships/customXml" Target="../ink/ink1510.xml"/><Relationship Id="rId251" Type="http://schemas.openxmlformats.org/officeDocument/2006/relationships/image" Target="../media/image692.png"/><Relationship Id="rId46" Type="http://schemas.openxmlformats.org/officeDocument/2006/relationships/customXml" Target="../ink/ink1441.xml"/><Relationship Id="rId293" Type="http://schemas.openxmlformats.org/officeDocument/2006/relationships/image" Target="../media/image713.png"/><Relationship Id="rId307" Type="http://schemas.openxmlformats.org/officeDocument/2006/relationships/image" Target="../media/image720.png"/><Relationship Id="rId349" Type="http://schemas.openxmlformats.org/officeDocument/2006/relationships/image" Target="../media/image741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5.png"/><Relationship Id="rId299" Type="http://schemas.openxmlformats.org/officeDocument/2006/relationships/image" Target="../media/image716.png"/><Relationship Id="rId21" Type="http://schemas.openxmlformats.org/officeDocument/2006/relationships/image" Target="../media/image10.png"/><Relationship Id="rId63" Type="http://schemas.openxmlformats.org/officeDocument/2006/relationships/image" Target="../media/image598.png"/><Relationship Id="rId159" Type="http://schemas.openxmlformats.org/officeDocument/2006/relationships/image" Target="../media/image646.png"/><Relationship Id="rId324" Type="http://schemas.openxmlformats.org/officeDocument/2006/relationships/customXml" Target="../ink/ink1761.xml"/><Relationship Id="rId366" Type="http://schemas.openxmlformats.org/officeDocument/2006/relationships/customXml" Target="../ink/ink1782.xml"/><Relationship Id="rId170" Type="http://schemas.openxmlformats.org/officeDocument/2006/relationships/customXml" Target="../ink/ink1684.xml"/><Relationship Id="rId226" Type="http://schemas.openxmlformats.org/officeDocument/2006/relationships/customXml" Target="../ink/ink1712.xml"/><Relationship Id="rId433" Type="http://schemas.openxmlformats.org/officeDocument/2006/relationships/image" Target="../media/image785.png"/><Relationship Id="rId268" Type="http://schemas.openxmlformats.org/officeDocument/2006/relationships/customXml" Target="../ink/ink1733.xml"/><Relationship Id="rId32" Type="http://schemas.openxmlformats.org/officeDocument/2006/relationships/customXml" Target="../ink/ink1615.xml"/><Relationship Id="rId74" Type="http://schemas.openxmlformats.org/officeDocument/2006/relationships/customXml" Target="../ink/ink1636.xml"/><Relationship Id="rId128" Type="http://schemas.openxmlformats.org/officeDocument/2006/relationships/customXml" Target="../ink/ink1663.xml"/><Relationship Id="rId335" Type="http://schemas.openxmlformats.org/officeDocument/2006/relationships/image" Target="../media/image734.png"/><Relationship Id="rId377" Type="http://schemas.openxmlformats.org/officeDocument/2006/relationships/image" Target="../media/image757.png"/><Relationship Id="rId5" Type="http://schemas.openxmlformats.org/officeDocument/2006/relationships/image" Target="../media/image2.png"/><Relationship Id="rId181" Type="http://schemas.openxmlformats.org/officeDocument/2006/relationships/image" Target="../media/image657.png"/><Relationship Id="rId237" Type="http://schemas.openxmlformats.org/officeDocument/2006/relationships/image" Target="../media/image685.png"/><Relationship Id="rId402" Type="http://schemas.openxmlformats.org/officeDocument/2006/relationships/customXml" Target="../ink/ink1800.xml"/><Relationship Id="rId279" Type="http://schemas.openxmlformats.org/officeDocument/2006/relationships/image" Target="../media/image706.png"/><Relationship Id="rId444" Type="http://schemas.openxmlformats.org/officeDocument/2006/relationships/customXml" Target="../ink/ink1821.xml"/><Relationship Id="rId43" Type="http://schemas.openxmlformats.org/officeDocument/2006/relationships/image" Target="../media/image588.png"/><Relationship Id="rId139" Type="http://schemas.openxmlformats.org/officeDocument/2006/relationships/image" Target="../media/image636.png"/><Relationship Id="rId290" Type="http://schemas.openxmlformats.org/officeDocument/2006/relationships/customXml" Target="../ink/ink1744.xml"/><Relationship Id="rId304" Type="http://schemas.openxmlformats.org/officeDocument/2006/relationships/customXml" Target="../ink/ink1751.xml"/><Relationship Id="rId346" Type="http://schemas.openxmlformats.org/officeDocument/2006/relationships/customXml" Target="../ink/ink1772.xml"/><Relationship Id="rId388" Type="http://schemas.openxmlformats.org/officeDocument/2006/relationships/customXml" Target="../ink/ink1793.xml"/><Relationship Id="rId85" Type="http://schemas.openxmlformats.org/officeDocument/2006/relationships/image" Target="../media/image609.png"/><Relationship Id="rId150" Type="http://schemas.openxmlformats.org/officeDocument/2006/relationships/customXml" Target="../ink/ink1674.xml"/><Relationship Id="rId192" Type="http://schemas.openxmlformats.org/officeDocument/2006/relationships/customXml" Target="../ink/ink1695.xml"/><Relationship Id="rId206" Type="http://schemas.openxmlformats.org/officeDocument/2006/relationships/customXml" Target="../ink/ink1702.xml"/><Relationship Id="rId413" Type="http://schemas.openxmlformats.org/officeDocument/2006/relationships/image" Target="../media/image775.png"/><Relationship Id="rId248" Type="http://schemas.openxmlformats.org/officeDocument/2006/relationships/customXml" Target="../ink/ink1723.xml"/><Relationship Id="rId455" Type="http://schemas.openxmlformats.org/officeDocument/2006/relationships/image" Target="../media/image796.png"/><Relationship Id="rId12" Type="http://schemas.openxmlformats.org/officeDocument/2006/relationships/customXml" Target="../ink/ink1605.xml"/><Relationship Id="rId108" Type="http://schemas.openxmlformats.org/officeDocument/2006/relationships/customXml" Target="../ink/ink1653.xml"/><Relationship Id="rId315" Type="http://schemas.openxmlformats.org/officeDocument/2006/relationships/image" Target="../media/image724.png"/><Relationship Id="rId357" Type="http://schemas.openxmlformats.org/officeDocument/2006/relationships/image" Target="../media/image745.png"/><Relationship Id="rId54" Type="http://schemas.openxmlformats.org/officeDocument/2006/relationships/customXml" Target="../ink/ink1626.xml"/><Relationship Id="rId96" Type="http://schemas.openxmlformats.org/officeDocument/2006/relationships/customXml" Target="../ink/ink1647.xml"/><Relationship Id="rId161" Type="http://schemas.openxmlformats.org/officeDocument/2006/relationships/image" Target="../media/image647.png"/><Relationship Id="rId217" Type="http://schemas.openxmlformats.org/officeDocument/2006/relationships/image" Target="../media/image675.png"/><Relationship Id="rId399" Type="http://schemas.openxmlformats.org/officeDocument/2006/relationships/image" Target="../media/image768.png"/><Relationship Id="rId259" Type="http://schemas.openxmlformats.org/officeDocument/2006/relationships/image" Target="../media/image696.png"/><Relationship Id="rId424" Type="http://schemas.openxmlformats.org/officeDocument/2006/relationships/customXml" Target="../ink/ink1811.xml"/><Relationship Id="rId23" Type="http://schemas.openxmlformats.org/officeDocument/2006/relationships/image" Target="../media/image11.png"/><Relationship Id="rId119" Type="http://schemas.openxmlformats.org/officeDocument/2006/relationships/image" Target="../media/image626.png"/><Relationship Id="rId270" Type="http://schemas.openxmlformats.org/officeDocument/2006/relationships/customXml" Target="../ink/ink1734.xml"/><Relationship Id="rId326" Type="http://schemas.openxmlformats.org/officeDocument/2006/relationships/customXml" Target="../ink/ink1762.xml"/><Relationship Id="rId65" Type="http://schemas.openxmlformats.org/officeDocument/2006/relationships/image" Target="../media/image599.png"/><Relationship Id="rId130" Type="http://schemas.openxmlformats.org/officeDocument/2006/relationships/customXml" Target="../ink/ink1664.xml"/><Relationship Id="rId368" Type="http://schemas.openxmlformats.org/officeDocument/2006/relationships/customXml" Target="../ink/ink1783.xml"/><Relationship Id="rId172" Type="http://schemas.openxmlformats.org/officeDocument/2006/relationships/customXml" Target="../ink/ink1685.xml"/><Relationship Id="rId228" Type="http://schemas.openxmlformats.org/officeDocument/2006/relationships/customXml" Target="../ink/ink1713.xml"/><Relationship Id="rId435" Type="http://schemas.openxmlformats.org/officeDocument/2006/relationships/image" Target="../media/image786.png"/><Relationship Id="rId281" Type="http://schemas.openxmlformats.org/officeDocument/2006/relationships/image" Target="../media/image707.png"/><Relationship Id="rId337" Type="http://schemas.openxmlformats.org/officeDocument/2006/relationships/image" Target="../media/image735.png"/><Relationship Id="rId34" Type="http://schemas.openxmlformats.org/officeDocument/2006/relationships/customXml" Target="../ink/ink1616.xml"/><Relationship Id="rId76" Type="http://schemas.openxmlformats.org/officeDocument/2006/relationships/customXml" Target="../ink/ink1637.xml"/><Relationship Id="rId141" Type="http://schemas.openxmlformats.org/officeDocument/2006/relationships/image" Target="../media/image637.png"/><Relationship Id="rId379" Type="http://schemas.openxmlformats.org/officeDocument/2006/relationships/image" Target="../media/image758.png"/><Relationship Id="rId7" Type="http://schemas.openxmlformats.org/officeDocument/2006/relationships/image" Target="../media/image3.png"/><Relationship Id="rId183" Type="http://schemas.openxmlformats.org/officeDocument/2006/relationships/image" Target="../media/image658.png"/><Relationship Id="rId239" Type="http://schemas.openxmlformats.org/officeDocument/2006/relationships/image" Target="../media/image686.png"/><Relationship Id="rId390" Type="http://schemas.openxmlformats.org/officeDocument/2006/relationships/customXml" Target="../ink/ink1794.xml"/><Relationship Id="rId404" Type="http://schemas.openxmlformats.org/officeDocument/2006/relationships/customXml" Target="../ink/ink1801.xml"/><Relationship Id="rId446" Type="http://schemas.openxmlformats.org/officeDocument/2006/relationships/customXml" Target="../ink/ink1822.xml"/><Relationship Id="rId250" Type="http://schemas.openxmlformats.org/officeDocument/2006/relationships/customXml" Target="../ink/ink1724.xml"/><Relationship Id="rId292" Type="http://schemas.openxmlformats.org/officeDocument/2006/relationships/customXml" Target="../ink/ink1745.xml"/><Relationship Id="rId306" Type="http://schemas.openxmlformats.org/officeDocument/2006/relationships/customXml" Target="../ink/ink1752.xml"/><Relationship Id="rId45" Type="http://schemas.openxmlformats.org/officeDocument/2006/relationships/image" Target="../media/image589.png"/><Relationship Id="rId87" Type="http://schemas.openxmlformats.org/officeDocument/2006/relationships/image" Target="../media/image610.png"/><Relationship Id="rId110" Type="http://schemas.openxmlformats.org/officeDocument/2006/relationships/customXml" Target="../ink/ink1654.xml"/><Relationship Id="rId348" Type="http://schemas.openxmlformats.org/officeDocument/2006/relationships/customXml" Target="../ink/ink1773.xml"/><Relationship Id="rId152" Type="http://schemas.openxmlformats.org/officeDocument/2006/relationships/customXml" Target="../ink/ink1675.xml"/><Relationship Id="rId194" Type="http://schemas.openxmlformats.org/officeDocument/2006/relationships/customXml" Target="../ink/ink1696.xml"/><Relationship Id="rId208" Type="http://schemas.openxmlformats.org/officeDocument/2006/relationships/customXml" Target="../ink/ink1703.xml"/><Relationship Id="rId415" Type="http://schemas.openxmlformats.org/officeDocument/2006/relationships/image" Target="../media/image776.png"/><Relationship Id="rId457" Type="http://schemas.openxmlformats.org/officeDocument/2006/relationships/image" Target="../media/image797.png"/><Relationship Id="rId261" Type="http://schemas.openxmlformats.org/officeDocument/2006/relationships/image" Target="../media/image697.png"/><Relationship Id="rId14" Type="http://schemas.openxmlformats.org/officeDocument/2006/relationships/customXml" Target="../ink/ink1606.xml"/><Relationship Id="rId56" Type="http://schemas.openxmlformats.org/officeDocument/2006/relationships/customXml" Target="../ink/ink1627.xml"/><Relationship Id="rId317" Type="http://schemas.openxmlformats.org/officeDocument/2006/relationships/image" Target="../media/image725.png"/><Relationship Id="rId359" Type="http://schemas.openxmlformats.org/officeDocument/2006/relationships/image" Target="../media/image748.png"/><Relationship Id="rId98" Type="http://schemas.openxmlformats.org/officeDocument/2006/relationships/customXml" Target="../ink/ink1648.xml"/><Relationship Id="rId121" Type="http://schemas.openxmlformats.org/officeDocument/2006/relationships/image" Target="../media/image627.png"/><Relationship Id="rId163" Type="http://schemas.openxmlformats.org/officeDocument/2006/relationships/image" Target="../media/image648.png"/><Relationship Id="rId219" Type="http://schemas.openxmlformats.org/officeDocument/2006/relationships/image" Target="../media/image676.png"/><Relationship Id="rId370" Type="http://schemas.openxmlformats.org/officeDocument/2006/relationships/customXml" Target="../ink/ink1784.xml"/><Relationship Id="rId426" Type="http://schemas.openxmlformats.org/officeDocument/2006/relationships/customXml" Target="../ink/ink1812.xml"/><Relationship Id="rId230" Type="http://schemas.openxmlformats.org/officeDocument/2006/relationships/customXml" Target="../ink/ink1714.xml"/><Relationship Id="rId25" Type="http://schemas.openxmlformats.org/officeDocument/2006/relationships/image" Target="../media/image12.png"/><Relationship Id="rId67" Type="http://schemas.openxmlformats.org/officeDocument/2006/relationships/image" Target="../media/image600.png"/><Relationship Id="rId272" Type="http://schemas.openxmlformats.org/officeDocument/2006/relationships/customXml" Target="../ink/ink1735.xml"/><Relationship Id="rId328" Type="http://schemas.openxmlformats.org/officeDocument/2006/relationships/customXml" Target="../ink/ink1763.xml"/><Relationship Id="rId132" Type="http://schemas.openxmlformats.org/officeDocument/2006/relationships/customXml" Target="../ink/ink1665.xml"/><Relationship Id="rId174" Type="http://schemas.openxmlformats.org/officeDocument/2006/relationships/customXml" Target="../ink/ink1686.xml"/><Relationship Id="rId381" Type="http://schemas.openxmlformats.org/officeDocument/2006/relationships/image" Target="../media/image759.png"/><Relationship Id="rId241" Type="http://schemas.openxmlformats.org/officeDocument/2006/relationships/image" Target="../media/image687.png"/><Relationship Id="rId437" Type="http://schemas.openxmlformats.org/officeDocument/2006/relationships/image" Target="../media/image787.png"/><Relationship Id="rId36" Type="http://schemas.openxmlformats.org/officeDocument/2006/relationships/customXml" Target="../ink/ink1617.xml"/><Relationship Id="rId283" Type="http://schemas.openxmlformats.org/officeDocument/2006/relationships/image" Target="../media/image708.png"/><Relationship Id="rId339" Type="http://schemas.openxmlformats.org/officeDocument/2006/relationships/image" Target="../media/image736.png"/><Relationship Id="rId78" Type="http://schemas.openxmlformats.org/officeDocument/2006/relationships/customXml" Target="../ink/ink1638.xml"/><Relationship Id="rId101" Type="http://schemas.openxmlformats.org/officeDocument/2006/relationships/image" Target="../media/image617.png"/><Relationship Id="rId143" Type="http://schemas.openxmlformats.org/officeDocument/2006/relationships/image" Target="../media/image638.png"/><Relationship Id="rId185" Type="http://schemas.openxmlformats.org/officeDocument/2006/relationships/image" Target="../media/image659.png"/><Relationship Id="rId350" Type="http://schemas.openxmlformats.org/officeDocument/2006/relationships/customXml" Target="../ink/ink1774.xml"/><Relationship Id="rId406" Type="http://schemas.openxmlformats.org/officeDocument/2006/relationships/customXml" Target="../ink/ink1802.xml"/><Relationship Id="rId9" Type="http://schemas.openxmlformats.org/officeDocument/2006/relationships/image" Target="../media/image4.png"/><Relationship Id="rId210" Type="http://schemas.openxmlformats.org/officeDocument/2006/relationships/customXml" Target="../ink/ink1704.xml"/><Relationship Id="rId392" Type="http://schemas.openxmlformats.org/officeDocument/2006/relationships/customXml" Target="../ink/ink1795.xml"/><Relationship Id="rId448" Type="http://schemas.openxmlformats.org/officeDocument/2006/relationships/customXml" Target="../ink/ink1823.xml"/><Relationship Id="rId252" Type="http://schemas.openxmlformats.org/officeDocument/2006/relationships/customXml" Target="../ink/ink1725.xml"/><Relationship Id="rId294" Type="http://schemas.openxmlformats.org/officeDocument/2006/relationships/customXml" Target="../ink/ink1746.xml"/><Relationship Id="rId308" Type="http://schemas.openxmlformats.org/officeDocument/2006/relationships/customXml" Target="../ink/ink1753.xml"/><Relationship Id="rId47" Type="http://schemas.openxmlformats.org/officeDocument/2006/relationships/image" Target="../media/image590.png"/><Relationship Id="rId89" Type="http://schemas.openxmlformats.org/officeDocument/2006/relationships/image" Target="../media/image611.png"/><Relationship Id="rId112" Type="http://schemas.openxmlformats.org/officeDocument/2006/relationships/customXml" Target="../ink/ink1655.xml"/><Relationship Id="rId154" Type="http://schemas.openxmlformats.org/officeDocument/2006/relationships/customXml" Target="../ink/ink1676.xml"/><Relationship Id="rId361" Type="http://schemas.openxmlformats.org/officeDocument/2006/relationships/image" Target="../media/image749.png"/><Relationship Id="rId196" Type="http://schemas.openxmlformats.org/officeDocument/2006/relationships/customXml" Target="../ink/ink1697.xml"/><Relationship Id="rId417" Type="http://schemas.openxmlformats.org/officeDocument/2006/relationships/image" Target="../media/image777.png"/><Relationship Id="rId459" Type="http://schemas.openxmlformats.org/officeDocument/2006/relationships/image" Target="../media/image798.png"/><Relationship Id="rId16" Type="http://schemas.openxmlformats.org/officeDocument/2006/relationships/customXml" Target="../ink/ink1607.xml"/><Relationship Id="rId221" Type="http://schemas.openxmlformats.org/officeDocument/2006/relationships/image" Target="../media/image677.png"/><Relationship Id="rId263" Type="http://schemas.openxmlformats.org/officeDocument/2006/relationships/image" Target="../media/image698.png"/><Relationship Id="rId319" Type="http://schemas.openxmlformats.org/officeDocument/2006/relationships/image" Target="../media/image726.png"/><Relationship Id="rId58" Type="http://schemas.openxmlformats.org/officeDocument/2006/relationships/customXml" Target="../ink/ink1628.xml"/><Relationship Id="rId123" Type="http://schemas.openxmlformats.org/officeDocument/2006/relationships/image" Target="../media/image628.png"/><Relationship Id="rId330" Type="http://schemas.openxmlformats.org/officeDocument/2006/relationships/customXml" Target="../ink/ink1764.xml"/><Relationship Id="rId165" Type="http://schemas.openxmlformats.org/officeDocument/2006/relationships/image" Target="../media/image649.png"/><Relationship Id="rId372" Type="http://schemas.openxmlformats.org/officeDocument/2006/relationships/customXml" Target="../ink/ink1785.xml"/><Relationship Id="rId428" Type="http://schemas.openxmlformats.org/officeDocument/2006/relationships/customXml" Target="../ink/ink1813.xml"/><Relationship Id="rId232" Type="http://schemas.openxmlformats.org/officeDocument/2006/relationships/customXml" Target="../ink/ink1715.xml"/><Relationship Id="rId274" Type="http://schemas.openxmlformats.org/officeDocument/2006/relationships/customXml" Target="../ink/ink1736.xml"/><Relationship Id="rId27" Type="http://schemas.openxmlformats.org/officeDocument/2006/relationships/image" Target="../media/image13.png"/><Relationship Id="rId69" Type="http://schemas.openxmlformats.org/officeDocument/2006/relationships/image" Target="../media/image601.png"/><Relationship Id="rId134" Type="http://schemas.openxmlformats.org/officeDocument/2006/relationships/customXml" Target="../ink/ink1666.xml"/><Relationship Id="rId80" Type="http://schemas.openxmlformats.org/officeDocument/2006/relationships/customXml" Target="../ink/ink1639.xml"/><Relationship Id="rId176" Type="http://schemas.openxmlformats.org/officeDocument/2006/relationships/customXml" Target="../ink/ink1687.xml"/><Relationship Id="rId341" Type="http://schemas.openxmlformats.org/officeDocument/2006/relationships/image" Target="../media/image737.png"/><Relationship Id="rId383" Type="http://schemas.openxmlformats.org/officeDocument/2006/relationships/image" Target="../media/image760.png"/><Relationship Id="rId439" Type="http://schemas.openxmlformats.org/officeDocument/2006/relationships/image" Target="../media/image788.png"/><Relationship Id="rId201" Type="http://schemas.openxmlformats.org/officeDocument/2006/relationships/image" Target="../media/image667.png"/><Relationship Id="rId243" Type="http://schemas.openxmlformats.org/officeDocument/2006/relationships/image" Target="../media/image688.png"/><Relationship Id="rId285" Type="http://schemas.openxmlformats.org/officeDocument/2006/relationships/image" Target="../media/image709.png"/><Relationship Id="rId450" Type="http://schemas.openxmlformats.org/officeDocument/2006/relationships/customXml" Target="../ink/ink1824.xml"/><Relationship Id="rId38" Type="http://schemas.openxmlformats.org/officeDocument/2006/relationships/customXml" Target="../ink/ink1618.xml"/><Relationship Id="rId103" Type="http://schemas.openxmlformats.org/officeDocument/2006/relationships/image" Target="../media/image618.png"/><Relationship Id="rId310" Type="http://schemas.openxmlformats.org/officeDocument/2006/relationships/customXml" Target="../ink/ink1754.xml"/><Relationship Id="rId91" Type="http://schemas.openxmlformats.org/officeDocument/2006/relationships/image" Target="../media/image612.png"/><Relationship Id="rId145" Type="http://schemas.openxmlformats.org/officeDocument/2006/relationships/image" Target="../media/image639.png"/><Relationship Id="rId187" Type="http://schemas.openxmlformats.org/officeDocument/2006/relationships/image" Target="../media/image660.png"/><Relationship Id="rId352" Type="http://schemas.openxmlformats.org/officeDocument/2006/relationships/customXml" Target="../ink/ink1775.xml"/><Relationship Id="rId394" Type="http://schemas.openxmlformats.org/officeDocument/2006/relationships/customXml" Target="../ink/ink1796.xml"/><Relationship Id="rId408" Type="http://schemas.openxmlformats.org/officeDocument/2006/relationships/customXml" Target="../ink/ink1803.xml"/><Relationship Id="rId212" Type="http://schemas.openxmlformats.org/officeDocument/2006/relationships/customXml" Target="../ink/ink1705.xml"/><Relationship Id="rId254" Type="http://schemas.openxmlformats.org/officeDocument/2006/relationships/customXml" Target="../ink/ink1726.xml"/><Relationship Id="rId49" Type="http://schemas.openxmlformats.org/officeDocument/2006/relationships/image" Target="../media/image591.png"/><Relationship Id="rId114" Type="http://schemas.openxmlformats.org/officeDocument/2006/relationships/customXml" Target="../ink/ink1656.xml"/><Relationship Id="rId296" Type="http://schemas.openxmlformats.org/officeDocument/2006/relationships/customXml" Target="../ink/ink1747.xml"/><Relationship Id="rId60" Type="http://schemas.openxmlformats.org/officeDocument/2006/relationships/customXml" Target="../ink/ink1629.xml"/><Relationship Id="rId156" Type="http://schemas.openxmlformats.org/officeDocument/2006/relationships/customXml" Target="../ink/ink1677.xml"/><Relationship Id="rId198" Type="http://schemas.openxmlformats.org/officeDocument/2006/relationships/customXml" Target="../ink/ink1698.xml"/><Relationship Id="rId321" Type="http://schemas.openxmlformats.org/officeDocument/2006/relationships/image" Target="../media/image727.png"/><Relationship Id="rId363" Type="http://schemas.openxmlformats.org/officeDocument/2006/relationships/image" Target="../media/image750.png"/><Relationship Id="rId419" Type="http://schemas.openxmlformats.org/officeDocument/2006/relationships/image" Target="../media/image778.png"/><Relationship Id="rId223" Type="http://schemas.openxmlformats.org/officeDocument/2006/relationships/image" Target="../media/image678.png"/><Relationship Id="rId430" Type="http://schemas.openxmlformats.org/officeDocument/2006/relationships/customXml" Target="../ink/ink1814.xml"/><Relationship Id="rId18" Type="http://schemas.openxmlformats.org/officeDocument/2006/relationships/customXml" Target="../ink/ink1608.xml"/><Relationship Id="rId265" Type="http://schemas.openxmlformats.org/officeDocument/2006/relationships/image" Target="../media/image699.png"/><Relationship Id="rId125" Type="http://schemas.openxmlformats.org/officeDocument/2006/relationships/image" Target="../media/image629.png"/><Relationship Id="rId167" Type="http://schemas.openxmlformats.org/officeDocument/2006/relationships/image" Target="../media/image650.png"/><Relationship Id="rId332" Type="http://schemas.openxmlformats.org/officeDocument/2006/relationships/customXml" Target="../ink/ink1765.xml"/><Relationship Id="rId374" Type="http://schemas.openxmlformats.org/officeDocument/2006/relationships/customXml" Target="../ink/ink1786.xml"/><Relationship Id="rId71" Type="http://schemas.openxmlformats.org/officeDocument/2006/relationships/image" Target="../media/image602.png"/><Relationship Id="rId234" Type="http://schemas.openxmlformats.org/officeDocument/2006/relationships/customXml" Target="../ink/ink1716.xml"/><Relationship Id="rId2" Type="http://schemas.openxmlformats.org/officeDocument/2006/relationships/customXml" Target="../ink/ink1600.xml"/><Relationship Id="rId29" Type="http://schemas.openxmlformats.org/officeDocument/2006/relationships/image" Target="../media/image14.png"/><Relationship Id="rId255" Type="http://schemas.openxmlformats.org/officeDocument/2006/relationships/image" Target="../media/image694.png"/><Relationship Id="rId276" Type="http://schemas.openxmlformats.org/officeDocument/2006/relationships/customXml" Target="../ink/ink1737.xml"/><Relationship Id="rId297" Type="http://schemas.openxmlformats.org/officeDocument/2006/relationships/image" Target="../media/image715.png"/><Relationship Id="rId441" Type="http://schemas.openxmlformats.org/officeDocument/2006/relationships/image" Target="../media/image789.png"/><Relationship Id="rId40" Type="http://schemas.openxmlformats.org/officeDocument/2006/relationships/customXml" Target="../ink/ink1619.xml"/><Relationship Id="rId115" Type="http://schemas.openxmlformats.org/officeDocument/2006/relationships/image" Target="../media/image624.png"/><Relationship Id="rId136" Type="http://schemas.openxmlformats.org/officeDocument/2006/relationships/customXml" Target="../ink/ink1667.xml"/><Relationship Id="rId157" Type="http://schemas.openxmlformats.org/officeDocument/2006/relationships/image" Target="../media/image645.png"/><Relationship Id="rId178" Type="http://schemas.openxmlformats.org/officeDocument/2006/relationships/customXml" Target="../ink/ink1688.xml"/><Relationship Id="rId301" Type="http://schemas.openxmlformats.org/officeDocument/2006/relationships/image" Target="../media/image717.png"/><Relationship Id="rId322" Type="http://schemas.openxmlformats.org/officeDocument/2006/relationships/customXml" Target="../ink/ink1760.xml"/><Relationship Id="rId343" Type="http://schemas.openxmlformats.org/officeDocument/2006/relationships/image" Target="../media/image738.png"/><Relationship Id="rId364" Type="http://schemas.openxmlformats.org/officeDocument/2006/relationships/customXml" Target="../ink/ink1781.xml"/><Relationship Id="rId61" Type="http://schemas.openxmlformats.org/officeDocument/2006/relationships/image" Target="../media/image597.png"/><Relationship Id="rId82" Type="http://schemas.openxmlformats.org/officeDocument/2006/relationships/customXml" Target="../ink/ink1640.xml"/><Relationship Id="rId199" Type="http://schemas.openxmlformats.org/officeDocument/2006/relationships/image" Target="../media/image666.png"/><Relationship Id="rId203" Type="http://schemas.openxmlformats.org/officeDocument/2006/relationships/image" Target="../media/image668.png"/><Relationship Id="rId385" Type="http://schemas.openxmlformats.org/officeDocument/2006/relationships/image" Target="../media/image761.png"/><Relationship Id="rId19" Type="http://schemas.openxmlformats.org/officeDocument/2006/relationships/image" Target="../media/image9.png"/><Relationship Id="rId224" Type="http://schemas.openxmlformats.org/officeDocument/2006/relationships/customXml" Target="../ink/ink1711.xml"/><Relationship Id="rId245" Type="http://schemas.openxmlformats.org/officeDocument/2006/relationships/image" Target="../media/image689.png"/><Relationship Id="rId266" Type="http://schemas.openxmlformats.org/officeDocument/2006/relationships/customXml" Target="../ink/ink1732.xml"/><Relationship Id="rId287" Type="http://schemas.openxmlformats.org/officeDocument/2006/relationships/image" Target="../media/image710.png"/><Relationship Id="rId410" Type="http://schemas.openxmlformats.org/officeDocument/2006/relationships/customXml" Target="../ink/ink1804.xml"/><Relationship Id="rId431" Type="http://schemas.openxmlformats.org/officeDocument/2006/relationships/image" Target="../media/image784.png"/><Relationship Id="rId452" Type="http://schemas.openxmlformats.org/officeDocument/2006/relationships/customXml" Target="../ink/ink1825.xml"/><Relationship Id="rId30" Type="http://schemas.openxmlformats.org/officeDocument/2006/relationships/customXml" Target="../ink/ink1614.xml"/><Relationship Id="rId105" Type="http://schemas.openxmlformats.org/officeDocument/2006/relationships/image" Target="../media/image619.png"/><Relationship Id="rId126" Type="http://schemas.openxmlformats.org/officeDocument/2006/relationships/customXml" Target="../ink/ink1662.xml"/><Relationship Id="rId147" Type="http://schemas.openxmlformats.org/officeDocument/2006/relationships/image" Target="../media/image640.png"/><Relationship Id="rId168" Type="http://schemas.openxmlformats.org/officeDocument/2006/relationships/customXml" Target="../ink/ink1683.xml"/><Relationship Id="rId312" Type="http://schemas.openxmlformats.org/officeDocument/2006/relationships/customXml" Target="../ink/ink1755.xml"/><Relationship Id="rId333" Type="http://schemas.openxmlformats.org/officeDocument/2006/relationships/image" Target="../media/image733.png"/><Relationship Id="rId354" Type="http://schemas.openxmlformats.org/officeDocument/2006/relationships/customXml" Target="../ink/ink1776.xml"/><Relationship Id="rId51" Type="http://schemas.openxmlformats.org/officeDocument/2006/relationships/image" Target="../media/image592.png"/><Relationship Id="rId72" Type="http://schemas.openxmlformats.org/officeDocument/2006/relationships/customXml" Target="../ink/ink1635.xml"/><Relationship Id="rId93" Type="http://schemas.openxmlformats.org/officeDocument/2006/relationships/image" Target="../media/image613.png"/><Relationship Id="rId189" Type="http://schemas.openxmlformats.org/officeDocument/2006/relationships/image" Target="../media/image661.png"/><Relationship Id="rId375" Type="http://schemas.openxmlformats.org/officeDocument/2006/relationships/image" Target="../media/image756.png"/><Relationship Id="rId396" Type="http://schemas.openxmlformats.org/officeDocument/2006/relationships/customXml" Target="../ink/ink1797.xml"/><Relationship Id="rId3" Type="http://schemas.openxmlformats.org/officeDocument/2006/relationships/image" Target="../media/image1.png"/><Relationship Id="rId214" Type="http://schemas.openxmlformats.org/officeDocument/2006/relationships/customXml" Target="../ink/ink1706.xml"/><Relationship Id="rId235" Type="http://schemas.openxmlformats.org/officeDocument/2006/relationships/image" Target="../media/image684.png"/><Relationship Id="rId256" Type="http://schemas.openxmlformats.org/officeDocument/2006/relationships/customXml" Target="../ink/ink1727.xml"/><Relationship Id="rId277" Type="http://schemas.openxmlformats.org/officeDocument/2006/relationships/image" Target="../media/image705.png"/><Relationship Id="rId298" Type="http://schemas.openxmlformats.org/officeDocument/2006/relationships/customXml" Target="../ink/ink1748.xml"/><Relationship Id="rId400" Type="http://schemas.openxmlformats.org/officeDocument/2006/relationships/customXml" Target="../ink/ink1799.xml"/><Relationship Id="rId421" Type="http://schemas.openxmlformats.org/officeDocument/2006/relationships/image" Target="../media/image779.png"/><Relationship Id="rId442" Type="http://schemas.openxmlformats.org/officeDocument/2006/relationships/customXml" Target="../ink/ink1820.xml"/><Relationship Id="rId116" Type="http://schemas.openxmlformats.org/officeDocument/2006/relationships/customXml" Target="../ink/ink1657.xml"/><Relationship Id="rId137" Type="http://schemas.openxmlformats.org/officeDocument/2006/relationships/image" Target="../media/image635.png"/><Relationship Id="rId158" Type="http://schemas.openxmlformats.org/officeDocument/2006/relationships/customXml" Target="../ink/ink1678.xml"/><Relationship Id="rId302" Type="http://schemas.openxmlformats.org/officeDocument/2006/relationships/customXml" Target="../ink/ink1750.xml"/><Relationship Id="rId323" Type="http://schemas.openxmlformats.org/officeDocument/2006/relationships/image" Target="../media/image728.png"/><Relationship Id="rId344" Type="http://schemas.openxmlformats.org/officeDocument/2006/relationships/customXml" Target="../ink/ink1771.xml"/><Relationship Id="rId20" Type="http://schemas.openxmlformats.org/officeDocument/2006/relationships/customXml" Target="../ink/ink1609.xml"/><Relationship Id="rId41" Type="http://schemas.openxmlformats.org/officeDocument/2006/relationships/image" Target="../media/image587.png"/><Relationship Id="rId62" Type="http://schemas.openxmlformats.org/officeDocument/2006/relationships/customXml" Target="../ink/ink1630.xml"/><Relationship Id="rId83" Type="http://schemas.openxmlformats.org/officeDocument/2006/relationships/image" Target="../media/image608.png"/><Relationship Id="rId179" Type="http://schemas.openxmlformats.org/officeDocument/2006/relationships/image" Target="../media/image656.png"/><Relationship Id="rId365" Type="http://schemas.openxmlformats.org/officeDocument/2006/relationships/image" Target="../media/image751.png"/><Relationship Id="rId386" Type="http://schemas.openxmlformats.org/officeDocument/2006/relationships/customXml" Target="../ink/ink1792.xml"/><Relationship Id="rId190" Type="http://schemas.openxmlformats.org/officeDocument/2006/relationships/customXml" Target="../ink/ink1694.xml"/><Relationship Id="rId204" Type="http://schemas.openxmlformats.org/officeDocument/2006/relationships/customXml" Target="../ink/ink1701.xml"/><Relationship Id="rId225" Type="http://schemas.openxmlformats.org/officeDocument/2006/relationships/image" Target="../media/image679.png"/><Relationship Id="rId246" Type="http://schemas.openxmlformats.org/officeDocument/2006/relationships/customXml" Target="../ink/ink1722.xml"/><Relationship Id="rId267" Type="http://schemas.openxmlformats.org/officeDocument/2006/relationships/image" Target="../media/image700.png"/><Relationship Id="rId288" Type="http://schemas.openxmlformats.org/officeDocument/2006/relationships/customXml" Target="../ink/ink1743.xml"/><Relationship Id="rId411" Type="http://schemas.openxmlformats.org/officeDocument/2006/relationships/image" Target="../media/image774.png"/><Relationship Id="rId432" Type="http://schemas.openxmlformats.org/officeDocument/2006/relationships/customXml" Target="../ink/ink1815.xml"/><Relationship Id="rId453" Type="http://schemas.openxmlformats.org/officeDocument/2006/relationships/image" Target="../media/image795.png"/><Relationship Id="rId106" Type="http://schemas.openxmlformats.org/officeDocument/2006/relationships/customXml" Target="../ink/ink1652.xml"/><Relationship Id="rId127" Type="http://schemas.openxmlformats.org/officeDocument/2006/relationships/image" Target="../media/image630.png"/><Relationship Id="rId313" Type="http://schemas.openxmlformats.org/officeDocument/2006/relationships/image" Target="../media/image723.png"/><Relationship Id="rId10" Type="http://schemas.openxmlformats.org/officeDocument/2006/relationships/customXml" Target="../ink/ink1604.xml"/><Relationship Id="rId31" Type="http://schemas.openxmlformats.org/officeDocument/2006/relationships/image" Target="../media/image15.png"/><Relationship Id="rId52" Type="http://schemas.openxmlformats.org/officeDocument/2006/relationships/customXml" Target="../ink/ink1625.xml"/><Relationship Id="rId73" Type="http://schemas.openxmlformats.org/officeDocument/2006/relationships/image" Target="../media/image603.png"/><Relationship Id="rId94" Type="http://schemas.openxmlformats.org/officeDocument/2006/relationships/customXml" Target="../ink/ink1646.xml"/><Relationship Id="rId148" Type="http://schemas.openxmlformats.org/officeDocument/2006/relationships/customXml" Target="../ink/ink1673.xml"/><Relationship Id="rId169" Type="http://schemas.openxmlformats.org/officeDocument/2006/relationships/image" Target="../media/image651.png"/><Relationship Id="rId334" Type="http://schemas.openxmlformats.org/officeDocument/2006/relationships/customXml" Target="../ink/ink1766.xml"/><Relationship Id="rId355" Type="http://schemas.openxmlformats.org/officeDocument/2006/relationships/image" Target="../media/image744.png"/><Relationship Id="rId376" Type="http://schemas.openxmlformats.org/officeDocument/2006/relationships/customXml" Target="../ink/ink1787.xml"/><Relationship Id="rId397" Type="http://schemas.openxmlformats.org/officeDocument/2006/relationships/image" Target="../media/image767.png"/><Relationship Id="rId4" Type="http://schemas.openxmlformats.org/officeDocument/2006/relationships/customXml" Target="../ink/ink1601.xml"/><Relationship Id="rId180" Type="http://schemas.openxmlformats.org/officeDocument/2006/relationships/customXml" Target="../ink/ink1689.xml"/><Relationship Id="rId215" Type="http://schemas.openxmlformats.org/officeDocument/2006/relationships/image" Target="../media/image674.png"/><Relationship Id="rId236" Type="http://schemas.openxmlformats.org/officeDocument/2006/relationships/customXml" Target="../ink/ink1717.xml"/><Relationship Id="rId257" Type="http://schemas.openxmlformats.org/officeDocument/2006/relationships/image" Target="../media/image695.png"/><Relationship Id="rId278" Type="http://schemas.openxmlformats.org/officeDocument/2006/relationships/customXml" Target="../ink/ink1738.xml"/><Relationship Id="rId401" Type="http://schemas.openxmlformats.org/officeDocument/2006/relationships/image" Target="../media/image769.png"/><Relationship Id="rId422" Type="http://schemas.openxmlformats.org/officeDocument/2006/relationships/customXml" Target="../ink/ink1810.xml"/><Relationship Id="rId443" Type="http://schemas.openxmlformats.org/officeDocument/2006/relationships/image" Target="../media/image790.png"/><Relationship Id="rId303" Type="http://schemas.openxmlformats.org/officeDocument/2006/relationships/image" Target="../media/image718.png"/><Relationship Id="rId42" Type="http://schemas.openxmlformats.org/officeDocument/2006/relationships/customXml" Target="../ink/ink1620.xml"/><Relationship Id="rId84" Type="http://schemas.openxmlformats.org/officeDocument/2006/relationships/customXml" Target="../ink/ink1641.xml"/><Relationship Id="rId138" Type="http://schemas.openxmlformats.org/officeDocument/2006/relationships/customXml" Target="../ink/ink1668.xml"/><Relationship Id="rId345" Type="http://schemas.openxmlformats.org/officeDocument/2006/relationships/image" Target="../media/image739.png"/><Relationship Id="rId387" Type="http://schemas.openxmlformats.org/officeDocument/2006/relationships/image" Target="../media/image762.png"/><Relationship Id="rId191" Type="http://schemas.openxmlformats.org/officeDocument/2006/relationships/image" Target="../media/image662.png"/><Relationship Id="rId205" Type="http://schemas.openxmlformats.org/officeDocument/2006/relationships/image" Target="../media/image669.png"/><Relationship Id="rId247" Type="http://schemas.openxmlformats.org/officeDocument/2006/relationships/image" Target="../media/image690.png"/><Relationship Id="rId412" Type="http://schemas.openxmlformats.org/officeDocument/2006/relationships/customXml" Target="../ink/ink1805.xml"/><Relationship Id="rId107" Type="http://schemas.openxmlformats.org/officeDocument/2006/relationships/image" Target="../media/image620.png"/><Relationship Id="rId289" Type="http://schemas.openxmlformats.org/officeDocument/2006/relationships/image" Target="../media/image711.png"/><Relationship Id="rId454" Type="http://schemas.openxmlformats.org/officeDocument/2006/relationships/customXml" Target="../ink/ink1826.xml"/><Relationship Id="rId11" Type="http://schemas.openxmlformats.org/officeDocument/2006/relationships/image" Target="../media/image5.png"/><Relationship Id="rId53" Type="http://schemas.openxmlformats.org/officeDocument/2006/relationships/image" Target="../media/image593.png"/><Relationship Id="rId149" Type="http://schemas.openxmlformats.org/officeDocument/2006/relationships/image" Target="../media/image641.png"/><Relationship Id="rId314" Type="http://schemas.openxmlformats.org/officeDocument/2006/relationships/customXml" Target="../ink/ink1756.xml"/><Relationship Id="rId356" Type="http://schemas.openxmlformats.org/officeDocument/2006/relationships/customXml" Target="../ink/ink1777.xml"/><Relationship Id="rId398" Type="http://schemas.openxmlformats.org/officeDocument/2006/relationships/customXml" Target="../ink/ink1798.xml"/><Relationship Id="rId95" Type="http://schemas.openxmlformats.org/officeDocument/2006/relationships/image" Target="../media/image614.png"/><Relationship Id="rId160" Type="http://schemas.openxmlformats.org/officeDocument/2006/relationships/customXml" Target="../ink/ink1679.xml"/><Relationship Id="rId216" Type="http://schemas.openxmlformats.org/officeDocument/2006/relationships/customXml" Target="../ink/ink1707.xml"/><Relationship Id="rId423" Type="http://schemas.openxmlformats.org/officeDocument/2006/relationships/image" Target="../media/image780.png"/><Relationship Id="rId258" Type="http://schemas.openxmlformats.org/officeDocument/2006/relationships/customXml" Target="../ink/ink1728.xml"/><Relationship Id="rId22" Type="http://schemas.openxmlformats.org/officeDocument/2006/relationships/customXml" Target="../ink/ink1610.xml"/><Relationship Id="rId64" Type="http://schemas.openxmlformats.org/officeDocument/2006/relationships/customXml" Target="../ink/ink1631.xml"/><Relationship Id="rId118" Type="http://schemas.openxmlformats.org/officeDocument/2006/relationships/customXml" Target="../ink/ink1658.xml"/><Relationship Id="rId325" Type="http://schemas.openxmlformats.org/officeDocument/2006/relationships/image" Target="../media/image729.png"/><Relationship Id="rId367" Type="http://schemas.openxmlformats.org/officeDocument/2006/relationships/image" Target="../media/image752.png"/><Relationship Id="rId171" Type="http://schemas.openxmlformats.org/officeDocument/2006/relationships/image" Target="../media/image652.png"/><Relationship Id="rId227" Type="http://schemas.openxmlformats.org/officeDocument/2006/relationships/image" Target="../media/image680.png"/><Relationship Id="rId269" Type="http://schemas.openxmlformats.org/officeDocument/2006/relationships/image" Target="../media/image701.png"/><Relationship Id="rId434" Type="http://schemas.openxmlformats.org/officeDocument/2006/relationships/customXml" Target="../ink/ink1816.xml"/><Relationship Id="rId33" Type="http://schemas.openxmlformats.org/officeDocument/2006/relationships/image" Target="../media/image16.png"/><Relationship Id="rId129" Type="http://schemas.openxmlformats.org/officeDocument/2006/relationships/image" Target="../media/image631.png"/><Relationship Id="rId280" Type="http://schemas.openxmlformats.org/officeDocument/2006/relationships/customXml" Target="../ink/ink1739.xml"/><Relationship Id="rId336" Type="http://schemas.openxmlformats.org/officeDocument/2006/relationships/customXml" Target="../ink/ink1767.xml"/><Relationship Id="rId75" Type="http://schemas.openxmlformats.org/officeDocument/2006/relationships/image" Target="../media/image604.png"/><Relationship Id="rId140" Type="http://schemas.openxmlformats.org/officeDocument/2006/relationships/customXml" Target="../ink/ink1669.xml"/><Relationship Id="rId182" Type="http://schemas.openxmlformats.org/officeDocument/2006/relationships/customXml" Target="../ink/ink1690.xml"/><Relationship Id="rId378" Type="http://schemas.openxmlformats.org/officeDocument/2006/relationships/customXml" Target="../ink/ink1788.xml"/><Relationship Id="rId403" Type="http://schemas.openxmlformats.org/officeDocument/2006/relationships/image" Target="../media/image770.png"/><Relationship Id="rId6" Type="http://schemas.openxmlformats.org/officeDocument/2006/relationships/customXml" Target="../ink/ink1602.xml"/><Relationship Id="rId238" Type="http://schemas.openxmlformats.org/officeDocument/2006/relationships/customXml" Target="../ink/ink1718.xml"/><Relationship Id="rId445" Type="http://schemas.openxmlformats.org/officeDocument/2006/relationships/image" Target="../media/image791.png"/><Relationship Id="rId291" Type="http://schemas.openxmlformats.org/officeDocument/2006/relationships/image" Target="../media/image712.png"/><Relationship Id="rId305" Type="http://schemas.openxmlformats.org/officeDocument/2006/relationships/image" Target="../media/image719.png"/><Relationship Id="rId347" Type="http://schemas.openxmlformats.org/officeDocument/2006/relationships/image" Target="../media/image740.png"/><Relationship Id="rId44" Type="http://schemas.openxmlformats.org/officeDocument/2006/relationships/customXml" Target="../ink/ink1621.xml"/><Relationship Id="rId86" Type="http://schemas.openxmlformats.org/officeDocument/2006/relationships/customXml" Target="../ink/ink1642.xml"/><Relationship Id="rId151" Type="http://schemas.openxmlformats.org/officeDocument/2006/relationships/image" Target="../media/image642.png"/><Relationship Id="rId389" Type="http://schemas.openxmlformats.org/officeDocument/2006/relationships/image" Target="../media/image763.png"/><Relationship Id="rId193" Type="http://schemas.openxmlformats.org/officeDocument/2006/relationships/image" Target="../media/image663.png"/><Relationship Id="rId207" Type="http://schemas.openxmlformats.org/officeDocument/2006/relationships/image" Target="../media/image670.png"/><Relationship Id="rId249" Type="http://schemas.openxmlformats.org/officeDocument/2006/relationships/image" Target="../media/image691.png"/><Relationship Id="rId414" Type="http://schemas.openxmlformats.org/officeDocument/2006/relationships/customXml" Target="../ink/ink1806.xml"/><Relationship Id="rId456" Type="http://schemas.openxmlformats.org/officeDocument/2006/relationships/customXml" Target="../ink/ink1827.xml"/><Relationship Id="rId13" Type="http://schemas.openxmlformats.org/officeDocument/2006/relationships/image" Target="../media/image6.png"/><Relationship Id="rId109" Type="http://schemas.openxmlformats.org/officeDocument/2006/relationships/image" Target="../media/image621.png"/><Relationship Id="rId260" Type="http://schemas.openxmlformats.org/officeDocument/2006/relationships/customXml" Target="../ink/ink1729.xml"/><Relationship Id="rId316" Type="http://schemas.openxmlformats.org/officeDocument/2006/relationships/customXml" Target="../ink/ink1757.xml"/><Relationship Id="rId55" Type="http://schemas.openxmlformats.org/officeDocument/2006/relationships/image" Target="../media/image594.png"/><Relationship Id="rId97" Type="http://schemas.openxmlformats.org/officeDocument/2006/relationships/image" Target="../media/image615.png"/><Relationship Id="rId120" Type="http://schemas.openxmlformats.org/officeDocument/2006/relationships/customXml" Target="../ink/ink1659.xml"/><Relationship Id="rId358" Type="http://schemas.openxmlformats.org/officeDocument/2006/relationships/customXml" Target="../ink/ink1778.xml"/><Relationship Id="rId162" Type="http://schemas.openxmlformats.org/officeDocument/2006/relationships/customXml" Target="../ink/ink1680.xml"/><Relationship Id="rId218" Type="http://schemas.openxmlformats.org/officeDocument/2006/relationships/customXml" Target="../ink/ink1708.xml"/><Relationship Id="rId425" Type="http://schemas.openxmlformats.org/officeDocument/2006/relationships/image" Target="../media/image781.png"/><Relationship Id="rId271" Type="http://schemas.openxmlformats.org/officeDocument/2006/relationships/image" Target="../media/image702.png"/><Relationship Id="rId24" Type="http://schemas.openxmlformats.org/officeDocument/2006/relationships/customXml" Target="../ink/ink1611.xml"/><Relationship Id="rId66" Type="http://schemas.openxmlformats.org/officeDocument/2006/relationships/customXml" Target="../ink/ink1632.xml"/><Relationship Id="rId131" Type="http://schemas.openxmlformats.org/officeDocument/2006/relationships/image" Target="../media/image632.png"/><Relationship Id="rId327" Type="http://schemas.openxmlformats.org/officeDocument/2006/relationships/image" Target="../media/image730.png"/><Relationship Id="rId369" Type="http://schemas.openxmlformats.org/officeDocument/2006/relationships/image" Target="../media/image753.png"/><Relationship Id="rId173" Type="http://schemas.openxmlformats.org/officeDocument/2006/relationships/image" Target="../media/image653.png"/><Relationship Id="rId229" Type="http://schemas.openxmlformats.org/officeDocument/2006/relationships/image" Target="../media/image681.png"/><Relationship Id="rId380" Type="http://schemas.openxmlformats.org/officeDocument/2006/relationships/customXml" Target="../ink/ink1789.xml"/><Relationship Id="rId436" Type="http://schemas.openxmlformats.org/officeDocument/2006/relationships/customXml" Target="../ink/ink1817.xml"/><Relationship Id="rId240" Type="http://schemas.openxmlformats.org/officeDocument/2006/relationships/customXml" Target="../ink/ink1719.xml"/><Relationship Id="rId35" Type="http://schemas.openxmlformats.org/officeDocument/2006/relationships/image" Target="../media/image17.png"/><Relationship Id="rId77" Type="http://schemas.openxmlformats.org/officeDocument/2006/relationships/image" Target="../media/image605.png"/><Relationship Id="rId100" Type="http://schemas.openxmlformats.org/officeDocument/2006/relationships/customXml" Target="../ink/ink1649.xml"/><Relationship Id="rId282" Type="http://schemas.openxmlformats.org/officeDocument/2006/relationships/customXml" Target="../ink/ink1740.xml"/><Relationship Id="rId338" Type="http://schemas.openxmlformats.org/officeDocument/2006/relationships/customXml" Target="../ink/ink1768.xml"/><Relationship Id="rId8" Type="http://schemas.openxmlformats.org/officeDocument/2006/relationships/customXml" Target="../ink/ink1603.xml"/><Relationship Id="rId142" Type="http://schemas.openxmlformats.org/officeDocument/2006/relationships/customXml" Target="../ink/ink1670.xml"/><Relationship Id="rId184" Type="http://schemas.openxmlformats.org/officeDocument/2006/relationships/customXml" Target="../ink/ink1691.xml"/><Relationship Id="rId391" Type="http://schemas.openxmlformats.org/officeDocument/2006/relationships/image" Target="../media/image764.png"/><Relationship Id="rId405" Type="http://schemas.openxmlformats.org/officeDocument/2006/relationships/image" Target="../media/image771.png"/><Relationship Id="rId447" Type="http://schemas.openxmlformats.org/officeDocument/2006/relationships/image" Target="../media/image792.png"/><Relationship Id="rId251" Type="http://schemas.openxmlformats.org/officeDocument/2006/relationships/image" Target="../media/image692.png"/><Relationship Id="rId46" Type="http://schemas.openxmlformats.org/officeDocument/2006/relationships/customXml" Target="../ink/ink1622.xml"/><Relationship Id="rId293" Type="http://schemas.openxmlformats.org/officeDocument/2006/relationships/image" Target="../media/image713.png"/><Relationship Id="rId307" Type="http://schemas.openxmlformats.org/officeDocument/2006/relationships/image" Target="../media/image720.png"/><Relationship Id="rId349" Type="http://schemas.openxmlformats.org/officeDocument/2006/relationships/image" Target="../media/image741.png"/><Relationship Id="rId88" Type="http://schemas.openxmlformats.org/officeDocument/2006/relationships/customXml" Target="../ink/ink1643.xml"/><Relationship Id="rId111" Type="http://schemas.openxmlformats.org/officeDocument/2006/relationships/image" Target="../media/image622.png"/><Relationship Id="rId153" Type="http://schemas.openxmlformats.org/officeDocument/2006/relationships/image" Target="../media/image643.png"/><Relationship Id="rId195" Type="http://schemas.openxmlformats.org/officeDocument/2006/relationships/image" Target="../media/image664.png"/><Relationship Id="rId209" Type="http://schemas.openxmlformats.org/officeDocument/2006/relationships/image" Target="../media/image671.png"/><Relationship Id="rId360" Type="http://schemas.openxmlformats.org/officeDocument/2006/relationships/customXml" Target="../ink/ink1779.xml"/><Relationship Id="rId416" Type="http://schemas.openxmlformats.org/officeDocument/2006/relationships/customXml" Target="../ink/ink1807.xml"/><Relationship Id="rId220" Type="http://schemas.openxmlformats.org/officeDocument/2006/relationships/customXml" Target="../ink/ink1709.xml"/><Relationship Id="rId458" Type="http://schemas.openxmlformats.org/officeDocument/2006/relationships/customXml" Target="../ink/ink1828.xml"/><Relationship Id="rId15" Type="http://schemas.openxmlformats.org/officeDocument/2006/relationships/image" Target="../media/image7.png"/><Relationship Id="rId57" Type="http://schemas.openxmlformats.org/officeDocument/2006/relationships/image" Target="../media/image595.png"/><Relationship Id="rId262" Type="http://schemas.openxmlformats.org/officeDocument/2006/relationships/customXml" Target="../ink/ink1730.xml"/><Relationship Id="rId318" Type="http://schemas.openxmlformats.org/officeDocument/2006/relationships/customXml" Target="../ink/ink1758.xml"/><Relationship Id="rId99" Type="http://schemas.openxmlformats.org/officeDocument/2006/relationships/image" Target="../media/image616.png"/><Relationship Id="rId122" Type="http://schemas.openxmlformats.org/officeDocument/2006/relationships/customXml" Target="../ink/ink1660.xml"/><Relationship Id="rId164" Type="http://schemas.openxmlformats.org/officeDocument/2006/relationships/customXml" Target="../ink/ink1681.xml"/><Relationship Id="rId371" Type="http://schemas.openxmlformats.org/officeDocument/2006/relationships/image" Target="../media/image754.png"/><Relationship Id="rId427" Type="http://schemas.openxmlformats.org/officeDocument/2006/relationships/image" Target="../media/image782.png"/><Relationship Id="rId26" Type="http://schemas.openxmlformats.org/officeDocument/2006/relationships/customXml" Target="../ink/ink1612.xml"/><Relationship Id="rId231" Type="http://schemas.openxmlformats.org/officeDocument/2006/relationships/image" Target="../media/image682.png"/><Relationship Id="rId273" Type="http://schemas.openxmlformats.org/officeDocument/2006/relationships/image" Target="../media/image703.png"/><Relationship Id="rId329" Type="http://schemas.openxmlformats.org/officeDocument/2006/relationships/image" Target="../media/image731.png"/><Relationship Id="rId68" Type="http://schemas.openxmlformats.org/officeDocument/2006/relationships/customXml" Target="../ink/ink1633.xml"/><Relationship Id="rId133" Type="http://schemas.openxmlformats.org/officeDocument/2006/relationships/image" Target="../media/image633.png"/><Relationship Id="rId175" Type="http://schemas.openxmlformats.org/officeDocument/2006/relationships/image" Target="../media/image654.png"/><Relationship Id="rId340" Type="http://schemas.openxmlformats.org/officeDocument/2006/relationships/customXml" Target="../ink/ink1769.xml"/><Relationship Id="rId200" Type="http://schemas.openxmlformats.org/officeDocument/2006/relationships/customXml" Target="../ink/ink1699.xml"/><Relationship Id="rId382" Type="http://schemas.openxmlformats.org/officeDocument/2006/relationships/customXml" Target="../ink/ink1790.xml"/><Relationship Id="rId438" Type="http://schemas.openxmlformats.org/officeDocument/2006/relationships/customXml" Target="../ink/ink1818.xml"/><Relationship Id="rId242" Type="http://schemas.openxmlformats.org/officeDocument/2006/relationships/customXml" Target="../ink/ink1720.xml"/><Relationship Id="rId284" Type="http://schemas.openxmlformats.org/officeDocument/2006/relationships/customXml" Target="../ink/ink1741.xml"/><Relationship Id="rId37" Type="http://schemas.openxmlformats.org/officeDocument/2006/relationships/image" Target="../media/image18.png"/><Relationship Id="rId79" Type="http://schemas.openxmlformats.org/officeDocument/2006/relationships/image" Target="../media/image606.png"/><Relationship Id="rId102" Type="http://schemas.openxmlformats.org/officeDocument/2006/relationships/customXml" Target="../ink/ink1650.xml"/><Relationship Id="rId144" Type="http://schemas.openxmlformats.org/officeDocument/2006/relationships/customXml" Target="../ink/ink1671.xml"/><Relationship Id="rId90" Type="http://schemas.openxmlformats.org/officeDocument/2006/relationships/customXml" Target="../ink/ink1644.xml"/><Relationship Id="rId186" Type="http://schemas.openxmlformats.org/officeDocument/2006/relationships/customXml" Target="../ink/ink1692.xml"/><Relationship Id="rId351" Type="http://schemas.openxmlformats.org/officeDocument/2006/relationships/image" Target="../media/image742.png"/><Relationship Id="rId393" Type="http://schemas.openxmlformats.org/officeDocument/2006/relationships/image" Target="../media/image765.png"/><Relationship Id="rId407" Type="http://schemas.openxmlformats.org/officeDocument/2006/relationships/image" Target="../media/image772.png"/><Relationship Id="rId449" Type="http://schemas.openxmlformats.org/officeDocument/2006/relationships/image" Target="../media/image793.png"/><Relationship Id="rId211" Type="http://schemas.openxmlformats.org/officeDocument/2006/relationships/image" Target="../media/image672.png"/><Relationship Id="rId253" Type="http://schemas.openxmlformats.org/officeDocument/2006/relationships/image" Target="../media/image693.png"/><Relationship Id="rId295" Type="http://schemas.openxmlformats.org/officeDocument/2006/relationships/image" Target="../media/image714.png"/><Relationship Id="rId309" Type="http://schemas.openxmlformats.org/officeDocument/2006/relationships/image" Target="../media/image721.png"/><Relationship Id="rId48" Type="http://schemas.openxmlformats.org/officeDocument/2006/relationships/customXml" Target="../ink/ink1623.xml"/><Relationship Id="rId113" Type="http://schemas.openxmlformats.org/officeDocument/2006/relationships/image" Target="../media/image623.png"/><Relationship Id="rId320" Type="http://schemas.openxmlformats.org/officeDocument/2006/relationships/customXml" Target="../ink/ink1759.xml"/><Relationship Id="rId155" Type="http://schemas.openxmlformats.org/officeDocument/2006/relationships/image" Target="../media/image644.png"/><Relationship Id="rId197" Type="http://schemas.openxmlformats.org/officeDocument/2006/relationships/image" Target="../media/image665.png"/><Relationship Id="rId362" Type="http://schemas.openxmlformats.org/officeDocument/2006/relationships/customXml" Target="../ink/ink1780.xml"/><Relationship Id="rId418" Type="http://schemas.openxmlformats.org/officeDocument/2006/relationships/customXml" Target="../ink/ink1808.xml"/><Relationship Id="rId222" Type="http://schemas.openxmlformats.org/officeDocument/2006/relationships/customXml" Target="../ink/ink1710.xml"/><Relationship Id="rId264" Type="http://schemas.openxmlformats.org/officeDocument/2006/relationships/customXml" Target="../ink/ink1731.xml"/><Relationship Id="rId17" Type="http://schemas.openxmlformats.org/officeDocument/2006/relationships/image" Target="../media/image8.png"/><Relationship Id="rId59" Type="http://schemas.openxmlformats.org/officeDocument/2006/relationships/image" Target="../media/image596.png"/><Relationship Id="rId124" Type="http://schemas.openxmlformats.org/officeDocument/2006/relationships/customXml" Target="../ink/ink1661.xml"/><Relationship Id="rId70" Type="http://schemas.openxmlformats.org/officeDocument/2006/relationships/customXml" Target="../ink/ink1634.xml"/><Relationship Id="rId166" Type="http://schemas.openxmlformats.org/officeDocument/2006/relationships/customXml" Target="../ink/ink1682.xml"/><Relationship Id="rId331" Type="http://schemas.openxmlformats.org/officeDocument/2006/relationships/image" Target="../media/image732.png"/><Relationship Id="rId373" Type="http://schemas.openxmlformats.org/officeDocument/2006/relationships/image" Target="../media/image755.png"/><Relationship Id="rId429" Type="http://schemas.openxmlformats.org/officeDocument/2006/relationships/image" Target="../media/image78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83.png"/><Relationship Id="rId440" Type="http://schemas.openxmlformats.org/officeDocument/2006/relationships/customXml" Target="../ink/ink1819.xml"/><Relationship Id="rId28" Type="http://schemas.openxmlformats.org/officeDocument/2006/relationships/customXml" Target="../ink/ink1613.xml"/><Relationship Id="rId275" Type="http://schemas.openxmlformats.org/officeDocument/2006/relationships/image" Target="../media/image704.png"/><Relationship Id="rId300" Type="http://schemas.openxmlformats.org/officeDocument/2006/relationships/customXml" Target="../ink/ink1749.xml"/><Relationship Id="rId81" Type="http://schemas.openxmlformats.org/officeDocument/2006/relationships/image" Target="../media/image607.png"/><Relationship Id="rId135" Type="http://schemas.openxmlformats.org/officeDocument/2006/relationships/image" Target="../media/image634.png"/><Relationship Id="rId177" Type="http://schemas.openxmlformats.org/officeDocument/2006/relationships/image" Target="../media/image655.png"/><Relationship Id="rId342" Type="http://schemas.openxmlformats.org/officeDocument/2006/relationships/customXml" Target="../ink/ink1770.xml"/><Relationship Id="rId384" Type="http://schemas.openxmlformats.org/officeDocument/2006/relationships/customXml" Target="../ink/ink1791.xml"/><Relationship Id="rId202" Type="http://schemas.openxmlformats.org/officeDocument/2006/relationships/customXml" Target="../ink/ink1700.xml"/><Relationship Id="rId244" Type="http://schemas.openxmlformats.org/officeDocument/2006/relationships/customXml" Target="../ink/ink1721.xml"/><Relationship Id="rId39" Type="http://schemas.openxmlformats.org/officeDocument/2006/relationships/image" Target="../media/image586.png"/><Relationship Id="rId286" Type="http://schemas.openxmlformats.org/officeDocument/2006/relationships/customXml" Target="../ink/ink1742.xml"/><Relationship Id="rId451" Type="http://schemas.openxmlformats.org/officeDocument/2006/relationships/image" Target="../media/image794.png"/><Relationship Id="rId50" Type="http://schemas.openxmlformats.org/officeDocument/2006/relationships/customXml" Target="../ink/ink1624.xml"/><Relationship Id="rId104" Type="http://schemas.openxmlformats.org/officeDocument/2006/relationships/customXml" Target="../ink/ink1651.xml"/><Relationship Id="rId146" Type="http://schemas.openxmlformats.org/officeDocument/2006/relationships/customXml" Target="../ink/ink1672.xml"/><Relationship Id="rId188" Type="http://schemas.openxmlformats.org/officeDocument/2006/relationships/customXml" Target="../ink/ink1693.xml"/><Relationship Id="rId311" Type="http://schemas.openxmlformats.org/officeDocument/2006/relationships/image" Target="../media/image722.png"/><Relationship Id="rId353" Type="http://schemas.openxmlformats.org/officeDocument/2006/relationships/image" Target="../media/image743.png"/><Relationship Id="rId395" Type="http://schemas.openxmlformats.org/officeDocument/2006/relationships/image" Target="../media/image766.png"/><Relationship Id="rId409" Type="http://schemas.openxmlformats.org/officeDocument/2006/relationships/image" Target="../media/image773.png"/><Relationship Id="rId92" Type="http://schemas.openxmlformats.org/officeDocument/2006/relationships/customXml" Target="../ink/ink1645.xml"/><Relationship Id="rId213" Type="http://schemas.openxmlformats.org/officeDocument/2006/relationships/image" Target="../media/image673.png"/><Relationship Id="rId420" Type="http://schemas.openxmlformats.org/officeDocument/2006/relationships/customXml" Target="../ink/ink180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9.png"/><Relationship Id="rId21" Type="http://schemas.openxmlformats.org/officeDocument/2006/relationships/image" Target="../media/image729.png"/><Relationship Id="rId63" Type="http://schemas.openxmlformats.org/officeDocument/2006/relationships/image" Target="../media/image752.png"/><Relationship Id="rId159" Type="http://schemas.openxmlformats.org/officeDocument/2006/relationships/image" Target="../media/image801.png"/><Relationship Id="rId170" Type="http://schemas.openxmlformats.org/officeDocument/2006/relationships/customXml" Target="../ink/ink1918.xml"/><Relationship Id="rId226" Type="http://schemas.openxmlformats.org/officeDocument/2006/relationships/customXml" Target="../ink/ink1970.xml"/><Relationship Id="rId268" Type="http://schemas.openxmlformats.org/officeDocument/2006/relationships/customXml" Target="../ink/ink1991.xml"/><Relationship Id="rId32" Type="http://schemas.openxmlformats.org/officeDocument/2006/relationships/customXml" Target="../ink/ink1844.xml"/><Relationship Id="rId74" Type="http://schemas.openxmlformats.org/officeDocument/2006/relationships/customXml" Target="../ink/ink1865.xml"/><Relationship Id="rId128" Type="http://schemas.openxmlformats.org/officeDocument/2006/relationships/customXml" Target="../ink/ink1892.xml"/><Relationship Id="rId5" Type="http://schemas.openxmlformats.org/officeDocument/2006/relationships/image" Target="../media/image721.png"/><Relationship Id="rId181" Type="http://schemas.openxmlformats.org/officeDocument/2006/relationships/customXml" Target="../ink/ink1929.xml"/><Relationship Id="rId237" Type="http://schemas.openxmlformats.org/officeDocument/2006/relationships/image" Target="../media/image811.png"/><Relationship Id="rId279" Type="http://schemas.openxmlformats.org/officeDocument/2006/relationships/image" Target="../media/image832.png"/><Relationship Id="rId43" Type="http://schemas.openxmlformats.org/officeDocument/2006/relationships/image" Target="../media/image740.png"/><Relationship Id="rId139" Type="http://schemas.openxmlformats.org/officeDocument/2006/relationships/image" Target="../media/image790.png"/><Relationship Id="rId85" Type="http://schemas.openxmlformats.org/officeDocument/2006/relationships/image" Target="../media/image763.png"/><Relationship Id="rId150" Type="http://schemas.openxmlformats.org/officeDocument/2006/relationships/customXml" Target="../ink/ink1903.xml"/><Relationship Id="rId171" Type="http://schemas.openxmlformats.org/officeDocument/2006/relationships/customXml" Target="../ink/ink1919.xml"/><Relationship Id="rId192" Type="http://schemas.openxmlformats.org/officeDocument/2006/relationships/customXml" Target="../ink/ink1940.xml"/><Relationship Id="rId206" Type="http://schemas.openxmlformats.org/officeDocument/2006/relationships/customXml" Target="../ink/ink1954.xml"/><Relationship Id="rId227" Type="http://schemas.openxmlformats.org/officeDocument/2006/relationships/image" Target="../media/image806.png"/><Relationship Id="rId248" Type="http://schemas.openxmlformats.org/officeDocument/2006/relationships/customXml" Target="../ink/ink1981.xml"/><Relationship Id="rId269" Type="http://schemas.openxmlformats.org/officeDocument/2006/relationships/image" Target="../media/image827.png"/><Relationship Id="rId12" Type="http://schemas.openxmlformats.org/officeDocument/2006/relationships/customXml" Target="../ink/ink1834.xml"/><Relationship Id="rId33" Type="http://schemas.openxmlformats.org/officeDocument/2006/relationships/image" Target="../media/image735.png"/><Relationship Id="rId108" Type="http://schemas.openxmlformats.org/officeDocument/2006/relationships/customXml" Target="../ink/ink1882.xml"/><Relationship Id="rId129" Type="http://schemas.openxmlformats.org/officeDocument/2006/relationships/image" Target="../media/image785.png"/><Relationship Id="rId280" Type="http://schemas.openxmlformats.org/officeDocument/2006/relationships/customXml" Target="../ink/ink1997.xml"/><Relationship Id="rId54" Type="http://schemas.openxmlformats.org/officeDocument/2006/relationships/customXml" Target="../ink/ink1855.xml"/><Relationship Id="rId75" Type="http://schemas.openxmlformats.org/officeDocument/2006/relationships/image" Target="../media/image758.png"/><Relationship Id="rId96" Type="http://schemas.openxmlformats.org/officeDocument/2006/relationships/customXml" Target="../ink/ink1876.xml"/><Relationship Id="rId140" Type="http://schemas.openxmlformats.org/officeDocument/2006/relationships/customXml" Target="../ink/ink1898.xml"/><Relationship Id="rId161" Type="http://schemas.openxmlformats.org/officeDocument/2006/relationships/customXml" Target="../ink/ink1909.xml"/><Relationship Id="rId182" Type="http://schemas.openxmlformats.org/officeDocument/2006/relationships/customXml" Target="../ink/ink1930.xml"/><Relationship Id="rId217" Type="http://schemas.openxmlformats.org/officeDocument/2006/relationships/customXml" Target="../ink/ink1965.xml"/><Relationship Id="rId6" Type="http://schemas.openxmlformats.org/officeDocument/2006/relationships/customXml" Target="../ink/ink1831.xml"/><Relationship Id="rId238" Type="http://schemas.openxmlformats.org/officeDocument/2006/relationships/customXml" Target="../ink/ink1976.xml"/><Relationship Id="rId259" Type="http://schemas.openxmlformats.org/officeDocument/2006/relationships/image" Target="../media/image822.png"/><Relationship Id="rId23" Type="http://schemas.openxmlformats.org/officeDocument/2006/relationships/image" Target="../media/image730.png"/><Relationship Id="rId119" Type="http://schemas.openxmlformats.org/officeDocument/2006/relationships/image" Target="../media/image780.png"/><Relationship Id="rId270" Type="http://schemas.openxmlformats.org/officeDocument/2006/relationships/customXml" Target="../ink/ink1992.xml"/><Relationship Id="rId44" Type="http://schemas.openxmlformats.org/officeDocument/2006/relationships/customXml" Target="../ink/ink1850.xml"/><Relationship Id="rId65" Type="http://schemas.openxmlformats.org/officeDocument/2006/relationships/image" Target="../media/image753.png"/><Relationship Id="rId86" Type="http://schemas.openxmlformats.org/officeDocument/2006/relationships/customXml" Target="../ink/ink1871.xml"/><Relationship Id="rId130" Type="http://schemas.openxmlformats.org/officeDocument/2006/relationships/customXml" Target="../ink/ink1893.xml"/><Relationship Id="rId151" Type="http://schemas.openxmlformats.org/officeDocument/2006/relationships/image" Target="../media/image797.png"/><Relationship Id="rId172" Type="http://schemas.openxmlformats.org/officeDocument/2006/relationships/customXml" Target="../ink/ink1920.xml"/><Relationship Id="rId193" Type="http://schemas.openxmlformats.org/officeDocument/2006/relationships/customXml" Target="../ink/ink1941.xml"/><Relationship Id="rId207" Type="http://schemas.openxmlformats.org/officeDocument/2006/relationships/customXml" Target="../ink/ink1955.xml"/><Relationship Id="rId228" Type="http://schemas.openxmlformats.org/officeDocument/2006/relationships/customXml" Target="../ink/ink1971.xml"/><Relationship Id="rId249" Type="http://schemas.openxmlformats.org/officeDocument/2006/relationships/image" Target="../media/image817.png"/><Relationship Id="rId13" Type="http://schemas.openxmlformats.org/officeDocument/2006/relationships/image" Target="../media/image725.png"/><Relationship Id="rId109" Type="http://schemas.openxmlformats.org/officeDocument/2006/relationships/image" Target="../media/image775.png"/><Relationship Id="rId260" Type="http://schemas.openxmlformats.org/officeDocument/2006/relationships/customXml" Target="../ink/ink1987.xml"/><Relationship Id="rId281" Type="http://schemas.openxmlformats.org/officeDocument/2006/relationships/image" Target="../media/image833.png"/><Relationship Id="rId34" Type="http://schemas.openxmlformats.org/officeDocument/2006/relationships/customXml" Target="../ink/ink1845.xml"/><Relationship Id="rId55" Type="http://schemas.openxmlformats.org/officeDocument/2006/relationships/image" Target="../media/image748.png"/><Relationship Id="rId76" Type="http://schemas.openxmlformats.org/officeDocument/2006/relationships/customXml" Target="../ink/ink1866.xml"/><Relationship Id="rId97" Type="http://schemas.openxmlformats.org/officeDocument/2006/relationships/image" Target="../media/image769.png"/><Relationship Id="rId120" Type="http://schemas.openxmlformats.org/officeDocument/2006/relationships/customXml" Target="../ink/ink1888.xml"/><Relationship Id="rId141" Type="http://schemas.openxmlformats.org/officeDocument/2006/relationships/image" Target="../media/image791.png"/><Relationship Id="rId7" Type="http://schemas.openxmlformats.org/officeDocument/2006/relationships/image" Target="../media/image722.png"/><Relationship Id="rId162" Type="http://schemas.openxmlformats.org/officeDocument/2006/relationships/customXml" Target="../ink/ink1910.xml"/><Relationship Id="rId183" Type="http://schemas.openxmlformats.org/officeDocument/2006/relationships/customXml" Target="../ink/ink1931.xml"/><Relationship Id="rId218" Type="http://schemas.openxmlformats.org/officeDocument/2006/relationships/customXml" Target="../ink/ink1966.xml"/><Relationship Id="rId239" Type="http://schemas.openxmlformats.org/officeDocument/2006/relationships/image" Target="../media/image812.png"/><Relationship Id="rId250" Type="http://schemas.openxmlformats.org/officeDocument/2006/relationships/customXml" Target="../ink/ink1982.xml"/><Relationship Id="rId271" Type="http://schemas.openxmlformats.org/officeDocument/2006/relationships/image" Target="../media/image828.png"/><Relationship Id="rId24" Type="http://schemas.openxmlformats.org/officeDocument/2006/relationships/customXml" Target="../ink/ink1840.xml"/><Relationship Id="rId45" Type="http://schemas.openxmlformats.org/officeDocument/2006/relationships/image" Target="../media/image741.png"/><Relationship Id="rId66" Type="http://schemas.openxmlformats.org/officeDocument/2006/relationships/customXml" Target="../ink/ink1861.xml"/><Relationship Id="rId87" Type="http://schemas.openxmlformats.org/officeDocument/2006/relationships/image" Target="../media/image764.png"/><Relationship Id="rId110" Type="http://schemas.openxmlformats.org/officeDocument/2006/relationships/customXml" Target="../ink/ink1883.xml"/><Relationship Id="rId131" Type="http://schemas.openxmlformats.org/officeDocument/2006/relationships/image" Target="../media/image786.png"/><Relationship Id="rId152" Type="http://schemas.openxmlformats.org/officeDocument/2006/relationships/customXml" Target="../ink/ink1904.xml"/><Relationship Id="rId173" Type="http://schemas.openxmlformats.org/officeDocument/2006/relationships/customXml" Target="../ink/ink1921.xml"/><Relationship Id="rId194" Type="http://schemas.openxmlformats.org/officeDocument/2006/relationships/customXml" Target="../ink/ink1942.xml"/><Relationship Id="rId208" Type="http://schemas.openxmlformats.org/officeDocument/2006/relationships/customXml" Target="../ink/ink1956.xml"/><Relationship Id="rId229" Type="http://schemas.openxmlformats.org/officeDocument/2006/relationships/image" Target="../media/image807.png"/><Relationship Id="rId240" Type="http://schemas.openxmlformats.org/officeDocument/2006/relationships/customXml" Target="../ink/ink1977.xml"/><Relationship Id="rId261" Type="http://schemas.openxmlformats.org/officeDocument/2006/relationships/image" Target="../media/image823.png"/><Relationship Id="rId14" Type="http://schemas.openxmlformats.org/officeDocument/2006/relationships/customXml" Target="../ink/ink1835.xml"/><Relationship Id="rId35" Type="http://schemas.openxmlformats.org/officeDocument/2006/relationships/image" Target="../media/image736.png"/><Relationship Id="rId56" Type="http://schemas.openxmlformats.org/officeDocument/2006/relationships/customXml" Target="../ink/ink1856.xml"/><Relationship Id="rId77" Type="http://schemas.openxmlformats.org/officeDocument/2006/relationships/image" Target="../media/image759.png"/><Relationship Id="rId100" Type="http://schemas.openxmlformats.org/officeDocument/2006/relationships/customXml" Target="../ink/ink1878.xml"/><Relationship Id="rId282" Type="http://schemas.openxmlformats.org/officeDocument/2006/relationships/customXml" Target="../ink/ink1998.xml"/><Relationship Id="rId8" Type="http://schemas.openxmlformats.org/officeDocument/2006/relationships/customXml" Target="../ink/ink1832.xml"/><Relationship Id="rId98" Type="http://schemas.openxmlformats.org/officeDocument/2006/relationships/customXml" Target="../ink/ink1877.xml"/><Relationship Id="rId121" Type="http://schemas.openxmlformats.org/officeDocument/2006/relationships/image" Target="../media/image781.png"/><Relationship Id="rId142" Type="http://schemas.openxmlformats.org/officeDocument/2006/relationships/customXml" Target="../ink/ink1899.xml"/><Relationship Id="rId163" Type="http://schemas.openxmlformats.org/officeDocument/2006/relationships/customXml" Target="../ink/ink1911.xml"/><Relationship Id="rId184" Type="http://schemas.openxmlformats.org/officeDocument/2006/relationships/customXml" Target="../ink/ink1932.xml"/><Relationship Id="rId219" Type="http://schemas.openxmlformats.org/officeDocument/2006/relationships/image" Target="../media/image802.png"/><Relationship Id="rId230" Type="http://schemas.openxmlformats.org/officeDocument/2006/relationships/customXml" Target="../ink/ink1972.xml"/><Relationship Id="rId251" Type="http://schemas.openxmlformats.org/officeDocument/2006/relationships/image" Target="../media/image818.png"/><Relationship Id="rId25" Type="http://schemas.openxmlformats.org/officeDocument/2006/relationships/image" Target="../media/image731.png"/><Relationship Id="rId46" Type="http://schemas.openxmlformats.org/officeDocument/2006/relationships/customXml" Target="../ink/ink1851.xml"/><Relationship Id="rId67" Type="http://schemas.openxmlformats.org/officeDocument/2006/relationships/image" Target="../media/image754.png"/><Relationship Id="rId272" Type="http://schemas.openxmlformats.org/officeDocument/2006/relationships/customXml" Target="../ink/ink1993.xml"/><Relationship Id="rId88" Type="http://schemas.openxmlformats.org/officeDocument/2006/relationships/customXml" Target="../ink/ink1872.xml"/><Relationship Id="rId111" Type="http://schemas.openxmlformats.org/officeDocument/2006/relationships/image" Target="../media/image776.png"/><Relationship Id="rId132" Type="http://schemas.openxmlformats.org/officeDocument/2006/relationships/customXml" Target="../ink/ink1894.xml"/><Relationship Id="rId153" Type="http://schemas.openxmlformats.org/officeDocument/2006/relationships/image" Target="../media/image798.png"/><Relationship Id="rId174" Type="http://schemas.openxmlformats.org/officeDocument/2006/relationships/customXml" Target="../ink/ink1922.xml"/><Relationship Id="rId195" Type="http://schemas.openxmlformats.org/officeDocument/2006/relationships/customXml" Target="../ink/ink1943.xml"/><Relationship Id="rId209" Type="http://schemas.openxmlformats.org/officeDocument/2006/relationships/customXml" Target="../ink/ink1957.xml"/><Relationship Id="rId220" Type="http://schemas.openxmlformats.org/officeDocument/2006/relationships/customXml" Target="../ink/ink1967.xml"/><Relationship Id="rId241" Type="http://schemas.openxmlformats.org/officeDocument/2006/relationships/image" Target="../media/image813.png"/><Relationship Id="rId15" Type="http://schemas.openxmlformats.org/officeDocument/2006/relationships/image" Target="../media/image726.png"/><Relationship Id="rId36" Type="http://schemas.openxmlformats.org/officeDocument/2006/relationships/customXml" Target="../ink/ink1846.xml"/><Relationship Id="rId57" Type="http://schemas.openxmlformats.org/officeDocument/2006/relationships/image" Target="../media/image749.png"/><Relationship Id="rId262" Type="http://schemas.openxmlformats.org/officeDocument/2006/relationships/customXml" Target="../ink/ink1988.xml"/><Relationship Id="rId283" Type="http://schemas.openxmlformats.org/officeDocument/2006/relationships/image" Target="../media/image834.png"/><Relationship Id="rId78" Type="http://schemas.openxmlformats.org/officeDocument/2006/relationships/customXml" Target="../ink/ink1867.xml"/><Relationship Id="rId99" Type="http://schemas.openxmlformats.org/officeDocument/2006/relationships/image" Target="../media/image770.png"/><Relationship Id="rId101" Type="http://schemas.openxmlformats.org/officeDocument/2006/relationships/image" Target="../media/image771.png"/><Relationship Id="rId122" Type="http://schemas.openxmlformats.org/officeDocument/2006/relationships/customXml" Target="../ink/ink1889.xml"/><Relationship Id="rId143" Type="http://schemas.openxmlformats.org/officeDocument/2006/relationships/image" Target="../media/image792.png"/><Relationship Id="rId164" Type="http://schemas.openxmlformats.org/officeDocument/2006/relationships/customXml" Target="../ink/ink1912.xml"/><Relationship Id="rId185" Type="http://schemas.openxmlformats.org/officeDocument/2006/relationships/customXml" Target="../ink/ink1933.xml"/><Relationship Id="rId9" Type="http://schemas.openxmlformats.org/officeDocument/2006/relationships/image" Target="../media/image723.png"/><Relationship Id="rId210" Type="http://schemas.openxmlformats.org/officeDocument/2006/relationships/customXml" Target="../ink/ink1958.xml"/><Relationship Id="rId26" Type="http://schemas.openxmlformats.org/officeDocument/2006/relationships/customXml" Target="../ink/ink1841.xml"/><Relationship Id="rId231" Type="http://schemas.openxmlformats.org/officeDocument/2006/relationships/image" Target="../media/image808.png"/><Relationship Id="rId252" Type="http://schemas.openxmlformats.org/officeDocument/2006/relationships/customXml" Target="../ink/ink1983.xml"/><Relationship Id="rId273" Type="http://schemas.openxmlformats.org/officeDocument/2006/relationships/image" Target="../media/image829.png"/><Relationship Id="rId47" Type="http://schemas.openxmlformats.org/officeDocument/2006/relationships/image" Target="../media/image742.png"/><Relationship Id="rId68" Type="http://schemas.openxmlformats.org/officeDocument/2006/relationships/customXml" Target="../ink/ink1862.xml"/><Relationship Id="rId89" Type="http://schemas.openxmlformats.org/officeDocument/2006/relationships/image" Target="../media/image765.png"/><Relationship Id="rId112" Type="http://schemas.openxmlformats.org/officeDocument/2006/relationships/customXml" Target="../ink/ink1884.xml"/><Relationship Id="rId133" Type="http://schemas.openxmlformats.org/officeDocument/2006/relationships/image" Target="../media/image787.png"/><Relationship Id="rId154" Type="http://schemas.openxmlformats.org/officeDocument/2006/relationships/customXml" Target="../ink/ink1905.xml"/><Relationship Id="rId175" Type="http://schemas.openxmlformats.org/officeDocument/2006/relationships/customXml" Target="../ink/ink1923.xml"/><Relationship Id="rId196" Type="http://schemas.openxmlformats.org/officeDocument/2006/relationships/customXml" Target="../ink/ink1944.xml"/><Relationship Id="rId200" Type="http://schemas.openxmlformats.org/officeDocument/2006/relationships/customXml" Target="../ink/ink1948.xml"/><Relationship Id="rId16" Type="http://schemas.openxmlformats.org/officeDocument/2006/relationships/customXml" Target="../ink/ink1836.xml"/><Relationship Id="rId221" Type="http://schemas.openxmlformats.org/officeDocument/2006/relationships/image" Target="../media/image803.png"/><Relationship Id="rId242" Type="http://schemas.openxmlformats.org/officeDocument/2006/relationships/customXml" Target="../ink/ink1978.xml"/><Relationship Id="rId263" Type="http://schemas.openxmlformats.org/officeDocument/2006/relationships/image" Target="../media/image824.png"/><Relationship Id="rId284" Type="http://schemas.openxmlformats.org/officeDocument/2006/relationships/customXml" Target="../ink/ink1999.xml"/><Relationship Id="rId37" Type="http://schemas.openxmlformats.org/officeDocument/2006/relationships/image" Target="../media/image737.png"/><Relationship Id="rId58" Type="http://schemas.openxmlformats.org/officeDocument/2006/relationships/customXml" Target="../ink/ink1857.xml"/><Relationship Id="rId79" Type="http://schemas.openxmlformats.org/officeDocument/2006/relationships/image" Target="../media/image760.png"/><Relationship Id="rId102" Type="http://schemas.openxmlformats.org/officeDocument/2006/relationships/customXml" Target="../ink/ink1879.xml"/><Relationship Id="rId123" Type="http://schemas.openxmlformats.org/officeDocument/2006/relationships/image" Target="../media/image782.png"/><Relationship Id="rId144" Type="http://schemas.openxmlformats.org/officeDocument/2006/relationships/customXml" Target="../ink/ink1900.xml"/><Relationship Id="rId90" Type="http://schemas.openxmlformats.org/officeDocument/2006/relationships/customXml" Target="../ink/ink1873.xml"/><Relationship Id="rId165" Type="http://schemas.openxmlformats.org/officeDocument/2006/relationships/customXml" Target="../ink/ink1913.xml"/><Relationship Id="rId186" Type="http://schemas.openxmlformats.org/officeDocument/2006/relationships/customXml" Target="../ink/ink1934.xml"/><Relationship Id="rId211" Type="http://schemas.openxmlformats.org/officeDocument/2006/relationships/customXml" Target="../ink/ink1959.xml"/><Relationship Id="rId232" Type="http://schemas.openxmlformats.org/officeDocument/2006/relationships/customXml" Target="../ink/ink1973.xml"/><Relationship Id="rId253" Type="http://schemas.openxmlformats.org/officeDocument/2006/relationships/image" Target="../media/image819.png"/><Relationship Id="rId274" Type="http://schemas.openxmlformats.org/officeDocument/2006/relationships/customXml" Target="../ink/ink1994.xml"/><Relationship Id="rId27" Type="http://schemas.openxmlformats.org/officeDocument/2006/relationships/image" Target="../media/image732.png"/><Relationship Id="rId48" Type="http://schemas.openxmlformats.org/officeDocument/2006/relationships/customXml" Target="../ink/ink1852.xml"/><Relationship Id="rId69" Type="http://schemas.openxmlformats.org/officeDocument/2006/relationships/image" Target="../media/image755.png"/><Relationship Id="rId113" Type="http://schemas.openxmlformats.org/officeDocument/2006/relationships/image" Target="../media/image777.png"/><Relationship Id="rId134" Type="http://schemas.openxmlformats.org/officeDocument/2006/relationships/customXml" Target="../ink/ink1895.xml"/><Relationship Id="rId80" Type="http://schemas.openxmlformats.org/officeDocument/2006/relationships/customXml" Target="../ink/ink1868.xml"/><Relationship Id="rId155" Type="http://schemas.openxmlformats.org/officeDocument/2006/relationships/image" Target="../media/image799.png"/><Relationship Id="rId176" Type="http://schemas.openxmlformats.org/officeDocument/2006/relationships/customXml" Target="../ink/ink1924.xml"/><Relationship Id="rId197" Type="http://schemas.openxmlformats.org/officeDocument/2006/relationships/customXml" Target="../ink/ink1945.xml"/><Relationship Id="rId201" Type="http://schemas.openxmlformats.org/officeDocument/2006/relationships/customXml" Target="../ink/ink1949.xml"/><Relationship Id="rId222" Type="http://schemas.openxmlformats.org/officeDocument/2006/relationships/customXml" Target="../ink/ink1968.xml"/><Relationship Id="rId243" Type="http://schemas.openxmlformats.org/officeDocument/2006/relationships/image" Target="../media/image814.png"/><Relationship Id="rId264" Type="http://schemas.openxmlformats.org/officeDocument/2006/relationships/customXml" Target="../ink/ink1989.xml"/><Relationship Id="rId285" Type="http://schemas.openxmlformats.org/officeDocument/2006/relationships/image" Target="../media/image835.png"/><Relationship Id="rId17" Type="http://schemas.openxmlformats.org/officeDocument/2006/relationships/image" Target="../media/image727.png"/><Relationship Id="rId38" Type="http://schemas.openxmlformats.org/officeDocument/2006/relationships/customXml" Target="../ink/ink1847.xml"/><Relationship Id="rId59" Type="http://schemas.openxmlformats.org/officeDocument/2006/relationships/image" Target="../media/image750.png"/><Relationship Id="rId103" Type="http://schemas.openxmlformats.org/officeDocument/2006/relationships/image" Target="../media/image772.png"/><Relationship Id="rId124" Type="http://schemas.openxmlformats.org/officeDocument/2006/relationships/customXml" Target="../ink/ink1890.xml"/><Relationship Id="rId70" Type="http://schemas.openxmlformats.org/officeDocument/2006/relationships/customXml" Target="../ink/ink1863.xml"/><Relationship Id="rId91" Type="http://schemas.openxmlformats.org/officeDocument/2006/relationships/image" Target="../media/image766.png"/><Relationship Id="rId145" Type="http://schemas.openxmlformats.org/officeDocument/2006/relationships/image" Target="../media/image793.png"/><Relationship Id="rId166" Type="http://schemas.openxmlformats.org/officeDocument/2006/relationships/customXml" Target="../ink/ink1914.xml"/><Relationship Id="rId187" Type="http://schemas.openxmlformats.org/officeDocument/2006/relationships/customXml" Target="../ink/ink193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60.xml"/><Relationship Id="rId233" Type="http://schemas.openxmlformats.org/officeDocument/2006/relationships/image" Target="../media/image809.png"/><Relationship Id="rId254" Type="http://schemas.openxmlformats.org/officeDocument/2006/relationships/customXml" Target="../ink/ink1984.xml"/><Relationship Id="rId28" Type="http://schemas.openxmlformats.org/officeDocument/2006/relationships/customXml" Target="../ink/ink1842.xml"/><Relationship Id="rId49" Type="http://schemas.openxmlformats.org/officeDocument/2006/relationships/image" Target="../media/image743.png"/><Relationship Id="rId114" Type="http://schemas.openxmlformats.org/officeDocument/2006/relationships/customXml" Target="../ink/ink1885.xml"/><Relationship Id="rId275" Type="http://schemas.openxmlformats.org/officeDocument/2006/relationships/image" Target="../media/image830.png"/><Relationship Id="rId60" Type="http://schemas.openxmlformats.org/officeDocument/2006/relationships/customXml" Target="../ink/ink1858.xml"/><Relationship Id="rId81" Type="http://schemas.openxmlformats.org/officeDocument/2006/relationships/image" Target="../media/image761.png"/><Relationship Id="rId135" Type="http://schemas.openxmlformats.org/officeDocument/2006/relationships/image" Target="../media/image788.png"/><Relationship Id="rId156" Type="http://schemas.openxmlformats.org/officeDocument/2006/relationships/customXml" Target="../ink/ink1906.xml"/><Relationship Id="rId177" Type="http://schemas.openxmlformats.org/officeDocument/2006/relationships/customXml" Target="../ink/ink1925.xml"/><Relationship Id="rId198" Type="http://schemas.openxmlformats.org/officeDocument/2006/relationships/customXml" Target="../ink/ink1946.xml"/><Relationship Id="rId202" Type="http://schemas.openxmlformats.org/officeDocument/2006/relationships/customXml" Target="../ink/ink1950.xml"/><Relationship Id="rId223" Type="http://schemas.openxmlformats.org/officeDocument/2006/relationships/image" Target="../media/image804.png"/><Relationship Id="rId244" Type="http://schemas.openxmlformats.org/officeDocument/2006/relationships/customXml" Target="../ink/ink1979.xml"/><Relationship Id="rId18" Type="http://schemas.openxmlformats.org/officeDocument/2006/relationships/customXml" Target="../ink/ink1837.xml"/><Relationship Id="rId39" Type="http://schemas.openxmlformats.org/officeDocument/2006/relationships/image" Target="../media/image738.png"/><Relationship Id="rId265" Type="http://schemas.openxmlformats.org/officeDocument/2006/relationships/image" Target="../media/image825.png"/><Relationship Id="rId286" Type="http://schemas.openxmlformats.org/officeDocument/2006/relationships/customXml" Target="../ink/ink2000.xml"/><Relationship Id="rId50" Type="http://schemas.openxmlformats.org/officeDocument/2006/relationships/customXml" Target="../ink/ink1853.xml"/><Relationship Id="rId104" Type="http://schemas.openxmlformats.org/officeDocument/2006/relationships/customXml" Target="../ink/ink1880.xml"/><Relationship Id="rId125" Type="http://schemas.openxmlformats.org/officeDocument/2006/relationships/image" Target="../media/image783.png"/><Relationship Id="rId146" Type="http://schemas.openxmlformats.org/officeDocument/2006/relationships/customXml" Target="../ink/ink1901.xml"/><Relationship Id="rId167" Type="http://schemas.openxmlformats.org/officeDocument/2006/relationships/customXml" Target="../ink/ink1915.xml"/><Relationship Id="rId188" Type="http://schemas.openxmlformats.org/officeDocument/2006/relationships/customXml" Target="../ink/ink1936.xml"/><Relationship Id="rId71" Type="http://schemas.openxmlformats.org/officeDocument/2006/relationships/image" Target="../media/image756.png"/><Relationship Id="rId92" Type="http://schemas.openxmlformats.org/officeDocument/2006/relationships/customXml" Target="../ink/ink1874.xml"/><Relationship Id="rId213" Type="http://schemas.openxmlformats.org/officeDocument/2006/relationships/customXml" Target="../ink/ink1961.xml"/><Relationship Id="rId234" Type="http://schemas.openxmlformats.org/officeDocument/2006/relationships/customXml" Target="../ink/ink1974.xml"/><Relationship Id="rId2" Type="http://schemas.openxmlformats.org/officeDocument/2006/relationships/customXml" Target="../ink/ink1829.xml"/><Relationship Id="rId29" Type="http://schemas.openxmlformats.org/officeDocument/2006/relationships/image" Target="../media/image733.png"/><Relationship Id="rId255" Type="http://schemas.openxmlformats.org/officeDocument/2006/relationships/image" Target="../media/image820.png"/><Relationship Id="rId276" Type="http://schemas.openxmlformats.org/officeDocument/2006/relationships/customXml" Target="../ink/ink1995.xml"/><Relationship Id="rId40" Type="http://schemas.openxmlformats.org/officeDocument/2006/relationships/customXml" Target="../ink/ink1848.xml"/><Relationship Id="rId115" Type="http://schemas.openxmlformats.org/officeDocument/2006/relationships/image" Target="../media/image778.png"/><Relationship Id="rId136" Type="http://schemas.openxmlformats.org/officeDocument/2006/relationships/customXml" Target="../ink/ink1896.xml"/><Relationship Id="rId157" Type="http://schemas.openxmlformats.org/officeDocument/2006/relationships/image" Target="../media/image800.png"/><Relationship Id="rId178" Type="http://schemas.openxmlformats.org/officeDocument/2006/relationships/customXml" Target="../ink/ink1926.xml"/><Relationship Id="rId61" Type="http://schemas.openxmlformats.org/officeDocument/2006/relationships/image" Target="../media/image751.png"/><Relationship Id="rId82" Type="http://schemas.openxmlformats.org/officeDocument/2006/relationships/customXml" Target="../ink/ink1869.xml"/><Relationship Id="rId199" Type="http://schemas.openxmlformats.org/officeDocument/2006/relationships/customXml" Target="../ink/ink1947.xml"/><Relationship Id="rId203" Type="http://schemas.openxmlformats.org/officeDocument/2006/relationships/customXml" Target="../ink/ink1951.xml"/><Relationship Id="rId19" Type="http://schemas.openxmlformats.org/officeDocument/2006/relationships/image" Target="../media/image728.png"/><Relationship Id="rId224" Type="http://schemas.openxmlformats.org/officeDocument/2006/relationships/customXml" Target="../ink/ink1969.xml"/><Relationship Id="rId245" Type="http://schemas.openxmlformats.org/officeDocument/2006/relationships/image" Target="../media/image815.png"/><Relationship Id="rId266" Type="http://schemas.openxmlformats.org/officeDocument/2006/relationships/customXml" Target="../ink/ink1990.xml"/><Relationship Id="rId287" Type="http://schemas.openxmlformats.org/officeDocument/2006/relationships/image" Target="../media/image836.png"/><Relationship Id="rId30" Type="http://schemas.openxmlformats.org/officeDocument/2006/relationships/customXml" Target="../ink/ink1843.xml"/><Relationship Id="rId105" Type="http://schemas.openxmlformats.org/officeDocument/2006/relationships/image" Target="../media/image773.png"/><Relationship Id="rId126" Type="http://schemas.openxmlformats.org/officeDocument/2006/relationships/customXml" Target="../ink/ink1891.xml"/><Relationship Id="rId147" Type="http://schemas.openxmlformats.org/officeDocument/2006/relationships/image" Target="../media/image794.png"/><Relationship Id="rId168" Type="http://schemas.openxmlformats.org/officeDocument/2006/relationships/customXml" Target="../ink/ink1916.xml"/><Relationship Id="rId51" Type="http://schemas.openxmlformats.org/officeDocument/2006/relationships/image" Target="../media/image744.png"/><Relationship Id="rId72" Type="http://schemas.openxmlformats.org/officeDocument/2006/relationships/customXml" Target="../ink/ink1864.xml"/><Relationship Id="rId93" Type="http://schemas.openxmlformats.org/officeDocument/2006/relationships/image" Target="../media/image767.png"/><Relationship Id="rId189" Type="http://schemas.openxmlformats.org/officeDocument/2006/relationships/customXml" Target="../ink/ink1937.xml"/><Relationship Id="rId3" Type="http://schemas.openxmlformats.org/officeDocument/2006/relationships/image" Target="../media/image720.png"/><Relationship Id="rId214" Type="http://schemas.openxmlformats.org/officeDocument/2006/relationships/customXml" Target="../ink/ink1962.xml"/><Relationship Id="rId235" Type="http://schemas.openxmlformats.org/officeDocument/2006/relationships/image" Target="../media/image810.png"/><Relationship Id="rId256" Type="http://schemas.openxmlformats.org/officeDocument/2006/relationships/customXml" Target="../ink/ink1985.xml"/><Relationship Id="rId277" Type="http://schemas.openxmlformats.org/officeDocument/2006/relationships/image" Target="../media/image831.png"/><Relationship Id="rId116" Type="http://schemas.openxmlformats.org/officeDocument/2006/relationships/customXml" Target="../ink/ink1886.xml"/><Relationship Id="rId137" Type="http://schemas.openxmlformats.org/officeDocument/2006/relationships/image" Target="../media/image789.png"/><Relationship Id="rId158" Type="http://schemas.openxmlformats.org/officeDocument/2006/relationships/customXml" Target="../ink/ink1907.xml"/><Relationship Id="rId20" Type="http://schemas.openxmlformats.org/officeDocument/2006/relationships/customXml" Target="../ink/ink1838.xml"/><Relationship Id="rId41" Type="http://schemas.openxmlformats.org/officeDocument/2006/relationships/image" Target="../media/image739.png"/><Relationship Id="rId62" Type="http://schemas.openxmlformats.org/officeDocument/2006/relationships/customXml" Target="../ink/ink1859.xml"/><Relationship Id="rId83" Type="http://schemas.openxmlformats.org/officeDocument/2006/relationships/image" Target="../media/image762.png"/><Relationship Id="rId179" Type="http://schemas.openxmlformats.org/officeDocument/2006/relationships/customXml" Target="../ink/ink1927.xml"/><Relationship Id="rId190" Type="http://schemas.openxmlformats.org/officeDocument/2006/relationships/customXml" Target="../ink/ink1938.xml"/><Relationship Id="rId204" Type="http://schemas.openxmlformats.org/officeDocument/2006/relationships/customXml" Target="../ink/ink1952.xml"/><Relationship Id="rId225" Type="http://schemas.openxmlformats.org/officeDocument/2006/relationships/image" Target="../media/image805.png"/><Relationship Id="rId246" Type="http://schemas.openxmlformats.org/officeDocument/2006/relationships/customXml" Target="../ink/ink1980.xml"/><Relationship Id="rId267" Type="http://schemas.openxmlformats.org/officeDocument/2006/relationships/image" Target="../media/image826.png"/><Relationship Id="rId106" Type="http://schemas.openxmlformats.org/officeDocument/2006/relationships/customXml" Target="../ink/ink1881.xml"/><Relationship Id="rId127" Type="http://schemas.openxmlformats.org/officeDocument/2006/relationships/image" Target="../media/image784.png"/><Relationship Id="rId10" Type="http://schemas.openxmlformats.org/officeDocument/2006/relationships/customXml" Target="../ink/ink1833.xml"/><Relationship Id="rId31" Type="http://schemas.openxmlformats.org/officeDocument/2006/relationships/image" Target="../media/image734.png"/><Relationship Id="rId52" Type="http://schemas.openxmlformats.org/officeDocument/2006/relationships/customXml" Target="../ink/ink1854.xml"/><Relationship Id="rId73" Type="http://schemas.openxmlformats.org/officeDocument/2006/relationships/image" Target="../media/image757.png"/><Relationship Id="rId94" Type="http://schemas.openxmlformats.org/officeDocument/2006/relationships/customXml" Target="../ink/ink1875.xml"/><Relationship Id="rId148" Type="http://schemas.openxmlformats.org/officeDocument/2006/relationships/customXml" Target="../ink/ink1902.xml"/><Relationship Id="rId169" Type="http://schemas.openxmlformats.org/officeDocument/2006/relationships/customXml" Target="../ink/ink1917.xml"/><Relationship Id="rId4" Type="http://schemas.openxmlformats.org/officeDocument/2006/relationships/customXml" Target="../ink/ink1830.xml"/><Relationship Id="rId180" Type="http://schemas.openxmlformats.org/officeDocument/2006/relationships/customXml" Target="../ink/ink1928.xml"/><Relationship Id="rId215" Type="http://schemas.openxmlformats.org/officeDocument/2006/relationships/customXml" Target="../ink/ink1963.xml"/><Relationship Id="rId236" Type="http://schemas.openxmlformats.org/officeDocument/2006/relationships/customXml" Target="../ink/ink1975.xml"/><Relationship Id="rId257" Type="http://schemas.openxmlformats.org/officeDocument/2006/relationships/image" Target="../media/image821.png"/><Relationship Id="rId278" Type="http://schemas.openxmlformats.org/officeDocument/2006/relationships/customXml" Target="../ink/ink1996.xml"/><Relationship Id="rId42" Type="http://schemas.openxmlformats.org/officeDocument/2006/relationships/customXml" Target="../ink/ink1849.xml"/><Relationship Id="rId84" Type="http://schemas.openxmlformats.org/officeDocument/2006/relationships/customXml" Target="../ink/ink1870.xml"/><Relationship Id="rId138" Type="http://schemas.openxmlformats.org/officeDocument/2006/relationships/customXml" Target="../ink/ink1897.xml"/><Relationship Id="rId191" Type="http://schemas.openxmlformats.org/officeDocument/2006/relationships/customXml" Target="../ink/ink1939.xml"/><Relationship Id="rId205" Type="http://schemas.openxmlformats.org/officeDocument/2006/relationships/customXml" Target="../ink/ink1953.xml"/><Relationship Id="rId247" Type="http://schemas.openxmlformats.org/officeDocument/2006/relationships/image" Target="../media/image816.png"/><Relationship Id="rId107" Type="http://schemas.openxmlformats.org/officeDocument/2006/relationships/image" Target="../media/image774.png"/><Relationship Id="rId11" Type="http://schemas.openxmlformats.org/officeDocument/2006/relationships/image" Target="../media/image724.png"/><Relationship Id="rId53" Type="http://schemas.openxmlformats.org/officeDocument/2006/relationships/image" Target="../media/image745.png"/><Relationship Id="rId149" Type="http://schemas.openxmlformats.org/officeDocument/2006/relationships/image" Target="../media/image795.png"/><Relationship Id="rId95" Type="http://schemas.openxmlformats.org/officeDocument/2006/relationships/image" Target="../media/image768.png"/><Relationship Id="rId160" Type="http://schemas.openxmlformats.org/officeDocument/2006/relationships/customXml" Target="../ink/ink1908.xml"/><Relationship Id="rId216" Type="http://schemas.openxmlformats.org/officeDocument/2006/relationships/customXml" Target="../ink/ink1964.xml"/><Relationship Id="rId258" Type="http://schemas.openxmlformats.org/officeDocument/2006/relationships/customXml" Target="../ink/ink1986.xml"/><Relationship Id="rId22" Type="http://schemas.openxmlformats.org/officeDocument/2006/relationships/customXml" Target="../ink/ink1839.xml"/><Relationship Id="rId64" Type="http://schemas.openxmlformats.org/officeDocument/2006/relationships/customXml" Target="../ink/ink1860.xml"/><Relationship Id="rId118" Type="http://schemas.openxmlformats.org/officeDocument/2006/relationships/customXml" Target="../ink/ink188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84.png"/><Relationship Id="rId21" Type="http://schemas.openxmlformats.org/officeDocument/2006/relationships/image" Target="../media/image846.png"/><Relationship Id="rId42" Type="http://schemas.openxmlformats.org/officeDocument/2006/relationships/customXml" Target="../ink/ink2021.xml"/><Relationship Id="rId63" Type="http://schemas.openxmlformats.org/officeDocument/2006/relationships/image" Target="../media/image867.png"/><Relationship Id="rId84" Type="http://schemas.openxmlformats.org/officeDocument/2006/relationships/customXml" Target="../ink/ink2049.xml"/><Relationship Id="rId138" Type="http://schemas.openxmlformats.org/officeDocument/2006/relationships/customXml" Target="../ink/ink2079.xml"/><Relationship Id="rId159" Type="http://schemas.openxmlformats.org/officeDocument/2006/relationships/image" Target="../media/image905.png"/><Relationship Id="rId170" Type="http://schemas.openxmlformats.org/officeDocument/2006/relationships/customXml" Target="../ink/ink2095.xml"/><Relationship Id="rId191" Type="http://schemas.openxmlformats.org/officeDocument/2006/relationships/image" Target="../media/image921.png"/><Relationship Id="rId107" Type="http://schemas.openxmlformats.org/officeDocument/2006/relationships/image" Target="../media/image879.png"/><Relationship Id="rId11" Type="http://schemas.openxmlformats.org/officeDocument/2006/relationships/image" Target="../media/image841.png"/><Relationship Id="rId32" Type="http://schemas.openxmlformats.org/officeDocument/2006/relationships/customXml" Target="../ink/ink2016.xml"/><Relationship Id="rId53" Type="http://schemas.openxmlformats.org/officeDocument/2006/relationships/image" Target="../media/image862.png"/><Relationship Id="rId74" Type="http://schemas.openxmlformats.org/officeDocument/2006/relationships/customXml" Target="../ink/ink2042.xml"/><Relationship Id="rId128" Type="http://schemas.openxmlformats.org/officeDocument/2006/relationships/customXml" Target="../ink/ink2074.xml"/><Relationship Id="rId149" Type="http://schemas.openxmlformats.org/officeDocument/2006/relationships/image" Target="../media/image900.png"/><Relationship Id="rId5" Type="http://schemas.openxmlformats.org/officeDocument/2006/relationships/image" Target="../media/image838.png"/><Relationship Id="rId95" Type="http://schemas.openxmlformats.org/officeDocument/2006/relationships/image" Target="../media/image873.png"/><Relationship Id="rId160" Type="http://schemas.openxmlformats.org/officeDocument/2006/relationships/customXml" Target="../ink/ink2090.xml"/><Relationship Id="rId181" Type="http://schemas.openxmlformats.org/officeDocument/2006/relationships/image" Target="../media/image916.png"/><Relationship Id="rId22" Type="http://schemas.openxmlformats.org/officeDocument/2006/relationships/customXml" Target="../ink/ink2011.xml"/><Relationship Id="rId43" Type="http://schemas.openxmlformats.org/officeDocument/2006/relationships/image" Target="../media/image857.png"/><Relationship Id="rId64" Type="http://schemas.openxmlformats.org/officeDocument/2006/relationships/customXml" Target="../ink/ink2032.xml"/><Relationship Id="rId118" Type="http://schemas.openxmlformats.org/officeDocument/2006/relationships/customXml" Target="../ink/ink2069.xml"/><Relationship Id="rId139" Type="http://schemas.openxmlformats.org/officeDocument/2006/relationships/image" Target="../media/image895.png"/><Relationship Id="rId85" Type="http://schemas.openxmlformats.org/officeDocument/2006/relationships/image" Target="../media/image871.png"/><Relationship Id="rId150" Type="http://schemas.openxmlformats.org/officeDocument/2006/relationships/customXml" Target="../ink/ink2085.xml"/><Relationship Id="rId171" Type="http://schemas.openxmlformats.org/officeDocument/2006/relationships/image" Target="../media/image911.png"/><Relationship Id="rId192" Type="http://schemas.openxmlformats.org/officeDocument/2006/relationships/customXml" Target="../ink/ink2106.xml"/><Relationship Id="rId12" Type="http://schemas.openxmlformats.org/officeDocument/2006/relationships/customXml" Target="../ink/ink2006.xml"/><Relationship Id="rId33" Type="http://schemas.openxmlformats.org/officeDocument/2006/relationships/image" Target="../media/image852.png"/><Relationship Id="rId108" Type="http://schemas.openxmlformats.org/officeDocument/2006/relationships/customXml" Target="../ink/ink2064.xml"/><Relationship Id="rId129" Type="http://schemas.openxmlformats.org/officeDocument/2006/relationships/image" Target="../media/image890.png"/><Relationship Id="rId54" Type="http://schemas.openxmlformats.org/officeDocument/2006/relationships/customXml" Target="../ink/ink2027.xml"/><Relationship Id="rId75" Type="http://schemas.openxmlformats.org/officeDocument/2006/relationships/customXml" Target="../ink/ink2043.xml"/><Relationship Id="rId96" Type="http://schemas.openxmlformats.org/officeDocument/2006/relationships/customXml" Target="../ink/ink2058.xml"/><Relationship Id="rId140" Type="http://schemas.openxmlformats.org/officeDocument/2006/relationships/customXml" Target="../ink/ink2080.xml"/><Relationship Id="rId161" Type="http://schemas.openxmlformats.org/officeDocument/2006/relationships/image" Target="../media/image906.png"/><Relationship Id="rId182" Type="http://schemas.openxmlformats.org/officeDocument/2006/relationships/customXml" Target="../ink/ink2101.xml"/><Relationship Id="rId6" Type="http://schemas.openxmlformats.org/officeDocument/2006/relationships/customXml" Target="../ink/ink2003.xml"/><Relationship Id="rId23" Type="http://schemas.openxmlformats.org/officeDocument/2006/relationships/image" Target="../media/image847.png"/><Relationship Id="rId119" Type="http://schemas.openxmlformats.org/officeDocument/2006/relationships/image" Target="../media/image885.png"/><Relationship Id="rId44" Type="http://schemas.openxmlformats.org/officeDocument/2006/relationships/customXml" Target="../ink/ink2022.xml"/><Relationship Id="rId65" Type="http://schemas.openxmlformats.org/officeDocument/2006/relationships/customXml" Target="../ink/ink2033.xml"/><Relationship Id="rId86" Type="http://schemas.openxmlformats.org/officeDocument/2006/relationships/customXml" Target="../ink/ink2050.xml"/><Relationship Id="rId130" Type="http://schemas.openxmlformats.org/officeDocument/2006/relationships/customXml" Target="../ink/ink2075.xml"/><Relationship Id="rId151" Type="http://schemas.openxmlformats.org/officeDocument/2006/relationships/image" Target="../media/image901.png"/><Relationship Id="rId172" Type="http://schemas.openxmlformats.org/officeDocument/2006/relationships/customXml" Target="../ink/ink2096.xml"/><Relationship Id="rId193" Type="http://schemas.openxmlformats.org/officeDocument/2006/relationships/image" Target="../media/image922.png"/><Relationship Id="rId13" Type="http://schemas.openxmlformats.org/officeDocument/2006/relationships/image" Target="../media/image842.png"/><Relationship Id="rId109" Type="http://schemas.openxmlformats.org/officeDocument/2006/relationships/image" Target="../media/image880.png"/><Relationship Id="rId34" Type="http://schemas.openxmlformats.org/officeDocument/2006/relationships/customXml" Target="../ink/ink2017.xml"/><Relationship Id="rId55" Type="http://schemas.openxmlformats.org/officeDocument/2006/relationships/image" Target="../media/image863.png"/><Relationship Id="rId76" Type="http://schemas.openxmlformats.org/officeDocument/2006/relationships/customXml" Target="../ink/ink2044.xml"/><Relationship Id="rId97" Type="http://schemas.openxmlformats.org/officeDocument/2006/relationships/image" Target="../media/image874.png"/><Relationship Id="rId120" Type="http://schemas.openxmlformats.org/officeDocument/2006/relationships/customXml" Target="../ink/ink2070.xml"/><Relationship Id="rId141" Type="http://schemas.openxmlformats.org/officeDocument/2006/relationships/image" Target="../media/image896.png"/><Relationship Id="rId7" Type="http://schemas.openxmlformats.org/officeDocument/2006/relationships/image" Target="../media/image839.png"/><Relationship Id="rId71" Type="http://schemas.openxmlformats.org/officeDocument/2006/relationships/customXml" Target="../ink/ink2039.xml"/><Relationship Id="rId92" Type="http://schemas.openxmlformats.org/officeDocument/2006/relationships/customXml" Target="../ink/ink2055.xml"/><Relationship Id="rId162" Type="http://schemas.openxmlformats.org/officeDocument/2006/relationships/customXml" Target="../ink/ink2091.xml"/><Relationship Id="rId183" Type="http://schemas.openxmlformats.org/officeDocument/2006/relationships/image" Target="../media/image917.png"/><Relationship Id="rId2" Type="http://schemas.openxmlformats.org/officeDocument/2006/relationships/customXml" Target="../ink/ink2001.xml"/><Relationship Id="rId29" Type="http://schemas.openxmlformats.org/officeDocument/2006/relationships/image" Target="../media/image850.png"/><Relationship Id="rId24" Type="http://schemas.openxmlformats.org/officeDocument/2006/relationships/customXml" Target="../ink/ink2012.xml"/><Relationship Id="rId40" Type="http://schemas.openxmlformats.org/officeDocument/2006/relationships/customXml" Target="../ink/ink2020.xml"/><Relationship Id="rId45" Type="http://schemas.openxmlformats.org/officeDocument/2006/relationships/image" Target="../media/image858.png"/><Relationship Id="rId66" Type="http://schemas.openxmlformats.org/officeDocument/2006/relationships/customXml" Target="../ink/ink2034.xml"/><Relationship Id="rId87" Type="http://schemas.openxmlformats.org/officeDocument/2006/relationships/image" Target="../media/image872.png"/><Relationship Id="rId110" Type="http://schemas.openxmlformats.org/officeDocument/2006/relationships/customXml" Target="../ink/ink2065.xml"/><Relationship Id="rId115" Type="http://schemas.openxmlformats.org/officeDocument/2006/relationships/image" Target="../media/image883.png"/><Relationship Id="rId131" Type="http://schemas.openxmlformats.org/officeDocument/2006/relationships/image" Target="../media/image891.png"/><Relationship Id="rId136" Type="http://schemas.openxmlformats.org/officeDocument/2006/relationships/customXml" Target="../ink/ink2078.xml"/><Relationship Id="rId157" Type="http://schemas.openxmlformats.org/officeDocument/2006/relationships/image" Target="../media/image904.png"/><Relationship Id="rId178" Type="http://schemas.openxmlformats.org/officeDocument/2006/relationships/customXml" Target="../ink/ink2099.xml"/><Relationship Id="rId61" Type="http://schemas.openxmlformats.org/officeDocument/2006/relationships/image" Target="../media/image866.png"/><Relationship Id="rId82" Type="http://schemas.openxmlformats.org/officeDocument/2006/relationships/customXml" Target="../ink/ink2048.xml"/><Relationship Id="rId152" Type="http://schemas.openxmlformats.org/officeDocument/2006/relationships/customXml" Target="../ink/ink2086.xml"/><Relationship Id="rId173" Type="http://schemas.openxmlformats.org/officeDocument/2006/relationships/image" Target="../media/image912.png"/><Relationship Id="rId194" Type="http://schemas.openxmlformats.org/officeDocument/2006/relationships/customXml" Target="../ink/ink2107.xml"/><Relationship Id="rId199" Type="http://schemas.openxmlformats.org/officeDocument/2006/relationships/image" Target="../media/image925.png"/><Relationship Id="rId19" Type="http://schemas.openxmlformats.org/officeDocument/2006/relationships/image" Target="../media/image845.png"/><Relationship Id="rId14" Type="http://schemas.openxmlformats.org/officeDocument/2006/relationships/customXml" Target="../ink/ink2007.xml"/><Relationship Id="rId30" Type="http://schemas.openxmlformats.org/officeDocument/2006/relationships/customXml" Target="../ink/ink2015.xml"/><Relationship Id="rId35" Type="http://schemas.openxmlformats.org/officeDocument/2006/relationships/image" Target="../media/image853.png"/><Relationship Id="rId56" Type="http://schemas.openxmlformats.org/officeDocument/2006/relationships/customXml" Target="../ink/ink2028.xml"/><Relationship Id="rId77" Type="http://schemas.openxmlformats.org/officeDocument/2006/relationships/customXml" Target="../ink/ink2045.xml"/><Relationship Id="rId100" Type="http://schemas.openxmlformats.org/officeDocument/2006/relationships/customXml" Target="../ink/ink2060.xml"/><Relationship Id="rId105" Type="http://schemas.openxmlformats.org/officeDocument/2006/relationships/image" Target="../media/image878.png"/><Relationship Id="rId126" Type="http://schemas.openxmlformats.org/officeDocument/2006/relationships/customXml" Target="../ink/ink2073.xml"/><Relationship Id="rId147" Type="http://schemas.openxmlformats.org/officeDocument/2006/relationships/image" Target="../media/image899.png"/><Relationship Id="rId168" Type="http://schemas.openxmlformats.org/officeDocument/2006/relationships/customXml" Target="../ink/ink2094.xml"/><Relationship Id="rId8" Type="http://schemas.openxmlformats.org/officeDocument/2006/relationships/customXml" Target="../ink/ink2004.xml"/><Relationship Id="rId51" Type="http://schemas.openxmlformats.org/officeDocument/2006/relationships/image" Target="../media/image861.png"/><Relationship Id="rId72" Type="http://schemas.openxmlformats.org/officeDocument/2006/relationships/customXml" Target="../ink/ink2040.xml"/><Relationship Id="rId93" Type="http://schemas.openxmlformats.org/officeDocument/2006/relationships/customXml" Target="../ink/ink2056.xml"/><Relationship Id="rId98" Type="http://schemas.openxmlformats.org/officeDocument/2006/relationships/customXml" Target="../ink/ink2059.xml"/><Relationship Id="rId121" Type="http://schemas.openxmlformats.org/officeDocument/2006/relationships/image" Target="../media/image886.png"/><Relationship Id="rId142" Type="http://schemas.openxmlformats.org/officeDocument/2006/relationships/customXml" Target="../ink/ink2081.xml"/><Relationship Id="rId163" Type="http://schemas.openxmlformats.org/officeDocument/2006/relationships/image" Target="../media/image907.png"/><Relationship Id="rId184" Type="http://schemas.openxmlformats.org/officeDocument/2006/relationships/customXml" Target="../ink/ink2102.xml"/><Relationship Id="rId189" Type="http://schemas.openxmlformats.org/officeDocument/2006/relationships/image" Target="../media/image920.png"/><Relationship Id="rId3" Type="http://schemas.openxmlformats.org/officeDocument/2006/relationships/image" Target="../media/image837.png"/><Relationship Id="rId25" Type="http://schemas.openxmlformats.org/officeDocument/2006/relationships/image" Target="../media/image848.png"/><Relationship Id="rId46" Type="http://schemas.openxmlformats.org/officeDocument/2006/relationships/customXml" Target="../ink/ink2023.xml"/><Relationship Id="rId67" Type="http://schemas.openxmlformats.org/officeDocument/2006/relationships/customXml" Target="../ink/ink2035.xml"/><Relationship Id="rId116" Type="http://schemas.openxmlformats.org/officeDocument/2006/relationships/customXml" Target="../ink/ink2068.xml"/><Relationship Id="rId137" Type="http://schemas.openxmlformats.org/officeDocument/2006/relationships/image" Target="../media/image894.png"/><Relationship Id="rId158" Type="http://schemas.openxmlformats.org/officeDocument/2006/relationships/customXml" Target="../ink/ink2089.xml"/><Relationship Id="rId20" Type="http://schemas.openxmlformats.org/officeDocument/2006/relationships/customXml" Target="../ink/ink2010.xml"/><Relationship Id="rId41" Type="http://schemas.openxmlformats.org/officeDocument/2006/relationships/image" Target="../media/image856.png"/><Relationship Id="rId62" Type="http://schemas.openxmlformats.org/officeDocument/2006/relationships/customXml" Target="../ink/ink2031.xml"/><Relationship Id="rId83" Type="http://schemas.openxmlformats.org/officeDocument/2006/relationships/image" Target="../media/image870.png"/><Relationship Id="rId88" Type="http://schemas.openxmlformats.org/officeDocument/2006/relationships/customXml" Target="../ink/ink2051.xml"/><Relationship Id="rId111" Type="http://schemas.openxmlformats.org/officeDocument/2006/relationships/image" Target="../media/image881.png"/><Relationship Id="rId132" Type="http://schemas.openxmlformats.org/officeDocument/2006/relationships/customXml" Target="../ink/ink2076.xml"/><Relationship Id="rId153" Type="http://schemas.openxmlformats.org/officeDocument/2006/relationships/image" Target="../media/image902.png"/><Relationship Id="rId174" Type="http://schemas.openxmlformats.org/officeDocument/2006/relationships/customXml" Target="../ink/ink2097.xml"/><Relationship Id="rId179" Type="http://schemas.openxmlformats.org/officeDocument/2006/relationships/image" Target="../media/image915.png"/><Relationship Id="rId195" Type="http://schemas.openxmlformats.org/officeDocument/2006/relationships/image" Target="../media/image923.png"/><Relationship Id="rId190" Type="http://schemas.openxmlformats.org/officeDocument/2006/relationships/customXml" Target="../ink/ink2105.xml"/><Relationship Id="rId15" Type="http://schemas.openxmlformats.org/officeDocument/2006/relationships/image" Target="../media/image843.png"/><Relationship Id="rId36" Type="http://schemas.openxmlformats.org/officeDocument/2006/relationships/customXml" Target="../ink/ink2018.xml"/><Relationship Id="rId57" Type="http://schemas.openxmlformats.org/officeDocument/2006/relationships/image" Target="../media/image864.png"/><Relationship Id="rId106" Type="http://schemas.openxmlformats.org/officeDocument/2006/relationships/customXml" Target="../ink/ink2063.xml"/><Relationship Id="rId127" Type="http://schemas.openxmlformats.org/officeDocument/2006/relationships/image" Target="../media/image889.png"/><Relationship Id="rId10" Type="http://schemas.openxmlformats.org/officeDocument/2006/relationships/customXml" Target="../ink/ink2005.xml"/><Relationship Id="rId31" Type="http://schemas.openxmlformats.org/officeDocument/2006/relationships/image" Target="../media/image851.png"/><Relationship Id="rId52" Type="http://schemas.openxmlformats.org/officeDocument/2006/relationships/customXml" Target="../ink/ink2026.xml"/><Relationship Id="rId73" Type="http://schemas.openxmlformats.org/officeDocument/2006/relationships/customXml" Target="../ink/ink2041.xml"/><Relationship Id="rId78" Type="http://schemas.openxmlformats.org/officeDocument/2006/relationships/customXml" Target="../ink/ink2046.xml"/><Relationship Id="rId94" Type="http://schemas.openxmlformats.org/officeDocument/2006/relationships/customXml" Target="../ink/ink2057.xml"/><Relationship Id="rId99" Type="http://schemas.openxmlformats.org/officeDocument/2006/relationships/image" Target="../media/image875.png"/><Relationship Id="rId101" Type="http://schemas.openxmlformats.org/officeDocument/2006/relationships/image" Target="../media/image876.png"/><Relationship Id="rId122" Type="http://schemas.openxmlformats.org/officeDocument/2006/relationships/customXml" Target="../ink/ink2071.xml"/><Relationship Id="rId143" Type="http://schemas.openxmlformats.org/officeDocument/2006/relationships/image" Target="../media/image897.png"/><Relationship Id="rId148" Type="http://schemas.openxmlformats.org/officeDocument/2006/relationships/customXml" Target="../ink/ink2084.xml"/><Relationship Id="rId164" Type="http://schemas.openxmlformats.org/officeDocument/2006/relationships/customXml" Target="../ink/ink2092.xml"/><Relationship Id="rId169" Type="http://schemas.openxmlformats.org/officeDocument/2006/relationships/image" Target="../media/image910.png"/><Relationship Id="rId185" Type="http://schemas.openxmlformats.org/officeDocument/2006/relationships/image" Target="../media/image918.png"/><Relationship Id="rId4" Type="http://schemas.openxmlformats.org/officeDocument/2006/relationships/customXml" Target="../ink/ink2002.xml"/><Relationship Id="rId9" Type="http://schemas.openxmlformats.org/officeDocument/2006/relationships/image" Target="../media/image840.png"/><Relationship Id="rId180" Type="http://schemas.openxmlformats.org/officeDocument/2006/relationships/customXml" Target="../ink/ink2100.xml"/><Relationship Id="rId26" Type="http://schemas.openxmlformats.org/officeDocument/2006/relationships/customXml" Target="../ink/ink2013.xml"/><Relationship Id="rId47" Type="http://schemas.openxmlformats.org/officeDocument/2006/relationships/image" Target="../media/image859.png"/><Relationship Id="rId68" Type="http://schemas.openxmlformats.org/officeDocument/2006/relationships/customXml" Target="../ink/ink2036.xml"/><Relationship Id="rId89" Type="http://schemas.openxmlformats.org/officeDocument/2006/relationships/customXml" Target="../ink/ink2052.xml"/><Relationship Id="rId112" Type="http://schemas.openxmlformats.org/officeDocument/2006/relationships/customXml" Target="../ink/ink2066.xml"/><Relationship Id="rId133" Type="http://schemas.openxmlformats.org/officeDocument/2006/relationships/image" Target="../media/image892.png"/><Relationship Id="rId154" Type="http://schemas.openxmlformats.org/officeDocument/2006/relationships/customXml" Target="../ink/ink2087.xml"/><Relationship Id="rId175" Type="http://schemas.openxmlformats.org/officeDocument/2006/relationships/image" Target="../media/image913.png"/><Relationship Id="rId196" Type="http://schemas.openxmlformats.org/officeDocument/2006/relationships/customXml" Target="../ink/ink2108.xml"/><Relationship Id="rId16" Type="http://schemas.openxmlformats.org/officeDocument/2006/relationships/customXml" Target="../ink/ink2008.xml"/><Relationship Id="rId37" Type="http://schemas.openxmlformats.org/officeDocument/2006/relationships/image" Target="../media/image854.png"/><Relationship Id="rId58" Type="http://schemas.openxmlformats.org/officeDocument/2006/relationships/customXml" Target="../ink/ink2029.xml"/><Relationship Id="rId79" Type="http://schemas.openxmlformats.org/officeDocument/2006/relationships/image" Target="../media/image868.png"/><Relationship Id="rId102" Type="http://schemas.openxmlformats.org/officeDocument/2006/relationships/customXml" Target="../ink/ink2061.xml"/><Relationship Id="rId123" Type="http://schemas.openxmlformats.org/officeDocument/2006/relationships/image" Target="../media/image887.png"/><Relationship Id="rId144" Type="http://schemas.openxmlformats.org/officeDocument/2006/relationships/customXml" Target="../ink/ink2082.xml"/><Relationship Id="rId90" Type="http://schemas.openxmlformats.org/officeDocument/2006/relationships/customXml" Target="../ink/ink2053.xml"/><Relationship Id="rId165" Type="http://schemas.openxmlformats.org/officeDocument/2006/relationships/image" Target="../media/image908.png"/><Relationship Id="rId186" Type="http://schemas.openxmlformats.org/officeDocument/2006/relationships/customXml" Target="../ink/ink2103.xml"/><Relationship Id="rId27" Type="http://schemas.openxmlformats.org/officeDocument/2006/relationships/image" Target="../media/image849.png"/><Relationship Id="rId48" Type="http://schemas.openxmlformats.org/officeDocument/2006/relationships/customXml" Target="../ink/ink2024.xml"/><Relationship Id="rId69" Type="http://schemas.openxmlformats.org/officeDocument/2006/relationships/customXml" Target="../ink/ink2037.xml"/><Relationship Id="rId113" Type="http://schemas.openxmlformats.org/officeDocument/2006/relationships/image" Target="../media/image882.png"/><Relationship Id="rId134" Type="http://schemas.openxmlformats.org/officeDocument/2006/relationships/customXml" Target="../ink/ink2077.xml"/><Relationship Id="rId80" Type="http://schemas.openxmlformats.org/officeDocument/2006/relationships/customXml" Target="../ink/ink2047.xml"/><Relationship Id="rId155" Type="http://schemas.openxmlformats.org/officeDocument/2006/relationships/image" Target="../media/image903.png"/><Relationship Id="rId176" Type="http://schemas.openxmlformats.org/officeDocument/2006/relationships/customXml" Target="../ink/ink2098.xml"/><Relationship Id="rId197" Type="http://schemas.openxmlformats.org/officeDocument/2006/relationships/image" Target="../media/image924.png"/><Relationship Id="rId17" Type="http://schemas.openxmlformats.org/officeDocument/2006/relationships/image" Target="../media/image844.png"/><Relationship Id="rId38" Type="http://schemas.openxmlformats.org/officeDocument/2006/relationships/customXml" Target="../ink/ink2019.xml"/><Relationship Id="rId59" Type="http://schemas.openxmlformats.org/officeDocument/2006/relationships/image" Target="../media/image865.png"/><Relationship Id="rId103" Type="http://schemas.openxmlformats.org/officeDocument/2006/relationships/image" Target="../media/image877.png"/><Relationship Id="rId124" Type="http://schemas.openxmlformats.org/officeDocument/2006/relationships/customXml" Target="../ink/ink2072.xml"/><Relationship Id="rId70" Type="http://schemas.openxmlformats.org/officeDocument/2006/relationships/customXml" Target="../ink/ink2038.xml"/><Relationship Id="rId91" Type="http://schemas.openxmlformats.org/officeDocument/2006/relationships/customXml" Target="../ink/ink2054.xml"/><Relationship Id="rId145" Type="http://schemas.openxmlformats.org/officeDocument/2006/relationships/image" Target="../media/image898.png"/><Relationship Id="rId166" Type="http://schemas.openxmlformats.org/officeDocument/2006/relationships/customXml" Target="../ink/ink2093.xml"/><Relationship Id="rId187" Type="http://schemas.openxmlformats.org/officeDocument/2006/relationships/image" Target="../media/image91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014.xml"/><Relationship Id="rId49" Type="http://schemas.openxmlformats.org/officeDocument/2006/relationships/image" Target="../media/image860.png"/><Relationship Id="rId114" Type="http://schemas.openxmlformats.org/officeDocument/2006/relationships/customXml" Target="../ink/ink2067.xml"/><Relationship Id="rId60" Type="http://schemas.openxmlformats.org/officeDocument/2006/relationships/customXml" Target="../ink/ink2030.xml"/><Relationship Id="rId81" Type="http://schemas.openxmlformats.org/officeDocument/2006/relationships/image" Target="../media/image869.png"/><Relationship Id="rId135" Type="http://schemas.openxmlformats.org/officeDocument/2006/relationships/image" Target="../media/image893.png"/><Relationship Id="rId156" Type="http://schemas.openxmlformats.org/officeDocument/2006/relationships/customXml" Target="../ink/ink2088.xml"/><Relationship Id="rId177" Type="http://schemas.openxmlformats.org/officeDocument/2006/relationships/image" Target="../media/image914.png"/><Relationship Id="rId198" Type="http://schemas.openxmlformats.org/officeDocument/2006/relationships/customXml" Target="../ink/ink2109.xml"/><Relationship Id="rId18" Type="http://schemas.openxmlformats.org/officeDocument/2006/relationships/customXml" Target="../ink/ink2009.xml"/><Relationship Id="rId39" Type="http://schemas.openxmlformats.org/officeDocument/2006/relationships/image" Target="../media/image855.png"/><Relationship Id="rId50" Type="http://schemas.openxmlformats.org/officeDocument/2006/relationships/customXml" Target="../ink/ink2025.xml"/><Relationship Id="rId104" Type="http://schemas.openxmlformats.org/officeDocument/2006/relationships/customXml" Target="../ink/ink2062.xml"/><Relationship Id="rId125" Type="http://schemas.openxmlformats.org/officeDocument/2006/relationships/image" Target="../media/image888.png"/><Relationship Id="rId146" Type="http://schemas.openxmlformats.org/officeDocument/2006/relationships/customXml" Target="../ink/ink2083.xml"/><Relationship Id="rId167" Type="http://schemas.openxmlformats.org/officeDocument/2006/relationships/image" Target="../media/image909.png"/><Relationship Id="rId188" Type="http://schemas.openxmlformats.org/officeDocument/2006/relationships/customXml" Target="../ink/ink2104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3.png"/><Relationship Id="rId299" Type="http://schemas.openxmlformats.org/officeDocument/2006/relationships/image" Target="../media/image1074.png"/><Relationship Id="rId21" Type="http://schemas.openxmlformats.org/officeDocument/2006/relationships/image" Target="../media/image935.png"/><Relationship Id="rId63" Type="http://schemas.openxmlformats.org/officeDocument/2006/relationships/image" Target="../media/image956.png"/><Relationship Id="rId159" Type="http://schemas.openxmlformats.org/officeDocument/2006/relationships/image" Target="../media/image1004.png"/><Relationship Id="rId324" Type="http://schemas.openxmlformats.org/officeDocument/2006/relationships/customXml" Target="../ink/ink2271.xml"/><Relationship Id="rId366" Type="http://schemas.openxmlformats.org/officeDocument/2006/relationships/customXml" Target="../ink/ink2292.xml"/><Relationship Id="rId170" Type="http://schemas.openxmlformats.org/officeDocument/2006/relationships/customXml" Target="../ink/ink2194.xml"/><Relationship Id="rId226" Type="http://schemas.openxmlformats.org/officeDocument/2006/relationships/customXml" Target="../ink/ink2222.xml"/><Relationship Id="rId268" Type="http://schemas.openxmlformats.org/officeDocument/2006/relationships/customXml" Target="../ink/ink2243.xml"/><Relationship Id="rId32" Type="http://schemas.openxmlformats.org/officeDocument/2006/relationships/customXml" Target="../ink/ink2125.xml"/><Relationship Id="rId74" Type="http://schemas.openxmlformats.org/officeDocument/2006/relationships/customXml" Target="../ink/ink2146.xml"/><Relationship Id="rId128" Type="http://schemas.openxmlformats.org/officeDocument/2006/relationships/customXml" Target="../ink/ink2173.xml"/><Relationship Id="rId335" Type="http://schemas.openxmlformats.org/officeDocument/2006/relationships/image" Target="../media/image1092.png"/><Relationship Id="rId377" Type="http://schemas.openxmlformats.org/officeDocument/2006/relationships/image" Target="../media/image1113.png"/><Relationship Id="rId5" Type="http://schemas.openxmlformats.org/officeDocument/2006/relationships/image" Target="../media/image927.png"/><Relationship Id="rId181" Type="http://schemas.openxmlformats.org/officeDocument/2006/relationships/image" Target="../media/image1015.png"/><Relationship Id="rId237" Type="http://schemas.openxmlformats.org/officeDocument/2006/relationships/image" Target="../media/image1043.png"/><Relationship Id="rId402" Type="http://schemas.openxmlformats.org/officeDocument/2006/relationships/customXml" Target="../ink/ink2310.xml"/><Relationship Id="rId279" Type="http://schemas.openxmlformats.org/officeDocument/2006/relationships/image" Target="../media/image1064.png"/><Relationship Id="rId43" Type="http://schemas.openxmlformats.org/officeDocument/2006/relationships/image" Target="../media/image946.png"/><Relationship Id="rId139" Type="http://schemas.openxmlformats.org/officeDocument/2006/relationships/image" Target="../media/image994.png"/><Relationship Id="rId290" Type="http://schemas.openxmlformats.org/officeDocument/2006/relationships/customXml" Target="../ink/ink2254.xml"/><Relationship Id="rId304" Type="http://schemas.openxmlformats.org/officeDocument/2006/relationships/customXml" Target="../ink/ink2261.xml"/><Relationship Id="rId346" Type="http://schemas.openxmlformats.org/officeDocument/2006/relationships/customXml" Target="../ink/ink2282.xml"/><Relationship Id="rId388" Type="http://schemas.openxmlformats.org/officeDocument/2006/relationships/customXml" Target="../ink/ink2303.xml"/><Relationship Id="rId85" Type="http://schemas.openxmlformats.org/officeDocument/2006/relationships/image" Target="../media/image967.png"/><Relationship Id="rId150" Type="http://schemas.openxmlformats.org/officeDocument/2006/relationships/customXml" Target="../ink/ink2184.xml"/><Relationship Id="rId192" Type="http://schemas.openxmlformats.org/officeDocument/2006/relationships/customXml" Target="../ink/ink2205.xml"/><Relationship Id="rId206" Type="http://schemas.openxmlformats.org/officeDocument/2006/relationships/customXml" Target="../ink/ink2212.xml"/><Relationship Id="rId248" Type="http://schemas.openxmlformats.org/officeDocument/2006/relationships/customXml" Target="../ink/ink2233.xml"/><Relationship Id="rId12" Type="http://schemas.openxmlformats.org/officeDocument/2006/relationships/customXml" Target="../ink/ink2115.xml"/><Relationship Id="rId108" Type="http://schemas.openxmlformats.org/officeDocument/2006/relationships/customXml" Target="../ink/ink2163.xml"/><Relationship Id="rId315" Type="http://schemas.openxmlformats.org/officeDocument/2006/relationships/image" Target="../media/image1082.png"/><Relationship Id="rId357" Type="http://schemas.openxmlformats.org/officeDocument/2006/relationships/image" Target="../media/image1103.png"/><Relationship Id="rId54" Type="http://schemas.openxmlformats.org/officeDocument/2006/relationships/customXml" Target="../ink/ink2136.xml"/><Relationship Id="rId96" Type="http://schemas.openxmlformats.org/officeDocument/2006/relationships/customXml" Target="../ink/ink2157.xml"/><Relationship Id="rId161" Type="http://schemas.openxmlformats.org/officeDocument/2006/relationships/image" Target="../media/image1005.png"/><Relationship Id="rId217" Type="http://schemas.openxmlformats.org/officeDocument/2006/relationships/image" Target="../media/image1033.png"/><Relationship Id="rId399" Type="http://schemas.openxmlformats.org/officeDocument/2006/relationships/image" Target="../media/image1124.png"/><Relationship Id="rId259" Type="http://schemas.openxmlformats.org/officeDocument/2006/relationships/image" Target="../media/image1054.png"/><Relationship Id="rId23" Type="http://schemas.openxmlformats.org/officeDocument/2006/relationships/image" Target="../media/image936.png"/><Relationship Id="rId119" Type="http://schemas.openxmlformats.org/officeDocument/2006/relationships/image" Target="../media/image984.png"/><Relationship Id="rId270" Type="http://schemas.openxmlformats.org/officeDocument/2006/relationships/customXml" Target="../ink/ink2244.xml"/><Relationship Id="rId326" Type="http://schemas.openxmlformats.org/officeDocument/2006/relationships/customXml" Target="../ink/ink2272.xml"/><Relationship Id="rId65" Type="http://schemas.openxmlformats.org/officeDocument/2006/relationships/image" Target="../media/image957.png"/><Relationship Id="rId130" Type="http://schemas.openxmlformats.org/officeDocument/2006/relationships/customXml" Target="../ink/ink2174.xml"/><Relationship Id="rId368" Type="http://schemas.openxmlformats.org/officeDocument/2006/relationships/customXml" Target="../ink/ink2293.xml"/><Relationship Id="rId172" Type="http://schemas.openxmlformats.org/officeDocument/2006/relationships/customXml" Target="../ink/ink2195.xml"/><Relationship Id="rId228" Type="http://schemas.openxmlformats.org/officeDocument/2006/relationships/customXml" Target="../ink/ink2223.xml"/><Relationship Id="rId281" Type="http://schemas.openxmlformats.org/officeDocument/2006/relationships/image" Target="../media/image1065.png"/><Relationship Id="rId337" Type="http://schemas.openxmlformats.org/officeDocument/2006/relationships/image" Target="../media/image1093.png"/><Relationship Id="rId34" Type="http://schemas.openxmlformats.org/officeDocument/2006/relationships/customXml" Target="../ink/ink2126.xml"/><Relationship Id="rId76" Type="http://schemas.openxmlformats.org/officeDocument/2006/relationships/customXml" Target="../ink/ink2147.xml"/><Relationship Id="rId141" Type="http://schemas.openxmlformats.org/officeDocument/2006/relationships/image" Target="../media/image995.png"/><Relationship Id="rId379" Type="http://schemas.openxmlformats.org/officeDocument/2006/relationships/image" Target="../media/image1114.png"/><Relationship Id="rId7" Type="http://schemas.openxmlformats.org/officeDocument/2006/relationships/image" Target="../media/image928.png"/><Relationship Id="rId183" Type="http://schemas.openxmlformats.org/officeDocument/2006/relationships/image" Target="../media/image1016.png"/><Relationship Id="rId239" Type="http://schemas.openxmlformats.org/officeDocument/2006/relationships/image" Target="../media/image1044.png"/><Relationship Id="rId390" Type="http://schemas.openxmlformats.org/officeDocument/2006/relationships/customXml" Target="../ink/ink2304.xml"/><Relationship Id="rId404" Type="http://schemas.openxmlformats.org/officeDocument/2006/relationships/customXml" Target="../ink/ink2311.xml"/><Relationship Id="rId250" Type="http://schemas.openxmlformats.org/officeDocument/2006/relationships/customXml" Target="../ink/ink2234.xml"/><Relationship Id="rId292" Type="http://schemas.openxmlformats.org/officeDocument/2006/relationships/customXml" Target="../ink/ink2255.xml"/><Relationship Id="rId306" Type="http://schemas.openxmlformats.org/officeDocument/2006/relationships/customXml" Target="../ink/ink2262.xml"/><Relationship Id="rId45" Type="http://schemas.openxmlformats.org/officeDocument/2006/relationships/image" Target="../media/image947.png"/><Relationship Id="rId87" Type="http://schemas.openxmlformats.org/officeDocument/2006/relationships/image" Target="../media/image968.png"/><Relationship Id="rId110" Type="http://schemas.openxmlformats.org/officeDocument/2006/relationships/customXml" Target="../ink/ink2164.xml"/><Relationship Id="rId348" Type="http://schemas.openxmlformats.org/officeDocument/2006/relationships/customXml" Target="../ink/ink2283.xml"/><Relationship Id="rId152" Type="http://schemas.openxmlformats.org/officeDocument/2006/relationships/customXml" Target="../ink/ink2185.xml"/><Relationship Id="rId194" Type="http://schemas.openxmlformats.org/officeDocument/2006/relationships/customXml" Target="../ink/ink2206.xml"/><Relationship Id="rId208" Type="http://schemas.openxmlformats.org/officeDocument/2006/relationships/customXml" Target="../ink/ink2213.xml"/><Relationship Id="rId261" Type="http://schemas.openxmlformats.org/officeDocument/2006/relationships/image" Target="../media/image1055.png"/><Relationship Id="rId14" Type="http://schemas.openxmlformats.org/officeDocument/2006/relationships/customXml" Target="../ink/ink2116.xml"/><Relationship Id="rId56" Type="http://schemas.openxmlformats.org/officeDocument/2006/relationships/customXml" Target="../ink/ink2137.xml"/><Relationship Id="rId317" Type="http://schemas.openxmlformats.org/officeDocument/2006/relationships/image" Target="../media/image1083.png"/><Relationship Id="rId359" Type="http://schemas.openxmlformats.org/officeDocument/2006/relationships/image" Target="../media/image1104.png"/><Relationship Id="rId98" Type="http://schemas.openxmlformats.org/officeDocument/2006/relationships/customXml" Target="../ink/ink2158.xml"/><Relationship Id="rId121" Type="http://schemas.openxmlformats.org/officeDocument/2006/relationships/image" Target="../media/image985.png"/><Relationship Id="rId163" Type="http://schemas.openxmlformats.org/officeDocument/2006/relationships/image" Target="../media/image1006.png"/><Relationship Id="rId219" Type="http://schemas.openxmlformats.org/officeDocument/2006/relationships/image" Target="../media/image1034.png"/><Relationship Id="rId370" Type="http://schemas.openxmlformats.org/officeDocument/2006/relationships/customXml" Target="../ink/ink2294.xml"/><Relationship Id="rId230" Type="http://schemas.openxmlformats.org/officeDocument/2006/relationships/customXml" Target="../ink/ink2224.xml"/><Relationship Id="rId25" Type="http://schemas.openxmlformats.org/officeDocument/2006/relationships/image" Target="../media/image937.png"/><Relationship Id="rId67" Type="http://schemas.openxmlformats.org/officeDocument/2006/relationships/image" Target="../media/image958.png"/><Relationship Id="rId272" Type="http://schemas.openxmlformats.org/officeDocument/2006/relationships/customXml" Target="../ink/ink2245.xml"/><Relationship Id="rId328" Type="http://schemas.openxmlformats.org/officeDocument/2006/relationships/customXml" Target="../ink/ink2273.xml"/><Relationship Id="rId132" Type="http://schemas.openxmlformats.org/officeDocument/2006/relationships/customXml" Target="../ink/ink2175.xml"/><Relationship Id="rId174" Type="http://schemas.openxmlformats.org/officeDocument/2006/relationships/customXml" Target="../ink/ink2196.xml"/><Relationship Id="rId381" Type="http://schemas.openxmlformats.org/officeDocument/2006/relationships/image" Target="../media/image1115.png"/><Relationship Id="rId241" Type="http://schemas.openxmlformats.org/officeDocument/2006/relationships/image" Target="../media/image1045.png"/><Relationship Id="rId36" Type="http://schemas.openxmlformats.org/officeDocument/2006/relationships/customXml" Target="../ink/ink2127.xml"/><Relationship Id="rId283" Type="http://schemas.openxmlformats.org/officeDocument/2006/relationships/image" Target="../media/image1066.png"/><Relationship Id="rId339" Type="http://schemas.openxmlformats.org/officeDocument/2006/relationships/image" Target="../media/image1094.png"/><Relationship Id="rId78" Type="http://schemas.openxmlformats.org/officeDocument/2006/relationships/customXml" Target="../ink/ink2148.xml"/><Relationship Id="rId101" Type="http://schemas.openxmlformats.org/officeDocument/2006/relationships/image" Target="../media/image975.png"/><Relationship Id="rId143" Type="http://schemas.openxmlformats.org/officeDocument/2006/relationships/image" Target="../media/image996.png"/><Relationship Id="rId185" Type="http://schemas.openxmlformats.org/officeDocument/2006/relationships/image" Target="../media/image1017.png"/><Relationship Id="rId350" Type="http://schemas.openxmlformats.org/officeDocument/2006/relationships/customXml" Target="../ink/ink2284.xml"/><Relationship Id="rId406" Type="http://schemas.openxmlformats.org/officeDocument/2006/relationships/customXml" Target="../ink/ink2312.xml"/><Relationship Id="rId9" Type="http://schemas.openxmlformats.org/officeDocument/2006/relationships/image" Target="../media/image929.png"/><Relationship Id="rId210" Type="http://schemas.openxmlformats.org/officeDocument/2006/relationships/customXml" Target="../ink/ink2214.xml"/><Relationship Id="rId392" Type="http://schemas.openxmlformats.org/officeDocument/2006/relationships/customXml" Target="../ink/ink2305.xml"/><Relationship Id="rId252" Type="http://schemas.openxmlformats.org/officeDocument/2006/relationships/customXml" Target="../ink/ink2235.xml"/><Relationship Id="rId294" Type="http://schemas.openxmlformats.org/officeDocument/2006/relationships/customXml" Target="../ink/ink2256.xml"/><Relationship Id="rId308" Type="http://schemas.openxmlformats.org/officeDocument/2006/relationships/customXml" Target="../ink/ink2263.xml"/><Relationship Id="rId47" Type="http://schemas.openxmlformats.org/officeDocument/2006/relationships/image" Target="../media/image948.png"/><Relationship Id="rId89" Type="http://schemas.openxmlformats.org/officeDocument/2006/relationships/image" Target="../media/image969.png"/><Relationship Id="rId112" Type="http://schemas.openxmlformats.org/officeDocument/2006/relationships/customXml" Target="../ink/ink2165.xml"/><Relationship Id="rId154" Type="http://schemas.openxmlformats.org/officeDocument/2006/relationships/customXml" Target="../ink/ink2186.xml"/><Relationship Id="rId361" Type="http://schemas.openxmlformats.org/officeDocument/2006/relationships/image" Target="../media/image1105.png"/><Relationship Id="rId196" Type="http://schemas.openxmlformats.org/officeDocument/2006/relationships/customXml" Target="../ink/ink2207.xml"/><Relationship Id="rId16" Type="http://schemas.openxmlformats.org/officeDocument/2006/relationships/customXml" Target="../ink/ink2117.xml"/><Relationship Id="rId221" Type="http://schemas.openxmlformats.org/officeDocument/2006/relationships/image" Target="../media/image1035.png"/><Relationship Id="rId263" Type="http://schemas.openxmlformats.org/officeDocument/2006/relationships/image" Target="../media/image1056.png"/><Relationship Id="rId319" Type="http://schemas.openxmlformats.org/officeDocument/2006/relationships/image" Target="../media/image1084.png"/><Relationship Id="rId58" Type="http://schemas.openxmlformats.org/officeDocument/2006/relationships/customXml" Target="../ink/ink2138.xml"/><Relationship Id="rId123" Type="http://schemas.openxmlformats.org/officeDocument/2006/relationships/image" Target="../media/image986.png"/><Relationship Id="rId330" Type="http://schemas.openxmlformats.org/officeDocument/2006/relationships/customXml" Target="../ink/ink2274.xml"/><Relationship Id="rId165" Type="http://schemas.openxmlformats.org/officeDocument/2006/relationships/image" Target="../media/image1007.png"/><Relationship Id="rId372" Type="http://schemas.openxmlformats.org/officeDocument/2006/relationships/customXml" Target="../ink/ink2295.xml"/><Relationship Id="rId232" Type="http://schemas.openxmlformats.org/officeDocument/2006/relationships/customXml" Target="../ink/ink2225.xml"/><Relationship Id="rId274" Type="http://schemas.openxmlformats.org/officeDocument/2006/relationships/customXml" Target="../ink/ink2246.xml"/><Relationship Id="rId27" Type="http://schemas.openxmlformats.org/officeDocument/2006/relationships/image" Target="../media/image938.png"/><Relationship Id="rId48" Type="http://schemas.openxmlformats.org/officeDocument/2006/relationships/customXml" Target="../ink/ink2133.xml"/><Relationship Id="rId69" Type="http://schemas.openxmlformats.org/officeDocument/2006/relationships/image" Target="../media/image959.png"/><Relationship Id="rId113" Type="http://schemas.openxmlformats.org/officeDocument/2006/relationships/image" Target="../media/image981.png"/><Relationship Id="rId134" Type="http://schemas.openxmlformats.org/officeDocument/2006/relationships/customXml" Target="../ink/ink2176.xml"/><Relationship Id="rId320" Type="http://schemas.openxmlformats.org/officeDocument/2006/relationships/customXml" Target="../ink/ink2269.xml"/><Relationship Id="rId80" Type="http://schemas.openxmlformats.org/officeDocument/2006/relationships/customXml" Target="../ink/ink2149.xml"/><Relationship Id="rId155" Type="http://schemas.openxmlformats.org/officeDocument/2006/relationships/image" Target="../media/image1002.png"/><Relationship Id="rId176" Type="http://schemas.openxmlformats.org/officeDocument/2006/relationships/customXml" Target="../ink/ink2197.xml"/><Relationship Id="rId197" Type="http://schemas.openxmlformats.org/officeDocument/2006/relationships/image" Target="../media/image1023.png"/><Relationship Id="rId341" Type="http://schemas.openxmlformats.org/officeDocument/2006/relationships/image" Target="../media/image1095.png"/><Relationship Id="rId362" Type="http://schemas.openxmlformats.org/officeDocument/2006/relationships/customXml" Target="../ink/ink2290.xml"/><Relationship Id="rId383" Type="http://schemas.openxmlformats.org/officeDocument/2006/relationships/image" Target="../media/image1116.png"/><Relationship Id="rId201" Type="http://schemas.openxmlformats.org/officeDocument/2006/relationships/image" Target="../media/image1025.png"/><Relationship Id="rId222" Type="http://schemas.openxmlformats.org/officeDocument/2006/relationships/customXml" Target="../ink/ink2220.xml"/><Relationship Id="rId243" Type="http://schemas.openxmlformats.org/officeDocument/2006/relationships/image" Target="../media/image1046.png"/><Relationship Id="rId264" Type="http://schemas.openxmlformats.org/officeDocument/2006/relationships/customXml" Target="../ink/ink2241.xml"/><Relationship Id="rId285" Type="http://schemas.openxmlformats.org/officeDocument/2006/relationships/image" Target="../media/image1067.png"/><Relationship Id="rId17" Type="http://schemas.openxmlformats.org/officeDocument/2006/relationships/image" Target="../media/image933.png"/><Relationship Id="rId38" Type="http://schemas.openxmlformats.org/officeDocument/2006/relationships/customXml" Target="../ink/ink2128.xml"/><Relationship Id="rId59" Type="http://schemas.openxmlformats.org/officeDocument/2006/relationships/image" Target="../media/image954.png"/><Relationship Id="rId103" Type="http://schemas.openxmlformats.org/officeDocument/2006/relationships/image" Target="../media/image976.png"/><Relationship Id="rId124" Type="http://schemas.openxmlformats.org/officeDocument/2006/relationships/customXml" Target="../ink/ink2171.xml"/><Relationship Id="rId310" Type="http://schemas.openxmlformats.org/officeDocument/2006/relationships/customXml" Target="../ink/ink2264.xml"/><Relationship Id="rId70" Type="http://schemas.openxmlformats.org/officeDocument/2006/relationships/customXml" Target="../ink/ink2144.xml"/><Relationship Id="rId91" Type="http://schemas.openxmlformats.org/officeDocument/2006/relationships/image" Target="../media/image970.png"/><Relationship Id="rId145" Type="http://schemas.openxmlformats.org/officeDocument/2006/relationships/image" Target="../media/image997.png"/><Relationship Id="rId166" Type="http://schemas.openxmlformats.org/officeDocument/2006/relationships/customXml" Target="../ink/ink2192.xml"/><Relationship Id="rId187" Type="http://schemas.openxmlformats.org/officeDocument/2006/relationships/image" Target="../media/image1018.png"/><Relationship Id="rId331" Type="http://schemas.openxmlformats.org/officeDocument/2006/relationships/image" Target="../media/image1090.png"/><Relationship Id="rId352" Type="http://schemas.openxmlformats.org/officeDocument/2006/relationships/customXml" Target="../ink/ink2285.xml"/><Relationship Id="rId373" Type="http://schemas.openxmlformats.org/officeDocument/2006/relationships/image" Target="../media/image1111.png"/><Relationship Id="rId394" Type="http://schemas.openxmlformats.org/officeDocument/2006/relationships/customXml" Target="../ink/ink2306.xml"/><Relationship Id="rId408" Type="http://schemas.openxmlformats.org/officeDocument/2006/relationships/customXml" Target="../ink/ink231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15.xml"/><Relationship Id="rId233" Type="http://schemas.openxmlformats.org/officeDocument/2006/relationships/image" Target="../media/image1041.png"/><Relationship Id="rId254" Type="http://schemas.openxmlformats.org/officeDocument/2006/relationships/customXml" Target="../ink/ink2236.xml"/><Relationship Id="rId28" Type="http://schemas.openxmlformats.org/officeDocument/2006/relationships/customXml" Target="../ink/ink2123.xml"/><Relationship Id="rId49" Type="http://schemas.openxmlformats.org/officeDocument/2006/relationships/image" Target="../media/image949.png"/><Relationship Id="rId114" Type="http://schemas.openxmlformats.org/officeDocument/2006/relationships/customXml" Target="../ink/ink2166.xml"/><Relationship Id="rId275" Type="http://schemas.openxmlformats.org/officeDocument/2006/relationships/image" Target="../media/image1062.png"/><Relationship Id="rId296" Type="http://schemas.openxmlformats.org/officeDocument/2006/relationships/customXml" Target="../ink/ink2257.xml"/><Relationship Id="rId300" Type="http://schemas.openxmlformats.org/officeDocument/2006/relationships/customXml" Target="../ink/ink2259.xml"/><Relationship Id="rId60" Type="http://schemas.openxmlformats.org/officeDocument/2006/relationships/customXml" Target="../ink/ink2139.xml"/><Relationship Id="rId81" Type="http://schemas.openxmlformats.org/officeDocument/2006/relationships/image" Target="../media/image965.png"/><Relationship Id="rId135" Type="http://schemas.openxmlformats.org/officeDocument/2006/relationships/image" Target="../media/image992.png"/><Relationship Id="rId156" Type="http://schemas.openxmlformats.org/officeDocument/2006/relationships/customXml" Target="../ink/ink2187.xml"/><Relationship Id="rId177" Type="http://schemas.openxmlformats.org/officeDocument/2006/relationships/image" Target="../media/image1013.png"/><Relationship Id="rId198" Type="http://schemas.openxmlformats.org/officeDocument/2006/relationships/customXml" Target="../ink/ink2208.xml"/><Relationship Id="rId321" Type="http://schemas.openxmlformats.org/officeDocument/2006/relationships/image" Target="../media/image1085.png"/><Relationship Id="rId342" Type="http://schemas.openxmlformats.org/officeDocument/2006/relationships/customXml" Target="../ink/ink2280.xml"/><Relationship Id="rId363" Type="http://schemas.openxmlformats.org/officeDocument/2006/relationships/image" Target="../media/image1106.png"/><Relationship Id="rId384" Type="http://schemas.openxmlformats.org/officeDocument/2006/relationships/customXml" Target="../ink/ink2301.xml"/><Relationship Id="rId202" Type="http://schemas.openxmlformats.org/officeDocument/2006/relationships/customXml" Target="../ink/ink2210.xml"/><Relationship Id="rId223" Type="http://schemas.openxmlformats.org/officeDocument/2006/relationships/image" Target="../media/image1036.png"/><Relationship Id="rId244" Type="http://schemas.openxmlformats.org/officeDocument/2006/relationships/customXml" Target="../ink/ink2231.xml"/><Relationship Id="rId18" Type="http://schemas.openxmlformats.org/officeDocument/2006/relationships/customXml" Target="../ink/ink2118.xml"/><Relationship Id="rId39" Type="http://schemas.openxmlformats.org/officeDocument/2006/relationships/image" Target="../media/image944.png"/><Relationship Id="rId265" Type="http://schemas.openxmlformats.org/officeDocument/2006/relationships/image" Target="../media/image1057.png"/><Relationship Id="rId286" Type="http://schemas.openxmlformats.org/officeDocument/2006/relationships/customXml" Target="../ink/ink2252.xml"/><Relationship Id="rId50" Type="http://schemas.openxmlformats.org/officeDocument/2006/relationships/customXml" Target="../ink/ink2134.xml"/><Relationship Id="rId104" Type="http://schemas.openxmlformats.org/officeDocument/2006/relationships/customXml" Target="../ink/ink2161.xml"/><Relationship Id="rId125" Type="http://schemas.openxmlformats.org/officeDocument/2006/relationships/image" Target="../media/image987.png"/><Relationship Id="rId146" Type="http://schemas.openxmlformats.org/officeDocument/2006/relationships/customXml" Target="../ink/ink2182.xml"/><Relationship Id="rId167" Type="http://schemas.openxmlformats.org/officeDocument/2006/relationships/image" Target="../media/image1008.png"/><Relationship Id="rId188" Type="http://schemas.openxmlformats.org/officeDocument/2006/relationships/customXml" Target="../ink/ink2203.xml"/><Relationship Id="rId311" Type="http://schemas.openxmlformats.org/officeDocument/2006/relationships/image" Target="../media/image1080.png"/><Relationship Id="rId332" Type="http://schemas.openxmlformats.org/officeDocument/2006/relationships/customXml" Target="../ink/ink2275.xml"/><Relationship Id="rId353" Type="http://schemas.openxmlformats.org/officeDocument/2006/relationships/image" Target="../media/image1101.png"/><Relationship Id="rId374" Type="http://schemas.openxmlformats.org/officeDocument/2006/relationships/customXml" Target="../ink/ink2296.xml"/><Relationship Id="rId395" Type="http://schemas.openxmlformats.org/officeDocument/2006/relationships/image" Target="../media/image1122.png"/><Relationship Id="rId409" Type="http://schemas.openxmlformats.org/officeDocument/2006/relationships/image" Target="../media/image1129.png"/><Relationship Id="rId71" Type="http://schemas.openxmlformats.org/officeDocument/2006/relationships/image" Target="../media/image960.png"/><Relationship Id="rId92" Type="http://schemas.openxmlformats.org/officeDocument/2006/relationships/customXml" Target="../ink/ink2155.xml"/><Relationship Id="rId213" Type="http://schemas.openxmlformats.org/officeDocument/2006/relationships/image" Target="../media/image1031.png"/><Relationship Id="rId234" Type="http://schemas.openxmlformats.org/officeDocument/2006/relationships/customXml" Target="../ink/ink2226.xml"/><Relationship Id="rId2" Type="http://schemas.openxmlformats.org/officeDocument/2006/relationships/customXml" Target="../ink/ink2110.xml"/><Relationship Id="rId29" Type="http://schemas.openxmlformats.org/officeDocument/2006/relationships/image" Target="../media/image939.png"/><Relationship Id="rId255" Type="http://schemas.openxmlformats.org/officeDocument/2006/relationships/image" Target="../media/image1052.png"/><Relationship Id="rId276" Type="http://schemas.openxmlformats.org/officeDocument/2006/relationships/customXml" Target="../ink/ink2247.xml"/><Relationship Id="rId297" Type="http://schemas.openxmlformats.org/officeDocument/2006/relationships/image" Target="../media/image1073.png"/><Relationship Id="rId40" Type="http://schemas.openxmlformats.org/officeDocument/2006/relationships/customXml" Target="../ink/ink2129.xml"/><Relationship Id="rId115" Type="http://schemas.openxmlformats.org/officeDocument/2006/relationships/image" Target="../media/image982.png"/><Relationship Id="rId136" Type="http://schemas.openxmlformats.org/officeDocument/2006/relationships/customXml" Target="../ink/ink2177.xml"/><Relationship Id="rId157" Type="http://schemas.openxmlformats.org/officeDocument/2006/relationships/image" Target="../media/image1003.png"/><Relationship Id="rId178" Type="http://schemas.openxmlformats.org/officeDocument/2006/relationships/customXml" Target="../ink/ink2198.xml"/><Relationship Id="rId301" Type="http://schemas.openxmlformats.org/officeDocument/2006/relationships/image" Target="../media/image1075.png"/><Relationship Id="rId322" Type="http://schemas.openxmlformats.org/officeDocument/2006/relationships/customXml" Target="../ink/ink2270.xml"/><Relationship Id="rId343" Type="http://schemas.openxmlformats.org/officeDocument/2006/relationships/image" Target="../media/image1096.png"/><Relationship Id="rId364" Type="http://schemas.openxmlformats.org/officeDocument/2006/relationships/customXml" Target="../ink/ink2291.xml"/><Relationship Id="rId61" Type="http://schemas.openxmlformats.org/officeDocument/2006/relationships/image" Target="../media/image955.png"/><Relationship Id="rId82" Type="http://schemas.openxmlformats.org/officeDocument/2006/relationships/customXml" Target="../ink/ink2150.xml"/><Relationship Id="rId199" Type="http://schemas.openxmlformats.org/officeDocument/2006/relationships/image" Target="../media/image1024.png"/><Relationship Id="rId203" Type="http://schemas.openxmlformats.org/officeDocument/2006/relationships/image" Target="../media/image1026.png"/><Relationship Id="rId385" Type="http://schemas.openxmlformats.org/officeDocument/2006/relationships/image" Target="../media/image1117.png"/><Relationship Id="rId19" Type="http://schemas.openxmlformats.org/officeDocument/2006/relationships/image" Target="../media/image934.png"/><Relationship Id="rId224" Type="http://schemas.openxmlformats.org/officeDocument/2006/relationships/customXml" Target="../ink/ink2221.xml"/><Relationship Id="rId245" Type="http://schemas.openxmlformats.org/officeDocument/2006/relationships/image" Target="../media/image1047.png"/><Relationship Id="rId266" Type="http://schemas.openxmlformats.org/officeDocument/2006/relationships/customXml" Target="../ink/ink2242.xml"/><Relationship Id="rId287" Type="http://schemas.openxmlformats.org/officeDocument/2006/relationships/image" Target="../media/image1068.png"/><Relationship Id="rId410" Type="http://schemas.openxmlformats.org/officeDocument/2006/relationships/customXml" Target="../ink/ink2314.xml"/><Relationship Id="rId30" Type="http://schemas.openxmlformats.org/officeDocument/2006/relationships/customXml" Target="../ink/ink2124.xml"/><Relationship Id="rId105" Type="http://schemas.openxmlformats.org/officeDocument/2006/relationships/image" Target="../media/image977.png"/><Relationship Id="rId126" Type="http://schemas.openxmlformats.org/officeDocument/2006/relationships/customXml" Target="../ink/ink2172.xml"/><Relationship Id="rId147" Type="http://schemas.openxmlformats.org/officeDocument/2006/relationships/image" Target="../media/image998.png"/><Relationship Id="rId168" Type="http://schemas.openxmlformats.org/officeDocument/2006/relationships/customXml" Target="../ink/ink2193.xml"/><Relationship Id="rId312" Type="http://schemas.openxmlformats.org/officeDocument/2006/relationships/customXml" Target="../ink/ink2265.xml"/><Relationship Id="rId333" Type="http://schemas.openxmlformats.org/officeDocument/2006/relationships/image" Target="../media/image1091.png"/><Relationship Id="rId354" Type="http://schemas.openxmlformats.org/officeDocument/2006/relationships/customXml" Target="../ink/ink2286.xml"/><Relationship Id="rId51" Type="http://schemas.openxmlformats.org/officeDocument/2006/relationships/image" Target="../media/image950.png"/><Relationship Id="rId72" Type="http://schemas.openxmlformats.org/officeDocument/2006/relationships/customXml" Target="../ink/ink2145.xml"/><Relationship Id="rId93" Type="http://schemas.openxmlformats.org/officeDocument/2006/relationships/image" Target="../media/image971.png"/><Relationship Id="rId189" Type="http://schemas.openxmlformats.org/officeDocument/2006/relationships/image" Target="../media/image1019.png"/><Relationship Id="rId375" Type="http://schemas.openxmlformats.org/officeDocument/2006/relationships/image" Target="../media/image1112.png"/><Relationship Id="rId396" Type="http://schemas.openxmlformats.org/officeDocument/2006/relationships/customXml" Target="../ink/ink2307.xml"/><Relationship Id="rId3" Type="http://schemas.openxmlformats.org/officeDocument/2006/relationships/image" Target="../media/image926.png"/><Relationship Id="rId214" Type="http://schemas.openxmlformats.org/officeDocument/2006/relationships/customXml" Target="../ink/ink2216.xml"/><Relationship Id="rId235" Type="http://schemas.openxmlformats.org/officeDocument/2006/relationships/image" Target="../media/image1042.png"/><Relationship Id="rId256" Type="http://schemas.openxmlformats.org/officeDocument/2006/relationships/customXml" Target="../ink/ink2237.xml"/><Relationship Id="rId277" Type="http://schemas.openxmlformats.org/officeDocument/2006/relationships/image" Target="../media/image1063.png"/><Relationship Id="rId298" Type="http://schemas.openxmlformats.org/officeDocument/2006/relationships/customXml" Target="../ink/ink2258.xml"/><Relationship Id="rId400" Type="http://schemas.openxmlformats.org/officeDocument/2006/relationships/customXml" Target="../ink/ink2309.xml"/><Relationship Id="rId116" Type="http://schemas.openxmlformats.org/officeDocument/2006/relationships/customXml" Target="../ink/ink2167.xml"/><Relationship Id="rId137" Type="http://schemas.openxmlformats.org/officeDocument/2006/relationships/image" Target="../media/image993.png"/><Relationship Id="rId158" Type="http://schemas.openxmlformats.org/officeDocument/2006/relationships/customXml" Target="../ink/ink2188.xml"/><Relationship Id="rId302" Type="http://schemas.openxmlformats.org/officeDocument/2006/relationships/customXml" Target="../ink/ink2260.xml"/><Relationship Id="rId323" Type="http://schemas.openxmlformats.org/officeDocument/2006/relationships/image" Target="../media/image1086.png"/><Relationship Id="rId344" Type="http://schemas.openxmlformats.org/officeDocument/2006/relationships/customXml" Target="../ink/ink2281.xml"/><Relationship Id="rId20" Type="http://schemas.openxmlformats.org/officeDocument/2006/relationships/customXml" Target="../ink/ink2119.xml"/><Relationship Id="rId41" Type="http://schemas.openxmlformats.org/officeDocument/2006/relationships/image" Target="../media/image945.png"/><Relationship Id="rId62" Type="http://schemas.openxmlformats.org/officeDocument/2006/relationships/customXml" Target="../ink/ink2140.xml"/><Relationship Id="rId83" Type="http://schemas.openxmlformats.org/officeDocument/2006/relationships/image" Target="../media/image966.png"/><Relationship Id="rId179" Type="http://schemas.openxmlformats.org/officeDocument/2006/relationships/image" Target="../media/image1014.png"/><Relationship Id="rId365" Type="http://schemas.openxmlformats.org/officeDocument/2006/relationships/image" Target="../media/image1107.png"/><Relationship Id="rId386" Type="http://schemas.openxmlformats.org/officeDocument/2006/relationships/customXml" Target="../ink/ink2302.xml"/><Relationship Id="rId190" Type="http://schemas.openxmlformats.org/officeDocument/2006/relationships/customXml" Target="../ink/ink2204.xml"/><Relationship Id="rId204" Type="http://schemas.openxmlformats.org/officeDocument/2006/relationships/customXml" Target="../ink/ink2211.xml"/><Relationship Id="rId225" Type="http://schemas.openxmlformats.org/officeDocument/2006/relationships/image" Target="../media/image1037.png"/><Relationship Id="rId246" Type="http://schemas.openxmlformats.org/officeDocument/2006/relationships/customXml" Target="../ink/ink2232.xml"/><Relationship Id="rId267" Type="http://schemas.openxmlformats.org/officeDocument/2006/relationships/image" Target="../media/image1058.png"/><Relationship Id="rId288" Type="http://schemas.openxmlformats.org/officeDocument/2006/relationships/customXml" Target="../ink/ink2253.xml"/><Relationship Id="rId411" Type="http://schemas.openxmlformats.org/officeDocument/2006/relationships/image" Target="../media/image1130.png"/><Relationship Id="rId106" Type="http://schemas.openxmlformats.org/officeDocument/2006/relationships/customXml" Target="../ink/ink2162.xml"/><Relationship Id="rId127" Type="http://schemas.openxmlformats.org/officeDocument/2006/relationships/image" Target="../media/image988.png"/><Relationship Id="rId313" Type="http://schemas.openxmlformats.org/officeDocument/2006/relationships/image" Target="../media/image1081.png"/><Relationship Id="rId10" Type="http://schemas.openxmlformats.org/officeDocument/2006/relationships/customXml" Target="../ink/ink2114.xml"/><Relationship Id="rId31" Type="http://schemas.openxmlformats.org/officeDocument/2006/relationships/image" Target="../media/image940.png"/><Relationship Id="rId52" Type="http://schemas.openxmlformats.org/officeDocument/2006/relationships/customXml" Target="../ink/ink2135.xml"/><Relationship Id="rId73" Type="http://schemas.openxmlformats.org/officeDocument/2006/relationships/image" Target="../media/image961.png"/><Relationship Id="rId94" Type="http://schemas.openxmlformats.org/officeDocument/2006/relationships/customXml" Target="../ink/ink2156.xml"/><Relationship Id="rId148" Type="http://schemas.openxmlformats.org/officeDocument/2006/relationships/customXml" Target="../ink/ink2183.xml"/><Relationship Id="rId169" Type="http://schemas.openxmlformats.org/officeDocument/2006/relationships/image" Target="../media/image1009.png"/><Relationship Id="rId334" Type="http://schemas.openxmlformats.org/officeDocument/2006/relationships/customXml" Target="../ink/ink2276.xml"/><Relationship Id="rId355" Type="http://schemas.openxmlformats.org/officeDocument/2006/relationships/image" Target="../media/image1102.png"/><Relationship Id="rId376" Type="http://schemas.openxmlformats.org/officeDocument/2006/relationships/customXml" Target="../ink/ink2297.xml"/><Relationship Id="rId397" Type="http://schemas.openxmlformats.org/officeDocument/2006/relationships/image" Target="../media/image1123.png"/><Relationship Id="rId4" Type="http://schemas.openxmlformats.org/officeDocument/2006/relationships/customXml" Target="../ink/ink2111.xml"/><Relationship Id="rId180" Type="http://schemas.openxmlformats.org/officeDocument/2006/relationships/customXml" Target="../ink/ink2199.xml"/><Relationship Id="rId215" Type="http://schemas.openxmlformats.org/officeDocument/2006/relationships/image" Target="../media/image1032.png"/><Relationship Id="rId236" Type="http://schemas.openxmlformats.org/officeDocument/2006/relationships/customXml" Target="../ink/ink2227.xml"/><Relationship Id="rId257" Type="http://schemas.openxmlformats.org/officeDocument/2006/relationships/image" Target="../media/image1053.png"/><Relationship Id="rId278" Type="http://schemas.openxmlformats.org/officeDocument/2006/relationships/customXml" Target="../ink/ink2248.xml"/><Relationship Id="rId401" Type="http://schemas.openxmlformats.org/officeDocument/2006/relationships/image" Target="../media/image1125.png"/><Relationship Id="rId303" Type="http://schemas.openxmlformats.org/officeDocument/2006/relationships/image" Target="../media/image1076.png"/><Relationship Id="rId42" Type="http://schemas.openxmlformats.org/officeDocument/2006/relationships/customXml" Target="../ink/ink2130.xml"/><Relationship Id="rId84" Type="http://schemas.openxmlformats.org/officeDocument/2006/relationships/customXml" Target="../ink/ink2151.xml"/><Relationship Id="rId138" Type="http://schemas.openxmlformats.org/officeDocument/2006/relationships/customXml" Target="../ink/ink2178.xml"/><Relationship Id="rId345" Type="http://schemas.openxmlformats.org/officeDocument/2006/relationships/image" Target="../media/image1097.png"/><Relationship Id="rId387" Type="http://schemas.openxmlformats.org/officeDocument/2006/relationships/image" Target="../media/image1118.png"/><Relationship Id="rId191" Type="http://schemas.openxmlformats.org/officeDocument/2006/relationships/image" Target="../media/image1020.png"/><Relationship Id="rId205" Type="http://schemas.openxmlformats.org/officeDocument/2006/relationships/image" Target="../media/image1027.png"/><Relationship Id="rId247" Type="http://schemas.openxmlformats.org/officeDocument/2006/relationships/image" Target="../media/image1048.png"/><Relationship Id="rId107" Type="http://schemas.openxmlformats.org/officeDocument/2006/relationships/image" Target="../media/image978.png"/><Relationship Id="rId289" Type="http://schemas.openxmlformats.org/officeDocument/2006/relationships/image" Target="../media/image1069.png"/><Relationship Id="rId11" Type="http://schemas.openxmlformats.org/officeDocument/2006/relationships/image" Target="../media/image930.png"/><Relationship Id="rId53" Type="http://schemas.openxmlformats.org/officeDocument/2006/relationships/image" Target="../media/image951.png"/><Relationship Id="rId149" Type="http://schemas.openxmlformats.org/officeDocument/2006/relationships/image" Target="../media/image999.png"/><Relationship Id="rId314" Type="http://schemas.openxmlformats.org/officeDocument/2006/relationships/customXml" Target="../ink/ink2266.xml"/><Relationship Id="rId356" Type="http://schemas.openxmlformats.org/officeDocument/2006/relationships/customXml" Target="../ink/ink2287.xml"/><Relationship Id="rId398" Type="http://schemas.openxmlformats.org/officeDocument/2006/relationships/customXml" Target="../ink/ink2308.xml"/><Relationship Id="rId95" Type="http://schemas.openxmlformats.org/officeDocument/2006/relationships/image" Target="../media/image972.png"/><Relationship Id="rId160" Type="http://schemas.openxmlformats.org/officeDocument/2006/relationships/customXml" Target="../ink/ink2189.xml"/><Relationship Id="rId216" Type="http://schemas.openxmlformats.org/officeDocument/2006/relationships/customXml" Target="../ink/ink2217.xml"/><Relationship Id="rId258" Type="http://schemas.openxmlformats.org/officeDocument/2006/relationships/customXml" Target="../ink/ink2238.xml"/><Relationship Id="rId22" Type="http://schemas.openxmlformats.org/officeDocument/2006/relationships/customXml" Target="../ink/ink2120.xml"/><Relationship Id="rId64" Type="http://schemas.openxmlformats.org/officeDocument/2006/relationships/customXml" Target="../ink/ink2141.xml"/><Relationship Id="rId118" Type="http://schemas.openxmlformats.org/officeDocument/2006/relationships/customXml" Target="../ink/ink2168.xml"/><Relationship Id="rId325" Type="http://schemas.openxmlformats.org/officeDocument/2006/relationships/image" Target="../media/image1087.png"/><Relationship Id="rId367" Type="http://schemas.openxmlformats.org/officeDocument/2006/relationships/image" Target="../media/image1108.png"/><Relationship Id="rId171" Type="http://schemas.openxmlformats.org/officeDocument/2006/relationships/image" Target="../media/image1010.png"/><Relationship Id="rId227" Type="http://schemas.openxmlformats.org/officeDocument/2006/relationships/image" Target="../media/image1038.png"/><Relationship Id="rId269" Type="http://schemas.openxmlformats.org/officeDocument/2006/relationships/image" Target="../media/image1059.png"/><Relationship Id="rId33" Type="http://schemas.openxmlformats.org/officeDocument/2006/relationships/image" Target="../media/image941.png"/><Relationship Id="rId129" Type="http://schemas.openxmlformats.org/officeDocument/2006/relationships/image" Target="../media/image989.png"/><Relationship Id="rId280" Type="http://schemas.openxmlformats.org/officeDocument/2006/relationships/customXml" Target="../ink/ink2249.xml"/><Relationship Id="rId336" Type="http://schemas.openxmlformats.org/officeDocument/2006/relationships/customXml" Target="../ink/ink2277.xml"/><Relationship Id="rId75" Type="http://schemas.openxmlformats.org/officeDocument/2006/relationships/image" Target="../media/image962.png"/><Relationship Id="rId140" Type="http://schemas.openxmlformats.org/officeDocument/2006/relationships/customXml" Target="../ink/ink2179.xml"/><Relationship Id="rId182" Type="http://schemas.openxmlformats.org/officeDocument/2006/relationships/customXml" Target="../ink/ink2200.xml"/><Relationship Id="rId378" Type="http://schemas.openxmlformats.org/officeDocument/2006/relationships/customXml" Target="../ink/ink2298.xml"/><Relationship Id="rId403" Type="http://schemas.openxmlformats.org/officeDocument/2006/relationships/image" Target="../media/image1126.png"/><Relationship Id="rId6" Type="http://schemas.openxmlformats.org/officeDocument/2006/relationships/customXml" Target="../ink/ink2112.xml"/><Relationship Id="rId238" Type="http://schemas.openxmlformats.org/officeDocument/2006/relationships/customXml" Target="../ink/ink2228.xml"/><Relationship Id="rId291" Type="http://schemas.openxmlformats.org/officeDocument/2006/relationships/image" Target="../media/image1070.png"/><Relationship Id="rId305" Type="http://schemas.openxmlformats.org/officeDocument/2006/relationships/image" Target="../media/image1077.png"/><Relationship Id="rId347" Type="http://schemas.openxmlformats.org/officeDocument/2006/relationships/image" Target="../media/image1098.png"/><Relationship Id="rId44" Type="http://schemas.openxmlformats.org/officeDocument/2006/relationships/customXml" Target="../ink/ink2131.xml"/><Relationship Id="rId86" Type="http://schemas.openxmlformats.org/officeDocument/2006/relationships/customXml" Target="../ink/ink2152.xml"/><Relationship Id="rId151" Type="http://schemas.openxmlformats.org/officeDocument/2006/relationships/image" Target="../media/image1000.png"/><Relationship Id="rId389" Type="http://schemas.openxmlformats.org/officeDocument/2006/relationships/image" Target="../media/image1119.png"/><Relationship Id="rId193" Type="http://schemas.openxmlformats.org/officeDocument/2006/relationships/image" Target="../media/image1021.png"/><Relationship Id="rId207" Type="http://schemas.openxmlformats.org/officeDocument/2006/relationships/image" Target="../media/image1028.png"/><Relationship Id="rId249" Type="http://schemas.openxmlformats.org/officeDocument/2006/relationships/image" Target="../media/image1049.png"/><Relationship Id="rId13" Type="http://schemas.openxmlformats.org/officeDocument/2006/relationships/image" Target="../media/image931.png"/><Relationship Id="rId109" Type="http://schemas.openxmlformats.org/officeDocument/2006/relationships/image" Target="../media/image979.png"/><Relationship Id="rId260" Type="http://schemas.openxmlformats.org/officeDocument/2006/relationships/customXml" Target="../ink/ink2239.xml"/><Relationship Id="rId316" Type="http://schemas.openxmlformats.org/officeDocument/2006/relationships/customXml" Target="../ink/ink2267.xml"/><Relationship Id="rId55" Type="http://schemas.openxmlformats.org/officeDocument/2006/relationships/image" Target="../media/image952.png"/><Relationship Id="rId97" Type="http://schemas.openxmlformats.org/officeDocument/2006/relationships/image" Target="../media/image973.png"/><Relationship Id="rId120" Type="http://schemas.openxmlformats.org/officeDocument/2006/relationships/customXml" Target="../ink/ink2169.xml"/><Relationship Id="rId358" Type="http://schemas.openxmlformats.org/officeDocument/2006/relationships/customXml" Target="../ink/ink2288.xml"/><Relationship Id="rId162" Type="http://schemas.openxmlformats.org/officeDocument/2006/relationships/customXml" Target="../ink/ink2190.xml"/><Relationship Id="rId218" Type="http://schemas.openxmlformats.org/officeDocument/2006/relationships/customXml" Target="../ink/ink2218.xml"/><Relationship Id="rId271" Type="http://schemas.openxmlformats.org/officeDocument/2006/relationships/image" Target="../media/image1060.png"/><Relationship Id="rId24" Type="http://schemas.openxmlformats.org/officeDocument/2006/relationships/customXml" Target="../ink/ink2121.xml"/><Relationship Id="rId66" Type="http://schemas.openxmlformats.org/officeDocument/2006/relationships/customXml" Target="../ink/ink2142.xml"/><Relationship Id="rId131" Type="http://schemas.openxmlformats.org/officeDocument/2006/relationships/image" Target="../media/image990.png"/><Relationship Id="rId327" Type="http://schemas.openxmlformats.org/officeDocument/2006/relationships/image" Target="../media/image1088.png"/><Relationship Id="rId369" Type="http://schemas.openxmlformats.org/officeDocument/2006/relationships/image" Target="../media/image1109.png"/><Relationship Id="rId173" Type="http://schemas.openxmlformats.org/officeDocument/2006/relationships/image" Target="../media/image1011.png"/><Relationship Id="rId229" Type="http://schemas.openxmlformats.org/officeDocument/2006/relationships/image" Target="../media/image1039.png"/><Relationship Id="rId380" Type="http://schemas.openxmlformats.org/officeDocument/2006/relationships/customXml" Target="../ink/ink2299.xml"/><Relationship Id="rId240" Type="http://schemas.openxmlformats.org/officeDocument/2006/relationships/customXml" Target="../ink/ink2229.xml"/><Relationship Id="rId35" Type="http://schemas.openxmlformats.org/officeDocument/2006/relationships/image" Target="../media/image942.png"/><Relationship Id="rId77" Type="http://schemas.openxmlformats.org/officeDocument/2006/relationships/image" Target="../media/image963.png"/><Relationship Id="rId100" Type="http://schemas.openxmlformats.org/officeDocument/2006/relationships/customXml" Target="../ink/ink2159.xml"/><Relationship Id="rId282" Type="http://schemas.openxmlformats.org/officeDocument/2006/relationships/customXml" Target="../ink/ink2250.xml"/><Relationship Id="rId338" Type="http://schemas.openxmlformats.org/officeDocument/2006/relationships/customXml" Target="../ink/ink2278.xml"/><Relationship Id="rId8" Type="http://schemas.openxmlformats.org/officeDocument/2006/relationships/customXml" Target="../ink/ink2113.xml"/><Relationship Id="rId142" Type="http://schemas.openxmlformats.org/officeDocument/2006/relationships/customXml" Target="../ink/ink2180.xml"/><Relationship Id="rId184" Type="http://schemas.openxmlformats.org/officeDocument/2006/relationships/customXml" Target="../ink/ink2201.xml"/><Relationship Id="rId391" Type="http://schemas.openxmlformats.org/officeDocument/2006/relationships/image" Target="../media/image1120.png"/><Relationship Id="rId405" Type="http://schemas.openxmlformats.org/officeDocument/2006/relationships/image" Target="../media/image1127.png"/><Relationship Id="rId251" Type="http://schemas.openxmlformats.org/officeDocument/2006/relationships/image" Target="../media/image1050.png"/><Relationship Id="rId46" Type="http://schemas.openxmlformats.org/officeDocument/2006/relationships/customXml" Target="../ink/ink2132.xml"/><Relationship Id="rId293" Type="http://schemas.openxmlformats.org/officeDocument/2006/relationships/image" Target="../media/image1071.png"/><Relationship Id="rId307" Type="http://schemas.openxmlformats.org/officeDocument/2006/relationships/image" Target="../media/image1078.png"/><Relationship Id="rId349" Type="http://schemas.openxmlformats.org/officeDocument/2006/relationships/image" Target="../media/image1099.png"/><Relationship Id="rId88" Type="http://schemas.openxmlformats.org/officeDocument/2006/relationships/customXml" Target="../ink/ink2153.xml"/><Relationship Id="rId111" Type="http://schemas.openxmlformats.org/officeDocument/2006/relationships/image" Target="../media/image980.png"/><Relationship Id="rId153" Type="http://schemas.openxmlformats.org/officeDocument/2006/relationships/image" Target="../media/image1001.png"/><Relationship Id="rId195" Type="http://schemas.openxmlformats.org/officeDocument/2006/relationships/image" Target="../media/image1022.png"/><Relationship Id="rId209" Type="http://schemas.openxmlformats.org/officeDocument/2006/relationships/image" Target="../media/image1029.png"/><Relationship Id="rId360" Type="http://schemas.openxmlformats.org/officeDocument/2006/relationships/customXml" Target="../ink/ink2289.xml"/><Relationship Id="rId220" Type="http://schemas.openxmlformats.org/officeDocument/2006/relationships/customXml" Target="../ink/ink2219.xml"/><Relationship Id="rId15" Type="http://schemas.openxmlformats.org/officeDocument/2006/relationships/image" Target="../media/image932.png"/><Relationship Id="rId57" Type="http://schemas.openxmlformats.org/officeDocument/2006/relationships/image" Target="../media/image953.png"/><Relationship Id="rId262" Type="http://schemas.openxmlformats.org/officeDocument/2006/relationships/customXml" Target="../ink/ink2240.xml"/><Relationship Id="rId318" Type="http://schemas.openxmlformats.org/officeDocument/2006/relationships/customXml" Target="../ink/ink2268.xml"/><Relationship Id="rId99" Type="http://schemas.openxmlformats.org/officeDocument/2006/relationships/image" Target="../media/image974.png"/><Relationship Id="rId122" Type="http://schemas.openxmlformats.org/officeDocument/2006/relationships/customXml" Target="../ink/ink2170.xml"/><Relationship Id="rId164" Type="http://schemas.openxmlformats.org/officeDocument/2006/relationships/customXml" Target="../ink/ink2191.xml"/><Relationship Id="rId371" Type="http://schemas.openxmlformats.org/officeDocument/2006/relationships/image" Target="../media/image1110.png"/><Relationship Id="rId26" Type="http://schemas.openxmlformats.org/officeDocument/2006/relationships/customXml" Target="../ink/ink2122.xml"/><Relationship Id="rId231" Type="http://schemas.openxmlformats.org/officeDocument/2006/relationships/image" Target="../media/image1040.png"/><Relationship Id="rId273" Type="http://schemas.openxmlformats.org/officeDocument/2006/relationships/image" Target="../media/image1061.png"/><Relationship Id="rId329" Type="http://schemas.openxmlformats.org/officeDocument/2006/relationships/image" Target="../media/image1089.png"/><Relationship Id="rId68" Type="http://schemas.openxmlformats.org/officeDocument/2006/relationships/customXml" Target="../ink/ink2143.xml"/><Relationship Id="rId133" Type="http://schemas.openxmlformats.org/officeDocument/2006/relationships/image" Target="../media/image991.png"/><Relationship Id="rId175" Type="http://schemas.openxmlformats.org/officeDocument/2006/relationships/image" Target="../media/image1012.png"/><Relationship Id="rId340" Type="http://schemas.openxmlformats.org/officeDocument/2006/relationships/customXml" Target="../ink/ink2279.xml"/><Relationship Id="rId200" Type="http://schemas.openxmlformats.org/officeDocument/2006/relationships/customXml" Target="../ink/ink2209.xml"/><Relationship Id="rId382" Type="http://schemas.openxmlformats.org/officeDocument/2006/relationships/customXml" Target="../ink/ink2300.xml"/><Relationship Id="rId242" Type="http://schemas.openxmlformats.org/officeDocument/2006/relationships/customXml" Target="../ink/ink2230.xml"/><Relationship Id="rId284" Type="http://schemas.openxmlformats.org/officeDocument/2006/relationships/customXml" Target="../ink/ink2251.xml"/><Relationship Id="rId37" Type="http://schemas.openxmlformats.org/officeDocument/2006/relationships/image" Target="../media/image943.png"/><Relationship Id="rId79" Type="http://schemas.openxmlformats.org/officeDocument/2006/relationships/image" Target="../media/image964.png"/><Relationship Id="rId102" Type="http://schemas.openxmlformats.org/officeDocument/2006/relationships/customXml" Target="../ink/ink2160.xml"/><Relationship Id="rId144" Type="http://schemas.openxmlformats.org/officeDocument/2006/relationships/customXml" Target="../ink/ink2181.xml"/><Relationship Id="rId90" Type="http://schemas.openxmlformats.org/officeDocument/2006/relationships/customXml" Target="../ink/ink2154.xml"/><Relationship Id="rId186" Type="http://schemas.openxmlformats.org/officeDocument/2006/relationships/customXml" Target="../ink/ink2202.xml"/><Relationship Id="rId351" Type="http://schemas.openxmlformats.org/officeDocument/2006/relationships/image" Target="../media/image1100.png"/><Relationship Id="rId393" Type="http://schemas.openxmlformats.org/officeDocument/2006/relationships/image" Target="../media/image1121.png"/><Relationship Id="rId407" Type="http://schemas.openxmlformats.org/officeDocument/2006/relationships/image" Target="../media/image1128.png"/><Relationship Id="rId211" Type="http://schemas.openxmlformats.org/officeDocument/2006/relationships/image" Target="../media/image1030.png"/><Relationship Id="rId253" Type="http://schemas.openxmlformats.org/officeDocument/2006/relationships/image" Target="../media/image1051.png"/><Relationship Id="rId295" Type="http://schemas.openxmlformats.org/officeDocument/2006/relationships/image" Target="../media/image1072.png"/><Relationship Id="rId309" Type="http://schemas.openxmlformats.org/officeDocument/2006/relationships/image" Target="../media/image1079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88.png"/><Relationship Id="rId21" Type="http://schemas.openxmlformats.org/officeDocument/2006/relationships/image" Target="../media/image1140.png"/><Relationship Id="rId42" Type="http://schemas.openxmlformats.org/officeDocument/2006/relationships/customXml" Target="../ink/ink2335.xml"/><Relationship Id="rId63" Type="http://schemas.openxmlformats.org/officeDocument/2006/relationships/image" Target="../media/image1161.png"/><Relationship Id="rId84" Type="http://schemas.openxmlformats.org/officeDocument/2006/relationships/customXml" Target="../ink/ink2356.xml"/><Relationship Id="rId138" Type="http://schemas.openxmlformats.org/officeDocument/2006/relationships/customXml" Target="../ink/ink2383.xml"/><Relationship Id="rId107" Type="http://schemas.openxmlformats.org/officeDocument/2006/relationships/image" Target="../media/image1183.png"/><Relationship Id="rId11" Type="http://schemas.openxmlformats.org/officeDocument/2006/relationships/image" Target="../media/image1135.png"/><Relationship Id="rId32" Type="http://schemas.openxmlformats.org/officeDocument/2006/relationships/customXml" Target="../ink/ink2330.xml"/><Relationship Id="rId53" Type="http://schemas.openxmlformats.org/officeDocument/2006/relationships/image" Target="../media/image1156.png"/><Relationship Id="rId74" Type="http://schemas.openxmlformats.org/officeDocument/2006/relationships/customXml" Target="../ink/ink2351.xml"/><Relationship Id="rId128" Type="http://schemas.openxmlformats.org/officeDocument/2006/relationships/customXml" Target="../ink/ink2378.xml"/><Relationship Id="rId5" Type="http://schemas.openxmlformats.org/officeDocument/2006/relationships/image" Target="../media/image1132.png"/><Relationship Id="rId90" Type="http://schemas.openxmlformats.org/officeDocument/2006/relationships/customXml" Target="../ink/ink2359.xml"/><Relationship Id="rId95" Type="http://schemas.openxmlformats.org/officeDocument/2006/relationships/image" Target="../media/image1177.png"/><Relationship Id="rId22" Type="http://schemas.openxmlformats.org/officeDocument/2006/relationships/customXml" Target="../ink/ink2325.xml"/><Relationship Id="rId27" Type="http://schemas.openxmlformats.org/officeDocument/2006/relationships/image" Target="../media/image1143.png"/><Relationship Id="rId43" Type="http://schemas.openxmlformats.org/officeDocument/2006/relationships/image" Target="../media/image1151.png"/><Relationship Id="rId48" Type="http://schemas.openxmlformats.org/officeDocument/2006/relationships/customXml" Target="../ink/ink2338.xml"/><Relationship Id="rId64" Type="http://schemas.openxmlformats.org/officeDocument/2006/relationships/customXml" Target="../ink/ink2346.xml"/><Relationship Id="rId69" Type="http://schemas.openxmlformats.org/officeDocument/2006/relationships/image" Target="../media/image1164.png"/><Relationship Id="rId113" Type="http://schemas.openxmlformats.org/officeDocument/2006/relationships/image" Target="../media/image1186.png"/><Relationship Id="rId118" Type="http://schemas.openxmlformats.org/officeDocument/2006/relationships/customXml" Target="../ink/ink2373.xml"/><Relationship Id="rId134" Type="http://schemas.openxmlformats.org/officeDocument/2006/relationships/customXml" Target="../ink/ink2381.xml"/><Relationship Id="rId139" Type="http://schemas.openxmlformats.org/officeDocument/2006/relationships/image" Target="../media/image1199.png"/><Relationship Id="rId80" Type="http://schemas.openxmlformats.org/officeDocument/2006/relationships/customXml" Target="../ink/ink2354.xml"/><Relationship Id="rId85" Type="http://schemas.openxmlformats.org/officeDocument/2006/relationships/image" Target="../media/image1172.png"/><Relationship Id="rId12" Type="http://schemas.openxmlformats.org/officeDocument/2006/relationships/customXml" Target="../ink/ink2320.xml"/><Relationship Id="rId17" Type="http://schemas.openxmlformats.org/officeDocument/2006/relationships/image" Target="../media/image1138.png"/><Relationship Id="rId33" Type="http://schemas.openxmlformats.org/officeDocument/2006/relationships/image" Target="../media/image1146.png"/><Relationship Id="rId38" Type="http://schemas.openxmlformats.org/officeDocument/2006/relationships/customXml" Target="../ink/ink2333.xml"/><Relationship Id="rId59" Type="http://schemas.openxmlformats.org/officeDocument/2006/relationships/image" Target="../media/image1159.png"/><Relationship Id="rId103" Type="http://schemas.openxmlformats.org/officeDocument/2006/relationships/image" Target="../media/image1181.png"/><Relationship Id="rId108" Type="http://schemas.openxmlformats.org/officeDocument/2006/relationships/customXml" Target="../ink/ink2368.xml"/><Relationship Id="rId124" Type="http://schemas.openxmlformats.org/officeDocument/2006/relationships/customXml" Target="../ink/ink2376.xml"/><Relationship Id="rId129" Type="http://schemas.openxmlformats.org/officeDocument/2006/relationships/image" Target="../media/image1194.png"/><Relationship Id="rId54" Type="http://schemas.openxmlformats.org/officeDocument/2006/relationships/customXml" Target="../ink/ink2341.xml"/><Relationship Id="rId70" Type="http://schemas.openxmlformats.org/officeDocument/2006/relationships/customXml" Target="../ink/ink2349.xml"/><Relationship Id="rId75" Type="http://schemas.openxmlformats.org/officeDocument/2006/relationships/image" Target="../media/image1167.png"/><Relationship Id="rId91" Type="http://schemas.openxmlformats.org/officeDocument/2006/relationships/image" Target="../media/image1175.png"/><Relationship Id="rId96" Type="http://schemas.openxmlformats.org/officeDocument/2006/relationships/customXml" Target="../ink/ink2362.xml"/><Relationship Id="rId140" Type="http://schemas.openxmlformats.org/officeDocument/2006/relationships/customXml" Target="../ink/ink2384.xml"/><Relationship Id="rId145" Type="http://schemas.openxmlformats.org/officeDocument/2006/relationships/image" Target="../media/image120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17.xml"/><Relationship Id="rId23" Type="http://schemas.openxmlformats.org/officeDocument/2006/relationships/image" Target="../media/image1141.png"/><Relationship Id="rId28" Type="http://schemas.openxmlformats.org/officeDocument/2006/relationships/customXml" Target="../ink/ink2328.xml"/><Relationship Id="rId49" Type="http://schemas.openxmlformats.org/officeDocument/2006/relationships/image" Target="../media/image1154.png"/><Relationship Id="rId114" Type="http://schemas.openxmlformats.org/officeDocument/2006/relationships/customXml" Target="../ink/ink2371.xml"/><Relationship Id="rId119" Type="http://schemas.openxmlformats.org/officeDocument/2006/relationships/image" Target="../media/image1189.png"/><Relationship Id="rId44" Type="http://schemas.openxmlformats.org/officeDocument/2006/relationships/customXml" Target="../ink/ink2336.xml"/><Relationship Id="rId60" Type="http://schemas.openxmlformats.org/officeDocument/2006/relationships/customXml" Target="../ink/ink2344.xml"/><Relationship Id="rId65" Type="http://schemas.openxmlformats.org/officeDocument/2006/relationships/image" Target="../media/image1162.png"/><Relationship Id="rId81" Type="http://schemas.openxmlformats.org/officeDocument/2006/relationships/image" Target="../media/image1170.png"/><Relationship Id="rId86" Type="http://schemas.openxmlformats.org/officeDocument/2006/relationships/customXml" Target="../ink/ink2357.xml"/><Relationship Id="rId130" Type="http://schemas.openxmlformats.org/officeDocument/2006/relationships/customXml" Target="../ink/ink2379.xml"/><Relationship Id="rId135" Type="http://schemas.openxmlformats.org/officeDocument/2006/relationships/image" Target="../media/image1197.png"/><Relationship Id="rId13" Type="http://schemas.openxmlformats.org/officeDocument/2006/relationships/image" Target="../media/image1136.png"/><Relationship Id="rId18" Type="http://schemas.openxmlformats.org/officeDocument/2006/relationships/customXml" Target="../ink/ink2323.xml"/><Relationship Id="rId39" Type="http://schemas.openxmlformats.org/officeDocument/2006/relationships/image" Target="../media/image1149.png"/><Relationship Id="rId109" Type="http://schemas.openxmlformats.org/officeDocument/2006/relationships/image" Target="../media/image1184.png"/><Relationship Id="rId34" Type="http://schemas.openxmlformats.org/officeDocument/2006/relationships/customXml" Target="../ink/ink2331.xml"/><Relationship Id="rId50" Type="http://schemas.openxmlformats.org/officeDocument/2006/relationships/customXml" Target="../ink/ink2339.xml"/><Relationship Id="rId55" Type="http://schemas.openxmlformats.org/officeDocument/2006/relationships/image" Target="../media/image1157.png"/><Relationship Id="rId76" Type="http://schemas.openxmlformats.org/officeDocument/2006/relationships/customXml" Target="../ink/ink2352.xml"/><Relationship Id="rId97" Type="http://schemas.openxmlformats.org/officeDocument/2006/relationships/image" Target="../media/image1178.png"/><Relationship Id="rId104" Type="http://schemas.openxmlformats.org/officeDocument/2006/relationships/customXml" Target="../ink/ink2366.xml"/><Relationship Id="rId120" Type="http://schemas.openxmlformats.org/officeDocument/2006/relationships/customXml" Target="../ink/ink2374.xml"/><Relationship Id="rId125" Type="http://schemas.openxmlformats.org/officeDocument/2006/relationships/image" Target="../media/image1192.png"/><Relationship Id="rId141" Type="http://schemas.openxmlformats.org/officeDocument/2006/relationships/image" Target="../media/image1200.png"/><Relationship Id="rId146" Type="http://schemas.openxmlformats.org/officeDocument/2006/relationships/customXml" Target="../ink/ink2387.xml"/><Relationship Id="rId7" Type="http://schemas.openxmlformats.org/officeDocument/2006/relationships/image" Target="../media/image1133.png"/><Relationship Id="rId71" Type="http://schemas.openxmlformats.org/officeDocument/2006/relationships/image" Target="../media/image1165.png"/><Relationship Id="rId92" Type="http://schemas.openxmlformats.org/officeDocument/2006/relationships/customXml" Target="../ink/ink2360.xml"/><Relationship Id="rId2" Type="http://schemas.openxmlformats.org/officeDocument/2006/relationships/customXml" Target="../ink/ink2315.xml"/><Relationship Id="rId29" Type="http://schemas.openxmlformats.org/officeDocument/2006/relationships/image" Target="../media/image1144.png"/><Relationship Id="rId24" Type="http://schemas.openxmlformats.org/officeDocument/2006/relationships/customXml" Target="../ink/ink2326.xml"/><Relationship Id="rId40" Type="http://schemas.openxmlformats.org/officeDocument/2006/relationships/customXml" Target="../ink/ink2334.xml"/><Relationship Id="rId45" Type="http://schemas.openxmlformats.org/officeDocument/2006/relationships/image" Target="../media/image1152.png"/><Relationship Id="rId66" Type="http://schemas.openxmlformats.org/officeDocument/2006/relationships/customXml" Target="../ink/ink2347.xml"/><Relationship Id="rId87" Type="http://schemas.openxmlformats.org/officeDocument/2006/relationships/image" Target="../media/image1173.png"/><Relationship Id="rId110" Type="http://schemas.openxmlformats.org/officeDocument/2006/relationships/customXml" Target="../ink/ink2369.xml"/><Relationship Id="rId115" Type="http://schemas.openxmlformats.org/officeDocument/2006/relationships/image" Target="../media/image1187.png"/><Relationship Id="rId131" Type="http://schemas.openxmlformats.org/officeDocument/2006/relationships/image" Target="../media/image1195.png"/><Relationship Id="rId136" Type="http://schemas.openxmlformats.org/officeDocument/2006/relationships/customXml" Target="../ink/ink2382.xml"/><Relationship Id="rId61" Type="http://schemas.openxmlformats.org/officeDocument/2006/relationships/image" Target="../media/image1160.png"/><Relationship Id="rId82" Type="http://schemas.openxmlformats.org/officeDocument/2006/relationships/customXml" Target="../ink/ink2355.xml"/><Relationship Id="rId19" Type="http://schemas.openxmlformats.org/officeDocument/2006/relationships/image" Target="../media/image1139.png"/><Relationship Id="rId14" Type="http://schemas.openxmlformats.org/officeDocument/2006/relationships/customXml" Target="../ink/ink2321.xml"/><Relationship Id="rId30" Type="http://schemas.openxmlformats.org/officeDocument/2006/relationships/customXml" Target="../ink/ink2329.xml"/><Relationship Id="rId35" Type="http://schemas.openxmlformats.org/officeDocument/2006/relationships/image" Target="../media/image1147.png"/><Relationship Id="rId56" Type="http://schemas.openxmlformats.org/officeDocument/2006/relationships/customXml" Target="../ink/ink2342.xml"/><Relationship Id="rId77" Type="http://schemas.openxmlformats.org/officeDocument/2006/relationships/image" Target="../media/image1168.png"/><Relationship Id="rId100" Type="http://schemas.openxmlformats.org/officeDocument/2006/relationships/customXml" Target="../ink/ink2364.xml"/><Relationship Id="rId105" Type="http://schemas.openxmlformats.org/officeDocument/2006/relationships/image" Target="../media/image1182.png"/><Relationship Id="rId126" Type="http://schemas.openxmlformats.org/officeDocument/2006/relationships/customXml" Target="../ink/ink2377.xml"/><Relationship Id="rId147" Type="http://schemas.openxmlformats.org/officeDocument/2006/relationships/image" Target="../media/image1203.png"/><Relationship Id="rId8" Type="http://schemas.openxmlformats.org/officeDocument/2006/relationships/customXml" Target="../ink/ink2318.xml"/><Relationship Id="rId51" Type="http://schemas.openxmlformats.org/officeDocument/2006/relationships/image" Target="../media/image1155.png"/><Relationship Id="rId72" Type="http://schemas.openxmlformats.org/officeDocument/2006/relationships/customXml" Target="../ink/ink2350.xml"/><Relationship Id="rId93" Type="http://schemas.openxmlformats.org/officeDocument/2006/relationships/image" Target="../media/image1176.png"/><Relationship Id="rId98" Type="http://schemas.openxmlformats.org/officeDocument/2006/relationships/customXml" Target="../ink/ink2363.xml"/><Relationship Id="rId121" Type="http://schemas.openxmlformats.org/officeDocument/2006/relationships/image" Target="../media/image1190.png"/><Relationship Id="rId142" Type="http://schemas.openxmlformats.org/officeDocument/2006/relationships/customXml" Target="../ink/ink2385.xml"/><Relationship Id="rId3" Type="http://schemas.openxmlformats.org/officeDocument/2006/relationships/image" Target="../media/image1131.png"/><Relationship Id="rId25" Type="http://schemas.openxmlformats.org/officeDocument/2006/relationships/image" Target="../media/image1142.png"/><Relationship Id="rId46" Type="http://schemas.openxmlformats.org/officeDocument/2006/relationships/customXml" Target="../ink/ink2337.xml"/><Relationship Id="rId67" Type="http://schemas.openxmlformats.org/officeDocument/2006/relationships/image" Target="../media/image1163.png"/><Relationship Id="rId116" Type="http://schemas.openxmlformats.org/officeDocument/2006/relationships/customXml" Target="../ink/ink2372.xml"/><Relationship Id="rId137" Type="http://schemas.openxmlformats.org/officeDocument/2006/relationships/image" Target="../media/image1198.png"/><Relationship Id="rId20" Type="http://schemas.openxmlformats.org/officeDocument/2006/relationships/customXml" Target="../ink/ink2324.xml"/><Relationship Id="rId41" Type="http://schemas.openxmlformats.org/officeDocument/2006/relationships/image" Target="../media/image1150.png"/><Relationship Id="rId62" Type="http://schemas.openxmlformats.org/officeDocument/2006/relationships/customXml" Target="../ink/ink2345.xml"/><Relationship Id="rId83" Type="http://schemas.openxmlformats.org/officeDocument/2006/relationships/image" Target="../media/image1171.png"/><Relationship Id="rId88" Type="http://schemas.openxmlformats.org/officeDocument/2006/relationships/customXml" Target="../ink/ink2358.xml"/><Relationship Id="rId111" Type="http://schemas.openxmlformats.org/officeDocument/2006/relationships/image" Target="../media/image1185.png"/><Relationship Id="rId132" Type="http://schemas.openxmlformats.org/officeDocument/2006/relationships/customXml" Target="../ink/ink2380.xml"/><Relationship Id="rId15" Type="http://schemas.openxmlformats.org/officeDocument/2006/relationships/image" Target="../media/image1137.png"/><Relationship Id="rId36" Type="http://schemas.openxmlformats.org/officeDocument/2006/relationships/customXml" Target="../ink/ink2332.xml"/><Relationship Id="rId57" Type="http://schemas.openxmlformats.org/officeDocument/2006/relationships/image" Target="../media/image1158.png"/><Relationship Id="rId106" Type="http://schemas.openxmlformats.org/officeDocument/2006/relationships/customXml" Target="../ink/ink2367.xml"/><Relationship Id="rId127" Type="http://schemas.openxmlformats.org/officeDocument/2006/relationships/image" Target="../media/image1193.png"/><Relationship Id="rId10" Type="http://schemas.openxmlformats.org/officeDocument/2006/relationships/customXml" Target="../ink/ink2319.xml"/><Relationship Id="rId31" Type="http://schemas.openxmlformats.org/officeDocument/2006/relationships/image" Target="../media/image1145.png"/><Relationship Id="rId52" Type="http://schemas.openxmlformats.org/officeDocument/2006/relationships/customXml" Target="../ink/ink2340.xml"/><Relationship Id="rId73" Type="http://schemas.openxmlformats.org/officeDocument/2006/relationships/image" Target="../media/image1166.png"/><Relationship Id="rId78" Type="http://schemas.openxmlformats.org/officeDocument/2006/relationships/customXml" Target="../ink/ink2353.xml"/><Relationship Id="rId94" Type="http://schemas.openxmlformats.org/officeDocument/2006/relationships/customXml" Target="../ink/ink2361.xml"/><Relationship Id="rId99" Type="http://schemas.openxmlformats.org/officeDocument/2006/relationships/image" Target="../media/image1179.png"/><Relationship Id="rId101" Type="http://schemas.openxmlformats.org/officeDocument/2006/relationships/image" Target="../media/image1180.png"/><Relationship Id="rId122" Type="http://schemas.openxmlformats.org/officeDocument/2006/relationships/customXml" Target="../ink/ink2375.xml"/><Relationship Id="rId143" Type="http://schemas.openxmlformats.org/officeDocument/2006/relationships/image" Target="../media/image1201.png"/><Relationship Id="rId4" Type="http://schemas.openxmlformats.org/officeDocument/2006/relationships/customXml" Target="../ink/ink2316.xml"/><Relationship Id="rId9" Type="http://schemas.openxmlformats.org/officeDocument/2006/relationships/image" Target="../media/image1134.png"/><Relationship Id="rId26" Type="http://schemas.openxmlformats.org/officeDocument/2006/relationships/customXml" Target="../ink/ink2327.xml"/><Relationship Id="rId47" Type="http://schemas.openxmlformats.org/officeDocument/2006/relationships/image" Target="../media/image1153.png"/><Relationship Id="rId68" Type="http://schemas.openxmlformats.org/officeDocument/2006/relationships/customXml" Target="../ink/ink2348.xml"/><Relationship Id="rId89" Type="http://schemas.openxmlformats.org/officeDocument/2006/relationships/image" Target="../media/image1174.png"/><Relationship Id="rId112" Type="http://schemas.openxmlformats.org/officeDocument/2006/relationships/customXml" Target="../ink/ink2370.xml"/><Relationship Id="rId133" Type="http://schemas.openxmlformats.org/officeDocument/2006/relationships/image" Target="../media/image1196.png"/><Relationship Id="rId16" Type="http://schemas.openxmlformats.org/officeDocument/2006/relationships/customXml" Target="../ink/ink2322.xml"/><Relationship Id="rId37" Type="http://schemas.openxmlformats.org/officeDocument/2006/relationships/image" Target="../media/image1148.png"/><Relationship Id="rId58" Type="http://schemas.openxmlformats.org/officeDocument/2006/relationships/customXml" Target="../ink/ink2343.xml"/><Relationship Id="rId79" Type="http://schemas.openxmlformats.org/officeDocument/2006/relationships/image" Target="../media/image1169.png"/><Relationship Id="rId102" Type="http://schemas.openxmlformats.org/officeDocument/2006/relationships/customXml" Target="../ink/ink2365.xml"/><Relationship Id="rId123" Type="http://schemas.openxmlformats.org/officeDocument/2006/relationships/image" Target="../media/image1191.png"/><Relationship Id="rId144" Type="http://schemas.openxmlformats.org/officeDocument/2006/relationships/customXml" Target="../ink/ink2386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1.png"/><Relationship Id="rId21" Type="http://schemas.openxmlformats.org/officeDocument/2006/relationships/image" Target="../media/image1213.png"/><Relationship Id="rId42" Type="http://schemas.openxmlformats.org/officeDocument/2006/relationships/customXml" Target="../ink/ink2408.xml"/><Relationship Id="rId63" Type="http://schemas.openxmlformats.org/officeDocument/2006/relationships/image" Target="../media/image1234.png"/><Relationship Id="rId84" Type="http://schemas.openxmlformats.org/officeDocument/2006/relationships/customXml" Target="../ink/ink2429.xml"/><Relationship Id="rId138" Type="http://schemas.openxmlformats.org/officeDocument/2006/relationships/customXml" Target="../ink/ink2456.xml"/><Relationship Id="rId107" Type="http://schemas.openxmlformats.org/officeDocument/2006/relationships/image" Target="../media/image1256.png"/><Relationship Id="rId11" Type="http://schemas.openxmlformats.org/officeDocument/2006/relationships/image" Target="../media/image1208.png"/><Relationship Id="rId32" Type="http://schemas.openxmlformats.org/officeDocument/2006/relationships/customXml" Target="../ink/ink2403.xml"/><Relationship Id="rId53" Type="http://schemas.openxmlformats.org/officeDocument/2006/relationships/image" Target="../media/image1229.png"/><Relationship Id="rId74" Type="http://schemas.openxmlformats.org/officeDocument/2006/relationships/customXml" Target="../ink/ink2424.xml"/><Relationship Id="rId128" Type="http://schemas.openxmlformats.org/officeDocument/2006/relationships/customXml" Target="../ink/ink2451.xml"/><Relationship Id="rId5" Type="http://schemas.openxmlformats.org/officeDocument/2006/relationships/image" Target="../media/image1205.png"/><Relationship Id="rId90" Type="http://schemas.openxmlformats.org/officeDocument/2006/relationships/customXml" Target="../ink/ink2432.xml"/><Relationship Id="rId95" Type="http://schemas.openxmlformats.org/officeDocument/2006/relationships/image" Target="../media/image1250.png"/><Relationship Id="rId22" Type="http://schemas.openxmlformats.org/officeDocument/2006/relationships/customXml" Target="../ink/ink2398.xml"/><Relationship Id="rId27" Type="http://schemas.openxmlformats.org/officeDocument/2006/relationships/image" Target="../media/image1216.png"/><Relationship Id="rId43" Type="http://schemas.openxmlformats.org/officeDocument/2006/relationships/image" Target="../media/image1224.png"/><Relationship Id="rId48" Type="http://schemas.openxmlformats.org/officeDocument/2006/relationships/customXml" Target="../ink/ink2411.xml"/><Relationship Id="rId64" Type="http://schemas.openxmlformats.org/officeDocument/2006/relationships/customXml" Target="../ink/ink2419.xml"/><Relationship Id="rId69" Type="http://schemas.openxmlformats.org/officeDocument/2006/relationships/image" Target="../media/image1237.png"/><Relationship Id="rId113" Type="http://schemas.openxmlformats.org/officeDocument/2006/relationships/image" Target="../media/image1259.png"/><Relationship Id="rId118" Type="http://schemas.openxmlformats.org/officeDocument/2006/relationships/customXml" Target="../ink/ink2446.xml"/><Relationship Id="rId134" Type="http://schemas.openxmlformats.org/officeDocument/2006/relationships/customXml" Target="../ink/ink2454.xml"/><Relationship Id="rId139" Type="http://schemas.openxmlformats.org/officeDocument/2006/relationships/image" Target="../media/image1272.png"/><Relationship Id="rId80" Type="http://schemas.openxmlformats.org/officeDocument/2006/relationships/customXml" Target="../ink/ink2427.xml"/><Relationship Id="rId85" Type="http://schemas.openxmlformats.org/officeDocument/2006/relationships/image" Target="../media/image1245.png"/><Relationship Id="rId12" Type="http://schemas.openxmlformats.org/officeDocument/2006/relationships/customXml" Target="../ink/ink2393.xml"/><Relationship Id="rId17" Type="http://schemas.openxmlformats.org/officeDocument/2006/relationships/image" Target="../media/image1211.png"/><Relationship Id="rId33" Type="http://schemas.openxmlformats.org/officeDocument/2006/relationships/image" Target="../media/image1219.png"/><Relationship Id="rId38" Type="http://schemas.openxmlformats.org/officeDocument/2006/relationships/customXml" Target="../ink/ink2406.xml"/><Relationship Id="rId59" Type="http://schemas.openxmlformats.org/officeDocument/2006/relationships/image" Target="../media/image1232.png"/><Relationship Id="rId103" Type="http://schemas.openxmlformats.org/officeDocument/2006/relationships/image" Target="../media/image1254.png"/><Relationship Id="rId108" Type="http://schemas.openxmlformats.org/officeDocument/2006/relationships/customXml" Target="../ink/ink2441.xml"/><Relationship Id="rId124" Type="http://schemas.openxmlformats.org/officeDocument/2006/relationships/customXml" Target="../ink/ink2449.xml"/><Relationship Id="rId129" Type="http://schemas.openxmlformats.org/officeDocument/2006/relationships/image" Target="../media/image1267.png"/><Relationship Id="rId54" Type="http://schemas.openxmlformats.org/officeDocument/2006/relationships/customXml" Target="../ink/ink2414.xml"/><Relationship Id="rId70" Type="http://schemas.openxmlformats.org/officeDocument/2006/relationships/customXml" Target="../ink/ink2422.xml"/><Relationship Id="rId75" Type="http://schemas.openxmlformats.org/officeDocument/2006/relationships/image" Target="../media/image1240.png"/><Relationship Id="rId91" Type="http://schemas.openxmlformats.org/officeDocument/2006/relationships/image" Target="../media/image1248.png"/><Relationship Id="rId96" Type="http://schemas.openxmlformats.org/officeDocument/2006/relationships/customXml" Target="../ink/ink2435.xml"/><Relationship Id="rId140" Type="http://schemas.openxmlformats.org/officeDocument/2006/relationships/customXml" Target="../ink/ink2457.xml"/><Relationship Id="rId145" Type="http://schemas.openxmlformats.org/officeDocument/2006/relationships/image" Target="../media/image127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90.xml"/><Relationship Id="rId23" Type="http://schemas.openxmlformats.org/officeDocument/2006/relationships/image" Target="../media/image1214.png"/><Relationship Id="rId28" Type="http://schemas.openxmlformats.org/officeDocument/2006/relationships/customXml" Target="../ink/ink2401.xml"/><Relationship Id="rId49" Type="http://schemas.openxmlformats.org/officeDocument/2006/relationships/image" Target="../media/image1227.png"/><Relationship Id="rId114" Type="http://schemas.openxmlformats.org/officeDocument/2006/relationships/customXml" Target="../ink/ink2444.xml"/><Relationship Id="rId119" Type="http://schemas.openxmlformats.org/officeDocument/2006/relationships/image" Target="../media/image1262.png"/><Relationship Id="rId44" Type="http://schemas.openxmlformats.org/officeDocument/2006/relationships/customXml" Target="../ink/ink2409.xml"/><Relationship Id="rId60" Type="http://schemas.openxmlformats.org/officeDocument/2006/relationships/customXml" Target="../ink/ink2417.xml"/><Relationship Id="rId65" Type="http://schemas.openxmlformats.org/officeDocument/2006/relationships/image" Target="../media/image1235.png"/><Relationship Id="rId81" Type="http://schemas.openxmlformats.org/officeDocument/2006/relationships/image" Target="../media/image1243.png"/><Relationship Id="rId86" Type="http://schemas.openxmlformats.org/officeDocument/2006/relationships/customXml" Target="../ink/ink2430.xml"/><Relationship Id="rId130" Type="http://schemas.openxmlformats.org/officeDocument/2006/relationships/customXml" Target="../ink/ink2452.xml"/><Relationship Id="rId135" Type="http://schemas.openxmlformats.org/officeDocument/2006/relationships/image" Target="../media/image1270.png"/><Relationship Id="rId13" Type="http://schemas.openxmlformats.org/officeDocument/2006/relationships/image" Target="../media/image1209.png"/><Relationship Id="rId18" Type="http://schemas.openxmlformats.org/officeDocument/2006/relationships/customXml" Target="../ink/ink2396.xml"/><Relationship Id="rId39" Type="http://schemas.openxmlformats.org/officeDocument/2006/relationships/image" Target="../media/image1222.png"/><Relationship Id="rId109" Type="http://schemas.openxmlformats.org/officeDocument/2006/relationships/image" Target="../media/image1257.png"/><Relationship Id="rId34" Type="http://schemas.openxmlformats.org/officeDocument/2006/relationships/customXml" Target="../ink/ink2404.xml"/><Relationship Id="rId50" Type="http://schemas.openxmlformats.org/officeDocument/2006/relationships/customXml" Target="../ink/ink2412.xml"/><Relationship Id="rId55" Type="http://schemas.openxmlformats.org/officeDocument/2006/relationships/image" Target="../media/image1230.png"/><Relationship Id="rId76" Type="http://schemas.openxmlformats.org/officeDocument/2006/relationships/customXml" Target="../ink/ink2425.xml"/><Relationship Id="rId97" Type="http://schemas.openxmlformats.org/officeDocument/2006/relationships/image" Target="../media/image1251.png"/><Relationship Id="rId104" Type="http://schemas.openxmlformats.org/officeDocument/2006/relationships/customXml" Target="../ink/ink2439.xml"/><Relationship Id="rId120" Type="http://schemas.openxmlformats.org/officeDocument/2006/relationships/customXml" Target="../ink/ink2447.xml"/><Relationship Id="rId125" Type="http://schemas.openxmlformats.org/officeDocument/2006/relationships/image" Target="../media/image1265.png"/><Relationship Id="rId141" Type="http://schemas.openxmlformats.org/officeDocument/2006/relationships/image" Target="../media/image1273.png"/><Relationship Id="rId146" Type="http://schemas.openxmlformats.org/officeDocument/2006/relationships/customXml" Target="../ink/ink2460.xml"/><Relationship Id="rId7" Type="http://schemas.openxmlformats.org/officeDocument/2006/relationships/image" Target="../media/image1206.png"/><Relationship Id="rId71" Type="http://schemas.openxmlformats.org/officeDocument/2006/relationships/image" Target="../media/image1238.png"/><Relationship Id="rId92" Type="http://schemas.openxmlformats.org/officeDocument/2006/relationships/customXml" Target="../ink/ink2433.xml"/><Relationship Id="rId2" Type="http://schemas.openxmlformats.org/officeDocument/2006/relationships/customXml" Target="../ink/ink2388.xml"/><Relationship Id="rId29" Type="http://schemas.openxmlformats.org/officeDocument/2006/relationships/image" Target="../media/image1217.png"/><Relationship Id="rId24" Type="http://schemas.openxmlformats.org/officeDocument/2006/relationships/customXml" Target="../ink/ink2399.xml"/><Relationship Id="rId40" Type="http://schemas.openxmlformats.org/officeDocument/2006/relationships/customXml" Target="../ink/ink2407.xml"/><Relationship Id="rId45" Type="http://schemas.openxmlformats.org/officeDocument/2006/relationships/image" Target="../media/image1225.png"/><Relationship Id="rId66" Type="http://schemas.openxmlformats.org/officeDocument/2006/relationships/customXml" Target="../ink/ink2420.xml"/><Relationship Id="rId87" Type="http://schemas.openxmlformats.org/officeDocument/2006/relationships/image" Target="../media/image1246.png"/><Relationship Id="rId110" Type="http://schemas.openxmlformats.org/officeDocument/2006/relationships/customXml" Target="../ink/ink2442.xml"/><Relationship Id="rId115" Type="http://schemas.openxmlformats.org/officeDocument/2006/relationships/image" Target="../media/image1260.png"/><Relationship Id="rId131" Type="http://schemas.openxmlformats.org/officeDocument/2006/relationships/image" Target="../media/image1268.png"/><Relationship Id="rId136" Type="http://schemas.openxmlformats.org/officeDocument/2006/relationships/customXml" Target="../ink/ink2455.xml"/><Relationship Id="rId61" Type="http://schemas.openxmlformats.org/officeDocument/2006/relationships/image" Target="../media/image1233.png"/><Relationship Id="rId82" Type="http://schemas.openxmlformats.org/officeDocument/2006/relationships/customXml" Target="../ink/ink2428.xml"/><Relationship Id="rId19" Type="http://schemas.openxmlformats.org/officeDocument/2006/relationships/image" Target="../media/image1212.png"/><Relationship Id="rId14" Type="http://schemas.openxmlformats.org/officeDocument/2006/relationships/customXml" Target="../ink/ink2394.xml"/><Relationship Id="rId30" Type="http://schemas.openxmlformats.org/officeDocument/2006/relationships/customXml" Target="../ink/ink2402.xml"/><Relationship Id="rId35" Type="http://schemas.openxmlformats.org/officeDocument/2006/relationships/image" Target="../media/image1220.png"/><Relationship Id="rId56" Type="http://schemas.openxmlformats.org/officeDocument/2006/relationships/customXml" Target="../ink/ink2415.xml"/><Relationship Id="rId77" Type="http://schemas.openxmlformats.org/officeDocument/2006/relationships/image" Target="../media/image1241.png"/><Relationship Id="rId100" Type="http://schemas.openxmlformats.org/officeDocument/2006/relationships/customXml" Target="../ink/ink2437.xml"/><Relationship Id="rId105" Type="http://schemas.openxmlformats.org/officeDocument/2006/relationships/image" Target="../media/image1255.png"/><Relationship Id="rId126" Type="http://schemas.openxmlformats.org/officeDocument/2006/relationships/customXml" Target="../ink/ink2450.xml"/><Relationship Id="rId147" Type="http://schemas.openxmlformats.org/officeDocument/2006/relationships/image" Target="../media/image1276.png"/><Relationship Id="rId8" Type="http://schemas.openxmlformats.org/officeDocument/2006/relationships/customXml" Target="../ink/ink2391.xml"/><Relationship Id="rId51" Type="http://schemas.openxmlformats.org/officeDocument/2006/relationships/image" Target="../media/image1228.png"/><Relationship Id="rId72" Type="http://schemas.openxmlformats.org/officeDocument/2006/relationships/customXml" Target="../ink/ink2423.xml"/><Relationship Id="rId93" Type="http://schemas.openxmlformats.org/officeDocument/2006/relationships/image" Target="../media/image1249.png"/><Relationship Id="rId98" Type="http://schemas.openxmlformats.org/officeDocument/2006/relationships/customXml" Target="../ink/ink2436.xml"/><Relationship Id="rId121" Type="http://schemas.openxmlformats.org/officeDocument/2006/relationships/image" Target="../media/image1263.png"/><Relationship Id="rId142" Type="http://schemas.openxmlformats.org/officeDocument/2006/relationships/customXml" Target="../ink/ink2458.xml"/><Relationship Id="rId3" Type="http://schemas.openxmlformats.org/officeDocument/2006/relationships/image" Target="../media/image1204.png"/><Relationship Id="rId25" Type="http://schemas.openxmlformats.org/officeDocument/2006/relationships/image" Target="../media/image1215.png"/><Relationship Id="rId46" Type="http://schemas.openxmlformats.org/officeDocument/2006/relationships/customXml" Target="../ink/ink2410.xml"/><Relationship Id="rId67" Type="http://schemas.openxmlformats.org/officeDocument/2006/relationships/image" Target="../media/image1236.png"/><Relationship Id="rId116" Type="http://schemas.openxmlformats.org/officeDocument/2006/relationships/customXml" Target="../ink/ink2445.xml"/><Relationship Id="rId137" Type="http://schemas.openxmlformats.org/officeDocument/2006/relationships/image" Target="../media/image1271.png"/><Relationship Id="rId20" Type="http://schemas.openxmlformats.org/officeDocument/2006/relationships/customXml" Target="../ink/ink2397.xml"/><Relationship Id="rId41" Type="http://schemas.openxmlformats.org/officeDocument/2006/relationships/image" Target="../media/image1223.png"/><Relationship Id="rId62" Type="http://schemas.openxmlformats.org/officeDocument/2006/relationships/customXml" Target="../ink/ink2418.xml"/><Relationship Id="rId83" Type="http://schemas.openxmlformats.org/officeDocument/2006/relationships/image" Target="../media/image1244.png"/><Relationship Id="rId88" Type="http://schemas.openxmlformats.org/officeDocument/2006/relationships/customXml" Target="../ink/ink2431.xml"/><Relationship Id="rId111" Type="http://schemas.openxmlformats.org/officeDocument/2006/relationships/image" Target="../media/image1258.png"/><Relationship Id="rId132" Type="http://schemas.openxmlformats.org/officeDocument/2006/relationships/customXml" Target="../ink/ink2453.xml"/><Relationship Id="rId15" Type="http://schemas.openxmlformats.org/officeDocument/2006/relationships/image" Target="../media/image1210.png"/><Relationship Id="rId36" Type="http://schemas.openxmlformats.org/officeDocument/2006/relationships/customXml" Target="../ink/ink2405.xml"/><Relationship Id="rId57" Type="http://schemas.openxmlformats.org/officeDocument/2006/relationships/image" Target="../media/image1231.png"/><Relationship Id="rId106" Type="http://schemas.openxmlformats.org/officeDocument/2006/relationships/customXml" Target="../ink/ink2440.xml"/><Relationship Id="rId127" Type="http://schemas.openxmlformats.org/officeDocument/2006/relationships/image" Target="../media/image1266.png"/><Relationship Id="rId10" Type="http://schemas.openxmlformats.org/officeDocument/2006/relationships/customXml" Target="../ink/ink2392.xml"/><Relationship Id="rId31" Type="http://schemas.openxmlformats.org/officeDocument/2006/relationships/image" Target="../media/image1218.png"/><Relationship Id="rId52" Type="http://schemas.openxmlformats.org/officeDocument/2006/relationships/customXml" Target="../ink/ink2413.xml"/><Relationship Id="rId73" Type="http://schemas.openxmlformats.org/officeDocument/2006/relationships/image" Target="../media/image1239.png"/><Relationship Id="rId78" Type="http://schemas.openxmlformats.org/officeDocument/2006/relationships/customXml" Target="../ink/ink2426.xml"/><Relationship Id="rId94" Type="http://schemas.openxmlformats.org/officeDocument/2006/relationships/customXml" Target="../ink/ink2434.xml"/><Relationship Id="rId99" Type="http://schemas.openxmlformats.org/officeDocument/2006/relationships/image" Target="../media/image1252.png"/><Relationship Id="rId101" Type="http://schemas.openxmlformats.org/officeDocument/2006/relationships/image" Target="../media/image1253.png"/><Relationship Id="rId122" Type="http://schemas.openxmlformats.org/officeDocument/2006/relationships/customXml" Target="../ink/ink2448.xml"/><Relationship Id="rId143" Type="http://schemas.openxmlformats.org/officeDocument/2006/relationships/image" Target="../media/image1274.png"/><Relationship Id="rId4" Type="http://schemas.openxmlformats.org/officeDocument/2006/relationships/customXml" Target="../ink/ink2389.xml"/><Relationship Id="rId9" Type="http://schemas.openxmlformats.org/officeDocument/2006/relationships/image" Target="../media/image1207.png"/><Relationship Id="rId26" Type="http://schemas.openxmlformats.org/officeDocument/2006/relationships/customXml" Target="../ink/ink2400.xml"/><Relationship Id="rId47" Type="http://schemas.openxmlformats.org/officeDocument/2006/relationships/image" Target="../media/image1226.png"/><Relationship Id="rId68" Type="http://schemas.openxmlformats.org/officeDocument/2006/relationships/customXml" Target="../ink/ink2421.xml"/><Relationship Id="rId89" Type="http://schemas.openxmlformats.org/officeDocument/2006/relationships/image" Target="../media/image1247.png"/><Relationship Id="rId112" Type="http://schemas.openxmlformats.org/officeDocument/2006/relationships/customXml" Target="../ink/ink2443.xml"/><Relationship Id="rId133" Type="http://schemas.openxmlformats.org/officeDocument/2006/relationships/image" Target="../media/image1269.png"/><Relationship Id="rId16" Type="http://schemas.openxmlformats.org/officeDocument/2006/relationships/customXml" Target="../ink/ink2395.xml"/><Relationship Id="rId37" Type="http://schemas.openxmlformats.org/officeDocument/2006/relationships/image" Target="../media/image1221.png"/><Relationship Id="rId58" Type="http://schemas.openxmlformats.org/officeDocument/2006/relationships/customXml" Target="../ink/ink2416.xml"/><Relationship Id="rId79" Type="http://schemas.openxmlformats.org/officeDocument/2006/relationships/image" Target="../media/image1242.png"/><Relationship Id="rId102" Type="http://schemas.openxmlformats.org/officeDocument/2006/relationships/customXml" Target="../ink/ink2438.xml"/><Relationship Id="rId123" Type="http://schemas.openxmlformats.org/officeDocument/2006/relationships/image" Target="../media/image1264.png"/><Relationship Id="rId144" Type="http://schemas.openxmlformats.org/officeDocument/2006/relationships/customXml" Target="../ink/ink2459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34.png"/><Relationship Id="rId21" Type="http://schemas.openxmlformats.org/officeDocument/2006/relationships/image" Target="../media/image1286.png"/><Relationship Id="rId42" Type="http://schemas.openxmlformats.org/officeDocument/2006/relationships/customXml" Target="../ink/ink2481.xml"/><Relationship Id="rId63" Type="http://schemas.openxmlformats.org/officeDocument/2006/relationships/image" Target="../media/image1307.png"/><Relationship Id="rId84" Type="http://schemas.openxmlformats.org/officeDocument/2006/relationships/customXml" Target="../ink/ink2502.xml"/><Relationship Id="rId138" Type="http://schemas.openxmlformats.org/officeDocument/2006/relationships/customXml" Target="../ink/ink2529.xml"/><Relationship Id="rId159" Type="http://schemas.openxmlformats.org/officeDocument/2006/relationships/image" Target="../media/image1355.png"/><Relationship Id="rId170" Type="http://schemas.openxmlformats.org/officeDocument/2006/relationships/customXml" Target="../ink/ink2545.xml"/><Relationship Id="rId107" Type="http://schemas.openxmlformats.org/officeDocument/2006/relationships/image" Target="../media/image1329.png"/><Relationship Id="rId11" Type="http://schemas.openxmlformats.org/officeDocument/2006/relationships/image" Target="../media/image1281.png"/><Relationship Id="rId32" Type="http://schemas.openxmlformats.org/officeDocument/2006/relationships/customXml" Target="../ink/ink2476.xml"/><Relationship Id="rId53" Type="http://schemas.openxmlformats.org/officeDocument/2006/relationships/image" Target="../media/image1302.png"/><Relationship Id="rId74" Type="http://schemas.openxmlformats.org/officeDocument/2006/relationships/customXml" Target="../ink/ink2497.xml"/><Relationship Id="rId128" Type="http://schemas.openxmlformats.org/officeDocument/2006/relationships/customXml" Target="../ink/ink2524.xml"/><Relationship Id="rId149" Type="http://schemas.openxmlformats.org/officeDocument/2006/relationships/image" Target="../media/image1350.png"/><Relationship Id="rId5" Type="http://schemas.openxmlformats.org/officeDocument/2006/relationships/image" Target="../media/image1278.png"/><Relationship Id="rId95" Type="http://schemas.openxmlformats.org/officeDocument/2006/relationships/image" Target="../media/image1323.png"/><Relationship Id="rId160" Type="http://schemas.openxmlformats.org/officeDocument/2006/relationships/customXml" Target="../ink/ink2540.xml"/><Relationship Id="rId181" Type="http://schemas.openxmlformats.org/officeDocument/2006/relationships/image" Target="../media/image1366.png"/><Relationship Id="rId22" Type="http://schemas.openxmlformats.org/officeDocument/2006/relationships/customXml" Target="../ink/ink2471.xml"/><Relationship Id="rId43" Type="http://schemas.openxmlformats.org/officeDocument/2006/relationships/image" Target="../media/image1297.png"/><Relationship Id="rId64" Type="http://schemas.openxmlformats.org/officeDocument/2006/relationships/customXml" Target="../ink/ink2492.xml"/><Relationship Id="rId118" Type="http://schemas.openxmlformats.org/officeDocument/2006/relationships/customXml" Target="../ink/ink2519.xml"/><Relationship Id="rId139" Type="http://schemas.openxmlformats.org/officeDocument/2006/relationships/image" Target="../media/image1345.png"/><Relationship Id="rId85" Type="http://schemas.openxmlformats.org/officeDocument/2006/relationships/image" Target="../media/image1318.png"/><Relationship Id="rId150" Type="http://schemas.openxmlformats.org/officeDocument/2006/relationships/customXml" Target="../ink/ink2535.xml"/><Relationship Id="rId171" Type="http://schemas.openxmlformats.org/officeDocument/2006/relationships/image" Target="../media/image1361.png"/><Relationship Id="rId12" Type="http://schemas.openxmlformats.org/officeDocument/2006/relationships/customXml" Target="../ink/ink2466.xml"/><Relationship Id="rId33" Type="http://schemas.openxmlformats.org/officeDocument/2006/relationships/image" Target="../media/image1292.png"/><Relationship Id="rId108" Type="http://schemas.openxmlformats.org/officeDocument/2006/relationships/customXml" Target="../ink/ink2514.xml"/><Relationship Id="rId129" Type="http://schemas.openxmlformats.org/officeDocument/2006/relationships/image" Target="../media/image1340.png"/><Relationship Id="rId54" Type="http://schemas.openxmlformats.org/officeDocument/2006/relationships/customXml" Target="../ink/ink2487.xml"/><Relationship Id="rId75" Type="http://schemas.openxmlformats.org/officeDocument/2006/relationships/image" Target="../media/image1313.png"/><Relationship Id="rId96" Type="http://schemas.openxmlformats.org/officeDocument/2006/relationships/customXml" Target="../ink/ink2508.xml"/><Relationship Id="rId140" Type="http://schemas.openxmlformats.org/officeDocument/2006/relationships/customXml" Target="../ink/ink2530.xml"/><Relationship Id="rId161" Type="http://schemas.openxmlformats.org/officeDocument/2006/relationships/image" Target="../media/image1356.png"/><Relationship Id="rId182" Type="http://schemas.openxmlformats.org/officeDocument/2006/relationships/customXml" Target="../ink/ink2551.xml"/><Relationship Id="rId6" Type="http://schemas.openxmlformats.org/officeDocument/2006/relationships/customXml" Target="../ink/ink2463.xml"/><Relationship Id="rId23" Type="http://schemas.openxmlformats.org/officeDocument/2006/relationships/image" Target="../media/image1287.png"/><Relationship Id="rId119" Type="http://schemas.openxmlformats.org/officeDocument/2006/relationships/image" Target="../media/image1335.png"/><Relationship Id="rId44" Type="http://schemas.openxmlformats.org/officeDocument/2006/relationships/customXml" Target="../ink/ink2482.xml"/><Relationship Id="rId65" Type="http://schemas.openxmlformats.org/officeDocument/2006/relationships/image" Target="../media/image1308.png"/><Relationship Id="rId86" Type="http://schemas.openxmlformats.org/officeDocument/2006/relationships/customXml" Target="../ink/ink2503.xml"/><Relationship Id="rId130" Type="http://schemas.openxmlformats.org/officeDocument/2006/relationships/customXml" Target="../ink/ink2525.xml"/><Relationship Id="rId151" Type="http://schemas.openxmlformats.org/officeDocument/2006/relationships/image" Target="../media/image1351.png"/><Relationship Id="rId172" Type="http://schemas.openxmlformats.org/officeDocument/2006/relationships/customXml" Target="../ink/ink2546.xml"/><Relationship Id="rId13" Type="http://schemas.openxmlformats.org/officeDocument/2006/relationships/image" Target="../media/image1282.png"/><Relationship Id="rId18" Type="http://schemas.openxmlformats.org/officeDocument/2006/relationships/customXml" Target="../ink/ink2469.xml"/><Relationship Id="rId39" Type="http://schemas.openxmlformats.org/officeDocument/2006/relationships/image" Target="../media/image1295.png"/><Relationship Id="rId109" Type="http://schemas.openxmlformats.org/officeDocument/2006/relationships/image" Target="../media/image1330.png"/><Relationship Id="rId34" Type="http://schemas.openxmlformats.org/officeDocument/2006/relationships/customXml" Target="../ink/ink2477.xml"/><Relationship Id="rId50" Type="http://schemas.openxmlformats.org/officeDocument/2006/relationships/customXml" Target="../ink/ink2485.xml"/><Relationship Id="rId55" Type="http://schemas.openxmlformats.org/officeDocument/2006/relationships/image" Target="../media/image1303.png"/><Relationship Id="rId76" Type="http://schemas.openxmlformats.org/officeDocument/2006/relationships/customXml" Target="../ink/ink2498.xml"/><Relationship Id="rId97" Type="http://schemas.openxmlformats.org/officeDocument/2006/relationships/image" Target="../media/image1324.png"/><Relationship Id="rId104" Type="http://schemas.openxmlformats.org/officeDocument/2006/relationships/customXml" Target="../ink/ink2512.xml"/><Relationship Id="rId120" Type="http://schemas.openxmlformats.org/officeDocument/2006/relationships/customXml" Target="../ink/ink2520.xml"/><Relationship Id="rId125" Type="http://schemas.openxmlformats.org/officeDocument/2006/relationships/image" Target="../media/image1338.png"/><Relationship Id="rId141" Type="http://schemas.openxmlformats.org/officeDocument/2006/relationships/image" Target="../media/image1346.png"/><Relationship Id="rId146" Type="http://schemas.openxmlformats.org/officeDocument/2006/relationships/customXml" Target="../ink/ink2533.xml"/><Relationship Id="rId167" Type="http://schemas.openxmlformats.org/officeDocument/2006/relationships/image" Target="../media/image1359.png"/><Relationship Id="rId7" Type="http://schemas.openxmlformats.org/officeDocument/2006/relationships/image" Target="../media/image1279.png"/><Relationship Id="rId71" Type="http://schemas.openxmlformats.org/officeDocument/2006/relationships/image" Target="../media/image1311.png"/><Relationship Id="rId92" Type="http://schemas.openxmlformats.org/officeDocument/2006/relationships/customXml" Target="../ink/ink2506.xml"/><Relationship Id="rId162" Type="http://schemas.openxmlformats.org/officeDocument/2006/relationships/customXml" Target="../ink/ink2541.xml"/><Relationship Id="rId183" Type="http://schemas.openxmlformats.org/officeDocument/2006/relationships/image" Target="../media/image1367.png"/><Relationship Id="rId2" Type="http://schemas.openxmlformats.org/officeDocument/2006/relationships/customXml" Target="../ink/ink2461.xml"/><Relationship Id="rId29" Type="http://schemas.openxmlformats.org/officeDocument/2006/relationships/image" Target="../media/image1290.png"/><Relationship Id="rId24" Type="http://schemas.openxmlformats.org/officeDocument/2006/relationships/customXml" Target="../ink/ink2472.xml"/><Relationship Id="rId40" Type="http://schemas.openxmlformats.org/officeDocument/2006/relationships/customXml" Target="../ink/ink2480.xml"/><Relationship Id="rId45" Type="http://schemas.openxmlformats.org/officeDocument/2006/relationships/image" Target="../media/image1298.png"/><Relationship Id="rId66" Type="http://schemas.openxmlformats.org/officeDocument/2006/relationships/customXml" Target="../ink/ink2493.xml"/><Relationship Id="rId87" Type="http://schemas.openxmlformats.org/officeDocument/2006/relationships/image" Target="../media/image1319.png"/><Relationship Id="rId110" Type="http://schemas.openxmlformats.org/officeDocument/2006/relationships/customXml" Target="../ink/ink2515.xml"/><Relationship Id="rId115" Type="http://schemas.openxmlformats.org/officeDocument/2006/relationships/image" Target="../media/image1333.png"/><Relationship Id="rId131" Type="http://schemas.openxmlformats.org/officeDocument/2006/relationships/image" Target="../media/image1341.png"/><Relationship Id="rId136" Type="http://schemas.openxmlformats.org/officeDocument/2006/relationships/customXml" Target="../ink/ink2528.xml"/><Relationship Id="rId157" Type="http://schemas.openxmlformats.org/officeDocument/2006/relationships/image" Target="../media/image1354.png"/><Relationship Id="rId178" Type="http://schemas.openxmlformats.org/officeDocument/2006/relationships/customXml" Target="../ink/ink2549.xml"/><Relationship Id="rId61" Type="http://schemas.openxmlformats.org/officeDocument/2006/relationships/image" Target="../media/image1306.png"/><Relationship Id="rId82" Type="http://schemas.openxmlformats.org/officeDocument/2006/relationships/customXml" Target="../ink/ink2501.xml"/><Relationship Id="rId152" Type="http://schemas.openxmlformats.org/officeDocument/2006/relationships/customXml" Target="../ink/ink2536.xml"/><Relationship Id="rId173" Type="http://schemas.openxmlformats.org/officeDocument/2006/relationships/image" Target="../media/image1362.png"/><Relationship Id="rId19" Type="http://schemas.openxmlformats.org/officeDocument/2006/relationships/image" Target="../media/image1285.png"/><Relationship Id="rId14" Type="http://schemas.openxmlformats.org/officeDocument/2006/relationships/customXml" Target="../ink/ink2467.xml"/><Relationship Id="rId30" Type="http://schemas.openxmlformats.org/officeDocument/2006/relationships/customXml" Target="../ink/ink2475.xml"/><Relationship Id="rId35" Type="http://schemas.openxmlformats.org/officeDocument/2006/relationships/image" Target="../media/image1293.png"/><Relationship Id="rId56" Type="http://schemas.openxmlformats.org/officeDocument/2006/relationships/customXml" Target="../ink/ink2488.xml"/><Relationship Id="rId77" Type="http://schemas.openxmlformats.org/officeDocument/2006/relationships/image" Target="../media/image1314.png"/><Relationship Id="rId100" Type="http://schemas.openxmlformats.org/officeDocument/2006/relationships/customXml" Target="../ink/ink2510.xml"/><Relationship Id="rId105" Type="http://schemas.openxmlformats.org/officeDocument/2006/relationships/image" Target="../media/image1328.png"/><Relationship Id="rId126" Type="http://schemas.openxmlformats.org/officeDocument/2006/relationships/customXml" Target="../ink/ink2523.xml"/><Relationship Id="rId147" Type="http://schemas.openxmlformats.org/officeDocument/2006/relationships/image" Target="../media/image1349.png"/><Relationship Id="rId168" Type="http://schemas.openxmlformats.org/officeDocument/2006/relationships/customXml" Target="../ink/ink2544.xml"/><Relationship Id="rId8" Type="http://schemas.openxmlformats.org/officeDocument/2006/relationships/customXml" Target="../ink/ink2464.xml"/><Relationship Id="rId51" Type="http://schemas.openxmlformats.org/officeDocument/2006/relationships/image" Target="../media/image1301.png"/><Relationship Id="rId72" Type="http://schemas.openxmlformats.org/officeDocument/2006/relationships/customXml" Target="../ink/ink2496.xml"/><Relationship Id="rId93" Type="http://schemas.openxmlformats.org/officeDocument/2006/relationships/image" Target="../media/image1322.png"/><Relationship Id="rId98" Type="http://schemas.openxmlformats.org/officeDocument/2006/relationships/customXml" Target="../ink/ink2509.xml"/><Relationship Id="rId121" Type="http://schemas.openxmlformats.org/officeDocument/2006/relationships/image" Target="../media/image1336.png"/><Relationship Id="rId142" Type="http://schemas.openxmlformats.org/officeDocument/2006/relationships/customXml" Target="../ink/ink2531.xml"/><Relationship Id="rId163" Type="http://schemas.openxmlformats.org/officeDocument/2006/relationships/image" Target="../media/image1357.png"/><Relationship Id="rId184" Type="http://schemas.openxmlformats.org/officeDocument/2006/relationships/customXml" Target="../ink/ink2552.xml"/><Relationship Id="rId3" Type="http://schemas.openxmlformats.org/officeDocument/2006/relationships/image" Target="../media/image1277.png"/><Relationship Id="rId25" Type="http://schemas.openxmlformats.org/officeDocument/2006/relationships/image" Target="../media/image1288.png"/><Relationship Id="rId46" Type="http://schemas.openxmlformats.org/officeDocument/2006/relationships/customXml" Target="../ink/ink2483.xml"/><Relationship Id="rId67" Type="http://schemas.openxmlformats.org/officeDocument/2006/relationships/image" Target="../media/image1309.png"/><Relationship Id="rId116" Type="http://schemas.openxmlformats.org/officeDocument/2006/relationships/customXml" Target="../ink/ink2518.xml"/><Relationship Id="rId137" Type="http://schemas.openxmlformats.org/officeDocument/2006/relationships/image" Target="../media/image1344.png"/><Relationship Id="rId158" Type="http://schemas.openxmlformats.org/officeDocument/2006/relationships/customXml" Target="../ink/ink2539.xml"/><Relationship Id="rId20" Type="http://schemas.openxmlformats.org/officeDocument/2006/relationships/customXml" Target="../ink/ink2470.xml"/><Relationship Id="rId41" Type="http://schemas.openxmlformats.org/officeDocument/2006/relationships/image" Target="../media/image1296.png"/><Relationship Id="rId62" Type="http://schemas.openxmlformats.org/officeDocument/2006/relationships/customXml" Target="../ink/ink2491.xml"/><Relationship Id="rId83" Type="http://schemas.openxmlformats.org/officeDocument/2006/relationships/image" Target="../media/image1317.png"/><Relationship Id="rId88" Type="http://schemas.openxmlformats.org/officeDocument/2006/relationships/customXml" Target="../ink/ink2504.xml"/><Relationship Id="rId111" Type="http://schemas.openxmlformats.org/officeDocument/2006/relationships/image" Target="../media/image1331.png"/><Relationship Id="rId132" Type="http://schemas.openxmlformats.org/officeDocument/2006/relationships/customXml" Target="../ink/ink2526.xml"/><Relationship Id="rId153" Type="http://schemas.openxmlformats.org/officeDocument/2006/relationships/image" Target="../media/image1352.png"/><Relationship Id="rId174" Type="http://schemas.openxmlformats.org/officeDocument/2006/relationships/customXml" Target="../ink/ink2547.xml"/><Relationship Id="rId179" Type="http://schemas.openxmlformats.org/officeDocument/2006/relationships/image" Target="../media/image1365.png"/><Relationship Id="rId15" Type="http://schemas.openxmlformats.org/officeDocument/2006/relationships/image" Target="../media/image1283.png"/><Relationship Id="rId36" Type="http://schemas.openxmlformats.org/officeDocument/2006/relationships/customXml" Target="../ink/ink2478.xml"/><Relationship Id="rId57" Type="http://schemas.openxmlformats.org/officeDocument/2006/relationships/image" Target="../media/image1304.png"/><Relationship Id="rId106" Type="http://schemas.openxmlformats.org/officeDocument/2006/relationships/customXml" Target="../ink/ink2513.xml"/><Relationship Id="rId127" Type="http://schemas.openxmlformats.org/officeDocument/2006/relationships/image" Target="../media/image1339.png"/><Relationship Id="rId10" Type="http://schemas.openxmlformats.org/officeDocument/2006/relationships/customXml" Target="../ink/ink2465.xml"/><Relationship Id="rId31" Type="http://schemas.openxmlformats.org/officeDocument/2006/relationships/image" Target="../media/image1291.png"/><Relationship Id="rId52" Type="http://schemas.openxmlformats.org/officeDocument/2006/relationships/customXml" Target="../ink/ink2486.xml"/><Relationship Id="rId73" Type="http://schemas.openxmlformats.org/officeDocument/2006/relationships/image" Target="../media/image1312.png"/><Relationship Id="rId78" Type="http://schemas.openxmlformats.org/officeDocument/2006/relationships/customXml" Target="../ink/ink2499.xml"/><Relationship Id="rId94" Type="http://schemas.openxmlformats.org/officeDocument/2006/relationships/customXml" Target="../ink/ink2507.xml"/><Relationship Id="rId99" Type="http://schemas.openxmlformats.org/officeDocument/2006/relationships/image" Target="../media/image1325.png"/><Relationship Id="rId101" Type="http://schemas.openxmlformats.org/officeDocument/2006/relationships/image" Target="../media/image1326.png"/><Relationship Id="rId122" Type="http://schemas.openxmlformats.org/officeDocument/2006/relationships/customXml" Target="../ink/ink2521.xml"/><Relationship Id="rId143" Type="http://schemas.openxmlformats.org/officeDocument/2006/relationships/image" Target="../media/image1347.png"/><Relationship Id="rId148" Type="http://schemas.openxmlformats.org/officeDocument/2006/relationships/customXml" Target="../ink/ink2534.xml"/><Relationship Id="rId164" Type="http://schemas.openxmlformats.org/officeDocument/2006/relationships/customXml" Target="../ink/ink2542.xml"/><Relationship Id="rId169" Type="http://schemas.openxmlformats.org/officeDocument/2006/relationships/image" Target="../media/image1360.png"/><Relationship Id="rId185" Type="http://schemas.openxmlformats.org/officeDocument/2006/relationships/image" Target="../media/image1368.png"/><Relationship Id="rId4" Type="http://schemas.openxmlformats.org/officeDocument/2006/relationships/customXml" Target="../ink/ink2462.xml"/><Relationship Id="rId9" Type="http://schemas.openxmlformats.org/officeDocument/2006/relationships/image" Target="../media/image1280.png"/><Relationship Id="rId180" Type="http://schemas.openxmlformats.org/officeDocument/2006/relationships/customXml" Target="../ink/ink2550.xml"/><Relationship Id="rId26" Type="http://schemas.openxmlformats.org/officeDocument/2006/relationships/customXml" Target="../ink/ink2473.xml"/><Relationship Id="rId47" Type="http://schemas.openxmlformats.org/officeDocument/2006/relationships/image" Target="../media/image1299.png"/><Relationship Id="rId68" Type="http://schemas.openxmlformats.org/officeDocument/2006/relationships/customXml" Target="../ink/ink2494.xml"/><Relationship Id="rId89" Type="http://schemas.openxmlformats.org/officeDocument/2006/relationships/image" Target="../media/image1320.png"/><Relationship Id="rId112" Type="http://schemas.openxmlformats.org/officeDocument/2006/relationships/customXml" Target="../ink/ink2516.xml"/><Relationship Id="rId133" Type="http://schemas.openxmlformats.org/officeDocument/2006/relationships/image" Target="../media/image1342.png"/><Relationship Id="rId154" Type="http://schemas.openxmlformats.org/officeDocument/2006/relationships/customXml" Target="../ink/ink2537.xml"/><Relationship Id="rId175" Type="http://schemas.openxmlformats.org/officeDocument/2006/relationships/image" Target="../media/image1363.png"/><Relationship Id="rId16" Type="http://schemas.openxmlformats.org/officeDocument/2006/relationships/customXml" Target="../ink/ink2468.xml"/><Relationship Id="rId37" Type="http://schemas.openxmlformats.org/officeDocument/2006/relationships/image" Target="../media/image1294.png"/><Relationship Id="rId58" Type="http://schemas.openxmlformats.org/officeDocument/2006/relationships/customXml" Target="../ink/ink2489.xml"/><Relationship Id="rId79" Type="http://schemas.openxmlformats.org/officeDocument/2006/relationships/image" Target="../media/image1315.png"/><Relationship Id="rId102" Type="http://schemas.openxmlformats.org/officeDocument/2006/relationships/customXml" Target="../ink/ink2511.xml"/><Relationship Id="rId123" Type="http://schemas.openxmlformats.org/officeDocument/2006/relationships/image" Target="../media/image1337.png"/><Relationship Id="rId144" Type="http://schemas.openxmlformats.org/officeDocument/2006/relationships/customXml" Target="../ink/ink2532.xml"/><Relationship Id="rId90" Type="http://schemas.openxmlformats.org/officeDocument/2006/relationships/customXml" Target="../ink/ink2505.xml"/><Relationship Id="rId165" Type="http://schemas.openxmlformats.org/officeDocument/2006/relationships/image" Target="../media/image1358.png"/><Relationship Id="rId186" Type="http://schemas.openxmlformats.org/officeDocument/2006/relationships/customXml" Target="../ink/ink2553.xml"/><Relationship Id="rId27" Type="http://schemas.openxmlformats.org/officeDocument/2006/relationships/image" Target="../media/image1289.png"/><Relationship Id="rId48" Type="http://schemas.openxmlformats.org/officeDocument/2006/relationships/customXml" Target="../ink/ink2484.xml"/><Relationship Id="rId69" Type="http://schemas.openxmlformats.org/officeDocument/2006/relationships/image" Target="../media/image1310.png"/><Relationship Id="rId113" Type="http://schemas.openxmlformats.org/officeDocument/2006/relationships/image" Target="../media/image1332.png"/><Relationship Id="rId134" Type="http://schemas.openxmlformats.org/officeDocument/2006/relationships/customXml" Target="../ink/ink2527.xml"/><Relationship Id="rId80" Type="http://schemas.openxmlformats.org/officeDocument/2006/relationships/customXml" Target="../ink/ink2500.xml"/><Relationship Id="rId155" Type="http://schemas.openxmlformats.org/officeDocument/2006/relationships/image" Target="../media/image1353.png"/><Relationship Id="rId176" Type="http://schemas.openxmlformats.org/officeDocument/2006/relationships/customXml" Target="../ink/ink2548.xml"/><Relationship Id="rId17" Type="http://schemas.openxmlformats.org/officeDocument/2006/relationships/image" Target="../media/image1284.png"/><Relationship Id="rId38" Type="http://schemas.openxmlformats.org/officeDocument/2006/relationships/customXml" Target="../ink/ink2479.xml"/><Relationship Id="rId59" Type="http://schemas.openxmlformats.org/officeDocument/2006/relationships/image" Target="../media/image1305.png"/><Relationship Id="rId103" Type="http://schemas.openxmlformats.org/officeDocument/2006/relationships/image" Target="../media/image1327.png"/><Relationship Id="rId124" Type="http://schemas.openxmlformats.org/officeDocument/2006/relationships/customXml" Target="../ink/ink2522.xml"/><Relationship Id="rId70" Type="http://schemas.openxmlformats.org/officeDocument/2006/relationships/customXml" Target="../ink/ink2495.xml"/><Relationship Id="rId91" Type="http://schemas.openxmlformats.org/officeDocument/2006/relationships/image" Target="../media/image1321.png"/><Relationship Id="rId145" Type="http://schemas.openxmlformats.org/officeDocument/2006/relationships/image" Target="../media/image1348.png"/><Relationship Id="rId166" Type="http://schemas.openxmlformats.org/officeDocument/2006/relationships/customXml" Target="../ink/ink2543.xml"/><Relationship Id="rId187" Type="http://schemas.openxmlformats.org/officeDocument/2006/relationships/image" Target="../media/image136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474.xml"/><Relationship Id="rId49" Type="http://schemas.openxmlformats.org/officeDocument/2006/relationships/image" Target="../media/image1300.png"/><Relationship Id="rId114" Type="http://schemas.openxmlformats.org/officeDocument/2006/relationships/customXml" Target="../ink/ink2517.xml"/><Relationship Id="rId60" Type="http://schemas.openxmlformats.org/officeDocument/2006/relationships/customXml" Target="../ink/ink2490.xml"/><Relationship Id="rId81" Type="http://schemas.openxmlformats.org/officeDocument/2006/relationships/image" Target="../media/image1316.png"/><Relationship Id="rId135" Type="http://schemas.openxmlformats.org/officeDocument/2006/relationships/image" Target="../media/image1343.png"/><Relationship Id="rId156" Type="http://schemas.openxmlformats.org/officeDocument/2006/relationships/customXml" Target="../ink/ink2538.xml"/><Relationship Id="rId177" Type="http://schemas.openxmlformats.org/officeDocument/2006/relationships/image" Target="../media/image1364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7.png"/><Relationship Id="rId21" Type="http://schemas.openxmlformats.org/officeDocument/2006/relationships/image" Target="../media/image1379.png"/><Relationship Id="rId42" Type="http://schemas.openxmlformats.org/officeDocument/2006/relationships/customXml" Target="../ink/ink2574.xml"/><Relationship Id="rId63" Type="http://schemas.openxmlformats.org/officeDocument/2006/relationships/image" Target="../media/image1400.png"/><Relationship Id="rId84" Type="http://schemas.openxmlformats.org/officeDocument/2006/relationships/customXml" Target="../ink/ink2595.xml"/><Relationship Id="rId138" Type="http://schemas.openxmlformats.org/officeDocument/2006/relationships/customXml" Target="../ink/ink2622.xml"/><Relationship Id="rId159" Type="http://schemas.openxmlformats.org/officeDocument/2006/relationships/image" Target="../media/image1448.png"/><Relationship Id="rId170" Type="http://schemas.openxmlformats.org/officeDocument/2006/relationships/customXml" Target="../ink/ink2638.xml"/><Relationship Id="rId191" Type="http://schemas.openxmlformats.org/officeDocument/2006/relationships/image" Target="../media/image1464.png"/><Relationship Id="rId205" Type="http://schemas.openxmlformats.org/officeDocument/2006/relationships/image" Target="../media/image1471.png"/><Relationship Id="rId107" Type="http://schemas.openxmlformats.org/officeDocument/2006/relationships/image" Target="../media/image1422.png"/><Relationship Id="rId11" Type="http://schemas.openxmlformats.org/officeDocument/2006/relationships/image" Target="../media/image1374.png"/><Relationship Id="rId32" Type="http://schemas.openxmlformats.org/officeDocument/2006/relationships/customXml" Target="../ink/ink2569.xml"/><Relationship Id="rId53" Type="http://schemas.openxmlformats.org/officeDocument/2006/relationships/image" Target="../media/image1395.png"/><Relationship Id="rId74" Type="http://schemas.openxmlformats.org/officeDocument/2006/relationships/customXml" Target="../ink/ink2590.xml"/><Relationship Id="rId128" Type="http://schemas.openxmlformats.org/officeDocument/2006/relationships/customXml" Target="../ink/ink2617.xml"/><Relationship Id="rId149" Type="http://schemas.openxmlformats.org/officeDocument/2006/relationships/image" Target="../media/image1443.png"/><Relationship Id="rId5" Type="http://schemas.openxmlformats.org/officeDocument/2006/relationships/image" Target="../media/image1371.png"/><Relationship Id="rId95" Type="http://schemas.openxmlformats.org/officeDocument/2006/relationships/image" Target="../media/image1416.png"/><Relationship Id="rId160" Type="http://schemas.openxmlformats.org/officeDocument/2006/relationships/customXml" Target="../ink/ink2633.xml"/><Relationship Id="rId181" Type="http://schemas.openxmlformats.org/officeDocument/2006/relationships/image" Target="../media/image1459.png"/><Relationship Id="rId22" Type="http://schemas.openxmlformats.org/officeDocument/2006/relationships/customXml" Target="../ink/ink2564.xml"/><Relationship Id="rId43" Type="http://schemas.openxmlformats.org/officeDocument/2006/relationships/image" Target="../media/image1390.png"/><Relationship Id="rId64" Type="http://schemas.openxmlformats.org/officeDocument/2006/relationships/customXml" Target="../ink/ink2585.xml"/><Relationship Id="rId118" Type="http://schemas.openxmlformats.org/officeDocument/2006/relationships/customXml" Target="../ink/ink2612.xml"/><Relationship Id="rId139" Type="http://schemas.openxmlformats.org/officeDocument/2006/relationships/image" Target="../media/image1438.png"/><Relationship Id="rId85" Type="http://schemas.openxmlformats.org/officeDocument/2006/relationships/image" Target="../media/image1411.png"/><Relationship Id="rId150" Type="http://schemas.openxmlformats.org/officeDocument/2006/relationships/customXml" Target="../ink/ink2628.xml"/><Relationship Id="rId171" Type="http://schemas.openxmlformats.org/officeDocument/2006/relationships/image" Target="../media/image1454.png"/><Relationship Id="rId192" Type="http://schemas.openxmlformats.org/officeDocument/2006/relationships/customXml" Target="../ink/ink2649.xml"/><Relationship Id="rId206" Type="http://schemas.openxmlformats.org/officeDocument/2006/relationships/customXml" Target="../ink/ink2656.xml"/><Relationship Id="rId12" Type="http://schemas.openxmlformats.org/officeDocument/2006/relationships/customXml" Target="../ink/ink2559.xml"/><Relationship Id="rId33" Type="http://schemas.openxmlformats.org/officeDocument/2006/relationships/image" Target="../media/image1385.png"/><Relationship Id="rId108" Type="http://schemas.openxmlformats.org/officeDocument/2006/relationships/customXml" Target="../ink/ink2607.xml"/><Relationship Id="rId129" Type="http://schemas.openxmlformats.org/officeDocument/2006/relationships/image" Target="../media/image1433.png"/><Relationship Id="rId54" Type="http://schemas.openxmlformats.org/officeDocument/2006/relationships/customXml" Target="../ink/ink2580.xml"/><Relationship Id="rId75" Type="http://schemas.openxmlformats.org/officeDocument/2006/relationships/image" Target="../media/image1406.png"/><Relationship Id="rId96" Type="http://schemas.openxmlformats.org/officeDocument/2006/relationships/customXml" Target="../ink/ink2601.xml"/><Relationship Id="rId140" Type="http://schemas.openxmlformats.org/officeDocument/2006/relationships/customXml" Target="../ink/ink2623.xml"/><Relationship Id="rId161" Type="http://schemas.openxmlformats.org/officeDocument/2006/relationships/image" Target="../media/image1449.png"/><Relationship Id="rId182" Type="http://schemas.openxmlformats.org/officeDocument/2006/relationships/customXml" Target="../ink/ink2644.xml"/><Relationship Id="rId6" Type="http://schemas.openxmlformats.org/officeDocument/2006/relationships/customXml" Target="../ink/ink2556.xml"/><Relationship Id="rId23" Type="http://schemas.openxmlformats.org/officeDocument/2006/relationships/image" Target="../media/image1380.png"/><Relationship Id="rId119" Type="http://schemas.openxmlformats.org/officeDocument/2006/relationships/image" Target="../media/image1428.png"/><Relationship Id="rId44" Type="http://schemas.openxmlformats.org/officeDocument/2006/relationships/customXml" Target="../ink/ink2575.xml"/><Relationship Id="rId65" Type="http://schemas.openxmlformats.org/officeDocument/2006/relationships/image" Target="../media/image1401.png"/><Relationship Id="rId86" Type="http://schemas.openxmlformats.org/officeDocument/2006/relationships/customXml" Target="../ink/ink2596.xml"/><Relationship Id="rId130" Type="http://schemas.openxmlformats.org/officeDocument/2006/relationships/customXml" Target="../ink/ink2618.xml"/><Relationship Id="rId151" Type="http://schemas.openxmlformats.org/officeDocument/2006/relationships/image" Target="../media/image1444.png"/><Relationship Id="rId172" Type="http://schemas.openxmlformats.org/officeDocument/2006/relationships/customXml" Target="../ink/ink2639.xml"/><Relationship Id="rId193" Type="http://schemas.openxmlformats.org/officeDocument/2006/relationships/image" Target="../media/image1465.png"/><Relationship Id="rId207" Type="http://schemas.openxmlformats.org/officeDocument/2006/relationships/image" Target="../media/image1472.png"/><Relationship Id="rId13" Type="http://schemas.openxmlformats.org/officeDocument/2006/relationships/image" Target="../media/image1375.png"/><Relationship Id="rId109" Type="http://schemas.openxmlformats.org/officeDocument/2006/relationships/image" Target="../media/image1423.png"/><Relationship Id="rId34" Type="http://schemas.openxmlformats.org/officeDocument/2006/relationships/customXml" Target="../ink/ink2570.xml"/><Relationship Id="rId55" Type="http://schemas.openxmlformats.org/officeDocument/2006/relationships/image" Target="../media/image1396.png"/><Relationship Id="rId76" Type="http://schemas.openxmlformats.org/officeDocument/2006/relationships/customXml" Target="../ink/ink2591.xml"/><Relationship Id="rId97" Type="http://schemas.openxmlformats.org/officeDocument/2006/relationships/image" Target="../media/image1417.png"/><Relationship Id="rId120" Type="http://schemas.openxmlformats.org/officeDocument/2006/relationships/customXml" Target="../ink/ink2613.xml"/><Relationship Id="rId141" Type="http://schemas.openxmlformats.org/officeDocument/2006/relationships/image" Target="../media/image1439.png"/><Relationship Id="rId7" Type="http://schemas.openxmlformats.org/officeDocument/2006/relationships/image" Target="../media/image1372.png"/><Relationship Id="rId162" Type="http://schemas.openxmlformats.org/officeDocument/2006/relationships/customXml" Target="../ink/ink2634.xml"/><Relationship Id="rId183" Type="http://schemas.openxmlformats.org/officeDocument/2006/relationships/image" Target="../media/image1460.png"/><Relationship Id="rId24" Type="http://schemas.openxmlformats.org/officeDocument/2006/relationships/customXml" Target="../ink/ink2565.xml"/><Relationship Id="rId40" Type="http://schemas.openxmlformats.org/officeDocument/2006/relationships/customXml" Target="../ink/ink2573.xml"/><Relationship Id="rId45" Type="http://schemas.openxmlformats.org/officeDocument/2006/relationships/image" Target="../media/image1391.png"/><Relationship Id="rId66" Type="http://schemas.openxmlformats.org/officeDocument/2006/relationships/customXml" Target="../ink/ink2586.xml"/><Relationship Id="rId87" Type="http://schemas.openxmlformats.org/officeDocument/2006/relationships/image" Target="../media/image1412.png"/><Relationship Id="rId110" Type="http://schemas.openxmlformats.org/officeDocument/2006/relationships/customXml" Target="../ink/ink2608.xml"/><Relationship Id="rId115" Type="http://schemas.openxmlformats.org/officeDocument/2006/relationships/image" Target="../media/image1426.png"/><Relationship Id="rId131" Type="http://schemas.openxmlformats.org/officeDocument/2006/relationships/image" Target="../media/image1434.png"/><Relationship Id="rId136" Type="http://schemas.openxmlformats.org/officeDocument/2006/relationships/customXml" Target="../ink/ink2621.xml"/><Relationship Id="rId157" Type="http://schemas.openxmlformats.org/officeDocument/2006/relationships/image" Target="../media/image1447.png"/><Relationship Id="rId178" Type="http://schemas.openxmlformats.org/officeDocument/2006/relationships/customXml" Target="../ink/ink2642.xml"/><Relationship Id="rId61" Type="http://schemas.openxmlformats.org/officeDocument/2006/relationships/image" Target="../media/image1399.png"/><Relationship Id="rId82" Type="http://schemas.openxmlformats.org/officeDocument/2006/relationships/customXml" Target="../ink/ink2594.xml"/><Relationship Id="rId152" Type="http://schemas.openxmlformats.org/officeDocument/2006/relationships/customXml" Target="../ink/ink2629.xml"/><Relationship Id="rId173" Type="http://schemas.openxmlformats.org/officeDocument/2006/relationships/image" Target="../media/image1455.png"/><Relationship Id="rId194" Type="http://schemas.openxmlformats.org/officeDocument/2006/relationships/customXml" Target="../ink/ink2650.xml"/><Relationship Id="rId199" Type="http://schemas.openxmlformats.org/officeDocument/2006/relationships/image" Target="../media/image1468.png"/><Relationship Id="rId203" Type="http://schemas.openxmlformats.org/officeDocument/2006/relationships/image" Target="../media/image1470.png"/><Relationship Id="rId19" Type="http://schemas.openxmlformats.org/officeDocument/2006/relationships/image" Target="../media/image1378.png"/><Relationship Id="rId14" Type="http://schemas.openxmlformats.org/officeDocument/2006/relationships/customXml" Target="../ink/ink2560.xml"/><Relationship Id="rId30" Type="http://schemas.openxmlformats.org/officeDocument/2006/relationships/customXml" Target="../ink/ink2568.xml"/><Relationship Id="rId35" Type="http://schemas.openxmlformats.org/officeDocument/2006/relationships/image" Target="../media/image1386.png"/><Relationship Id="rId56" Type="http://schemas.openxmlformats.org/officeDocument/2006/relationships/customXml" Target="../ink/ink2581.xml"/><Relationship Id="rId77" Type="http://schemas.openxmlformats.org/officeDocument/2006/relationships/image" Target="../media/image1407.png"/><Relationship Id="rId100" Type="http://schemas.openxmlformats.org/officeDocument/2006/relationships/customXml" Target="../ink/ink2603.xml"/><Relationship Id="rId105" Type="http://schemas.openxmlformats.org/officeDocument/2006/relationships/image" Target="../media/image1421.png"/><Relationship Id="rId126" Type="http://schemas.openxmlformats.org/officeDocument/2006/relationships/customXml" Target="../ink/ink2616.xml"/><Relationship Id="rId147" Type="http://schemas.openxmlformats.org/officeDocument/2006/relationships/image" Target="../media/image1442.png"/><Relationship Id="rId168" Type="http://schemas.openxmlformats.org/officeDocument/2006/relationships/customXml" Target="../ink/ink2637.xml"/><Relationship Id="rId8" Type="http://schemas.openxmlformats.org/officeDocument/2006/relationships/customXml" Target="../ink/ink2557.xml"/><Relationship Id="rId51" Type="http://schemas.openxmlformats.org/officeDocument/2006/relationships/image" Target="../media/image1394.png"/><Relationship Id="rId72" Type="http://schemas.openxmlformats.org/officeDocument/2006/relationships/customXml" Target="../ink/ink2589.xml"/><Relationship Id="rId93" Type="http://schemas.openxmlformats.org/officeDocument/2006/relationships/image" Target="../media/image1415.png"/><Relationship Id="rId98" Type="http://schemas.openxmlformats.org/officeDocument/2006/relationships/customXml" Target="../ink/ink2602.xml"/><Relationship Id="rId121" Type="http://schemas.openxmlformats.org/officeDocument/2006/relationships/image" Target="../media/image1429.png"/><Relationship Id="rId142" Type="http://schemas.openxmlformats.org/officeDocument/2006/relationships/customXml" Target="../ink/ink2624.xml"/><Relationship Id="rId163" Type="http://schemas.openxmlformats.org/officeDocument/2006/relationships/image" Target="../media/image1450.png"/><Relationship Id="rId184" Type="http://schemas.openxmlformats.org/officeDocument/2006/relationships/customXml" Target="../ink/ink2645.xml"/><Relationship Id="rId189" Type="http://schemas.openxmlformats.org/officeDocument/2006/relationships/image" Target="../media/image1463.png"/><Relationship Id="rId3" Type="http://schemas.openxmlformats.org/officeDocument/2006/relationships/image" Target="../media/image1370.png"/><Relationship Id="rId25" Type="http://schemas.openxmlformats.org/officeDocument/2006/relationships/image" Target="../media/image1381.png"/><Relationship Id="rId46" Type="http://schemas.openxmlformats.org/officeDocument/2006/relationships/customXml" Target="../ink/ink2576.xml"/><Relationship Id="rId67" Type="http://schemas.openxmlformats.org/officeDocument/2006/relationships/image" Target="../media/image1402.png"/><Relationship Id="rId116" Type="http://schemas.openxmlformats.org/officeDocument/2006/relationships/customXml" Target="../ink/ink2611.xml"/><Relationship Id="rId137" Type="http://schemas.openxmlformats.org/officeDocument/2006/relationships/image" Target="../media/image1437.png"/><Relationship Id="rId158" Type="http://schemas.openxmlformats.org/officeDocument/2006/relationships/customXml" Target="../ink/ink2632.xml"/><Relationship Id="rId20" Type="http://schemas.openxmlformats.org/officeDocument/2006/relationships/customXml" Target="../ink/ink2563.xml"/><Relationship Id="rId41" Type="http://schemas.openxmlformats.org/officeDocument/2006/relationships/image" Target="../media/image1389.png"/><Relationship Id="rId62" Type="http://schemas.openxmlformats.org/officeDocument/2006/relationships/customXml" Target="../ink/ink2584.xml"/><Relationship Id="rId83" Type="http://schemas.openxmlformats.org/officeDocument/2006/relationships/image" Target="../media/image1410.png"/><Relationship Id="rId88" Type="http://schemas.openxmlformats.org/officeDocument/2006/relationships/customXml" Target="../ink/ink2597.xml"/><Relationship Id="rId111" Type="http://schemas.openxmlformats.org/officeDocument/2006/relationships/image" Target="../media/image1424.png"/><Relationship Id="rId132" Type="http://schemas.openxmlformats.org/officeDocument/2006/relationships/customXml" Target="../ink/ink2619.xml"/><Relationship Id="rId153" Type="http://schemas.openxmlformats.org/officeDocument/2006/relationships/image" Target="../media/image1445.png"/><Relationship Id="rId174" Type="http://schemas.openxmlformats.org/officeDocument/2006/relationships/customXml" Target="../ink/ink2640.xml"/><Relationship Id="rId179" Type="http://schemas.openxmlformats.org/officeDocument/2006/relationships/image" Target="../media/image1458.png"/><Relationship Id="rId195" Type="http://schemas.openxmlformats.org/officeDocument/2006/relationships/image" Target="../media/image1466.png"/><Relationship Id="rId190" Type="http://schemas.openxmlformats.org/officeDocument/2006/relationships/customXml" Target="../ink/ink2648.xml"/><Relationship Id="rId204" Type="http://schemas.openxmlformats.org/officeDocument/2006/relationships/customXml" Target="../ink/ink2655.xml"/><Relationship Id="rId15" Type="http://schemas.openxmlformats.org/officeDocument/2006/relationships/image" Target="../media/image1376.png"/><Relationship Id="rId36" Type="http://schemas.openxmlformats.org/officeDocument/2006/relationships/customXml" Target="../ink/ink2571.xml"/><Relationship Id="rId57" Type="http://schemas.openxmlformats.org/officeDocument/2006/relationships/image" Target="../media/image1397.png"/><Relationship Id="rId106" Type="http://schemas.openxmlformats.org/officeDocument/2006/relationships/customXml" Target="../ink/ink2606.xml"/><Relationship Id="rId127" Type="http://schemas.openxmlformats.org/officeDocument/2006/relationships/image" Target="../media/image1432.png"/><Relationship Id="rId10" Type="http://schemas.openxmlformats.org/officeDocument/2006/relationships/customXml" Target="../ink/ink2558.xml"/><Relationship Id="rId31" Type="http://schemas.openxmlformats.org/officeDocument/2006/relationships/image" Target="../media/image1384.png"/><Relationship Id="rId52" Type="http://schemas.openxmlformats.org/officeDocument/2006/relationships/customXml" Target="../ink/ink2579.xml"/><Relationship Id="rId73" Type="http://schemas.openxmlformats.org/officeDocument/2006/relationships/image" Target="../media/image1405.png"/><Relationship Id="rId78" Type="http://schemas.openxmlformats.org/officeDocument/2006/relationships/customXml" Target="../ink/ink2592.xml"/><Relationship Id="rId94" Type="http://schemas.openxmlformats.org/officeDocument/2006/relationships/customXml" Target="../ink/ink2600.xml"/><Relationship Id="rId99" Type="http://schemas.openxmlformats.org/officeDocument/2006/relationships/image" Target="../media/image1418.png"/><Relationship Id="rId101" Type="http://schemas.openxmlformats.org/officeDocument/2006/relationships/image" Target="../media/image1419.png"/><Relationship Id="rId122" Type="http://schemas.openxmlformats.org/officeDocument/2006/relationships/customXml" Target="../ink/ink2614.xml"/><Relationship Id="rId143" Type="http://schemas.openxmlformats.org/officeDocument/2006/relationships/image" Target="../media/image1440.png"/><Relationship Id="rId148" Type="http://schemas.openxmlformats.org/officeDocument/2006/relationships/customXml" Target="../ink/ink2627.xml"/><Relationship Id="rId164" Type="http://schemas.openxmlformats.org/officeDocument/2006/relationships/customXml" Target="../ink/ink2635.xml"/><Relationship Id="rId169" Type="http://schemas.openxmlformats.org/officeDocument/2006/relationships/image" Target="../media/image1453.png"/><Relationship Id="rId185" Type="http://schemas.openxmlformats.org/officeDocument/2006/relationships/image" Target="../media/image1461.png"/><Relationship Id="rId4" Type="http://schemas.openxmlformats.org/officeDocument/2006/relationships/customXml" Target="../ink/ink2555.xml"/><Relationship Id="rId9" Type="http://schemas.openxmlformats.org/officeDocument/2006/relationships/image" Target="../media/image1373.png"/><Relationship Id="rId180" Type="http://schemas.openxmlformats.org/officeDocument/2006/relationships/customXml" Target="../ink/ink2643.xml"/><Relationship Id="rId26" Type="http://schemas.openxmlformats.org/officeDocument/2006/relationships/customXml" Target="../ink/ink2566.xml"/><Relationship Id="rId47" Type="http://schemas.openxmlformats.org/officeDocument/2006/relationships/image" Target="../media/image1392.png"/><Relationship Id="rId68" Type="http://schemas.openxmlformats.org/officeDocument/2006/relationships/customXml" Target="../ink/ink2587.xml"/><Relationship Id="rId89" Type="http://schemas.openxmlformats.org/officeDocument/2006/relationships/image" Target="../media/image1413.png"/><Relationship Id="rId112" Type="http://schemas.openxmlformats.org/officeDocument/2006/relationships/customXml" Target="../ink/ink2609.xml"/><Relationship Id="rId133" Type="http://schemas.openxmlformats.org/officeDocument/2006/relationships/image" Target="../media/image1435.png"/><Relationship Id="rId154" Type="http://schemas.openxmlformats.org/officeDocument/2006/relationships/customXml" Target="../ink/ink2630.xml"/><Relationship Id="rId175" Type="http://schemas.openxmlformats.org/officeDocument/2006/relationships/image" Target="../media/image1456.png"/><Relationship Id="rId196" Type="http://schemas.openxmlformats.org/officeDocument/2006/relationships/customXml" Target="../ink/ink2651.xml"/><Relationship Id="rId200" Type="http://schemas.openxmlformats.org/officeDocument/2006/relationships/customXml" Target="../ink/ink2653.xml"/><Relationship Id="rId16" Type="http://schemas.openxmlformats.org/officeDocument/2006/relationships/customXml" Target="../ink/ink2561.xml"/><Relationship Id="rId37" Type="http://schemas.openxmlformats.org/officeDocument/2006/relationships/image" Target="../media/image1387.png"/><Relationship Id="rId58" Type="http://schemas.openxmlformats.org/officeDocument/2006/relationships/customXml" Target="../ink/ink2582.xml"/><Relationship Id="rId79" Type="http://schemas.openxmlformats.org/officeDocument/2006/relationships/image" Target="../media/image1408.png"/><Relationship Id="rId102" Type="http://schemas.openxmlformats.org/officeDocument/2006/relationships/customXml" Target="../ink/ink2604.xml"/><Relationship Id="rId123" Type="http://schemas.openxmlformats.org/officeDocument/2006/relationships/image" Target="../media/image1430.png"/><Relationship Id="rId144" Type="http://schemas.openxmlformats.org/officeDocument/2006/relationships/customXml" Target="../ink/ink2625.xml"/><Relationship Id="rId90" Type="http://schemas.openxmlformats.org/officeDocument/2006/relationships/customXml" Target="../ink/ink2598.xml"/><Relationship Id="rId165" Type="http://schemas.openxmlformats.org/officeDocument/2006/relationships/image" Target="../media/image1451.png"/><Relationship Id="rId186" Type="http://schemas.openxmlformats.org/officeDocument/2006/relationships/customXml" Target="../ink/ink2646.xml"/><Relationship Id="rId27" Type="http://schemas.openxmlformats.org/officeDocument/2006/relationships/image" Target="../media/image1382.png"/><Relationship Id="rId48" Type="http://schemas.openxmlformats.org/officeDocument/2006/relationships/customXml" Target="../ink/ink2577.xml"/><Relationship Id="rId69" Type="http://schemas.openxmlformats.org/officeDocument/2006/relationships/image" Target="../media/image1403.png"/><Relationship Id="rId113" Type="http://schemas.openxmlformats.org/officeDocument/2006/relationships/image" Target="../media/image1425.png"/><Relationship Id="rId134" Type="http://schemas.openxmlformats.org/officeDocument/2006/relationships/customXml" Target="../ink/ink2620.xml"/><Relationship Id="rId80" Type="http://schemas.openxmlformats.org/officeDocument/2006/relationships/customXml" Target="../ink/ink2593.xml"/><Relationship Id="rId155" Type="http://schemas.openxmlformats.org/officeDocument/2006/relationships/image" Target="../media/image1446.png"/><Relationship Id="rId176" Type="http://schemas.openxmlformats.org/officeDocument/2006/relationships/customXml" Target="../ink/ink2641.xml"/><Relationship Id="rId197" Type="http://schemas.openxmlformats.org/officeDocument/2006/relationships/image" Target="../media/image1467.png"/><Relationship Id="rId201" Type="http://schemas.openxmlformats.org/officeDocument/2006/relationships/image" Target="../media/image1469.png"/><Relationship Id="rId17" Type="http://schemas.openxmlformats.org/officeDocument/2006/relationships/image" Target="../media/image1377.png"/><Relationship Id="rId38" Type="http://schemas.openxmlformats.org/officeDocument/2006/relationships/customXml" Target="../ink/ink2572.xml"/><Relationship Id="rId59" Type="http://schemas.openxmlformats.org/officeDocument/2006/relationships/image" Target="../media/image1398.png"/><Relationship Id="rId103" Type="http://schemas.openxmlformats.org/officeDocument/2006/relationships/image" Target="../media/image1420.png"/><Relationship Id="rId124" Type="http://schemas.openxmlformats.org/officeDocument/2006/relationships/customXml" Target="../ink/ink2615.xml"/><Relationship Id="rId70" Type="http://schemas.openxmlformats.org/officeDocument/2006/relationships/customXml" Target="../ink/ink2588.xml"/><Relationship Id="rId91" Type="http://schemas.openxmlformats.org/officeDocument/2006/relationships/image" Target="../media/image1414.png"/><Relationship Id="rId145" Type="http://schemas.openxmlformats.org/officeDocument/2006/relationships/image" Target="../media/image1441.png"/><Relationship Id="rId166" Type="http://schemas.openxmlformats.org/officeDocument/2006/relationships/customXml" Target="../ink/ink2636.xml"/><Relationship Id="rId187" Type="http://schemas.openxmlformats.org/officeDocument/2006/relationships/image" Target="../media/image146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567.xml"/><Relationship Id="rId49" Type="http://schemas.openxmlformats.org/officeDocument/2006/relationships/image" Target="../media/image1393.png"/><Relationship Id="rId114" Type="http://schemas.openxmlformats.org/officeDocument/2006/relationships/customXml" Target="../ink/ink2610.xml"/><Relationship Id="rId60" Type="http://schemas.openxmlformats.org/officeDocument/2006/relationships/customXml" Target="../ink/ink2583.xml"/><Relationship Id="rId81" Type="http://schemas.openxmlformats.org/officeDocument/2006/relationships/image" Target="../media/image1409.png"/><Relationship Id="rId135" Type="http://schemas.openxmlformats.org/officeDocument/2006/relationships/image" Target="../media/image1436.png"/><Relationship Id="rId156" Type="http://schemas.openxmlformats.org/officeDocument/2006/relationships/customXml" Target="../ink/ink2631.xml"/><Relationship Id="rId177" Type="http://schemas.openxmlformats.org/officeDocument/2006/relationships/image" Target="../media/image1457.png"/><Relationship Id="rId198" Type="http://schemas.openxmlformats.org/officeDocument/2006/relationships/customXml" Target="../ink/ink2652.xml"/><Relationship Id="rId202" Type="http://schemas.openxmlformats.org/officeDocument/2006/relationships/customXml" Target="../ink/ink2654.xml"/><Relationship Id="rId18" Type="http://schemas.openxmlformats.org/officeDocument/2006/relationships/customXml" Target="../ink/ink2562.xml"/><Relationship Id="rId39" Type="http://schemas.openxmlformats.org/officeDocument/2006/relationships/image" Target="../media/image1388.png"/><Relationship Id="rId50" Type="http://schemas.openxmlformats.org/officeDocument/2006/relationships/customXml" Target="../ink/ink2578.xml"/><Relationship Id="rId104" Type="http://schemas.openxmlformats.org/officeDocument/2006/relationships/customXml" Target="../ink/ink2605.xml"/><Relationship Id="rId125" Type="http://schemas.openxmlformats.org/officeDocument/2006/relationships/image" Target="../media/image1431.png"/><Relationship Id="rId146" Type="http://schemas.openxmlformats.org/officeDocument/2006/relationships/customXml" Target="../ink/ink2626.xml"/><Relationship Id="rId167" Type="http://schemas.openxmlformats.org/officeDocument/2006/relationships/image" Target="../media/image1452.png"/><Relationship Id="rId188" Type="http://schemas.openxmlformats.org/officeDocument/2006/relationships/customXml" Target="../ink/ink2647.xml"/><Relationship Id="rId71" Type="http://schemas.openxmlformats.org/officeDocument/2006/relationships/image" Target="../media/image1404.png"/><Relationship Id="rId92" Type="http://schemas.openxmlformats.org/officeDocument/2006/relationships/customXml" Target="../ink/ink2599.xml"/><Relationship Id="rId2" Type="http://schemas.openxmlformats.org/officeDocument/2006/relationships/customXml" Target="../ink/ink2554.xml"/><Relationship Id="rId29" Type="http://schemas.openxmlformats.org/officeDocument/2006/relationships/image" Target="../media/image1383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64.png"/><Relationship Id="rId21" Type="http://schemas.openxmlformats.org/officeDocument/2006/relationships/image" Target="../media/image1379.png"/><Relationship Id="rId42" Type="http://schemas.openxmlformats.org/officeDocument/2006/relationships/customXml" Target="../ink/ink2677.xml"/><Relationship Id="rId63" Type="http://schemas.openxmlformats.org/officeDocument/2006/relationships/image" Target="../media/image1400.png"/><Relationship Id="rId84" Type="http://schemas.openxmlformats.org/officeDocument/2006/relationships/customXml" Target="../ink/ink2698.xml"/><Relationship Id="rId16" Type="http://schemas.openxmlformats.org/officeDocument/2006/relationships/customXml" Target="../ink/ink2664.xml"/><Relationship Id="rId107" Type="http://schemas.openxmlformats.org/officeDocument/2006/relationships/image" Target="../media/image1454.png"/><Relationship Id="rId11" Type="http://schemas.openxmlformats.org/officeDocument/2006/relationships/image" Target="../media/image1374.png"/><Relationship Id="rId32" Type="http://schemas.openxmlformats.org/officeDocument/2006/relationships/customXml" Target="../ink/ink2672.xml"/><Relationship Id="rId37" Type="http://schemas.openxmlformats.org/officeDocument/2006/relationships/image" Target="../media/image1387.png"/><Relationship Id="rId53" Type="http://schemas.openxmlformats.org/officeDocument/2006/relationships/image" Target="../media/image1395.png"/><Relationship Id="rId58" Type="http://schemas.openxmlformats.org/officeDocument/2006/relationships/customXml" Target="../ink/ink2685.xml"/><Relationship Id="rId74" Type="http://schemas.openxmlformats.org/officeDocument/2006/relationships/customXml" Target="../ink/ink2693.xml"/><Relationship Id="rId79" Type="http://schemas.openxmlformats.org/officeDocument/2006/relationships/image" Target="../media/image1408.png"/><Relationship Id="rId102" Type="http://schemas.openxmlformats.org/officeDocument/2006/relationships/customXml" Target="../ink/ink2707.xml"/><Relationship Id="rId123" Type="http://schemas.openxmlformats.org/officeDocument/2006/relationships/image" Target="../media/image1468.png"/><Relationship Id="rId128" Type="http://schemas.openxmlformats.org/officeDocument/2006/relationships/customXml" Target="../ink/ink2720.xml"/><Relationship Id="rId5" Type="http://schemas.openxmlformats.org/officeDocument/2006/relationships/image" Target="../media/image1371.png"/><Relationship Id="rId90" Type="http://schemas.openxmlformats.org/officeDocument/2006/relationships/customXml" Target="../ink/ink2701.xml"/><Relationship Id="rId95" Type="http://schemas.openxmlformats.org/officeDocument/2006/relationships/image" Target="../media/image1448.png"/><Relationship Id="rId22" Type="http://schemas.openxmlformats.org/officeDocument/2006/relationships/customXml" Target="../ink/ink2667.xml"/><Relationship Id="rId27" Type="http://schemas.openxmlformats.org/officeDocument/2006/relationships/image" Target="../media/image1382.png"/><Relationship Id="rId43" Type="http://schemas.openxmlformats.org/officeDocument/2006/relationships/image" Target="../media/image1390.png"/><Relationship Id="rId48" Type="http://schemas.openxmlformats.org/officeDocument/2006/relationships/customXml" Target="../ink/ink2680.xml"/><Relationship Id="rId64" Type="http://schemas.openxmlformats.org/officeDocument/2006/relationships/customXml" Target="../ink/ink2688.xml"/><Relationship Id="rId69" Type="http://schemas.openxmlformats.org/officeDocument/2006/relationships/image" Target="../media/image1403.png"/><Relationship Id="rId113" Type="http://schemas.openxmlformats.org/officeDocument/2006/relationships/image" Target="../media/image1462.png"/><Relationship Id="rId118" Type="http://schemas.openxmlformats.org/officeDocument/2006/relationships/customXml" Target="../ink/ink2715.xml"/><Relationship Id="rId80" Type="http://schemas.openxmlformats.org/officeDocument/2006/relationships/customXml" Target="../ink/ink2696.xml"/><Relationship Id="rId85" Type="http://schemas.openxmlformats.org/officeDocument/2006/relationships/image" Target="../media/image1412.png"/><Relationship Id="rId12" Type="http://schemas.openxmlformats.org/officeDocument/2006/relationships/customXml" Target="../ink/ink2662.xml"/><Relationship Id="rId17" Type="http://schemas.openxmlformats.org/officeDocument/2006/relationships/image" Target="../media/image1377.png"/><Relationship Id="rId33" Type="http://schemas.openxmlformats.org/officeDocument/2006/relationships/image" Target="../media/image1385.png"/><Relationship Id="rId38" Type="http://schemas.openxmlformats.org/officeDocument/2006/relationships/customXml" Target="../ink/ink2675.xml"/><Relationship Id="rId59" Type="http://schemas.openxmlformats.org/officeDocument/2006/relationships/image" Target="../media/image1398.png"/><Relationship Id="rId103" Type="http://schemas.openxmlformats.org/officeDocument/2006/relationships/image" Target="../media/image1452.png"/><Relationship Id="rId108" Type="http://schemas.openxmlformats.org/officeDocument/2006/relationships/customXml" Target="../ink/ink2710.xml"/><Relationship Id="rId124" Type="http://schemas.openxmlformats.org/officeDocument/2006/relationships/customXml" Target="../ink/ink2718.xml"/><Relationship Id="rId129" Type="http://schemas.openxmlformats.org/officeDocument/2006/relationships/image" Target="../media/image1473.png"/><Relationship Id="rId54" Type="http://schemas.openxmlformats.org/officeDocument/2006/relationships/customXml" Target="../ink/ink2683.xml"/><Relationship Id="rId70" Type="http://schemas.openxmlformats.org/officeDocument/2006/relationships/customXml" Target="../ink/ink2691.xml"/><Relationship Id="rId75" Type="http://schemas.openxmlformats.org/officeDocument/2006/relationships/image" Target="../media/image1406.png"/><Relationship Id="rId91" Type="http://schemas.openxmlformats.org/officeDocument/2006/relationships/image" Target="../media/image1446.png"/><Relationship Id="rId96" Type="http://schemas.openxmlformats.org/officeDocument/2006/relationships/customXml" Target="../ink/ink270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59.xml"/><Relationship Id="rId23" Type="http://schemas.openxmlformats.org/officeDocument/2006/relationships/image" Target="../media/image1380.png"/><Relationship Id="rId28" Type="http://schemas.openxmlformats.org/officeDocument/2006/relationships/customXml" Target="../ink/ink2670.xml"/><Relationship Id="rId49" Type="http://schemas.openxmlformats.org/officeDocument/2006/relationships/image" Target="../media/image1393.png"/><Relationship Id="rId114" Type="http://schemas.openxmlformats.org/officeDocument/2006/relationships/customXml" Target="../ink/ink2713.xml"/><Relationship Id="rId119" Type="http://schemas.openxmlformats.org/officeDocument/2006/relationships/image" Target="../media/image1465.png"/><Relationship Id="rId44" Type="http://schemas.openxmlformats.org/officeDocument/2006/relationships/customXml" Target="../ink/ink2678.xml"/><Relationship Id="rId60" Type="http://schemas.openxmlformats.org/officeDocument/2006/relationships/customXml" Target="../ink/ink2686.xml"/><Relationship Id="rId65" Type="http://schemas.openxmlformats.org/officeDocument/2006/relationships/image" Target="../media/image1401.png"/><Relationship Id="rId81" Type="http://schemas.openxmlformats.org/officeDocument/2006/relationships/image" Target="../media/image1409.png"/><Relationship Id="rId86" Type="http://schemas.openxmlformats.org/officeDocument/2006/relationships/customXml" Target="../ink/ink2699.xml"/><Relationship Id="rId130" Type="http://schemas.openxmlformats.org/officeDocument/2006/relationships/customXml" Target="../ink/ink2721.xml"/><Relationship Id="rId13" Type="http://schemas.openxmlformats.org/officeDocument/2006/relationships/image" Target="../media/image1375.png"/><Relationship Id="rId18" Type="http://schemas.openxmlformats.org/officeDocument/2006/relationships/customXml" Target="../ink/ink2665.xml"/><Relationship Id="rId39" Type="http://schemas.openxmlformats.org/officeDocument/2006/relationships/image" Target="../media/image1388.png"/><Relationship Id="rId109" Type="http://schemas.openxmlformats.org/officeDocument/2006/relationships/image" Target="../media/image1460.png"/><Relationship Id="rId34" Type="http://schemas.openxmlformats.org/officeDocument/2006/relationships/customXml" Target="../ink/ink2673.xml"/><Relationship Id="rId50" Type="http://schemas.openxmlformats.org/officeDocument/2006/relationships/customXml" Target="../ink/ink2681.xml"/><Relationship Id="rId55" Type="http://schemas.openxmlformats.org/officeDocument/2006/relationships/image" Target="../media/image1396.png"/><Relationship Id="rId76" Type="http://schemas.openxmlformats.org/officeDocument/2006/relationships/customXml" Target="../ink/ink2694.xml"/><Relationship Id="rId97" Type="http://schemas.openxmlformats.org/officeDocument/2006/relationships/image" Target="../media/image1449.png"/><Relationship Id="rId104" Type="http://schemas.openxmlformats.org/officeDocument/2006/relationships/customXml" Target="../ink/ink2708.xml"/><Relationship Id="rId120" Type="http://schemas.openxmlformats.org/officeDocument/2006/relationships/customXml" Target="../ink/ink2716.xml"/><Relationship Id="rId125" Type="http://schemas.openxmlformats.org/officeDocument/2006/relationships/image" Target="../media/image1469.png"/><Relationship Id="rId7" Type="http://schemas.openxmlformats.org/officeDocument/2006/relationships/image" Target="../media/image1372.png"/><Relationship Id="rId71" Type="http://schemas.openxmlformats.org/officeDocument/2006/relationships/image" Target="../media/image1404.png"/><Relationship Id="rId92" Type="http://schemas.openxmlformats.org/officeDocument/2006/relationships/customXml" Target="../ink/ink2702.xml"/><Relationship Id="rId2" Type="http://schemas.openxmlformats.org/officeDocument/2006/relationships/customXml" Target="../ink/ink2657.xml"/><Relationship Id="rId29" Type="http://schemas.openxmlformats.org/officeDocument/2006/relationships/image" Target="../media/image1383.png"/><Relationship Id="rId24" Type="http://schemas.openxmlformats.org/officeDocument/2006/relationships/customXml" Target="../ink/ink2668.xml"/><Relationship Id="rId40" Type="http://schemas.openxmlformats.org/officeDocument/2006/relationships/customXml" Target="../ink/ink2676.xml"/><Relationship Id="rId45" Type="http://schemas.openxmlformats.org/officeDocument/2006/relationships/image" Target="../media/image1391.png"/><Relationship Id="rId66" Type="http://schemas.openxmlformats.org/officeDocument/2006/relationships/customXml" Target="../ink/ink2689.xml"/><Relationship Id="rId87" Type="http://schemas.openxmlformats.org/officeDocument/2006/relationships/image" Target="../media/image1444.png"/><Relationship Id="rId110" Type="http://schemas.openxmlformats.org/officeDocument/2006/relationships/customXml" Target="../ink/ink2711.xml"/><Relationship Id="rId115" Type="http://schemas.openxmlformats.org/officeDocument/2006/relationships/image" Target="../media/image1463.png"/><Relationship Id="rId131" Type="http://schemas.openxmlformats.org/officeDocument/2006/relationships/image" Target="../media/image1474.png"/><Relationship Id="rId61" Type="http://schemas.openxmlformats.org/officeDocument/2006/relationships/image" Target="../media/image1399.png"/><Relationship Id="rId82" Type="http://schemas.openxmlformats.org/officeDocument/2006/relationships/customXml" Target="../ink/ink2697.xml"/><Relationship Id="rId19" Type="http://schemas.openxmlformats.org/officeDocument/2006/relationships/image" Target="../media/image1378.png"/><Relationship Id="rId14" Type="http://schemas.openxmlformats.org/officeDocument/2006/relationships/customXml" Target="../ink/ink2663.xml"/><Relationship Id="rId30" Type="http://schemas.openxmlformats.org/officeDocument/2006/relationships/customXml" Target="../ink/ink2671.xml"/><Relationship Id="rId35" Type="http://schemas.openxmlformats.org/officeDocument/2006/relationships/image" Target="../media/image1386.png"/><Relationship Id="rId56" Type="http://schemas.openxmlformats.org/officeDocument/2006/relationships/customXml" Target="../ink/ink2684.xml"/><Relationship Id="rId77" Type="http://schemas.openxmlformats.org/officeDocument/2006/relationships/image" Target="../media/image1407.png"/><Relationship Id="rId100" Type="http://schemas.openxmlformats.org/officeDocument/2006/relationships/customXml" Target="../ink/ink2706.xml"/><Relationship Id="rId105" Type="http://schemas.openxmlformats.org/officeDocument/2006/relationships/image" Target="../media/image1453.png"/><Relationship Id="rId126" Type="http://schemas.openxmlformats.org/officeDocument/2006/relationships/customXml" Target="../ink/ink2719.xml"/><Relationship Id="rId8" Type="http://schemas.openxmlformats.org/officeDocument/2006/relationships/customXml" Target="../ink/ink2660.xml"/><Relationship Id="rId51" Type="http://schemas.openxmlformats.org/officeDocument/2006/relationships/image" Target="../media/image1394.png"/><Relationship Id="rId72" Type="http://schemas.openxmlformats.org/officeDocument/2006/relationships/customXml" Target="../ink/ink2692.xml"/><Relationship Id="rId93" Type="http://schemas.openxmlformats.org/officeDocument/2006/relationships/image" Target="../media/image1447.png"/><Relationship Id="rId98" Type="http://schemas.openxmlformats.org/officeDocument/2006/relationships/customXml" Target="../ink/ink2705.xml"/><Relationship Id="rId121" Type="http://schemas.openxmlformats.org/officeDocument/2006/relationships/image" Target="../media/image1466.png"/><Relationship Id="rId3" Type="http://schemas.openxmlformats.org/officeDocument/2006/relationships/image" Target="../media/image1370.png"/><Relationship Id="rId25" Type="http://schemas.openxmlformats.org/officeDocument/2006/relationships/image" Target="../media/image1381.png"/><Relationship Id="rId46" Type="http://schemas.openxmlformats.org/officeDocument/2006/relationships/customXml" Target="../ink/ink2679.xml"/><Relationship Id="rId67" Type="http://schemas.openxmlformats.org/officeDocument/2006/relationships/image" Target="../media/image1402.png"/><Relationship Id="rId116" Type="http://schemas.openxmlformats.org/officeDocument/2006/relationships/customXml" Target="../ink/ink2714.xml"/><Relationship Id="rId20" Type="http://schemas.openxmlformats.org/officeDocument/2006/relationships/customXml" Target="../ink/ink2666.xml"/><Relationship Id="rId41" Type="http://schemas.openxmlformats.org/officeDocument/2006/relationships/image" Target="../media/image1389.png"/><Relationship Id="rId62" Type="http://schemas.openxmlformats.org/officeDocument/2006/relationships/customXml" Target="../ink/ink2687.xml"/><Relationship Id="rId83" Type="http://schemas.openxmlformats.org/officeDocument/2006/relationships/image" Target="../media/image1410.png"/><Relationship Id="rId88" Type="http://schemas.openxmlformats.org/officeDocument/2006/relationships/customXml" Target="../ink/ink2700.xml"/><Relationship Id="rId111" Type="http://schemas.openxmlformats.org/officeDocument/2006/relationships/image" Target="../media/image1461.png"/><Relationship Id="rId132" Type="http://schemas.openxmlformats.org/officeDocument/2006/relationships/customXml" Target="../ink/ink2722.xml"/><Relationship Id="rId15" Type="http://schemas.openxmlformats.org/officeDocument/2006/relationships/image" Target="../media/image1376.png"/><Relationship Id="rId36" Type="http://schemas.openxmlformats.org/officeDocument/2006/relationships/customXml" Target="../ink/ink2674.xml"/><Relationship Id="rId57" Type="http://schemas.openxmlformats.org/officeDocument/2006/relationships/image" Target="../media/image1397.png"/><Relationship Id="rId106" Type="http://schemas.openxmlformats.org/officeDocument/2006/relationships/customXml" Target="../ink/ink2709.xml"/><Relationship Id="rId127" Type="http://schemas.openxmlformats.org/officeDocument/2006/relationships/image" Target="../media/image1470.png"/><Relationship Id="rId10" Type="http://schemas.openxmlformats.org/officeDocument/2006/relationships/customXml" Target="../ink/ink2661.xml"/><Relationship Id="rId31" Type="http://schemas.openxmlformats.org/officeDocument/2006/relationships/image" Target="../media/image1384.png"/><Relationship Id="rId52" Type="http://schemas.openxmlformats.org/officeDocument/2006/relationships/customXml" Target="../ink/ink2682.xml"/><Relationship Id="rId73" Type="http://schemas.openxmlformats.org/officeDocument/2006/relationships/image" Target="../media/image1405.png"/><Relationship Id="rId78" Type="http://schemas.openxmlformats.org/officeDocument/2006/relationships/customXml" Target="../ink/ink2695.xml"/><Relationship Id="rId94" Type="http://schemas.openxmlformats.org/officeDocument/2006/relationships/customXml" Target="../ink/ink2703.xml"/><Relationship Id="rId99" Type="http://schemas.openxmlformats.org/officeDocument/2006/relationships/image" Target="../media/image1450.png"/><Relationship Id="rId101" Type="http://schemas.openxmlformats.org/officeDocument/2006/relationships/image" Target="../media/image1451.png"/><Relationship Id="rId122" Type="http://schemas.openxmlformats.org/officeDocument/2006/relationships/customXml" Target="../ink/ink2717.xml"/><Relationship Id="rId4" Type="http://schemas.openxmlformats.org/officeDocument/2006/relationships/customXml" Target="../ink/ink2658.xml"/><Relationship Id="rId9" Type="http://schemas.openxmlformats.org/officeDocument/2006/relationships/image" Target="../media/image1373.png"/><Relationship Id="rId26" Type="http://schemas.openxmlformats.org/officeDocument/2006/relationships/customXml" Target="../ink/ink2669.xml"/><Relationship Id="rId47" Type="http://schemas.openxmlformats.org/officeDocument/2006/relationships/image" Target="../media/image1392.png"/><Relationship Id="rId68" Type="http://schemas.openxmlformats.org/officeDocument/2006/relationships/customXml" Target="../ink/ink2690.xml"/><Relationship Id="rId89" Type="http://schemas.openxmlformats.org/officeDocument/2006/relationships/image" Target="../media/image1445.png"/><Relationship Id="rId112" Type="http://schemas.openxmlformats.org/officeDocument/2006/relationships/customXml" Target="../ink/ink2712.xml"/><Relationship Id="rId133" Type="http://schemas.openxmlformats.org/officeDocument/2006/relationships/image" Target="../media/image14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8C79-198C-F9B6-A78E-ABFD2174C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Trees </a:t>
            </a:r>
            <a:r>
              <a:rPr lang="en-ZA"/>
              <a:t>and Rotations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CEF95-B529-08C1-5A70-46EB13A2C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299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E3FEAB-CB50-B491-273E-AB9C87E01D32}"/>
              </a:ext>
            </a:extLst>
          </p:cNvPr>
          <p:cNvGrpSpPr/>
          <p:nvPr/>
        </p:nvGrpSpPr>
        <p:grpSpPr>
          <a:xfrm>
            <a:off x="948703" y="455657"/>
            <a:ext cx="283320" cy="322200"/>
            <a:chOff x="948703" y="455657"/>
            <a:chExt cx="2833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5D8DE72-326C-CEBD-883A-D8454772D8A4}"/>
                    </a:ext>
                  </a:extLst>
                </p14:cNvPr>
                <p14:cNvContentPartPr/>
                <p14:nvPr/>
              </p14:nvContentPartPr>
              <p14:xfrm>
                <a:off x="948703" y="455657"/>
                <a:ext cx="221040" cy="29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5D8DE72-326C-CEBD-883A-D8454772D8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383" y="451337"/>
                  <a:ext cx="22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4E96EF-B034-C4CB-5B86-4EC5976F8D92}"/>
                    </a:ext>
                  </a:extLst>
                </p14:cNvPr>
                <p14:cNvContentPartPr/>
                <p14:nvPr/>
              </p14:nvContentPartPr>
              <p14:xfrm>
                <a:off x="1148863" y="683177"/>
                <a:ext cx="83160" cy="9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4E96EF-B034-C4CB-5B86-4EC5976F8D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4543" y="678857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A23F1E8-E334-4AF4-318A-525C455514E8}"/>
              </a:ext>
            </a:extLst>
          </p:cNvPr>
          <p:cNvGrpSpPr/>
          <p:nvPr/>
        </p:nvGrpSpPr>
        <p:grpSpPr>
          <a:xfrm>
            <a:off x="1427503" y="468617"/>
            <a:ext cx="255240" cy="360000"/>
            <a:chOff x="1427503" y="468617"/>
            <a:chExt cx="2552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9B4FD9-98FD-5196-1801-83FBFBEFE988}"/>
                    </a:ext>
                  </a:extLst>
                </p14:cNvPr>
                <p14:cNvContentPartPr/>
                <p14:nvPr/>
              </p14:nvContentPartPr>
              <p14:xfrm>
                <a:off x="1454863" y="468617"/>
                <a:ext cx="13824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9B4FD9-98FD-5196-1801-83FBFBEFE9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0543" y="464297"/>
                  <a:ext cx="14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6C2888-3EF5-7263-D6C7-A8541D1A4D4D}"/>
                    </a:ext>
                  </a:extLst>
                </p14:cNvPr>
                <p14:cNvContentPartPr/>
                <p14:nvPr/>
              </p14:nvContentPartPr>
              <p14:xfrm>
                <a:off x="1427503" y="585977"/>
                <a:ext cx="2062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6C2888-3EF5-7263-D6C7-A8541D1A4D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3183" y="581657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90C07B-4414-E72D-9521-AD79A7FA570E}"/>
                    </a:ext>
                  </a:extLst>
                </p14:cNvPr>
                <p14:cNvContentPartPr/>
                <p14:nvPr/>
              </p14:nvContentPartPr>
              <p14:xfrm>
                <a:off x="1610383" y="713777"/>
                <a:ext cx="7236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90C07B-4414-E72D-9521-AD79A7FA5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6063" y="709457"/>
                  <a:ext cx="810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06C796-8831-76EA-502F-B120DDE6CA5F}"/>
              </a:ext>
            </a:extLst>
          </p:cNvPr>
          <p:cNvGrpSpPr/>
          <p:nvPr/>
        </p:nvGrpSpPr>
        <p:grpSpPr>
          <a:xfrm>
            <a:off x="1994503" y="532337"/>
            <a:ext cx="401400" cy="336960"/>
            <a:chOff x="1994503" y="532337"/>
            <a:chExt cx="4014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EB3CF6-C89F-CB79-D9F9-350612E87041}"/>
                    </a:ext>
                  </a:extLst>
                </p14:cNvPr>
                <p14:cNvContentPartPr/>
                <p14:nvPr/>
              </p14:nvContentPartPr>
              <p14:xfrm>
                <a:off x="1994503" y="532337"/>
                <a:ext cx="20196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EB3CF6-C89F-CB79-D9F9-350612E870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183" y="528017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E24767-BD74-49D5-70E2-56282C6B64FC}"/>
                    </a:ext>
                  </a:extLst>
                </p14:cNvPr>
                <p14:cNvContentPartPr/>
                <p14:nvPr/>
              </p14:nvContentPartPr>
              <p14:xfrm>
                <a:off x="2041303" y="597497"/>
                <a:ext cx="12096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E24767-BD74-49D5-70E2-56282C6B64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983" y="593177"/>
                  <a:ext cx="12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E523C6-DD1A-D1D1-B61B-269A68DDF0F2}"/>
                    </a:ext>
                  </a:extLst>
                </p14:cNvPr>
                <p14:cNvContentPartPr/>
                <p14:nvPr/>
              </p14:nvContentPartPr>
              <p14:xfrm>
                <a:off x="2304103" y="789017"/>
                <a:ext cx="9180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E523C6-DD1A-D1D1-B61B-269A68DDF0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9783" y="784697"/>
                  <a:ext cx="100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97B91D-90BE-FFC3-7CA1-886587E5EAB0}"/>
              </a:ext>
            </a:extLst>
          </p:cNvPr>
          <p:cNvGrpSpPr/>
          <p:nvPr/>
        </p:nvGrpSpPr>
        <p:grpSpPr>
          <a:xfrm>
            <a:off x="2648263" y="502457"/>
            <a:ext cx="351360" cy="458280"/>
            <a:chOff x="2648263" y="502457"/>
            <a:chExt cx="351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9E1916-BBA1-27E6-A637-AACF790278BB}"/>
                    </a:ext>
                  </a:extLst>
                </p14:cNvPr>
                <p14:cNvContentPartPr/>
                <p14:nvPr/>
              </p14:nvContentPartPr>
              <p14:xfrm>
                <a:off x="2648263" y="502457"/>
                <a:ext cx="21024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9E1916-BBA1-27E6-A637-AACF790278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943" y="498137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490A39-8929-024D-94D6-33ECF4F45D71}"/>
                    </a:ext>
                  </a:extLst>
                </p14:cNvPr>
                <p14:cNvContentPartPr/>
                <p14:nvPr/>
              </p14:nvContentPartPr>
              <p14:xfrm>
                <a:off x="2900623" y="847337"/>
                <a:ext cx="9900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490A39-8929-024D-94D6-33ECF4F45D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6303" y="843017"/>
                  <a:ext cx="107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0B52F8-717A-B9E0-A3B9-8F77C4CEB385}"/>
              </a:ext>
            </a:extLst>
          </p:cNvPr>
          <p:cNvGrpSpPr/>
          <p:nvPr/>
        </p:nvGrpSpPr>
        <p:grpSpPr>
          <a:xfrm>
            <a:off x="3377983" y="566897"/>
            <a:ext cx="758160" cy="353160"/>
            <a:chOff x="3377983" y="566897"/>
            <a:chExt cx="758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C4020D-0909-AC6A-747F-2C1C55D5586D}"/>
                    </a:ext>
                  </a:extLst>
                </p14:cNvPr>
                <p14:cNvContentPartPr/>
                <p14:nvPr/>
              </p14:nvContentPartPr>
              <p14:xfrm>
                <a:off x="3377983" y="645737"/>
                <a:ext cx="69120" cy="20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C4020D-0909-AC6A-747F-2C1C55D558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3663" y="641417"/>
                  <a:ext cx="77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C2E130-78F0-BB6F-500C-213594EF9101}"/>
                    </a:ext>
                  </a:extLst>
                </p14:cNvPr>
                <p14:cNvContentPartPr/>
                <p14:nvPr/>
              </p14:nvContentPartPr>
              <p14:xfrm>
                <a:off x="3620983" y="566897"/>
                <a:ext cx="22932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C2E130-78F0-BB6F-500C-213594EF91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6663" y="562577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5124ED-8395-8686-2B1A-BABAE8E90CA3}"/>
                    </a:ext>
                  </a:extLst>
                </p14:cNvPr>
                <p14:cNvContentPartPr/>
                <p14:nvPr/>
              </p14:nvContentPartPr>
              <p14:xfrm>
                <a:off x="3965863" y="774617"/>
                <a:ext cx="17028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5124ED-8395-8686-2B1A-BABAE8E90C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543" y="770297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0C709D-2071-688C-0C5D-7A30E2D6898B}"/>
              </a:ext>
            </a:extLst>
          </p:cNvPr>
          <p:cNvGrpSpPr/>
          <p:nvPr/>
        </p:nvGrpSpPr>
        <p:grpSpPr>
          <a:xfrm>
            <a:off x="4456543" y="519017"/>
            <a:ext cx="470520" cy="433080"/>
            <a:chOff x="4456543" y="519017"/>
            <a:chExt cx="4705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17448D-BEEF-FE47-70D4-067082F41F3E}"/>
                    </a:ext>
                  </a:extLst>
                </p14:cNvPr>
                <p14:cNvContentPartPr/>
                <p14:nvPr/>
              </p14:nvContentPartPr>
              <p14:xfrm>
                <a:off x="4456543" y="519017"/>
                <a:ext cx="20412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17448D-BEEF-FE47-70D4-067082F41F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2223" y="514697"/>
                  <a:ext cx="212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E8E8E7-9E62-D354-F34F-F1CD60562E32}"/>
                    </a:ext>
                  </a:extLst>
                </p14:cNvPr>
                <p14:cNvContentPartPr/>
                <p14:nvPr/>
              </p14:nvContentPartPr>
              <p14:xfrm>
                <a:off x="4763983" y="799457"/>
                <a:ext cx="163080" cy="15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E8E8E7-9E62-D354-F34F-F1CD60562E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9663" y="795137"/>
                  <a:ext cx="1717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6DE215A-1280-C5DC-6737-2FB57E49E44B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6DE215A-1280-C5DC-6737-2FB57E49E4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D79000B-A992-D167-0973-73C6F54E836E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D79000B-A992-D167-0973-73C6F54E836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1E32C5E-0964-59BD-50ED-14DC2B3842E1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1E32C5E-0964-59BD-50ED-14DC2B3842E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2D3659D0-1F42-29BA-2B76-BB75A15C873B}"/>
              </a:ext>
            </a:extLst>
          </p:cNvPr>
          <p:cNvGrpSpPr/>
          <p:nvPr/>
        </p:nvGrpSpPr>
        <p:grpSpPr>
          <a:xfrm>
            <a:off x="884747" y="1256667"/>
            <a:ext cx="943200" cy="339120"/>
            <a:chOff x="884747" y="1256667"/>
            <a:chExt cx="943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F9DCC9-560F-FBBA-F3B1-5BE33D4D7599}"/>
                    </a:ext>
                  </a:extLst>
                </p14:cNvPr>
                <p14:cNvContentPartPr/>
                <p14:nvPr/>
              </p14:nvContentPartPr>
              <p14:xfrm>
                <a:off x="884747" y="1256667"/>
                <a:ext cx="201960" cy="33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F9DCC9-560F-FBBA-F3B1-5BE33D4D75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427" y="1252347"/>
                  <a:ext cx="210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3DCDCA-E7BD-8877-60DC-1425586DD4CD}"/>
                    </a:ext>
                  </a:extLst>
                </p14:cNvPr>
                <p14:cNvContentPartPr/>
                <p14:nvPr/>
              </p14:nvContentPartPr>
              <p14:xfrm>
                <a:off x="1089947" y="1514427"/>
                <a:ext cx="79920" cy="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3DCDCA-E7BD-8877-60DC-1425586DD4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5627" y="1510107"/>
                  <a:ext cx="88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777FD6-6691-9D09-61CD-CE9442F1D73C}"/>
                    </a:ext>
                  </a:extLst>
                </p14:cNvPr>
                <p14:cNvContentPartPr/>
                <p14:nvPr/>
              </p14:nvContentPartPr>
              <p14:xfrm>
                <a:off x="1269587" y="1456467"/>
                <a:ext cx="62280" cy="12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777FD6-6691-9D09-61CD-CE9442F1D7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5267" y="1452147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C92592C-C46F-C02E-12B4-C59B431D92EE}"/>
                    </a:ext>
                  </a:extLst>
                </p14:cNvPr>
                <p14:cNvContentPartPr/>
                <p14:nvPr/>
              </p14:nvContentPartPr>
              <p14:xfrm>
                <a:off x="1389107" y="1457547"/>
                <a:ext cx="8532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C92592C-C46F-C02E-12B4-C59B431D92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84787" y="1453227"/>
                  <a:ext cx="93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DF888B5-AEC2-7201-E2A2-F333C97438AA}"/>
                    </a:ext>
                  </a:extLst>
                </p14:cNvPr>
                <p14:cNvContentPartPr/>
                <p14:nvPr/>
              </p14:nvContentPartPr>
              <p14:xfrm>
                <a:off x="1518347" y="1503987"/>
                <a:ext cx="31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DF888B5-AEC2-7201-E2A2-F333C97438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4027" y="1499667"/>
                  <a:ext cx="4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14D317-58B8-B936-ECC4-29088F7A64E9}"/>
                    </a:ext>
                  </a:extLst>
                </p14:cNvPr>
                <p14:cNvContentPartPr/>
                <p14:nvPr/>
              </p14:nvContentPartPr>
              <p14:xfrm>
                <a:off x="1701227" y="1313547"/>
                <a:ext cx="45720" cy="25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14D317-58B8-B936-ECC4-29088F7A64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907" y="1309227"/>
                  <a:ext cx="5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F0C5CA-ED0E-F12B-95DD-F2305580BFEA}"/>
                    </a:ext>
                  </a:extLst>
                </p14:cNvPr>
                <p14:cNvContentPartPr/>
                <p14:nvPr/>
              </p14:nvContentPartPr>
              <p14:xfrm>
                <a:off x="1664867" y="1456467"/>
                <a:ext cx="16308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F0C5CA-ED0E-F12B-95DD-F2305580BF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60547" y="1452147"/>
                  <a:ext cx="1717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B89B54-4A73-166C-A770-B1469C64DE80}"/>
              </a:ext>
            </a:extLst>
          </p:cNvPr>
          <p:cNvGrpSpPr/>
          <p:nvPr/>
        </p:nvGrpSpPr>
        <p:grpSpPr>
          <a:xfrm>
            <a:off x="2132867" y="1276107"/>
            <a:ext cx="386640" cy="246240"/>
            <a:chOff x="2132867" y="1276107"/>
            <a:chExt cx="3866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C1D1C4-FCF6-73CC-C7DB-3DDB9C7FEB12}"/>
                    </a:ext>
                  </a:extLst>
                </p14:cNvPr>
                <p14:cNvContentPartPr/>
                <p14:nvPr/>
              </p14:nvContentPartPr>
              <p14:xfrm>
                <a:off x="2132867" y="1436667"/>
                <a:ext cx="122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C1D1C4-FCF6-73CC-C7DB-3DDB9C7FEB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8547" y="1432347"/>
                  <a:ext cx="2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A9F575-E35B-9F2D-E3DB-2E170E97B495}"/>
                    </a:ext>
                  </a:extLst>
                </p14:cNvPr>
                <p14:cNvContentPartPr/>
                <p14:nvPr/>
              </p14:nvContentPartPr>
              <p14:xfrm>
                <a:off x="2176427" y="1290867"/>
                <a:ext cx="237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A9F575-E35B-9F2D-E3DB-2E170E97B4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2107" y="1286547"/>
                  <a:ext cx="3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42F5C1-BD72-9D02-7058-D300A7537D8C}"/>
                    </a:ext>
                  </a:extLst>
                </p14:cNvPr>
                <p14:cNvContentPartPr/>
                <p14:nvPr/>
              </p14:nvContentPartPr>
              <p14:xfrm>
                <a:off x="2189387" y="1437027"/>
                <a:ext cx="8640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42F5C1-BD72-9D02-7058-D300A7537D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067" y="143270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3CEA45-1C76-34A8-512C-C734E4FF8CD0}"/>
                    </a:ext>
                  </a:extLst>
                </p14:cNvPr>
                <p14:cNvContentPartPr/>
                <p14:nvPr/>
              </p14:nvContentPartPr>
              <p14:xfrm>
                <a:off x="2352467" y="1276107"/>
                <a:ext cx="68760" cy="23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3CEA45-1C76-34A8-512C-C734E4FF8CD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8147" y="1271787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08FE48-6DE8-439F-C46B-8F3B8F871E37}"/>
                    </a:ext>
                  </a:extLst>
                </p14:cNvPr>
                <p14:cNvContentPartPr/>
                <p14:nvPr/>
              </p14:nvContentPartPr>
              <p14:xfrm>
                <a:off x="2324747" y="1380507"/>
                <a:ext cx="146520" cy="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08FE48-6DE8-439F-C46B-8F3B8F871E3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0427" y="1376187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35ED0AA-CD67-CF78-F377-07320B6BA7F3}"/>
                    </a:ext>
                  </a:extLst>
                </p14:cNvPr>
                <p14:cNvContentPartPr/>
                <p14:nvPr/>
              </p14:nvContentPartPr>
              <p14:xfrm>
                <a:off x="2446787" y="1410027"/>
                <a:ext cx="7272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35ED0AA-CD67-CF78-F377-07320B6BA7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2467" y="1405707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C6E31EB-5448-BB09-7848-0D2BE2CC5729}"/>
                  </a:ext>
                </a:extLst>
              </p14:cNvPr>
              <p14:cNvContentPartPr/>
              <p14:nvPr/>
            </p14:nvContentPartPr>
            <p14:xfrm>
              <a:off x="2815427" y="1403547"/>
              <a:ext cx="112320" cy="84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C6E31EB-5448-BB09-7848-0D2BE2CC57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11107" y="1399227"/>
                <a:ext cx="120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CF91CEDA-87FC-C583-2470-59E52A9E96DF}"/>
              </a:ext>
            </a:extLst>
          </p:cNvPr>
          <p:cNvGrpSpPr/>
          <p:nvPr/>
        </p:nvGrpSpPr>
        <p:grpSpPr>
          <a:xfrm>
            <a:off x="3340667" y="1258827"/>
            <a:ext cx="594000" cy="314640"/>
            <a:chOff x="3340667" y="1258827"/>
            <a:chExt cx="5940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618C37-77E8-CA76-6999-96169DC0C756}"/>
                    </a:ext>
                  </a:extLst>
                </p14:cNvPr>
                <p14:cNvContentPartPr/>
                <p14:nvPr/>
              </p14:nvContentPartPr>
              <p14:xfrm>
                <a:off x="3340667" y="1302387"/>
                <a:ext cx="10800" cy="14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618C37-77E8-CA76-6999-96169DC0C7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6347" y="1298067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4C2EB8-0638-FC5D-3BFA-B980AEC200E9}"/>
                    </a:ext>
                  </a:extLst>
                </p14:cNvPr>
                <p14:cNvContentPartPr/>
                <p14:nvPr/>
              </p14:nvContentPartPr>
              <p14:xfrm>
                <a:off x="3346067" y="1273227"/>
                <a:ext cx="118440" cy="19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4C2EB8-0638-FC5D-3BFA-B980AEC200E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1747" y="1268907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265D14-EBC5-B07A-34B5-5EEDA58C6726}"/>
                    </a:ext>
                  </a:extLst>
                </p14:cNvPr>
                <p14:cNvContentPartPr/>
                <p14:nvPr/>
              </p14:nvContentPartPr>
              <p14:xfrm>
                <a:off x="3503387" y="1296267"/>
                <a:ext cx="10260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265D14-EBC5-B07A-34B5-5EEDA58C67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067" y="1291947"/>
                  <a:ext cx="111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32E427-C60E-3C49-EF00-78914013C99F}"/>
                    </a:ext>
                  </a:extLst>
                </p14:cNvPr>
                <p14:cNvContentPartPr/>
                <p14:nvPr/>
              </p14:nvContentPartPr>
              <p14:xfrm>
                <a:off x="3741707" y="1287267"/>
                <a:ext cx="4932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32E427-C60E-3C49-EF00-78914013C9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37387" y="1282947"/>
                  <a:ext cx="5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0D0F36-AF95-263E-8B6D-2BFA99EBAE58}"/>
                    </a:ext>
                  </a:extLst>
                </p14:cNvPr>
                <p14:cNvContentPartPr/>
                <p14:nvPr/>
              </p14:nvContentPartPr>
              <p14:xfrm>
                <a:off x="3661787" y="1258827"/>
                <a:ext cx="27288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0D0F36-AF95-263E-8B6D-2BFA99EBAE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7467" y="1254507"/>
                  <a:ext cx="281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266E03-0D31-987D-DB8F-F2D58B608C21}"/>
                    </a:ext>
                  </a:extLst>
                </p14:cNvPr>
                <p14:cNvContentPartPr/>
                <p14:nvPr/>
              </p14:nvContentPartPr>
              <p14:xfrm>
                <a:off x="3841787" y="1481307"/>
                <a:ext cx="76320" cy="9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266E03-0D31-987D-DB8F-F2D58B608C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467" y="1476987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A25A68-1E94-4049-9C1C-9D3B7559C1A0}"/>
              </a:ext>
            </a:extLst>
          </p:cNvPr>
          <p:cNvGrpSpPr/>
          <p:nvPr/>
        </p:nvGrpSpPr>
        <p:grpSpPr>
          <a:xfrm>
            <a:off x="4187387" y="1230747"/>
            <a:ext cx="1735560" cy="374760"/>
            <a:chOff x="4187387" y="1230747"/>
            <a:chExt cx="17355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CDB076-BEDE-E14A-D585-A75CC2AEB127}"/>
                    </a:ext>
                  </a:extLst>
                </p14:cNvPr>
                <p14:cNvContentPartPr/>
                <p14:nvPr/>
              </p14:nvContentPartPr>
              <p14:xfrm>
                <a:off x="4187387" y="1345587"/>
                <a:ext cx="99360" cy="8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CDB076-BEDE-E14A-D585-A75CC2AEB1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3067" y="1341267"/>
                  <a:ext cx="108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FAC896-4507-EDC4-33A7-8FD0A298FB81}"/>
                    </a:ext>
                  </a:extLst>
                </p14:cNvPr>
                <p14:cNvContentPartPr/>
                <p14:nvPr/>
              </p14:nvContentPartPr>
              <p14:xfrm>
                <a:off x="4328147" y="1342347"/>
                <a:ext cx="137160" cy="6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FAC896-4507-EDC4-33A7-8FD0A298FB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3827" y="1338027"/>
                  <a:ext cx="145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ADA644-5627-F8F6-B07D-49A34B0E4D96}"/>
                    </a:ext>
                  </a:extLst>
                </p14:cNvPr>
                <p14:cNvContentPartPr/>
                <p14:nvPr/>
              </p14:nvContentPartPr>
              <p14:xfrm>
                <a:off x="4520027" y="1322187"/>
                <a:ext cx="874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ADA644-5627-F8F6-B07D-49A34B0E4D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707" y="1317867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D27830-685B-E03A-AF2F-AE0696ECF59A}"/>
                    </a:ext>
                  </a:extLst>
                </p14:cNvPr>
                <p14:cNvContentPartPr/>
                <p14:nvPr/>
              </p14:nvContentPartPr>
              <p14:xfrm>
                <a:off x="4715507" y="1372947"/>
                <a:ext cx="81720" cy="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D27830-685B-E03A-AF2F-AE0696ECF5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1187" y="1368627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2DEE4A-D714-4935-A884-6DC5D10C3942}"/>
                    </a:ext>
                  </a:extLst>
                </p14:cNvPr>
                <p14:cNvContentPartPr/>
                <p14:nvPr/>
              </p14:nvContentPartPr>
              <p14:xfrm>
                <a:off x="4868867" y="1230747"/>
                <a:ext cx="11988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2DEE4A-D714-4935-A884-6DC5D10C394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64547" y="1226427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43F0D09-B67D-0740-94D1-A8609FD103B4}"/>
                    </a:ext>
                  </a:extLst>
                </p14:cNvPr>
                <p14:cNvContentPartPr/>
                <p14:nvPr/>
              </p14:nvContentPartPr>
              <p14:xfrm>
                <a:off x="5024027" y="1360707"/>
                <a:ext cx="56880" cy="25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43F0D09-B67D-0740-94D1-A8609FD103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07" y="1356387"/>
                  <a:ext cx="6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9BE64A-EE4E-7265-2316-5150A71B9E85}"/>
                    </a:ext>
                  </a:extLst>
                </p14:cNvPr>
                <p14:cNvContentPartPr/>
                <p14:nvPr/>
              </p14:nvContentPartPr>
              <p14:xfrm>
                <a:off x="4882907" y="1335507"/>
                <a:ext cx="233640" cy="27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9BE64A-EE4E-7265-2316-5150A71B9E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8587" y="1331187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BD2DC9-602A-9992-5F18-EEC7BFDB4986}"/>
                    </a:ext>
                  </a:extLst>
                </p14:cNvPr>
                <p14:cNvContentPartPr/>
                <p14:nvPr/>
              </p14:nvContentPartPr>
              <p14:xfrm>
                <a:off x="5204747" y="1367547"/>
                <a:ext cx="116640" cy="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BD2DC9-602A-9992-5F18-EEC7BFDB49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0427" y="136322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015B872-806E-AEC0-8F0B-C7190A78191E}"/>
                    </a:ext>
                  </a:extLst>
                </p14:cNvPr>
                <p14:cNvContentPartPr/>
                <p14:nvPr/>
              </p14:nvContentPartPr>
              <p14:xfrm>
                <a:off x="5429747" y="1323267"/>
                <a:ext cx="116640" cy="92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015B872-806E-AEC0-8F0B-C7190A7819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5427" y="1318947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161781-5664-1BD5-38B3-C68D69D07730}"/>
                    </a:ext>
                  </a:extLst>
                </p14:cNvPr>
                <p14:cNvContentPartPr/>
                <p14:nvPr/>
              </p14:nvContentPartPr>
              <p14:xfrm>
                <a:off x="5565827" y="1317147"/>
                <a:ext cx="119880" cy="10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161781-5664-1BD5-38B3-C68D69D0773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7" y="1312827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3F43E7-3665-94D0-D297-25DBDAC92F6D}"/>
                    </a:ext>
                  </a:extLst>
                </p14:cNvPr>
                <p14:cNvContentPartPr/>
                <p14:nvPr/>
              </p14:nvContentPartPr>
              <p14:xfrm>
                <a:off x="5749067" y="1309227"/>
                <a:ext cx="92880" cy="12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3F43E7-3665-94D0-D297-25DBDAC92F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44747" y="1304907"/>
                  <a:ext cx="10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7C406B-EF98-4928-DE80-9E30F822DE55}"/>
                    </a:ext>
                  </a:extLst>
                </p14:cNvPr>
                <p14:cNvContentPartPr/>
                <p14:nvPr/>
              </p14:nvContentPartPr>
              <p14:xfrm>
                <a:off x="5899187" y="1385187"/>
                <a:ext cx="2376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7C406B-EF98-4928-DE80-9E30F822DE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4867" y="1380867"/>
                  <a:ext cx="324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5B37C03-C861-2AE1-8BAC-2A10186F099B}"/>
              </a:ext>
            </a:extLst>
          </p:cNvPr>
          <p:cNvGrpSpPr/>
          <p:nvPr/>
        </p:nvGrpSpPr>
        <p:grpSpPr>
          <a:xfrm>
            <a:off x="1352387" y="2109147"/>
            <a:ext cx="757440" cy="295200"/>
            <a:chOff x="1352387" y="2109147"/>
            <a:chExt cx="7574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8E0F3B-F4BB-9E29-21C0-A20CF60EC9C4}"/>
                    </a:ext>
                  </a:extLst>
                </p14:cNvPr>
                <p14:cNvContentPartPr/>
                <p14:nvPr/>
              </p14:nvContentPartPr>
              <p14:xfrm>
                <a:off x="1352387" y="2252787"/>
                <a:ext cx="10584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8E0F3B-F4BB-9E29-21C0-A20CF60EC9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8067" y="2248467"/>
                  <a:ext cx="114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B04076-A868-0072-BE32-AEC5BCB56B00}"/>
                    </a:ext>
                  </a:extLst>
                </p14:cNvPr>
                <p14:cNvContentPartPr/>
                <p14:nvPr/>
              </p14:nvContentPartPr>
              <p14:xfrm>
                <a:off x="1555427" y="2248107"/>
                <a:ext cx="8064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B04076-A868-0072-BE32-AEC5BCB56B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1107" y="2243787"/>
                  <a:ext cx="89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E73D0F-2C73-62EF-8322-645388D8BA4E}"/>
                    </a:ext>
                  </a:extLst>
                </p14:cNvPr>
                <p14:cNvContentPartPr/>
                <p14:nvPr/>
              </p14:nvContentPartPr>
              <p14:xfrm>
                <a:off x="1696187" y="2221107"/>
                <a:ext cx="83520" cy="97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E73D0F-2C73-62EF-8322-645388D8BA4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91867" y="2216787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63CF2DC-9930-5DB5-E489-CDFD8600B173}"/>
                    </a:ext>
                  </a:extLst>
                </p14:cNvPr>
                <p14:cNvContentPartPr/>
                <p14:nvPr/>
              </p14:nvContentPartPr>
              <p14:xfrm>
                <a:off x="1916147" y="2109147"/>
                <a:ext cx="95760" cy="22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63CF2DC-9930-5DB5-E489-CDFD8600B1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1827" y="2104827"/>
                  <a:ext cx="10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5D8769-E3C2-6B2F-4EB8-9C94B8437663}"/>
                    </a:ext>
                  </a:extLst>
                </p14:cNvPr>
                <p14:cNvContentPartPr/>
                <p14:nvPr/>
              </p14:nvContentPartPr>
              <p14:xfrm>
                <a:off x="1866467" y="2191947"/>
                <a:ext cx="17784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5D8769-E3C2-6B2F-4EB8-9C94B843766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2147" y="2187627"/>
                  <a:ext cx="186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42A417-00A0-4876-3312-3DC0178743D1}"/>
                    </a:ext>
                  </a:extLst>
                </p14:cNvPr>
                <p14:cNvContentPartPr/>
                <p14:nvPr/>
              </p14:nvContentPartPr>
              <p14:xfrm>
                <a:off x="2092907" y="2268987"/>
                <a:ext cx="1692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42A417-00A0-4876-3312-3DC0178743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587" y="2264667"/>
                  <a:ext cx="2556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B02AD4A-EE4F-C4B2-64CC-4465712FFD86}"/>
                  </a:ext>
                </a:extLst>
              </p14:cNvPr>
              <p14:cNvContentPartPr/>
              <p14:nvPr/>
            </p14:nvContentPartPr>
            <p14:xfrm>
              <a:off x="7426307" y="3052707"/>
              <a:ext cx="1080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B02AD4A-EE4F-C4B2-64CC-4465712FFD8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1987" y="3048387"/>
                <a:ext cx="194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62D17DA-2A1F-1BB9-33A5-EF493455DE2B}"/>
              </a:ext>
            </a:extLst>
          </p:cNvPr>
          <p:cNvGrpSpPr/>
          <p:nvPr/>
        </p:nvGrpSpPr>
        <p:grpSpPr>
          <a:xfrm>
            <a:off x="3554507" y="1726827"/>
            <a:ext cx="5297760" cy="2968373"/>
            <a:chOff x="3554507" y="1726827"/>
            <a:chExt cx="5297760" cy="2968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10BEC2-4F7A-39A0-AB68-559AA9973ABB}"/>
                    </a:ext>
                  </a:extLst>
                </p14:cNvPr>
                <p14:cNvContentPartPr/>
                <p14:nvPr/>
              </p14:nvContentPartPr>
              <p14:xfrm>
                <a:off x="3554507" y="2078907"/>
                <a:ext cx="141840" cy="112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10BEC2-4F7A-39A0-AB68-559AA9973A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0187" y="2074587"/>
                  <a:ext cx="150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8294901-D8CE-FF76-5F19-FAD0FDA8EFD0}"/>
                    </a:ext>
                  </a:extLst>
                </p14:cNvPr>
                <p14:cNvContentPartPr/>
                <p14:nvPr/>
              </p14:nvContentPartPr>
              <p14:xfrm>
                <a:off x="3730547" y="2070267"/>
                <a:ext cx="103680" cy="113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8294901-D8CE-FF76-5F19-FAD0FDA8EF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26227" y="2065947"/>
                  <a:ext cx="11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39CDAAD-EC20-5A7E-1497-5D63CDAD4BEE}"/>
                    </a:ext>
                  </a:extLst>
                </p14:cNvPr>
                <p14:cNvContentPartPr/>
                <p14:nvPr/>
              </p14:nvContentPartPr>
              <p14:xfrm>
                <a:off x="3862307" y="2077467"/>
                <a:ext cx="90000" cy="72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39CDAAD-EC20-5A7E-1497-5D63CDAD4B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7987" y="2073147"/>
                  <a:ext cx="9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9D18F7-ACC2-1544-FE1D-C83B2AF59E79}"/>
                    </a:ext>
                  </a:extLst>
                </p14:cNvPr>
                <p14:cNvContentPartPr/>
                <p14:nvPr/>
              </p14:nvContentPartPr>
              <p14:xfrm>
                <a:off x="4007387" y="1920867"/>
                <a:ext cx="97920" cy="23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9D18F7-ACC2-1544-FE1D-C83B2AF59E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3067" y="1916547"/>
                  <a:ext cx="106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9D35D54-65FF-D54A-B96F-18A7FB038230}"/>
                    </a:ext>
                  </a:extLst>
                </p14:cNvPr>
                <p14:cNvContentPartPr/>
                <p14:nvPr/>
              </p14:nvContentPartPr>
              <p14:xfrm>
                <a:off x="4018547" y="2029227"/>
                <a:ext cx="89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9D35D54-65FF-D54A-B96F-18A7FB0382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4227" y="2024907"/>
                  <a:ext cx="9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57F1AD1-AF1B-1801-213E-39105A9994FF}"/>
                    </a:ext>
                  </a:extLst>
                </p14:cNvPr>
                <p14:cNvContentPartPr/>
                <p14:nvPr/>
              </p14:nvContentPartPr>
              <p14:xfrm>
                <a:off x="4295387" y="2007267"/>
                <a:ext cx="195840" cy="37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57F1AD1-AF1B-1801-213E-39105A9994F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1067" y="2002947"/>
                  <a:ext cx="204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24FA8AF-30F9-1F68-9302-CCA938674351}"/>
                    </a:ext>
                  </a:extLst>
                </p14:cNvPr>
                <p14:cNvContentPartPr/>
                <p14:nvPr/>
              </p14:nvContentPartPr>
              <p14:xfrm>
                <a:off x="4329227" y="2274387"/>
                <a:ext cx="8856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24FA8AF-30F9-1F68-9302-CCA93867435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4907" y="2270067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87EC263-4FE2-B8A4-5FDF-3105170C9B2D}"/>
                    </a:ext>
                  </a:extLst>
                </p14:cNvPr>
                <p14:cNvContentPartPr/>
                <p14:nvPr/>
              </p14:nvContentPartPr>
              <p14:xfrm>
                <a:off x="4431827" y="2287707"/>
                <a:ext cx="6984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87EC263-4FE2-B8A4-5FDF-3105170C9B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27507" y="2283387"/>
                  <a:ext cx="78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875360-D033-73E6-0B83-985A2ADA2657}"/>
                    </a:ext>
                  </a:extLst>
                </p14:cNvPr>
                <p14:cNvContentPartPr/>
                <p14:nvPr/>
              </p14:nvContentPartPr>
              <p14:xfrm>
                <a:off x="4147427" y="2395347"/>
                <a:ext cx="491760" cy="36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875360-D033-73E6-0B83-985A2ADA26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3107" y="2391027"/>
                  <a:ext cx="50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48CD8B0-DCBF-702E-1AF4-4C18F4A25673}"/>
                    </a:ext>
                  </a:extLst>
                </p14:cNvPr>
                <p14:cNvContentPartPr/>
                <p14:nvPr/>
              </p14:nvContentPartPr>
              <p14:xfrm>
                <a:off x="4350467" y="2477067"/>
                <a:ext cx="144000" cy="19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48CD8B0-DCBF-702E-1AF4-4C18F4A256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147" y="2472747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1E91D5-532F-82CD-9B9E-2409B8CAE08F}"/>
                    </a:ext>
                  </a:extLst>
                </p14:cNvPr>
                <p14:cNvContentPartPr/>
                <p14:nvPr/>
              </p14:nvContentPartPr>
              <p14:xfrm>
                <a:off x="5873627" y="1870107"/>
                <a:ext cx="9000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1E91D5-532F-82CD-9B9E-2409B8CAE08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9307" y="1865787"/>
                  <a:ext cx="98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519AA7-1F38-6626-8486-37F1E41AD3EE}"/>
                    </a:ext>
                  </a:extLst>
                </p14:cNvPr>
                <p14:cNvContentPartPr/>
                <p14:nvPr/>
              </p14:nvContentPartPr>
              <p14:xfrm>
                <a:off x="6045707" y="1875507"/>
                <a:ext cx="11376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519AA7-1F38-6626-8486-37F1E41AD3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1387" y="1871187"/>
                  <a:ext cx="12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3A197C-5CA7-5DF3-4B2A-AC79691029FD}"/>
                    </a:ext>
                  </a:extLst>
                </p14:cNvPr>
                <p14:cNvContentPartPr/>
                <p14:nvPr/>
              </p14:nvContentPartPr>
              <p14:xfrm>
                <a:off x="6215267" y="1848507"/>
                <a:ext cx="9504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3A197C-5CA7-5DF3-4B2A-AC79691029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0947" y="1844187"/>
                  <a:ext cx="10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294CA65-E4EE-598E-39DC-CD16E8082E1B}"/>
                    </a:ext>
                  </a:extLst>
                </p14:cNvPr>
                <p14:cNvContentPartPr/>
                <p14:nvPr/>
              </p14:nvContentPartPr>
              <p14:xfrm>
                <a:off x="6415787" y="1726827"/>
                <a:ext cx="43920" cy="18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294CA65-E4EE-598E-39DC-CD16E8082E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1467" y="1722507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EC704D-19EA-8A50-15FC-3DD71EF168BA}"/>
                    </a:ext>
                  </a:extLst>
                </p14:cNvPr>
                <p14:cNvContentPartPr/>
                <p14:nvPr/>
              </p14:nvContentPartPr>
              <p14:xfrm>
                <a:off x="6403547" y="1830507"/>
                <a:ext cx="121680" cy="2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EC704D-19EA-8A50-15FC-3DD71EF168B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99227" y="1826187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9AD49CA-8C07-3E59-D871-30CC4C3F81AF}"/>
                    </a:ext>
                  </a:extLst>
                </p14:cNvPr>
                <p14:cNvContentPartPr/>
                <p14:nvPr/>
              </p14:nvContentPartPr>
              <p14:xfrm>
                <a:off x="6665987" y="1810347"/>
                <a:ext cx="129960" cy="31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9AD49CA-8C07-3E59-D871-30CC4C3F81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67" y="1806027"/>
                  <a:ext cx="138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8B5F16-46B1-D3D3-D02A-4BBC7DCF32A1}"/>
                    </a:ext>
                  </a:extLst>
                </p14:cNvPr>
                <p14:cNvContentPartPr/>
                <p14:nvPr/>
              </p14:nvContentPartPr>
              <p14:xfrm>
                <a:off x="6615227" y="2097267"/>
                <a:ext cx="133920" cy="78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8B5F16-46B1-D3D3-D02A-4BBC7DCF32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0907" y="2092947"/>
                  <a:ext cx="14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B1777C-805B-B7FD-6994-4289B1874AE8}"/>
                    </a:ext>
                  </a:extLst>
                </p14:cNvPr>
                <p14:cNvContentPartPr/>
                <p14:nvPr/>
              </p14:nvContentPartPr>
              <p14:xfrm>
                <a:off x="6734027" y="2089347"/>
                <a:ext cx="67320" cy="9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B1777C-805B-B7FD-6994-4289B1874AE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29707" y="2085027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025B90C-16B4-6644-4BCB-AD63CD638871}"/>
                    </a:ext>
                  </a:extLst>
                </p14:cNvPr>
                <p14:cNvContentPartPr/>
                <p14:nvPr/>
              </p14:nvContentPartPr>
              <p14:xfrm>
                <a:off x="6456467" y="2196627"/>
                <a:ext cx="454680" cy="35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025B90C-16B4-6644-4BCB-AD63CD6388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52147" y="2192307"/>
                  <a:ext cx="463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5554565-3B3F-EA5A-9E5A-26E7F328EB78}"/>
                    </a:ext>
                  </a:extLst>
                </p14:cNvPr>
                <p14:cNvContentPartPr/>
                <p14:nvPr/>
              </p14:nvContentPartPr>
              <p14:xfrm>
                <a:off x="6658067" y="2292747"/>
                <a:ext cx="141840" cy="19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5554565-3B3F-EA5A-9E5A-26E7F328EB7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53747" y="2288427"/>
                  <a:ext cx="150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E26899-A296-5800-68E4-FD3EBD615F2F}"/>
                    </a:ext>
                  </a:extLst>
                </p14:cNvPr>
                <p14:cNvContentPartPr/>
                <p14:nvPr/>
              </p14:nvContentPartPr>
              <p14:xfrm>
                <a:off x="6866867" y="2500107"/>
                <a:ext cx="2444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E26899-A296-5800-68E4-FD3EBD615F2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62547" y="2495787"/>
                  <a:ext cx="253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B826BC8-EA0E-A209-7D43-A33D04D21643}"/>
                    </a:ext>
                  </a:extLst>
                </p14:cNvPr>
                <p14:cNvContentPartPr/>
                <p14:nvPr/>
              </p14:nvContentPartPr>
              <p14:xfrm>
                <a:off x="7068107" y="2685507"/>
                <a:ext cx="99360" cy="12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B826BC8-EA0E-A209-7D43-A33D04D216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63787" y="2681187"/>
                  <a:ext cx="10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9C6CCCC-9382-09D8-86AA-DDD57D7F98BC}"/>
                    </a:ext>
                  </a:extLst>
                </p14:cNvPr>
                <p14:cNvContentPartPr/>
                <p14:nvPr/>
              </p14:nvContentPartPr>
              <p14:xfrm>
                <a:off x="7133627" y="2758587"/>
                <a:ext cx="369000" cy="29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9C6CCCC-9382-09D8-86AA-DDD57D7F98B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29307" y="2754267"/>
                  <a:ext cx="377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C10C322-C8A5-B6D5-EC65-0E89E1B58669}"/>
                    </a:ext>
                  </a:extLst>
                </p14:cNvPr>
                <p14:cNvContentPartPr/>
                <p14:nvPr/>
              </p14:nvContentPartPr>
              <p14:xfrm>
                <a:off x="7244867" y="2821587"/>
                <a:ext cx="121320" cy="20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C10C322-C8A5-B6D5-EC65-0E89E1B5866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40547" y="2817267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B7E127-15C9-CAD2-103C-E72C69710E9A}"/>
                    </a:ext>
                  </a:extLst>
                </p14:cNvPr>
                <p14:cNvContentPartPr/>
                <p14:nvPr/>
              </p14:nvContentPartPr>
              <p14:xfrm>
                <a:off x="7273307" y="2905827"/>
                <a:ext cx="1422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B7E127-15C9-CAD2-103C-E72C69710E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8987" y="2901507"/>
                  <a:ext cx="15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642635A-0FAF-0852-DC80-CE678776CD85}"/>
                    </a:ext>
                  </a:extLst>
                </p14:cNvPr>
                <p14:cNvContentPartPr/>
                <p14:nvPr/>
              </p14:nvContentPartPr>
              <p14:xfrm>
                <a:off x="6189347" y="2550147"/>
                <a:ext cx="36144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642635A-0FAF-0852-DC80-CE678776CD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85027" y="254582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F24C84-99FB-514C-18F1-EB9EE975CA24}"/>
                    </a:ext>
                  </a:extLst>
                </p14:cNvPr>
                <p14:cNvContentPartPr/>
                <p14:nvPr/>
              </p14:nvContentPartPr>
              <p14:xfrm>
                <a:off x="6150467" y="2742027"/>
                <a:ext cx="1551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F24C84-99FB-514C-18F1-EB9EE975CA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46147" y="2737707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AA5F373-5E48-99D0-A1E7-1970F1D1C022}"/>
                    </a:ext>
                  </a:extLst>
                </p14:cNvPr>
                <p14:cNvContentPartPr/>
                <p14:nvPr/>
              </p14:nvContentPartPr>
              <p14:xfrm>
                <a:off x="5888387" y="2893227"/>
                <a:ext cx="374760" cy="29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AA5F373-5E48-99D0-A1E7-1970F1D1C0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84067" y="2888907"/>
                  <a:ext cx="383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52C6DB0-0419-D195-D9F4-84A12E2EE744}"/>
                    </a:ext>
                  </a:extLst>
                </p14:cNvPr>
                <p14:cNvContentPartPr/>
                <p14:nvPr/>
              </p14:nvContentPartPr>
              <p14:xfrm>
                <a:off x="6023027" y="2983587"/>
                <a:ext cx="13680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52C6DB0-0419-D195-D9F4-84A12E2EE7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707" y="2979267"/>
                  <a:ext cx="145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0E3E005-E136-9DAC-C065-3696E48D8697}"/>
                    </a:ext>
                  </a:extLst>
                </p14:cNvPr>
                <p14:cNvContentPartPr/>
                <p14:nvPr/>
              </p14:nvContentPartPr>
              <p14:xfrm>
                <a:off x="6073787" y="3011307"/>
                <a:ext cx="47880" cy="14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0E3E005-E136-9DAC-C065-3696E48D869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69467" y="3006987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A04E7FE-3957-32C3-7405-9321CB61379E}"/>
                    </a:ext>
                  </a:extLst>
                </p14:cNvPr>
                <p14:cNvContentPartPr/>
                <p14:nvPr/>
              </p14:nvContentPartPr>
              <p14:xfrm>
                <a:off x="7396067" y="3025707"/>
                <a:ext cx="370080" cy="29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A04E7FE-3957-32C3-7405-9321CB61379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91747" y="3021387"/>
                  <a:ext cx="37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D79CB9E-3D2D-FD2F-B503-B3613BD8B318}"/>
                    </a:ext>
                  </a:extLst>
                </p14:cNvPr>
                <p14:cNvContentPartPr/>
                <p14:nvPr/>
              </p14:nvContentPartPr>
              <p14:xfrm>
                <a:off x="7679747" y="3243147"/>
                <a:ext cx="158400" cy="16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D79CB9E-3D2D-FD2F-B503-B3613BD8B3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75427" y="3238827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EAAF1C-1146-3C13-69A9-7E4F341797C6}"/>
                    </a:ext>
                  </a:extLst>
                </p14:cNvPr>
                <p14:cNvContentPartPr/>
                <p14:nvPr/>
              </p14:nvContentPartPr>
              <p14:xfrm>
                <a:off x="7722947" y="3355467"/>
                <a:ext cx="422640" cy="34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EAAF1C-1146-3C13-69A9-7E4F341797C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8627" y="3351147"/>
                  <a:ext cx="431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7E4F0F6-E1E2-DCBC-0816-B946366FBDDB}"/>
                    </a:ext>
                  </a:extLst>
                </p14:cNvPr>
                <p14:cNvContentPartPr/>
                <p14:nvPr/>
              </p14:nvContentPartPr>
              <p14:xfrm>
                <a:off x="7811147" y="3436827"/>
                <a:ext cx="129600" cy="23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7E4F0F6-E1E2-DCBC-0816-B946366FBDD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827" y="3432507"/>
                  <a:ext cx="138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3C0D606-C15E-B25E-0CF3-1D063C17D60B}"/>
                    </a:ext>
                  </a:extLst>
                </p14:cNvPr>
                <p14:cNvContentPartPr/>
                <p14:nvPr/>
              </p14:nvContentPartPr>
              <p14:xfrm>
                <a:off x="8086907" y="3630867"/>
                <a:ext cx="207720" cy="383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3C0D606-C15E-B25E-0CF3-1D063C17D60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2587" y="3626547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AD2A0ED-647D-29D4-2364-69E92F4F67AD}"/>
                    </a:ext>
                  </a:extLst>
                </p14:cNvPr>
                <p14:cNvContentPartPr/>
                <p14:nvPr/>
              </p14:nvContentPartPr>
              <p14:xfrm>
                <a:off x="8247467" y="3931467"/>
                <a:ext cx="15912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AD2A0ED-647D-29D4-2364-69E92F4F67A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3147" y="3927147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CD47074-AA70-59FC-4E66-CCB4ECA4115A}"/>
                    </a:ext>
                  </a:extLst>
                </p14:cNvPr>
                <p14:cNvContentPartPr/>
                <p14:nvPr/>
              </p14:nvContentPartPr>
              <p14:xfrm>
                <a:off x="8344307" y="3941000"/>
                <a:ext cx="507960" cy="42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CD47074-AA70-59FC-4E66-CCB4ECA4115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35667" y="3932000"/>
                  <a:ext cx="525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AB65A5-FE04-BDBD-9EAF-FD6E0483C6A7}"/>
                    </a:ext>
                  </a:extLst>
                </p14:cNvPr>
                <p14:cNvContentPartPr/>
                <p14:nvPr/>
              </p14:nvContentPartPr>
              <p14:xfrm>
                <a:off x="8538347" y="4107680"/>
                <a:ext cx="26640" cy="17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AB65A5-FE04-BDBD-9EAF-FD6E0483C6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29347" y="4098680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41F3DA6-DD81-DC99-14C9-AAA1747EEA82}"/>
                    </a:ext>
                  </a:extLst>
                </p14:cNvPr>
                <p14:cNvContentPartPr/>
                <p14:nvPr/>
              </p14:nvContentPartPr>
              <p14:xfrm>
                <a:off x="8606027" y="4115240"/>
                <a:ext cx="108360" cy="15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41F3DA6-DD81-DC99-14C9-AAA1747EEA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7027" y="4106600"/>
                  <a:ext cx="126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520C62A-F6FE-C773-E00A-EF0A4D14FA3B}"/>
                    </a:ext>
                  </a:extLst>
                </p14:cNvPr>
                <p14:cNvContentPartPr/>
                <p14:nvPr/>
              </p14:nvContentPartPr>
              <p14:xfrm>
                <a:off x="5757347" y="3169520"/>
                <a:ext cx="19800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520C62A-F6FE-C773-E00A-EF0A4D14FA3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347" y="3160520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0E614D-1CD3-6653-6205-72E055F07C9D}"/>
                    </a:ext>
                  </a:extLst>
                </p14:cNvPr>
                <p14:cNvContentPartPr/>
                <p14:nvPr/>
              </p14:nvContentPartPr>
              <p14:xfrm>
                <a:off x="5650427" y="3410000"/>
                <a:ext cx="144360" cy="100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0E614D-1CD3-6653-6205-72E055F07C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1787" y="3401360"/>
                  <a:ext cx="162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DAA317B-D543-79EE-C4A0-ABDBF699B7E5}"/>
                    </a:ext>
                  </a:extLst>
                </p14:cNvPr>
                <p14:cNvContentPartPr/>
                <p14:nvPr/>
              </p14:nvContentPartPr>
              <p14:xfrm>
                <a:off x="5407067" y="3559760"/>
                <a:ext cx="1267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DAA317B-D543-79EE-C4A0-ABDBF699B7E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98427" y="3551120"/>
                  <a:ext cx="144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4D6011E-BD63-B284-DB1C-8B3CFE12D699}"/>
                    </a:ext>
                  </a:extLst>
                </p14:cNvPr>
                <p14:cNvContentPartPr/>
                <p14:nvPr/>
              </p14:nvContentPartPr>
              <p14:xfrm>
                <a:off x="5217707" y="3448520"/>
                <a:ext cx="582480" cy="46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4D6011E-BD63-B284-DB1C-8B3CFE12D6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8707" y="3439520"/>
                  <a:ext cx="600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7B80FB-5778-F7D5-E3B3-DACE96C6E812}"/>
                    </a:ext>
                  </a:extLst>
                </p14:cNvPr>
                <p14:cNvContentPartPr/>
                <p14:nvPr/>
              </p14:nvContentPartPr>
              <p14:xfrm>
                <a:off x="5078387" y="3911480"/>
                <a:ext cx="238680" cy="308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7B80FB-5778-F7D5-E3B3-DACE96C6E81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69387" y="3902840"/>
                  <a:ext cx="256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3A50527-EDDA-31B5-2CE1-C10092C0C645}"/>
                    </a:ext>
                  </a:extLst>
                </p14:cNvPr>
                <p14:cNvContentPartPr/>
                <p14:nvPr/>
              </p14:nvContentPartPr>
              <p14:xfrm>
                <a:off x="5017547" y="4150520"/>
                <a:ext cx="185040" cy="10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3A50527-EDDA-31B5-2CE1-C10092C0C64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8547" y="4141520"/>
                  <a:ext cx="20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F18471C-E874-2E9F-D2FC-ED34B58A71CD}"/>
                    </a:ext>
                  </a:extLst>
                </p14:cNvPr>
                <p14:cNvContentPartPr/>
                <p14:nvPr/>
              </p14:nvContentPartPr>
              <p14:xfrm>
                <a:off x="4707227" y="4217840"/>
                <a:ext cx="565200" cy="455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F18471C-E874-2E9F-D2FC-ED34B58A71C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8587" y="4209200"/>
                  <a:ext cx="582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E477576-0C37-32FE-F351-41BC6B8A1200}"/>
                    </a:ext>
                  </a:extLst>
                </p14:cNvPr>
                <p14:cNvContentPartPr/>
                <p14:nvPr/>
              </p14:nvContentPartPr>
              <p14:xfrm>
                <a:off x="4961747" y="4405040"/>
                <a:ext cx="44640" cy="139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E477576-0C37-32FE-F351-41BC6B8A12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2747" y="4396040"/>
                  <a:ext cx="6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BA3A1A2-87A5-EDAA-C84F-B9A8EF92B62D}"/>
                    </a:ext>
                  </a:extLst>
                </p14:cNvPr>
                <p14:cNvContentPartPr/>
                <p14:nvPr/>
              </p14:nvContentPartPr>
              <p14:xfrm>
                <a:off x="7528907" y="3700880"/>
                <a:ext cx="231480" cy="355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BA3A1A2-87A5-EDAA-C84F-B9A8EF92B62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20267" y="3691880"/>
                  <a:ext cx="249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E30C0D8-E1CF-67C1-A975-E438FF276A48}"/>
                    </a:ext>
                  </a:extLst>
                </p14:cNvPr>
                <p14:cNvContentPartPr/>
                <p14:nvPr/>
              </p14:nvContentPartPr>
              <p14:xfrm>
                <a:off x="7388867" y="4002560"/>
                <a:ext cx="169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E30C0D8-E1CF-67C1-A975-E438FF276A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867" y="3993560"/>
                  <a:ext cx="186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8C4BFD4-F6DB-8242-5CDD-A0795AED0572}"/>
                    </a:ext>
                  </a:extLst>
                </p14:cNvPr>
                <p14:cNvContentPartPr/>
                <p14:nvPr/>
              </p14:nvContentPartPr>
              <p14:xfrm>
                <a:off x="7256387" y="4355000"/>
                <a:ext cx="153720" cy="245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8C4BFD4-F6DB-8242-5CDD-A0795AED057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47387" y="4346360"/>
                  <a:ext cx="171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9F18F04-8CFB-19BB-E493-1A9B798E4227}"/>
                    </a:ext>
                  </a:extLst>
                </p14:cNvPr>
                <p14:cNvContentPartPr/>
                <p14:nvPr/>
              </p14:nvContentPartPr>
              <p14:xfrm>
                <a:off x="7088267" y="4195520"/>
                <a:ext cx="571320" cy="49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9F18F04-8CFB-19BB-E493-1A9B798E422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79267" y="4186520"/>
                  <a:ext cx="588960" cy="51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340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132E-A879-C823-345B-C668B896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FD3A939-4369-1195-83BB-451AB2EF521A}"/>
              </a:ext>
            </a:extLst>
          </p:cNvPr>
          <p:cNvGrpSpPr/>
          <p:nvPr/>
        </p:nvGrpSpPr>
        <p:grpSpPr>
          <a:xfrm>
            <a:off x="948703" y="455657"/>
            <a:ext cx="283320" cy="322200"/>
            <a:chOff x="948703" y="455657"/>
            <a:chExt cx="2833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0AAF6B-E2F7-BEE3-E7CC-7C00FC3F7F52}"/>
                    </a:ext>
                  </a:extLst>
                </p14:cNvPr>
                <p14:cNvContentPartPr/>
                <p14:nvPr/>
              </p14:nvContentPartPr>
              <p14:xfrm>
                <a:off x="948703" y="455657"/>
                <a:ext cx="221040" cy="29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0AAF6B-E2F7-BEE3-E7CC-7C00FC3F7F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383" y="451337"/>
                  <a:ext cx="22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1113A2A-1677-9229-D620-8048EDDF674B}"/>
                    </a:ext>
                  </a:extLst>
                </p14:cNvPr>
                <p14:cNvContentPartPr/>
                <p14:nvPr/>
              </p14:nvContentPartPr>
              <p14:xfrm>
                <a:off x="1148863" y="683177"/>
                <a:ext cx="83160" cy="9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1113A2A-1677-9229-D620-8048EDDF67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4543" y="678857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57D8414-C597-91A1-6F59-5BB8520DD07C}"/>
              </a:ext>
            </a:extLst>
          </p:cNvPr>
          <p:cNvGrpSpPr/>
          <p:nvPr/>
        </p:nvGrpSpPr>
        <p:grpSpPr>
          <a:xfrm>
            <a:off x="1427503" y="468617"/>
            <a:ext cx="255240" cy="360000"/>
            <a:chOff x="1427503" y="468617"/>
            <a:chExt cx="2552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C898F4-EEDD-9961-1DA3-74AB5787FE64}"/>
                    </a:ext>
                  </a:extLst>
                </p14:cNvPr>
                <p14:cNvContentPartPr/>
                <p14:nvPr/>
              </p14:nvContentPartPr>
              <p14:xfrm>
                <a:off x="1454863" y="468617"/>
                <a:ext cx="13824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C898F4-EEDD-9961-1DA3-74AB5787FE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0543" y="464297"/>
                  <a:ext cx="14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7C6F31-E7B3-325F-2F4F-4D1BEBF5B047}"/>
                    </a:ext>
                  </a:extLst>
                </p14:cNvPr>
                <p14:cNvContentPartPr/>
                <p14:nvPr/>
              </p14:nvContentPartPr>
              <p14:xfrm>
                <a:off x="1427503" y="585977"/>
                <a:ext cx="2062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7C6F31-E7B3-325F-2F4F-4D1BEBF5B0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3183" y="581657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552EC6-98A3-465D-F45B-72A02F8F3A37}"/>
                    </a:ext>
                  </a:extLst>
                </p14:cNvPr>
                <p14:cNvContentPartPr/>
                <p14:nvPr/>
              </p14:nvContentPartPr>
              <p14:xfrm>
                <a:off x="1610383" y="713777"/>
                <a:ext cx="7236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552EC6-98A3-465D-F45B-72A02F8F3A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6063" y="709457"/>
                  <a:ext cx="810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BF601B-674D-BF89-B7EF-33D620BD83C1}"/>
              </a:ext>
            </a:extLst>
          </p:cNvPr>
          <p:cNvGrpSpPr/>
          <p:nvPr/>
        </p:nvGrpSpPr>
        <p:grpSpPr>
          <a:xfrm>
            <a:off x="1994503" y="532337"/>
            <a:ext cx="401400" cy="336960"/>
            <a:chOff x="1994503" y="532337"/>
            <a:chExt cx="4014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D6E5635-44A8-3A37-BD12-3EB515ABB90C}"/>
                    </a:ext>
                  </a:extLst>
                </p14:cNvPr>
                <p14:cNvContentPartPr/>
                <p14:nvPr/>
              </p14:nvContentPartPr>
              <p14:xfrm>
                <a:off x="1994503" y="532337"/>
                <a:ext cx="20196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D6E5635-44A8-3A37-BD12-3EB515ABB9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183" y="528017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8065CE-C9C4-61BE-99ED-50F214A07509}"/>
                    </a:ext>
                  </a:extLst>
                </p14:cNvPr>
                <p14:cNvContentPartPr/>
                <p14:nvPr/>
              </p14:nvContentPartPr>
              <p14:xfrm>
                <a:off x="2041303" y="597497"/>
                <a:ext cx="12096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8065CE-C9C4-61BE-99ED-50F214A075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983" y="593177"/>
                  <a:ext cx="12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7484BF-8525-ED60-2EE7-42DAF951B277}"/>
                    </a:ext>
                  </a:extLst>
                </p14:cNvPr>
                <p14:cNvContentPartPr/>
                <p14:nvPr/>
              </p14:nvContentPartPr>
              <p14:xfrm>
                <a:off x="2304103" y="789017"/>
                <a:ext cx="9180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7484BF-8525-ED60-2EE7-42DAF951B2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9783" y="784697"/>
                  <a:ext cx="100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53B16B-A24B-75EA-6545-B3EC771821DC}"/>
              </a:ext>
            </a:extLst>
          </p:cNvPr>
          <p:cNvGrpSpPr/>
          <p:nvPr/>
        </p:nvGrpSpPr>
        <p:grpSpPr>
          <a:xfrm>
            <a:off x="2648263" y="502457"/>
            <a:ext cx="351360" cy="458280"/>
            <a:chOff x="2648263" y="502457"/>
            <a:chExt cx="351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680EFA-5660-5441-8BA5-E610E8395189}"/>
                    </a:ext>
                  </a:extLst>
                </p14:cNvPr>
                <p14:cNvContentPartPr/>
                <p14:nvPr/>
              </p14:nvContentPartPr>
              <p14:xfrm>
                <a:off x="2648263" y="502457"/>
                <a:ext cx="21024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680EFA-5660-5441-8BA5-E610E83951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943" y="498137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5BD595-5CD8-1D2B-FB09-CB53E5A1400F}"/>
                    </a:ext>
                  </a:extLst>
                </p14:cNvPr>
                <p14:cNvContentPartPr/>
                <p14:nvPr/>
              </p14:nvContentPartPr>
              <p14:xfrm>
                <a:off x="2900623" y="847337"/>
                <a:ext cx="9900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5BD595-5CD8-1D2B-FB09-CB53E5A140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6303" y="843017"/>
                  <a:ext cx="107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002D9F-9FAC-CAE2-582E-FE414735DDEA}"/>
              </a:ext>
            </a:extLst>
          </p:cNvPr>
          <p:cNvGrpSpPr/>
          <p:nvPr/>
        </p:nvGrpSpPr>
        <p:grpSpPr>
          <a:xfrm>
            <a:off x="3377983" y="566897"/>
            <a:ext cx="758160" cy="353160"/>
            <a:chOff x="3377983" y="566897"/>
            <a:chExt cx="758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9D4F5C-CFC8-8F27-918B-6E51D0884160}"/>
                    </a:ext>
                  </a:extLst>
                </p14:cNvPr>
                <p14:cNvContentPartPr/>
                <p14:nvPr/>
              </p14:nvContentPartPr>
              <p14:xfrm>
                <a:off x="3377983" y="645737"/>
                <a:ext cx="69120" cy="20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9D4F5C-CFC8-8F27-918B-6E51D08841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3663" y="641417"/>
                  <a:ext cx="77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BB4445-0289-2653-AE71-18B0700E2FF4}"/>
                    </a:ext>
                  </a:extLst>
                </p14:cNvPr>
                <p14:cNvContentPartPr/>
                <p14:nvPr/>
              </p14:nvContentPartPr>
              <p14:xfrm>
                <a:off x="3620983" y="566897"/>
                <a:ext cx="22932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BB4445-0289-2653-AE71-18B0700E2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6663" y="562577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BF9A07-F4E8-336C-FE19-0C4C0693587F}"/>
                    </a:ext>
                  </a:extLst>
                </p14:cNvPr>
                <p14:cNvContentPartPr/>
                <p14:nvPr/>
              </p14:nvContentPartPr>
              <p14:xfrm>
                <a:off x="3965863" y="774617"/>
                <a:ext cx="17028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BF9A07-F4E8-336C-FE19-0C4C069358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543" y="770297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705536-9F96-CF3E-5A44-1053905BA148}"/>
              </a:ext>
            </a:extLst>
          </p:cNvPr>
          <p:cNvGrpSpPr/>
          <p:nvPr/>
        </p:nvGrpSpPr>
        <p:grpSpPr>
          <a:xfrm>
            <a:off x="4456543" y="519017"/>
            <a:ext cx="470520" cy="433080"/>
            <a:chOff x="4456543" y="519017"/>
            <a:chExt cx="4705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13013A-71C3-257C-5421-EAF244B90F13}"/>
                    </a:ext>
                  </a:extLst>
                </p14:cNvPr>
                <p14:cNvContentPartPr/>
                <p14:nvPr/>
              </p14:nvContentPartPr>
              <p14:xfrm>
                <a:off x="4456543" y="519017"/>
                <a:ext cx="20412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13013A-71C3-257C-5421-EAF244B90F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2223" y="514697"/>
                  <a:ext cx="212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DAF8381-DE23-6D2D-3A1B-24FDC5454759}"/>
                    </a:ext>
                  </a:extLst>
                </p14:cNvPr>
                <p14:cNvContentPartPr/>
                <p14:nvPr/>
              </p14:nvContentPartPr>
              <p14:xfrm>
                <a:off x="4763983" y="799457"/>
                <a:ext cx="163080" cy="15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DAF8381-DE23-6D2D-3A1B-24FDC54547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9663" y="795137"/>
                  <a:ext cx="1717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5440AC-DD47-5733-09D9-0DA159441B61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5440AC-DD47-5733-09D9-0DA159441B6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B8C9D71-4BEF-8385-39E0-2BCEFDAFEA63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B8C9D71-4BEF-8385-39E0-2BCEFDAFEA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3F181F1-2326-7000-CAFA-2A482DBC0082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3F181F1-2326-7000-CAFA-2A482DBC008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3D20CB7-30F5-1EB4-22A5-2B0F694F6A88}"/>
              </a:ext>
            </a:extLst>
          </p:cNvPr>
          <p:cNvGrpSpPr/>
          <p:nvPr/>
        </p:nvGrpSpPr>
        <p:grpSpPr>
          <a:xfrm>
            <a:off x="884747" y="1256667"/>
            <a:ext cx="943200" cy="339120"/>
            <a:chOff x="884747" y="1256667"/>
            <a:chExt cx="943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657A25-0459-5EE6-7812-11EB08E14A21}"/>
                    </a:ext>
                  </a:extLst>
                </p14:cNvPr>
                <p14:cNvContentPartPr/>
                <p14:nvPr/>
              </p14:nvContentPartPr>
              <p14:xfrm>
                <a:off x="884747" y="1256667"/>
                <a:ext cx="201960" cy="33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657A25-0459-5EE6-7812-11EB08E14A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427" y="1252347"/>
                  <a:ext cx="210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B61E12-8074-F861-7C9D-30DE58849FB6}"/>
                    </a:ext>
                  </a:extLst>
                </p14:cNvPr>
                <p14:cNvContentPartPr/>
                <p14:nvPr/>
              </p14:nvContentPartPr>
              <p14:xfrm>
                <a:off x="1089947" y="1514427"/>
                <a:ext cx="79920" cy="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B61E12-8074-F861-7C9D-30DE58849F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5627" y="1510107"/>
                  <a:ext cx="88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F2ABFE-9A29-16C2-5348-EFAFE911B822}"/>
                    </a:ext>
                  </a:extLst>
                </p14:cNvPr>
                <p14:cNvContentPartPr/>
                <p14:nvPr/>
              </p14:nvContentPartPr>
              <p14:xfrm>
                <a:off x="1269587" y="1456467"/>
                <a:ext cx="62280" cy="12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F2ABFE-9A29-16C2-5348-EFAFE911B8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5267" y="1452147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1D0439-DAFE-1289-2C0E-5CD2ECB8E36C}"/>
                    </a:ext>
                  </a:extLst>
                </p14:cNvPr>
                <p14:cNvContentPartPr/>
                <p14:nvPr/>
              </p14:nvContentPartPr>
              <p14:xfrm>
                <a:off x="1389107" y="1457547"/>
                <a:ext cx="8532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1D0439-DAFE-1289-2C0E-5CD2ECB8E3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84787" y="1453227"/>
                  <a:ext cx="93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75F479-6199-4397-1032-FE1976F21BDB}"/>
                    </a:ext>
                  </a:extLst>
                </p14:cNvPr>
                <p14:cNvContentPartPr/>
                <p14:nvPr/>
              </p14:nvContentPartPr>
              <p14:xfrm>
                <a:off x="1518347" y="1503987"/>
                <a:ext cx="31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75F479-6199-4397-1032-FE1976F21B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4027" y="1499667"/>
                  <a:ext cx="4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77A4A6F-E6A0-71B3-FCC3-DFE25B8C7745}"/>
                    </a:ext>
                  </a:extLst>
                </p14:cNvPr>
                <p14:cNvContentPartPr/>
                <p14:nvPr/>
              </p14:nvContentPartPr>
              <p14:xfrm>
                <a:off x="1701227" y="1313547"/>
                <a:ext cx="45720" cy="25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77A4A6F-E6A0-71B3-FCC3-DFE25B8C77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907" y="1309227"/>
                  <a:ext cx="5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F6667F-F523-80FF-2ACB-C12AEF528B0E}"/>
                    </a:ext>
                  </a:extLst>
                </p14:cNvPr>
                <p14:cNvContentPartPr/>
                <p14:nvPr/>
              </p14:nvContentPartPr>
              <p14:xfrm>
                <a:off x="1664867" y="1456467"/>
                <a:ext cx="16308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F6667F-F523-80FF-2ACB-C12AEF528B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60547" y="1452147"/>
                  <a:ext cx="1717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9B84666-D897-F5C1-FE2C-9E2892DAE6BB}"/>
              </a:ext>
            </a:extLst>
          </p:cNvPr>
          <p:cNvGrpSpPr/>
          <p:nvPr/>
        </p:nvGrpSpPr>
        <p:grpSpPr>
          <a:xfrm>
            <a:off x="2132867" y="1276107"/>
            <a:ext cx="386640" cy="246240"/>
            <a:chOff x="2132867" y="1276107"/>
            <a:chExt cx="3866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A34DB2-0875-71E3-39EF-0C691C128402}"/>
                    </a:ext>
                  </a:extLst>
                </p14:cNvPr>
                <p14:cNvContentPartPr/>
                <p14:nvPr/>
              </p14:nvContentPartPr>
              <p14:xfrm>
                <a:off x="2132867" y="1436667"/>
                <a:ext cx="122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A34DB2-0875-71E3-39EF-0C691C1284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8547" y="1432347"/>
                  <a:ext cx="2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792206F-E21C-F7B2-7D76-65ACA05A7F67}"/>
                    </a:ext>
                  </a:extLst>
                </p14:cNvPr>
                <p14:cNvContentPartPr/>
                <p14:nvPr/>
              </p14:nvContentPartPr>
              <p14:xfrm>
                <a:off x="2176427" y="1290867"/>
                <a:ext cx="237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792206F-E21C-F7B2-7D76-65ACA05A7F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2107" y="1286547"/>
                  <a:ext cx="3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91D65C-449C-5008-3DC2-7A4D22088AF9}"/>
                    </a:ext>
                  </a:extLst>
                </p14:cNvPr>
                <p14:cNvContentPartPr/>
                <p14:nvPr/>
              </p14:nvContentPartPr>
              <p14:xfrm>
                <a:off x="2189387" y="1437027"/>
                <a:ext cx="8640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91D65C-449C-5008-3DC2-7A4D22088A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067" y="143270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5FE521-DF6D-B2AE-FA04-FBBD420BF128}"/>
                    </a:ext>
                  </a:extLst>
                </p14:cNvPr>
                <p14:cNvContentPartPr/>
                <p14:nvPr/>
              </p14:nvContentPartPr>
              <p14:xfrm>
                <a:off x="2352467" y="1276107"/>
                <a:ext cx="68760" cy="23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5FE521-DF6D-B2AE-FA04-FBBD420BF1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8147" y="1271787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8F9B5A-16D6-77C4-1150-D6C72A3AE38A}"/>
                    </a:ext>
                  </a:extLst>
                </p14:cNvPr>
                <p14:cNvContentPartPr/>
                <p14:nvPr/>
              </p14:nvContentPartPr>
              <p14:xfrm>
                <a:off x="2324747" y="1380507"/>
                <a:ext cx="146520" cy="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8F9B5A-16D6-77C4-1150-D6C72A3AE3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0427" y="1376187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8BFCED-D416-692A-B43E-0DE3EBACAE87}"/>
                    </a:ext>
                  </a:extLst>
                </p14:cNvPr>
                <p14:cNvContentPartPr/>
                <p14:nvPr/>
              </p14:nvContentPartPr>
              <p14:xfrm>
                <a:off x="2446787" y="1410027"/>
                <a:ext cx="7272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8BFCED-D416-692A-B43E-0DE3EBACAE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2467" y="1405707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575DAA2-4028-BD4A-86BD-37A84EC0D907}"/>
                  </a:ext>
                </a:extLst>
              </p14:cNvPr>
              <p14:cNvContentPartPr/>
              <p14:nvPr/>
            </p14:nvContentPartPr>
            <p14:xfrm>
              <a:off x="2815427" y="1403547"/>
              <a:ext cx="112320" cy="84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575DAA2-4028-BD4A-86BD-37A84EC0D90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11107" y="1399227"/>
                <a:ext cx="120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B6375E0-9C0A-7946-6ACD-AFF7107F6F5B}"/>
              </a:ext>
            </a:extLst>
          </p:cNvPr>
          <p:cNvGrpSpPr/>
          <p:nvPr/>
        </p:nvGrpSpPr>
        <p:grpSpPr>
          <a:xfrm>
            <a:off x="3340667" y="1258827"/>
            <a:ext cx="594000" cy="314640"/>
            <a:chOff x="3340667" y="1258827"/>
            <a:chExt cx="5940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C3971F-9BFE-1368-E30E-C86D907A6331}"/>
                    </a:ext>
                  </a:extLst>
                </p14:cNvPr>
                <p14:cNvContentPartPr/>
                <p14:nvPr/>
              </p14:nvContentPartPr>
              <p14:xfrm>
                <a:off x="3340667" y="1302387"/>
                <a:ext cx="10800" cy="14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C3971F-9BFE-1368-E30E-C86D907A63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6347" y="1298067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D2D323-5E81-E15D-2E04-6D54504BCC78}"/>
                    </a:ext>
                  </a:extLst>
                </p14:cNvPr>
                <p14:cNvContentPartPr/>
                <p14:nvPr/>
              </p14:nvContentPartPr>
              <p14:xfrm>
                <a:off x="3346067" y="1273227"/>
                <a:ext cx="118440" cy="19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D2D323-5E81-E15D-2E04-6D54504BCC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1747" y="1268907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8F0E77-DD88-921D-254C-1A6DF7B2F042}"/>
                    </a:ext>
                  </a:extLst>
                </p14:cNvPr>
                <p14:cNvContentPartPr/>
                <p14:nvPr/>
              </p14:nvContentPartPr>
              <p14:xfrm>
                <a:off x="3503387" y="1296267"/>
                <a:ext cx="10260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8F0E77-DD88-921D-254C-1A6DF7B2F0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067" y="1291947"/>
                  <a:ext cx="111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7CAD24B-79A4-A4FB-84F6-9AA4506CF605}"/>
                    </a:ext>
                  </a:extLst>
                </p14:cNvPr>
                <p14:cNvContentPartPr/>
                <p14:nvPr/>
              </p14:nvContentPartPr>
              <p14:xfrm>
                <a:off x="3741707" y="1287267"/>
                <a:ext cx="4932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7CAD24B-79A4-A4FB-84F6-9AA4506CF6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37387" y="1282947"/>
                  <a:ext cx="5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F78740-9365-677E-30B3-205D41D13F22}"/>
                    </a:ext>
                  </a:extLst>
                </p14:cNvPr>
                <p14:cNvContentPartPr/>
                <p14:nvPr/>
              </p14:nvContentPartPr>
              <p14:xfrm>
                <a:off x="3661787" y="1258827"/>
                <a:ext cx="27288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F78740-9365-677E-30B3-205D41D13F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7467" y="1254507"/>
                  <a:ext cx="281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E8E9DA-6684-C6AE-BFB3-EAF608127EF2}"/>
                    </a:ext>
                  </a:extLst>
                </p14:cNvPr>
                <p14:cNvContentPartPr/>
                <p14:nvPr/>
              </p14:nvContentPartPr>
              <p14:xfrm>
                <a:off x="3841787" y="1481307"/>
                <a:ext cx="76320" cy="9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E8E9DA-6684-C6AE-BFB3-EAF608127E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467" y="1476987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8ADEA6F-0170-01B3-DF90-6BCEBC3CE674}"/>
              </a:ext>
            </a:extLst>
          </p:cNvPr>
          <p:cNvGrpSpPr/>
          <p:nvPr/>
        </p:nvGrpSpPr>
        <p:grpSpPr>
          <a:xfrm>
            <a:off x="4187387" y="1230747"/>
            <a:ext cx="1735560" cy="374760"/>
            <a:chOff x="4187387" y="1230747"/>
            <a:chExt cx="17355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8C23C2-D30B-7437-99D2-FE3230A5F092}"/>
                    </a:ext>
                  </a:extLst>
                </p14:cNvPr>
                <p14:cNvContentPartPr/>
                <p14:nvPr/>
              </p14:nvContentPartPr>
              <p14:xfrm>
                <a:off x="4187387" y="1345587"/>
                <a:ext cx="99360" cy="8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8C23C2-D30B-7437-99D2-FE3230A5F09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3067" y="1341267"/>
                  <a:ext cx="108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69285A7-A192-C132-AA6C-C53B1EC62BCF}"/>
                    </a:ext>
                  </a:extLst>
                </p14:cNvPr>
                <p14:cNvContentPartPr/>
                <p14:nvPr/>
              </p14:nvContentPartPr>
              <p14:xfrm>
                <a:off x="4328147" y="1342347"/>
                <a:ext cx="137160" cy="6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69285A7-A192-C132-AA6C-C53B1EC62B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3827" y="1338027"/>
                  <a:ext cx="145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6D965FD-6764-D1DB-C3AE-B8AE51A2D6C2}"/>
                    </a:ext>
                  </a:extLst>
                </p14:cNvPr>
                <p14:cNvContentPartPr/>
                <p14:nvPr/>
              </p14:nvContentPartPr>
              <p14:xfrm>
                <a:off x="4520027" y="1322187"/>
                <a:ext cx="874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6D965FD-6764-D1DB-C3AE-B8AE51A2D6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707" y="1317867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93D0B6-FD3C-05DF-DF81-461DFE8BE533}"/>
                    </a:ext>
                  </a:extLst>
                </p14:cNvPr>
                <p14:cNvContentPartPr/>
                <p14:nvPr/>
              </p14:nvContentPartPr>
              <p14:xfrm>
                <a:off x="4715507" y="1372947"/>
                <a:ext cx="81720" cy="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93D0B6-FD3C-05DF-DF81-461DFE8BE5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1187" y="1368627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E6A1E2-2770-9CCD-5BAC-020DDC343288}"/>
                    </a:ext>
                  </a:extLst>
                </p14:cNvPr>
                <p14:cNvContentPartPr/>
                <p14:nvPr/>
              </p14:nvContentPartPr>
              <p14:xfrm>
                <a:off x="4868867" y="1230747"/>
                <a:ext cx="11988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E6A1E2-2770-9CCD-5BAC-020DDC3432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64547" y="1226427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92E0CA-0A5C-482F-5DC1-39A99EBB9B85}"/>
                    </a:ext>
                  </a:extLst>
                </p14:cNvPr>
                <p14:cNvContentPartPr/>
                <p14:nvPr/>
              </p14:nvContentPartPr>
              <p14:xfrm>
                <a:off x="5024027" y="1360707"/>
                <a:ext cx="56880" cy="25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92E0CA-0A5C-482F-5DC1-39A99EBB9B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07" y="1356387"/>
                  <a:ext cx="6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CB8E88-5931-919D-6E53-5037130152D9}"/>
                    </a:ext>
                  </a:extLst>
                </p14:cNvPr>
                <p14:cNvContentPartPr/>
                <p14:nvPr/>
              </p14:nvContentPartPr>
              <p14:xfrm>
                <a:off x="4882907" y="1335507"/>
                <a:ext cx="233640" cy="27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CB8E88-5931-919D-6E53-5037130152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8587" y="1331187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E09D20-78F4-2E50-8830-0022D2EBE29A}"/>
                    </a:ext>
                  </a:extLst>
                </p14:cNvPr>
                <p14:cNvContentPartPr/>
                <p14:nvPr/>
              </p14:nvContentPartPr>
              <p14:xfrm>
                <a:off x="5204747" y="1367547"/>
                <a:ext cx="116640" cy="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E09D20-78F4-2E50-8830-0022D2EBE2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0427" y="136322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20ACCB-C272-FADE-A5C0-6B889D8D6947}"/>
                    </a:ext>
                  </a:extLst>
                </p14:cNvPr>
                <p14:cNvContentPartPr/>
                <p14:nvPr/>
              </p14:nvContentPartPr>
              <p14:xfrm>
                <a:off x="5429747" y="1323267"/>
                <a:ext cx="116640" cy="92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20ACCB-C272-FADE-A5C0-6B889D8D69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5427" y="1318947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8FD991F-9D93-A3DA-62CB-E7288F26FBC6}"/>
                    </a:ext>
                  </a:extLst>
                </p14:cNvPr>
                <p14:cNvContentPartPr/>
                <p14:nvPr/>
              </p14:nvContentPartPr>
              <p14:xfrm>
                <a:off x="5565827" y="1317147"/>
                <a:ext cx="119880" cy="10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8FD991F-9D93-A3DA-62CB-E7288F26FB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7" y="1312827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A414AB-606C-1407-6643-2F41E73CE9CE}"/>
                    </a:ext>
                  </a:extLst>
                </p14:cNvPr>
                <p14:cNvContentPartPr/>
                <p14:nvPr/>
              </p14:nvContentPartPr>
              <p14:xfrm>
                <a:off x="5749067" y="1309227"/>
                <a:ext cx="92880" cy="12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A414AB-606C-1407-6643-2F41E73CE9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44747" y="1304907"/>
                  <a:ext cx="10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70BB8A-240A-1841-8605-D7C4D55CFF21}"/>
                    </a:ext>
                  </a:extLst>
                </p14:cNvPr>
                <p14:cNvContentPartPr/>
                <p14:nvPr/>
              </p14:nvContentPartPr>
              <p14:xfrm>
                <a:off x="5899187" y="1385187"/>
                <a:ext cx="2376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70BB8A-240A-1841-8605-D7C4D55CFF2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4867" y="1380867"/>
                  <a:ext cx="324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EFF295C-6799-5AEF-56A9-356AF12AED9A}"/>
              </a:ext>
            </a:extLst>
          </p:cNvPr>
          <p:cNvGrpSpPr/>
          <p:nvPr/>
        </p:nvGrpSpPr>
        <p:grpSpPr>
          <a:xfrm>
            <a:off x="1352387" y="2109147"/>
            <a:ext cx="757440" cy="295200"/>
            <a:chOff x="1352387" y="2109147"/>
            <a:chExt cx="7574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8BF299-D9FC-8AEA-1F06-90BD017E2C21}"/>
                    </a:ext>
                  </a:extLst>
                </p14:cNvPr>
                <p14:cNvContentPartPr/>
                <p14:nvPr/>
              </p14:nvContentPartPr>
              <p14:xfrm>
                <a:off x="1352387" y="2252787"/>
                <a:ext cx="10584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8BF299-D9FC-8AEA-1F06-90BD017E2C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8067" y="2248467"/>
                  <a:ext cx="114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0B8AAA-58CE-3391-C5BA-7D403BD73095}"/>
                    </a:ext>
                  </a:extLst>
                </p14:cNvPr>
                <p14:cNvContentPartPr/>
                <p14:nvPr/>
              </p14:nvContentPartPr>
              <p14:xfrm>
                <a:off x="1555427" y="2248107"/>
                <a:ext cx="8064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0B8AAA-58CE-3391-C5BA-7D403BD730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1107" y="2243787"/>
                  <a:ext cx="89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441DE6-95A6-2B07-4901-A5482082A820}"/>
                    </a:ext>
                  </a:extLst>
                </p14:cNvPr>
                <p14:cNvContentPartPr/>
                <p14:nvPr/>
              </p14:nvContentPartPr>
              <p14:xfrm>
                <a:off x="1696187" y="2221107"/>
                <a:ext cx="83520" cy="97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441DE6-95A6-2B07-4901-A5482082A8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91867" y="2216787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0F7AFCC-E850-E575-7CC6-2859FF212780}"/>
                    </a:ext>
                  </a:extLst>
                </p14:cNvPr>
                <p14:cNvContentPartPr/>
                <p14:nvPr/>
              </p14:nvContentPartPr>
              <p14:xfrm>
                <a:off x="1916147" y="2109147"/>
                <a:ext cx="95760" cy="22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0F7AFCC-E850-E575-7CC6-2859FF2127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1827" y="2104827"/>
                  <a:ext cx="10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06C9E6-FC4A-ADFE-C129-43EDFD75788B}"/>
                    </a:ext>
                  </a:extLst>
                </p14:cNvPr>
                <p14:cNvContentPartPr/>
                <p14:nvPr/>
              </p14:nvContentPartPr>
              <p14:xfrm>
                <a:off x="1866467" y="2191947"/>
                <a:ext cx="17784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06C9E6-FC4A-ADFE-C129-43EDFD7578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2147" y="2187627"/>
                  <a:ext cx="186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BEC7B7-E92B-611D-0617-635AF7DCF0FC}"/>
                    </a:ext>
                  </a:extLst>
                </p14:cNvPr>
                <p14:cNvContentPartPr/>
                <p14:nvPr/>
              </p14:nvContentPartPr>
              <p14:xfrm>
                <a:off x="2092907" y="2268987"/>
                <a:ext cx="1692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BEC7B7-E92B-611D-0617-635AF7DCF0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587" y="2264667"/>
                  <a:ext cx="2556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6DD4FE8-249C-029C-DB06-ECBD71B74185}"/>
                  </a:ext>
                </a:extLst>
              </p14:cNvPr>
              <p14:cNvContentPartPr/>
              <p14:nvPr/>
            </p14:nvContentPartPr>
            <p14:xfrm>
              <a:off x="7426307" y="3052707"/>
              <a:ext cx="1080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6DD4FE8-249C-029C-DB06-ECBD71B7418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1987" y="3048387"/>
                <a:ext cx="194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344ECB4-7C37-8F24-3AC0-849904ADAAAC}"/>
              </a:ext>
            </a:extLst>
          </p:cNvPr>
          <p:cNvGrpSpPr/>
          <p:nvPr/>
        </p:nvGrpSpPr>
        <p:grpSpPr>
          <a:xfrm>
            <a:off x="3554507" y="1726827"/>
            <a:ext cx="5297760" cy="2968373"/>
            <a:chOff x="3554507" y="1726827"/>
            <a:chExt cx="5297760" cy="2968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BE07F4-8139-174D-8609-FBA78838BEBE}"/>
                    </a:ext>
                  </a:extLst>
                </p14:cNvPr>
                <p14:cNvContentPartPr/>
                <p14:nvPr/>
              </p14:nvContentPartPr>
              <p14:xfrm>
                <a:off x="3554507" y="2078907"/>
                <a:ext cx="141840" cy="112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BE07F4-8139-174D-8609-FBA78838BE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0187" y="2074587"/>
                  <a:ext cx="150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BC225BA-E757-6A47-3BA1-DA5B3B4AECC2}"/>
                    </a:ext>
                  </a:extLst>
                </p14:cNvPr>
                <p14:cNvContentPartPr/>
                <p14:nvPr/>
              </p14:nvContentPartPr>
              <p14:xfrm>
                <a:off x="3730547" y="2070267"/>
                <a:ext cx="103680" cy="113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BC225BA-E757-6A47-3BA1-DA5B3B4AECC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26227" y="2065947"/>
                  <a:ext cx="11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A1D660-9608-299F-78CF-8BCBE03599D9}"/>
                    </a:ext>
                  </a:extLst>
                </p14:cNvPr>
                <p14:cNvContentPartPr/>
                <p14:nvPr/>
              </p14:nvContentPartPr>
              <p14:xfrm>
                <a:off x="3862307" y="2077467"/>
                <a:ext cx="90000" cy="72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A1D660-9608-299F-78CF-8BCBE03599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7987" y="2073147"/>
                  <a:ext cx="9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847520-8E43-2B45-0FA5-768BB1D87388}"/>
                    </a:ext>
                  </a:extLst>
                </p14:cNvPr>
                <p14:cNvContentPartPr/>
                <p14:nvPr/>
              </p14:nvContentPartPr>
              <p14:xfrm>
                <a:off x="4007387" y="1920867"/>
                <a:ext cx="97920" cy="23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847520-8E43-2B45-0FA5-768BB1D873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3067" y="1916547"/>
                  <a:ext cx="106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B158EC-00D7-E186-8E19-53E469AFB8AF}"/>
                    </a:ext>
                  </a:extLst>
                </p14:cNvPr>
                <p14:cNvContentPartPr/>
                <p14:nvPr/>
              </p14:nvContentPartPr>
              <p14:xfrm>
                <a:off x="4018547" y="2029227"/>
                <a:ext cx="89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B158EC-00D7-E186-8E19-53E469AFB8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4227" y="2024907"/>
                  <a:ext cx="9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64DB2E-CF33-1DB3-3CCA-885DA3F5FDC6}"/>
                    </a:ext>
                  </a:extLst>
                </p14:cNvPr>
                <p14:cNvContentPartPr/>
                <p14:nvPr/>
              </p14:nvContentPartPr>
              <p14:xfrm>
                <a:off x="4295387" y="2007267"/>
                <a:ext cx="195840" cy="37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64DB2E-CF33-1DB3-3CCA-885DA3F5FD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1067" y="2002947"/>
                  <a:ext cx="204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8F32E18-4E44-1E76-D77D-B1E7625F0F2E}"/>
                    </a:ext>
                  </a:extLst>
                </p14:cNvPr>
                <p14:cNvContentPartPr/>
                <p14:nvPr/>
              </p14:nvContentPartPr>
              <p14:xfrm>
                <a:off x="4329227" y="2274387"/>
                <a:ext cx="8856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8F32E18-4E44-1E76-D77D-B1E7625F0F2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4907" y="2270067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EC9349E-F825-F312-44A6-BDA7444ECBC2}"/>
                    </a:ext>
                  </a:extLst>
                </p14:cNvPr>
                <p14:cNvContentPartPr/>
                <p14:nvPr/>
              </p14:nvContentPartPr>
              <p14:xfrm>
                <a:off x="4431827" y="2287707"/>
                <a:ext cx="6984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EC9349E-F825-F312-44A6-BDA7444ECB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27507" y="2283387"/>
                  <a:ext cx="78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9D9C64-557C-62E3-9870-A592FAFB3E21}"/>
                    </a:ext>
                  </a:extLst>
                </p14:cNvPr>
                <p14:cNvContentPartPr/>
                <p14:nvPr/>
              </p14:nvContentPartPr>
              <p14:xfrm>
                <a:off x="4147427" y="2395347"/>
                <a:ext cx="491760" cy="36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9D9C64-557C-62E3-9870-A592FAFB3E2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3107" y="2391027"/>
                  <a:ext cx="50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773439-4971-2A8A-BB5D-E2C851580482}"/>
                    </a:ext>
                  </a:extLst>
                </p14:cNvPr>
                <p14:cNvContentPartPr/>
                <p14:nvPr/>
              </p14:nvContentPartPr>
              <p14:xfrm>
                <a:off x="4350467" y="2477067"/>
                <a:ext cx="144000" cy="19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773439-4971-2A8A-BB5D-E2C85158048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147" y="2472747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1BDA90B-458D-6B6D-E7DC-4BEA18802467}"/>
                    </a:ext>
                  </a:extLst>
                </p14:cNvPr>
                <p14:cNvContentPartPr/>
                <p14:nvPr/>
              </p14:nvContentPartPr>
              <p14:xfrm>
                <a:off x="5873627" y="1870107"/>
                <a:ext cx="9000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1BDA90B-458D-6B6D-E7DC-4BEA1880246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9307" y="1865787"/>
                  <a:ext cx="98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23759B9-90F1-7411-969D-C2C9FF3A0D11}"/>
                    </a:ext>
                  </a:extLst>
                </p14:cNvPr>
                <p14:cNvContentPartPr/>
                <p14:nvPr/>
              </p14:nvContentPartPr>
              <p14:xfrm>
                <a:off x="6045707" y="1875507"/>
                <a:ext cx="11376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23759B9-90F1-7411-969D-C2C9FF3A0D1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1387" y="1871187"/>
                  <a:ext cx="12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BF45CA-C738-C622-CDB9-94EC2E0F7996}"/>
                    </a:ext>
                  </a:extLst>
                </p14:cNvPr>
                <p14:cNvContentPartPr/>
                <p14:nvPr/>
              </p14:nvContentPartPr>
              <p14:xfrm>
                <a:off x="6215267" y="1848507"/>
                <a:ext cx="9504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BF45CA-C738-C622-CDB9-94EC2E0F79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0947" y="1844187"/>
                  <a:ext cx="10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B0A007-FEBE-53AD-3DB7-B14F7D163C9E}"/>
                    </a:ext>
                  </a:extLst>
                </p14:cNvPr>
                <p14:cNvContentPartPr/>
                <p14:nvPr/>
              </p14:nvContentPartPr>
              <p14:xfrm>
                <a:off x="6415787" y="1726827"/>
                <a:ext cx="43920" cy="18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B0A007-FEBE-53AD-3DB7-B14F7D163C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1467" y="1722507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DF8ED5-C807-19F1-068E-874E38588FB1}"/>
                    </a:ext>
                  </a:extLst>
                </p14:cNvPr>
                <p14:cNvContentPartPr/>
                <p14:nvPr/>
              </p14:nvContentPartPr>
              <p14:xfrm>
                <a:off x="6403547" y="1830507"/>
                <a:ext cx="121680" cy="2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DF8ED5-C807-19F1-068E-874E38588F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99227" y="1826187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12B9C9-E47A-C0ED-4C3A-B471668FA440}"/>
                    </a:ext>
                  </a:extLst>
                </p14:cNvPr>
                <p14:cNvContentPartPr/>
                <p14:nvPr/>
              </p14:nvContentPartPr>
              <p14:xfrm>
                <a:off x="6665987" y="1810347"/>
                <a:ext cx="129960" cy="31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12B9C9-E47A-C0ED-4C3A-B471668FA44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67" y="1806027"/>
                  <a:ext cx="138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1E7918-5708-AE1B-EF36-05B793EDF5B0}"/>
                    </a:ext>
                  </a:extLst>
                </p14:cNvPr>
                <p14:cNvContentPartPr/>
                <p14:nvPr/>
              </p14:nvContentPartPr>
              <p14:xfrm>
                <a:off x="6615227" y="2097267"/>
                <a:ext cx="133920" cy="78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1E7918-5708-AE1B-EF36-05B793EDF5B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0907" y="2092947"/>
                  <a:ext cx="14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7C510F6-C4E3-73E7-1AC6-50949CF0BB37}"/>
                    </a:ext>
                  </a:extLst>
                </p14:cNvPr>
                <p14:cNvContentPartPr/>
                <p14:nvPr/>
              </p14:nvContentPartPr>
              <p14:xfrm>
                <a:off x="6734027" y="2089347"/>
                <a:ext cx="67320" cy="9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7C510F6-C4E3-73E7-1AC6-50949CF0BB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29707" y="2085027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F6E1DD-8BBA-ACBC-5F35-FAFE06620A4D}"/>
                    </a:ext>
                  </a:extLst>
                </p14:cNvPr>
                <p14:cNvContentPartPr/>
                <p14:nvPr/>
              </p14:nvContentPartPr>
              <p14:xfrm>
                <a:off x="6456467" y="2196627"/>
                <a:ext cx="454680" cy="35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F6E1DD-8BBA-ACBC-5F35-FAFE06620A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52147" y="2192307"/>
                  <a:ext cx="463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D8CB748-F853-B090-0E26-E498662A6AD7}"/>
                    </a:ext>
                  </a:extLst>
                </p14:cNvPr>
                <p14:cNvContentPartPr/>
                <p14:nvPr/>
              </p14:nvContentPartPr>
              <p14:xfrm>
                <a:off x="6658067" y="2292747"/>
                <a:ext cx="141840" cy="19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D8CB748-F853-B090-0E26-E498662A6A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53747" y="2288427"/>
                  <a:ext cx="150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329BBE-15B1-5113-60CB-DB4FF126A4B9}"/>
                    </a:ext>
                  </a:extLst>
                </p14:cNvPr>
                <p14:cNvContentPartPr/>
                <p14:nvPr/>
              </p14:nvContentPartPr>
              <p14:xfrm>
                <a:off x="6866867" y="2500107"/>
                <a:ext cx="2444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329BBE-15B1-5113-60CB-DB4FF126A4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62547" y="2495787"/>
                  <a:ext cx="253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6605E2-8FB0-B102-13FC-AEC1DEA6FC5A}"/>
                    </a:ext>
                  </a:extLst>
                </p14:cNvPr>
                <p14:cNvContentPartPr/>
                <p14:nvPr/>
              </p14:nvContentPartPr>
              <p14:xfrm>
                <a:off x="7068107" y="2685507"/>
                <a:ext cx="99360" cy="12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6605E2-8FB0-B102-13FC-AEC1DEA6FC5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63787" y="2681187"/>
                  <a:ext cx="10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7C8C744-4668-00C5-1D5B-12291F690089}"/>
                    </a:ext>
                  </a:extLst>
                </p14:cNvPr>
                <p14:cNvContentPartPr/>
                <p14:nvPr/>
              </p14:nvContentPartPr>
              <p14:xfrm>
                <a:off x="7133627" y="2758587"/>
                <a:ext cx="369000" cy="29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7C8C744-4668-00C5-1D5B-12291F69008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29307" y="2754267"/>
                  <a:ext cx="377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150F22-6141-851A-89A4-B346D76E8410}"/>
                    </a:ext>
                  </a:extLst>
                </p14:cNvPr>
                <p14:cNvContentPartPr/>
                <p14:nvPr/>
              </p14:nvContentPartPr>
              <p14:xfrm>
                <a:off x="7244867" y="2821587"/>
                <a:ext cx="121320" cy="20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150F22-6141-851A-89A4-B346D76E841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40547" y="2817267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0C5885-0D98-B40A-D625-A4F35DBBE9FD}"/>
                    </a:ext>
                  </a:extLst>
                </p14:cNvPr>
                <p14:cNvContentPartPr/>
                <p14:nvPr/>
              </p14:nvContentPartPr>
              <p14:xfrm>
                <a:off x="7273307" y="2905827"/>
                <a:ext cx="1422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0C5885-0D98-B40A-D625-A4F35DBBE9F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8987" y="2901507"/>
                  <a:ext cx="15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B10A557-62E1-83D8-349A-D48ED9B21D39}"/>
                    </a:ext>
                  </a:extLst>
                </p14:cNvPr>
                <p14:cNvContentPartPr/>
                <p14:nvPr/>
              </p14:nvContentPartPr>
              <p14:xfrm>
                <a:off x="6189347" y="2550147"/>
                <a:ext cx="36144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B10A557-62E1-83D8-349A-D48ED9B21D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85027" y="254582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E1F7CF0-6D8C-4819-5315-90AFD0AD878C}"/>
                    </a:ext>
                  </a:extLst>
                </p14:cNvPr>
                <p14:cNvContentPartPr/>
                <p14:nvPr/>
              </p14:nvContentPartPr>
              <p14:xfrm>
                <a:off x="6150467" y="2742027"/>
                <a:ext cx="1551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E1F7CF0-6D8C-4819-5315-90AFD0AD87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46147" y="2737707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A8289C-C334-01C7-B57C-AC4395FCD845}"/>
                    </a:ext>
                  </a:extLst>
                </p14:cNvPr>
                <p14:cNvContentPartPr/>
                <p14:nvPr/>
              </p14:nvContentPartPr>
              <p14:xfrm>
                <a:off x="5888387" y="2893227"/>
                <a:ext cx="374760" cy="29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A8289C-C334-01C7-B57C-AC4395FCD8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84067" y="2888907"/>
                  <a:ext cx="383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91BB9D-21F8-C7A0-1A57-4C308461A18B}"/>
                    </a:ext>
                  </a:extLst>
                </p14:cNvPr>
                <p14:cNvContentPartPr/>
                <p14:nvPr/>
              </p14:nvContentPartPr>
              <p14:xfrm>
                <a:off x="6023027" y="2983587"/>
                <a:ext cx="13680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91BB9D-21F8-C7A0-1A57-4C308461A1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707" y="2979267"/>
                  <a:ext cx="145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E6EAAD-4FD3-EE46-EF74-C5C1736482E3}"/>
                    </a:ext>
                  </a:extLst>
                </p14:cNvPr>
                <p14:cNvContentPartPr/>
                <p14:nvPr/>
              </p14:nvContentPartPr>
              <p14:xfrm>
                <a:off x="6073787" y="3011307"/>
                <a:ext cx="47880" cy="14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E6EAAD-4FD3-EE46-EF74-C5C1736482E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69467" y="3006987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8E83C35-F298-F24C-3B5A-6BAF55EC9F32}"/>
                    </a:ext>
                  </a:extLst>
                </p14:cNvPr>
                <p14:cNvContentPartPr/>
                <p14:nvPr/>
              </p14:nvContentPartPr>
              <p14:xfrm>
                <a:off x="7396067" y="3025707"/>
                <a:ext cx="370080" cy="29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8E83C35-F298-F24C-3B5A-6BAF55EC9F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91747" y="3021387"/>
                  <a:ext cx="37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C313D7-5228-A3AD-1156-067DA5E1E2DC}"/>
                    </a:ext>
                  </a:extLst>
                </p14:cNvPr>
                <p14:cNvContentPartPr/>
                <p14:nvPr/>
              </p14:nvContentPartPr>
              <p14:xfrm>
                <a:off x="7679747" y="3243147"/>
                <a:ext cx="158400" cy="16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C313D7-5228-A3AD-1156-067DA5E1E2D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75427" y="3238827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9E7BEF8-0F7A-E79E-8082-439F91956406}"/>
                    </a:ext>
                  </a:extLst>
                </p14:cNvPr>
                <p14:cNvContentPartPr/>
                <p14:nvPr/>
              </p14:nvContentPartPr>
              <p14:xfrm>
                <a:off x="7722947" y="3355467"/>
                <a:ext cx="422640" cy="34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9E7BEF8-0F7A-E79E-8082-439F919564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8627" y="3351147"/>
                  <a:ext cx="431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10DF2E7-E3A0-5521-CB12-749B9BA208A5}"/>
                    </a:ext>
                  </a:extLst>
                </p14:cNvPr>
                <p14:cNvContentPartPr/>
                <p14:nvPr/>
              </p14:nvContentPartPr>
              <p14:xfrm>
                <a:off x="7811147" y="3436827"/>
                <a:ext cx="129600" cy="23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10DF2E7-E3A0-5521-CB12-749B9BA208A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827" y="3432507"/>
                  <a:ext cx="138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E20C61-8EEA-5263-BF66-88B5FD530359}"/>
                    </a:ext>
                  </a:extLst>
                </p14:cNvPr>
                <p14:cNvContentPartPr/>
                <p14:nvPr/>
              </p14:nvContentPartPr>
              <p14:xfrm>
                <a:off x="8086907" y="3630867"/>
                <a:ext cx="207720" cy="383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E20C61-8EEA-5263-BF66-88B5FD5303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2587" y="3626547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7BD158-F604-75A6-873F-01281FFA4844}"/>
                    </a:ext>
                  </a:extLst>
                </p14:cNvPr>
                <p14:cNvContentPartPr/>
                <p14:nvPr/>
              </p14:nvContentPartPr>
              <p14:xfrm>
                <a:off x="8247467" y="3931467"/>
                <a:ext cx="15912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7BD158-F604-75A6-873F-01281FFA48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3147" y="3927147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559EDA-9313-5E7D-4B9E-647D412F8B13}"/>
                    </a:ext>
                  </a:extLst>
                </p14:cNvPr>
                <p14:cNvContentPartPr/>
                <p14:nvPr/>
              </p14:nvContentPartPr>
              <p14:xfrm>
                <a:off x="8344307" y="3941000"/>
                <a:ext cx="507960" cy="42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559EDA-9313-5E7D-4B9E-647D412F8B1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35667" y="3932000"/>
                  <a:ext cx="525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1876997-DA9C-0A50-BB68-A0EE7A22B579}"/>
                    </a:ext>
                  </a:extLst>
                </p14:cNvPr>
                <p14:cNvContentPartPr/>
                <p14:nvPr/>
              </p14:nvContentPartPr>
              <p14:xfrm>
                <a:off x="8538347" y="4107680"/>
                <a:ext cx="26640" cy="17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1876997-DA9C-0A50-BB68-A0EE7A22B5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29347" y="4098680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8D4C51-427C-5436-3F66-E61029A516BB}"/>
                    </a:ext>
                  </a:extLst>
                </p14:cNvPr>
                <p14:cNvContentPartPr/>
                <p14:nvPr/>
              </p14:nvContentPartPr>
              <p14:xfrm>
                <a:off x="8606027" y="4115240"/>
                <a:ext cx="108360" cy="15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8D4C51-427C-5436-3F66-E61029A516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7027" y="4106600"/>
                  <a:ext cx="126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4E50CE-06CC-35B1-A4BA-3B4F2508E239}"/>
                    </a:ext>
                  </a:extLst>
                </p14:cNvPr>
                <p14:cNvContentPartPr/>
                <p14:nvPr/>
              </p14:nvContentPartPr>
              <p14:xfrm>
                <a:off x="5757347" y="3169520"/>
                <a:ext cx="19800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4E50CE-06CC-35B1-A4BA-3B4F2508E2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347" y="3160520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44D6625-22A8-91F1-8738-DC7005D12146}"/>
                    </a:ext>
                  </a:extLst>
                </p14:cNvPr>
                <p14:cNvContentPartPr/>
                <p14:nvPr/>
              </p14:nvContentPartPr>
              <p14:xfrm>
                <a:off x="5650427" y="3410000"/>
                <a:ext cx="144360" cy="100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44D6625-22A8-91F1-8738-DC7005D121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1787" y="3401360"/>
                  <a:ext cx="162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075629F-BF63-F4C1-E3EE-47D5B23EF9D6}"/>
                    </a:ext>
                  </a:extLst>
                </p14:cNvPr>
                <p14:cNvContentPartPr/>
                <p14:nvPr/>
              </p14:nvContentPartPr>
              <p14:xfrm>
                <a:off x="5407067" y="3559760"/>
                <a:ext cx="1267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075629F-BF63-F4C1-E3EE-47D5B23EF9D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98427" y="3551120"/>
                  <a:ext cx="144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CDECA32-586E-F184-0819-35D3EEBC7934}"/>
                    </a:ext>
                  </a:extLst>
                </p14:cNvPr>
                <p14:cNvContentPartPr/>
                <p14:nvPr/>
              </p14:nvContentPartPr>
              <p14:xfrm>
                <a:off x="5217707" y="3448520"/>
                <a:ext cx="582480" cy="46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CDECA32-586E-F184-0819-35D3EEBC793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8707" y="3439520"/>
                  <a:ext cx="600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3A22EC6-90A3-8FBE-836E-A94C8CFA72D0}"/>
                    </a:ext>
                  </a:extLst>
                </p14:cNvPr>
                <p14:cNvContentPartPr/>
                <p14:nvPr/>
              </p14:nvContentPartPr>
              <p14:xfrm>
                <a:off x="5078387" y="3911480"/>
                <a:ext cx="238680" cy="308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3A22EC6-90A3-8FBE-836E-A94C8CFA72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69387" y="3902840"/>
                  <a:ext cx="256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ABCF37D-FE96-7373-6FB2-D2C92C5C1B15}"/>
                    </a:ext>
                  </a:extLst>
                </p14:cNvPr>
                <p14:cNvContentPartPr/>
                <p14:nvPr/>
              </p14:nvContentPartPr>
              <p14:xfrm>
                <a:off x="5017547" y="4150520"/>
                <a:ext cx="185040" cy="10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ABCF37D-FE96-7373-6FB2-D2C92C5C1B1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8547" y="4141520"/>
                  <a:ext cx="20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DE4E57E-5C1F-0321-1BC2-B958ED45DEBB}"/>
                    </a:ext>
                  </a:extLst>
                </p14:cNvPr>
                <p14:cNvContentPartPr/>
                <p14:nvPr/>
              </p14:nvContentPartPr>
              <p14:xfrm>
                <a:off x="4707227" y="4217840"/>
                <a:ext cx="565200" cy="455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DE4E57E-5C1F-0321-1BC2-B958ED45DEB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8587" y="4209200"/>
                  <a:ext cx="582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A899163-D2CB-54B0-EEFB-93BB32E90A6B}"/>
                    </a:ext>
                  </a:extLst>
                </p14:cNvPr>
                <p14:cNvContentPartPr/>
                <p14:nvPr/>
              </p14:nvContentPartPr>
              <p14:xfrm>
                <a:off x="4961747" y="4405040"/>
                <a:ext cx="44640" cy="139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A899163-D2CB-54B0-EEFB-93BB32E90A6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2747" y="4396040"/>
                  <a:ext cx="6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809F853-87EC-F2F5-A42A-943094F5DF2B}"/>
                    </a:ext>
                  </a:extLst>
                </p14:cNvPr>
                <p14:cNvContentPartPr/>
                <p14:nvPr/>
              </p14:nvContentPartPr>
              <p14:xfrm>
                <a:off x="7528907" y="3700880"/>
                <a:ext cx="231480" cy="355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809F853-87EC-F2F5-A42A-943094F5DF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20267" y="3691880"/>
                  <a:ext cx="249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59EDED4-CF51-01DB-67E8-691B29445931}"/>
                    </a:ext>
                  </a:extLst>
                </p14:cNvPr>
                <p14:cNvContentPartPr/>
                <p14:nvPr/>
              </p14:nvContentPartPr>
              <p14:xfrm>
                <a:off x="7388867" y="4002560"/>
                <a:ext cx="169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59EDED4-CF51-01DB-67E8-691B2944593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867" y="3993560"/>
                  <a:ext cx="186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B651A7-D497-BEE6-3F7B-B1B1E27FEF3C}"/>
                    </a:ext>
                  </a:extLst>
                </p14:cNvPr>
                <p14:cNvContentPartPr/>
                <p14:nvPr/>
              </p14:nvContentPartPr>
              <p14:xfrm>
                <a:off x="7256387" y="4355000"/>
                <a:ext cx="153720" cy="245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B651A7-D497-BEE6-3F7B-B1B1E27FEF3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47387" y="4346360"/>
                  <a:ext cx="171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55507DE-1DEE-E322-9726-D331E5B3C4F8}"/>
                    </a:ext>
                  </a:extLst>
                </p14:cNvPr>
                <p14:cNvContentPartPr/>
                <p14:nvPr/>
              </p14:nvContentPartPr>
              <p14:xfrm>
                <a:off x="7088267" y="4195520"/>
                <a:ext cx="571320" cy="49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55507DE-1DEE-E322-9726-D331E5B3C4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79267" y="4186520"/>
                  <a:ext cx="588960" cy="51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2F4F01E-6251-4727-B6BB-506F37453C4B}"/>
              </a:ext>
            </a:extLst>
          </p:cNvPr>
          <p:cNvGrpSpPr/>
          <p:nvPr/>
        </p:nvGrpSpPr>
        <p:grpSpPr>
          <a:xfrm>
            <a:off x="8925707" y="1072520"/>
            <a:ext cx="1280160" cy="354960"/>
            <a:chOff x="8925707" y="1072520"/>
            <a:chExt cx="128016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B7D3D8-A60B-9566-8F0D-747AA686D520}"/>
                    </a:ext>
                  </a:extLst>
                </p14:cNvPr>
                <p14:cNvContentPartPr/>
                <p14:nvPr/>
              </p14:nvContentPartPr>
              <p14:xfrm>
                <a:off x="9093107" y="1289600"/>
                <a:ext cx="2520" cy="5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B7D3D8-A60B-9566-8F0D-747AA686D52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88787" y="1285280"/>
                  <a:ext cx="111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8B13E2-F97D-CBD7-146B-05A8CB2C3A37}"/>
                    </a:ext>
                  </a:extLst>
                </p14:cNvPr>
                <p14:cNvContentPartPr/>
                <p14:nvPr/>
              </p14:nvContentPartPr>
              <p14:xfrm>
                <a:off x="8925707" y="1096640"/>
                <a:ext cx="246240" cy="326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8B13E2-F97D-CBD7-146B-05A8CB2C3A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21387" y="1092320"/>
                  <a:ext cx="254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FD5CF9-1763-BE7F-0E48-E37A470FC5AB}"/>
                    </a:ext>
                  </a:extLst>
                </p14:cNvPr>
                <p14:cNvContentPartPr/>
                <p14:nvPr/>
              </p14:nvContentPartPr>
              <p14:xfrm>
                <a:off x="9208307" y="1325960"/>
                <a:ext cx="138960" cy="59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FD5CF9-1763-BE7F-0E48-E37A470FC5A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03987" y="1321640"/>
                  <a:ext cx="147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214FB8-B8BC-1D0D-861C-27DD6A59BC50}"/>
                    </a:ext>
                  </a:extLst>
                </p14:cNvPr>
                <p14:cNvContentPartPr/>
                <p14:nvPr/>
              </p14:nvContentPartPr>
              <p14:xfrm>
                <a:off x="9425747" y="1281680"/>
                <a:ext cx="95400" cy="92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214FB8-B8BC-1D0D-861C-27DD6A59BC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21427" y="1277360"/>
                  <a:ext cx="104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C704127-7132-E1C5-AC6D-3F860A5AA765}"/>
                    </a:ext>
                  </a:extLst>
                </p14:cNvPr>
                <p14:cNvContentPartPr/>
                <p14:nvPr/>
              </p14:nvContentPartPr>
              <p14:xfrm>
                <a:off x="9578747" y="1292120"/>
                <a:ext cx="48600" cy="88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C704127-7132-E1C5-AC6D-3F860A5AA76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74427" y="1287800"/>
                  <a:ext cx="57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305A76-1C49-2C9E-8141-FA2C9BD9FD16}"/>
                    </a:ext>
                  </a:extLst>
                </p14:cNvPr>
                <p14:cNvContentPartPr/>
                <p14:nvPr/>
              </p14:nvContentPartPr>
              <p14:xfrm>
                <a:off x="9688547" y="1072520"/>
                <a:ext cx="240120" cy="270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305A76-1C49-2C9E-8141-FA2C9BD9FD1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84227" y="1068200"/>
                  <a:ext cx="248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EDED2E-DA15-A8C9-8A9D-0BD7600E5CAD}"/>
                    </a:ext>
                  </a:extLst>
                </p14:cNvPr>
                <p14:cNvContentPartPr/>
                <p14:nvPr/>
              </p14:nvContentPartPr>
              <p14:xfrm>
                <a:off x="9888707" y="1237040"/>
                <a:ext cx="95760" cy="114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EDED2E-DA15-A8C9-8A9D-0BD7600E5C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84387" y="1232720"/>
                  <a:ext cx="104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DEDE798-E0E8-2B91-E774-E8894DEE5BE4}"/>
                    </a:ext>
                  </a:extLst>
                </p14:cNvPr>
                <p14:cNvContentPartPr/>
                <p14:nvPr/>
              </p14:nvContentPartPr>
              <p14:xfrm>
                <a:off x="10055747" y="1228040"/>
                <a:ext cx="69480" cy="100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DEDE798-E0E8-2B91-E774-E8894DEE5BE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51427" y="1223720"/>
                  <a:ext cx="78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82D56FD-3682-5ED1-E418-12662A1F049C}"/>
                    </a:ext>
                  </a:extLst>
                </p14:cNvPr>
                <p14:cNvContentPartPr/>
                <p14:nvPr/>
              </p14:nvContentPartPr>
              <p14:xfrm>
                <a:off x="10156547" y="1367720"/>
                <a:ext cx="49320" cy="59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82D56FD-3682-5ED1-E418-12662A1F049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52227" y="1363400"/>
                  <a:ext cx="579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647492E-EF7E-C150-9AD6-929DF712909E}"/>
              </a:ext>
            </a:extLst>
          </p:cNvPr>
          <p:cNvGrpSpPr/>
          <p:nvPr/>
        </p:nvGrpSpPr>
        <p:grpSpPr>
          <a:xfrm>
            <a:off x="10784387" y="1073600"/>
            <a:ext cx="767160" cy="258840"/>
            <a:chOff x="10784387" y="1073600"/>
            <a:chExt cx="76716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35522A-E46F-F5A4-55C7-D25FA8504FB0}"/>
                    </a:ext>
                  </a:extLst>
                </p14:cNvPr>
                <p14:cNvContentPartPr/>
                <p14:nvPr/>
              </p14:nvContentPartPr>
              <p14:xfrm>
                <a:off x="10784387" y="1124000"/>
                <a:ext cx="168840" cy="208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35522A-E46F-F5A4-55C7-D25FA8504FB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780067" y="1119680"/>
                  <a:ext cx="177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D7DF77D-C230-F919-676B-57E2156A8EF7}"/>
                    </a:ext>
                  </a:extLst>
                </p14:cNvPr>
                <p14:cNvContentPartPr/>
                <p14:nvPr/>
              </p14:nvContentPartPr>
              <p14:xfrm>
                <a:off x="11076347" y="1110680"/>
                <a:ext cx="86760" cy="20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D7DF77D-C230-F919-676B-57E2156A8EF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72027" y="1106360"/>
                  <a:ext cx="95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547A31-930D-A6E2-93FA-44F7A5451D65}"/>
                    </a:ext>
                  </a:extLst>
                </p14:cNvPr>
                <p14:cNvContentPartPr/>
                <p14:nvPr/>
              </p14:nvContentPartPr>
              <p14:xfrm>
                <a:off x="11135027" y="1089080"/>
                <a:ext cx="120600" cy="181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547A31-930D-A6E2-93FA-44F7A5451D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30707" y="1084760"/>
                  <a:ext cx="129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323947B-3C9C-85D0-CB3C-5C6EBDD9E650}"/>
                    </a:ext>
                  </a:extLst>
                </p14:cNvPr>
                <p14:cNvContentPartPr/>
                <p14:nvPr/>
              </p14:nvContentPartPr>
              <p14:xfrm>
                <a:off x="11389907" y="1110320"/>
                <a:ext cx="34920" cy="181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323947B-3C9C-85D0-CB3C-5C6EBDD9E65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85587" y="1106000"/>
                  <a:ext cx="43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DEE08BC-FEB0-4CAC-6340-B6CBAC3BAC0C}"/>
                    </a:ext>
                  </a:extLst>
                </p14:cNvPr>
                <p14:cNvContentPartPr/>
                <p14:nvPr/>
              </p14:nvContentPartPr>
              <p14:xfrm>
                <a:off x="11420507" y="1073600"/>
                <a:ext cx="131040" cy="228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DEE08BC-FEB0-4CAC-6340-B6CBAC3BAC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416187" y="1069280"/>
                  <a:ext cx="13968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0102CCE-1114-DC9A-B7D4-FCA63484A310}"/>
                  </a:ext>
                </a:extLst>
              </p14:cNvPr>
              <p14:cNvContentPartPr/>
              <p14:nvPr/>
            </p14:nvContentPartPr>
            <p14:xfrm>
              <a:off x="7019867" y="2186000"/>
              <a:ext cx="164880" cy="196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0102CCE-1114-DC9A-B7D4-FCA63484A31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015547" y="2181680"/>
                <a:ext cx="173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B7F9E9B-C510-4ED0-598F-436F84281B31}"/>
                  </a:ext>
                </a:extLst>
              </p14:cNvPr>
              <p14:cNvContentPartPr/>
              <p14:nvPr/>
            </p14:nvContentPartPr>
            <p14:xfrm>
              <a:off x="6347027" y="2964680"/>
              <a:ext cx="159840" cy="196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B7F9E9B-C510-4ED0-598F-436F84281B3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342707" y="2960360"/>
                <a:ext cx="168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17E567B-F75B-6DE5-A446-CCF10B0753AA}"/>
                  </a:ext>
                </a:extLst>
              </p14:cNvPr>
              <p14:cNvContentPartPr/>
              <p14:nvPr/>
            </p14:nvContentPartPr>
            <p14:xfrm>
              <a:off x="5857067" y="3530960"/>
              <a:ext cx="160560" cy="2282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17E567B-F75B-6DE5-A446-CCF10B0753A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852747" y="3526640"/>
                <a:ext cx="169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2D07596E-A1D0-D027-2B9F-2EC7D89F91F7}"/>
                  </a:ext>
                </a:extLst>
              </p14:cNvPr>
              <p14:cNvContentPartPr/>
              <p14:nvPr/>
            </p14:nvContentPartPr>
            <p14:xfrm>
              <a:off x="5324987" y="4273280"/>
              <a:ext cx="184680" cy="2307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D07596E-A1D0-D027-2B9F-2EC7D89F91F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320667" y="4268960"/>
                <a:ext cx="193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BB0E2FF-D35E-DC39-E70D-324053395980}"/>
                  </a:ext>
                </a:extLst>
              </p14:cNvPr>
              <p14:cNvContentPartPr/>
              <p14:nvPr/>
            </p14:nvContentPartPr>
            <p14:xfrm>
              <a:off x="5575187" y="4232240"/>
              <a:ext cx="241920" cy="2361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BB0E2FF-D35E-DC39-E70D-32405339598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570867" y="4227920"/>
                <a:ext cx="25056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20E701E-7495-C459-BD29-F0DF67D12C22}"/>
              </a:ext>
            </a:extLst>
          </p:cNvPr>
          <p:cNvGrpSpPr/>
          <p:nvPr/>
        </p:nvGrpSpPr>
        <p:grpSpPr>
          <a:xfrm>
            <a:off x="993467" y="5176880"/>
            <a:ext cx="1281240" cy="452520"/>
            <a:chOff x="993467" y="5176880"/>
            <a:chExt cx="12812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8D903F-C45D-903F-A69C-9749A409E8D1}"/>
                    </a:ext>
                  </a:extLst>
                </p14:cNvPr>
                <p14:cNvContentPartPr/>
                <p14:nvPr/>
              </p14:nvContentPartPr>
              <p14:xfrm>
                <a:off x="993467" y="5273720"/>
                <a:ext cx="209880" cy="270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8D903F-C45D-903F-A69C-9749A409E8D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4827" y="5264720"/>
                  <a:ext cx="227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AEEB938-E49E-E986-F431-7C5D0CB2EB04}"/>
                    </a:ext>
                  </a:extLst>
                </p14:cNvPr>
                <p14:cNvContentPartPr/>
                <p14:nvPr/>
              </p14:nvContentPartPr>
              <p14:xfrm>
                <a:off x="1229627" y="5405480"/>
                <a:ext cx="140400" cy="63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AEEB938-E49E-E986-F431-7C5D0CB2EB0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20987" y="5396840"/>
                  <a:ext cx="158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F24DDC7-5148-84CD-77D0-2A6250602C08}"/>
                    </a:ext>
                  </a:extLst>
                </p14:cNvPr>
                <p14:cNvContentPartPr/>
                <p14:nvPr/>
              </p14:nvContentPartPr>
              <p14:xfrm>
                <a:off x="1511147" y="5273360"/>
                <a:ext cx="45360" cy="176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F24DDC7-5148-84CD-77D0-2A6250602C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502507" y="5264360"/>
                  <a:ext cx="63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CDDB485-5743-5548-B772-A858E170F508}"/>
                    </a:ext>
                  </a:extLst>
                </p14:cNvPr>
                <p14:cNvContentPartPr/>
                <p14:nvPr/>
              </p14:nvContentPartPr>
              <p14:xfrm>
                <a:off x="1500707" y="5310440"/>
                <a:ext cx="90000" cy="19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CDDB485-5743-5548-B772-A858E170F50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491707" y="5301440"/>
                  <a:ext cx="107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8FF3A0-C582-8CC9-A518-072296223706}"/>
                    </a:ext>
                  </a:extLst>
                </p14:cNvPr>
                <p14:cNvContentPartPr/>
                <p14:nvPr/>
              </p14:nvContentPartPr>
              <p14:xfrm>
                <a:off x="1568747" y="5283800"/>
                <a:ext cx="177120" cy="345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8FF3A0-C582-8CC9-A518-07229622370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559747" y="5275160"/>
                  <a:ext cx="194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7F376B7-4770-D49D-60B4-1833D8108028}"/>
                    </a:ext>
                  </a:extLst>
                </p14:cNvPr>
                <p14:cNvContentPartPr/>
                <p14:nvPr/>
              </p14:nvContentPartPr>
              <p14:xfrm>
                <a:off x="1799507" y="5309000"/>
                <a:ext cx="117000" cy="121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7F376B7-4770-D49D-60B4-1833D810802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790507" y="5300000"/>
                  <a:ext cx="134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955243D-4D34-32B2-3B5C-FB454D9E766E}"/>
                    </a:ext>
                  </a:extLst>
                </p14:cNvPr>
                <p14:cNvContentPartPr/>
                <p14:nvPr/>
              </p14:nvContentPartPr>
              <p14:xfrm>
                <a:off x="2005067" y="5176880"/>
                <a:ext cx="107640" cy="257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955243D-4D34-32B2-3B5C-FB454D9E766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96427" y="5168240"/>
                  <a:ext cx="1252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CCE3502-B687-6E7A-55AB-B60DD68FF990}"/>
                    </a:ext>
                  </a:extLst>
                </p14:cNvPr>
                <p14:cNvContentPartPr/>
                <p14:nvPr/>
              </p14:nvContentPartPr>
              <p14:xfrm>
                <a:off x="2008667" y="5289920"/>
                <a:ext cx="152280" cy="16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CCE3502-B687-6E7A-55AB-B60DD68FF99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999667" y="5281280"/>
                  <a:ext cx="169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AE3F5E0-B9E7-98B9-CC6B-BBBF693D6A71}"/>
                    </a:ext>
                  </a:extLst>
                </p14:cNvPr>
                <p14:cNvContentPartPr/>
                <p14:nvPr/>
              </p14:nvContentPartPr>
              <p14:xfrm>
                <a:off x="2239067" y="5299640"/>
                <a:ext cx="35640" cy="83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AE3F5E0-B9E7-98B9-CC6B-BBBF693D6A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230067" y="5291000"/>
                  <a:ext cx="53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A6352E2-4BD4-2994-1F7D-030D1753E4E7}"/>
                    </a:ext>
                  </a:extLst>
                </p14:cNvPr>
                <p14:cNvContentPartPr/>
                <p14:nvPr/>
              </p14:nvContentPartPr>
              <p14:xfrm>
                <a:off x="2246267" y="5409080"/>
                <a:ext cx="5040" cy="15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A6352E2-4BD4-2994-1F7D-030D1753E4E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37627" y="5400080"/>
                  <a:ext cx="2268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7C98CB1-275E-F981-2C9F-911F67BCD92C}"/>
                  </a:ext>
                </a:extLst>
              </p14:cNvPr>
              <p14:cNvContentPartPr/>
              <p14:nvPr/>
            </p14:nvContentPartPr>
            <p14:xfrm>
              <a:off x="1906427" y="5831000"/>
              <a:ext cx="55440" cy="2998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7C98CB1-275E-F981-2C9F-911F67BCD92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897787" y="5822000"/>
                <a:ext cx="730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5E86DCB-E577-B4B0-20D6-ECC6E66D98BA}"/>
                  </a:ext>
                </a:extLst>
              </p14:cNvPr>
              <p14:cNvContentPartPr/>
              <p14:nvPr/>
            </p14:nvContentPartPr>
            <p14:xfrm>
              <a:off x="5865347" y="4204160"/>
              <a:ext cx="217440" cy="2775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5E86DCB-E577-B4B0-20D6-ECC6E66D98B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861027" y="4199840"/>
                <a:ext cx="22608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59125C1-00B5-9DA7-A420-C3CA5999D110}"/>
              </a:ext>
            </a:extLst>
          </p:cNvPr>
          <p:cNvGrpSpPr/>
          <p:nvPr/>
        </p:nvGrpSpPr>
        <p:grpSpPr>
          <a:xfrm>
            <a:off x="6076667" y="3559400"/>
            <a:ext cx="203400" cy="226080"/>
            <a:chOff x="6076667" y="3559400"/>
            <a:chExt cx="20340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B49D5D-9D5C-3738-0D57-E8BF49A787CB}"/>
                    </a:ext>
                  </a:extLst>
                </p14:cNvPr>
                <p14:cNvContentPartPr/>
                <p14:nvPr/>
              </p14:nvContentPartPr>
              <p14:xfrm>
                <a:off x="6076667" y="3569120"/>
                <a:ext cx="48240" cy="21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B49D5D-9D5C-3738-0D57-E8BF49A787C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72347" y="3564800"/>
                  <a:ext cx="56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E2A3A3-65BD-0BFA-9CC1-7F5CC66011F7}"/>
                    </a:ext>
                  </a:extLst>
                </p14:cNvPr>
                <p14:cNvContentPartPr/>
                <p14:nvPr/>
              </p14:nvContentPartPr>
              <p14:xfrm>
                <a:off x="6109427" y="3559400"/>
                <a:ext cx="170640" cy="211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E2A3A3-65BD-0BFA-9CC1-7F5CC66011F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05107" y="3555080"/>
                  <a:ext cx="17928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9E794FA-68C8-70CA-36B0-D9974CDAA8C7}"/>
                  </a:ext>
                </a:extLst>
              </p14:cNvPr>
              <p14:cNvContentPartPr/>
              <p14:nvPr/>
            </p14:nvContentPartPr>
            <p14:xfrm>
              <a:off x="2291627" y="5885000"/>
              <a:ext cx="186840" cy="246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9E794FA-68C8-70CA-36B0-D9974CDAA8C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282987" y="5876000"/>
                <a:ext cx="2044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6419150-D15D-0636-34C9-C81ADAB306B7}"/>
                  </a:ext>
                </a:extLst>
              </p14:cNvPr>
              <p14:cNvContentPartPr/>
              <p14:nvPr/>
            </p14:nvContentPartPr>
            <p14:xfrm>
              <a:off x="6319667" y="3539240"/>
              <a:ext cx="191520" cy="2808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6419150-D15D-0636-34C9-C81ADAB306B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315347" y="3534920"/>
                <a:ext cx="200160" cy="2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980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E01DD1-8D1E-23D1-57AC-006C565B7051}"/>
                  </a:ext>
                </a:extLst>
              </p14:cNvPr>
              <p14:cNvContentPartPr/>
              <p14:nvPr/>
            </p14:nvContentPartPr>
            <p14:xfrm>
              <a:off x="10423507" y="1672641"/>
              <a:ext cx="1080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E01DD1-8D1E-23D1-57AC-006C565B70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19187" y="1668321"/>
                <a:ext cx="1944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980B2D-5A87-3937-9F95-9AFAD300BBFE}"/>
                  </a:ext>
                </a:extLst>
              </p14:cNvPr>
              <p14:cNvContentPartPr/>
              <p14:nvPr/>
            </p14:nvContentPartPr>
            <p14:xfrm>
              <a:off x="8870827" y="490041"/>
              <a:ext cx="90000" cy="13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980B2D-5A87-3937-9F95-9AFAD300BB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6507" y="485721"/>
                <a:ext cx="98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417E66-DA87-880C-AA87-F61B8B79D40A}"/>
                  </a:ext>
                </a:extLst>
              </p14:cNvPr>
              <p14:cNvContentPartPr/>
              <p14:nvPr/>
            </p14:nvContentPartPr>
            <p14:xfrm>
              <a:off x="9042907" y="495441"/>
              <a:ext cx="113760" cy="9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417E66-DA87-880C-AA87-F61B8B79D4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8587" y="491121"/>
                <a:ext cx="1224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1CDD70-A6FA-F8CE-661C-9D140DAAD73E}"/>
                  </a:ext>
                </a:extLst>
              </p14:cNvPr>
              <p14:cNvContentPartPr/>
              <p14:nvPr/>
            </p14:nvContentPartPr>
            <p14:xfrm>
              <a:off x="9212467" y="468441"/>
              <a:ext cx="95040" cy="7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1CDD70-A6FA-F8CE-661C-9D140DAAD7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8147" y="464121"/>
                <a:ext cx="1036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170B69-D264-021A-D564-1767C3F1081D}"/>
                  </a:ext>
                </a:extLst>
              </p14:cNvPr>
              <p14:cNvContentPartPr/>
              <p14:nvPr/>
            </p14:nvContentPartPr>
            <p14:xfrm>
              <a:off x="9412987" y="346761"/>
              <a:ext cx="43920" cy="18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170B69-D264-021A-D564-1767C3F108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08667" y="342441"/>
                <a:ext cx="525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EBD843-B0E9-9501-D487-4C7381822C43}"/>
                  </a:ext>
                </a:extLst>
              </p14:cNvPr>
              <p14:cNvContentPartPr/>
              <p14:nvPr/>
            </p14:nvContentPartPr>
            <p14:xfrm>
              <a:off x="9400747" y="450441"/>
              <a:ext cx="121680" cy="20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EBD843-B0E9-9501-D487-4C7381822C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96427" y="446121"/>
                <a:ext cx="130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0804FA-6D11-7457-6598-7A224777A128}"/>
                  </a:ext>
                </a:extLst>
              </p14:cNvPr>
              <p14:cNvContentPartPr/>
              <p14:nvPr/>
            </p14:nvContentPartPr>
            <p14:xfrm>
              <a:off x="9663187" y="430281"/>
              <a:ext cx="129960" cy="315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0804FA-6D11-7457-6598-7A224777A1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58867" y="425961"/>
                <a:ext cx="1386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BD5CB6-E065-1834-83CE-5391256DD8CF}"/>
                  </a:ext>
                </a:extLst>
              </p14:cNvPr>
              <p14:cNvContentPartPr/>
              <p14:nvPr/>
            </p14:nvContentPartPr>
            <p14:xfrm>
              <a:off x="9612427" y="717201"/>
              <a:ext cx="133920" cy="7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BD5CB6-E065-1834-83CE-5391256DD8C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08107" y="712881"/>
                <a:ext cx="142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A84730B-0E54-E8AD-EA6B-DB54DC93C0AD}"/>
                  </a:ext>
                </a:extLst>
              </p14:cNvPr>
              <p14:cNvContentPartPr/>
              <p14:nvPr/>
            </p14:nvContentPartPr>
            <p14:xfrm>
              <a:off x="9731227" y="709281"/>
              <a:ext cx="67320" cy="93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A84730B-0E54-E8AD-EA6B-DB54DC93C0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26907" y="704961"/>
                <a:ext cx="759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1B3D32-61CA-B3D4-884E-D9E5DE9CDCDA}"/>
                  </a:ext>
                </a:extLst>
              </p14:cNvPr>
              <p14:cNvContentPartPr/>
              <p14:nvPr/>
            </p14:nvContentPartPr>
            <p14:xfrm>
              <a:off x="9453667" y="816561"/>
              <a:ext cx="454680" cy="357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1B3D32-61CA-B3D4-884E-D9E5DE9CDC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9347" y="812241"/>
                <a:ext cx="4633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97014F-106A-12B8-9430-E28899DF2BC0}"/>
                  </a:ext>
                </a:extLst>
              </p14:cNvPr>
              <p14:cNvContentPartPr/>
              <p14:nvPr/>
            </p14:nvContentPartPr>
            <p14:xfrm>
              <a:off x="9655267" y="912681"/>
              <a:ext cx="141840" cy="198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97014F-106A-12B8-9430-E28899DF2BC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50947" y="908361"/>
                <a:ext cx="150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1B8C279-2FB7-5066-1A21-E5ABF270154C}"/>
                  </a:ext>
                </a:extLst>
              </p14:cNvPr>
              <p14:cNvContentPartPr/>
              <p14:nvPr/>
            </p14:nvContentPartPr>
            <p14:xfrm>
              <a:off x="9864067" y="1120041"/>
              <a:ext cx="244440" cy="250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1B8C279-2FB7-5066-1A21-E5ABF270154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59747" y="1115721"/>
                <a:ext cx="253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0E0429C-5B7B-ECE6-1AE1-6287AB135EFF}"/>
                  </a:ext>
                </a:extLst>
              </p14:cNvPr>
              <p14:cNvContentPartPr/>
              <p14:nvPr/>
            </p14:nvContentPartPr>
            <p14:xfrm>
              <a:off x="10065307" y="1305441"/>
              <a:ext cx="99360" cy="126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0E0429C-5B7B-ECE6-1AE1-6287AB135E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60987" y="1301121"/>
                <a:ext cx="108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2469488-A64E-E4A3-6857-2F6460397DCE}"/>
                  </a:ext>
                </a:extLst>
              </p14:cNvPr>
              <p14:cNvContentPartPr/>
              <p14:nvPr/>
            </p14:nvContentPartPr>
            <p14:xfrm>
              <a:off x="10130827" y="1378521"/>
              <a:ext cx="369000" cy="29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2469488-A64E-E4A3-6857-2F6460397DC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26507" y="1374201"/>
                <a:ext cx="3776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A3C586-7E5D-79E7-C4A4-F46FFEF2A600}"/>
                  </a:ext>
                </a:extLst>
              </p14:cNvPr>
              <p14:cNvContentPartPr/>
              <p14:nvPr/>
            </p14:nvContentPartPr>
            <p14:xfrm>
              <a:off x="10242067" y="1441521"/>
              <a:ext cx="121320" cy="204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A3C586-7E5D-79E7-C4A4-F46FFEF2A60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37747" y="1437201"/>
                <a:ext cx="129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A4A215-43C9-1DCF-4FDC-274541AFCA02}"/>
                  </a:ext>
                </a:extLst>
              </p14:cNvPr>
              <p14:cNvContentPartPr/>
              <p14:nvPr/>
            </p14:nvContentPartPr>
            <p14:xfrm>
              <a:off x="10270507" y="1525761"/>
              <a:ext cx="142200" cy="1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A4A215-43C9-1DCF-4FDC-274541AFCA0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66187" y="1521441"/>
                <a:ext cx="1508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4F6EC2-3D78-2B07-E7BB-A1ECD1F701D6}"/>
                  </a:ext>
                </a:extLst>
              </p14:cNvPr>
              <p14:cNvContentPartPr/>
              <p14:nvPr/>
            </p14:nvContentPartPr>
            <p14:xfrm>
              <a:off x="9186547" y="1170081"/>
              <a:ext cx="361440" cy="298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4F6EC2-3D78-2B07-E7BB-A1ECD1F701D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82227" y="1165761"/>
                <a:ext cx="3700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0121311-F0C7-3F71-BFCF-38D31319091C}"/>
                  </a:ext>
                </a:extLst>
              </p14:cNvPr>
              <p14:cNvContentPartPr/>
              <p14:nvPr/>
            </p14:nvContentPartPr>
            <p14:xfrm>
              <a:off x="9147667" y="1361961"/>
              <a:ext cx="155160" cy="178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0121311-F0C7-3F71-BFCF-38D31319091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143347" y="1357641"/>
                <a:ext cx="163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CE0803-1673-494B-2FA1-C977C24F97FB}"/>
                  </a:ext>
                </a:extLst>
              </p14:cNvPr>
              <p14:cNvContentPartPr/>
              <p14:nvPr/>
            </p14:nvContentPartPr>
            <p14:xfrm>
              <a:off x="8885587" y="1513161"/>
              <a:ext cx="374760" cy="29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CE0803-1673-494B-2FA1-C977C24F97F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81267" y="1508841"/>
                <a:ext cx="383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84AB1C7-01FD-5F4D-8997-7226EBE40425}"/>
                  </a:ext>
                </a:extLst>
              </p14:cNvPr>
              <p14:cNvContentPartPr/>
              <p14:nvPr/>
            </p14:nvContentPartPr>
            <p14:xfrm>
              <a:off x="9020227" y="1603521"/>
              <a:ext cx="136800" cy="102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84AB1C7-01FD-5F4D-8997-7226EBE4042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15907" y="1599201"/>
                <a:ext cx="1454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A461239-D8F7-FEB8-7D6A-DDDFF394611E}"/>
                  </a:ext>
                </a:extLst>
              </p14:cNvPr>
              <p14:cNvContentPartPr/>
              <p14:nvPr/>
            </p14:nvContentPartPr>
            <p14:xfrm>
              <a:off x="9070987" y="1631241"/>
              <a:ext cx="47880" cy="145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A461239-D8F7-FEB8-7D6A-DDDFF39461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66667" y="1626921"/>
                <a:ext cx="56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FD15FDD-0505-4E9A-D07B-7157E7EC510B}"/>
                  </a:ext>
                </a:extLst>
              </p14:cNvPr>
              <p14:cNvContentPartPr/>
              <p14:nvPr/>
            </p14:nvContentPartPr>
            <p14:xfrm>
              <a:off x="10393267" y="1645641"/>
              <a:ext cx="370080" cy="291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FD15FDD-0505-4E9A-D07B-7157E7EC510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88947" y="1641321"/>
                <a:ext cx="378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9169B86-9C65-5836-B9A4-4E78BB9A2144}"/>
                  </a:ext>
                </a:extLst>
              </p14:cNvPr>
              <p14:cNvContentPartPr/>
              <p14:nvPr/>
            </p14:nvContentPartPr>
            <p14:xfrm>
              <a:off x="10676947" y="1863081"/>
              <a:ext cx="158400" cy="168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9169B86-9C65-5836-B9A4-4E78BB9A21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72627" y="1858761"/>
                <a:ext cx="1670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2670F56-DEB4-BB1F-4669-E2554B4057F6}"/>
                  </a:ext>
                </a:extLst>
              </p14:cNvPr>
              <p14:cNvContentPartPr/>
              <p14:nvPr/>
            </p14:nvContentPartPr>
            <p14:xfrm>
              <a:off x="10720147" y="1975401"/>
              <a:ext cx="422640" cy="342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2670F56-DEB4-BB1F-4669-E2554B4057F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15827" y="1971081"/>
                <a:ext cx="4312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E9496E4-05E3-EA55-B23D-8474740FCC78}"/>
                  </a:ext>
                </a:extLst>
              </p14:cNvPr>
              <p14:cNvContentPartPr/>
              <p14:nvPr/>
            </p14:nvContentPartPr>
            <p14:xfrm>
              <a:off x="10808347" y="2056761"/>
              <a:ext cx="129600" cy="232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E9496E4-05E3-EA55-B23D-8474740FCC7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04027" y="2052441"/>
                <a:ext cx="1382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160E464-B72E-AA59-E8FE-7E621DF90B25}"/>
                  </a:ext>
                </a:extLst>
              </p14:cNvPr>
              <p14:cNvContentPartPr/>
              <p14:nvPr/>
            </p14:nvContentPartPr>
            <p14:xfrm>
              <a:off x="11084107" y="2250801"/>
              <a:ext cx="207720" cy="38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160E464-B72E-AA59-E8FE-7E621DF90B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79787" y="2246481"/>
                <a:ext cx="21636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CD5F5FF-8F9F-D118-7FDA-3202070BB494}"/>
                  </a:ext>
                </a:extLst>
              </p14:cNvPr>
              <p14:cNvContentPartPr/>
              <p14:nvPr/>
            </p14:nvContentPartPr>
            <p14:xfrm>
              <a:off x="11244667" y="2551401"/>
              <a:ext cx="159120" cy="147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CD5F5FF-8F9F-D118-7FDA-3202070BB49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40347" y="2547081"/>
                <a:ext cx="167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150C211-3108-ABF3-476E-1B2EA9B114A7}"/>
                  </a:ext>
                </a:extLst>
              </p14:cNvPr>
              <p14:cNvContentPartPr/>
              <p14:nvPr/>
            </p14:nvContentPartPr>
            <p14:xfrm>
              <a:off x="11341507" y="2560934"/>
              <a:ext cx="507960" cy="427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150C211-3108-ABF3-476E-1B2EA9B114A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32867" y="2551934"/>
                <a:ext cx="5256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0837AB4-CA79-7BC2-D66C-C2384A305AD3}"/>
                  </a:ext>
                </a:extLst>
              </p14:cNvPr>
              <p14:cNvContentPartPr/>
              <p14:nvPr/>
            </p14:nvContentPartPr>
            <p14:xfrm>
              <a:off x="11535547" y="2727614"/>
              <a:ext cx="26640" cy="171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0837AB4-CA79-7BC2-D66C-C2384A305A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526547" y="2718614"/>
                <a:ext cx="442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E40B641-53A3-0077-5E69-7DF099816B9D}"/>
                  </a:ext>
                </a:extLst>
              </p14:cNvPr>
              <p14:cNvContentPartPr/>
              <p14:nvPr/>
            </p14:nvContentPartPr>
            <p14:xfrm>
              <a:off x="11603227" y="2735174"/>
              <a:ext cx="108360" cy="152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E40B641-53A3-0077-5E69-7DF099816B9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94227" y="2726534"/>
                <a:ext cx="126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02EA90-CDFE-7981-77BF-1BBE5629F2DC}"/>
                  </a:ext>
                </a:extLst>
              </p14:cNvPr>
              <p14:cNvContentPartPr/>
              <p14:nvPr/>
            </p14:nvContentPartPr>
            <p14:xfrm>
              <a:off x="8754547" y="1789454"/>
              <a:ext cx="198000" cy="251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02EA90-CDFE-7981-77BF-1BBE5629F2D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745547" y="1780454"/>
                <a:ext cx="2156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682B670-4439-FD76-B161-0A766081A0AA}"/>
                  </a:ext>
                </a:extLst>
              </p14:cNvPr>
              <p14:cNvContentPartPr/>
              <p14:nvPr/>
            </p14:nvContentPartPr>
            <p14:xfrm>
              <a:off x="8647627" y="2029934"/>
              <a:ext cx="144360" cy="100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682B670-4439-FD76-B161-0A766081A0A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38987" y="2021294"/>
                <a:ext cx="162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1DDA0EC-42AC-B7AC-F3F7-D662E45A613E}"/>
                  </a:ext>
                </a:extLst>
              </p14:cNvPr>
              <p14:cNvContentPartPr/>
              <p14:nvPr/>
            </p14:nvContentPartPr>
            <p14:xfrm>
              <a:off x="8404267" y="2179694"/>
              <a:ext cx="126720" cy="203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1DDA0EC-42AC-B7AC-F3F7-D662E45A613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95627" y="2171054"/>
                <a:ext cx="1443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FB39A8F-D5DE-71C8-B826-6D1B2E6604B8}"/>
                  </a:ext>
                </a:extLst>
              </p14:cNvPr>
              <p14:cNvContentPartPr/>
              <p14:nvPr/>
            </p14:nvContentPartPr>
            <p14:xfrm>
              <a:off x="8214907" y="2068454"/>
              <a:ext cx="582480" cy="465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FB39A8F-D5DE-71C8-B826-6D1B2E6604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05907" y="2059454"/>
                <a:ext cx="6001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D5BD68-E23F-B140-E7DA-DB07EFB4F851}"/>
                  </a:ext>
                </a:extLst>
              </p14:cNvPr>
              <p14:cNvContentPartPr/>
              <p14:nvPr/>
            </p14:nvContentPartPr>
            <p14:xfrm>
              <a:off x="8075587" y="2531414"/>
              <a:ext cx="238680" cy="308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D5BD68-E23F-B140-E7DA-DB07EFB4F85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66587" y="2522774"/>
                <a:ext cx="2563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A560344-9661-A642-94EA-DFF676D1E2CD}"/>
                  </a:ext>
                </a:extLst>
              </p14:cNvPr>
              <p14:cNvContentPartPr/>
              <p14:nvPr/>
            </p14:nvContentPartPr>
            <p14:xfrm>
              <a:off x="8014747" y="2770454"/>
              <a:ext cx="185040" cy="10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A560344-9661-A642-94EA-DFF676D1E2C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05747" y="2761454"/>
                <a:ext cx="2026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53D85B-A8E1-8403-DE77-0754B22269A4}"/>
                  </a:ext>
                </a:extLst>
              </p14:cNvPr>
              <p14:cNvContentPartPr/>
              <p14:nvPr/>
            </p14:nvContentPartPr>
            <p14:xfrm>
              <a:off x="7704427" y="2837774"/>
              <a:ext cx="565200" cy="455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53D85B-A8E1-8403-DE77-0754B22269A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5787" y="2829134"/>
                <a:ext cx="58284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45B135D-BF8E-868C-97FC-C7579E142E09}"/>
                  </a:ext>
                </a:extLst>
              </p14:cNvPr>
              <p14:cNvContentPartPr/>
              <p14:nvPr/>
            </p14:nvContentPartPr>
            <p14:xfrm>
              <a:off x="7958947" y="3024974"/>
              <a:ext cx="44640" cy="139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45B135D-BF8E-868C-97FC-C7579E142E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49947" y="3015974"/>
                <a:ext cx="622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D44E0DD-F555-8219-B083-F920CD936DCE}"/>
                  </a:ext>
                </a:extLst>
              </p14:cNvPr>
              <p14:cNvContentPartPr/>
              <p14:nvPr/>
            </p14:nvContentPartPr>
            <p14:xfrm>
              <a:off x="10526107" y="2320814"/>
              <a:ext cx="231480" cy="355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D44E0DD-F555-8219-B083-F920CD936DC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517467" y="2311814"/>
                <a:ext cx="2491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E768F5D-C9CD-A739-B602-3E77DE955400}"/>
                  </a:ext>
                </a:extLst>
              </p14:cNvPr>
              <p14:cNvContentPartPr/>
              <p14:nvPr/>
            </p14:nvContentPartPr>
            <p14:xfrm>
              <a:off x="10386067" y="2622494"/>
              <a:ext cx="169200" cy="167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E768F5D-C9CD-A739-B602-3E77DE95540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77067" y="2613494"/>
                <a:ext cx="186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4986843-F4B3-3E75-C312-41D37BD627A1}"/>
                  </a:ext>
                </a:extLst>
              </p14:cNvPr>
              <p14:cNvContentPartPr/>
              <p14:nvPr/>
            </p14:nvContentPartPr>
            <p14:xfrm>
              <a:off x="10253587" y="2974934"/>
              <a:ext cx="153720" cy="245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4986843-F4B3-3E75-C312-41D37BD627A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44587" y="2966294"/>
                <a:ext cx="1713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AC1AD44-DC89-A738-3C0B-97C1E68D7C68}"/>
                  </a:ext>
                </a:extLst>
              </p14:cNvPr>
              <p14:cNvContentPartPr/>
              <p14:nvPr/>
            </p14:nvContentPartPr>
            <p14:xfrm>
              <a:off x="10085467" y="2815454"/>
              <a:ext cx="571320" cy="499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AC1AD44-DC89-A738-3C0B-97C1E68D7C6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76467" y="2806454"/>
                <a:ext cx="5889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57339B3-BE2A-6D40-4CF5-8E55002A23F6}"/>
                  </a:ext>
                </a:extLst>
              </p14:cNvPr>
              <p14:cNvContentPartPr/>
              <p14:nvPr/>
            </p14:nvContentPartPr>
            <p14:xfrm>
              <a:off x="10017067" y="805934"/>
              <a:ext cx="164880" cy="196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57339B3-BE2A-6D40-4CF5-8E55002A23F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12747" y="801614"/>
                <a:ext cx="173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15C5C8E-D6D1-4454-9AC6-75D9A761EE68}"/>
                  </a:ext>
                </a:extLst>
              </p14:cNvPr>
              <p14:cNvContentPartPr/>
              <p14:nvPr/>
            </p14:nvContentPartPr>
            <p14:xfrm>
              <a:off x="9344227" y="1584614"/>
              <a:ext cx="159840" cy="196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15C5C8E-D6D1-4454-9AC6-75D9A761EE6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39907" y="1580294"/>
                <a:ext cx="168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CC8B84C-161F-5992-1928-A27F8E1A34B2}"/>
                  </a:ext>
                </a:extLst>
              </p14:cNvPr>
              <p14:cNvContentPartPr/>
              <p14:nvPr/>
            </p14:nvContentPartPr>
            <p14:xfrm>
              <a:off x="8854267" y="2150894"/>
              <a:ext cx="160560" cy="228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CC8B84C-161F-5992-1928-A27F8E1A34B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849947" y="2146574"/>
                <a:ext cx="169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38F445-360C-5513-320D-DE913916617C}"/>
                  </a:ext>
                </a:extLst>
              </p14:cNvPr>
              <p14:cNvContentPartPr/>
              <p14:nvPr/>
            </p14:nvContentPartPr>
            <p14:xfrm>
              <a:off x="8322187" y="2893214"/>
              <a:ext cx="184680" cy="230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38F445-360C-5513-320D-DE913916617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17867" y="2888894"/>
                <a:ext cx="193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D42B819-DCF6-A6EC-09DF-6502E5FCBC55}"/>
                  </a:ext>
                </a:extLst>
              </p14:cNvPr>
              <p14:cNvContentPartPr/>
              <p14:nvPr/>
            </p14:nvContentPartPr>
            <p14:xfrm>
              <a:off x="8572387" y="2852174"/>
              <a:ext cx="241920" cy="236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D42B819-DCF6-A6EC-09DF-6502E5FCBC5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68067" y="2847854"/>
                <a:ext cx="2505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7E8CEF2-98FF-087C-B626-BA65D151D77C}"/>
                  </a:ext>
                </a:extLst>
              </p14:cNvPr>
              <p14:cNvContentPartPr/>
              <p14:nvPr/>
            </p14:nvContentPartPr>
            <p14:xfrm>
              <a:off x="8862547" y="2824094"/>
              <a:ext cx="217440" cy="277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7E8CEF2-98FF-087C-B626-BA65D151D77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58227" y="2819774"/>
                <a:ext cx="2260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CA633D6-87DC-C9BD-BB4C-C06E7240C191}"/>
                  </a:ext>
                </a:extLst>
              </p14:cNvPr>
              <p14:cNvContentPartPr/>
              <p14:nvPr/>
            </p14:nvContentPartPr>
            <p14:xfrm>
              <a:off x="9073867" y="2189054"/>
              <a:ext cx="48240" cy="216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CA633D6-87DC-C9BD-BB4C-C06E7240C19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069547" y="2184734"/>
                <a:ext cx="56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F53FFFC-A7EF-5FD8-196A-8C6D2873A0A5}"/>
                  </a:ext>
                </a:extLst>
              </p14:cNvPr>
              <p14:cNvContentPartPr/>
              <p14:nvPr/>
            </p14:nvContentPartPr>
            <p14:xfrm>
              <a:off x="9106627" y="2179334"/>
              <a:ext cx="170640" cy="211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F53FFFC-A7EF-5FD8-196A-8C6D2873A0A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02307" y="2175014"/>
                <a:ext cx="179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8B934AB-ECF3-A788-0250-C08DA31B7974}"/>
                  </a:ext>
                </a:extLst>
              </p14:cNvPr>
              <p14:cNvContentPartPr/>
              <p14:nvPr/>
            </p14:nvContentPartPr>
            <p14:xfrm>
              <a:off x="9316867" y="2159174"/>
              <a:ext cx="191520" cy="280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8B934AB-ECF3-A788-0250-C08DA31B797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312547" y="2154854"/>
                <a:ext cx="200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F22B30B-CC9B-4E63-7E54-CB2C81F61C28}"/>
                  </a:ext>
                </a:extLst>
              </p14:cNvPr>
              <p14:cNvContentPartPr/>
              <p14:nvPr/>
            </p14:nvContentPartPr>
            <p14:xfrm>
              <a:off x="7700827" y="1581014"/>
              <a:ext cx="8640" cy="29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F22B30B-CC9B-4E63-7E54-CB2C81F61C2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96507" y="1576694"/>
                <a:ext cx="172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A23DED70-BB00-266E-06E2-D8D050D68206}"/>
              </a:ext>
            </a:extLst>
          </p:cNvPr>
          <p:cNvGrpSpPr/>
          <p:nvPr/>
        </p:nvGrpSpPr>
        <p:grpSpPr>
          <a:xfrm>
            <a:off x="647867" y="257840"/>
            <a:ext cx="2857320" cy="1717920"/>
            <a:chOff x="647867" y="257840"/>
            <a:chExt cx="2857320" cy="171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42D08E-AF02-8C42-19F6-6FCB64CFD917}"/>
                    </a:ext>
                  </a:extLst>
                </p14:cNvPr>
                <p14:cNvContentPartPr/>
                <p14:nvPr/>
              </p14:nvContentPartPr>
              <p14:xfrm>
                <a:off x="647867" y="403280"/>
                <a:ext cx="101160" cy="14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42D08E-AF02-8C42-19F6-6FCB64CFD91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9227" y="394280"/>
                  <a:ext cx="11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882570-B8B1-71A5-C6A2-1FDA6C1EFC99}"/>
                    </a:ext>
                  </a:extLst>
                </p14:cNvPr>
                <p14:cNvContentPartPr/>
                <p14:nvPr/>
              </p14:nvContentPartPr>
              <p14:xfrm>
                <a:off x="829667" y="414080"/>
                <a:ext cx="99360" cy="81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882570-B8B1-71A5-C6A2-1FDA6C1EFC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0667" y="405080"/>
                  <a:ext cx="117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CF47E7-C203-23F7-6E4D-09EEEC0FFB31}"/>
                    </a:ext>
                  </a:extLst>
                </p14:cNvPr>
                <p14:cNvContentPartPr/>
                <p14:nvPr/>
              </p14:nvContentPartPr>
              <p14:xfrm>
                <a:off x="971147" y="393560"/>
                <a:ext cx="75960" cy="84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CF47E7-C203-23F7-6E4D-09EEEC0FFB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2147" y="384920"/>
                  <a:ext cx="93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C292C51-C0A4-7B05-5C8A-F706D19A4017}"/>
                    </a:ext>
                  </a:extLst>
                </p14:cNvPr>
                <p14:cNvContentPartPr/>
                <p14:nvPr/>
              </p14:nvContentPartPr>
              <p14:xfrm>
                <a:off x="1144667" y="297800"/>
                <a:ext cx="65160" cy="217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C292C51-C0A4-7B05-5C8A-F706D19A401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5667" y="288800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50F5BA1-2D1D-4BC4-5686-52B2DEC5C89A}"/>
                    </a:ext>
                  </a:extLst>
                </p14:cNvPr>
                <p14:cNvContentPartPr/>
                <p14:nvPr/>
              </p14:nvContentPartPr>
              <p14:xfrm>
                <a:off x="1090667" y="410480"/>
                <a:ext cx="16740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50F5BA1-2D1D-4BC4-5686-52B2DEC5C89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1667" y="401840"/>
                  <a:ext cx="185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2746B31-7EB2-7AAF-E5B1-FD111287B2F6}"/>
                    </a:ext>
                  </a:extLst>
                </p14:cNvPr>
                <p14:cNvContentPartPr/>
                <p14:nvPr/>
              </p14:nvContentPartPr>
              <p14:xfrm>
                <a:off x="1466147" y="283400"/>
                <a:ext cx="13320" cy="220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2746B31-7EB2-7AAF-E5B1-FD111287B2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7147" y="274760"/>
                  <a:ext cx="30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B94C77-DAF0-598E-076C-7FB745ED935D}"/>
                    </a:ext>
                  </a:extLst>
                </p14:cNvPr>
                <p14:cNvContentPartPr/>
                <p14:nvPr/>
              </p14:nvContentPartPr>
              <p14:xfrm>
                <a:off x="1460027" y="257840"/>
                <a:ext cx="589680" cy="266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B94C77-DAF0-598E-076C-7FB745ED93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51027" y="248840"/>
                  <a:ext cx="6073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91C7C8-8E1F-FB3B-440F-366530EE6FF7}"/>
                    </a:ext>
                  </a:extLst>
                </p14:cNvPr>
                <p14:cNvContentPartPr/>
                <p14:nvPr/>
              </p14:nvContentPartPr>
              <p14:xfrm>
                <a:off x="1746587" y="393920"/>
                <a:ext cx="999720" cy="677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91C7C8-8E1F-FB3B-440F-366530EE6FF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37947" y="385280"/>
                  <a:ext cx="101736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781A08-BB34-B242-7191-D4EB075F8F8D}"/>
                    </a:ext>
                  </a:extLst>
                </p14:cNvPr>
                <p14:cNvContentPartPr/>
                <p14:nvPr/>
              </p14:nvContentPartPr>
              <p14:xfrm>
                <a:off x="2515907" y="973520"/>
                <a:ext cx="10116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781A08-BB34-B242-7191-D4EB075F8F8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06907" y="964520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DFA0041-06FB-ED03-8514-7A37718BDCEC}"/>
                    </a:ext>
                  </a:extLst>
                </p14:cNvPr>
                <p14:cNvContentPartPr/>
                <p14:nvPr/>
              </p14:nvContentPartPr>
              <p14:xfrm>
                <a:off x="2576387" y="956960"/>
                <a:ext cx="18432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DFA0041-06FB-ED03-8514-7A37718BDC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67387" y="948320"/>
                  <a:ext cx="201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13C635-6CE9-B493-12D0-295BDD199728}"/>
                    </a:ext>
                  </a:extLst>
                </p14:cNvPr>
                <p14:cNvContentPartPr/>
                <p14:nvPr/>
              </p14:nvContentPartPr>
              <p14:xfrm>
                <a:off x="2052947" y="1223360"/>
                <a:ext cx="14400" cy="75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13C635-6CE9-B493-12D0-295BDD19972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44307" y="1214360"/>
                  <a:ext cx="320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FAB40E8-EF39-0CCB-BE4E-4B41B117F6C3}"/>
                    </a:ext>
                  </a:extLst>
                </p14:cNvPr>
                <p14:cNvContentPartPr/>
                <p14:nvPr/>
              </p14:nvContentPartPr>
              <p14:xfrm>
                <a:off x="1961507" y="1121840"/>
                <a:ext cx="1543680" cy="77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FAB40E8-EF39-0CCB-BE4E-4B41B117F6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52507" y="1113200"/>
                  <a:ext cx="156132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CDD8FA-E675-45FE-98E1-73BE06E09CFF}"/>
                    </a:ext>
                  </a:extLst>
                </p14:cNvPr>
                <p14:cNvContentPartPr/>
                <p14:nvPr/>
              </p14:nvContentPartPr>
              <p14:xfrm>
                <a:off x="2032067" y="1469960"/>
                <a:ext cx="1398960" cy="72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CDD8FA-E675-45FE-98E1-73BE06E09C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23427" y="1461320"/>
                  <a:ext cx="1416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80B25C-A9D3-FBDD-DCE4-BD622EE83319}"/>
                    </a:ext>
                  </a:extLst>
                </p14:cNvPr>
                <p14:cNvContentPartPr/>
                <p14:nvPr/>
              </p14:nvContentPartPr>
              <p14:xfrm>
                <a:off x="2641907" y="1505960"/>
                <a:ext cx="34200" cy="462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80B25C-A9D3-FBDD-DCE4-BD622EE8331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33267" y="1496960"/>
                  <a:ext cx="518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E9337A1-8D0B-BB36-B718-CF0D0C756E71}"/>
                    </a:ext>
                  </a:extLst>
                </p14:cNvPr>
                <p14:cNvContentPartPr/>
                <p14:nvPr/>
              </p14:nvContentPartPr>
              <p14:xfrm>
                <a:off x="2575667" y="1201400"/>
                <a:ext cx="145080" cy="243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E9337A1-8D0B-BB36-B718-CF0D0C756E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67027" y="1192760"/>
                  <a:ext cx="162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C8156F-8D4D-C951-B96A-48239B7A0F12}"/>
                    </a:ext>
                  </a:extLst>
                </p14:cNvPr>
                <p14:cNvContentPartPr/>
                <p14:nvPr/>
              </p14:nvContentPartPr>
              <p14:xfrm>
                <a:off x="2302427" y="1674080"/>
                <a:ext cx="59400" cy="54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C8156F-8D4D-C951-B96A-48239B7A0F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93427" y="1665080"/>
                  <a:ext cx="77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1E18CB4-2C32-964B-02C9-96C0A24FD615}"/>
                    </a:ext>
                  </a:extLst>
                </p14:cNvPr>
                <p14:cNvContentPartPr/>
                <p14:nvPr/>
              </p14:nvContentPartPr>
              <p14:xfrm>
                <a:off x="2948267" y="1645640"/>
                <a:ext cx="102600" cy="82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1E18CB4-2C32-964B-02C9-96C0A24FD61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39267" y="1637000"/>
                  <a:ext cx="12024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F22571A-DD54-05FB-90C7-DFED32054D9B}"/>
                  </a:ext>
                </a:extLst>
              </p14:cNvPr>
              <p14:cNvContentPartPr/>
              <p14:nvPr/>
            </p14:nvContentPartPr>
            <p14:xfrm>
              <a:off x="7217147" y="6157880"/>
              <a:ext cx="40680" cy="3351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F22571A-DD54-05FB-90C7-DFED32054D9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208147" y="6148880"/>
                <a:ext cx="5832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12852C1-0872-1DFC-CBA4-5EB7428CFF10}"/>
                  </a:ext>
                </a:extLst>
              </p14:cNvPr>
              <p14:cNvContentPartPr/>
              <p14:nvPr/>
            </p14:nvContentPartPr>
            <p14:xfrm>
              <a:off x="9180947" y="5964200"/>
              <a:ext cx="83520" cy="3178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12852C1-0872-1DFC-CBA4-5EB7428CFF1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172307" y="5955200"/>
                <a:ext cx="10116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CA47C16A-1EC1-847F-6B0B-8392E6204BF6}"/>
              </a:ext>
            </a:extLst>
          </p:cNvPr>
          <p:cNvGrpSpPr/>
          <p:nvPr/>
        </p:nvGrpSpPr>
        <p:grpSpPr>
          <a:xfrm>
            <a:off x="7143707" y="5938640"/>
            <a:ext cx="2766240" cy="578160"/>
            <a:chOff x="7143707" y="5938640"/>
            <a:chExt cx="2766240" cy="57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58E45C2-CF9A-C56F-AC25-72FD2D23D51F}"/>
                    </a:ext>
                  </a:extLst>
                </p14:cNvPr>
                <p14:cNvContentPartPr/>
                <p14:nvPr/>
              </p14:nvContentPartPr>
              <p14:xfrm>
                <a:off x="7491107" y="6231320"/>
                <a:ext cx="95760" cy="113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58E45C2-CF9A-C56F-AC25-72FD2D23D5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82107" y="6222320"/>
                  <a:ext cx="113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9F01B4-611D-4F5D-5508-164739D589D5}"/>
                    </a:ext>
                  </a:extLst>
                </p14:cNvPr>
                <p14:cNvContentPartPr/>
                <p14:nvPr/>
              </p14:nvContentPartPr>
              <p14:xfrm>
                <a:off x="7642667" y="6236720"/>
                <a:ext cx="74160" cy="68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9F01B4-611D-4F5D-5508-164739D589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33667" y="6228080"/>
                  <a:ext cx="91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12232C-CFD3-3A3B-819F-995F7B0FB8DD}"/>
                    </a:ext>
                  </a:extLst>
                </p14:cNvPr>
                <p14:cNvContentPartPr/>
                <p14:nvPr/>
              </p14:nvContentPartPr>
              <p14:xfrm>
                <a:off x="7761467" y="6238880"/>
                <a:ext cx="94320" cy="75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12232C-CFD3-3A3B-819F-995F7B0FB8D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52467" y="6230240"/>
                  <a:ext cx="111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F76F3A2-1C9B-74ED-ACAC-09E58B71CEC3}"/>
                    </a:ext>
                  </a:extLst>
                </p14:cNvPr>
                <p14:cNvContentPartPr/>
                <p14:nvPr/>
              </p14:nvContentPartPr>
              <p14:xfrm>
                <a:off x="7970627" y="6139880"/>
                <a:ext cx="62640" cy="139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F76F3A2-1C9B-74ED-ACAC-09E58B71CE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61627" y="6130880"/>
                  <a:ext cx="80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AC77870-79A0-31F4-011D-9719EED9066F}"/>
                    </a:ext>
                  </a:extLst>
                </p14:cNvPr>
                <p14:cNvContentPartPr/>
                <p14:nvPr/>
              </p14:nvContentPartPr>
              <p14:xfrm>
                <a:off x="7955507" y="6178040"/>
                <a:ext cx="150840" cy="1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AC77870-79A0-31F4-011D-9719EED906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46507" y="6169040"/>
                  <a:ext cx="168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D5B980-5ABB-7D4E-466B-7BAE78FBD614}"/>
                    </a:ext>
                  </a:extLst>
                </p14:cNvPr>
                <p14:cNvContentPartPr/>
                <p14:nvPr/>
              </p14:nvContentPartPr>
              <p14:xfrm>
                <a:off x="8345747" y="6053120"/>
                <a:ext cx="51120" cy="308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D5B980-5ABB-7D4E-466B-7BAE78FBD6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37107" y="6044120"/>
                  <a:ext cx="687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E6EEEE-E6D8-98EE-ED3C-48104170B2C9}"/>
                    </a:ext>
                  </a:extLst>
                </p14:cNvPr>
                <p14:cNvContentPartPr/>
                <p14:nvPr/>
              </p14:nvContentPartPr>
              <p14:xfrm>
                <a:off x="8667587" y="6064640"/>
                <a:ext cx="151200" cy="210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E6EEEE-E6D8-98EE-ED3C-48104170B2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58587" y="6055640"/>
                  <a:ext cx="168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1D3D212-49CB-B5EC-559A-C70C7522FB75}"/>
                    </a:ext>
                  </a:extLst>
                </p14:cNvPr>
                <p14:cNvContentPartPr/>
                <p14:nvPr/>
              </p14:nvContentPartPr>
              <p14:xfrm>
                <a:off x="9527627" y="6032600"/>
                <a:ext cx="95400" cy="216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1D3D212-49CB-B5EC-559A-C70C7522FB7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18627" y="6023600"/>
                  <a:ext cx="113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A0CCED-F64B-6030-8706-EDEAFEAFC9C1}"/>
                    </a:ext>
                  </a:extLst>
                </p14:cNvPr>
                <p14:cNvContentPartPr/>
                <p14:nvPr/>
              </p14:nvContentPartPr>
              <p14:xfrm>
                <a:off x="9504947" y="6147080"/>
                <a:ext cx="168120" cy="1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A0CCED-F64B-6030-8706-EDEAFEAFC9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96307" y="6138080"/>
                  <a:ext cx="185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444D0B2-DC7B-976A-9EA1-688ADD6FEC89}"/>
                    </a:ext>
                  </a:extLst>
                </p14:cNvPr>
                <p14:cNvContentPartPr/>
                <p14:nvPr/>
              </p14:nvContentPartPr>
              <p14:xfrm>
                <a:off x="7143707" y="5938640"/>
                <a:ext cx="2766240" cy="578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444D0B2-DC7B-976A-9EA1-688ADD6FEC8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34707" y="5930000"/>
                  <a:ext cx="27838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FCA63B-CA26-1191-DAAF-0EB32B57ED97}"/>
                    </a:ext>
                  </a:extLst>
                </p14:cNvPr>
                <p14:cNvContentPartPr/>
                <p14:nvPr/>
              </p14:nvContentPartPr>
              <p14:xfrm>
                <a:off x="7179347" y="6063920"/>
                <a:ext cx="138960" cy="5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FCA63B-CA26-1191-DAAF-0EB32B57ED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170707" y="6054920"/>
                  <a:ext cx="15660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DBAA742-F402-9E47-A0F3-39828380B6B9}"/>
                  </a:ext>
                </a:extLst>
              </p14:cNvPr>
              <p14:cNvContentPartPr/>
              <p14:nvPr/>
            </p14:nvContentPartPr>
            <p14:xfrm>
              <a:off x="3404747" y="707480"/>
              <a:ext cx="1454400" cy="304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DBAA742-F402-9E47-A0F3-39828380B6B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400427" y="703160"/>
                <a:ext cx="14630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7934D57-B4DE-E1C8-3F96-8363AD778032}"/>
                  </a:ext>
                </a:extLst>
              </p14:cNvPr>
              <p14:cNvContentPartPr/>
              <p14:nvPr/>
            </p14:nvContentPartPr>
            <p14:xfrm>
              <a:off x="3330947" y="925280"/>
              <a:ext cx="81000" cy="1371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7934D57-B4DE-E1C8-3F96-8363AD77803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26627" y="920960"/>
                <a:ext cx="896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C560BC8-4F2F-6023-438C-6FAA762216E7}"/>
                  </a:ext>
                </a:extLst>
              </p14:cNvPr>
              <p14:cNvContentPartPr/>
              <p14:nvPr/>
            </p14:nvContentPartPr>
            <p14:xfrm>
              <a:off x="3386027" y="959840"/>
              <a:ext cx="155160" cy="92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C560BC8-4F2F-6023-438C-6FAA762216E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381707" y="955520"/>
                <a:ext cx="16380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1476A1E-C387-D317-5BD7-8E850D6CEFA8}"/>
              </a:ext>
            </a:extLst>
          </p:cNvPr>
          <p:cNvGrpSpPr/>
          <p:nvPr/>
        </p:nvGrpSpPr>
        <p:grpSpPr>
          <a:xfrm>
            <a:off x="7185107" y="5285600"/>
            <a:ext cx="2844720" cy="627840"/>
            <a:chOff x="7185107" y="5285600"/>
            <a:chExt cx="284472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50F0A7-2CC8-AA8B-16F2-0CB0ACF5AF80}"/>
                    </a:ext>
                  </a:extLst>
                </p14:cNvPr>
                <p14:cNvContentPartPr/>
                <p14:nvPr/>
              </p14:nvContentPartPr>
              <p14:xfrm>
                <a:off x="7188347" y="5602400"/>
                <a:ext cx="51840" cy="277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50F0A7-2CC8-AA8B-16F2-0CB0ACF5AF8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84027" y="5598080"/>
                  <a:ext cx="60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377A49-E649-3648-B7BF-F512DBEBD9A8}"/>
                    </a:ext>
                  </a:extLst>
                </p14:cNvPr>
                <p14:cNvContentPartPr/>
                <p14:nvPr/>
              </p14:nvContentPartPr>
              <p14:xfrm>
                <a:off x="7384907" y="5660720"/>
                <a:ext cx="81000" cy="119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377A49-E649-3648-B7BF-F512DBEBD9A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80587" y="5656400"/>
                  <a:ext cx="89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5F65920-969B-5276-4F3A-440FE7B819C0}"/>
                    </a:ext>
                  </a:extLst>
                </p14:cNvPr>
                <p14:cNvContentPartPr/>
                <p14:nvPr/>
              </p14:nvContentPartPr>
              <p14:xfrm>
                <a:off x="7484267" y="5684840"/>
                <a:ext cx="84600" cy="81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5F65920-969B-5276-4F3A-440FE7B819C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79947" y="5680520"/>
                  <a:ext cx="93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87FAB72-271E-01D5-2840-6D87444D79F7}"/>
                    </a:ext>
                  </a:extLst>
                </p14:cNvPr>
                <p14:cNvContentPartPr/>
                <p14:nvPr/>
              </p14:nvContentPartPr>
              <p14:xfrm>
                <a:off x="7570667" y="5669360"/>
                <a:ext cx="112680" cy="78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87FAB72-271E-01D5-2840-6D87444D79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66347" y="5665040"/>
                  <a:ext cx="121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2545DF-28B3-C3B3-3F8E-E336BB6C0AF7}"/>
                    </a:ext>
                  </a:extLst>
                </p14:cNvPr>
                <p14:cNvContentPartPr/>
                <p14:nvPr/>
              </p14:nvContentPartPr>
              <p14:xfrm>
                <a:off x="7724747" y="5580440"/>
                <a:ext cx="48240" cy="219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2545DF-28B3-C3B3-3F8E-E336BB6C0AF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20427" y="5576120"/>
                  <a:ext cx="56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0CE046-E002-40E7-8BAC-D3853FD3C38B}"/>
                    </a:ext>
                  </a:extLst>
                </p14:cNvPr>
                <p14:cNvContentPartPr/>
                <p14:nvPr/>
              </p14:nvContentPartPr>
              <p14:xfrm>
                <a:off x="7718267" y="5709320"/>
                <a:ext cx="102600" cy="11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0CE046-E002-40E7-8BAC-D3853FD3C38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13947" y="5705000"/>
                  <a:ext cx="1112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086243-C09F-50ED-8396-081A6B05EB84}"/>
                    </a:ext>
                  </a:extLst>
                </p14:cNvPr>
                <p14:cNvContentPartPr/>
                <p14:nvPr/>
              </p14:nvContentPartPr>
              <p14:xfrm>
                <a:off x="7877027" y="5763320"/>
                <a:ext cx="1692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086243-C09F-50ED-8396-081A6B05EB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72707" y="5759000"/>
                  <a:ext cx="25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5EDECF-506A-659D-244E-48940EDA84A4}"/>
                    </a:ext>
                  </a:extLst>
                </p14:cNvPr>
                <p14:cNvContentPartPr/>
                <p14:nvPr/>
              </p14:nvContentPartPr>
              <p14:xfrm>
                <a:off x="7942907" y="5648120"/>
                <a:ext cx="202680" cy="166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5EDECF-506A-659D-244E-48940EDA84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38587" y="5643800"/>
                  <a:ext cx="211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C26FD10-FDAB-D29F-6FF8-1AC21F77DD94}"/>
                    </a:ext>
                  </a:extLst>
                </p14:cNvPr>
                <p14:cNvContentPartPr/>
                <p14:nvPr/>
              </p14:nvContentPartPr>
              <p14:xfrm>
                <a:off x="8195267" y="5563880"/>
                <a:ext cx="61200" cy="183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C26FD10-FDAB-D29F-6FF8-1AC21F77DD9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90947" y="5559560"/>
                  <a:ext cx="69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27CA589-A4E4-86DD-BC63-C4A685B9B88C}"/>
                    </a:ext>
                  </a:extLst>
                </p14:cNvPr>
                <p14:cNvContentPartPr/>
                <p14:nvPr/>
              </p14:nvContentPartPr>
              <p14:xfrm>
                <a:off x="8181947" y="5660360"/>
                <a:ext cx="82440" cy="9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27CA589-A4E4-86DD-BC63-C4A685B9B88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77627" y="5656040"/>
                  <a:ext cx="91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3ACF053-41F6-E0D1-8782-1642FBDB6675}"/>
                    </a:ext>
                  </a:extLst>
                </p14:cNvPr>
                <p14:cNvContentPartPr/>
                <p14:nvPr/>
              </p14:nvContentPartPr>
              <p14:xfrm>
                <a:off x="8306147" y="5514200"/>
                <a:ext cx="182880" cy="247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3ACF053-41F6-E0D1-8782-1642FBDB66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301827" y="5509880"/>
                  <a:ext cx="191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613AD93-BFEE-47FC-56F5-13C1139EDB50}"/>
                    </a:ext>
                  </a:extLst>
                </p14:cNvPr>
                <p14:cNvContentPartPr/>
                <p14:nvPr/>
              </p14:nvContentPartPr>
              <p14:xfrm>
                <a:off x="8460227" y="5710040"/>
                <a:ext cx="13320" cy="48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613AD93-BFEE-47FC-56F5-13C1139EDB5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55907" y="5705720"/>
                  <a:ext cx="21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67AE05A-2172-C6A3-B113-829ADAE14380}"/>
                    </a:ext>
                  </a:extLst>
                </p14:cNvPr>
                <p14:cNvContentPartPr/>
                <p14:nvPr/>
              </p14:nvContentPartPr>
              <p14:xfrm>
                <a:off x="8516747" y="5614280"/>
                <a:ext cx="25920" cy="33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67AE05A-2172-C6A3-B113-829ADAE143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12427" y="5609960"/>
                  <a:ext cx="34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6A4EA60-C2D7-FBBD-5944-FEA0D9D49DF7}"/>
                    </a:ext>
                  </a:extLst>
                </p14:cNvPr>
                <p14:cNvContentPartPr/>
                <p14:nvPr/>
              </p14:nvContentPartPr>
              <p14:xfrm>
                <a:off x="8513867" y="5501960"/>
                <a:ext cx="246240" cy="307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6A4EA60-C2D7-FBBD-5944-FEA0D9D49DF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09547" y="5497640"/>
                  <a:ext cx="254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6F5E10-1900-A555-AC29-757997F92DB7}"/>
                    </a:ext>
                  </a:extLst>
                </p14:cNvPr>
                <p14:cNvContentPartPr/>
                <p14:nvPr/>
              </p14:nvContentPartPr>
              <p14:xfrm>
                <a:off x="8765147" y="5568560"/>
                <a:ext cx="65160" cy="173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6F5E10-1900-A555-AC29-757997F92DB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60827" y="5564240"/>
                  <a:ext cx="73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27CB8C-734E-3E27-51E0-2C17B1804484}"/>
                    </a:ext>
                  </a:extLst>
                </p14:cNvPr>
                <p14:cNvContentPartPr/>
                <p14:nvPr/>
              </p14:nvContentPartPr>
              <p14:xfrm>
                <a:off x="8790707" y="5647400"/>
                <a:ext cx="114120" cy="9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27CB8C-734E-3E27-51E0-2C17B180448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786387" y="5643080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AE6FECC-63EC-F877-ABB8-8AE5036BC125}"/>
                    </a:ext>
                  </a:extLst>
                </p14:cNvPr>
                <p14:cNvContentPartPr/>
                <p14:nvPr/>
              </p14:nvContentPartPr>
              <p14:xfrm>
                <a:off x="8870267" y="5397560"/>
                <a:ext cx="123120" cy="445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AE6FECC-63EC-F877-ABB8-8AE5036BC12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865947" y="5393240"/>
                  <a:ext cx="1317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D56390C-63F1-47E3-2FA8-0FEC8B38EEE5}"/>
                    </a:ext>
                  </a:extLst>
                </p14:cNvPr>
                <p14:cNvContentPartPr/>
                <p14:nvPr/>
              </p14:nvContentPartPr>
              <p14:xfrm>
                <a:off x="9121187" y="5517440"/>
                <a:ext cx="179640" cy="235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D56390C-63F1-47E3-2FA8-0FEC8B38EEE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16867" y="5513120"/>
                  <a:ext cx="188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B88D7C3-8FF1-A1EA-FD8E-BADE893BC8A4}"/>
                    </a:ext>
                  </a:extLst>
                </p14:cNvPr>
                <p14:cNvContentPartPr/>
                <p14:nvPr/>
              </p14:nvContentPartPr>
              <p14:xfrm>
                <a:off x="9149627" y="5624720"/>
                <a:ext cx="101160" cy="32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B88D7C3-8FF1-A1EA-FD8E-BADE893BC8A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45307" y="5620400"/>
                  <a:ext cx="109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686431-954F-F03A-36DF-2D9CC508BBBE}"/>
                    </a:ext>
                  </a:extLst>
                </p14:cNvPr>
                <p14:cNvContentPartPr/>
                <p14:nvPr/>
              </p14:nvContentPartPr>
              <p14:xfrm>
                <a:off x="9266267" y="5708240"/>
                <a:ext cx="77040" cy="115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686431-954F-F03A-36DF-2D9CC508BB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261947" y="5703920"/>
                  <a:ext cx="8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BE179E6-E803-2A0A-0671-C70FC697590E}"/>
                    </a:ext>
                  </a:extLst>
                </p14:cNvPr>
                <p14:cNvContentPartPr/>
                <p14:nvPr/>
              </p14:nvContentPartPr>
              <p14:xfrm>
                <a:off x="9607907" y="5525000"/>
                <a:ext cx="63000" cy="208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BE179E6-E803-2A0A-0671-C70FC697590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03587" y="5520680"/>
                  <a:ext cx="71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E8D3814-C484-74B8-4B6B-E57E4646D7E2}"/>
                    </a:ext>
                  </a:extLst>
                </p14:cNvPr>
                <p14:cNvContentPartPr/>
                <p14:nvPr/>
              </p14:nvContentPartPr>
              <p14:xfrm>
                <a:off x="9776027" y="5495480"/>
                <a:ext cx="124200" cy="258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E8D3814-C484-74B8-4B6B-E57E4646D7E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71707" y="5491160"/>
                  <a:ext cx="132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3D39A3-7E02-6A78-C322-D1DD4BD173D5}"/>
                    </a:ext>
                  </a:extLst>
                </p14:cNvPr>
                <p14:cNvContentPartPr/>
                <p14:nvPr/>
              </p14:nvContentPartPr>
              <p14:xfrm>
                <a:off x="7413347" y="5402240"/>
                <a:ext cx="31320" cy="3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3D39A3-7E02-6A78-C322-D1DD4BD173D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09027" y="5397920"/>
                  <a:ext cx="39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8E2EBEA-9A84-62D1-324D-C529FFF67661}"/>
                    </a:ext>
                  </a:extLst>
                </p14:cNvPr>
                <p14:cNvContentPartPr/>
                <p14:nvPr/>
              </p14:nvContentPartPr>
              <p14:xfrm>
                <a:off x="7268267" y="5418800"/>
                <a:ext cx="13320" cy="5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8E2EBEA-9A84-62D1-324D-C529FFF6766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63947" y="5414480"/>
                  <a:ext cx="219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4D82184-EDEF-780E-FD1D-7158BC6FC59A}"/>
                    </a:ext>
                  </a:extLst>
                </p14:cNvPr>
                <p14:cNvContentPartPr/>
                <p14:nvPr/>
              </p14:nvContentPartPr>
              <p14:xfrm>
                <a:off x="7185107" y="5285600"/>
                <a:ext cx="2844720" cy="627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4D82184-EDEF-780E-FD1D-7158BC6FC59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80787" y="5281280"/>
                  <a:ext cx="2853360" cy="63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454E010-36B4-F201-088D-9E071E5142F9}"/>
              </a:ext>
            </a:extLst>
          </p:cNvPr>
          <p:cNvGrpSpPr/>
          <p:nvPr/>
        </p:nvGrpSpPr>
        <p:grpSpPr>
          <a:xfrm>
            <a:off x="4684187" y="2353400"/>
            <a:ext cx="682920" cy="341280"/>
            <a:chOff x="4684187" y="2353400"/>
            <a:chExt cx="68292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545A470-4308-8AC5-C538-CCD43180681A}"/>
                    </a:ext>
                  </a:extLst>
                </p14:cNvPr>
                <p14:cNvContentPartPr/>
                <p14:nvPr/>
              </p14:nvContentPartPr>
              <p14:xfrm>
                <a:off x="4684187" y="2513240"/>
                <a:ext cx="146880" cy="181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545A470-4308-8AC5-C538-CCD43180681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79867" y="2508920"/>
                  <a:ext cx="155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2ABC7B2-E34E-F922-7AC3-C1DA1C826FCC}"/>
                    </a:ext>
                  </a:extLst>
                </p14:cNvPr>
                <p14:cNvContentPartPr/>
                <p14:nvPr/>
              </p14:nvContentPartPr>
              <p14:xfrm>
                <a:off x="4853387" y="2527640"/>
                <a:ext cx="105840" cy="10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2ABC7B2-E34E-F922-7AC3-C1DA1C826FC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49067" y="2523320"/>
                  <a:ext cx="114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508E1B1-3166-3F45-8BAD-810D003BA618}"/>
                    </a:ext>
                  </a:extLst>
                </p14:cNvPr>
                <p14:cNvContentPartPr/>
                <p14:nvPr/>
              </p14:nvContentPartPr>
              <p14:xfrm>
                <a:off x="5012867" y="2522960"/>
                <a:ext cx="128160" cy="87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508E1B1-3166-3F45-8BAD-810D003BA6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08547" y="2518640"/>
                  <a:ext cx="136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49140FA-2A64-51AA-9123-FF5772F7A6E5}"/>
                    </a:ext>
                  </a:extLst>
                </p14:cNvPr>
                <p14:cNvContentPartPr/>
                <p14:nvPr/>
              </p14:nvContentPartPr>
              <p14:xfrm>
                <a:off x="5251547" y="2353400"/>
                <a:ext cx="73800" cy="221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49140FA-2A64-51AA-9123-FF5772F7A6E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47227" y="2349080"/>
                  <a:ext cx="82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E28E393-D715-CB22-642A-673307C63DD6}"/>
                    </a:ext>
                  </a:extLst>
                </p14:cNvPr>
                <p14:cNvContentPartPr/>
                <p14:nvPr/>
              </p14:nvContentPartPr>
              <p14:xfrm>
                <a:off x="5194307" y="2454560"/>
                <a:ext cx="172800" cy="38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E28E393-D715-CB22-642A-673307C63DD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89987" y="2450240"/>
                  <a:ext cx="1814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B44FD70-DCB1-E34E-1F63-27D3F401632A}"/>
              </a:ext>
            </a:extLst>
          </p:cNvPr>
          <p:cNvGrpSpPr/>
          <p:nvPr/>
        </p:nvGrpSpPr>
        <p:grpSpPr>
          <a:xfrm>
            <a:off x="4752227" y="2753360"/>
            <a:ext cx="929520" cy="405360"/>
            <a:chOff x="4752227" y="2753360"/>
            <a:chExt cx="92952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4E5601D-C76D-FCA6-9F5A-93E1C233AA68}"/>
                    </a:ext>
                  </a:extLst>
                </p14:cNvPr>
                <p14:cNvContentPartPr/>
                <p14:nvPr/>
              </p14:nvContentPartPr>
              <p14:xfrm>
                <a:off x="4759427" y="2878280"/>
                <a:ext cx="24120" cy="280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4E5601D-C76D-FCA6-9F5A-93E1C233AA6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55107" y="2873960"/>
                  <a:ext cx="32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BF99659-210B-1EE0-CC60-6AC65B52C986}"/>
                    </a:ext>
                  </a:extLst>
                </p14:cNvPr>
                <p14:cNvContentPartPr/>
                <p14:nvPr/>
              </p14:nvContentPartPr>
              <p14:xfrm>
                <a:off x="4752227" y="2753360"/>
                <a:ext cx="929520" cy="3952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BF99659-210B-1EE0-CC60-6AC65B52C98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47907" y="2749040"/>
                  <a:ext cx="93816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D7C84AF-DC6C-9DC0-EB0C-F5FDD4B20ED3}"/>
              </a:ext>
            </a:extLst>
          </p:cNvPr>
          <p:cNvGrpSpPr/>
          <p:nvPr/>
        </p:nvGrpSpPr>
        <p:grpSpPr>
          <a:xfrm>
            <a:off x="4728467" y="3392360"/>
            <a:ext cx="1144080" cy="654120"/>
            <a:chOff x="4728467" y="3392360"/>
            <a:chExt cx="114408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EEB310-63FB-0734-5146-F0E051C77B24}"/>
                    </a:ext>
                  </a:extLst>
                </p14:cNvPr>
                <p14:cNvContentPartPr/>
                <p14:nvPr/>
              </p14:nvContentPartPr>
              <p14:xfrm>
                <a:off x="4747187" y="3474800"/>
                <a:ext cx="35640" cy="37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EEB310-63FB-0734-5146-F0E051C77B2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42867" y="3470480"/>
                  <a:ext cx="442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576CD26-75C6-01EF-659A-74E2D7F7503B}"/>
                    </a:ext>
                  </a:extLst>
                </p14:cNvPr>
                <p14:cNvContentPartPr/>
                <p14:nvPr/>
              </p14:nvContentPartPr>
              <p14:xfrm>
                <a:off x="4728467" y="3392360"/>
                <a:ext cx="963720" cy="454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576CD26-75C6-01EF-659A-74E2D7F750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24147" y="3388040"/>
                  <a:ext cx="9723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9175E54-DA01-C2AC-85B1-9D8D3FDE4D1A}"/>
                    </a:ext>
                  </a:extLst>
                </p14:cNvPr>
                <p14:cNvContentPartPr/>
                <p14:nvPr/>
              </p14:nvContentPartPr>
              <p14:xfrm>
                <a:off x="5131667" y="3904280"/>
                <a:ext cx="134640" cy="141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9175E54-DA01-C2AC-85B1-9D8D3FDE4D1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27347" y="3899960"/>
                  <a:ext cx="14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2F3C850-29FC-A2C5-F3E5-FF5B8869EB1F}"/>
                    </a:ext>
                  </a:extLst>
                </p14:cNvPr>
                <p14:cNvContentPartPr/>
                <p14:nvPr/>
              </p14:nvContentPartPr>
              <p14:xfrm>
                <a:off x="5316707" y="3926960"/>
                <a:ext cx="117360" cy="82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2F3C850-29FC-A2C5-F3E5-FF5B8869EB1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12387" y="3922640"/>
                  <a:ext cx="126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8ADC7D-77AE-E91F-3923-9FEB5C7EBB5F}"/>
                    </a:ext>
                  </a:extLst>
                </p14:cNvPr>
                <p14:cNvContentPartPr/>
                <p14:nvPr/>
              </p14:nvContentPartPr>
              <p14:xfrm>
                <a:off x="5531987" y="3798800"/>
                <a:ext cx="187200" cy="239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8ADC7D-77AE-E91F-3923-9FEB5C7EBB5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27667" y="3794480"/>
                  <a:ext cx="195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80E5EF2-A164-45C6-C10D-DF71B916F350}"/>
                    </a:ext>
                  </a:extLst>
                </p14:cNvPr>
                <p14:cNvContentPartPr/>
                <p14:nvPr/>
              </p14:nvContentPartPr>
              <p14:xfrm>
                <a:off x="5771747" y="3951440"/>
                <a:ext cx="100800" cy="95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80E5EF2-A164-45C6-C10D-DF71B916F3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67427" y="3947120"/>
                  <a:ext cx="109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7522373-3023-BF62-8F10-89122CF3238B}"/>
                    </a:ext>
                  </a:extLst>
                </p14:cNvPr>
                <p14:cNvContentPartPr/>
                <p14:nvPr/>
              </p14:nvContentPartPr>
              <p14:xfrm>
                <a:off x="5170907" y="3548240"/>
                <a:ext cx="208440" cy="22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7522373-3023-BF62-8F10-89122CF3238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66587" y="3543920"/>
                  <a:ext cx="217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E4D608B-8AB0-3867-5F8D-6AAEC94E34A0}"/>
                    </a:ext>
                  </a:extLst>
                </p14:cNvPr>
                <p14:cNvContentPartPr/>
                <p14:nvPr/>
              </p14:nvContentPartPr>
              <p14:xfrm>
                <a:off x="5232107" y="3648680"/>
                <a:ext cx="223920" cy="25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E4D608B-8AB0-3867-5F8D-6AAEC94E34A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27787" y="3644360"/>
                  <a:ext cx="23256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9EB2C1A-FAD8-E38C-D825-D56AE63D07BC}"/>
              </a:ext>
            </a:extLst>
          </p:cNvPr>
          <p:cNvGrpSpPr/>
          <p:nvPr/>
        </p:nvGrpSpPr>
        <p:grpSpPr>
          <a:xfrm>
            <a:off x="4596707" y="528200"/>
            <a:ext cx="1234440" cy="1170000"/>
            <a:chOff x="4596707" y="528200"/>
            <a:chExt cx="1234440" cy="11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3D4D56-1CD5-77B4-11B7-6478BFD5CF03}"/>
                    </a:ext>
                  </a:extLst>
                </p14:cNvPr>
                <p14:cNvContentPartPr/>
                <p14:nvPr/>
              </p14:nvContentPartPr>
              <p14:xfrm>
                <a:off x="4596707" y="875600"/>
                <a:ext cx="50760" cy="230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3D4D56-1CD5-77B4-11B7-6478BFD5CF0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92387" y="871280"/>
                  <a:ext cx="59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9990F0-52F9-57A1-4113-96C1AC944969}"/>
                    </a:ext>
                  </a:extLst>
                </p14:cNvPr>
                <p14:cNvContentPartPr/>
                <p14:nvPr/>
              </p14:nvContentPartPr>
              <p14:xfrm>
                <a:off x="4634507" y="843920"/>
                <a:ext cx="1005840" cy="288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9990F0-52F9-57A1-4113-96C1AC94496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30187" y="839600"/>
                  <a:ext cx="10144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A95C068-9729-1F02-EB27-7A4FF110F0A9}"/>
                    </a:ext>
                  </a:extLst>
                </p14:cNvPr>
                <p14:cNvContentPartPr/>
                <p14:nvPr/>
              </p14:nvContentPartPr>
              <p14:xfrm>
                <a:off x="4790747" y="660320"/>
                <a:ext cx="102600" cy="88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A95C068-9729-1F02-EB27-7A4FF110F0A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86427" y="656000"/>
                  <a:ext cx="111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944C53F-6D3E-0F1C-264D-9B42C9F85496}"/>
                    </a:ext>
                  </a:extLst>
                </p14:cNvPr>
                <p14:cNvContentPartPr/>
                <p14:nvPr/>
              </p14:nvContentPartPr>
              <p14:xfrm>
                <a:off x="4968227" y="653840"/>
                <a:ext cx="74160" cy="80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944C53F-6D3E-0F1C-264D-9B42C9F8549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63547" y="649520"/>
                  <a:ext cx="82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64790F6-E8E4-1FD1-7072-C6A41D4CC31A}"/>
                    </a:ext>
                  </a:extLst>
                </p14:cNvPr>
                <p14:cNvContentPartPr/>
                <p14:nvPr/>
              </p14:nvContentPartPr>
              <p14:xfrm>
                <a:off x="5089547" y="650240"/>
                <a:ext cx="86760" cy="68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64790F6-E8E4-1FD1-7072-C6A41D4CC31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85227" y="645920"/>
                  <a:ext cx="95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0B7DF8F-4E10-3219-C4C9-56EAEBD47029}"/>
                    </a:ext>
                  </a:extLst>
                </p14:cNvPr>
                <p14:cNvContentPartPr/>
                <p14:nvPr/>
              </p14:nvContentPartPr>
              <p14:xfrm>
                <a:off x="5252267" y="528200"/>
                <a:ext cx="69480" cy="182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0B7DF8F-4E10-3219-C4C9-56EAEBD4702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47947" y="523880"/>
                  <a:ext cx="78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8CCD17-6326-4409-C486-615B7043442C}"/>
                    </a:ext>
                  </a:extLst>
                </p14:cNvPr>
                <p14:cNvContentPartPr/>
                <p14:nvPr/>
              </p14:nvContentPartPr>
              <p14:xfrm>
                <a:off x="5186747" y="606320"/>
                <a:ext cx="208800" cy="14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78CCD17-6326-4409-C486-615B7043442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182427" y="602000"/>
                  <a:ext cx="21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C10871C-2ED3-4A3A-74CC-A40AD6126898}"/>
                    </a:ext>
                  </a:extLst>
                </p14:cNvPr>
                <p14:cNvContentPartPr/>
                <p14:nvPr/>
              </p14:nvContentPartPr>
              <p14:xfrm>
                <a:off x="4703627" y="1240640"/>
                <a:ext cx="14400" cy="235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C10871C-2ED3-4A3A-74CC-A40AD612689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99307" y="1236320"/>
                  <a:ext cx="23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8DE4E0-E635-085C-4387-5663E5C29A52}"/>
                    </a:ext>
                  </a:extLst>
                </p14:cNvPr>
                <p14:cNvContentPartPr/>
                <p14:nvPr/>
              </p14:nvContentPartPr>
              <p14:xfrm>
                <a:off x="4658267" y="1182680"/>
                <a:ext cx="1093680" cy="316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8DE4E0-E635-085C-4387-5663E5C29A5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653947" y="1178360"/>
                  <a:ext cx="11023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1881657-EE18-2B84-C1B6-8002477BDB71}"/>
                    </a:ext>
                  </a:extLst>
                </p14:cNvPr>
                <p14:cNvContentPartPr/>
                <p14:nvPr/>
              </p14:nvContentPartPr>
              <p14:xfrm>
                <a:off x="5088107" y="1531520"/>
                <a:ext cx="139320" cy="155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1881657-EE18-2B84-C1B6-8002477BDB7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83787" y="1527200"/>
                  <a:ext cx="147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CB7A2CC-7F95-F9CC-3B2A-023418B386AC}"/>
                    </a:ext>
                  </a:extLst>
                </p14:cNvPr>
                <p14:cNvContentPartPr/>
                <p14:nvPr/>
              </p14:nvContentPartPr>
              <p14:xfrm>
                <a:off x="5254787" y="1565720"/>
                <a:ext cx="127080" cy="108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CB7A2CC-7F95-F9CC-3B2A-023418B386A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250467" y="1561400"/>
                  <a:ext cx="135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DF3FE1D-2933-68C2-CA6D-DE89D12F0E21}"/>
                    </a:ext>
                  </a:extLst>
                </p14:cNvPr>
                <p14:cNvContentPartPr/>
                <p14:nvPr/>
              </p14:nvContentPartPr>
              <p14:xfrm>
                <a:off x="5431547" y="1508480"/>
                <a:ext cx="217800" cy="18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DF3FE1D-2933-68C2-CA6D-DE89D12F0E2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427227" y="1504160"/>
                  <a:ext cx="226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5CCBAB-968B-17AE-B169-9A1B66D918C3}"/>
                    </a:ext>
                  </a:extLst>
                </p14:cNvPr>
                <p14:cNvContentPartPr/>
                <p14:nvPr/>
              </p14:nvContentPartPr>
              <p14:xfrm>
                <a:off x="5719187" y="1585880"/>
                <a:ext cx="111960" cy="91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5CCBAB-968B-17AE-B169-9A1B66D918C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14867" y="1581560"/>
                  <a:ext cx="120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C15673-F6A7-0F92-6A27-B056C120BEFC}"/>
                    </a:ext>
                  </a:extLst>
                </p14:cNvPr>
                <p14:cNvContentPartPr/>
                <p14:nvPr/>
              </p14:nvContentPartPr>
              <p14:xfrm>
                <a:off x="5368907" y="1241360"/>
                <a:ext cx="19080" cy="14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C15673-F6A7-0F92-6A27-B056C120BEF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364587" y="1237040"/>
                  <a:ext cx="27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9BACA5-5F64-57E5-E40B-5393E817C354}"/>
                    </a:ext>
                  </a:extLst>
                </p14:cNvPr>
                <p14:cNvContentPartPr/>
                <p14:nvPr/>
              </p14:nvContentPartPr>
              <p14:xfrm>
                <a:off x="5287907" y="1250000"/>
                <a:ext cx="212040" cy="173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9BACA5-5F64-57E5-E40B-5393E817C35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83587" y="1245680"/>
                  <a:ext cx="220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04377AE-7022-F7DE-FF2E-CF95C4569E26}"/>
                    </a:ext>
                  </a:extLst>
                </p14:cNvPr>
                <p14:cNvContentPartPr/>
                <p14:nvPr/>
              </p14:nvContentPartPr>
              <p14:xfrm>
                <a:off x="5354507" y="1335320"/>
                <a:ext cx="174240" cy="15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04377AE-7022-F7DE-FF2E-CF95C4569E2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50187" y="1331000"/>
                  <a:ext cx="182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15617B9-311F-1C89-9D56-10605699047A}"/>
                    </a:ext>
                  </a:extLst>
                </p14:cNvPr>
                <p14:cNvContentPartPr/>
                <p14:nvPr/>
              </p14:nvContentPartPr>
              <p14:xfrm>
                <a:off x="4711907" y="727280"/>
                <a:ext cx="223200" cy="167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15617B9-311F-1C89-9D56-10605699047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07587" y="722960"/>
                  <a:ext cx="2318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86C99A1-35A8-6465-4830-0A4D8CB860F6}"/>
              </a:ext>
            </a:extLst>
          </p:cNvPr>
          <p:cNvGrpSpPr/>
          <p:nvPr/>
        </p:nvGrpSpPr>
        <p:grpSpPr>
          <a:xfrm>
            <a:off x="2839907" y="2800520"/>
            <a:ext cx="2343240" cy="1244880"/>
            <a:chOff x="2839907" y="2800520"/>
            <a:chExt cx="2343240" cy="12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66DC61C-1616-8D9D-D7C4-BFC55AEB40C1}"/>
                    </a:ext>
                  </a:extLst>
                </p14:cNvPr>
                <p14:cNvContentPartPr/>
                <p14:nvPr/>
              </p14:nvContentPartPr>
              <p14:xfrm>
                <a:off x="4311227" y="2961440"/>
                <a:ext cx="871920" cy="63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66DC61C-1616-8D9D-D7C4-BFC55AEB40C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302587" y="2952800"/>
                  <a:ext cx="889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2CFE4A7-49E8-751D-25FF-6EA0F9CBEF4C}"/>
                    </a:ext>
                  </a:extLst>
                </p14:cNvPr>
                <p14:cNvContentPartPr/>
                <p14:nvPr/>
              </p14:nvContentPartPr>
              <p14:xfrm>
                <a:off x="4155347" y="2854880"/>
                <a:ext cx="165600" cy="214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2CFE4A7-49E8-751D-25FF-6EA0F9CBEF4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46707" y="2845880"/>
                  <a:ext cx="183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9B551A6-F8B9-A99D-FE40-F854992A9146}"/>
                    </a:ext>
                  </a:extLst>
                </p14:cNvPr>
                <p14:cNvContentPartPr/>
                <p14:nvPr/>
              </p14:nvContentPartPr>
              <p14:xfrm>
                <a:off x="2884907" y="2802320"/>
                <a:ext cx="43560" cy="111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9B551A6-F8B9-A99D-FE40-F854992A914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76267" y="2793680"/>
                  <a:ext cx="6120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FCAE5AB-16A1-2524-F00B-4650108B6D74}"/>
                    </a:ext>
                  </a:extLst>
                </p14:cNvPr>
                <p14:cNvContentPartPr/>
                <p14:nvPr/>
              </p14:nvContentPartPr>
              <p14:xfrm>
                <a:off x="2839907" y="2800520"/>
                <a:ext cx="1362600" cy="1244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FCAE5AB-16A1-2524-F00B-4650108B6D7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31267" y="2791520"/>
                  <a:ext cx="1380240" cy="12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D215D88-4838-3651-AB56-0D7A22E2E8D9}"/>
                    </a:ext>
                  </a:extLst>
                </p14:cNvPr>
                <p14:cNvContentPartPr/>
                <p14:nvPr/>
              </p14:nvContentPartPr>
              <p14:xfrm>
                <a:off x="2895347" y="3296600"/>
                <a:ext cx="1283040" cy="33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D215D88-4838-3651-AB56-0D7A22E2E8D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886707" y="3287600"/>
                  <a:ext cx="1300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B508CD-FACF-49F0-435B-325C9B209AE6}"/>
                    </a:ext>
                  </a:extLst>
                </p14:cNvPr>
                <p14:cNvContentPartPr/>
                <p14:nvPr/>
              </p14:nvContentPartPr>
              <p14:xfrm>
                <a:off x="3512387" y="3330800"/>
                <a:ext cx="66960" cy="705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B508CD-FACF-49F0-435B-325C9B209AE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03387" y="3322160"/>
                  <a:ext cx="846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65EEC7-3BF9-97F4-57E5-44698322878E}"/>
                    </a:ext>
                  </a:extLst>
                </p14:cNvPr>
                <p14:cNvContentPartPr/>
                <p14:nvPr/>
              </p14:nvContentPartPr>
              <p14:xfrm>
                <a:off x="3392147" y="2991680"/>
                <a:ext cx="200880" cy="253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65EEC7-3BF9-97F4-57E5-44698322878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383507" y="2983040"/>
                  <a:ext cx="218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AF15A6D-FF1B-4FDE-7455-46CBFA1F8ED9}"/>
                    </a:ext>
                  </a:extLst>
                </p14:cNvPr>
                <p14:cNvContentPartPr/>
                <p14:nvPr/>
              </p14:nvContentPartPr>
              <p14:xfrm>
                <a:off x="3414827" y="3111560"/>
                <a:ext cx="250200" cy="20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AF15A6D-FF1B-4FDE-7455-46CBFA1F8E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405827" y="3102560"/>
                  <a:ext cx="267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332FD2D-C688-7135-21FE-9BE5D37342C1}"/>
                    </a:ext>
                  </a:extLst>
                </p14:cNvPr>
                <p14:cNvContentPartPr/>
                <p14:nvPr/>
              </p14:nvContentPartPr>
              <p14:xfrm>
                <a:off x="3163547" y="3591080"/>
                <a:ext cx="74160" cy="94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332FD2D-C688-7135-21FE-9BE5D37342C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154547" y="3582080"/>
                  <a:ext cx="91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B90A6BC-FA4D-DD7A-06F8-25EA3D99F44D}"/>
                    </a:ext>
                  </a:extLst>
                </p14:cNvPr>
                <p14:cNvContentPartPr/>
                <p14:nvPr/>
              </p14:nvContentPartPr>
              <p14:xfrm>
                <a:off x="3752507" y="3643640"/>
                <a:ext cx="122400" cy="91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B90A6BC-FA4D-DD7A-06F8-25EA3D99F4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743507" y="3634640"/>
                  <a:ext cx="140040" cy="10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520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D9F2-B3A3-079B-04C8-B7DD2AFC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37D1D8-8569-2151-285D-25D7DB4B9C27}"/>
                  </a:ext>
                </a:extLst>
              </p14:cNvPr>
              <p14:cNvContentPartPr/>
              <p14:nvPr/>
            </p14:nvContentPartPr>
            <p14:xfrm>
              <a:off x="10423507" y="1672641"/>
              <a:ext cx="1080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37D1D8-8569-2151-285D-25D7DB4B9C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19187" y="1668321"/>
                <a:ext cx="1944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14DB4E-D222-04E3-3E07-0D8C2B3704AA}"/>
                  </a:ext>
                </a:extLst>
              </p14:cNvPr>
              <p14:cNvContentPartPr/>
              <p14:nvPr/>
            </p14:nvContentPartPr>
            <p14:xfrm>
              <a:off x="8870827" y="490041"/>
              <a:ext cx="90000" cy="13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14DB4E-D222-04E3-3E07-0D8C2B3704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6507" y="485721"/>
                <a:ext cx="98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741223-9733-7A17-8DFB-5CE342B9844A}"/>
                  </a:ext>
                </a:extLst>
              </p14:cNvPr>
              <p14:cNvContentPartPr/>
              <p14:nvPr/>
            </p14:nvContentPartPr>
            <p14:xfrm>
              <a:off x="9042907" y="495441"/>
              <a:ext cx="113760" cy="9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741223-9733-7A17-8DFB-5CE342B984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8587" y="491121"/>
                <a:ext cx="1224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33318C-BFB3-9004-05D4-C334A83C5204}"/>
                  </a:ext>
                </a:extLst>
              </p14:cNvPr>
              <p14:cNvContentPartPr/>
              <p14:nvPr/>
            </p14:nvContentPartPr>
            <p14:xfrm>
              <a:off x="9212467" y="468441"/>
              <a:ext cx="95040" cy="7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33318C-BFB3-9004-05D4-C334A83C52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8147" y="464121"/>
                <a:ext cx="1036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C208C8-38C4-3024-2861-17E98B302689}"/>
                  </a:ext>
                </a:extLst>
              </p14:cNvPr>
              <p14:cNvContentPartPr/>
              <p14:nvPr/>
            </p14:nvContentPartPr>
            <p14:xfrm>
              <a:off x="9412987" y="346761"/>
              <a:ext cx="43920" cy="18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C208C8-38C4-3024-2861-17E98B3026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08667" y="342441"/>
                <a:ext cx="525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7D4699-9ABA-A842-8FA8-557494EB9B39}"/>
                  </a:ext>
                </a:extLst>
              </p14:cNvPr>
              <p14:cNvContentPartPr/>
              <p14:nvPr/>
            </p14:nvContentPartPr>
            <p14:xfrm>
              <a:off x="9400747" y="450441"/>
              <a:ext cx="121680" cy="20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7D4699-9ABA-A842-8FA8-557494EB9B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96427" y="446121"/>
                <a:ext cx="130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84E894-9B44-3A6E-B7C6-837FC45645DC}"/>
                  </a:ext>
                </a:extLst>
              </p14:cNvPr>
              <p14:cNvContentPartPr/>
              <p14:nvPr/>
            </p14:nvContentPartPr>
            <p14:xfrm>
              <a:off x="9663187" y="430281"/>
              <a:ext cx="129960" cy="315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84E894-9B44-3A6E-B7C6-837FC45645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58867" y="425961"/>
                <a:ext cx="1386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168B45-6C4B-6611-485D-3973E39701F7}"/>
                  </a:ext>
                </a:extLst>
              </p14:cNvPr>
              <p14:cNvContentPartPr/>
              <p14:nvPr/>
            </p14:nvContentPartPr>
            <p14:xfrm>
              <a:off x="9612427" y="717201"/>
              <a:ext cx="133920" cy="7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3168B45-6C4B-6611-485D-3973E39701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08107" y="712881"/>
                <a:ext cx="142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DDCDD3-04CF-F3B6-E5AA-599ADAF9B054}"/>
                  </a:ext>
                </a:extLst>
              </p14:cNvPr>
              <p14:cNvContentPartPr/>
              <p14:nvPr/>
            </p14:nvContentPartPr>
            <p14:xfrm>
              <a:off x="9731227" y="709281"/>
              <a:ext cx="67320" cy="93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DDCDD3-04CF-F3B6-E5AA-599ADAF9B0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26907" y="704961"/>
                <a:ext cx="759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4DC285-CE03-45AA-39E6-4A668AC262A1}"/>
                  </a:ext>
                </a:extLst>
              </p14:cNvPr>
              <p14:cNvContentPartPr/>
              <p14:nvPr/>
            </p14:nvContentPartPr>
            <p14:xfrm>
              <a:off x="9453667" y="816561"/>
              <a:ext cx="454680" cy="357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4DC285-CE03-45AA-39E6-4A668AC262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9347" y="812241"/>
                <a:ext cx="4633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02C0AF-2878-F9D2-667B-E242887501D5}"/>
                  </a:ext>
                </a:extLst>
              </p14:cNvPr>
              <p14:cNvContentPartPr/>
              <p14:nvPr/>
            </p14:nvContentPartPr>
            <p14:xfrm>
              <a:off x="9655267" y="912681"/>
              <a:ext cx="141840" cy="198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02C0AF-2878-F9D2-667B-E242887501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50947" y="908361"/>
                <a:ext cx="150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3AE160E-2E7E-3C52-9A06-DA7E7C0DF968}"/>
                  </a:ext>
                </a:extLst>
              </p14:cNvPr>
              <p14:cNvContentPartPr/>
              <p14:nvPr/>
            </p14:nvContentPartPr>
            <p14:xfrm>
              <a:off x="9864067" y="1120041"/>
              <a:ext cx="244440" cy="250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3AE160E-2E7E-3C52-9A06-DA7E7C0DF9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59747" y="1115721"/>
                <a:ext cx="253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8373D27-E949-9146-4368-56C29C9E74EC}"/>
                  </a:ext>
                </a:extLst>
              </p14:cNvPr>
              <p14:cNvContentPartPr/>
              <p14:nvPr/>
            </p14:nvContentPartPr>
            <p14:xfrm>
              <a:off x="10065307" y="1305441"/>
              <a:ext cx="99360" cy="126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8373D27-E949-9146-4368-56C29C9E74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60987" y="1301121"/>
                <a:ext cx="108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5068233-C2D7-70B2-E399-79FF1EEFD0E0}"/>
                  </a:ext>
                </a:extLst>
              </p14:cNvPr>
              <p14:cNvContentPartPr/>
              <p14:nvPr/>
            </p14:nvContentPartPr>
            <p14:xfrm>
              <a:off x="10130827" y="1378521"/>
              <a:ext cx="369000" cy="29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5068233-C2D7-70B2-E399-79FF1EEFD0E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26507" y="1374201"/>
                <a:ext cx="3776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BAA53F4-3038-C236-358A-71BA4B88B153}"/>
                  </a:ext>
                </a:extLst>
              </p14:cNvPr>
              <p14:cNvContentPartPr/>
              <p14:nvPr/>
            </p14:nvContentPartPr>
            <p14:xfrm>
              <a:off x="10242067" y="1441521"/>
              <a:ext cx="121320" cy="204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BAA53F4-3038-C236-358A-71BA4B88B1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37747" y="1437201"/>
                <a:ext cx="129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3B6043-F86E-414C-82CF-658669C6896E}"/>
                  </a:ext>
                </a:extLst>
              </p14:cNvPr>
              <p14:cNvContentPartPr/>
              <p14:nvPr/>
            </p14:nvContentPartPr>
            <p14:xfrm>
              <a:off x="10270507" y="1525761"/>
              <a:ext cx="142200" cy="1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3B6043-F86E-414C-82CF-658669C6896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66187" y="1521441"/>
                <a:ext cx="1508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7CAC799-28C4-AD03-0960-4705ABD3FACA}"/>
                  </a:ext>
                </a:extLst>
              </p14:cNvPr>
              <p14:cNvContentPartPr/>
              <p14:nvPr/>
            </p14:nvContentPartPr>
            <p14:xfrm>
              <a:off x="9186547" y="1170081"/>
              <a:ext cx="361440" cy="298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7CAC799-28C4-AD03-0960-4705ABD3FA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82227" y="1165761"/>
                <a:ext cx="3700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0ADE20A-3FCD-EABB-4C7F-B899BFEC1F03}"/>
                  </a:ext>
                </a:extLst>
              </p14:cNvPr>
              <p14:cNvContentPartPr/>
              <p14:nvPr/>
            </p14:nvContentPartPr>
            <p14:xfrm>
              <a:off x="9147667" y="1361961"/>
              <a:ext cx="155160" cy="178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0ADE20A-3FCD-EABB-4C7F-B899BFEC1F0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143347" y="1357641"/>
                <a:ext cx="163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8C22337-3DD0-319E-F572-3E4789B334A8}"/>
                  </a:ext>
                </a:extLst>
              </p14:cNvPr>
              <p14:cNvContentPartPr/>
              <p14:nvPr/>
            </p14:nvContentPartPr>
            <p14:xfrm>
              <a:off x="8885587" y="1513161"/>
              <a:ext cx="374760" cy="29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8C22337-3DD0-319E-F572-3E4789B334A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81267" y="1508841"/>
                <a:ext cx="383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B996C0-4BC5-3684-4380-744C6CDB85B5}"/>
                  </a:ext>
                </a:extLst>
              </p14:cNvPr>
              <p14:cNvContentPartPr/>
              <p14:nvPr/>
            </p14:nvContentPartPr>
            <p14:xfrm>
              <a:off x="9020227" y="1603521"/>
              <a:ext cx="136800" cy="102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B996C0-4BC5-3684-4380-744C6CDB85B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15907" y="1599201"/>
                <a:ext cx="1454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52BE80C-4D46-03A6-E797-0A61409F9DEE}"/>
                  </a:ext>
                </a:extLst>
              </p14:cNvPr>
              <p14:cNvContentPartPr/>
              <p14:nvPr/>
            </p14:nvContentPartPr>
            <p14:xfrm>
              <a:off x="9070987" y="1631241"/>
              <a:ext cx="47880" cy="145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52BE80C-4D46-03A6-E797-0A61409F9DE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66667" y="1626921"/>
                <a:ext cx="56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02A4A41-6A44-60AF-7093-3FA416AECE9E}"/>
                  </a:ext>
                </a:extLst>
              </p14:cNvPr>
              <p14:cNvContentPartPr/>
              <p14:nvPr/>
            </p14:nvContentPartPr>
            <p14:xfrm>
              <a:off x="10393267" y="1645641"/>
              <a:ext cx="370080" cy="291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02A4A41-6A44-60AF-7093-3FA416AECE9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88947" y="1641321"/>
                <a:ext cx="378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8E6237D-5CD9-2FB5-B007-868AA805E68A}"/>
                  </a:ext>
                </a:extLst>
              </p14:cNvPr>
              <p14:cNvContentPartPr/>
              <p14:nvPr/>
            </p14:nvContentPartPr>
            <p14:xfrm>
              <a:off x="10676947" y="1863081"/>
              <a:ext cx="158400" cy="168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8E6237D-5CD9-2FB5-B007-868AA805E68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72627" y="1858761"/>
                <a:ext cx="1670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5D2B41E-F951-2C79-4678-83F7491AB10A}"/>
                  </a:ext>
                </a:extLst>
              </p14:cNvPr>
              <p14:cNvContentPartPr/>
              <p14:nvPr/>
            </p14:nvContentPartPr>
            <p14:xfrm>
              <a:off x="10720147" y="1975401"/>
              <a:ext cx="422640" cy="342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5D2B41E-F951-2C79-4678-83F7491AB10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15827" y="1971081"/>
                <a:ext cx="4312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28A9166-FFB6-554D-B774-0DB83096530E}"/>
                  </a:ext>
                </a:extLst>
              </p14:cNvPr>
              <p14:cNvContentPartPr/>
              <p14:nvPr/>
            </p14:nvContentPartPr>
            <p14:xfrm>
              <a:off x="10808347" y="2056761"/>
              <a:ext cx="129600" cy="232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28A9166-FFB6-554D-B774-0DB83096530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04027" y="2052441"/>
                <a:ext cx="1382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89211D-ED7E-98CC-CCA3-6B47BFC8C6B1}"/>
                  </a:ext>
                </a:extLst>
              </p14:cNvPr>
              <p14:cNvContentPartPr/>
              <p14:nvPr/>
            </p14:nvContentPartPr>
            <p14:xfrm>
              <a:off x="11084107" y="2250801"/>
              <a:ext cx="207720" cy="38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89211D-ED7E-98CC-CCA3-6B47BFC8C6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79787" y="2246481"/>
                <a:ext cx="21636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0D31A0D-AEA8-1D80-4C89-D5A618DA1C25}"/>
                  </a:ext>
                </a:extLst>
              </p14:cNvPr>
              <p14:cNvContentPartPr/>
              <p14:nvPr/>
            </p14:nvContentPartPr>
            <p14:xfrm>
              <a:off x="11244667" y="2551401"/>
              <a:ext cx="159120" cy="147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0D31A0D-AEA8-1D80-4C89-D5A618DA1C2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40347" y="2547081"/>
                <a:ext cx="167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EDCE41A-B781-3D6F-11DC-DFCA9AD23F80}"/>
                  </a:ext>
                </a:extLst>
              </p14:cNvPr>
              <p14:cNvContentPartPr/>
              <p14:nvPr/>
            </p14:nvContentPartPr>
            <p14:xfrm>
              <a:off x="11341507" y="2560934"/>
              <a:ext cx="507960" cy="427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EDCE41A-B781-3D6F-11DC-DFCA9AD23F8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32867" y="2551934"/>
                <a:ext cx="5256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A53008-9ACC-4F02-F523-85F6A3047292}"/>
                  </a:ext>
                </a:extLst>
              </p14:cNvPr>
              <p14:cNvContentPartPr/>
              <p14:nvPr/>
            </p14:nvContentPartPr>
            <p14:xfrm>
              <a:off x="11535547" y="2727614"/>
              <a:ext cx="26640" cy="171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A53008-9ACC-4F02-F523-85F6A304729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526547" y="2718614"/>
                <a:ext cx="442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2F9B963-BEED-C95D-2DC7-4D1E53A09B4E}"/>
                  </a:ext>
                </a:extLst>
              </p14:cNvPr>
              <p14:cNvContentPartPr/>
              <p14:nvPr/>
            </p14:nvContentPartPr>
            <p14:xfrm>
              <a:off x="11603227" y="2735174"/>
              <a:ext cx="108360" cy="152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2F9B963-BEED-C95D-2DC7-4D1E53A09B4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94227" y="2726534"/>
                <a:ext cx="126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EF69832-C710-E224-F81C-FF4BF5E207A4}"/>
                  </a:ext>
                </a:extLst>
              </p14:cNvPr>
              <p14:cNvContentPartPr/>
              <p14:nvPr/>
            </p14:nvContentPartPr>
            <p14:xfrm>
              <a:off x="8754547" y="1789454"/>
              <a:ext cx="198000" cy="251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EF69832-C710-E224-F81C-FF4BF5E207A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745547" y="1780454"/>
                <a:ext cx="2156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ABAD715-A033-7164-A9F4-F0958B71E39F}"/>
                  </a:ext>
                </a:extLst>
              </p14:cNvPr>
              <p14:cNvContentPartPr/>
              <p14:nvPr/>
            </p14:nvContentPartPr>
            <p14:xfrm>
              <a:off x="8647627" y="2029934"/>
              <a:ext cx="144360" cy="100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ABAD715-A033-7164-A9F4-F0958B71E3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38987" y="2021294"/>
                <a:ext cx="162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D428591-AD20-15AD-0D92-DF90517E0770}"/>
                  </a:ext>
                </a:extLst>
              </p14:cNvPr>
              <p14:cNvContentPartPr/>
              <p14:nvPr/>
            </p14:nvContentPartPr>
            <p14:xfrm>
              <a:off x="8404267" y="2179694"/>
              <a:ext cx="126720" cy="203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D428591-AD20-15AD-0D92-DF90517E077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95627" y="2171054"/>
                <a:ext cx="1443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8B76C8A-E6C3-D163-C180-96E76F1A868E}"/>
                  </a:ext>
                </a:extLst>
              </p14:cNvPr>
              <p14:cNvContentPartPr/>
              <p14:nvPr/>
            </p14:nvContentPartPr>
            <p14:xfrm>
              <a:off x="8214907" y="2068454"/>
              <a:ext cx="582480" cy="465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8B76C8A-E6C3-D163-C180-96E76F1A868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05907" y="2059454"/>
                <a:ext cx="6001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F90E87E-537F-F1BA-8093-D37EEE8E19B7}"/>
                  </a:ext>
                </a:extLst>
              </p14:cNvPr>
              <p14:cNvContentPartPr/>
              <p14:nvPr/>
            </p14:nvContentPartPr>
            <p14:xfrm>
              <a:off x="8075587" y="2531414"/>
              <a:ext cx="238680" cy="308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F90E87E-537F-F1BA-8093-D37EEE8E19B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66587" y="2522774"/>
                <a:ext cx="2563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2020236-B17A-073C-F069-AE82659E1B0F}"/>
                  </a:ext>
                </a:extLst>
              </p14:cNvPr>
              <p14:cNvContentPartPr/>
              <p14:nvPr/>
            </p14:nvContentPartPr>
            <p14:xfrm>
              <a:off x="8014747" y="2770454"/>
              <a:ext cx="185040" cy="10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2020236-B17A-073C-F069-AE82659E1B0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05747" y="2761454"/>
                <a:ext cx="2026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9CAF81B-992D-76A8-E846-3FFB4998ADCE}"/>
                  </a:ext>
                </a:extLst>
              </p14:cNvPr>
              <p14:cNvContentPartPr/>
              <p14:nvPr/>
            </p14:nvContentPartPr>
            <p14:xfrm>
              <a:off x="7704427" y="2837774"/>
              <a:ext cx="565200" cy="455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9CAF81B-992D-76A8-E846-3FFB4998ADC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5787" y="2829134"/>
                <a:ext cx="58284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73F1221-8920-45EC-C8A4-24B37A65670E}"/>
                  </a:ext>
                </a:extLst>
              </p14:cNvPr>
              <p14:cNvContentPartPr/>
              <p14:nvPr/>
            </p14:nvContentPartPr>
            <p14:xfrm>
              <a:off x="7958947" y="3024974"/>
              <a:ext cx="44640" cy="139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73F1221-8920-45EC-C8A4-24B37A65670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49947" y="3015974"/>
                <a:ext cx="622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7466213-B601-BFC5-0A8F-A3D49221B2F3}"/>
                  </a:ext>
                </a:extLst>
              </p14:cNvPr>
              <p14:cNvContentPartPr/>
              <p14:nvPr/>
            </p14:nvContentPartPr>
            <p14:xfrm>
              <a:off x="10526107" y="2320814"/>
              <a:ext cx="231480" cy="355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7466213-B601-BFC5-0A8F-A3D49221B2F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517467" y="2311814"/>
                <a:ext cx="2491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C743AFC-8B5E-9CFC-C9A5-5F943664C0AB}"/>
                  </a:ext>
                </a:extLst>
              </p14:cNvPr>
              <p14:cNvContentPartPr/>
              <p14:nvPr/>
            </p14:nvContentPartPr>
            <p14:xfrm>
              <a:off x="10386067" y="2622494"/>
              <a:ext cx="169200" cy="167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C743AFC-8B5E-9CFC-C9A5-5F943664C0A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77067" y="2613494"/>
                <a:ext cx="186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8368613-D607-506E-250A-198F8C5627EA}"/>
                  </a:ext>
                </a:extLst>
              </p14:cNvPr>
              <p14:cNvContentPartPr/>
              <p14:nvPr/>
            </p14:nvContentPartPr>
            <p14:xfrm>
              <a:off x="10253587" y="2974934"/>
              <a:ext cx="153720" cy="245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8368613-D607-506E-250A-198F8C5627E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44587" y="2966294"/>
                <a:ext cx="1713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00A1FD2-D168-9B79-9EA7-671E5C8FAF9A}"/>
                  </a:ext>
                </a:extLst>
              </p14:cNvPr>
              <p14:cNvContentPartPr/>
              <p14:nvPr/>
            </p14:nvContentPartPr>
            <p14:xfrm>
              <a:off x="10085467" y="2815454"/>
              <a:ext cx="571320" cy="499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00A1FD2-D168-9B79-9EA7-671E5C8FAF9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76467" y="2806454"/>
                <a:ext cx="5889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1B2DB5B-5E9D-B981-89EF-EB0D8F99388F}"/>
                  </a:ext>
                </a:extLst>
              </p14:cNvPr>
              <p14:cNvContentPartPr/>
              <p14:nvPr/>
            </p14:nvContentPartPr>
            <p14:xfrm>
              <a:off x="10017067" y="805934"/>
              <a:ext cx="164880" cy="196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1B2DB5B-5E9D-B981-89EF-EB0D8F99388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12747" y="801614"/>
                <a:ext cx="173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C9C14E-B92A-C4BB-BA4B-704D74F37E79}"/>
                  </a:ext>
                </a:extLst>
              </p14:cNvPr>
              <p14:cNvContentPartPr/>
              <p14:nvPr/>
            </p14:nvContentPartPr>
            <p14:xfrm>
              <a:off x="9344227" y="1584614"/>
              <a:ext cx="159840" cy="196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C9C14E-B92A-C4BB-BA4B-704D74F37E7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39907" y="1580294"/>
                <a:ext cx="168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CFDC2B6-6854-DC09-D595-26DE5D82F9D2}"/>
                  </a:ext>
                </a:extLst>
              </p14:cNvPr>
              <p14:cNvContentPartPr/>
              <p14:nvPr/>
            </p14:nvContentPartPr>
            <p14:xfrm>
              <a:off x="8854267" y="2150894"/>
              <a:ext cx="160560" cy="228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CFDC2B6-6854-DC09-D595-26DE5D82F9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849947" y="2146574"/>
                <a:ext cx="169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29F262B-C0E8-39E7-DBDF-D1F906BBBDC5}"/>
                  </a:ext>
                </a:extLst>
              </p14:cNvPr>
              <p14:cNvContentPartPr/>
              <p14:nvPr/>
            </p14:nvContentPartPr>
            <p14:xfrm>
              <a:off x="8322187" y="2893214"/>
              <a:ext cx="184680" cy="230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29F262B-C0E8-39E7-DBDF-D1F906BBBDC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17867" y="2888894"/>
                <a:ext cx="193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D9E63FD-FF75-AE36-3CE3-767C307E5B43}"/>
                  </a:ext>
                </a:extLst>
              </p14:cNvPr>
              <p14:cNvContentPartPr/>
              <p14:nvPr/>
            </p14:nvContentPartPr>
            <p14:xfrm>
              <a:off x="8572387" y="2852174"/>
              <a:ext cx="241920" cy="236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D9E63FD-FF75-AE36-3CE3-767C307E5B4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68067" y="2847854"/>
                <a:ext cx="2505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AF9BDA5-7EA9-5D6C-0402-13F1FE1C4C90}"/>
                  </a:ext>
                </a:extLst>
              </p14:cNvPr>
              <p14:cNvContentPartPr/>
              <p14:nvPr/>
            </p14:nvContentPartPr>
            <p14:xfrm>
              <a:off x="8862547" y="2824094"/>
              <a:ext cx="217440" cy="277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AF9BDA5-7EA9-5D6C-0402-13F1FE1C4C9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58227" y="2819774"/>
                <a:ext cx="2260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1797B4D-1161-A37A-33EE-766575BFADE6}"/>
                  </a:ext>
                </a:extLst>
              </p14:cNvPr>
              <p14:cNvContentPartPr/>
              <p14:nvPr/>
            </p14:nvContentPartPr>
            <p14:xfrm>
              <a:off x="9073867" y="2189054"/>
              <a:ext cx="48240" cy="216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1797B4D-1161-A37A-33EE-766575BFADE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069547" y="2184734"/>
                <a:ext cx="56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44470F5-EB46-EE00-F8AB-0C3FBC705E3F}"/>
                  </a:ext>
                </a:extLst>
              </p14:cNvPr>
              <p14:cNvContentPartPr/>
              <p14:nvPr/>
            </p14:nvContentPartPr>
            <p14:xfrm>
              <a:off x="9106627" y="2179334"/>
              <a:ext cx="170640" cy="211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44470F5-EB46-EE00-F8AB-0C3FBC705E3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02307" y="2175014"/>
                <a:ext cx="179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5EFA045-358B-8198-D540-D9FBB2F1E7AE}"/>
                  </a:ext>
                </a:extLst>
              </p14:cNvPr>
              <p14:cNvContentPartPr/>
              <p14:nvPr/>
            </p14:nvContentPartPr>
            <p14:xfrm>
              <a:off x="9316867" y="2159174"/>
              <a:ext cx="191520" cy="280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5EFA045-358B-8198-D540-D9FBB2F1E7A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312547" y="2154854"/>
                <a:ext cx="200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D933D3-CE4B-87B2-C984-E5B42734A5D3}"/>
                  </a:ext>
                </a:extLst>
              </p14:cNvPr>
              <p14:cNvContentPartPr/>
              <p14:nvPr/>
            </p14:nvContentPartPr>
            <p14:xfrm>
              <a:off x="7700827" y="1581014"/>
              <a:ext cx="8640" cy="29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D933D3-CE4B-87B2-C984-E5B42734A5D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96507" y="1576694"/>
                <a:ext cx="172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DB046757-6B57-AC52-19A5-90560EC873CB}"/>
              </a:ext>
            </a:extLst>
          </p:cNvPr>
          <p:cNvGrpSpPr/>
          <p:nvPr/>
        </p:nvGrpSpPr>
        <p:grpSpPr>
          <a:xfrm>
            <a:off x="647867" y="257840"/>
            <a:ext cx="2857320" cy="1717920"/>
            <a:chOff x="647867" y="257840"/>
            <a:chExt cx="2857320" cy="171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7A48E5-7415-1A16-09F5-1D17CF1AA2AE}"/>
                    </a:ext>
                  </a:extLst>
                </p14:cNvPr>
                <p14:cNvContentPartPr/>
                <p14:nvPr/>
              </p14:nvContentPartPr>
              <p14:xfrm>
                <a:off x="647867" y="403280"/>
                <a:ext cx="101160" cy="14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7A48E5-7415-1A16-09F5-1D17CF1AA2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9227" y="394280"/>
                  <a:ext cx="11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9E87C0-0701-AF62-394B-125824FA33F2}"/>
                    </a:ext>
                  </a:extLst>
                </p14:cNvPr>
                <p14:cNvContentPartPr/>
                <p14:nvPr/>
              </p14:nvContentPartPr>
              <p14:xfrm>
                <a:off x="829667" y="414080"/>
                <a:ext cx="99360" cy="81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9E87C0-0701-AF62-394B-125824FA33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0667" y="405080"/>
                  <a:ext cx="117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347297-83AA-0926-2873-F2D3EC9E41F2}"/>
                    </a:ext>
                  </a:extLst>
                </p14:cNvPr>
                <p14:cNvContentPartPr/>
                <p14:nvPr/>
              </p14:nvContentPartPr>
              <p14:xfrm>
                <a:off x="971147" y="393560"/>
                <a:ext cx="75960" cy="84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347297-83AA-0926-2873-F2D3EC9E41F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2147" y="384920"/>
                  <a:ext cx="93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048C24-10FF-E9B6-0487-1F2CC0740825}"/>
                    </a:ext>
                  </a:extLst>
                </p14:cNvPr>
                <p14:cNvContentPartPr/>
                <p14:nvPr/>
              </p14:nvContentPartPr>
              <p14:xfrm>
                <a:off x="1144667" y="297800"/>
                <a:ext cx="65160" cy="217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048C24-10FF-E9B6-0487-1F2CC074082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5667" y="288800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477F19-9C5C-8EC2-95C6-55C37AD3E233}"/>
                    </a:ext>
                  </a:extLst>
                </p14:cNvPr>
                <p14:cNvContentPartPr/>
                <p14:nvPr/>
              </p14:nvContentPartPr>
              <p14:xfrm>
                <a:off x="1090667" y="410480"/>
                <a:ext cx="16740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477F19-9C5C-8EC2-95C6-55C37AD3E23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1667" y="401840"/>
                  <a:ext cx="185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8B7E4A-A279-2B90-C2EA-5463A06FC366}"/>
                    </a:ext>
                  </a:extLst>
                </p14:cNvPr>
                <p14:cNvContentPartPr/>
                <p14:nvPr/>
              </p14:nvContentPartPr>
              <p14:xfrm>
                <a:off x="1466147" y="283400"/>
                <a:ext cx="13320" cy="220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8B7E4A-A279-2B90-C2EA-5463A06FC3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7147" y="274760"/>
                  <a:ext cx="30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D16227-F37E-C7C8-73D4-5167D61A9CE0}"/>
                    </a:ext>
                  </a:extLst>
                </p14:cNvPr>
                <p14:cNvContentPartPr/>
                <p14:nvPr/>
              </p14:nvContentPartPr>
              <p14:xfrm>
                <a:off x="1460027" y="257840"/>
                <a:ext cx="589680" cy="266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D16227-F37E-C7C8-73D4-5167D61A9CE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51027" y="248840"/>
                  <a:ext cx="6073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86EAD4-DDE7-2CEF-068F-703BC79F9543}"/>
                    </a:ext>
                  </a:extLst>
                </p14:cNvPr>
                <p14:cNvContentPartPr/>
                <p14:nvPr/>
              </p14:nvContentPartPr>
              <p14:xfrm>
                <a:off x="1746587" y="393920"/>
                <a:ext cx="999720" cy="677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86EAD4-DDE7-2CEF-068F-703BC79F95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37947" y="385280"/>
                  <a:ext cx="101736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1D8869E-F160-9170-6353-DACA7EE2D7B6}"/>
                    </a:ext>
                  </a:extLst>
                </p14:cNvPr>
                <p14:cNvContentPartPr/>
                <p14:nvPr/>
              </p14:nvContentPartPr>
              <p14:xfrm>
                <a:off x="2515907" y="973520"/>
                <a:ext cx="10116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1D8869E-F160-9170-6353-DACA7EE2D7B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06907" y="964520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414A8C-D3DF-1F95-C6F6-8934F0A31831}"/>
                    </a:ext>
                  </a:extLst>
                </p14:cNvPr>
                <p14:cNvContentPartPr/>
                <p14:nvPr/>
              </p14:nvContentPartPr>
              <p14:xfrm>
                <a:off x="2576387" y="956960"/>
                <a:ext cx="18432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414A8C-D3DF-1F95-C6F6-8934F0A318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67387" y="948320"/>
                  <a:ext cx="201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B1015F6-DA92-52DD-E983-AF61F072C433}"/>
                    </a:ext>
                  </a:extLst>
                </p14:cNvPr>
                <p14:cNvContentPartPr/>
                <p14:nvPr/>
              </p14:nvContentPartPr>
              <p14:xfrm>
                <a:off x="2052947" y="1223360"/>
                <a:ext cx="14400" cy="75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B1015F6-DA92-52DD-E983-AF61F072C4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44307" y="1214360"/>
                  <a:ext cx="320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B64E46-9A8C-7E93-9D6B-01B750B4C45B}"/>
                    </a:ext>
                  </a:extLst>
                </p14:cNvPr>
                <p14:cNvContentPartPr/>
                <p14:nvPr/>
              </p14:nvContentPartPr>
              <p14:xfrm>
                <a:off x="1961507" y="1121840"/>
                <a:ext cx="1543680" cy="77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B64E46-9A8C-7E93-9D6B-01B750B4C4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52507" y="1113200"/>
                  <a:ext cx="156132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6EC7453-3092-2E40-B912-3FDA91D15E8A}"/>
                    </a:ext>
                  </a:extLst>
                </p14:cNvPr>
                <p14:cNvContentPartPr/>
                <p14:nvPr/>
              </p14:nvContentPartPr>
              <p14:xfrm>
                <a:off x="2032067" y="1469960"/>
                <a:ext cx="1398960" cy="72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6EC7453-3092-2E40-B912-3FDA91D15E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23427" y="1461320"/>
                  <a:ext cx="1416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565DD1A-3AC0-1F09-FB11-7144AEF50C60}"/>
                    </a:ext>
                  </a:extLst>
                </p14:cNvPr>
                <p14:cNvContentPartPr/>
                <p14:nvPr/>
              </p14:nvContentPartPr>
              <p14:xfrm>
                <a:off x="2641907" y="1505960"/>
                <a:ext cx="34200" cy="462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565DD1A-3AC0-1F09-FB11-7144AEF50C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33267" y="1496960"/>
                  <a:ext cx="518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C88400-7DD5-C92E-E176-836127C04269}"/>
                    </a:ext>
                  </a:extLst>
                </p14:cNvPr>
                <p14:cNvContentPartPr/>
                <p14:nvPr/>
              </p14:nvContentPartPr>
              <p14:xfrm>
                <a:off x="2575667" y="1201400"/>
                <a:ext cx="145080" cy="243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C88400-7DD5-C92E-E176-836127C0426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67027" y="1192760"/>
                  <a:ext cx="16272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6F7EC5A-C1EC-B9E1-4E09-A66C0BC6AADD}"/>
              </a:ext>
            </a:extLst>
          </p:cNvPr>
          <p:cNvGrpSpPr/>
          <p:nvPr/>
        </p:nvGrpSpPr>
        <p:grpSpPr>
          <a:xfrm>
            <a:off x="7268267" y="5402240"/>
            <a:ext cx="176400" cy="21600"/>
            <a:chOff x="7268267" y="5402240"/>
            <a:chExt cx="176400" cy="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0D31892-FE90-780A-DB3C-AEB56ECC7080}"/>
                    </a:ext>
                  </a:extLst>
                </p14:cNvPr>
                <p14:cNvContentPartPr/>
                <p14:nvPr/>
              </p14:nvContentPartPr>
              <p14:xfrm>
                <a:off x="7413347" y="5402240"/>
                <a:ext cx="31320" cy="3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0D31892-FE90-780A-DB3C-AEB56ECC70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09027" y="5397920"/>
                  <a:ext cx="39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16527AD-1BA0-08C9-0A51-3B6C6FF8A7B2}"/>
                    </a:ext>
                  </a:extLst>
                </p14:cNvPr>
                <p14:cNvContentPartPr/>
                <p14:nvPr/>
              </p14:nvContentPartPr>
              <p14:xfrm>
                <a:off x="7268267" y="5418800"/>
                <a:ext cx="13320" cy="5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16527AD-1BA0-08C9-0A51-3B6C6FF8A7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3947" y="5414480"/>
                  <a:ext cx="2196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45749C7-7FFB-0D3B-B374-A1A7356F52DF}"/>
              </a:ext>
            </a:extLst>
          </p:cNvPr>
          <p:cNvGrpSpPr/>
          <p:nvPr/>
        </p:nvGrpSpPr>
        <p:grpSpPr>
          <a:xfrm>
            <a:off x="2839907" y="2800520"/>
            <a:ext cx="1362600" cy="1244880"/>
            <a:chOff x="2839907" y="2800520"/>
            <a:chExt cx="1362600" cy="12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BC0F16B-B241-5F14-51B0-9D5F10C25D0F}"/>
                    </a:ext>
                  </a:extLst>
                </p14:cNvPr>
                <p14:cNvContentPartPr/>
                <p14:nvPr/>
              </p14:nvContentPartPr>
              <p14:xfrm>
                <a:off x="2884907" y="2802320"/>
                <a:ext cx="43560" cy="111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BC0F16B-B241-5F14-51B0-9D5F10C25D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76267" y="2793680"/>
                  <a:ext cx="6120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BA5FA05-28BA-8AE0-6F5E-4B254DD28FCC}"/>
                    </a:ext>
                  </a:extLst>
                </p14:cNvPr>
                <p14:cNvContentPartPr/>
                <p14:nvPr/>
              </p14:nvContentPartPr>
              <p14:xfrm>
                <a:off x="2839907" y="2800520"/>
                <a:ext cx="1362600" cy="1244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BA5FA05-28BA-8AE0-6F5E-4B254DD28F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31267" y="2791520"/>
                  <a:ext cx="1380240" cy="12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0B36C13-B7FD-8914-79C4-82E167DD7A97}"/>
                    </a:ext>
                  </a:extLst>
                </p14:cNvPr>
                <p14:cNvContentPartPr/>
                <p14:nvPr/>
              </p14:nvContentPartPr>
              <p14:xfrm>
                <a:off x="2895347" y="3296600"/>
                <a:ext cx="1283040" cy="33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0B36C13-B7FD-8914-79C4-82E167DD7A9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86707" y="3287600"/>
                  <a:ext cx="1300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AACD528-5A83-D453-7A21-AA1FD0F603E8}"/>
                    </a:ext>
                  </a:extLst>
                </p14:cNvPr>
                <p14:cNvContentPartPr/>
                <p14:nvPr/>
              </p14:nvContentPartPr>
              <p14:xfrm>
                <a:off x="3512387" y="3330800"/>
                <a:ext cx="66960" cy="705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AACD528-5A83-D453-7A21-AA1FD0F603E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03387" y="3322160"/>
                  <a:ext cx="846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F0D309-EB45-992E-38C8-EABC82017A19}"/>
                    </a:ext>
                  </a:extLst>
                </p14:cNvPr>
                <p14:cNvContentPartPr/>
                <p14:nvPr/>
              </p14:nvContentPartPr>
              <p14:xfrm>
                <a:off x="3392147" y="2991680"/>
                <a:ext cx="200880" cy="253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F0D309-EB45-992E-38C8-EABC82017A1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83507" y="2983040"/>
                  <a:ext cx="218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91DECD6-280D-B40B-C2E4-D6FF8CA9847D}"/>
                    </a:ext>
                  </a:extLst>
                </p14:cNvPr>
                <p14:cNvContentPartPr/>
                <p14:nvPr/>
              </p14:nvContentPartPr>
              <p14:xfrm>
                <a:off x="3414827" y="3111560"/>
                <a:ext cx="250200" cy="20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91DECD6-280D-B40B-C2E4-D6FF8CA984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05827" y="3102560"/>
                  <a:ext cx="267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CD75F7-7EA7-9C0F-9245-4004024C9522}"/>
                    </a:ext>
                  </a:extLst>
                </p14:cNvPr>
                <p14:cNvContentPartPr/>
                <p14:nvPr/>
              </p14:nvContentPartPr>
              <p14:xfrm>
                <a:off x="3163547" y="3591080"/>
                <a:ext cx="74160" cy="94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CD75F7-7EA7-9C0F-9245-4004024C952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54547" y="3582080"/>
                  <a:ext cx="9180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B51315E-9015-E8FF-4E50-734FE74ACDE6}"/>
              </a:ext>
            </a:extLst>
          </p:cNvPr>
          <p:cNvGrpSpPr/>
          <p:nvPr/>
        </p:nvGrpSpPr>
        <p:grpSpPr>
          <a:xfrm>
            <a:off x="2936027" y="1727000"/>
            <a:ext cx="603000" cy="1107000"/>
            <a:chOff x="2936027" y="1727000"/>
            <a:chExt cx="603000" cy="11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5AD85D-0AFB-D7A8-3D9D-8AAB47118D94}"/>
                    </a:ext>
                  </a:extLst>
                </p14:cNvPr>
                <p14:cNvContentPartPr/>
                <p14:nvPr/>
              </p14:nvContentPartPr>
              <p14:xfrm>
                <a:off x="2936027" y="1727000"/>
                <a:ext cx="546840" cy="1071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5AD85D-0AFB-D7A8-3D9D-8AAB47118D9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27387" y="1718000"/>
                  <a:ext cx="56448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3AA30C8-65EA-8459-6239-6F9AB6E2F58D}"/>
                    </a:ext>
                  </a:extLst>
                </p14:cNvPr>
                <p14:cNvContentPartPr/>
                <p14:nvPr/>
              </p14:nvContentPartPr>
              <p14:xfrm>
                <a:off x="3377387" y="2711600"/>
                <a:ext cx="110880" cy="11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3AA30C8-65EA-8459-6239-6F9AB6E2F58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68747" y="2702960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545906-ED81-1707-D135-75EE38DF6C9D}"/>
                    </a:ext>
                  </a:extLst>
                </p14:cNvPr>
                <p14:cNvContentPartPr/>
                <p14:nvPr/>
              </p14:nvContentPartPr>
              <p14:xfrm>
                <a:off x="3467027" y="2682440"/>
                <a:ext cx="72000" cy="151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545906-ED81-1707-D135-75EE38DF6C9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58387" y="2673800"/>
                  <a:ext cx="8964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9A2E9DB-A5B1-9E2F-6AA9-A2EAF2A8F893}"/>
                  </a:ext>
                </a:extLst>
              </p14:cNvPr>
              <p14:cNvContentPartPr/>
              <p14:nvPr/>
            </p14:nvContentPartPr>
            <p14:xfrm>
              <a:off x="1043867" y="5112440"/>
              <a:ext cx="109800" cy="925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9A2E9DB-A5B1-9E2F-6AA9-A2EAF2A8F89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35227" y="5103440"/>
                <a:ext cx="127440" cy="1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D7CEF53-35B7-EF50-1C53-D14BB100A1CE}"/>
              </a:ext>
            </a:extLst>
          </p:cNvPr>
          <p:cNvGrpSpPr/>
          <p:nvPr/>
        </p:nvGrpSpPr>
        <p:grpSpPr>
          <a:xfrm>
            <a:off x="-3013" y="1726280"/>
            <a:ext cx="2327040" cy="5132520"/>
            <a:chOff x="-3013" y="1726280"/>
            <a:chExt cx="2327040" cy="513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5BF4B5-B8E4-9FBE-888F-6631915F52F9}"/>
                    </a:ext>
                  </a:extLst>
                </p14:cNvPr>
                <p14:cNvContentPartPr/>
                <p14:nvPr/>
              </p14:nvContentPartPr>
              <p14:xfrm>
                <a:off x="1579547" y="1726280"/>
                <a:ext cx="744480" cy="91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5BF4B5-B8E4-9FBE-888F-6631915F52F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70547" y="1717280"/>
                  <a:ext cx="76212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44BB09-F431-2F2F-942A-C55E3E7BA341}"/>
                    </a:ext>
                  </a:extLst>
                </p14:cNvPr>
                <p14:cNvContentPartPr/>
                <p14:nvPr/>
              </p14:nvContentPartPr>
              <p14:xfrm>
                <a:off x="1519427" y="2504240"/>
                <a:ext cx="190800" cy="200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44BB09-F431-2F2F-942A-C55E3E7BA3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10787" y="2495240"/>
                  <a:ext cx="208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5F146B-9ED0-F0E7-C85A-5C3DA590DA0A}"/>
                    </a:ext>
                  </a:extLst>
                </p14:cNvPr>
                <p14:cNvContentPartPr/>
                <p14:nvPr/>
              </p14:nvContentPartPr>
              <p14:xfrm>
                <a:off x="734627" y="2939840"/>
                <a:ext cx="73080" cy="965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5F146B-9ED0-F0E7-C85A-5C3DA590DA0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5987" y="2931200"/>
                  <a:ext cx="9072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6A61E06-220A-5868-4169-21945BCE1F6A}"/>
                    </a:ext>
                  </a:extLst>
                </p14:cNvPr>
                <p14:cNvContentPartPr/>
                <p14:nvPr/>
              </p14:nvContentPartPr>
              <p14:xfrm>
                <a:off x="705467" y="2789360"/>
                <a:ext cx="1574640" cy="1247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6A61E06-220A-5868-4169-21945BCE1F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6467" y="2780360"/>
                  <a:ext cx="1592280" cy="12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2FFFD14-C051-4BB2-E007-9CFC4A1820F1}"/>
                    </a:ext>
                  </a:extLst>
                </p14:cNvPr>
                <p14:cNvContentPartPr/>
                <p14:nvPr/>
              </p14:nvContentPartPr>
              <p14:xfrm>
                <a:off x="679907" y="3348080"/>
                <a:ext cx="1518840" cy="55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2FFFD14-C051-4BB2-E007-9CFC4A1820F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1267" y="3339080"/>
                  <a:ext cx="1536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AB5C763-2E6A-C205-A02D-AC9A5E7E416C}"/>
                    </a:ext>
                  </a:extLst>
                </p14:cNvPr>
                <p14:cNvContentPartPr/>
                <p14:nvPr/>
              </p14:nvContentPartPr>
              <p14:xfrm>
                <a:off x="1393787" y="2980520"/>
                <a:ext cx="227520" cy="147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AB5C763-2E6A-C205-A02D-AC9A5E7E41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85147" y="2971520"/>
                  <a:ext cx="245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04AB0B6-5A85-912F-EC72-199D9FD104AF}"/>
                    </a:ext>
                  </a:extLst>
                </p14:cNvPr>
                <p14:cNvContentPartPr/>
                <p14:nvPr/>
              </p14:nvContentPartPr>
              <p14:xfrm>
                <a:off x="1526987" y="3051800"/>
                <a:ext cx="50760" cy="174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04AB0B6-5A85-912F-EC72-199D9FD104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17987" y="3043160"/>
                  <a:ext cx="68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AAB1A09-DE92-4CF5-6D27-C452DA4DFB29}"/>
                    </a:ext>
                  </a:extLst>
                </p14:cNvPr>
                <p14:cNvContentPartPr/>
                <p14:nvPr/>
              </p14:nvContentPartPr>
              <p14:xfrm>
                <a:off x="1325387" y="3377960"/>
                <a:ext cx="48240" cy="534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AAB1A09-DE92-4CF5-6D27-C452DA4DFB2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16387" y="3369320"/>
                  <a:ext cx="658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FB3181-CFE0-BDAE-A182-451D98F88498}"/>
                    </a:ext>
                  </a:extLst>
                </p14:cNvPr>
                <p14:cNvContentPartPr/>
                <p14:nvPr/>
              </p14:nvContentPartPr>
              <p14:xfrm>
                <a:off x="1703027" y="3587120"/>
                <a:ext cx="91080" cy="83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FB3181-CFE0-BDAE-A182-451D98F8849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94027" y="3578120"/>
                  <a:ext cx="108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6515CAF-5AD1-90C4-6D8A-AB8BFE21AB55}"/>
                    </a:ext>
                  </a:extLst>
                </p14:cNvPr>
                <p14:cNvContentPartPr/>
                <p14:nvPr/>
              </p14:nvContentPartPr>
              <p14:xfrm>
                <a:off x="616907" y="3655520"/>
                <a:ext cx="426240" cy="608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6515CAF-5AD1-90C4-6D8A-AB8BFE21AB5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7907" y="3646520"/>
                  <a:ext cx="44388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B0DF4D5-5796-5608-AC57-10506F068EAC}"/>
                    </a:ext>
                  </a:extLst>
                </p14:cNvPr>
                <p14:cNvContentPartPr/>
                <p14:nvPr/>
              </p14:nvContentPartPr>
              <p14:xfrm>
                <a:off x="538427" y="4102640"/>
                <a:ext cx="199800" cy="241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B0DF4D5-5796-5608-AC57-10506F068E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9427" y="4093640"/>
                  <a:ext cx="217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9D13DD7-0DE3-4087-27FD-35A17E3C6BFB}"/>
                    </a:ext>
                  </a:extLst>
                </p14:cNvPr>
                <p14:cNvContentPartPr/>
                <p14:nvPr/>
              </p14:nvContentPartPr>
              <p14:xfrm>
                <a:off x="31907" y="4538240"/>
                <a:ext cx="151920" cy="730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9D13DD7-0DE3-4087-27FD-35A17E3C6B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267" y="4529600"/>
                  <a:ext cx="1695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3595973-168A-F697-5434-6B789611D8E4}"/>
                    </a:ext>
                  </a:extLst>
                </p14:cNvPr>
                <p14:cNvContentPartPr/>
                <p14:nvPr/>
              </p14:nvContentPartPr>
              <p14:xfrm>
                <a:off x="139187" y="4417640"/>
                <a:ext cx="1436400" cy="1048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3595973-168A-F697-5434-6B789611D8E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547" y="4409000"/>
                  <a:ext cx="145404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399C52E-73F0-202D-7617-666F3FD64317}"/>
                    </a:ext>
                  </a:extLst>
                </p14:cNvPr>
                <p14:cNvContentPartPr/>
                <p14:nvPr/>
              </p14:nvContentPartPr>
              <p14:xfrm>
                <a:off x="134147" y="4895720"/>
                <a:ext cx="1360440" cy="59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399C52E-73F0-202D-7617-666F3FD6431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5507" y="4887080"/>
                  <a:ext cx="1378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FEDA784-F438-FCDA-3FFC-174D43D5B880}"/>
                    </a:ext>
                  </a:extLst>
                </p14:cNvPr>
                <p14:cNvContentPartPr/>
                <p14:nvPr/>
              </p14:nvContentPartPr>
              <p14:xfrm>
                <a:off x="668027" y="4931720"/>
                <a:ext cx="60840" cy="487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FEDA784-F438-FCDA-3FFC-174D43D5B8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9027" y="4922720"/>
                  <a:ext cx="78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521E7D9-686C-4A54-5532-351BD9EFCF9B}"/>
                    </a:ext>
                  </a:extLst>
                </p14:cNvPr>
                <p14:cNvContentPartPr/>
                <p14:nvPr/>
              </p14:nvContentPartPr>
              <p14:xfrm>
                <a:off x="546347" y="4535720"/>
                <a:ext cx="166680" cy="160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521E7D9-686C-4A54-5532-351BD9EFCF9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7707" y="4526720"/>
                  <a:ext cx="184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7E6B7EB-F25F-C155-8742-A984BF52AF9C}"/>
                    </a:ext>
                  </a:extLst>
                </p14:cNvPr>
                <p14:cNvContentPartPr/>
                <p14:nvPr/>
              </p14:nvContentPartPr>
              <p14:xfrm>
                <a:off x="179147" y="5243480"/>
                <a:ext cx="253440" cy="670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7E6B7EB-F25F-C155-8742-A984BF52AF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0147" y="5234480"/>
                  <a:ext cx="27108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32BBC32-B6A8-F48C-AB6C-C3966D948888}"/>
                    </a:ext>
                  </a:extLst>
                </p14:cNvPr>
                <p14:cNvContentPartPr/>
                <p14:nvPr/>
              </p14:nvContentPartPr>
              <p14:xfrm>
                <a:off x="107147" y="5821280"/>
                <a:ext cx="41400" cy="199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32BBC32-B6A8-F48C-AB6C-C3966D94888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507" y="5812640"/>
                  <a:ext cx="59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F758AE3-F0A6-84D0-553D-EA801CE37EC4}"/>
                    </a:ext>
                  </a:extLst>
                </p14:cNvPr>
                <p14:cNvContentPartPr/>
                <p14:nvPr/>
              </p14:nvContentPartPr>
              <p14:xfrm>
                <a:off x="215147" y="5868080"/>
                <a:ext cx="90720" cy="108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F758AE3-F0A6-84D0-553D-EA801CE37EC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6507" y="5859080"/>
                  <a:ext cx="108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F5EF06E-0F41-E70C-12EE-2A1F81EC438B}"/>
                    </a:ext>
                  </a:extLst>
                </p14:cNvPr>
                <p14:cNvContentPartPr/>
                <p14:nvPr/>
              </p14:nvContentPartPr>
              <p14:xfrm>
                <a:off x="-3013" y="6126920"/>
                <a:ext cx="86400" cy="63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F5EF06E-0F41-E70C-12EE-2A1F81EC438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-11653" y="6117920"/>
                  <a:ext cx="1040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02FF837-7BE8-6798-EDD0-FDA0EAC893ED}"/>
                    </a:ext>
                  </a:extLst>
                </p14:cNvPr>
                <p14:cNvContentPartPr/>
                <p14:nvPr/>
              </p14:nvContentPartPr>
              <p14:xfrm>
                <a:off x="68267" y="6048440"/>
                <a:ext cx="1213560" cy="810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02FF837-7BE8-6798-EDD0-FDA0EAC893E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267" y="6039800"/>
                  <a:ext cx="123120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0509C78-2FFE-0A1D-933C-77655F4B7631}"/>
                    </a:ext>
                  </a:extLst>
                </p14:cNvPr>
                <p14:cNvContentPartPr/>
                <p14:nvPr/>
              </p14:nvContentPartPr>
              <p14:xfrm>
                <a:off x="34067" y="6400533"/>
                <a:ext cx="1171080" cy="5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0509C78-2FFE-0A1D-933C-77655F4B763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427" y="6391533"/>
                  <a:ext cx="1188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CD95328-8295-DACD-FCFC-75B902EEE193}"/>
                    </a:ext>
                  </a:extLst>
                </p14:cNvPr>
                <p14:cNvContentPartPr/>
                <p14:nvPr/>
              </p14:nvContentPartPr>
              <p14:xfrm>
                <a:off x="537347" y="6458493"/>
                <a:ext cx="39600" cy="388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CD95328-8295-DACD-FCFC-75B902EEE19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8347" y="6449493"/>
                  <a:ext cx="57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EFB6E54-A9D7-BC9D-B085-F8A3F37EC03A}"/>
                    </a:ext>
                  </a:extLst>
                </p14:cNvPr>
                <p14:cNvContentPartPr/>
                <p14:nvPr/>
              </p14:nvContentPartPr>
              <p14:xfrm>
                <a:off x="552827" y="6197493"/>
                <a:ext cx="6840" cy="147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EFB6E54-A9D7-BC9D-B085-F8A3F37EC03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4187" y="6188493"/>
                  <a:ext cx="24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DA011EA-7A74-0A54-F271-B283D50BBEC6}"/>
                    </a:ext>
                  </a:extLst>
                </p14:cNvPr>
                <p14:cNvContentPartPr/>
                <p14:nvPr/>
              </p14:nvContentPartPr>
              <p14:xfrm>
                <a:off x="212987" y="6557853"/>
                <a:ext cx="69840" cy="91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DA011EA-7A74-0A54-F271-B283D50BBEC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4347" y="6549213"/>
                  <a:ext cx="87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1758355-EBD3-C780-54CE-E602DB226E8B}"/>
                    </a:ext>
                  </a:extLst>
                </p14:cNvPr>
                <p14:cNvContentPartPr/>
                <p14:nvPr/>
              </p14:nvContentPartPr>
              <p14:xfrm>
                <a:off x="669107" y="6572973"/>
                <a:ext cx="106200" cy="7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1758355-EBD3-C780-54CE-E602DB226E8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0107" y="6563973"/>
                  <a:ext cx="12384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FA1B7FF-C243-5719-85A7-3BDB64A7756E}"/>
                  </a:ext>
                </a:extLst>
              </p14:cNvPr>
              <p14:cNvContentPartPr/>
              <p14:nvPr/>
            </p14:nvContentPartPr>
            <p14:xfrm>
              <a:off x="3762947" y="3645453"/>
              <a:ext cx="27360" cy="298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FA1B7FF-C243-5719-85A7-3BDB64A7756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753947" y="3636453"/>
                <a:ext cx="4500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1127091-C39C-155E-539D-7CB78EE15CA3}"/>
              </a:ext>
            </a:extLst>
          </p:cNvPr>
          <p:cNvGrpSpPr/>
          <p:nvPr/>
        </p:nvGrpSpPr>
        <p:grpSpPr>
          <a:xfrm>
            <a:off x="3155627" y="3654813"/>
            <a:ext cx="3106080" cy="3225240"/>
            <a:chOff x="3155627" y="3654813"/>
            <a:chExt cx="3106080" cy="32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E7FDC35-DF86-BC63-4D49-8C8772BEE600}"/>
                    </a:ext>
                  </a:extLst>
                </p14:cNvPr>
                <p14:cNvContentPartPr/>
                <p14:nvPr/>
              </p14:nvContentPartPr>
              <p14:xfrm>
                <a:off x="3762947" y="3654813"/>
                <a:ext cx="818640" cy="788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E7FDC35-DF86-BC63-4D49-8C8772BEE6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53947" y="3645813"/>
                  <a:ext cx="8362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1BD775C-569C-FAA6-D420-270F273A3685}"/>
                    </a:ext>
                  </a:extLst>
                </p14:cNvPr>
                <p14:cNvContentPartPr/>
                <p14:nvPr/>
              </p14:nvContentPartPr>
              <p14:xfrm>
                <a:off x="4572587" y="4289853"/>
                <a:ext cx="176040" cy="247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1BD775C-569C-FAA6-D420-270F273A368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63587" y="4281213"/>
                  <a:ext cx="193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87F1FCF-9C75-0FCF-527B-8763059A1E53}"/>
                    </a:ext>
                  </a:extLst>
                </p14:cNvPr>
                <p14:cNvContentPartPr/>
                <p14:nvPr/>
              </p14:nvContentPartPr>
              <p14:xfrm>
                <a:off x="4089827" y="4643373"/>
                <a:ext cx="97200" cy="905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87F1FCF-9C75-0FCF-527B-8763059A1E5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80827" y="4634373"/>
                  <a:ext cx="11484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D535B58-D4EC-1D95-D099-F502FD07AD55}"/>
                    </a:ext>
                  </a:extLst>
                </p14:cNvPr>
                <p14:cNvContentPartPr/>
                <p14:nvPr/>
              </p14:nvContentPartPr>
              <p14:xfrm>
                <a:off x="4097387" y="4617453"/>
                <a:ext cx="1536120" cy="1041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D535B58-D4EC-1D95-D099-F502FD07AD5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88747" y="4608813"/>
                  <a:ext cx="1553760" cy="10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29170CD-7E25-039F-026F-B4F9210D45FC}"/>
                    </a:ext>
                  </a:extLst>
                </p14:cNvPr>
                <p14:cNvContentPartPr/>
                <p14:nvPr/>
              </p14:nvContentPartPr>
              <p14:xfrm>
                <a:off x="4153187" y="5075373"/>
                <a:ext cx="1344240" cy="32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29170CD-7E25-039F-026F-B4F9210D45F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144187" y="5066373"/>
                  <a:ext cx="1361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492217C-B601-C592-01C8-15FA3ED44464}"/>
                    </a:ext>
                  </a:extLst>
                </p14:cNvPr>
                <p14:cNvContentPartPr/>
                <p14:nvPr/>
              </p14:nvContentPartPr>
              <p14:xfrm>
                <a:off x="4684547" y="5128653"/>
                <a:ext cx="83880" cy="521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492217C-B601-C592-01C8-15FA3ED4446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75547" y="5120013"/>
                  <a:ext cx="1015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95649E9-5630-DED3-93DF-BCF0DB2D639B}"/>
                    </a:ext>
                  </a:extLst>
                </p14:cNvPr>
                <p14:cNvContentPartPr/>
                <p14:nvPr/>
              </p14:nvContentPartPr>
              <p14:xfrm>
                <a:off x="4812347" y="4657053"/>
                <a:ext cx="149760" cy="291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95649E9-5630-DED3-93DF-BCF0DB2D63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03707" y="4648053"/>
                  <a:ext cx="167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A206E86-0846-2EC7-2D61-B3EB7FC3C4DB}"/>
                    </a:ext>
                  </a:extLst>
                </p14:cNvPr>
                <p14:cNvContentPartPr/>
                <p14:nvPr/>
              </p14:nvContentPartPr>
              <p14:xfrm>
                <a:off x="3967427" y="5375253"/>
                <a:ext cx="428040" cy="583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A206E86-0846-2EC7-2D61-B3EB7FC3C4D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58427" y="5366613"/>
                  <a:ext cx="44568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F25F084-FFA1-B812-F07A-DE27850E9370}"/>
                    </a:ext>
                  </a:extLst>
                </p14:cNvPr>
                <p14:cNvContentPartPr/>
                <p14:nvPr/>
              </p14:nvContentPartPr>
              <p14:xfrm>
                <a:off x="3856547" y="5843613"/>
                <a:ext cx="209160" cy="164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F25F084-FFA1-B812-F07A-DE27850E937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47547" y="5834613"/>
                  <a:ext cx="226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BFE8A06-ACA0-B6A2-70EA-318194435C56}"/>
                    </a:ext>
                  </a:extLst>
                </p14:cNvPr>
                <p14:cNvContentPartPr/>
                <p14:nvPr/>
              </p14:nvContentPartPr>
              <p14:xfrm>
                <a:off x="3155627" y="5990493"/>
                <a:ext cx="30960" cy="807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BFE8A06-ACA0-B6A2-70EA-318194435C5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46987" y="5981493"/>
                  <a:ext cx="4860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944423B-AF2F-EE75-C18C-F42E3F0CF469}"/>
                    </a:ext>
                  </a:extLst>
                </p14:cNvPr>
                <p14:cNvContentPartPr/>
                <p14:nvPr/>
              </p14:nvContentPartPr>
              <p14:xfrm>
                <a:off x="3186947" y="5959533"/>
                <a:ext cx="1307160" cy="887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944423B-AF2F-EE75-C18C-F42E3F0CF4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77947" y="5950893"/>
                  <a:ext cx="1324800" cy="90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27ED011-55C0-576E-C7F6-B56937BFB44C}"/>
                    </a:ext>
                  </a:extLst>
                </p14:cNvPr>
                <p14:cNvContentPartPr/>
                <p14:nvPr/>
              </p14:nvContentPartPr>
              <p14:xfrm>
                <a:off x="3179747" y="6399093"/>
                <a:ext cx="1364040" cy="42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27ED011-55C0-576E-C7F6-B56937BFB44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70747" y="6390453"/>
                  <a:ext cx="1381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5C5652C-3B3A-F826-82A5-0AAE183694A7}"/>
                    </a:ext>
                  </a:extLst>
                </p14:cNvPr>
                <p14:cNvContentPartPr/>
                <p14:nvPr/>
              </p14:nvContentPartPr>
              <p14:xfrm>
                <a:off x="3784187" y="6449493"/>
                <a:ext cx="57960" cy="396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5C5652C-3B3A-F826-82A5-0AAE183694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75187" y="6440853"/>
                  <a:ext cx="75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EC74A26-2E4A-CE09-4B27-30957BDEF3B5}"/>
                    </a:ext>
                  </a:extLst>
                </p14:cNvPr>
                <p14:cNvContentPartPr/>
                <p14:nvPr/>
              </p14:nvContentPartPr>
              <p14:xfrm>
                <a:off x="3659627" y="6128733"/>
                <a:ext cx="172440" cy="203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EC74A26-2E4A-CE09-4B27-30957BDEF3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0987" y="6120093"/>
                  <a:ext cx="190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F0E61FF-2834-59E8-8999-DD4AFF42E09A}"/>
                    </a:ext>
                  </a:extLst>
                </p14:cNvPr>
                <p14:cNvContentPartPr/>
                <p14:nvPr/>
              </p14:nvContentPartPr>
              <p14:xfrm>
                <a:off x="3501947" y="6544173"/>
                <a:ext cx="47160" cy="52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F0E61FF-2834-59E8-8999-DD4AFF42E0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92947" y="6535533"/>
                  <a:ext cx="64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03E3927-6476-AE68-6DA8-DD94194F4D83}"/>
                    </a:ext>
                  </a:extLst>
                </p14:cNvPr>
                <p14:cNvContentPartPr/>
                <p14:nvPr/>
              </p14:nvContentPartPr>
              <p14:xfrm>
                <a:off x="3969947" y="6578373"/>
                <a:ext cx="86760" cy="48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03E3927-6476-AE68-6DA8-DD94194F4D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61307" y="6569373"/>
                  <a:ext cx="104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91CEBC8-9EF4-92F0-7288-927AEE3D353F}"/>
                    </a:ext>
                  </a:extLst>
                </p14:cNvPr>
                <p14:cNvContentPartPr/>
                <p14:nvPr/>
              </p14:nvContentPartPr>
              <p14:xfrm>
                <a:off x="5030147" y="5323413"/>
                <a:ext cx="460800" cy="559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91CEBC8-9EF4-92F0-7288-927AEE3D353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21147" y="5314773"/>
                  <a:ext cx="478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BB8E323-10C2-AF19-F81A-1529FB4A9AEB}"/>
                    </a:ext>
                  </a:extLst>
                </p14:cNvPr>
                <p14:cNvContentPartPr/>
                <p14:nvPr/>
              </p14:nvContentPartPr>
              <p14:xfrm>
                <a:off x="5339387" y="5819493"/>
                <a:ext cx="204120" cy="117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BB8E323-10C2-AF19-F81A-1529FB4A9AE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30747" y="5810853"/>
                  <a:ext cx="221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B8D324A-E898-912B-A50B-55EA497456C1}"/>
                    </a:ext>
                  </a:extLst>
                </p14:cNvPr>
                <p14:cNvContentPartPr/>
                <p14:nvPr/>
              </p14:nvContentPartPr>
              <p14:xfrm>
                <a:off x="5493827" y="5844333"/>
                <a:ext cx="127440" cy="108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B8D324A-E898-912B-A50B-55EA497456C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484827" y="5835333"/>
                  <a:ext cx="145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0FD04CA-3FF2-7A9B-6E0E-8F9066245EB4}"/>
                    </a:ext>
                  </a:extLst>
                </p14:cNvPr>
                <p14:cNvContentPartPr/>
                <p14:nvPr/>
              </p14:nvContentPartPr>
              <p14:xfrm>
                <a:off x="5057867" y="6053133"/>
                <a:ext cx="61920" cy="633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0FD04CA-3FF2-7A9B-6E0E-8F9066245EB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49227" y="6044493"/>
                  <a:ext cx="7956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7A09720-2885-EBF4-8AB5-07E1684D90CE}"/>
                    </a:ext>
                  </a:extLst>
                </p14:cNvPr>
                <p14:cNvContentPartPr/>
                <p14:nvPr/>
              </p14:nvContentPartPr>
              <p14:xfrm>
                <a:off x="5065787" y="5980413"/>
                <a:ext cx="1195920" cy="899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7A09720-2885-EBF4-8AB5-07E1684D90C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56787" y="5971773"/>
                  <a:ext cx="121356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C0F9364-86E3-75EE-235A-D14FE6864DF8}"/>
                    </a:ext>
                  </a:extLst>
                </p14:cNvPr>
                <p14:cNvContentPartPr/>
                <p14:nvPr/>
              </p14:nvContentPartPr>
              <p14:xfrm>
                <a:off x="5057867" y="6445187"/>
                <a:ext cx="1121760" cy="38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C0F9364-86E3-75EE-235A-D14FE6864DF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049227" y="6436187"/>
                  <a:ext cx="1139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A3C51D0-497A-CB48-9936-C5BC11C599C3}"/>
                    </a:ext>
                  </a:extLst>
                </p14:cNvPr>
                <p14:cNvContentPartPr/>
                <p14:nvPr/>
              </p14:nvContentPartPr>
              <p14:xfrm>
                <a:off x="5568347" y="6223067"/>
                <a:ext cx="16920" cy="170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A3C51D0-497A-CB48-9936-C5BC11C599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559347" y="6214427"/>
                  <a:ext cx="3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775A812-F376-C9B7-0433-A978E3B2760C}"/>
                    </a:ext>
                  </a:extLst>
                </p14:cNvPr>
                <p14:cNvContentPartPr/>
                <p14:nvPr/>
              </p14:nvContentPartPr>
              <p14:xfrm>
                <a:off x="5680307" y="6182387"/>
                <a:ext cx="120240" cy="11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775A812-F376-C9B7-0433-A978E3B276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671667" y="6173747"/>
                  <a:ext cx="137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ECD72D5-D6B5-8CF7-CE0C-69EF253BA53E}"/>
                    </a:ext>
                  </a:extLst>
                </p14:cNvPr>
                <p14:cNvContentPartPr/>
                <p14:nvPr/>
              </p14:nvContentPartPr>
              <p14:xfrm>
                <a:off x="5554667" y="6430427"/>
                <a:ext cx="58320" cy="442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ECD72D5-D6B5-8CF7-CE0C-69EF253BA53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545667" y="6421427"/>
                  <a:ext cx="759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FDA208F-357A-1EF1-3E16-4070DC3A5527}"/>
                    </a:ext>
                  </a:extLst>
                </p14:cNvPr>
                <p14:cNvContentPartPr/>
                <p14:nvPr/>
              </p14:nvContentPartPr>
              <p14:xfrm>
                <a:off x="5318147" y="6645347"/>
                <a:ext cx="50760" cy="55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FDA208F-357A-1EF1-3E16-4070DC3A55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09147" y="6636347"/>
                  <a:ext cx="68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26E9B6A-A223-818F-04F4-EF3925A8A711}"/>
                    </a:ext>
                  </a:extLst>
                </p14:cNvPr>
                <p14:cNvContentPartPr/>
                <p14:nvPr/>
              </p14:nvContentPartPr>
              <p14:xfrm>
                <a:off x="5700107" y="6644267"/>
                <a:ext cx="75960" cy="49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26E9B6A-A223-818F-04F4-EF3925A8A71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691107" y="6635267"/>
                  <a:ext cx="93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6DEC110-F696-74D1-DA49-38FD59F402A2}"/>
                    </a:ext>
                  </a:extLst>
                </p14:cNvPr>
                <p14:cNvContentPartPr/>
                <p14:nvPr/>
              </p14:nvContentPartPr>
              <p14:xfrm>
                <a:off x="5055707" y="6608267"/>
                <a:ext cx="28800" cy="234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6DEC110-F696-74D1-DA49-38FD59F402A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46707" y="6599627"/>
                  <a:ext cx="464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6B2765C-AE5F-5CC7-235A-D673F6D9742E}"/>
              </a:ext>
            </a:extLst>
          </p:cNvPr>
          <p:cNvGrpSpPr/>
          <p:nvPr/>
        </p:nvGrpSpPr>
        <p:grpSpPr>
          <a:xfrm>
            <a:off x="3578987" y="1197107"/>
            <a:ext cx="7987680" cy="5624640"/>
            <a:chOff x="3578987" y="1197107"/>
            <a:chExt cx="7987680" cy="56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36AEA02-11EB-C7A5-EE11-40C72C6A3614}"/>
                    </a:ext>
                  </a:extLst>
                </p14:cNvPr>
                <p14:cNvContentPartPr/>
                <p14:nvPr/>
              </p14:nvContentPartPr>
              <p14:xfrm>
                <a:off x="8315147" y="6436187"/>
                <a:ext cx="14040" cy="11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36AEA02-11EB-C7A5-EE11-40C72C6A361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310827" y="6431867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F5C624D-683C-A8DA-B1CA-EE44C2B658D5}"/>
                    </a:ext>
                  </a:extLst>
                </p14:cNvPr>
                <p14:cNvContentPartPr/>
                <p14:nvPr/>
              </p14:nvContentPartPr>
              <p14:xfrm>
                <a:off x="8317307" y="6424307"/>
                <a:ext cx="31680" cy="352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F5C624D-683C-A8DA-B1CA-EE44C2B658D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312987" y="6419987"/>
                  <a:ext cx="40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EB39F32-0783-0BBC-A06F-12037CFFC11A}"/>
                    </a:ext>
                  </a:extLst>
                </p14:cNvPr>
                <p14:cNvContentPartPr/>
                <p14:nvPr/>
              </p14:nvContentPartPr>
              <p14:xfrm>
                <a:off x="8355107" y="6275987"/>
                <a:ext cx="3211560" cy="95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EB39F32-0783-0BBC-A06F-12037CFFC11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50787" y="6271667"/>
                  <a:ext cx="3220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33CB014-580B-5799-C26C-8FDCF08FDC27}"/>
                    </a:ext>
                  </a:extLst>
                </p14:cNvPr>
                <p14:cNvContentPartPr/>
                <p14:nvPr/>
              </p14:nvContentPartPr>
              <p14:xfrm>
                <a:off x="8530427" y="6515027"/>
                <a:ext cx="84240" cy="141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33CB014-580B-5799-C26C-8FDCF08FDC2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26107" y="6510707"/>
                  <a:ext cx="92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FDE59AB-532A-AB10-5638-71DAA60C6905}"/>
                    </a:ext>
                  </a:extLst>
                </p14:cNvPr>
                <p14:cNvContentPartPr/>
                <p14:nvPr/>
              </p14:nvContentPartPr>
              <p14:xfrm>
                <a:off x="8633387" y="6521507"/>
                <a:ext cx="76680" cy="82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FDE59AB-532A-AB10-5638-71DAA60C690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29067" y="6517187"/>
                  <a:ext cx="85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31BAA26-FB60-2B2A-8F1F-0FBF867A026D}"/>
                    </a:ext>
                  </a:extLst>
                </p14:cNvPr>
                <p14:cNvContentPartPr/>
                <p14:nvPr/>
              </p14:nvContentPartPr>
              <p14:xfrm>
                <a:off x="8757227" y="6515387"/>
                <a:ext cx="79200" cy="72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31BAA26-FB60-2B2A-8F1F-0FBF867A026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52907" y="6511067"/>
                  <a:ext cx="87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4C20CE6-1FA5-3EA9-2AFF-1D62E0552C08}"/>
                    </a:ext>
                  </a:extLst>
                </p14:cNvPr>
                <p14:cNvContentPartPr/>
                <p14:nvPr/>
              </p14:nvContentPartPr>
              <p14:xfrm>
                <a:off x="8935067" y="6439427"/>
                <a:ext cx="65160" cy="162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4C20CE6-1FA5-3EA9-2AFF-1D62E0552C0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30747" y="6435107"/>
                  <a:ext cx="73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3C6B254-CFF7-0595-A4C2-C2DE670E9051}"/>
                    </a:ext>
                  </a:extLst>
                </p14:cNvPr>
                <p14:cNvContentPartPr/>
                <p14:nvPr/>
              </p14:nvContentPartPr>
              <p14:xfrm>
                <a:off x="8917067" y="6516467"/>
                <a:ext cx="139680" cy="19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3C6B254-CFF7-0595-A4C2-C2DE670E905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12747" y="6512147"/>
                  <a:ext cx="148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FAD0864-0A20-0374-6D83-758CDBEFBB26}"/>
                    </a:ext>
                  </a:extLst>
                </p14:cNvPr>
                <p14:cNvContentPartPr/>
                <p14:nvPr/>
              </p14:nvContentPartPr>
              <p14:xfrm>
                <a:off x="11439947" y="6355547"/>
                <a:ext cx="19800" cy="23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FAD0864-0A20-0374-6D83-758CDBEFBB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435627" y="6351227"/>
                  <a:ext cx="2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2C20766-D52A-C722-78D6-62DFD448982F}"/>
                    </a:ext>
                  </a:extLst>
                </p14:cNvPr>
                <p14:cNvContentPartPr/>
                <p14:nvPr/>
              </p14:nvContentPartPr>
              <p14:xfrm>
                <a:off x="8222267" y="6332147"/>
                <a:ext cx="3344040" cy="489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2C20766-D52A-C722-78D6-62DFD448982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17947" y="6327827"/>
                  <a:ext cx="33526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0AAFEFF-1C37-2074-9347-7AC97D2B583F}"/>
                    </a:ext>
                  </a:extLst>
                </p14:cNvPr>
                <p14:cNvContentPartPr/>
                <p14:nvPr/>
              </p14:nvContentPartPr>
              <p14:xfrm>
                <a:off x="9754787" y="6313067"/>
                <a:ext cx="86400" cy="344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0AAFEFF-1C37-2074-9347-7AC97D2B583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750467" y="6308747"/>
                  <a:ext cx="95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F69B6EC-C7EB-D074-422A-0F0D6D7B1249}"/>
                    </a:ext>
                  </a:extLst>
                </p14:cNvPr>
                <p14:cNvContentPartPr/>
                <p14:nvPr/>
              </p14:nvContentPartPr>
              <p14:xfrm>
                <a:off x="10330427" y="6392627"/>
                <a:ext cx="160920" cy="130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F69B6EC-C7EB-D074-422A-0F0D6D7B12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26107" y="6388307"/>
                  <a:ext cx="16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3B61B99-3275-ED4F-8BF7-0C9F4B373D45}"/>
                    </a:ext>
                  </a:extLst>
                </p14:cNvPr>
                <p14:cNvContentPartPr/>
                <p14:nvPr/>
              </p14:nvContentPartPr>
              <p14:xfrm>
                <a:off x="10516907" y="6423947"/>
                <a:ext cx="130680" cy="1234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3B61B99-3275-ED4F-8BF7-0C9F4B373D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512587" y="6419627"/>
                  <a:ext cx="139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85F6954-4734-2B58-FD9E-B29CDA41DF18}"/>
                    </a:ext>
                  </a:extLst>
                </p14:cNvPr>
                <p14:cNvContentPartPr/>
                <p14:nvPr/>
              </p14:nvContentPartPr>
              <p14:xfrm>
                <a:off x="10659107" y="6390107"/>
                <a:ext cx="151560" cy="36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85F6954-4734-2B58-FD9E-B29CDA41DF1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54787" y="6385787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2ECBF7E-0295-2603-69CE-F8E460EF85B3}"/>
                    </a:ext>
                  </a:extLst>
                </p14:cNvPr>
                <p14:cNvContentPartPr/>
                <p14:nvPr/>
              </p14:nvContentPartPr>
              <p14:xfrm>
                <a:off x="3773027" y="1226267"/>
                <a:ext cx="4728600" cy="5387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2ECBF7E-0295-2603-69CE-F8E460EF85B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768707" y="1221947"/>
                  <a:ext cx="4737240" cy="53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37DA4FF-C3E0-15BB-0B4D-45BD795FEF6F}"/>
                    </a:ext>
                  </a:extLst>
                </p14:cNvPr>
                <p14:cNvContentPartPr/>
                <p14:nvPr/>
              </p14:nvContentPartPr>
              <p14:xfrm>
                <a:off x="3578987" y="1197107"/>
                <a:ext cx="207000" cy="218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37DA4FF-C3E0-15BB-0B4D-45BD795FEF6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574667" y="1192787"/>
                  <a:ext cx="21564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D5E1FAA-3704-8BD0-FC31-2E8BEC6EE0D2}"/>
                  </a:ext>
                </a:extLst>
              </p14:cNvPr>
              <p14:cNvContentPartPr/>
              <p14:nvPr/>
            </p14:nvContentPartPr>
            <p14:xfrm>
              <a:off x="8325227" y="5831027"/>
              <a:ext cx="35280" cy="3020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D5E1FAA-3704-8BD0-FC31-2E8BEC6EE0D2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320907" y="5826707"/>
                <a:ext cx="439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2059763A-D7C6-4FB6-97C2-27159166BA80}"/>
                  </a:ext>
                </a:extLst>
              </p14:cNvPr>
              <p14:cNvContentPartPr/>
              <p14:nvPr/>
            </p14:nvContentPartPr>
            <p14:xfrm>
              <a:off x="10356707" y="5619347"/>
              <a:ext cx="64080" cy="4561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2059763A-D7C6-4FB6-97C2-27159166BA8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352387" y="5615027"/>
                <a:ext cx="7272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DDD3322-7113-1087-65EC-DEF4ECC4017D}"/>
                  </a:ext>
                </a:extLst>
              </p14:cNvPr>
              <p14:cNvContentPartPr/>
              <p14:nvPr/>
            </p14:nvContentPartPr>
            <p14:xfrm>
              <a:off x="10905347" y="5815907"/>
              <a:ext cx="27360" cy="259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DDD3322-7113-1087-65EC-DEF4ECC4017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901027" y="5811587"/>
                <a:ext cx="36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F9F8B9CC-3D7A-B28D-DDD5-B540CFE829BE}"/>
                  </a:ext>
                </a:extLst>
              </p14:cNvPr>
              <p14:cNvContentPartPr/>
              <p14:nvPr/>
            </p14:nvContentPartPr>
            <p14:xfrm>
              <a:off x="8259347" y="5697107"/>
              <a:ext cx="3221280" cy="5007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F9F8B9CC-3D7A-B28D-DDD5-B540CFE829B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255027" y="5692787"/>
                <a:ext cx="3229920" cy="50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3B303EF5-37F4-2061-4BFF-75BE07AD0611}"/>
              </a:ext>
            </a:extLst>
          </p:cNvPr>
          <p:cNvGrpSpPr/>
          <p:nvPr/>
        </p:nvGrpSpPr>
        <p:grpSpPr>
          <a:xfrm>
            <a:off x="2310707" y="2238587"/>
            <a:ext cx="6677640" cy="3668040"/>
            <a:chOff x="2310707" y="2238587"/>
            <a:chExt cx="6677640" cy="36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F957412-6AA3-8787-5C6B-DD85260DAB6C}"/>
                    </a:ext>
                  </a:extLst>
                </p14:cNvPr>
                <p14:cNvContentPartPr/>
                <p14:nvPr/>
              </p14:nvContentPartPr>
              <p14:xfrm>
                <a:off x="2405027" y="2238587"/>
                <a:ext cx="6583320" cy="3668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F957412-6AA3-8787-5C6B-DD85260DAB6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00707" y="2234267"/>
                  <a:ext cx="6591960" cy="36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B3145E0-BF50-E641-A603-28BD9820A3E4}"/>
                    </a:ext>
                  </a:extLst>
                </p14:cNvPr>
                <p14:cNvContentPartPr/>
                <p14:nvPr/>
              </p14:nvContentPartPr>
              <p14:xfrm>
                <a:off x="2310707" y="2570507"/>
                <a:ext cx="178920" cy="2653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B3145E0-BF50-E641-A603-28BD9820A3E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06387" y="2566187"/>
                  <a:ext cx="1875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7325FE1A-5618-8E5B-A475-31C70A495396}"/>
              </a:ext>
            </a:extLst>
          </p:cNvPr>
          <p:cNvGrpSpPr/>
          <p:nvPr/>
        </p:nvGrpSpPr>
        <p:grpSpPr>
          <a:xfrm>
            <a:off x="1163747" y="3132107"/>
            <a:ext cx="10423800" cy="2865600"/>
            <a:chOff x="1163747" y="3132107"/>
            <a:chExt cx="10423800" cy="28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6B86C26-2FF5-B4FD-EA4A-8BE2B584B9F6}"/>
                    </a:ext>
                  </a:extLst>
                </p14:cNvPr>
                <p14:cNvContentPartPr/>
                <p14:nvPr/>
              </p14:nvContentPartPr>
              <p14:xfrm>
                <a:off x="10868627" y="5815907"/>
                <a:ext cx="165240" cy="164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6B86C26-2FF5-B4FD-EA4A-8BE2B584B9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64307" y="5811587"/>
                  <a:ext cx="173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D5823CC-2C76-65F5-CFD8-03EEC371D542}"/>
                    </a:ext>
                  </a:extLst>
                </p14:cNvPr>
                <p14:cNvContentPartPr/>
                <p14:nvPr/>
              </p14:nvContentPartPr>
              <p14:xfrm>
                <a:off x="11148707" y="5851547"/>
                <a:ext cx="111960" cy="13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D5823CC-2C76-65F5-CFD8-03EEC371D54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44387" y="5847227"/>
                  <a:ext cx="120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2A5F799-A6B2-1B77-94DE-A37FE1B7B3D7}"/>
                    </a:ext>
                  </a:extLst>
                </p14:cNvPr>
                <p14:cNvContentPartPr/>
                <p14:nvPr/>
              </p14:nvContentPartPr>
              <p14:xfrm>
                <a:off x="9126227" y="5872427"/>
                <a:ext cx="141840" cy="1252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2A5F799-A6B2-1B77-94DE-A37FE1B7B3D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21907" y="5868107"/>
                  <a:ext cx="15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AEDD041-B630-CB40-C1E5-99A7F5CFEDE8}"/>
                    </a:ext>
                  </a:extLst>
                </p14:cNvPr>
                <p14:cNvContentPartPr/>
                <p14:nvPr/>
              </p14:nvContentPartPr>
              <p14:xfrm>
                <a:off x="9290027" y="5864507"/>
                <a:ext cx="99000" cy="964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AEDD041-B630-CB40-C1E5-99A7F5CFEDE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85707" y="5860187"/>
                  <a:ext cx="107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3B22E6F-9982-BA79-7E78-448C750382CB}"/>
                    </a:ext>
                  </a:extLst>
                </p14:cNvPr>
                <p14:cNvContentPartPr/>
                <p14:nvPr/>
              </p14:nvContentPartPr>
              <p14:xfrm>
                <a:off x="9433667" y="5866307"/>
                <a:ext cx="100440" cy="65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3B22E6F-9982-BA79-7E78-448C750382C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429347" y="5861987"/>
                  <a:ext cx="109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A251CD6-A673-886A-43E4-3CDE2021A481}"/>
                    </a:ext>
                  </a:extLst>
                </p14:cNvPr>
                <p14:cNvContentPartPr/>
                <p14:nvPr/>
              </p14:nvContentPartPr>
              <p14:xfrm>
                <a:off x="9629867" y="5767667"/>
                <a:ext cx="92880" cy="1900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A251CD6-A673-886A-43E4-3CDE2021A4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625547" y="5763347"/>
                  <a:ext cx="101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412E0AF-7000-32FF-C4C5-EB6DD36D72DA}"/>
                    </a:ext>
                  </a:extLst>
                </p14:cNvPr>
                <p14:cNvContentPartPr/>
                <p14:nvPr/>
              </p14:nvContentPartPr>
              <p14:xfrm>
                <a:off x="9626627" y="5859827"/>
                <a:ext cx="144720" cy="154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412E0AF-7000-32FF-C4C5-EB6DD36D72D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622307" y="5855507"/>
                  <a:ext cx="153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5302C26-957E-9B8A-D762-075A0286F1CA}"/>
                    </a:ext>
                  </a:extLst>
                </p14:cNvPr>
                <p14:cNvContentPartPr/>
                <p14:nvPr/>
              </p14:nvContentPartPr>
              <p14:xfrm>
                <a:off x="8296067" y="5278787"/>
                <a:ext cx="19800" cy="2332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5302C26-957E-9B8A-D762-075A0286F1C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91747" y="5274467"/>
                  <a:ext cx="28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AB19427-FDDE-46DA-D1BF-BA01BAF77291}"/>
                    </a:ext>
                  </a:extLst>
                </p14:cNvPr>
                <p14:cNvContentPartPr/>
                <p14:nvPr/>
              </p14:nvContentPartPr>
              <p14:xfrm>
                <a:off x="8238467" y="5076107"/>
                <a:ext cx="3349080" cy="5029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AB19427-FDDE-46DA-D1BF-BA01BAF772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234147" y="5071787"/>
                  <a:ext cx="33577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608E42F-8141-D384-7F26-D93EF697379F}"/>
                    </a:ext>
                  </a:extLst>
                </p14:cNvPr>
                <p14:cNvContentPartPr/>
                <p14:nvPr/>
              </p14:nvContentPartPr>
              <p14:xfrm>
                <a:off x="9730667" y="5121467"/>
                <a:ext cx="131400" cy="4111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608E42F-8141-D384-7F26-D93EF697379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26347" y="5117147"/>
                  <a:ext cx="1400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1594BCC-8004-62F8-9407-252E39ACD803}"/>
                    </a:ext>
                  </a:extLst>
                </p14:cNvPr>
                <p14:cNvContentPartPr/>
                <p14:nvPr/>
              </p14:nvContentPartPr>
              <p14:xfrm>
                <a:off x="9014267" y="5266907"/>
                <a:ext cx="94320" cy="84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1594BCC-8004-62F8-9407-252E39ACD80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09947" y="5262587"/>
                  <a:ext cx="102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74A3683-1D7D-53FB-97B9-6B5CE6919B86}"/>
                    </a:ext>
                  </a:extLst>
                </p14:cNvPr>
                <p14:cNvContentPartPr/>
                <p14:nvPr/>
              </p14:nvContentPartPr>
              <p14:xfrm>
                <a:off x="9123347" y="5287787"/>
                <a:ext cx="62640" cy="572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74A3683-1D7D-53FB-97B9-6B5CE6919B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19027" y="5283467"/>
                  <a:ext cx="71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2B272D4-74F3-4738-C527-922AC880DA82}"/>
                    </a:ext>
                  </a:extLst>
                </p14:cNvPr>
                <p14:cNvContentPartPr/>
                <p14:nvPr/>
              </p14:nvContentPartPr>
              <p14:xfrm>
                <a:off x="9221627" y="5276627"/>
                <a:ext cx="76320" cy="684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2B272D4-74F3-4738-C527-922AC880DA8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17307" y="5272307"/>
                  <a:ext cx="84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48EE564-13BE-3AFE-C266-C10506B8E12C}"/>
                    </a:ext>
                  </a:extLst>
                </p14:cNvPr>
                <p14:cNvContentPartPr/>
                <p14:nvPr/>
              </p14:nvContentPartPr>
              <p14:xfrm>
                <a:off x="9406667" y="5203907"/>
                <a:ext cx="52920" cy="1332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48EE564-13BE-3AFE-C266-C10506B8E12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02347" y="5199587"/>
                  <a:ext cx="61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D59DA6A-B18F-8C1B-6168-5058397A3B70}"/>
                    </a:ext>
                  </a:extLst>
                </p14:cNvPr>
                <p14:cNvContentPartPr/>
                <p14:nvPr/>
              </p14:nvContentPartPr>
              <p14:xfrm>
                <a:off x="9417467" y="5231987"/>
                <a:ext cx="92160" cy="18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D59DA6A-B18F-8C1B-6168-5058397A3B7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13147" y="5227667"/>
                  <a:ext cx="100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4634DB4-7403-6BA1-2DEB-32493A006E5E}"/>
                    </a:ext>
                  </a:extLst>
                </p14:cNvPr>
                <p14:cNvContentPartPr/>
                <p14:nvPr/>
              </p14:nvContentPartPr>
              <p14:xfrm>
                <a:off x="10420427" y="5267267"/>
                <a:ext cx="104400" cy="132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4634DB4-7403-6BA1-2DEB-32493A006E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416107" y="5262947"/>
                  <a:ext cx="11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F01EF4C-4EFD-50E3-C6AB-DF688407989F}"/>
                    </a:ext>
                  </a:extLst>
                </p14:cNvPr>
                <p14:cNvContentPartPr/>
                <p14:nvPr/>
              </p14:nvContentPartPr>
              <p14:xfrm>
                <a:off x="10607627" y="5299307"/>
                <a:ext cx="112680" cy="878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F01EF4C-4EFD-50E3-C6AB-DF688407989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03307" y="5294987"/>
                  <a:ext cx="121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316F981-239C-C4EC-F11A-DC2B96D210EE}"/>
                    </a:ext>
                  </a:extLst>
                </p14:cNvPr>
                <p14:cNvContentPartPr/>
                <p14:nvPr/>
              </p14:nvContentPartPr>
              <p14:xfrm>
                <a:off x="1602947" y="3934187"/>
                <a:ext cx="6836760" cy="14497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316F981-239C-C4EC-F11A-DC2B96D210E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598627" y="3929867"/>
                  <a:ext cx="6845400" cy="14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FF8AF2D-E135-9208-6787-042740964D82}"/>
                    </a:ext>
                  </a:extLst>
                </p14:cNvPr>
                <p14:cNvContentPartPr/>
                <p14:nvPr/>
              </p14:nvContentPartPr>
              <p14:xfrm>
                <a:off x="1566947" y="4591907"/>
                <a:ext cx="180000" cy="203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FF8AF2D-E135-9208-6787-042740964D8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62627" y="4587587"/>
                  <a:ext cx="188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30B9501-05F2-C0CE-CAB6-2B112B651209}"/>
                    </a:ext>
                  </a:extLst>
                </p14:cNvPr>
                <p14:cNvContentPartPr/>
                <p14:nvPr/>
              </p14:nvContentPartPr>
              <p14:xfrm>
                <a:off x="8325587" y="4645907"/>
                <a:ext cx="20160" cy="326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30B9501-05F2-C0CE-CAB6-2B112B65120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21267" y="4641587"/>
                  <a:ext cx="288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E203E89-24E3-6244-897E-9B0B301BEF46}"/>
                    </a:ext>
                  </a:extLst>
                </p14:cNvPr>
                <p14:cNvContentPartPr/>
                <p14:nvPr/>
              </p14:nvContentPartPr>
              <p14:xfrm>
                <a:off x="8306147" y="4539707"/>
                <a:ext cx="3172680" cy="4860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E203E89-24E3-6244-897E-9B0B301BEF4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301827" y="4535387"/>
                  <a:ext cx="318132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DE81FA-B965-F628-0DBF-420361AFD2EA}"/>
                    </a:ext>
                  </a:extLst>
                </p14:cNvPr>
                <p14:cNvContentPartPr/>
                <p14:nvPr/>
              </p14:nvContentPartPr>
              <p14:xfrm>
                <a:off x="9787907" y="4553387"/>
                <a:ext cx="50400" cy="273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DE81FA-B965-F628-0DBF-420361AFD2E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783587" y="4549067"/>
                  <a:ext cx="590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1D5D678-4A45-4AA7-1C45-8535BD464B30}"/>
                    </a:ext>
                  </a:extLst>
                </p14:cNvPr>
                <p14:cNvContentPartPr/>
                <p14:nvPr/>
              </p14:nvContentPartPr>
              <p14:xfrm>
                <a:off x="8773427" y="4669667"/>
                <a:ext cx="81720" cy="921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1D5D678-4A45-4AA7-1C45-8535BD464B3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769107" y="4665347"/>
                  <a:ext cx="90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BE47E52-33BD-367C-EBF9-839EEE900C8D}"/>
                    </a:ext>
                  </a:extLst>
                </p14:cNvPr>
                <p14:cNvContentPartPr/>
                <p14:nvPr/>
              </p14:nvContentPartPr>
              <p14:xfrm>
                <a:off x="8875307" y="4676867"/>
                <a:ext cx="100440" cy="741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BE47E52-33BD-367C-EBF9-839EEE900C8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70987" y="4672547"/>
                  <a:ext cx="109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C7F95E8-1979-C2AE-B1D9-9C55AEDDE37F}"/>
                    </a:ext>
                  </a:extLst>
                </p14:cNvPr>
                <p14:cNvContentPartPr/>
                <p14:nvPr/>
              </p14:nvContentPartPr>
              <p14:xfrm>
                <a:off x="9013547" y="4684427"/>
                <a:ext cx="88920" cy="61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C7F95E8-1979-C2AE-B1D9-9C55AEDDE37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009227" y="4680107"/>
                  <a:ext cx="97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FB47B5B-5ED4-AF9E-3E72-2D50E5C133E7}"/>
                    </a:ext>
                  </a:extLst>
                </p14:cNvPr>
                <p14:cNvContentPartPr/>
                <p14:nvPr/>
              </p14:nvContentPartPr>
              <p14:xfrm>
                <a:off x="9197147" y="4634027"/>
                <a:ext cx="56880" cy="113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FB47B5B-5ED4-AF9E-3E72-2D50E5C133E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192827" y="4629707"/>
                  <a:ext cx="65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9BDE350-7C70-D95B-56EB-F1300C25B94E}"/>
                    </a:ext>
                  </a:extLst>
                </p14:cNvPr>
                <p14:cNvContentPartPr/>
                <p14:nvPr/>
              </p14:nvContentPartPr>
              <p14:xfrm>
                <a:off x="9182747" y="4690187"/>
                <a:ext cx="101880" cy="72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9BDE350-7C70-D95B-56EB-F1300C25B94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78427" y="4685867"/>
                  <a:ext cx="1105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A588EF5-3A51-363E-CB25-AFB45DDD819C}"/>
                    </a:ext>
                  </a:extLst>
                </p14:cNvPr>
                <p14:cNvContentPartPr/>
                <p14:nvPr/>
              </p14:nvContentPartPr>
              <p14:xfrm>
                <a:off x="10289027" y="4692707"/>
                <a:ext cx="115200" cy="126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A588EF5-3A51-363E-CB25-AFB45DDD819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284707" y="4688387"/>
                  <a:ext cx="123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6EEA66C-987E-033B-04AE-B69C19FE6B58}"/>
                    </a:ext>
                  </a:extLst>
                </p14:cNvPr>
                <p14:cNvContentPartPr/>
                <p14:nvPr/>
              </p14:nvContentPartPr>
              <p14:xfrm>
                <a:off x="10496387" y="4679747"/>
                <a:ext cx="120600" cy="109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6EEA66C-987E-033B-04AE-B69C19FE6B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492067" y="4675427"/>
                  <a:ext cx="129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31DF8D7-568C-0DC5-A41A-BC34977591E7}"/>
                    </a:ext>
                  </a:extLst>
                </p14:cNvPr>
                <p14:cNvContentPartPr/>
                <p14:nvPr/>
              </p14:nvContentPartPr>
              <p14:xfrm>
                <a:off x="1284707" y="3132107"/>
                <a:ext cx="7836480" cy="26650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31DF8D7-568C-0DC5-A41A-BC34977591E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80387" y="3127787"/>
                  <a:ext cx="7845120" cy="26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EBB8D67-A52E-49C7-65AB-270E11AE1A89}"/>
                    </a:ext>
                  </a:extLst>
                </p14:cNvPr>
                <p14:cNvContentPartPr/>
                <p14:nvPr/>
              </p14:nvContentPartPr>
              <p14:xfrm>
                <a:off x="1163747" y="5644547"/>
                <a:ext cx="338400" cy="251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EBB8D67-A52E-49C7-65AB-270E11AE1A8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9427" y="5640227"/>
                  <a:ext cx="34704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6AF01757-5FC4-D8BC-CC12-353CBD4035B8}"/>
              </a:ext>
            </a:extLst>
          </p:cNvPr>
          <p:cNvGrpSpPr/>
          <p:nvPr/>
        </p:nvGrpSpPr>
        <p:grpSpPr>
          <a:xfrm>
            <a:off x="8236667" y="3982787"/>
            <a:ext cx="3201480" cy="451080"/>
            <a:chOff x="8236667" y="3982787"/>
            <a:chExt cx="320148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F3DF3AB-160D-86C0-981A-0556F24EAFB6}"/>
                    </a:ext>
                  </a:extLst>
                </p14:cNvPr>
                <p14:cNvContentPartPr/>
                <p14:nvPr/>
              </p14:nvContentPartPr>
              <p14:xfrm>
                <a:off x="8236667" y="4105547"/>
                <a:ext cx="38160" cy="313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F3DF3AB-160D-86C0-981A-0556F24EAF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232347" y="4101227"/>
                  <a:ext cx="46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31BF5EF-6D4D-1BFF-B93A-A6C3116F993D}"/>
                    </a:ext>
                  </a:extLst>
                </p14:cNvPr>
                <p14:cNvContentPartPr/>
                <p14:nvPr/>
              </p14:nvContentPartPr>
              <p14:xfrm>
                <a:off x="8249267" y="3982787"/>
                <a:ext cx="3188880" cy="451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31BF5EF-6D4D-1BFF-B93A-A6C3116F993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244947" y="3978467"/>
                  <a:ext cx="31975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484466B-6189-D68C-0168-2EFEDE6E47C9}"/>
                    </a:ext>
                  </a:extLst>
                </p14:cNvPr>
                <p14:cNvContentPartPr/>
                <p14:nvPr/>
              </p14:nvContentPartPr>
              <p14:xfrm>
                <a:off x="8630507" y="4132547"/>
                <a:ext cx="108000" cy="1116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484466B-6189-D68C-0168-2EFEDE6E47C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26187" y="4128227"/>
                  <a:ext cx="116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CC419F3-0A10-FCBE-E42B-9396B93976CD}"/>
                    </a:ext>
                  </a:extLst>
                </p14:cNvPr>
                <p14:cNvContentPartPr/>
                <p14:nvPr/>
              </p14:nvContentPartPr>
              <p14:xfrm>
                <a:off x="8757587" y="4164947"/>
                <a:ext cx="79200" cy="608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CC419F3-0A10-FCBE-E42B-9396B93976C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753267" y="4160627"/>
                  <a:ext cx="87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C25D0F7-613B-D7A5-6BFA-D0EAB563887B}"/>
                    </a:ext>
                  </a:extLst>
                </p14:cNvPr>
                <p14:cNvContentPartPr/>
                <p14:nvPr/>
              </p14:nvContentPartPr>
              <p14:xfrm>
                <a:off x="8896187" y="4154147"/>
                <a:ext cx="60840" cy="792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C25D0F7-613B-D7A5-6BFA-D0EAB563887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91867" y="4149827"/>
                  <a:ext cx="69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FF99454-BB12-C4EC-9BC3-45842E49DC1C}"/>
                    </a:ext>
                  </a:extLst>
                </p14:cNvPr>
                <p14:cNvContentPartPr/>
                <p14:nvPr/>
              </p14:nvContentPartPr>
              <p14:xfrm>
                <a:off x="9012467" y="4100147"/>
                <a:ext cx="31320" cy="1267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FF99454-BB12-C4EC-9BC3-45842E49DC1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008147" y="4095827"/>
                  <a:ext cx="39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0F5B797-3864-EEB2-D3DE-2C9F16694AB7}"/>
                    </a:ext>
                  </a:extLst>
                </p14:cNvPr>
                <p14:cNvContentPartPr/>
                <p14:nvPr/>
              </p14:nvContentPartPr>
              <p14:xfrm>
                <a:off x="8998427" y="4117427"/>
                <a:ext cx="141840" cy="86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0F5B797-3864-EEB2-D3DE-2C9F16694AB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994107" y="4113107"/>
                  <a:ext cx="1504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E82055B-7956-B793-3082-47CA302AB33F}"/>
                    </a:ext>
                  </a:extLst>
                </p14:cNvPr>
                <p14:cNvContentPartPr/>
                <p14:nvPr/>
              </p14:nvContentPartPr>
              <p14:xfrm>
                <a:off x="9888347" y="3995027"/>
                <a:ext cx="68400" cy="308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E82055B-7956-B793-3082-47CA302AB33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884027" y="3990707"/>
                  <a:ext cx="77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0E72ED3-2A05-266E-21BC-58755CAB5CA1}"/>
                    </a:ext>
                  </a:extLst>
                </p14:cNvPr>
                <p14:cNvContentPartPr/>
                <p14:nvPr/>
              </p14:nvContentPartPr>
              <p14:xfrm>
                <a:off x="10337627" y="4110947"/>
                <a:ext cx="118800" cy="1371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0E72ED3-2A05-266E-21BC-58755CAB5CA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333307" y="4106627"/>
                  <a:ext cx="127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B18AB61-004C-6515-A244-490CE37F65EA}"/>
                    </a:ext>
                  </a:extLst>
                </p14:cNvPr>
                <p14:cNvContentPartPr/>
                <p14:nvPr/>
              </p14:nvContentPartPr>
              <p14:xfrm>
                <a:off x="10579907" y="4119227"/>
                <a:ext cx="121320" cy="139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B18AB61-004C-6515-A244-490CE37F65E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575587" y="4114907"/>
                  <a:ext cx="129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CD90BF3-4FD1-04D4-5451-CD2C8515A5E4}"/>
                    </a:ext>
                  </a:extLst>
                </p14:cNvPr>
                <p14:cNvContentPartPr/>
                <p14:nvPr/>
              </p14:nvContentPartPr>
              <p14:xfrm>
                <a:off x="9464267" y="4104467"/>
                <a:ext cx="131040" cy="982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CD90BF3-4FD1-04D4-5451-CD2C8515A5E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59947" y="4100147"/>
                  <a:ext cx="139680" cy="10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583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E0CF-F46E-A514-B664-7DAC7F7B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6EE31D-1372-6553-5B13-1E7F5FCBFCA9}"/>
                  </a:ext>
                </a:extLst>
              </p14:cNvPr>
              <p14:cNvContentPartPr/>
              <p14:nvPr/>
            </p14:nvContentPartPr>
            <p14:xfrm>
              <a:off x="10423507" y="1672641"/>
              <a:ext cx="1080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6EE31D-1372-6553-5B13-1E7F5FCBFC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19187" y="1668321"/>
                <a:ext cx="1944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6415F2-DD09-0D97-9215-C6CB6EE393C9}"/>
                  </a:ext>
                </a:extLst>
              </p14:cNvPr>
              <p14:cNvContentPartPr/>
              <p14:nvPr/>
            </p14:nvContentPartPr>
            <p14:xfrm>
              <a:off x="8870827" y="490041"/>
              <a:ext cx="90000" cy="13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6415F2-DD09-0D97-9215-C6CB6EE393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6507" y="485721"/>
                <a:ext cx="98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B83725-4B3A-2053-7BC3-591BE30F205E}"/>
                  </a:ext>
                </a:extLst>
              </p14:cNvPr>
              <p14:cNvContentPartPr/>
              <p14:nvPr/>
            </p14:nvContentPartPr>
            <p14:xfrm>
              <a:off x="9042907" y="495441"/>
              <a:ext cx="113760" cy="9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B83725-4B3A-2053-7BC3-591BE30F20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8587" y="491121"/>
                <a:ext cx="1224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05FD28-1C89-7B35-D4D4-24B052A062B2}"/>
                  </a:ext>
                </a:extLst>
              </p14:cNvPr>
              <p14:cNvContentPartPr/>
              <p14:nvPr/>
            </p14:nvContentPartPr>
            <p14:xfrm>
              <a:off x="9212467" y="468441"/>
              <a:ext cx="95040" cy="7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05FD28-1C89-7B35-D4D4-24B052A062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8147" y="464121"/>
                <a:ext cx="1036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579D6C-3B6F-53E5-9709-1EED1197207A}"/>
                  </a:ext>
                </a:extLst>
              </p14:cNvPr>
              <p14:cNvContentPartPr/>
              <p14:nvPr/>
            </p14:nvContentPartPr>
            <p14:xfrm>
              <a:off x="9412987" y="346761"/>
              <a:ext cx="43920" cy="18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579D6C-3B6F-53E5-9709-1EED119720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08667" y="342441"/>
                <a:ext cx="525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2072F6-55BD-8673-BD0D-075C0C534078}"/>
                  </a:ext>
                </a:extLst>
              </p14:cNvPr>
              <p14:cNvContentPartPr/>
              <p14:nvPr/>
            </p14:nvContentPartPr>
            <p14:xfrm>
              <a:off x="9400747" y="450441"/>
              <a:ext cx="121680" cy="20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2072F6-55BD-8673-BD0D-075C0C5340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96427" y="446121"/>
                <a:ext cx="130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6C114B-566C-7880-4A54-1BB9E6F1EFFA}"/>
                  </a:ext>
                </a:extLst>
              </p14:cNvPr>
              <p14:cNvContentPartPr/>
              <p14:nvPr/>
            </p14:nvContentPartPr>
            <p14:xfrm>
              <a:off x="9663187" y="430281"/>
              <a:ext cx="129960" cy="315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6C114B-566C-7880-4A54-1BB9E6F1EF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58867" y="425961"/>
                <a:ext cx="1386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8B4669-3A1A-C58E-6004-8D41201B2F95}"/>
                  </a:ext>
                </a:extLst>
              </p14:cNvPr>
              <p14:cNvContentPartPr/>
              <p14:nvPr/>
            </p14:nvContentPartPr>
            <p14:xfrm>
              <a:off x="9612427" y="717201"/>
              <a:ext cx="133920" cy="7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8B4669-3A1A-C58E-6004-8D41201B2F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08107" y="712881"/>
                <a:ext cx="142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DE3AE6F-CD69-9757-2B2D-B102A18B21AF}"/>
                  </a:ext>
                </a:extLst>
              </p14:cNvPr>
              <p14:cNvContentPartPr/>
              <p14:nvPr/>
            </p14:nvContentPartPr>
            <p14:xfrm>
              <a:off x="9731227" y="709281"/>
              <a:ext cx="67320" cy="93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DE3AE6F-CD69-9757-2B2D-B102A18B21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26907" y="704961"/>
                <a:ext cx="759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B2F338-0DFE-3ACE-EFA8-3F6058C43F68}"/>
                  </a:ext>
                </a:extLst>
              </p14:cNvPr>
              <p14:cNvContentPartPr/>
              <p14:nvPr/>
            </p14:nvContentPartPr>
            <p14:xfrm>
              <a:off x="9453667" y="816561"/>
              <a:ext cx="454680" cy="357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B2F338-0DFE-3ACE-EFA8-3F6058C43F6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9347" y="812241"/>
                <a:ext cx="4633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F8D5D8-2B09-AA8B-5839-F6B203468104}"/>
                  </a:ext>
                </a:extLst>
              </p14:cNvPr>
              <p14:cNvContentPartPr/>
              <p14:nvPr/>
            </p14:nvContentPartPr>
            <p14:xfrm>
              <a:off x="9655267" y="912681"/>
              <a:ext cx="141840" cy="198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F8D5D8-2B09-AA8B-5839-F6B2034681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50947" y="908361"/>
                <a:ext cx="150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1BC88-F220-151C-88A1-5219D9EDF8E0}"/>
                  </a:ext>
                </a:extLst>
              </p14:cNvPr>
              <p14:cNvContentPartPr/>
              <p14:nvPr/>
            </p14:nvContentPartPr>
            <p14:xfrm>
              <a:off x="9864067" y="1120041"/>
              <a:ext cx="244440" cy="250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1BC88-F220-151C-88A1-5219D9EDF8E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59747" y="1115721"/>
                <a:ext cx="253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6560C4-48B0-A33F-0A3A-DB5E5A478B7E}"/>
                  </a:ext>
                </a:extLst>
              </p14:cNvPr>
              <p14:cNvContentPartPr/>
              <p14:nvPr/>
            </p14:nvContentPartPr>
            <p14:xfrm>
              <a:off x="10065307" y="1305441"/>
              <a:ext cx="99360" cy="126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6560C4-48B0-A33F-0A3A-DB5E5A478B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60987" y="1301121"/>
                <a:ext cx="108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3B9FD61-441B-2DAB-DDB5-BBAB577C351D}"/>
                  </a:ext>
                </a:extLst>
              </p14:cNvPr>
              <p14:cNvContentPartPr/>
              <p14:nvPr/>
            </p14:nvContentPartPr>
            <p14:xfrm>
              <a:off x="10130827" y="1378521"/>
              <a:ext cx="369000" cy="29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3B9FD61-441B-2DAB-DDB5-BBAB577C35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26507" y="1374201"/>
                <a:ext cx="3776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1D0052-5DB1-E123-D5A8-3F0A00DDFCAB}"/>
                  </a:ext>
                </a:extLst>
              </p14:cNvPr>
              <p14:cNvContentPartPr/>
              <p14:nvPr/>
            </p14:nvContentPartPr>
            <p14:xfrm>
              <a:off x="10242067" y="1441521"/>
              <a:ext cx="121320" cy="204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1D0052-5DB1-E123-D5A8-3F0A00DDFC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37747" y="1437201"/>
                <a:ext cx="129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5215AD3-27D1-B1C4-DE56-B1560243C517}"/>
                  </a:ext>
                </a:extLst>
              </p14:cNvPr>
              <p14:cNvContentPartPr/>
              <p14:nvPr/>
            </p14:nvContentPartPr>
            <p14:xfrm>
              <a:off x="10270507" y="1525761"/>
              <a:ext cx="142200" cy="1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5215AD3-27D1-B1C4-DE56-B1560243C5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66187" y="1521441"/>
                <a:ext cx="1508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C2DEDB-E119-1292-AB21-9FDFEC02008A}"/>
                  </a:ext>
                </a:extLst>
              </p14:cNvPr>
              <p14:cNvContentPartPr/>
              <p14:nvPr/>
            </p14:nvContentPartPr>
            <p14:xfrm>
              <a:off x="9186547" y="1170081"/>
              <a:ext cx="361440" cy="298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C2DEDB-E119-1292-AB21-9FDFEC02008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82227" y="1165761"/>
                <a:ext cx="3700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D72102-1906-B525-96F1-F5D8549E4EB2}"/>
                  </a:ext>
                </a:extLst>
              </p14:cNvPr>
              <p14:cNvContentPartPr/>
              <p14:nvPr/>
            </p14:nvContentPartPr>
            <p14:xfrm>
              <a:off x="9147667" y="1361961"/>
              <a:ext cx="155160" cy="178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D72102-1906-B525-96F1-F5D8549E4EB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143347" y="1357641"/>
                <a:ext cx="163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88CC9F-DCB3-19B1-9673-0CBC5F56E82C}"/>
                  </a:ext>
                </a:extLst>
              </p14:cNvPr>
              <p14:cNvContentPartPr/>
              <p14:nvPr/>
            </p14:nvContentPartPr>
            <p14:xfrm>
              <a:off x="8885587" y="1513161"/>
              <a:ext cx="374760" cy="29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88CC9F-DCB3-19B1-9673-0CBC5F56E82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81267" y="1508841"/>
                <a:ext cx="383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7BAB073-5275-3A3E-D0CE-BCBE52B3DCC5}"/>
                  </a:ext>
                </a:extLst>
              </p14:cNvPr>
              <p14:cNvContentPartPr/>
              <p14:nvPr/>
            </p14:nvContentPartPr>
            <p14:xfrm>
              <a:off x="9020227" y="1603521"/>
              <a:ext cx="136800" cy="102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7BAB073-5275-3A3E-D0CE-BCBE52B3DCC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15907" y="1599201"/>
                <a:ext cx="1454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6387D8C-2936-8DF6-0A97-91FFF380D09A}"/>
                  </a:ext>
                </a:extLst>
              </p14:cNvPr>
              <p14:cNvContentPartPr/>
              <p14:nvPr/>
            </p14:nvContentPartPr>
            <p14:xfrm>
              <a:off x="9070987" y="1631241"/>
              <a:ext cx="47880" cy="145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387D8C-2936-8DF6-0A97-91FFF380D09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66667" y="1626921"/>
                <a:ext cx="56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0070D11-8953-1F4D-AC82-3EAD8E477D3F}"/>
                  </a:ext>
                </a:extLst>
              </p14:cNvPr>
              <p14:cNvContentPartPr/>
              <p14:nvPr/>
            </p14:nvContentPartPr>
            <p14:xfrm>
              <a:off x="10393267" y="1645641"/>
              <a:ext cx="370080" cy="291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0070D11-8953-1F4D-AC82-3EAD8E477D3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88947" y="1641321"/>
                <a:ext cx="378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17E62A1-496A-3DEB-73CF-870A3E9EC10D}"/>
                  </a:ext>
                </a:extLst>
              </p14:cNvPr>
              <p14:cNvContentPartPr/>
              <p14:nvPr/>
            </p14:nvContentPartPr>
            <p14:xfrm>
              <a:off x="10676947" y="1863081"/>
              <a:ext cx="158400" cy="168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17E62A1-496A-3DEB-73CF-870A3E9EC10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72627" y="1858761"/>
                <a:ext cx="1670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0455436-7EB1-7131-39EC-E85EE6205BD1}"/>
                  </a:ext>
                </a:extLst>
              </p14:cNvPr>
              <p14:cNvContentPartPr/>
              <p14:nvPr/>
            </p14:nvContentPartPr>
            <p14:xfrm>
              <a:off x="10720147" y="1975401"/>
              <a:ext cx="422640" cy="342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0455436-7EB1-7131-39EC-E85EE6205BD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15827" y="1971081"/>
                <a:ext cx="4312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68E3D06-0E1C-D0FC-177D-62F2358F994F}"/>
                  </a:ext>
                </a:extLst>
              </p14:cNvPr>
              <p14:cNvContentPartPr/>
              <p14:nvPr/>
            </p14:nvContentPartPr>
            <p14:xfrm>
              <a:off x="10808347" y="2056761"/>
              <a:ext cx="129600" cy="232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68E3D06-0E1C-D0FC-177D-62F2358F994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04027" y="2052441"/>
                <a:ext cx="1382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36C19CD-FC17-0762-B1D2-145299C02A5A}"/>
                  </a:ext>
                </a:extLst>
              </p14:cNvPr>
              <p14:cNvContentPartPr/>
              <p14:nvPr/>
            </p14:nvContentPartPr>
            <p14:xfrm>
              <a:off x="11084107" y="2250801"/>
              <a:ext cx="207720" cy="38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36C19CD-FC17-0762-B1D2-145299C02A5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79787" y="2246481"/>
                <a:ext cx="21636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212682E-0AE7-0A52-C3D3-0905BCEE802F}"/>
                  </a:ext>
                </a:extLst>
              </p14:cNvPr>
              <p14:cNvContentPartPr/>
              <p14:nvPr/>
            </p14:nvContentPartPr>
            <p14:xfrm>
              <a:off x="11244667" y="2551401"/>
              <a:ext cx="159120" cy="147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212682E-0AE7-0A52-C3D3-0905BCEE802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40347" y="2547081"/>
                <a:ext cx="167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4C294A1-22B4-8C28-A5A7-2C4B816DF11B}"/>
                  </a:ext>
                </a:extLst>
              </p14:cNvPr>
              <p14:cNvContentPartPr/>
              <p14:nvPr/>
            </p14:nvContentPartPr>
            <p14:xfrm>
              <a:off x="11341507" y="2560934"/>
              <a:ext cx="507960" cy="427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4C294A1-22B4-8C28-A5A7-2C4B816DF11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32867" y="2551934"/>
                <a:ext cx="5256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D676EE-05C2-39C4-C10D-78C2480ED1D9}"/>
                  </a:ext>
                </a:extLst>
              </p14:cNvPr>
              <p14:cNvContentPartPr/>
              <p14:nvPr/>
            </p14:nvContentPartPr>
            <p14:xfrm>
              <a:off x="11535547" y="2727614"/>
              <a:ext cx="26640" cy="171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D676EE-05C2-39C4-C10D-78C2480ED1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526547" y="2718614"/>
                <a:ext cx="442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3E6CB8F-104F-C904-E55A-9C02D403F979}"/>
                  </a:ext>
                </a:extLst>
              </p14:cNvPr>
              <p14:cNvContentPartPr/>
              <p14:nvPr/>
            </p14:nvContentPartPr>
            <p14:xfrm>
              <a:off x="11603227" y="2735174"/>
              <a:ext cx="108360" cy="152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3E6CB8F-104F-C904-E55A-9C02D403F97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94227" y="2726534"/>
                <a:ext cx="126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A14D3D0-81E1-6E95-9DBC-8FB8462F95E7}"/>
                  </a:ext>
                </a:extLst>
              </p14:cNvPr>
              <p14:cNvContentPartPr/>
              <p14:nvPr/>
            </p14:nvContentPartPr>
            <p14:xfrm>
              <a:off x="8754547" y="1789454"/>
              <a:ext cx="198000" cy="251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A14D3D0-81E1-6E95-9DBC-8FB8462F95E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745547" y="1780454"/>
                <a:ext cx="2156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37C1992-AD03-5973-DD04-24454A0C1C1F}"/>
                  </a:ext>
                </a:extLst>
              </p14:cNvPr>
              <p14:cNvContentPartPr/>
              <p14:nvPr/>
            </p14:nvContentPartPr>
            <p14:xfrm>
              <a:off x="8647627" y="2029934"/>
              <a:ext cx="144360" cy="100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37C1992-AD03-5973-DD04-24454A0C1C1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38987" y="2021294"/>
                <a:ext cx="162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C62194B-1F33-FD9D-0271-B88E74FF5766}"/>
                  </a:ext>
                </a:extLst>
              </p14:cNvPr>
              <p14:cNvContentPartPr/>
              <p14:nvPr/>
            </p14:nvContentPartPr>
            <p14:xfrm>
              <a:off x="8404267" y="2179694"/>
              <a:ext cx="126720" cy="203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C62194B-1F33-FD9D-0271-B88E74FF57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95627" y="2171054"/>
                <a:ext cx="1443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972D50-419A-A61E-72F1-48D9BFBCB04B}"/>
                  </a:ext>
                </a:extLst>
              </p14:cNvPr>
              <p14:cNvContentPartPr/>
              <p14:nvPr/>
            </p14:nvContentPartPr>
            <p14:xfrm>
              <a:off x="8214907" y="2068454"/>
              <a:ext cx="582480" cy="465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972D50-419A-A61E-72F1-48D9BFBCB0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05907" y="2059454"/>
                <a:ext cx="6001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6845E1D-D223-1506-DD88-AC9DA2AC69DA}"/>
                  </a:ext>
                </a:extLst>
              </p14:cNvPr>
              <p14:cNvContentPartPr/>
              <p14:nvPr/>
            </p14:nvContentPartPr>
            <p14:xfrm>
              <a:off x="8075587" y="2531414"/>
              <a:ext cx="238680" cy="308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6845E1D-D223-1506-DD88-AC9DA2AC69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66587" y="2522774"/>
                <a:ext cx="2563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5482ABD-0A7C-8AE3-793B-AD61DF007EF0}"/>
                  </a:ext>
                </a:extLst>
              </p14:cNvPr>
              <p14:cNvContentPartPr/>
              <p14:nvPr/>
            </p14:nvContentPartPr>
            <p14:xfrm>
              <a:off x="8014747" y="2770454"/>
              <a:ext cx="185040" cy="10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5482ABD-0A7C-8AE3-793B-AD61DF007E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05747" y="2761454"/>
                <a:ext cx="2026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16DFC5C-FC4A-8264-0A0D-6BAA175408DF}"/>
                  </a:ext>
                </a:extLst>
              </p14:cNvPr>
              <p14:cNvContentPartPr/>
              <p14:nvPr/>
            </p14:nvContentPartPr>
            <p14:xfrm>
              <a:off x="7704427" y="2837774"/>
              <a:ext cx="565200" cy="455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16DFC5C-FC4A-8264-0A0D-6BAA175408D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5787" y="2829134"/>
                <a:ext cx="58284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CC4A3BE-F555-C269-2231-095019CC8703}"/>
                  </a:ext>
                </a:extLst>
              </p14:cNvPr>
              <p14:cNvContentPartPr/>
              <p14:nvPr/>
            </p14:nvContentPartPr>
            <p14:xfrm>
              <a:off x="7958947" y="3024974"/>
              <a:ext cx="44640" cy="139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CC4A3BE-F555-C269-2231-095019CC870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49947" y="3015974"/>
                <a:ext cx="622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22122A3-4F64-FEA3-3D84-B2B663C1200E}"/>
                  </a:ext>
                </a:extLst>
              </p14:cNvPr>
              <p14:cNvContentPartPr/>
              <p14:nvPr/>
            </p14:nvContentPartPr>
            <p14:xfrm>
              <a:off x="10526107" y="2320814"/>
              <a:ext cx="231480" cy="355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22122A3-4F64-FEA3-3D84-B2B663C120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517467" y="2311814"/>
                <a:ext cx="2491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82DDEAD-B452-D840-7BD9-3C4A1CA377C2}"/>
                  </a:ext>
                </a:extLst>
              </p14:cNvPr>
              <p14:cNvContentPartPr/>
              <p14:nvPr/>
            </p14:nvContentPartPr>
            <p14:xfrm>
              <a:off x="10386067" y="2622494"/>
              <a:ext cx="169200" cy="167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82DDEAD-B452-D840-7BD9-3C4A1CA377C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77067" y="2613494"/>
                <a:ext cx="186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D577A09-747A-7348-AB3C-F47B4900BA0C}"/>
                  </a:ext>
                </a:extLst>
              </p14:cNvPr>
              <p14:cNvContentPartPr/>
              <p14:nvPr/>
            </p14:nvContentPartPr>
            <p14:xfrm>
              <a:off x="10253587" y="2974934"/>
              <a:ext cx="153720" cy="245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D577A09-747A-7348-AB3C-F47B4900BA0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44587" y="2966294"/>
                <a:ext cx="1713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EA51EED-E315-72B7-A039-8FFA9017889C}"/>
                  </a:ext>
                </a:extLst>
              </p14:cNvPr>
              <p14:cNvContentPartPr/>
              <p14:nvPr/>
            </p14:nvContentPartPr>
            <p14:xfrm>
              <a:off x="10085467" y="2815454"/>
              <a:ext cx="571320" cy="499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EA51EED-E315-72B7-A039-8FFA9017889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76467" y="2806454"/>
                <a:ext cx="5889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8466EA2-8123-F4E5-B037-A1D652F382E3}"/>
                  </a:ext>
                </a:extLst>
              </p14:cNvPr>
              <p14:cNvContentPartPr/>
              <p14:nvPr/>
            </p14:nvContentPartPr>
            <p14:xfrm>
              <a:off x="10017067" y="805934"/>
              <a:ext cx="164880" cy="196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8466EA2-8123-F4E5-B037-A1D652F382E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12747" y="801614"/>
                <a:ext cx="173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CD6CC7A-5322-C0D4-2FF6-1DAB798AC044}"/>
                  </a:ext>
                </a:extLst>
              </p14:cNvPr>
              <p14:cNvContentPartPr/>
              <p14:nvPr/>
            </p14:nvContentPartPr>
            <p14:xfrm>
              <a:off x="9344227" y="1584614"/>
              <a:ext cx="159840" cy="196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CD6CC7A-5322-C0D4-2FF6-1DAB798AC04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39907" y="1580294"/>
                <a:ext cx="168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B0B83D4-AB41-6E95-E728-FC95A63B5B68}"/>
                  </a:ext>
                </a:extLst>
              </p14:cNvPr>
              <p14:cNvContentPartPr/>
              <p14:nvPr/>
            </p14:nvContentPartPr>
            <p14:xfrm>
              <a:off x="8854267" y="2150894"/>
              <a:ext cx="160560" cy="228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B0B83D4-AB41-6E95-E728-FC95A63B5B6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849947" y="2146574"/>
                <a:ext cx="169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164ADFF-D388-B436-3BDB-0B10942049C1}"/>
                  </a:ext>
                </a:extLst>
              </p14:cNvPr>
              <p14:cNvContentPartPr/>
              <p14:nvPr/>
            </p14:nvContentPartPr>
            <p14:xfrm>
              <a:off x="8322187" y="2893214"/>
              <a:ext cx="184680" cy="230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164ADFF-D388-B436-3BDB-0B10942049C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17867" y="2888894"/>
                <a:ext cx="193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9ABC088-9B52-A771-60A1-5F3CB9774838}"/>
                  </a:ext>
                </a:extLst>
              </p14:cNvPr>
              <p14:cNvContentPartPr/>
              <p14:nvPr/>
            </p14:nvContentPartPr>
            <p14:xfrm>
              <a:off x="8572387" y="2852174"/>
              <a:ext cx="241920" cy="236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9ABC088-9B52-A771-60A1-5F3CB977483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68067" y="2847854"/>
                <a:ext cx="2505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04CA3F-E11B-DEC1-EF99-A106B236F36C}"/>
                  </a:ext>
                </a:extLst>
              </p14:cNvPr>
              <p14:cNvContentPartPr/>
              <p14:nvPr/>
            </p14:nvContentPartPr>
            <p14:xfrm>
              <a:off x="8862547" y="2824094"/>
              <a:ext cx="217440" cy="277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04CA3F-E11B-DEC1-EF99-A106B236F36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58227" y="2819774"/>
                <a:ext cx="2260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E3C0A1C-8C06-2AEE-9E57-6264C113597C}"/>
                  </a:ext>
                </a:extLst>
              </p14:cNvPr>
              <p14:cNvContentPartPr/>
              <p14:nvPr/>
            </p14:nvContentPartPr>
            <p14:xfrm>
              <a:off x="9073867" y="2189054"/>
              <a:ext cx="48240" cy="216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E3C0A1C-8C06-2AEE-9E57-6264C113597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069547" y="2184734"/>
                <a:ext cx="56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6316FDA-6A27-2E60-30F4-7642C66CC3CE}"/>
                  </a:ext>
                </a:extLst>
              </p14:cNvPr>
              <p14:cNvContentPartPr/>
              <p14:nvPr/>
            </p14:nvContentPartPr>
            <p14:xfrm>
              <a:off x="9106627" y="2179334"/>
              <a:ext cx="170640" cy="211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6316FDA-6A27-2E60-30F4-7642C66CC3C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02307" y="2175014"/>
                <a:ext cx="179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9729CF6-9B16-774C-878A-EAB30E7F9BA4}"/>
                  </a:ext>
                </a:extLst>
              </p14:cNvPr>
              <p14:cNvContentPartPr/>
              <p14:nvPr/>
            </p14:nvContentPartPr>
            <p14:xfrm>
              <a:off x="9316867" y="2159174"/>
              <a:ext cx="191520" cy="280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9729CF6-9B16-774C-878A-EAB30E7F9BA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312547" y="2154854"/>
                <a:ext cx="200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DA2896-2903-D45A-BE20-0C29A1411973}"/>
                  </a:ext>
                </a:extLst>
              </p14:cNvPr>
              <p14:cNvContentPartPr/>
              <p14:nvPr/>
            </p14:nvContentPartPr>
            <p14:xfrm>
              <a:off x="7700827" y="1581014"/>
              <a:ext cx="8640" cy="29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DA2896-2903-D45A-BE20-0C29A141197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96507" y="1576694"/>
                <a:ext cx="172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A02DE81B-1C4A-A53F-6BC4-E7DD5D7D479E}"/>
              </a:ext>
            </a:extLst>
          </p:cNvPr>
          <p:cNvGrpSpPr/>
          <p:nvPr/>
        </p:nvGrpSpPr>
        <p:grpSpPr>
          <a:xfrm>
            <a:off x="647867" y="257840"/>
            <a:ext cx="2857320" cy="1717920"/>
            <a:chOff x="647867" y="257840"/>
            <a:chExt cx="2857320" cy="171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2723C4-EEB8-F3F4-4382-9AE9C094C2E0}"/>
                    </a:ext>
                  </a:extLst>
                </p14:cNvPr>
                <p14:cNvContentPartPr/>
                <p14:nvPr/>
              </p14:nvContentPartPr>
              <p14:xfrm>
                <a:off x="647867" y="403280"/>
                <a:ext cx="101160" cy="14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2723C4-EEB8-F3F4-4382-9AE9C094C2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9227" y="394280"/>
                  <a:ext cx="11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78C669-AFBA-0103-593B-18F7D72D0DE1}"/>
                    </a:ext>
                  </a:extLst>
                </p14:cNvPr>
                <p14:cNvContentPartPr/>
                <p14:nvPr/>
              </p14:nvContentPartPr>
              <p14:xfrm>
                <a:off x="829667" y="414080"/>
                <a:ext cx="99360" cy="81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78C669-AFBA-0103-593B-18F7D72D0DE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0667" y="405080"/>
                  <a:ext cx="117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6CD65D-71B5-BED3-9461-017633E702E7}"/>
                    </a:ext>
                  </a:extLst>
                </p14:cNvPr>
                <p14:cNvContentPartPr/>
                <p14:nvPr/>
              </p14:nvContentPartPr>
              <p14:xfrm>
                <a:off x="971147" y="393560"/>
                <a:ext cx="75960" cy="84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6CD65D-71B5-BED3-9461-017633E702E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2147" y="384920"/>
                  <a:ext cx="93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38B080E-0EE0-C0B1-780C-6901DCE1F292}"/>
                    </a:ext>
                  </a:extLst>
                </p14:cNvPr>
                <p14:cNvContentPartPr/>
                <p14:nvPr/>
              </p14:nvContentPartPr>
              <p14:xfrm>
                <a:off x="1144667" y="297800"/>
                <a:ext cx="65160" cy="217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38B080E-0EE0-C0B1-780C-6901DCE1F29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5667" y="288800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2F2D78-E395-8EE6-21AF-E6416D985B1F}"/>
                    </a:ext>
                  </a:extLst>
                </p14:cNvPr>
                <p14:cNvContentPartPr/>
                <p14:nvPr/>
              </p14:nvContentPartPr>
              <p14:xfrm>
                <a:off x="1090667" y="410480"/>
                <a:ext cx="16740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2F2D78-E395-8EE6-21AF-E6416D985B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1667" y="401840"/>
                  <a:ext cx="185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E65FC22-C771-37E5-B3E4-7639A517E59E}"/>
                    </a:ext>
                  </a:extLst>
                </p14:cNvPr>
                <p14:cNvContentPartPr/>
                <p14:nvPr/>
              </p14:nvContentPartPr>
              <p14:xfrm>
                <a:off x="1466147" y="283400"/>
                <a:ext cx="13320" cy="220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E65FC22-C771-37E5-B3E4-7639A517E5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7147" y="274760"/>
                  <a:ext cx="30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3BB1F1-02BD-3C90-8027-B0B73CD8FCB5}"/>
                    </a:ext>
                  </a:extLst>
                </p14:cNvPr>
                <p14:cNvContentPartPr/>
                <p14:nvPr/>
              </p14:nvContentPartPr>
              <p14:xfrm>
                <a:off x="1460027" y="257840"/>
                <a:ext cx="589680" cy="266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3BB1F1-02BD-3C90-8027-B0B73CD8FCB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51027" y="248840"/>
                  <a:ext cx="6073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8285298-E404-E506-3202-7438FEA6EF0E}"/>
                    </a:ext>
                  </a:extLst>
                </p14:cNvPr>
                <p14:cNvContentPartPr/>
                <p14:nvPr/>
              </p14:nvContentPartPr>
              <p14:xfrm>
                <a:off x="1746587" y="393920"/>
                <a:ext cx="999720" cy="677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8285298-E404-E506-3202-7438FEA6EF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37947" y="385280"/>
                  <a:ext cx="101736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BF3E38-200A-305B-4B3F-4FF03228F8EA}"/>
                    </a:ext>
                  </a:extLst>
                </p14:cNvPr>
                <p14:cNvContentPartPr/>
                <p14:nvPr/>
              </p14:nvContentPartPr>
              <p14:xfrm>
                <a:off x="2515907" y="973520"/>
                <a:ext cx="10116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BF3E38-200A-305B-4B3F-4FF03228F8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06907" y="964520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8C66274-AA70-0946-BEAF-015E8D42F325}"/>
                    </a:ext>
                  </a:extLst>
                </p14:cNvPr>
                <p14:cNvContentPartPr/>
                <p14:nvPr/>
              </p14:nvContentPartPr>
              <p14:xfrm>
                <a:off x="2576387" y="956960"/>
                <a:ext cx="18432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8C66274-AA70-0946-BEAF-015E8D42F32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67387" y="948320"/>
                  <a:ext cx="201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688871-A438-1A1B-E52D-4C606C9688A4}"/>
                    </a:ext>
                  </a:extLst>
                </p14:cNvPr>
                <p14:cNvContentPartPr/>
                <p14:nvPr/>
              </p14:nvContentPartPr>
              <p14:xfrm>
                <a:off x="2052947" y="1223360"/>
                <a:ext cx="14400" cy="75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688871-A438-1A1B-E52D-4C606C9688A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44307" y="1214360"/>
                  <a:ext cx="320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45EB27-2ECC-5E98-94B4-D6A8B938617B}"/>
                    </a:ext>
                  </a:extLst>
                </p14:cNvPr>
                <p14:cNvContentPartPr/>
                <p14:nvPr/>
              </p14:nvContentPartPr>
              <p14:xfrm>
                <a:off x="1961507" y="1121840"/>
                <a:ext cx="1543680" cy="77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45EB27-2ECC-5E98-94B4-D6A8B93861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52507" y="1113200"/>
                  <a:ext cx="156132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1D94285-C1C8-9775-2123-11AE3BC4A7D0}"/>
                    </a:ext>
                  </a:extLst>
                </p14:cNvPr>
                <p14:cNvContentPartPr/>
                <p14:nvPr/>
              </p14:nvContentPartPr>
              <p14:xfrm>
                <a:off x="2032067" y="1469960"/>
                <a:ext cx="1398960" cy="72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1D94285-C1C8-9775-2123-11AE3BC4A7D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23427" y="1461320"/>
                  <a:ext cx="1416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84E25C-D463-801B-AB84-39D0663D8854}"/>
                    </a:ext>
                  </a:extLst>
                </p14:cNvPr>
                <p14:cNvContentPartPr/>
                <p14:nvPr/>
              </p14:nvContentPartPr>
              <p14:xfrm>
                <a:off x="2641907" y="1505960"/>
                <a:ext cx="34200" cy="462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84E25C-D463-801B-AB84-39D0663D885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33267" y="1496960"/>
                  <a:ext cx="518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7BED2D-0F4A-2E1D-CC0A-840E72D8ACE0}"/>
                    </a:ext>
                  </a:extLst>
                </p14:cNvPr>
                <p14:cNvContentPartPr/>
                <p14:nvPr/>
              </p14:nvContentPartPr>
              <p14:xfrm>
                <a:off x="2575667" y="1201400"/>
                <a:ext cx="145080" cy="243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7BED2D-0F4A-2E1D-CC0A-840E72D8AC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67027" y="1192760"/>
                  <a:ext cx="16272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DE69681-18CA-E761-6B16-C4BC6DF9C5B1}"/>
              </a:ext>
            </a:extLst>
          </p:cNvPr>
          <p:cNvGrpSpPr/>
          <p:nvPr/>
        </p:nvGrpSpPr>
        <p:grpSpPr>
          <a:xfrm>
            <a:off x="7268267" y="5402240"/>
            <a:ext cx="176400" cy="21600"/>
            <a:chOff x="7268267" y="5402240"/>
            <a:chExt cx="176400" cy="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0623CE6-4FED-147A-E427-ED0C8905112D}"/>
                    </a:ext>
                  </a:extLst>
                </p14:cNvPr>
                <p14:cNvContentPartPr/>
                <p14:nvPr/>
              </p14:nvContentPartPr>
              <p14:xfrm>
                <a:off x="7413347" y="5402240"/>
                <a:ext cx="31320" cy="3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0623CE6-4FED-147A-E427-ED0C8905112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09027" y="5397920"/>
                  <a:ext cx="39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21878C-F960-EB06-B230-04980B57C0C6}"/>
                    </a:ext>
                  </a:extLst>
                </p14:cNvPr>
                <p14:cNvContentPartPr/>
                <p14:nvPr/>
              </p14:nvContentPartPr>
              <p14:xfrm>
                <a:off x="7268267" y="5418800"/>
                <a:ext cx="13320" cy="5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21878C-F960-EB06-B230-04980B57C0C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3947" y="5414480"/>
                  <a:ext cx="2196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032FEF5-18B0-E81D-591F-80C2A5A053CC}"/>
              </a:ext>
            </a:extLst>
          </p:cNvPr>
          <p:cNvGrpSpPr/>
          <p:nvPr/>
        </p:nvGrpSpPr>
        <p:grpSpPr>
          <a:xfrm>
            <a:off x="2839907" y="2800520"/>
            <a:ext cx="1362600" cy="1244880"/>
            <a:chOff x="2839907" y="2800520"/>
            <a:chExt cx="1362600" cy="12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6081FBB-B002-BA1B-A317-086FCF6A1D3D}"/>
                    </a:ext>
                  </a:extLst>
                </p14:cNvPr>
                <p14:cNvContentPartPr/>
                <p14:nvPr/>
              </p14:nvContentPartPr>
              <p14:xfrm>
                <a:off x="2884907" y="2802320"/>
                <a:ext cx="43560" cy="111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6081FBB-B002-BA1B-A317-086FCF6A1D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76267" y="2793680"/>
                  <a:ext cx="6120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250F0EF-23E3-739F-6696-28F8626C05A9}"/>
                    </a:ext>
                  </a:extLst>
                </p14:cNvPr>
                <p14:cNvContentPartPr/>
                <p14:nvPr/>
              </p14:nvContentPartPr>
              <p14:xfrm>
                <a:off x="2839907" y="2800520"/>
                <a:ext cx="1362600" cy="1244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250F0EF-23E3-739F-6696-28F8626C05A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31267" y="2791520"/>
                  <a:ext cx="1380240" cy="12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1DCA9B9-308F-D007-82B9-F11E4FB877E4}"/>
                    </a:ext>
                  </a:extLst>
                </p14:cNvPr>
                <p14:cNvContentPartPr/>
                <p14:nvPr/>
              </p14:nvContentPartPr>
              <p14:xfrm>
                <a:off x="2895347" y="3296600"/>
                <a:ext cx="1283040" cy="33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1DCA9B9-308F-D007-82B9-F11E4FB877E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86707" y="3287600"/>
                  <a:ext cx="1300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4DB74C7-8BD5-9691-56D9-558E98AD2C5A}"/>
                    </a:ext>
                  </a:extLst>
                </p14:cNvPr>
                <p14:cNvContentPartPr/>
                <p14:nvPr/>
              </p14:nvContentPartPr>
              <p14:xfrm>
                <a:off x="3512387" y="3330800"/>
                <a:ext cx="66960" cy="705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4DB74C7-8BD5-9691-56D9-558E98AD2C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03387" y="3322160"/>
                  <a:ext cx="846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A236B0-C412-3858-7A9E-22599C211A93}"/>
                    </a:ext>
                  </a:extLst>
                </p14:cNvPr>
                <p14:cNvContentPartPr/>
                <p14:nvPr/>
              </p14:nvContentPartPr>
              <p14:xfrm>
                <a:off x="3392147" y="2991680"/>
                <a:ext cx="200880" cy="253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A236B0-C412-3858-7A9E-22599C211A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83507" y="2983040"/>
                  <a:ext cx="218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CA1E19E-921F-0132-672A-7684F71F43C9}"/>
                    </a:ext>
                  </a:extLst>
                </p14:cNvPr>
                <p14:cNvContentPartPr/>
                <p14:nvPr/>
              </p14:nvContentPartPr>
              <p14:xfrm>
                <a:off x="3414827" y="3111560"/>
                <a:ext cx="250200" cy="20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CA1E19E-921F-0132-672A-7684F71F43C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05827" y="3102560"/>
                  <a:ext cx="267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92FF87-C04F-3DCF-0C98-1FE257C5AD74}"/>
                    </a:ext>
                  </a:extLst>
                </p14:cNvPr>
                <p14:cNvContentPartPr/>
                <p14:nvPr/>
              </p14:nvContentPartPr>
              <p14:xfrm>
                <a:off x="3163547" y="3591080"/>
                <a:ext cx="74160" cy="94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92FF87-C04F-3DCF-0C98-1FE257C5AD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54547" y="3582080"/>
                  <a:ext cx="9180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1C48FA-BFB2-8637-C6D3-CCAA6B662B39}"/>
              </a:ext>
            </a:extLst>
          </p:cNvPr>
          <p:cNvGrpSpPr/>
          <p:nvPr/>
        </p:nvGrpSpPr>
        <p:grpSpPr>
          <a:xfrm>
            <a:off x="2936027" y="1727000"/>
            <a:ext cx="603000" cy="1107000"/>
            <a:chOff x="2936027" y="1727000"/>
            <a:chExt cx="603000" cy="11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74222A-AD4D-7F5F-9054-C6963E95B6C4}"/>
                    </a:ext>
                  </a:extLst>
                </p14:cNvPr>
                <p14:cNvContentPartPr/>
                <p14:nvPr/>
              </p14:nvContentPartPr>
              <p14:xfrm>
                <a:off x="2936027" y="1727000"/>
                <a:ext cx="546840" cy="1071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74222A-AD4D-7F5F-9054-C6963E95B6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27387" y="1718000"/>
                  <a:ext cx="56448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ACD5E16-8577-9402-CAFB-34CBDAF5F1B9}"/>
                    </a:ext>
                  </a:extLst>
                </p14:cNvPr>
                <p14:cNvContentPartPr/>
                <p14:nvPr/>
              </p14:nvContentPartPr>
              <p14:xfrm>
                <a:off x="3377387" y="2711600"/>
                <a:ext cx="110880" cy="11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ACD5E16-8577-9402-CAFB-34CBDAF5F1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68747" y="2702960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740BAC-D2CC-D673-12C9-981111B8E7A9}"/>
                    </a:ext>
                  </a:extLst>
                </p14:cNvPr>
                <p14:cNvContentPartPr/>
                <p14:nvPr/>
              </p14:nvContentPartPr>
              <p14:xfrm>
                <a:off x="3467027" y="2682440"/>
                <a:ext cx="72000" cy="151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740BAC-D2CC-D673-12C9-981111B8E7A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58387" y="2673800"/>
                  <a:ext cx="8964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AA641C6-7BDA-0F30-EE28-E76FEEC7B902}"/>
                  </a:ext>
                </a:extLst>
              </p14:cNvPr>
              <p14:cNvContentPartPr/>
              <p14:nvPr/>
            </p14:nvContentPartPr>
            <p14:xfrm>
              <a:off x="1043867" y="5112440"/>
              <a:ext cx="109800" cy="925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AA641C6-7BDA-0F30-EE28-E76FEEC7B90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35227" y="5103440"/>
                <a:ext cx="127440" cy="1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FDF36A62-7E44-4A0D-893C-F74A67CF1712}"/>
              </a:ext>
            </a:extLst>
          </p:cNvPr>
          <p:cNvGrpSpPr/>
          <p:nvPr/>
        </p:nvGrpSpPr>
        <p:grpSpPr>
          <a:xfrm>
            <a:off x="-3013" y="1726280"/>
            <a:ext cx="2327040" cy="5132520"/>
            <a:chOff x="-3013" y="1726280"/>
            <a:chExt cx="2327040" cy="513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6DD4EE-5773-7A41-9765-6798DC52C596}"/>
                    </a:ext>
                  </a:extLst>
                </p14:cNvPr>
                <p14:cNvContentPartPr/>
                <p14:nvPr/>
              </p14:nvContentPartPr>
              <p14:xfrm>
                <a:off x="1579547" y="1726280"/>
                <a:ext cx="744480" cy="91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6DD4EE-5773-7A41-9765-6798DC52C59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70547" y="1717280"/>
                  <a:ext cx="76212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EB219E-1AB3-75E8-DC51-4B2B9528D475}"/>
                    </a:ext>
                  </a:extLst>
                </p14:cNvPr>
                <p14:cNvContentPartPr/>
                <p14:nvPr/>
              </p14:nvContentPartPr>
              <p14:xfrm>
                <a:off x="1519427" y="2504240"/>
                <a:ext cx="190800" cy="200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EB219E-1AB3-75E8-DC51-4B2B9528D47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10787" y="2495240"/>
                  <a:ext cx="208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0421BB8-88D2-0B9E-A8BE-A5339864CDB3}"/>
                    </a:ext>
                  </a:extLst>
                </p14:cNvPr>
                <p14:cNvContentPartPr/>
                <p14:nvPr/>
              </p14:nvContentPartPr>
              <p14:xfrm>
                <a:off x="734627" y="2939840"/>
                <a:ext cx="73080" cy="965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0421BB8-88D2-0B9E-A8BE-A5339864CDB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5987" y="2931200"/>
                  <a:ext cx="9072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27BAB38-2FFD-19D9-65EC-B9BB21EB8EFA}"/>
                    </a:ext>
                  </a:extLst>
                </p14:cNvPr>
                <p14:cNvContentPartPr/>
                <p14:nvPr/>
              </p14:nvContentPartPr>
              <p14:xfrm>
                <a:off x="705467" y="2789360"/>
                <a:ext cx="1574640" cy="1247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27BAB38-2FFD-19D9-65EC-B9BB21EB8E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6467" y="2780360"/>
                  <a:ext cx="1592280" cy="12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82DDF80-4F02-DF19-C106-81B12BA3E2BE}"/>
                    </a:ext>
                  </a:extLst>
                </p14:cNvPr>
                <p14:cNvContentPartPr/>
                <p14:nvPr/>
              </p14:nvContentPartPr>
              <p14:xfrm>
                <a:off x="679907" y="3348080"/>
                <a:ext cx="1518840" cy="55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82DDF80-4F02-DF19-C106-81B12BA3E2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1267" y="3339080"/>
                  <a:ext cx="1536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420CF6A-2318-578B-B3D7-E662688E245A}"/>
                    </a:ext>
                  </a:extLst>
                </p14:cNvPr>
                <p14:cNvContentPartPr/>
                <p14:nvPr/>
              </p14:nvContentPartPr>
              <p14:xfrm>
                <a:off x="1393787" y="2980520"/>
                <a:ext cx="227520" cy="147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420CF6A-2318-578B-B3D7-E662688E245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85147" y="2971520"/>
                  <a:ext cx="245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A8C1543-3E44-6658-604D-95E89304166A}"/>
                    </a:ext>
                  </a:extLst>
                </p14:cNvPr>
                <p14:cNvContentPartPr/>
                <p14:nvPr/>
              </p14:nvContentPartPr>
              <p14:xfrm>
                <a:off x="1526987" y="3051800"/>
                <a:ext cx="50760" cy="174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A8C1543-3E44-6658-604D-95E8930416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17987" y="3043160"/>
                  <a:ext cx="68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2310570-C8D2-68CB-7D5C-0B2DC9A39A69}"/>
                    </a:ext>
                  </a:extLst>
                </p14:cNvPr>
                <p14:cNvContentPartPr/>
                <p14:nvPr/>
              </p14:nvContentPartPr>
              <p14:xfrm>
                <a:off x="1325387" y="3377960"/>
                <a:ext cx="48240" cy="534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2310570-C8D2-68CB-7D5C-0B2DC9A39A6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16387" y="3369320"/>
                  <a:ext cx="658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BA4D64A-1D69-C55F-5EF3-67531835FB0B}"/>
                    </a:ext>
                  </a:extLst>
                </p14:cNvPr>
                <p14:cNvContentPartPr/>
                <p14:nvPr/>
              </p14:nvContentPartPr>
              <p14:xfrm>
                <a:off x="1703027" y="3587120"/>
                <a:ext cx="91080" cy="83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BA4D64A-1D69-C55F-5EF3-67531835FB0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94027" y="3578120"/>
                  <a:ext cx="108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8959604-3A8E-4E3C-5064-99D275174C13}"/>
                    </a:ext>
                  </a:extLst>
                </p14:cNvPr>
                <p14:cNvContentPartPr/>
                <p14:nvPr/>
              </p14:nvContentPartPr>
              <p14:xfrm>
                <a:off x="616907" y="3655520"/>
                <a:ext cx="426240" cy="608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8959604-3A8E-4E3C-5064-99D275174C1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7907" y="3646520"/>
                  <a:ext cx="44388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68F0159-E999-0F5D-308A-E63BD6DE0CF7}"/>
                    </a:ext>
                  </a:extLst>
                </p14:cNvPr>
                <p14:cNvContentPartPr/>
                <p14:nvPr/>
              </p14:nvContentPartPr>
              <p14:xfrm>
                <a:off x="538427" y="4102640"/>
                <a:ext cx="199800" cy="241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68F0159-E999-0F5D-308A-E63BD6DE0CF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9427" y="4093640"/>
                  <a:ext cx="217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A0C0A68-03B8-8265-98C9-9C3FAEAA205E}"/>
                    </a:ext>
                  </a:extLst>
                </p14:cNvPr>
                <p14:cNvContentPartPr/>
                <p14:nvPr/>
              </p14:nvContentPartPr>
              <p14:xfrm>
                <a:off x="31907" y="4538240"/>
                <a:ext cx="151920" cy="730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A0C0A68-03B8-8265-98C9-9C3FAEAA20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267" y="4529600"/>
                  <a:ext cx="1695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6A2B3B-B211-915D-B67A-05968335CEF6}"/>
                    </a:ext>
                  </a:extLst>
                </p14:cNvPr>
                <p14:cNvContentPartPr/>
                <p14:nvPr/>
              </p14:nvContentPartPr>
              <p14:xfrm>
                <a:off x="139187" y="4417640"/>
                <a:ext cx="1436400" cy="1048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6A2B3B-B211-915D-B67A-05968335CE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547" y="4409000"/>
                  <a:ext cx="145404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B693386-E1C7-8AFD-595B-8179C74FA96C}"/>
                    </a:ext>
                  </a:extLst>
                </p14:cNvPr>
                <p14:cNvContentPartPr/>
                <p14:nvPr/>
              </p14:nvContentPartPr>
              <p14:xfrm>
                <a:off x="134147" y="4895720"/>
                <a:ext cx="1360440" cy="59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B693386-E1C7-8AFD-595B-8179C74FA9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5507" y="4887080"/>
                  <a:ext cx="1378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1990E66-9EA1-BA06-6084-4D288A74734F}"/>
                    </a:ext>
                  </a:extLst>
                </p14:cNvPr>
                <p14:cNvContentPartPr/>
                <p14:nvPr/>
              </p14:nvContentPartPr>
              <p14:xfrm>
                <a:off x="668027" y="4931720"/>
                <a:ext cx="60840" cy="487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1990E66-9EA1-BA06-6084-4D288A7473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9027" y="4922720"/>
                  <a:ext cx="78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7AB0A7-4D4F-EDB1-D516-BA64701E9A46}"/>
                    </a:ext>
                  </a:extLst>
                </p14:cNvPr>
                <p14:cNvContentPartPr/>
                <p14:nvPr/>
              </p14:nvContentPartPr>
              <p14:xfrm>
                <a:off x="546347" y="4535720"/>
                <a:ext cx="166680" cy="160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7AB0A7-4D4F-EDB1-D516-BA64701E9A4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7707" y="4526720"/>
                  <a:ext cx="184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8D6BC8C-35A9-9228-796A-BA0B7120D221}"/>
                    </a:ext>
                  </a:extLst>
                </p14:cNvPr>
                <p14:cNvContentPartPr/>
                <p14:nvPr/>
              </p14:nvContentPartPr>
              <p14:xfrm>
                <a:off x="179147" y="5243480"/>
                <a:ext cx="253440" cy="670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8D6BC8C-35A9-9228-796A-BA0B7120D22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0147" y="5234480"/>
                  <a:ext cx="27108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351EF5E-0071-1860-585F-3901910B4360}"/>
                    </a:ext>
                  </a:extLst>
                </p14:cNvPr>
                <p14:cNvContentPartPr/>
                <p14:nvPr/>
              </p14:nvContentPartPr>
              <p14:xfrm>
                <a:off x="107147" y="5821280"/>
                <a:ext cx="41400" cy="199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351EF5E-0071-1860-585F-3901910B436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507" y="5812640"/>
                  <a:ext cx="59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DA659A7-247C-E475-3442-3746E3FF8E03}"/>
                    </a:ext>
                  </a:extLst>
                </p14:cNvPr>
                <p14:cNvContentPartPr/>
                <p14:nvPr/>
              </p14:nvContentPartPr>
              <p14:xfrm>
                <a:off x="215147" y="5868080"/>
                <a:ext cx="90720" cy="108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DA659A7-247C-E475-3442-3746E3FF8E0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6507" y="5859080"/>
                  <a:ext cx="108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588462A-BC01-AE4B-732E-F6083E81689F}"/>
                    </a:ext>
                  </a:extLst>
                </p14:cNvPr>
                <p14:cNvContentPartPr/>
                <p14:nvPr/>
              </p14:nvContentPartPr>
              <p14:xfrm>
                <a:off x="-3013" y="6126920"/>
                <a:ext cx="86400" cy="63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588462A-BC01-AE4B-732E-F6083E81689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-11653" y="6117920"/>
                  <a:ext cx="1040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5A2BE3D-F6F7-D32F-76A4-C2569596A42A}"/>
                    </a:ext>
                  </a:extLst>
                </p14:cNvPr>
                <p14:cNvContentPartPr/>
                <p14:nvPr/>
              </p14:nvContentPartPr>
              <p14:xfrm>
                <a:off x="68267" y="6048440"/>
                <a:ext cx="1213560" cy="810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5A2BE3D-F6F7-D32F-76A4-C2569596A42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267" y="6039800"/>
                  <a:ext cx="123120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3425B56-0E75-C21E-1A6E-74E454A1223F}"/>
                    </a:ext>
                  </a:extLst>
                </p14:cNvPr>
                <p14:cNvContentPartPr/>
                <p14:nvPr/>
              </p14:nvContentPartPr>
              <p14:xfrm>
                <a:off x="34067" y="6400533"/>
                <a:ext cx="1171080" cy="5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3425B56-0E75-C21E-1A6E-74E454A1223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427" y="6391533"/>
                  <a:ext cx="1188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7EEF89B-F5AA-3BC0-0F17-3DE2BA656F13}"/>
                    </a:ext>
                  </a:extLst>
                </p14:cNvPr>
                <p14:cNvContentPartPr/>
                <p14:nvPr/>
              </p14:nvContentPartPr>
              <p14:xfrm>
                <a:off x="537347" y="6458493"/>
                <a:ext cx="39600" cy="388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7EEF89B-F5AA-3BC0-0F17-3DE2BA656F1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8347" y="6449493"/>
                  <a:ext cx="57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E31CE74-84CF-9C5B-83C0-5EA9A1153630}"/>
                    </a:ext>
                  </a:extLst>
                </p14:cNvPr>
                <p14:cNvContentPartPr/>
                <p14:nvPr/>
              </p14:nvContentPartPr>
              <p14:xfrm>
                <a:off x="552827" y="6197493"/>
                <a:ext cx="6840" cy="147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E31CE74-84CF-9C5B-83C0-5EA9A11536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4187" y="6188493"/>
                  <a:ext cx="24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56939CC-518D-278E-DFA7-6BF1B7B9561D}"/>
                    </a:ext>
                  </a:extLst>
                </p14:cNvPr>
                <p14:cNvContentPartPr/>
                <p14:nvPr/>
              </p14:nvContentPartPr>
              <p14:xfrm>
                <a:off x="212987" y="6557853"/>
                <a:ext cx="69840" cy="91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56939CC-518D-278E-DFA7-6BF1B7B956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4347" y="6549213"/>
                  <a:ext cx="87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E1B2E4F-515B-8234-BDFD-F90792D1DEF0}"/>
                    </a:ext>
                  </a:extLst>
                </p14:cNvPr>
                <p14:cNvContentPartPr/>
                <p14:nvPr/>
              </p14:nvContentPartPr>
              <p14:xfrm>
                <a:off x="669107" y="6572973"/>
                <a:ext cx="106200" cy="7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E1B2E4F-515B-8234-BDFD-F90792D1DEF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0107" y="6563973"/>
                  <a:ext cx="12384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0BFBBD9A-0C2B-3EAA-FB97-5D09238FBCDB}"/>
                  </a:ext>
                </a:extLst>
              </p14:cNvPr>
              <p14:cNvContentPartPr/>
              <p14:nvPr/>
            </p14:nvContentPartPr>
            <p14:xfrm>
              <a:off x="3762947" y="3645453"/>
              <a:ext cx="27360" cy="298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0BFBBD9A-0C2B-3EAA-FB97-5D09238FBCD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753947" y="3636453"/>
                <a:ext cx="4500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E1DF1AA9-3952-CD7F-93E2-F530F78054AA}"/>
              </a:ext>
            </a:extLst>
          </p:cNvPr>
          <p:cNvGrpSpPr/>
          <p:nvPr/>
        </p:nvGrpSpPr>
        <p:grpSpPr>
          <a:xfrm>
            <a:off x="3155627" y="3654813"/>
            <a:ext cx="3106080" cy="3225240"/>
            <a:chOff x="3155627" y="3654813"/>
            <a:chExt cx="3106080" cy="32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18250EC-1DCB-2375-285C-D3392CC59F13}"/>
                    </a:ext>
                  </a:extLst>
                </p14:cNvPr>
                <p14:cNvContentPartPr/>
                <p14:nvPr/>
              </p14:nvContentPartPr>
              <p14:xfrm>
                <a:off x="3762947" y="3654813"/>
                <a:ext cx="818640" cy="788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18250EC-1DCB-2375-285C-D3392CC59F1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53947" y="3645813"/>
                  <a:ext cx="8362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CCAA2FA-57B1-0BAC-00F0-9ABEEA2D9F22}"/>
                    </a:ext>
                  </a:extLst>
                </p14:cNvPr>
                <p14:cNvContentPartPr/>
                <p14:nvPr/>
              </p14:nvContentPartPr>
              <p14:xfrm>
                <a:off x="4572587" y="4289853"/>
                <a:ext cx="176040" cy="247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CCAA2FA-57B1-0BAC-00F0-9ABEEA2D9F2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63587" y="4281213"/>
                  <a:ext cx="193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F5CE43C-ECB8-95C1-7DC4-0A1FF5F9E84B}"/>
                    </a:ext>
                  </a:extLst>
                </p14:cNvPr>
                <p14:cNvContentPartPr/>
                <p14:nvPr/>
              </p14:nvContentPartPr>
              <p14:xfrm>
                <a:off x="4089827" y="4643373"/>
                <a:ext cx="97200" cy="905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F5CE43C-ECB8-95C1-7DC4-0A1FF5F9E84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80827" y="4634373"/>
                  <a:ext cx="11484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CD9DC8C-F7D2-26E8-6232-26C2A3ADB67B}"/>
                    </a:ext>
                  </a:extLst>
                </p14:cNvPr>
                <p14:cNvContentPartPr/>
                <p14:nvPr/>
              </p14:nvContentPartPr>
              <p14:xfrm>
                <a:off x="4097387" y="4617453"/>
                <a:ext cx="1536120" cy="1041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CD9DC8C-F7D2-26E8-6232-26C2A3ADB67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88747" y="4608813"/>
                  <a:ext cx="1553760" cy="10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4149C33-49F4-E69A-37EE-67CD698EAE3D}"/>
                    </a:ext>
                  </a:extLst>
                </p14:cNvPr>
                <p14:cNvContentPartPr/>
                <p14:nvPr/>
              </p14:nvContentPartPr>
              <p14:xfrm>
                <a:off x="4153187" y="5075373"/>
                <a:ext cx="1344240" cy="32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4149C33-49F4-E69A-37EE-67CD698EAE3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144187" y="5066373"/>
                  <a:ext cx="1361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6B747BF-6BB5-AB06-AE57-A9A0F75558F7}"/>
                    </a:ext>
                  </a:extLst>
                </p14:cNvPr>
                <p14:cNvContentPartPr/>
                <p14:nvPr/>
              </p14:nvContentPartPr>
              <p14:xfrm>
                <a:off x="4684547" y="5128653"/>
                <a:ext cx="83880" cy="521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6B747BF-6BB5-AB06-AE57-A9A0F75558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75547" y="5120013"/>
                  <a:ext cx="1015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2D7EE2D-D84C-6462-D9E1-2A1AD6468F5F}"/>
                    </a:ext>
                  </a:extLst>
                </p14:cNvPr>
                <p14:cNvContentPartPr/>
                <p14:nvPr/>
              </p14:nvContentPartPr>
              <p14:xfrm>
                <a:off x="4812347" y="4657053"/>
                <a:ext cx="149760" cy="291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2D7EE2D-D84C-6462-D9E1-2A1AD6468F5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03707" y="4648053"/>
                  <a:ext cx="167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4F1B73B-34B8-AF3B-5159-1185C1276C80}"/>
                    </a:ext>
                  </a:extLst>
                </p14:cNvPr>
                <p14:cNvContentPartPr/>
                <p14:nvPr/>
              </p14:nvContentPartPr>
              <p14:xfrm>
                <a:off x="3967427" y="5375253"/>
                <a:ext cx="428040" cy="583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4F1B73B-34B8-AF3B-5159-1185C1276C8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58427" y="5366613"/>
                  <a:ext cx="44568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A537F80-4C33-D976-8FE1-9C206CEF9FBF}"/>
                    </a:ext>
                  </a:extLst>
                </p14:cNvPr>
                <p14:cNvContentPartPr/>
                <p14:nvPr/>
              </p14:nvContentPartPr>
              <p14:xfrm>
                <a:off x="3856547" y="5843613"/>
                <a:ext cx="209160" cy="164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A537F80-4C33-D976-8FE1-9C206CEF9FB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47547" y="5834613"/>
                  <a:ext cx="226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49FF252-65D9-AE1E-B287-91F1E3153364}"/>
                    </a:ext>
                  </a:extLst>
                </p14:cNvPr>
                <p14:cNvContentPartPr/>
                <p14:nvPr/>
              </p14:nvContentPartPr>
              <p14:xfrm>
                <a:off x="3155627" y="5990493"/>
                <a:ext cx="30960" cy="807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49FF252-65D9-AE1E-B287-91F1E315336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46987" y="5981493"/>
                  <a:ext cx="4860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4D7BC4D-707E-F72D-1748-5EC136B1E3B7}"/>
                    </a:ext>
                  </a:extLst>
                </p14:cNvPr>
                <p14:cNvContentPartPr/>
                <p14:nvPr/>
              </p14:nvContentPartPr>
              <p14:xfrm>
                <a:off x="3186947" y="5959533"/>
                <a:ext cx="1307160" cy="887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4D7BC4D-707E-F72D-1748-5EC136B1E3B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77947" y="5950893"/>
                  <a:ext cx="1324800" cy="90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70D5D5-9E8C-2DD2-69C8-E76FC1B6EC9C}"/>
                    </a:ext>
                  </a:extLst>
                </p14:cNvPr>
                <p14:cNvContentPartPr/>
                <p14:nvPr/>
              </p14:nvContentPartPr>
              <p14:xfrm>
                <a:off x="3179747" y="6399093"/>
                <a:ext cx="1364040" cy="42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70D5D5-9E8C-2DD2-69C8-E76FC1B6EC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70747" y="6390453"/>
                  <a:ext cx="1381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F010692-49E2-9915-87EF-8CD8EF6E1EA9}"/>
                    </a:ext>
                  </a:extLst>
                </p14:cNvPr>
                <p14:cNvContentPartPr/>
                <p14:nvPr/>
              </p14:nvContentPartPr>
              <p14:xfrm>
                <a:off x="3784187" y="6449493"/>
                <a:ext cx="57960" cy="396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F010692-49E2-9915-87EF-8CD8EF6E1E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75187" y="6440853"/>
                  <a:ext cx="75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509D853-30CA-061C-E044-3154D659F951}"/>
                    </a:ext>
                  </a:extLst>
                </p14:cNvPr>
                <p14:cNvContentPartPr/>
                <p14:nvPr/>
              </p14:nvContentPartPr>
              <p14:xfrm>
                <a:off x="3659627" y="6128733"/>
                <a:ext cx="172440" cy="203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509D853-30CA-061C-E044-3154D659F9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0987" y="6120093"/>
                  <a:ext cx="190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3B577ED-3834-4A3D-EAF9-7E7CA7BD7301}"/>
                    </a:ext>
                  </a:extLst>
                </p14:cNvPr>
                <p14:cNvContentPartPr/>
                <p14:nvPr/>
              </p14:nvContentPartPr>
              <p14:xfrm>
                <a:off x="3501947" y="6544173"/>
                <a:ext cx="47160" cy="52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3B577ED-3834-4A3D-EAF9-7E7CA7BD730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92947" y="6535533"/>
                  <a:ext cx="64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7AA1C79-D4FB-C115-71B8-CA19C4E0A91A}"/>
                    </a:ext>
                  </a:extLst>
                </p14:cNvPr>
                <p14:cNvContentPartPr/>
                <p14:nvPr/>
              </p14:nvContentPartPr>
              <p14:xfrm>
                <a:off x="3969947" y="6578373"/>
                <a:ext cx="86760" cy="48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7AA1C79-D4FB-C115-71B8-CA19C4E0A91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61307" y="6569373"/>
                  <a:ext cx="104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40DB859-6B73-6EF9-CD26-7FB71D285A5C}"/>
                    </a:ext>
                  </a:extLst>
                </p14:cNvPr>
                <p14:cNvContentPartPr/>
                <p14:nvPr/>
              </p14:nvContentPartPr>
              <p14:xfrm>
                <a:off x="5030147" y="5323413"/>
                <a:ext cx="460800" cy="559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40DB859-6B73-6EF9-CD26-7FB71D285A5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21147" y="5314773"/>
                  <a:ext cx="478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0ABA451-9545-8DD2-6819-189AC84F4250}"/>
                    </a:ext>
                  </a:extLst>
                </p14:cNvPr>
                <p14:cNvContentPartPr/>
                <p14:nvPr/>
              </p14:nvContentPartPr>
              <p14:xfrm>
                <a:off x="5339387" y="5819493"/>
                <a:ext cx="204120" cy="117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0ABA451-9545-8DD2-6819-189AC84F42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30747" y="5810853"/>
                  <a:ext cx="221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43E8F93-4894-653E-E745-638D8F00DC36}"/>
                    </a:ext>
                  </a:extLst>
                </p14:cNvPr>
                <p14:cNvContentPartPr/>
                <p14:nvPr/>
              </p14:nvContentPartPr>
              <p14:xfrm>
                <a:off x="5493827" y="5844333"/>
                <a:ext cx="127440" cy="108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43E8F93-4894-653E-E745-638D8F00DC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484827" y="5835333"/>
                  <a:ext cx="145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9054818-5FBB-2B03-3D95-36A4EC9896BA}"/>
                    </a:ext>
                  </a:extLst>
                </p14:cNvPr>
                <p14:cNvContentPartPr/>
                <p14:nvPr/>
              </p14:nvContentPartPr>
              <p14:xfrm>
                <a:off x="5057867" y="6053133"/>
                <a:ext cx="61920" cy="633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9054818-5FBB-2B03-3D95-36A4EC9896B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49227" y="6044493"/>
                  <a:ext cx="7956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E380A8B-732E-8270-75BA-68E302FE5835}"/>
                    </a:ext>
                  </a:extLst>
                </p14:cNvPr>
                <p14:cNvContentPartPr/>
                <p14:nvPr/>
              </p14:nvContentPartPr>
              <p14:xfrm>
                <a:off x="5065787" y="5980413"/>
                <a:ext cx="1195920" cy="899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E380A8B-732E-8270-75BA-68E302FE583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56787" y="5971773"/>
                  <a:ext cx="121356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B931E8B-EDE7-AAB8-725A-00BA579B7CDA}"/>
                    </a:ext>
                  </a:extLst>
                </p14:cNvPr>
                <p14:cNvContentPartPr/>
                <p14:nvPr/>
              </p14:nvContentPartPr>
              <p14:xfrm>
                <a:off x="5057867" y="6445187"/>
                <a:ext cx="1121760" cy="38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B931E8B-EDE7-AAB8-725A-00BA579B7C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049227" y="6436187"/>
                  <a:ext cx="1139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9CF533-E506-ADE2-20DD-7D9ACE985321}"/>
                    </a:ext>
                  </a:extLst>
                </p14:cNvPr>
                <p14:cNvContentPartPr/>
                <p14:nvPr/>
              </p14:nvContentPartPr>
              <p14:xfrm>
                <a:off x="5568347" y="6223067"/>
                <a:ext cx="16920" cy="170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9CF533-E506-ADE2-20DD-7D9ACE9853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559347" y="6214427"/>
                  <a:ext cx="3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EF59DBA-5C46-A0DC-683B-283C1B51C5BE}"/>
                    </a:ext>
                  </a:extLst>
                </p14:cNvPr>
                <p14:cNvContentPartPr/>
                <p14:nvPr/>
              </p14:nvContentPartPr>
              <p14:xfrm>
                <a:off x="5680307" y="6182387"/>
                <a:ext cx="120240" cy="11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EF59DBA-5C46-A0DC-683B-283C1B51C5B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671667" y="6173747"/>
                  <a:ext cx="137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7C57636-AB16-3D74-3CC2-0245687FE030}"/>
                    </a:ext>
                  </a:extLst>
                </p14:cNvPr>
                <p14:cNvContentPartPr/>
                <p14:nvPr/>
              </p14:nvContentPartPr>
              <p14:xfrm>
                <a:off x="5554667" y="6430427"/>
                <a:ext cx="58320" cy="442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7C57636-AB16-3D74-3CC2-0245687FE03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545667" y="6421427"/>
                  <a:ext cx="759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C078383-4E2B-3C2B-7515-0EC2621E6146}"/>
                    </a:ext>
                  </a:extLst>
                </p14:cNvPr>
                <p14:cNvContentPartPr/>
                <p14:nvPr/>
              </p14:nvContentPartPr>
              <p14:xfrm>
                <a:off x="5318147" y="6645347"/>
                <a:ext cx="50760" cy="55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C078383-4E2B-3C2B-7515-0EC2621E614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09147" y="6636347"/>
                  <a:ext cx="68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EB66C2E-31E2-E51E-0364-288171F1375B}"/>
                    </a:ext>
                  </a:extLst>
                </p14:cNvPr>
                <p14:cNvContentPartPr/>
                <p14:nvPr/>
              </p14:nvContentPartPr>
              <p14:xfrm>
                <a:off x="5700107" y="6644267"/>
                <a:ext cx="75960" cy="49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EB66C2E-31E2-E51E-0364-288171F137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691107" y="6635267"/>
                  <a:ext cx="93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00E0979-1ECB-6BDB-6B01-2E1CBA6EC31B}"/>
                    </a:ext>
                  </a:extLst>
                </p14:cNvPr>
                <p14:cNvContentPartPr/>
                <p14:nvPr/>
              </p14:nvContentPartPr>
              <p14:xfrm>
                <a:off x="5055707" y="6608267"/>
                <a:ext cx="28800" cy="234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00E0979-1ECB-6BDB-6B01-2E1CBA6EC31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46707" y="6599627"/>
                  <a:ext cx="464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39CE16F-88A4-CF73-FE16-4B0653BB75FE}"/>
              </a:ext>
            </a:extLst>
          </p:cNvPr>
          <p:cNvGrpSpPr/>
          <p:nvPr/>
        </p:nvGrpSpPr>
        <p:grpSpPr>
          <a:xfrm>
            <a:off x="3578987" y="1197107"/>
            <a:ext cx="7987680" cy="5624640"/>
            <a:chOff x="3578987" y="1197107"/>
            <a:chExt cx="7987680" cy="56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BAD725C-1BB1-3A50-1A10-13D8B950D35D}"/>
                    </a:ext>
                  </a:extLst>
                </p14:cNvPr>
                <p14:cNvContentPartPr/>
                <p14:nvPr/>
              </p14:nvContentPartPr>
              <p14:xfrm>
                <a:off x="8315147" y="6436187"/>
                <a:ext cx="14040" cy="11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BAD725C-1BB1-3A50-1A10-13D8B950D35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310827" y="6431867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523EFE2-CD49-80FA-40E9-E2A6EC796146}"/>
                    </a:ext>
                  </a:extLst>
                </p14:cNvPr>
                <p14:cNvContentPartPr/>
                <p14:nvPr/>
              </p14:nvContentPartPr>
              <p14:xfrm>
                <a:off x="8317307" y="6424307"/>
                <a:ext cx="31680" cy="352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523EFE2-CD49-80FA-40E9-E2A6EC79614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312987" y="6419987"/>
                  <a:ext cx="40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17833AF-461D-9FED-84E1-E45A7486DD7A}"/>
                    </a:ext>
                  </a:extLst>
                </p14:cNvPr>
                <p14:cNvContentPartPr/>
                <p14:nvPr/>
              </p14:nvContentPartPr>
              <p14:xfrm>
                <a:off x="8355107" y="6275987"/>
                <a:ext cx="3211560" cy="95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17833AF-461D-9FED-84E1-E45A7486DD7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50787" y="6271667"/>
                  <a:ext cx="3220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0EA338E-71AD-3933-CFC3-B603EB23CCB5}"/>
                    </a:ext>
                  </a:extLst>
                </p14:cNvPr>
                <p14:cNvContentPartPr/>
                <p14:nvPr/>
              </p14:nvContentPartPr>
              <p14:xfrm>
                <a:off x="8530427" y="6515027"/>
                <a:ext cx="84240" cy="141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0EA338E-71AD-3933-CFC3-B603EB23CCB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26107" y="6510707"/>
                  <a:ext cx="92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6031A30-5D11-5832-0DCC-E16367D7A9F9}"/>
                    </a:ext>
                  </a:extLst>
                </p14:cNvPr>
                <p14:cNvContentPartPr/>
                <p14:nvPr/>
              </p14:nvContentPartPr>
              <p14:xfrm>
                <a:off x="8633387" y="6521507"/>
                <a:ext cx="76680" cy="82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6031A30-5D11-5832-0DCC-E16367D7A9F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29067" y="6517187"/>
                  <a:ext cx="85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DE94394-8E99-8B8F-F302-919FD8A9C500}"/>
                    </a:ext>
                  </a:extLst>
                </p14:cNvPr>
                <p14:cNvContentPartPr/>
                <p14:nvPr/>
              </p14:nvContentPartPr>
              <p14:xfrm>
                <a:off x="8757227" y="6515387"/>
                <a:ext cx="79200" cy="72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DE94394-8E99-8B8F-F302-919FD8A9C5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52907" y="6511067"/>
                  <a:ext cx="87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82CBFFF-2778-84FE-055D-0FB49073782F}"/>
                    </a:ext>
                  </a:extLst>
                </p14:cNvPr>
                <p14:cNvContentPartPr/>
                <p14:nvPr/>
              </p14:nvContentPartPr>
              <p14:xfrm>
                <a:off x="8935067" y="6439427"/>
                <a:ext cx="65160" cy="162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82CBFFF-2778-84FE-055D-0FB49073782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30747" y="6435107"/>
                  <a:ext cx="73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FBF81A5-35D1-8C78-AA49-083424F67B86}"/>
                    </a:ext>
                  </a:extLst>
                </p14:cNvPr>
                <p14:cNvContentPartPr/>
                <p14:nvPr/>
              </p14:nvContentPartPr>
              <p14:xfrm>
                <a:off x="8917067" y="6516467"/>
                <a:ext cx="139680" cy="19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FBF81A5-35D1-8C78-AA49-083424F67B8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12747" y="6512147"/>
                  <a:ext cx="148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DA045A6-9752-4789-32F9-B726B8618C5F}"/>
                    </a:ext>
                  </a:extLst>
                </p14:cNvPr>
                <p14:cNvContentPartPr/>
                <p14:nvPr/>
              </p14:nvContentPartPr>
              <p14:xfrm>
                <a:off x="11439947" y="6355547"/>
                <a:ext cx="19800" cy="23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DA045A6-9752-4789-32F9-B726B8618C5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435627" y="6351227"/>
                  <a:ext cx="2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8C3DEFB-16DA-B3D3-9C6E-9BC56C98FF77}"/>
                    </a:ext>
                  </a:extLst>
                </p14:cNvPr>
                <p14:cNvContentPartPr/>
                <p14:nvPr/>
              </p14:nvContentPartPr>
              <p14:xfrm>
                <a:off x="8222267" y="6332147"/>
                <a:ext cx="3344040" cy="489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8C3DEFB-16DA-B3D3-9C6E-9BC56C98FF7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17947" y="6327827"/>
                  <a:ext cx="33526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478A8FB-ED88-EC5C-7DCC-4D0C383AC6A0}"/>
                    </a:ext>
                  </a:extLst>
                </p14:cNvPr>
                <p14:cNvContentPartPr/>
                <p14:nvPr/>
              </p14:nvContentPartPr>
              <p14:xfrm>
                <a:off x="9754787" y="6313067"/>
                <a:ext cx="86400" cy="344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478A8FB-ED88-EC5C-7DCC-4D0C383AC6A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750467" y="6308747"/>
                  <a:ext cx="95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2E7857D-F048-C32C-40A0-FE46AB81D4D0}"/>
                    </a:ext>
                  </a:extLst>
                </p14:cNvPr>
                <p14:cNvContentPartPr/>
                <p14:nvPr/>
              </p14:nvContentPartPr>
              <p14:xfrm>
                <a:off x="10330427" y="6392627"/>
                <a:ext cx="160920" cy="130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2E7857D-F048-C32C-40A0-FE46AB81D4D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26107" y="6388307"/>
                  <a:ext cx="16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48FD788-D140-A053-47B4-B942A30178C9}"/>
                    </a:ext>
                  </a:extLst>
                </p14:cNvPr>
                <p14:cNvContentPartPr/>
                <p14:nvPr/>
              </p14:nvContentPartPr>
              <p14:xfrm>
                <a:off x="10516907" y="6423947"/>
                <a:ext cx="130680" cy="1234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48FD788-D140-A053-47B4-B942A30178C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512587" y="6419627"/>
                  <a:ext cx="139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424D1F5-34DB-FCD9-2C64-99D7D36305E3}"/>
                    </a:ext>
                  </a:extLst>
                </p14:cNvPr>
                <p14:cNvContentPartPr/>
                <p14:nvPr/>
              </p14:nvContentPartPr>
              <p14:xfrm>
                <a:off x="10659107" y="6390107"/>
                <a:ext cx="151560" cy="36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424D1F5-34DB-FCD9-2C64-99D7D36305E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54787" y="6385787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95DA236-26C9-666E-3B3A-B94A6A361F93}"/>
                    </a:ext>
                  </a:extLst>
                </p14:cNvPr>
                <p14:cNvContentPartPr/>
                <p14:nvPr/>
              </p14:nvContentPartPr>
              <p14:xfrm>
                <a:off x="3773027" y="1226267"/>
                <a:ext cx="4728600" cy="5387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95DA236-26C9-666E-3B3A-B94A6A361F9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768707" y="1221947"/>
                  <a:ext cx="4737240" cy="53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D48E534-5F83-F9D9-41DF-31A8A393F979}"/>
                    </a:ext>
                  </a:extLst>
                </p14:cNvPr>
                <p14:cNvContentPartPr/>
                <p14:nvPr/>
              </p14:nvContentPartPr>
              <p14:xfrm>
                <a:off x="3578987" y="1197107"/>
                <a:ext cx="207000" cy="218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D48E534-5F83-F9D9-41DF-31A8A393F97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574667" y="1192787"/>
                  <a:ext cx="21564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562CEFB4-9E0F-CEA4-6689-9DCB4293D2B3}"/>
                  </a:ext>
                </a:extLst>
              </p14:cNvPr>
              <p14:cNvContentPartPr/>
              <p14:nvPr/>
            </p14:nvContentPartPr>
            <p14:xfrm>
              <a:off x="8325227" y="5831027"/>
              <a:ext cx="35280" cy="3020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562CEFB4-9E0F-CEA4-6689-9DCB4293D2B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320907" y="5826707"/>
                <a:ext cx="439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1F89A95C-534C-31ED-EC70-077439D76F41}"/>
                  </a:ext>
                </a:extLst>
              </p14:cNvPr>
              <p14:cNvContentPartPr/>
              <p14:nvPr/>
            </p14:nvContentPartPr>
            <p14:xfrm>
              <a:off x="10356707" y="5619347"/>
              <a:ext cx="64080" cy="4561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1F89A95C-534C-31ED-EC70-077439D76F4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352387" y="5615027"/>
                <a:ext cx="7272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DF81B39-18D3-823E-8041-8E929B82C56D}"/>
                  </a:ext>
                </a:extLst>
              </p14:cNvPr>
              <p14:cNvContentPartPr/>
              <p14:nvPr/>
            </p14:nvContentPartPr>
            <p14:xfrm>
              <a:off x="10905347" y="5815907"/>
              <a:ext cx="27360" cy="259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DF81B39-18D3-823E-8041-8E929B82C56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901027" y="5811587"/>
                <a:ext cx="36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340225F0-F645-C7C9-DC81-60FE13F8FDAD}"/>
                  </a:ext>
                </a:extLst>
              </p14:cNvPr>
              <p14:cNvContentPartPr/>
              <p14:nvPr/>
            </p14:nvContentPartPr>
            <p14:xfrm>
              <a:off x="8259347" y="5697107"/>
              <a:ext cx="3221280" cy="5007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340225F0-F645-C7C9-DC81-60FE13F8FDAD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255027" y="5692787"/>
                <a:ext cx="3229920" cy="50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CB764324-D086-3653-BB43-553AF7D1A7C3}"/>
              </a:ext>
            </a:extLst>
          </p:cNvPr>
          <p:cNvGrpSpPr/>
          <p:nvPr/>
        </p:nvGrpSpPr>
        <p:grpSpPr>
          <a:xfrm>
            <a:off x="2310707" y="2238587"/>
            <a:ext cx="6677640" cy="3668040"/>
            <a:chOff x="2310707" y="2238587"/>
            <a:chExt cx="6677640" cy="36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CF1574F-1D15-13E8-70C2-F22F7A26EDE7}"/>
                    </a:ext>
                  </a:extLst>
                </p14:cNvPr>
                <p14:cNvContentPartPr/>
                <p14:nvPr/>
              </p14:nvContentPartPr>
              <p14:xfrm>
                <a:off x="2405027" y="2238587"/>
                <a:ext cx="6583320" cy="3668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CF1574F-1D15-13E8-70C2-F22F7A26EDE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00707" y="2234267"/>
                  <a:ext cx="6591960" cy="36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497BA19-5E7A-7AE4-A80F-377664CCD5CA}"/>
                    </a:ext>
                  </a:extLst>
                </p14:cNvPr>
                <p14:cNvContentPartPr/>
                <p14:nvPr/>
              </p14:nvContentPartPr>
              <p14:xfrm>
                <a:off x="2310707" y="2570507"/>
                <a:ext cx="178920" cy="2653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497BA19-5E7A-7AE4-A80F-377664CCD5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06387" y="2566187"/>
                  <a:ext cx="1875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F66DEE3B-AFAF-FA06-E941-547D56E10BC6}"/>
              </a:ext>
            </a:extLst>
          </p:cNvPr>
          <p:cNvGrpSpPr/>
          <p:nvPr/>
        </p:nvGrpSpPr>
        <p:grpSpPr>
          <a:xfrm>
            <a:off x="1566947" y="4591907"/>
            <a:ext cx="10020600" cy="1405800"/>
            <a:chOff x="1566947" y="4591907"/>
            <a:chExt cx="10020600" cy="140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A10997C-D84A-53D0-18D4-96AF347C8424}"/>
                    </a:ext>
                  </a:extLst>
                </p14:cNvPr>
                <p14:cNvContentPartPr/>
                <p14:nvPr/>
              </p14:nvContentPartPr>
              <p14:xfrm>
                <a:off x="10868627" y="5815907"/>
                <a:ext cx="165240" cy="164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A10997C-D84A-53D0-18D4-96AF347C842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64307" y="5811587"/>
                  <a:ext cx="173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8FB72BC-0515-6DE6-6DEF-8D5729E013C7}"/>
                    </a:ext>
                  </a:extLst>
                </p14:cNvPr>
                <p14:cNvContentPartPr/>
                <p14:nvPr/>
              </p14:nvContentPartPr>
              <p14:xfrm>
                <a:off x="11148707" y="5851547"/>
                <a:ext cx="111960" cy="13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8FB72BC-0515-6DE6-6DEF-8D5729E013C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44387" y="5847227"/>
                  <a:ext cx="120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1BDD905-89FC-B6F8-64FD-8298FA154346}"/>
                    </a:ext>
                  </a:extLst>
                </p14:cNvPr>
                <p14:cNvContentPartPr/>
                <p14:nvPr/>
              </p14:nvContentPartPr>
              <p14:xfrm>
                <a:off x="9126227" y="5872427"/>
                <a:ext cx="141840" cy="1252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1BDD905-89FC-B6F8-64FD-8298FA15434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21907" y="5868107"/>
                  <a:ext cx="15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5D33866-004A-C70E-6E42-7FA657B54E2B}"/>
                    </a:ext>
                  </a:extLst>
                </p14:cNvPr>
                <p14:cNvContentPartPr/>
                <p14:nvPr/>
              </p14:nvContentPartPr>
              <p14:xfrm>
                <a:off x="9290027" y="5864507"/>
                <a:ext cx="99000" cy="964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5D33866-004A-C70E-6E42-7FA657B54E2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85707" y="5860187"/>
                  <a:ext cx="107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5665D515-B54B-E4F7-03B1-DCC334BAF839}"/>
                    </a:ext>
                  </a:extLst>
                </p14:cNvPr>
                <p14:cNvContentPartPr/>
                <p14:nvPr/>
              </p14:nvContentPartPr>
              <p14:xfrm>
                <a:off x="9433667" y="5866307"/>
                <a:ext cx="100440" cy="65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5665D515-B54B-E4F7-03B1-DCC334BAF83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429347" y="5861987"/>
                  <a:ext cx="109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9205D1E-8D78-3E95-3C13-69A85188D49B}"/>
                    </a:ext>
                  </a:extLst>
                </p14:cNvPr>
                <p14:cNvContentPartPr/>
                <p14:nvPr/>
              </p14:nvContentPartPr>
              <p14:xfrm>
                <a:off x="9629867" y="5767667"/>
                <a:ext cx="92880" cy="1900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9205D1E-8D78-3E95-3C13-69A85188D4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625547" y="5763347"/>
                  <a:ext cx="101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60320D0-6D75-207D-7C84-0C41CCE6F139}"/>
                    </a:ext>
                  </a:extLst>
                </p14:cNvPr>
                <p14:cNvContentPartPr/>
                <p14:nvPr/>
              </p14:nvContentPartPr>
              <p14:xfrm>
                <a:off x="9626627" y="5859827"/>
                <a:ext cx="144720" cy="154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60320D0-6D75-207D-7C84-0C41CCE6F13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622307" y="5855507"/>
                  <a:ext cx="153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475776B-3C8D-D189-F127-E4E8B20C4045}"/>
                    </a:ext>
                  </a:extLst>
                </p14:cNvPr>
                <p14:cNvContentPartPr/>
                <p14:nvPr/>
              </p14:nvContentPartPr>
              <p14:xfrm>
                <a:off x="8296067" y="5278787"/>
                <a:ext cx="19800" cy="2332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475776B-3C8D-D189-F127-E4E8B20C404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91747" y="5274467"/>
                  <a:ext cx="28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AE499EA-7C89-13F5-9237-0A087B037301}"/>
                    </a:ext>
                  </a:extLst>
                </p14:cNvPr>
                <p14:cNvContentPartPr/>
                <p14:nvPr/>
              </p14:nvContentPartPr>
              <p14:xfrm>
                <a:off x="8238467" y="5076107"/>
                <a:ext cx="3349080" cy="5029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AE499EA-7C89-13F5-9237-0A087B03730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234147" y="5071787"/>
                  <a:ext cx="33577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35801F5-C76E-15B6-87CC-4CD80156BAF6}"/>
                    </a:ext>
                  </a:extLst>
                </p14:cNvPr>
                <p14:cNvContentPartPr/>
                <p14:nvPr/>
              </p14:nvContentPartPr>
              <p14:xfrm>
                <a:off x="9730667" y="5121467"/>
                <a:ext cx="131400" cy="4111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35801F5-C76E-15B6-87CC-4CD80156BAF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26347" y="5117147"/>
                  <a:ext cx="1400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2CD50C6-6A95-68C0-E438-C2590F7B41FC}"/>
                    </a:ext>
                  </a:extLst>
                </p14:cNvPr>
                <p14:cNvContentPartPr/>
                <p14:nvPr/>
              </p14:nvContentPartPr>
              <p14:xfrm>
                <a:off x="9014267" y="5266907"/>
                <a:ext cx="94320" cy="84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2CD50C6-6A95-68C0-E438-C2590F7B41F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09947" y="5262587"/>
                  <a:ext cx="102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0DB2225-A1C6-4752-AABC-7F62871F5509}"/>
                    </a:ext>
                  </a:extLst>
                </p14:cNvPr>
                <p14:cNvContentPartPr/>
                <p14:nvPr/>
              </p14:nvContentPartPr>
              <p14:xfrm>
                <a:off x="9123347" y="5287787"/>
                <a:ext cx="62640" cy="572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0DB2225-A1C6-4752-AABC-7F62871F550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19027" y="5283467"/>
                  <a:ext cx="71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BB79956-780D-6B1A-7F26-884194302BF4}"/>
                    </a:ext>
                  </a:extLst>
                </p14:cNvPr>
                <p14:cNvContentPartPr/>
                <p14:nvPr/>
              </p14:nvContentPartPr>
              <p14:xfrm>
                <a:off x="9221627" y="5276627"/>
                <a:ext cx="76320" cy="684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BB79956-780D-6B1A-7F26-884194302BF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17307" y="5272307"/>
                  <a:ext cx="84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0A3FE4B-6359-F584-58DD-B874207BE8E1}"/>
                    </a:ext>
                  </a:extLst>
                </p14:cNvPr>
                <p14:cNvContentPartPr/>
                <p14:nvPr/>
              </p14:nvContentPartPr>
              <p14:xfrm>
                <a:off x="9406667" y="5203907"/>
                <a:ext cx="52920" cy="1332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0A3FE4B-6359-F584-58DD-B874207BE8E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02347" y="5199587"/>
                  <a:ext cx="61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1848AC0-9758-FB51-3113-279A63C5DE43}"/>
                    </a:ext>
                  </a:extLst>
                </p14:cNvPr>
                <p14:cNvContentPartPr/>
                <p14:nvPr/>
              </p14:nvContentPartPr>
              <p14:xfrm>
                <a:off x="9417467" y="5231987"/>
                <a:ext cx="92160" cy="18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1848AC0-9758-FB51-3113-279A63C5DE4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13147" y="5227667"/>
                  <a:ext cx="100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257DF1A-B039-4FD2-008D-F2B20DE44729}"/>
                    </a:ext>
                  </a:extLst>
                </p14:cNvPr>
                <p14:cNvContentPartPr/>
                <p14:nvPr/>
              </p14:nvContentPartPr>
              <p14:xfrm>
                <a:off x="10420427" y="5267267"/>
                <a:ext cx="104400" cy="132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257DF1A-B039-4FD2-008D-F2B20DE4472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416107" y="5262947"/>
                  <a:ext cx="11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6C3D0E0-1011-D0ED-49C9-F863F85D37DB}"/>
                    </a:ext>
                  </a:extLst>
                </p14:cNvPr>
                <p14:cNvContentPartPr/>
                <p14:nvPr/>
              </p14:nvContentPartPr>
              <p14:xfrm>
                <a:off x="10607627" y="5299307"/>
                <a:ext cx="112680" cy="878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6C3D0E0-1011-D0ED-49C9-F863F85D37D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03307" y="5294987"/>
                  <a:ext cx="121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D7A389A-44C1-3852-F5DF-E90186D49498}"/>
                    </a:ext>
                  </a:extLst>
                </p14:cNvPr>
                <p14:cNvContentPartPr/>
                <p14:nvPr/>
              </p14:nvContentPartPr>
              <p14:xfrm>
                <a:off x="1566947" y="4591907"/>
                <a:ext cx="180000" cy="203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D7A389A-44C1-3852-F5DF-E90186D4949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562627" y="4587587"/>
                  <a:ext cx="1886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1F2B4E6-581C-2AF1-3C0E-75C75A53F39C}"/>
                  </a:ext>
                </a:extLst>
              </p14:cNvPr>
              <p14:cNvContentPartPr/>
              <p14:nvPr/>
            </p14:nvContentPartPr>
            <p14:xfrm>
              <a:off x="1251227" y="1199987"/>
              <a:ext cx="276120" cy="243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1F2B4E6-581C-2AF1-3C0E-75C75A53F39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246907" y="1195667"/>
                <a:ext cx="2847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CB6F30D-EA8F-CBA6-5382-A7E4BB90F26C}"/>
                  </a:ext>
                </a:extLst>
              </p14:cNvPr>
              <p14:cNvContentPartPr/>
              <p14:nvPr/>
            </p14:nvContentPartPr>
            <p14:xfrm>
              <a:off x="153947" y="2935907"/>
              <a:ext cx="353160" cy="223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CB6F30D-EA8F-CBA6-5382-A7E4BB90F26C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49627" y="2931587"/>
                <a:ext cx="3618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1115C30-9402-B072-F29C-279D518FB1FD}"/>
                  </a:ext>
                </a:extLst>
              </p14:cNvPr>
              <p14:cNvContentPartPr/>
              <p14:nvPr/>
            </p14:nvContentPartPr>
            <p14:xfrm>
              <a:off x="1278947" y="6241787"/>
              <a:ext cx="378000" cy="1753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1115C30-9402-B072-F29C-279D518FB1FD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274627" y="6237467"/>
                <a:ext cx="3866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30C794E-78A4-E83C-C1BB-D81C270359E3}"/>
                  </a:ext>
                </a:extLst>
              </p14:cNvPr>
              <p14:cNvContentPartPr/>
              <p14:nvPr/>
            </p14:nvContentPartPr>
            <p14:xfrm>
              <a:off x="1751627" y="6182747"/>
              <a:ext cx="275400" cy="234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30C794E-78A4-E83C-C1BB-D81C270359E3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747307" y="6178427"/>
                <a:ext cx="2840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B5FB5BB-2F87-AA6B-CA92-CF0BF1E9539B}"/>
                  </a:ext>
                </a:extLst>
              </p14:cNvPr>
              <p14:cNvContentPartPr/>
              <p14:nvPr/>
            </p14:nvContentPartPr>
            <p14:xfrm>
              <a:off x="2120267" y="6185267"/>
              <a:ext cx="290880" cy="250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B5FB5BB-2F87-AA6B-CA92-CF0BF1E9539B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115947" y="6180947"/>
                <a:ext cx="2995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9A0A2A4-6262-7CBC-D821-75241E0F5470}"/>
                  </a:ext>
                </a:extLst>
              </p14:cNvPr>
              <p14:cNvContentPartPr/>
              <p14:nvPr/>
            </p14:nvContentPartPr>
            <p14:xfrm>
              <a:off x="1615187" y="4108067"/>
              <a:ext cx="7517520" cy="1186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9A0A2A4-6262-7CBC-D821-75241E0F547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610867" y="4103747"/>
                <a:ext cx="7526160" cy="11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500E7097-AC3F-4BCA-4BF0-ACCADB15DD62}"/>
              </a:ext>
            </a:extLst>
          </p:cNvPr>
          <p:cNvGrpSpPr/>
          <p:nvPr/>
        </p:nvGrpSpPr>
        <p:grpSpPr>
          <a:xfrm>
            <a:off x="1515107" y="5150987"/>
            <a:ext cx="563040" cy="227880"/>
            <a:chOff x="1515107" y="5150987"/>
            <a:chExt cx="56304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FB6241-9E29-4168-82BA-E1531FF5C07A}"/>
                    </a:ext>
                  </a:extLst>
                </p14:cNvPr>
                <p14:cNvContentPartPr/>
                <p14:nvPr/>
              </p14:nvContentPartPr>
              <p14:xfrm>
                <a:off x="1515107" y="5215067"/>
                <a:ext cx="189720" cy="163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FB6241-9E29-4168-82BA-E1531FF5C07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510787" y="5210747"/>
                  <a:ext cx="198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3D67F3-2151-B768-0DE5-0B74EBF47CDA}"/>
                    </a:ext>
                  </a:extLst>
                </p14:cNvPr>
                <p14:cNvContentPartPr/>
                <p14:nvPr/>
              </p14:nvContentPartPr>
              <p14:xfrm>
                <a:off x="1799867" y="5150987"/>
                <a:ext cx="278280" cy="189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3D67F3-2151-B768-0DE5-0B74EBF47CD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795547" y="5146667"/>
                  <a:ext cx="28692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9E6C278-9D8C-1192-E06A-0829D1642F3C}"/>
                  </a:ext>
                </a:extLst>
              </p14:cNvPr>
              <p14:cNvContentPartPr/>
              <p14:nvPr/>
            </p14:nvContentPartPr>
            <p14:xfrm>
              <a:off x="2229707" y="5134067"/>
              <a:ext cx="226440" cy="249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9E6C278-9D8C-1192-E06A-0829D1642F3C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225387" y="5129747"/>
                <a:ext cx="235080" cy="2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5966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6ED3-ED79-3A87-0953-73D4C012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443B1FA-5E5A-0ADF-577B-07DD25F9FB50}"/>
              </a:ext>
            </a:extLst>
          </p:cNvPr>
          <p:cNvGrpSpPr/>
          <p:nvPr/>
        </p:nvGrpSpPr>
        <p:grpSpPr>
          <a:xfrm>
            <a:off x="948703" y="455657"/>
            <a:ext cx="283320" cy="322200"/>
            <a:chOff x="948703" y="455657"/>
            <a:chExt cx="2833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AF7A4D-29CB-B7A0-4F78-77B71E07E401}"/>
                    </a:ext>
                  </a:extLst>
                </p14:cNvPr>
                <p14:cNvContentPartPr/>
                <p14:nvPr/>
              </p14:nvContentPartPr>
              <p14:xfrm>
                <a:off x="948703" y="455657"/>
                <a:ext cx="221040" cy="29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AF7A4D-29CB-B7A0-4F78-77B71E07E4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383" y="451337"/>
                  <a:ext cx="22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0400F4-C99B-E0A8-EE9F-87A5FA0B9FA9}"/>
                    </a:ext>
                  </a:extLst>
                </p14:cNvPr>
                <p14:cNvContentPartPr/>
                <p14:nvPr/>
              </p14:nvContentPartPr>
              <p14:xfrm>
                <a:off x="1148863" y="683177"/>
                <a:ext cx="83160" cy="9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0400F4-C99B-E0A8-EE9F-87A5FA0B9FA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4543" y="678857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F624E3-468C-29AF-CBA2-87EE15566787}"/>
              </a:ext>
            </a:extLst>
          </p:cNvPr>
          <p:cNvGrpSpPr/>
          <p:nvPr/>
        </p:nvGrpSpPr>
        <p:grpSpPr>
          <a:xfrm>
            <a:off x="1427503" y="468617"/>
            <a:ext cx="255240" cy="360000"/>
            <a:chOff x="1427503" y="468617"/>
            <a:chExt cx="2552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F87B43-94D4-9F0D-08E8-CA81C26BF111}"/>
                    </a:ext>
                  </a:extLst>
                </p14:cNvPr>
                <p14:cNvContentPartPr/>
                <p14:nvPr/>
              </p14:nvContentPartPr>
              <p14:xfrm>
                <a:off x="1454863" y="468617"/>
                <a:ext cx="13824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F87B43-94D4-9F0D-08E8-CA81C26BF1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0543" y="464297"/>
                  <a:ext cx="14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C2A223-C67D-6D1E-7BB0-CA53517A7230}"/>
                    </a:ext>
                  </a:extLst>
                </p14:cNvPr>
                <p14:cNvContentPartPr/>
                <p14:nvPr/>
              </p14:nvContentPartPr>
              <p14:xfrm>
                <a:off x="1427503" y="585977"/>
                <a:ext cx="2062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C2A223-C67D-6D1E-7BB0-CA53517A72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3183" y="581657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737232-3C98-0397-5289-6838B1C95D5E}"/>
                    </a:ext>
                  </a:extLst>
                </p14:cNvPr>
                <p14:cNvContentPartPr/>
                <p14:nvPr/>
              </p14:nvContentPartPr>
              <p14:xfrm>
                <a:off x="1610383" y="713777"/>
                <a:ext cx="7236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737232-3C98-0397-5289-6838B1C95D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6063" y="709457"/>
                  <a:ext cx="810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97BB5F-D1AA-1F76-5087-76479E715B4A}"/>
              </a:ext>
            </a:extLst>
          </p:cNvPr>
          <p:cNvGrpSpPr/>
          <p:nvPr/>
        </p:nvGrpSpPr>
        <p:grpSpPr>
          <a:xfrm>
            <a:off x="1994503" y="532337"/>
            <a:ext cx="401400" cy="336960"/>
            <a:chOff x="1994503" y="532337"/>
            <a:chExt cx="4014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EBE296-ED72-8CEB-6A48-72F1F245AA5E}"/>
                    </a:ext>
                  </a:extLst>
                </p14:cNvPr>
                <p14:cNvContentPartPr/>
                <p14:nvPr/>
              </p14:nvContentPartPr>
              <p14:xfrm>
                <a:off x="1994503" y="532337"/>
                <a:ext cx="20196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EBE296-ED72-8CEB-6A48-72F1F245AA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183" y="528017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7BB613-C5AF-B9D3-0B2D-64A74AF40726}"/>
                    </a:ext>
                  </a:extLst>
                </p14:cNvPr>
                <p14:cNvContentPartPr/>
                <p14:nvPr/>
              </p14:nvContentPartPr>
              <p14:xfrm>
                <a:off x="2041303" y="597497"/>
                <a:ext cx="12096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7BB613-C5AF-B9D3-0B2D-64A74AF407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983" y="593177"/>
                  <a:ext cx="12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05D074-FAF5-7F90-3508-E3057D89873F}"/>
                    </a:ext>
                  </a:extLst>
                </p14:cNvPr>
                <p14:cNvContentPartPr/>
                <p14:nvPr/>
              </p14:nvContentPartPr>
              <p14:xfrm>
                <a:off x="2304103" y="789017"/>
                <a:ext cx="9180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05D074-FAF5-7F90-3508-E3057D8987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9783" y="784697"/>
                  <a:ext cx="100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ADF48E-83D0-BDA9-4267-3918E3D54998}"/>
              </a:ext>
            </a:extLst>
          </p:cNvPr>
          <p:cNvGrpSpPr/>
          <p:nvPr/>
        </p:nvGrpSpPr>
        <p:grpSpPr>
          <a:xfrm>
            <a:off x="2648263" y="502457"/>
            <a:ext cx="351360" cy="458280"/>
            <a:chOff x="2648263" y="502457"/>
            <a:chExt cx="351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477773-CA1F-24C6-C70E-F402B6493007}"/>
                    </a:ext>
                  </a:extLst>
                </p14:cNvPr>
                <p14:cNvContentPartPr/>
                <p14:nvPr/>
              </p14:nvContentPartPr>
              <p14:xfrm>
                <a:off x="2648263" y="502457"/>
                <a:ext cx="21024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477773-CA1F-24C6-C70E-F402B64930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943" y="498137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01383D-5466-CDAC-50F0-0A6D2D3DF0D0}"/>
                    </a:ext>
                  </a:extLst>
                </p14:cNvPr>
                <p14:cNvContentPartPr/>
                <p14:nvPr/>
              </p14:nvContentPartPr>
              <p14:xfrm>
                <a:off x="2900623" y="847337"/>
                <a:ext cx="9900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01383D-5466-CDAC-50F0-0A6D2D3DF0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6303" y="843017"/>
                  <a:ext cx="107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4A72CC-284C-7115-B12B-5C8D371DA32E}"/>
              </a:ext>
            </a:extLst>
          </p:cNvPr>
          <p:cNvGrpSpPr/>
          <p:nvPr/>
        </p:nvGrpSpPr>
        <p:grpSpPr>
          <a:xfrm>
            <a:off x="3377983" y="566897"/>
            <a:ext cx="758160" cy="353160"/>
            <a:chOff x="3377983" y="566897"/>
            <a:chExt cx="758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542E4EB-1829-8EA8-7636-A5B378E6459D}"/>
                    </a:ext>
                  </a:extLst>
                </p14:cNvPr>
                <p14:cNvContentPartPr/>
                <p14:nvPr/>
              </p14:nvContentPartPr>
              <p14:xfrm>
                <a:off x="3377983" y="645737"/>
                <a:ext cx="69120" cy="20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542E4EB-1829-8EA8-7636-A5B378E645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3663" y="641417"/>
                  <a:ext cx="77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C6FEC1-8E29-B84E-EF76-0072A897EB3B}"/>
                    </a:ext>
                  </a:extLst>
                </p14:cNvPr>
                <p14:cNvContentPartPr/>
                <p14:nvPr/>
              </p14:nvContentPartPr>
              <p14:xfrm>
                <a:off x="3620983" y="566897"/>
                <a:ext cx="22932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C6FEC1-8E29-B84E-EF76-0072A897EB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6663" y="562577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D2A938-6F38-F278-7CE7-53D9BA243694}"/>
                    </a:ext>
                  </a:extLst>
                </p14:cNvPr>
                <p14:cNvContentPartPr/>
                <p14:nvPr/>
              </p14:nvContentPartPr>
              <p14:xfrm>
                <a:off x="3965863" y="774617"/>
                <a:ext cx="17028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D2A938-6F38-F278-7CE7-53D9BA2436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543" y="770297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AEDBA6-8771-9645-EFBE-F94939D8BB0F}"/>
              </a:ext>
            </a:extLst>
          </p:cNvPr>
          <p:cNvGrpSpPr/>
          <p:nvPr/>
        </p:nvGrpSpPr>
        <p:grpSpPr>
          <a:xfrm>
            <a:off x="4456543" y="519017"/>
            <a:ext cx="470520" cy="433080"/>
            <a:chOff x="4456543" y="519017"/>
            <a:chExt cx="4705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198084-D9D7-68F8-08A7-A2F59FC75CCE}"/>
                    </a:ext>
                  </a:extLst>
                </p14:cNvPr>
                <p14:cNvContentPartPr/>
                <p14:nvPr/>
              </p14:nvContentPartPr>
              <p14:xfrm>
                <a:off x="4456543" y="519017"/>
                <a:ext cx="20412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198084-D9D7-68F8-08A7-A2F59FC75C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2223" y="514697"/>
                  <a:ext cx="212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701B37-6713-10A1-90C7-D59E7C7F82AE}"/>
                    </a:ext>
                  </a:extLst>
                </p14:cNvPr>
                <p14:cNvContentPartPr/>
                <p14:nvPr/>
              </p14:nvContentPartPr>
              <p14:xfrm>
                <a:off x="4763983" y="799457"/>
                <a:ext cx="163080" cy="15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701B37-6713-10A1-90C7-D59E7C7F82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9663" y="795137"/>
                  <a:ext cx="1717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DCA5C34-38D8-7ACA-1396-CB917D5D3D35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DCA5C34-38D8-7ACA-1396-CB917D5D3D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F1467CE-78C5-578B-FDB1-D30BD0CE781A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F1467CE-78C5-578B-FDB1-D30BD0CE781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DA61827-76D6-A6F4-3CC6-05683CC2749D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DA61827-76D6-A6F4-3CC6-05683CC274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38CD431-EFB5-BC21-EEC3-8794F4B95BF3}"/>
              </a:ext>
            </a:extLst>
          </p:cNvPr>
          <p:cNvGrpSpPr/>
          <p:nvPr/>
        </p:nvGrpSpPr>
        <p:grpSpPr>
          <a:xfrm>
            <a:off x="884747" y="1256667"/>
            <a:ext cx="943200" cy="339120"/>
            <a:chOff x="884747" y="1256667"/>
            <a:chExt cx="943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76ECE6-9F59-D259-C961-AA02E2551585}"/>
                    </a:ext>
                  </a:extLst>
                </p14:cNvPr>
                <p14:cNvContentPartPr/>
                <p14:nvPr/>
              </p14:nvContentPartPr>
              <p14:xfrm>
                <a:off x="884747" y="1256667"/>
                <a:ext cx="201960" cy="33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76ECE6-9F59-D259-C961-AA02E25515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427" y="1252347"/>
                  <a:ext cx="210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D783EC-D08F-3DD2-E845-CC86DBDC18B1}"/>
                    </a:ext>
                  </a:extLst>
                </p14:cNvPr>
                <p14:cNvContentPartPr/>
                <p14:nvPr/>
              </p14:nvContentPartPr>
              <p14:xfrm>
                <a:off x="1089947" y="1514427"/>
                <a:ext cx="79920" cy="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D783EC-D08F-3DD2-E845-CC86DBDC18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5627" y="1510107"/>
                  <a:ext cx="88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AAA6E4-4B91-8EA3-B1CA-9248E0AE33F5}"/>
                    </a:ext>
                  </a:extLst>
                </p14:cNvPr>
                <p14:cNvContentPartPr/>
                <p14:nvPr/>
              </p14:nvContentPartPr>
              <p14:xfrm>
                <a:off x="1269587" y="1456467"/>
                <a:ext cx="62280" cy="12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AAA6E4-4B91-8EA3-B1CA-9248E0AE33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5267" y="1452147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CB876B-6695-388F-E36A-79C3BA87CDF7}"/>
                    </a:ext>
                  </a:extLst>
                </p14:cNvPr>
                <p14:cNvContentPartPr/>
                <p14:nvPr/>
              </p14:nvContentPartPr>
              <p14:xfrm>
                <a:off x="1389107" y="1457547"/>
                <a:ext cx="8532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CB876B-6695-388F-E36A-79C3BA87CD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84787" y="1453227"/>
                  <a:ext cx="93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76B82C-52CD-DC31-54E0-9C38E172D4B3}"/>
                    </a:ext>
                  </a:extLst>
                </p14:cNvPr>
                <p14:cNvContentPartPr/>
                <p14:nvPr/>
              </p14:nvContentPartPr>
              <p14:xfrm>
                <a:off x="1518347" y="1503987"/>
                <a:ext cx="31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76B82C-52CD-DC31-54E0-9C38E172D4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4027" y="1499667"/>
                  <a:ext cx="4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678C63-8150-7E3A-35A6-EE36633E69DF}"/>
                    </a:ext>
                  </a:extLst>
                </p14:cNvPr>
                <p14:cNvContentPartPr/>
                <p14:nvPr/>
              </p14:nvContentPartPr>
              <p14:xfrm>
                <a:off x="1701227" y="1313547"/>
                <a:ext cx="45720" cy="25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678C63-8150-7E3A-35A6-EE36633E69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907" y="1309227"/>
                  <a:ext cx="5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CB26C7-53D1-1F22-515D-6F4DC3B379EF}"/>
                    </a:ext>
                  </a:extLst>
                </p14:cNvPr>
                <p14:cNvContentPartPr/>
                <p14:nvPr/>
              </p14:nvContentPartPr>
              <p14:xfrm>
                <a:off x="1664867" y="1456467"/>
                <a:ext cx="16308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CB26C7-53D1-1F22-515D-6F4DC3B379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60547" y="1452147"/>
                  <a:ext cx="1717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FB081F-7E11-AA7B-D048-7EAFE5D7F05C}"/>
              </a:ext>
            </a:extLst>
          </p:cNvPr>
          <p:cNvGrpSpPr/>
          <p:nvPr/>
        </p:nvGrpSpPr>
        <p:grpSpPr>
          <a:xfrm>
            <a:off x="2132867" y="1276107"/>
            <a:ext cx="386640" cy="246240"/>
            <a:chOff x="2132867" y="1276107"/>
            <a:chExt cx="3866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7CDD883-38A4-F0CD-5F99-0ADC700B0FD0}"/>
                    </a:ext>
                  </a:extLst>
                </p14:cNvPr>
                <p14:cNvContentPartPr/>
                <p14:nvPr/>
              </p14:nvContentPartPr>
              <p14:xfrm>
                <a:off x="2132867" y="1436667"/>
                <a:ext cx="122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7CDD883-38A4-F0CD-5F99-0ADC700B0F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8547" y="1432347"/>
                  <a:ext cx="2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A9F0B0-0160-549B-EEC3-4E797288FD19}"/>
                    </a:ext>
                  </a:extLst>
                </p14:cNvPr>
                <p14:cNvContentPartPr/>
                <p14:nvPr/>
              </p14:nvContentPartPr>
              <p14:xfrm>
                <a:off x="2176427" y="1290867"/>
                <a:ext cx="237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A9F0B0-0160-549B-EEC3-4E797288FD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2107" y="1286547"/>
                  <a:ext cx="3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F13C06-73E6-5E53-7020-A3B498FBB205}"/>
                    </a:ext>
                  </a:extLst>
                </p14:cNvPr>
                <p14:cNvContentPartPr/>
                <p14:nvPr/>
              </p14:nvContentPartPr>
              <p14:xfrm>
                <a:off x="2189387" y="1437027"/>
                <a:ext cx="8640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F13C06-73E6-5E53-7020-A3B498FBB2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067" y="143270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45EE5A-C1B5-BEEA-3AF4-4AB3B0280DC7}"/>
                    </a:ext>
                  </a:extLst>
                </p14:cNvPr>
                <p14:cNvContentPartPr/>
                <p14:nvPr/>
              </p14:nvContentPartPr>
              <p14:xfrm>
                <a:off x="2352467" y="1276107"/>
                <a:ext cx="68760" cy="23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45EE5A-C1B5-BEEA-3AF4-4AB3B0280D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8147" y="1271787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C36D1E-0B2F-BF90-6868-03C0021F6DA5}"/>
                    </a:ext>
                  </a:extLst>
                </p14:cNvPr>
                <p14:cNvContentPartPr/>
                <p14:nvPr/>
              </p14:nvContentPartPr>
              <p14:xfrm>
                <a:off x="2324747" y="1380507"/>
                <a:ext cx="146520" cy="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C36D1E-0B2F-BF90-6868-03C0021F6D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0427" y="1376187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F2ECD9-2B38-AA19-5F25-9CF27A00274F}"/>
                    </a:ext>
                  </a:extLst>
                </p14:cNvPr>
                <p14:cNvContentPartPr/>
                <p14:nvPr/>
              </p14:nvContentPartPr>
              <p14:xfrm>
                <a:off x="2446787" y="1410027"/>
                <a:ext cx="7272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F2ECD9-2B38-AA19-5F25-9CF27A0027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2467" y="1405707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454D07-F633-DA2A-ED80-5B23D9D0DAB0}"/>
                  </a:ext>
                </a:extLst>
              </p14:cNvPr>
              <p14:cNvContentPartPr/>
              <p14:nvPr/>
            </p14:nvContentPartPr>
            <p14:xfrm>
              <a:off x="2815427" y="1403547"/>
              <a:ext cx="112320" cy="84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454D07-F633-DA2A-ED80-5B23D9D0DAB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11107" y="1399227"/>
                <a:ext cx="120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5068EF7-7E54-CAC3-D393-09E83AD8A187}"/>
              </a:ext>
            </a:extLst>
          </p:cNvPr>
          <p:cNvGrpSpPr/>
          <p:nvPr/>
        </p:nvGrpSpPr>
        <p:grpSpPr>
          <a:xfrm>
            <a:off x="3340667" y="1258827"/>
            <a:ext cx="594000" cy="314640"/>
            <a:chOff x="3340667" y="1258827"/>
            <a:chExt cx="5940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000627-B0FA-6733-E12D-5DCC353D40FE}"/>
                    </a:ext>
                  </a:extLst>
                </p14:cNvPr>
                <p14:cNvContentPartPr/>
                <p14:nvPr/>
              </p14:nvContentPartPr>
              <p14:xfrm>
                <a:off x="3340667" y="1302387"/>
                <a:ext cx="10800" cy="14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000627-B0FA-6733-E12D-5DCC353D40F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6347" y="1298067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E6D277-686F-CE0A-C7A9-FC42325483FE}"/>
                    </a:ext>
                  </a:extLst>
                </p14:cNvPr>
                <p14:cNvContentPartPr/>
                <p14:nvPr/>
              </p14:nvContentPartPr>
              <p14:xfrm>
                <a:off x="3346067" y="1273227"/>
                <a:ext cx="118440" cy="19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E6D277-686F-CE0A-C7A9-FC42325483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1747" y="1268907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6825451-5B4D-9AB6-776B-56FF04234F9B}"/>
                    </a:ext>
                  </a:extLst>
                </p14:cNvPr>
                <p14:cNvContentPartPr/>
                <p14:nvPr/>
              </p14:nvContentPartPr>
              <p14:xfrm>
                <a:off x="3503387" y="1296267"/>
                <a:ext cx="10260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6825451-5B4D-9AB6-776B-56FF04234F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067" y="1291947"/>
                  <a:ext cx="111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044F42-BC5B-60ED-9F8B-7C6E193FCD25}"/>
                    </a:ext>
                  </a:extLst>
                </p14:cNvPr>
                <p14:cNvContentPartPr/>
                <p14:nvPr/>
              </p14:nvContentPartPr>
              <p14:xfrm>
                <a:off x="3741707" y="1287267"/>
                <a:ext cx="4932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044F42-BC5B-60ED-9F8B-7C6E193FCD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37387" y="1282947"/>
                  <a:ext cx="5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0D78D85-F64F-8841-E718-D530CC52CD7C}"/>
                    </a:ext>
                  </a:extLst>
                </p14:cNvPr>
                <p14:cNvContentPartPr/>
                <p14:nvPr/>
              </p14:nvContentPartPr>
              <p14:xfrm>
                <a:off x="3661787" y="1258827"/>
                <a:ext cx="27288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0D78D85-F64F-8841-E718-D530CC52CD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7467" y="1254507"/>
                  <a:ext cx="281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C0B8F3-2B26-95D3-B30F-AD6A8DCE95F0}"/>
                    </a:ext>
                  </a:extLst>
                </p14:cNvPr>
                <p14:cNvContentPartPr/>
                <p14:nvPr/>
              </p14:nvContentPartPr>
              <p14:xfrm>
                <a:off x="3841787" y="1481307"/>
                <a:ext cx="76320" cy="9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C0B8F3-2B26-95D3-B30F-AD6A8DCE95F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467" y="1476987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5671D4-8EF8-1C5D-62EC-135C04C0A9C1}"/>
              </a:ext>
            </a:extLst>
          </p:cNvPr>
          <p:cNvGrpSpPr/>
          <p:nvPr/>
        </p:nvGrpSpPr>
        <p:grpSpPr>
          <a:xfrm>
            <a:off x="4187387" y="1230747"/>
            <a:ext cx="1735560" cy="374760"/>
            <a:chOff x="4187387" y="1230747"/>
            <a:chExt cx="17355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51A33B-759C-F809-D553-2F08D15BD786}"/>
                    </a:ext>
                  </a:extLst>
                </p14:cNvPr>
                <p14:cNvContentPartPr/>
                <p14:nvPr/>
              </p14:nvContentPartPr>
              <p14:xfrm>
                <a:off x="4187387" y="1345587"/>
                <a:ext cx="99360" cy="8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51A33B-759C-F809-D553-2F08D15BD7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3067" y="1341267"/>
                  <a:ext cx="108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360827-9BAD-8D01-9940-492ADD8899DD}"/>
                    </a:ext>
                  </a:extLst>
                </p14:cNvPr>
                <p14:cNvContentPartPr/>
                <p14:nvPr/>
              </p14:nvContentPartPr>
              <p14:xfrm>
                <a:off x="4328147" y="1342347"/>
                <a:ext cx="137160" cy="6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360827-9BAD-8D01-9940-492ADD8899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3827" y="1338027"/>
                  <a:ext cx="145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F7D15D-4783-B5A9-D5F9-9709DEAEA2EC}"/>
                    </a:ext>
                  </a:extLst>
                </p14:cNvPr>
                <p14:cNvContentPartPr/>
                <p14:nvPr/>
              </p14:nvContentPartPr>
              <p14:xfrm>
                <a:off x="4520027" y="1322187"/>
                <a:ext cx="874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F7D15D-4783-B5A9-D5F9-9709DEAEA2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707" y="1317867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45ADBE-F153-EE08-23E0-2D9661CDAD18}"/>
                    </a:ext>
                  </a:extLst>
                </p14:cNvPr>
                <p14:cNvContentPartPr/>
                <p14:nvPr/>
              </p14:nvContentPartPr>
              <p14:xfrm>
                <a:off x="4715507" y="1372947"/>
                <a:ext cx="81720" cy="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45ADBE-F153-EE08-23E0-2D9661CDAD1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1187" y="1368627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5012A5-C3A0-8216-BE92-E10EB27D01C2}"/>
                    </a:ext>
                  </a:extLst>
                </p14:cNvPr>
                <p14:cNvContentPartPr/>
                <p14:nvPr/>
              </p14:nvContentPartPr>
              <p14:xfrm>
                <a:off x="4868867" y="1230747"/>
                <a:ext cx="11988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5012A5-C3A0-8216-BE92-E10EB27D01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64547" y="1226427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42455B-2D00-A323-F106-4AFFD26CDD5A}"/>
                    </a:ext>
                  </a:extLst>
                </p14:cNvPr>
                <p14:cNvContentPartPr/>
                <p14:nvPr/>
              </p14:nvContentPartPr>
              <p14:xfrm>
                <a:off x="5024027" y="1360707"/>
                <a:ext cx="56880" cy="25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42455B-2D00-A323-F106-4AFFD26CDD5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07" y="1356387"/>
                  <a:ext cx="6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ACC208-14D4-58FF-60F7-E9E0F9ACC26C}"/>
                    </a:ext>
                  </a:extLst>
                </p14:cNvPr>
                <p14:cNvContentPartPr/>
                <p14:nvPr/>
              </p14:nvContentPartPr>
              <p14:xfrm>
                <a:off x="4882907" y="1335507"/>
                <a:ext cx="233640" cy="27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ACC208-14D4-58FF-60F7-E9E0F9ACC2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8587" y="1331187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A5FBC5-0C20-44AC-0E9A-2289CBCC9352}"/>
                    </a:ext>
                  </a:extLst>
                </p14:cNvPr>
                <p14:cNvContentPartPr/>
                <p14:nvPr/>
              </p14:nvContentPartPr>
              <p14:xfrm>
                <a:off x="5204747" y="1367547"/>
                <a:ext cx="116640" cy="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A5FBC5-0C20-44AC-0E9A-2289CBCC93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0427" y="136322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4D2999-849D-84E4-34CD-2D3D09137E69}"/>
                    </a:ext>
                  </a:extLst>
                </p14:cNvPr>
                <p14:cNvContentPartPr/>
                <p14:nvPr/>
              </p14:nvContentPartPr>
              <p14:xfrm>
                <a:off x="5429747" y="1323267"/>
                <a:ext cx="116640" cy="92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4D2999-849D-84E4-34CD-2D3D09137E6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5427" y="1318947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F7C4E5-02D0-035D-B48B-FE25A8467DC2}"/>
                    </a:ext>
                  </a:extLst>
                </p14:cNvPr>
                <p14:cNvContentPartPr/>
                <p14:nvPr/>
              </p14:nvContentPartPr>
              <p14:xfrm>
                <a:off x="5565827" y="1317147"/>
                <a:ext cx="119880" cy="10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F7C4E5-02D0-035D-B48B-FE25A8467D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7" y="1312827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6F68AD-1CEC-CC9F-6959-37C7F01F9067}"/>
                    </a:ext>
                  </a:extLst>
                </p14:cNvPr>
                <p14:cNvContentPartPr/>
                <p14:nvPr/>
              </p14:nvContentPartPr>
              <p14:xfrm>
                <a:off x="5749067" y="1309227"/>
                <a:ext cx="92880" cy="12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6F68AD-1CEC-CC9F-6959-37C7F01F90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44747" y="1304907"/>
                  <a:ext cx="10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9C1BB8-3020-12A8-9C7C-3CDE7A7E81DA}"/>
                    </a:ext>
                  </a:extLst>
                </p14:cNvPr>
                <p14:cNvContentPartPr/>
                <p14:nvPr/>
              </p14:nvContentPartPr>
              <p14:xfrm>
                <a:off x="5899187" y="1385187"/>
                <a:ext cx="2376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9C1BB8-3020-12A8-9C7C-3CDE7A7E81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4867" y="1380867"/>
                  <a:ext cx="324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046D54D-F341-E39D-C84F-D35C125D6FB6}"/>
              </a:ext>
            </a:extLst>
          </p:cNvPr>
          <p:cNvGrpSpPr/>
          <p:nvPr/>
        </p:nvGrpSpPr>
        <p:grpSpPr>
          <a:xfrm>
            <a:off x="1352387" y="2109147"/>
            <a:ext cx="757440" cy="295200"/>
            <a:chOff x="1352387" y="2109147"/>
            <a:chExt cx="7574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71000C4-3C7C-67D4-FFD2-71A54701F14A}"/>
                    </a:ext>
                  </a:extLst>
                </p14:cNvPr>
                <p14:cNvContentPartPr/>
                <p14:nvPr/>
              </p14:nvContentPartPr>
              <p14:xfrm>
                <a:off x="1352387" y="2252787"/>
                <a:ext cx="10584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71000C4-3C7C-67D4-FFD2-71A54701F1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8067" y="2248467"/>
                  <a:ext cx="114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ACACA7-37B7-B5D9-F1E2-ED02E5E60ED3}"/>
                    </a:ext>
                  </a:extLst>
                </p14:cNvPr>
                <p14:cNvContentPartPr/>
                <p14:nvPr/>
              </p14:nvContentPartPr>
              <p14:xfrm>
                <a:off x="1555427" y="2248107"/>
                <a:ext cx="8064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ACACA7-37B7-B5D9-F1E2-ED02E5E60E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1107" y="2243787"/>
                  <a:ext cx="89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E7A71C0-0E0E-1221-7AE2-326780B03032}"/>
                    </a:ext>
                  </a:extLst>
                </p14:cNvPr>
                <p14:cNvContentPartPr/>
                <p14:nvPr/>
              </p14:nvContentPartPr>
              <p14:xfrm>
                <a:off x="1696187" y="2221107"/>
                <a:ext cx="83520" cy="97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E7A71C0-0E0E-1221-7AE2-326780B0303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91867" y="2216787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F62FC95-8A00-2AC3-2DC8-5177B6D95B14}"/>
                    </a:ext>
                  </a:extLst>
                </p14:cNvPr>
                <p14:cNvContentPartPr/>
                <p14:nvPr/>
              </p14:nvContentPartPr>
              <p14:xfrm>
                <a:off x="1916147" y="2109147"/>
                <a:ext cx="95760" cy="22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F62FC95-8A00-2AC3-2DC8-5177B6D95B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1827" y="2104827"/>
                  <a:ext cx="10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594282-8BCD-D8EF-A112-57E3AE70FA9C}"/>
                    </a:ext>
                  </a:extLst>
                </p14:cNvPr>
                <p14:cNvContentPartPr/>
                <p14:nvPr/>
              </p14:nvContentPartPr>
              <p14:xfrm>
                <a:off x="1866467" y="2191947"/>
                <a:ext cx="17784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594282-8BCD-D8EF-A112-57E3AE70FA9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2147" y="2187627"/>
                  <a:ext cx="186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0C83F9-1C7B-1B8D-411E-325E272BF15E}"/>
                    </a:ext>
                  </a:extLst>
                </p14:cNvPr>
                <p14:cNvContentPartPr/>
                <p14:nvPr/>
              </p14:nvContentPartPr>
              <p14:xfrm>
                <a:off x="2092907" y="2268987"/>
                <a:ext cx="1692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0C83F9-1C7B-1B8D-411E-325E272BF15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587" y="2264667"/>
                  <a:ext cx="2556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11FA2D3-0F54-3DC2-CFC0-0CD09B900422}"/>
                  </a:ext>
                </a:extLst>
              </p14:cNvPr>
              <p14:cNvContentPartPr/>
              <p14:nvPr/>
            </p14:nvContentPartPr>
            <p14:xfrm>
              <a:off x="7426307" y="3052707"/>
              <a:ext cx="1080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11FA2D3-0F54-3DC2-CFC0-0CD09B90042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1987" y="3048387"/>
                <a:ext cx="194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75E7D5C-C4ED-44B8-747C-0FFF3642DF25}"/>
              </a:ext>
            </a:extLst>
          </p:cNvPr>
          <p:cNvGrpSpPr/>
          <p:nvPr/>
        </p:nvGrpSpPr>
        <p:grpSpPr>
          <a:xfrm>
            <a:off x="3554507" y="1726827"/>
            <a:ext cx="5297760" cy="2968373"/>
            <a:chOff x="3554507" y="1726827"/>
            <a:chExt cx="5297760" cy="2968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ABBD1E-04E6-3578-6D91-6AD55018C09F}"/>
                    </a:ext>
                  </a:extLst>
                </p14:cNvPr>
                <p14:cNvContentPartPr/>
                <p14:nvPr/>
              </p14:nvContentPartPr>
              <p14:xfrm>
                <a:off x="3554507" y="2078907"/>
                <a:ext cx="141840" cy="112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ABBD1E-04E6-3578-6D91-6AD55018C0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0187" y="2074587"/>
                  <a:ext cx="150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6E8D242-E826-6493-3903-D6199758F31B}"/>
                    </a:ext>
                  </a:extLst>
                </p14:cNvPr>
                <p14:cNvContentPartPr/>
                <p14:nvPr/>
              </p14:nvContentPartPr>
              <p14:xfrm>
                <a:off x="3730547" y="2070267"/>
                <a:ext cx="103680" cy="113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6E8D242-E826-6493-3903-D6199758F3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26227" y="2065947"/>
                  <a:ext cx="11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D02D50B-2ADA-0689-C9C3-21FDEB911335}"/>
                    </a:ext>
                  </a:extLst>
                </p14:cNvPr>
                <p14:cNvContentPartPr/>
                <p14:nvPr/>
              </p14:nvContentPartPr>
              <p14:xfrm>
                <a:off x="3862307" y="2077467"/>
                <a:ext cx="90000" cy="72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D02D50B-2ADA-0689-C9C3-21FDEB91133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7987" y="2073147"/>
                  <a:ext cx="9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B55ABD6-14DC-9A4B-BC85-B7F13AD3EB01}"/>
                    </a:ext>
                  </a:extLst>
                </p14:cNvPr>
                <p14:cNvContentPartPr/>
                <p14:nvPr/>
              </p14:nvContentPartPr>
              <p14:xfrm>
                <a:off x="4007387" y="1920867"/>
                <a:ext cx="97920" cy="23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B55ABD6-14DC-9A4B-BC85-B7F13AD3EB0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3067" y="1916547"/>
                  <a:ext cx="106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AB5E4B5-3FCC-BCAF-44F6-5FCC10F0B3DB}"/>
                    </a:ext>
                  </a:extLst>
                </p14:cNvPr>
                <p14:cNvContentPartPr/>
                <p14:nvPr/>
              </p14:nvContentPartPr>
              <p14:xfrm>
                <a:off x="4018547" y="2029227"/>
                <a:ext cx="89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AB5E4B5-3FCC-BCAF-44F6-5FCC10F0B3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4227" y="2024907"/>
                  <a:ext cx="9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613C311-B827-2C17-0B55-4642239011A0}"/>
                    </a:ext>
                  </a:extLst>
                </p14:cNvPr>
                <p14:cNvContentPartPr/>
                <p14:nvPr/>
              </p14:nvContentPartPr>
              <p14:xfrm>
                <a:off x="4295387" y="2007267"/>
                <a:ext cx="195840" cy="37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613C311-B827-2C17-0B55-4642239011A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1067" y="2002947"/>
                  <a:ext cx="204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BBAEF8-A015-58DB-BF5A-FD9CBE4D01DB}"/>
                    </a:ext>
                  </a:extLst>
                </p14:cNvPr>
                <p14:cNvContentPartPr/>
                <p14:nvPr/>
              </p14:nvContentPartPr>
              <p14:xfrm>
                <a:off x="4329227" y="2274387"/>
                <a:ext cx="8856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BBAEF8-A015-58DB-BF5A-FD9CBE4D01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4907" y="2270067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8A2D407-FE82-8CE1-853F-4389B17A67EF}"/>
                    </a:ext>
                  </a:extLst>
                </p14:cNvPr>
                <p14:cNvContentPartPr/>
                <p14:nvPr/>
              </p14:nvContentPartPr>
              <p14:xfrm>
                <a:off x="4431827" y="2287707"/>
                <a:ext cx="6984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8A2D407-FE82-8CE1-853F-4389B17A67E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27507" y="2283387"/>
                  <a:ext cx="78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CB54DD-F720-0E95-AB15-623CEE7A35DD}"/>
                    </a:ext>
                  </a:extLst>
                </p14:cNvPr>
                <p14:cNvContentPartPr/>
                <p14:nvPr/>
              </p14:nvContentPartPr>
              <p14:xfrm>
                <a:off x="4147427" y="2395347"/>
                <a:ext cx="491760" cy="36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CB54DD-F720-0E95-AB15-623CEE7A35D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3107" y="2391027"/>
                  <a:ext cx="50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D55DEB-6CB2-B53D-D7ED-F69562A1B991}"/>
                    </a:ext>
                  </a:extLst>
                </p14:cNvPr>
                <p14:cNvContentPartPr/>
                <p14:nvPr/>
              </p14:nvContentPartPr>
              <p14:xfrm>
                <a:off x="4350467" y="2477067"/>
                <a:ext cx="144000" cy="19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D55DEB-6CB2-B53D-D7ED-F69562A1B9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147" y="2472747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23D9E42-5EED-1C43-7A6A-41729195F5BB}"/>
                    </a:ext>
                  </a:extLst>
                </p14:cNvPr>
                <p14:cNvContentPartPr/>
                <p14:nvPr/>
              </p14:nvContentPartPr>
              <p14:xfrm>
                <a:off x="5873627" y="1870107"/>
                <a:ext cx="9000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23D9E42-5EED-1C43-7A6A-41729195F5B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9307" y="1865787"/>
                  <a:ext cx="98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7052E27-D081-C55A-030B-1602B6F8B1E2}"/>
                    </a:ext>
                  </a:extLst>
                </p14:cNvPr>
                <p14:cNvContentPartPr/>
                <p14:nvPr/>
              </p14:nvContentPartPr>
              <p14:xfrm>
                <a:off x="6045707" y="1875507"/>
                <a:ext cx="11376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7052E27-D081-C55A-030B-1602B6F8B1E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1387" y="1871187"/>
                  <a:ext cx="12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328A71-421A-B674-E53A-C6A0C4011F75}"/>
                    </a:ext>
                  </a:extLst>
                </p14:cNvPr>
                <p14:cNvContentPartPr/>
                <p14:nvPr/>
              </p14:nvContentPartPr>
              <p14:xfrm>
                <a:off x="6215267" y="1848507"/>
                <a:ext cx="9504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328A71-421A-B674-E53A-C6A0C4011F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0947" y="1844187"/>
                  <a:ext cx="10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E6E4160-05B6-1110-D666-8793214EB182}"/>
                    </a:ext>
                  </a:extLst>
                </p14:cNvPr>
                <p14:cNvContentPartPr/>
                <p14:nvPr/>
              </p14:nvContentPartPr>
              <p14:xfrm>
                <a:off x="6415787" y="1726827"/>
                <a:ext cx="43920" cy="18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E6E4160-05B6-1110-D666-8793214EB1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1467" y="1722507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8D3638-264E-CDBB-342A-2393506BC0D2}"/>
                    </a:ext>
                  </a:extLst>
                </p14:cNvPr>
                <p14:cNvContentPartPr/>
                <p14:nvPr/>
              </p14:nvContentPartPr>
              <p14:xfrm>
                <a:off x="6403547" y="1830507"/>
                <a:ext cx="121680" cy="2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8D3638-264E-CDBB-342A-2393506BC0D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99227" y="1826187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70CFD8-E221-043C-D6F9-23D9384B94F1}"/>
                    </a:ext>
                  </a:extLst>
                </p14:cNvPr>
                <p14:cNvContentPartPr/>
                <p14:nvPr/>
              </p14:nvContentPartPr>
              <p14:xfrm>
                <a:off x="6665987" y="1810347"/>
                <a:ext cx="129960" cy="31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70CFD8-E221-043C-D6F9-23D9384B94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67" y="1806027"/>
                  <a:ext cx="138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20AD0D1-2B05-1570-7414-E68ED014F701}"/>
                    </a:ext>
                  </a:extLst>
                </p14:cNvPr>
                <p14:cNvContentPartPr/>
                <p14:nvPr/>
              </p14:nvContentPartPr>
              <p14:xfrm>
                <a:off x="6615227" y="2097267"/>
                <a:ext cx="133920" cy="78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20AD0D1-2B05-1570-7414-E68ED014F70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0907" y="2092947"/>
                  <a:ext cx="14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0DF0FC0-6095-37D5-2FBB-FC36FE567C75}"/>
                    </a:ext>
                  </a:extLst>
                </p14:cNvPr>
                <p14:cNvContentPartPr/>
                <p14:nvPr/>
              </p14:nvContentPartPr>
              <p14:xfrm>
                <a:off x="6734027" y="2089347"/>
                <a:ext cx="67320" cy="9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0DF0FC0-6095-37D5-2FBB-FC36FE567C7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29707" y="2085027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1E82DE3-B4C2-8642-D530-B128BF755B58}"/>
                    </a:ext>
                  </a:extLst>
                </p14:cNvPr>
                <p14:cNvContentPartPr/>
                <p14:nvPr/>
              </p14:nvContentPartPr>
              <p14:xfrm>
                <a:off x="6456467" y="2196627"/>
                <a:ext cx="454680" cy="35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1E82DE3-B4C2-8642-D530-B128BF755B5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52147" y="2192307"/>
                  <a:ext cx="463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DAAC1E-34B7-8B28-552B-CF865D2639A1}"/>
                    </a:ext>
                  </a:extLst>
                </p14:cNvPr>
                <p14:cNvContentPartPr/>
                <p14:nvPr/>
              </p14:nvContentPartPr>
              <p14:xfrm>
                <a:off x="6658067" y="2292747"/>
                <a:ext cx="141840" cy="19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DAAC1E-34B7-8B28-552B-CF865D2639A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53747" y="2288427"/>
                  <a:ext cx="150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BBD1992-CE72-F319-5D6A-ACD7C00525DB}"/>
                    </a:ext>
                  </a:extLst>
                </p14:cNvPr>
                <p14:cNvContentPartPr/>
                <p14:nvPr/>
              </p14:nvContentPartPr>
              <p14:xfrm>
                <a:off x="6866867" y="2500107"/>
                <a:ext cx="2444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BBD1992-CE72-F319-5D6A-ACD7C00525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62547" y="2495787"/>
                  <a:ext cx="253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1437EB-FD60-0AAC-580A-9EA25E92C5BA}"/>
                    </a:ext>
                  </a:extLst>
                </p14:cNvPr>
                <p14:cNvContentPartPr/>
                <p14:nvPr/>
              </p14:nvContentPartPr>
              <p14:xfrm>
                <a:off x="7068107" y="2685507"/>
                <a:ext cx="99360" cy="12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1437EB-FD60-0AAC-580A-9EA25E92C5B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63787" y="2681187"/>
                  <a:ext cx="10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B92B0EB-6D2A-66A2-655A-BF325CF14D76}"/>
                    </a:ext>
                  </a:extLst>
                </p14:cNvPr>
                <p14:cNvContentPartPr/>
                <p14:nvPr/>
              </p14:nvContentPartPr>
              <p14:xfrm>
                <a:off x="7133627" y="2758587"/>
                <a:ext cx="369000" cy="29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B92B0EB-6D2A-66A2-655A-BF325CF14D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29307" y="2754267"/>
                  <a:ext cx="377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CD11FE-F23D-8B73-1114-8137A8C5CC94}"/>
                    </a:ext>
                  </a:extLst>
                </p14:cNvPr>
                <p14:cNvContentPartPr/>
                <p14:nvPr/>
              </p14:nvContentPartPr>
              <p14:xfrm>
                <a:off x="7244867" y="2821587"/>
                <a:ext cx="121320" cy="20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CD11FE-F23D-8B73-1114-8137A8C5CC9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40547" y="2817267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281AFA1-A93D-0008-8037-5D984DD3A0CA}"/>
                    </a:ext>
                  </a:extLst>
                </p14:cNvPr>
                <p14:cNvContentPartPr/>
                <p14:nvPr/>
              </p14:nvContentPartPr>
              <p14:xfrm>
                <a:off x="7273307" y="2905827"/>
                <a:ext cx="1422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281AFA1-A93D-0008-8037-5D984DD3A0C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8987" y="2901507"/>
                  <a:ext cx="15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1EB10A7-0CE8-1E5A-8E9F-43362CD617C4}"/>
                    </a:ext>
                  </a:extLst>
                </p14:cNvPr>
                <p14:cNvContentPartPr/>
                <p14:nvPr/>
              </p14:nvContentPartPr>
              <p14:xfrm>
                <a:off x="6189347" y="2550147"/>
                <a:ext cx="36144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1EB10A7-0CE8-1E5A-8E9F-43362CD617C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85027" y="254582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65E83A-F26C-6D6E-0303-39A27F731CCC}"/>
                    </a:ext>
                  </a:extLst>
                </p14:cNvPr>
                <p14:cNvContentPartPr/>
                <p14:nvPr/>
              </p14:nvContentPartPr>
              <p14:xfrm>
                <a:off x="6150467" y="2742027"/>
                <a:ext cx="1551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65E83A-F26C-6D6E-0303-39A27F731C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46147" y="2737707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14D2C2C-F2E1-F266-FB18-3F402E1D500F}"/>
                    </a:ext>
                  </a:extLst>
                </p14:cNvPr>
                <p14:cNvContentPartPr/>
                <p14:nvPr/>
              </p14:nvContentPartPr>
              <p14:xfrm>
                <a:off x="5888387" y="2893227"/>
                <a:ext cx="374760" cy="29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14D2C2C-F2E1-F266-FB18-3F402E1D500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84067" y="2888907"/>
                  <a:ext cx="383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B0B6AEC-F63E-42D1-028E-92355551514B}"/>
                    </a:ext>
                  </a:extLst>
                </p14:cNvPr>
                <p14:cNvContentPartPr/>
                <p14:nvPr/>
              </p14:nvContentPartPr>
              <p14:xfrm>
                <a:off x="6023027" y="2983587"/>
                <a:ext cx="13680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B0B6AEC-F63E-42D1-028E-9235555151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707" y="2979267"/>
                  <a:ext cx="145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3BBCB0E-6915-6EC6-38D5-120F09A78C73}"/>
                    </a:ext>
                  </a:extLst>
                </p14:cNvPr>
                <p14:cNvContentPartPr/>
                <p14:nvPr/>
              </p14:nvContentPartPr>
              <p14:xfrm>
                <a:off x="6073787" y="3011307"/>
                <a:ext cx="47880" cy="14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3BBCB0E-6915-6EC6-38D5-120F09A78C7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69467" y="3006987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AD43B5-2A46-98E2-A189-5625C3F8AD48}"/>
                    </a:ext>
                  </a:extLst>
                </p14:cNvPr>
                <p14:cNvContentPartPr/>
                <p14:nvPr/>
              </p14:nvContentPartPr>
              <p14:xfrm>
                <a:off x="7396067" y="3025707"/>
                <a:ext cx="370080" cy="29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AD43B5-2A46-98E2-A189-5625C3F8AD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91747" y="3021387"/>
                  <a:ext cx="37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CD954CD-C298-7930-7088-6225BF0FACC6}"/>
                    </a:ext>
                  </a:extLst>
                </p14:cNvPr>
                <p14:cNvContentPartPr/>
                <p14:nvPr/>
              </p14:nvContentPartPr>
              <p14:xfrm>
                <a:off x="7679747" y="3243147"/>
                <a:ext cx="158400" cy="16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CD954CD-C298-7930-7088-6225BF0FACC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75427" y="3238827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F8B9F92-3A41-BDFB-3DD2-D2E150F3652E}"/>
                    </a:ext>
                  </a:extLst>
                </p14:cNvPr>
                <p14:cNvContentPartPr/>
                <p14:nvPr/>
              </p14:nvContentPartPr>
              <p14:xfrm>
                <a:off x="7722947" y="3355467"/>
                <a:ext cx="422640" cy="34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F8B9F92-3A41-BDFB-3DD2-D2E150F3652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8627" y="3351147"/>
                  <a:ext cx="431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BC09D87-5391-7AFE-02F1-8208362D37AB}"/>
                    </a:ext>
                  </a:extLst>
                </p14:cNvPr>
                <p14:cNvContentPartPr/>
                <p14:nvPr/>
              </p14:nvContentPartPr>
              <p14:xfrm>
                <a:off x="7811147" y="3436827"/>
                <a:ext cx="129600" cy="23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BC09D87-5391-7AFE-02F1-8208362D37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827" y="3432507"/>
                  <a:ext cx="138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71B019D-5745-391B-79AF-85ECDFCDFB20}"/>
                    </a:ext>
                  </a:extLst>
                </p14:cNvPr>
                <p14:cNvContentPartPr/>
                <p14:nvPr/>
              </p14:nvContentPartPr>
              <p14:xfrm>
                <a:off x="8086907" y="3630867"/>
                <a:ext cx="207720" cy="383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71B019D-5745-391B-79AF-85ECDFCDFB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2587" y="3626547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90B7F51-3C8B-A91E-5441-2ECBF83F2EE6}"/>
                    </a:ext>
                  </a:extLst>
                </p14:cNvPr>
                <p14:cNvContentPartPr/>
                <p14:nvPr/>
              </p14:nvContentPartPr>
              <p14:xfrm>
                <a:off x="8247467" y="3931467"/>
                <a:ext cx="15912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90B7F51-3C8B-A91E-5441-2ECBF83F2EE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3147" y="3927147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F546B8-859F-AA31-7E63-9BF27F2D4491}"/>
                    </a:ext>
                  </a:extLst>
                </p14:cNvPr>
                <p14:cNvContentPartPr/>
                <p14:nvPr/>
              </p14:nvContentPartPr>
              <p14:xfrm>
                <a:off x="8344307" y="3941000"/>
                <a:ext cx="507960" cy="42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F546B8-859F-AA31-7E63-9BF27F2D449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35667" y="3932000"/>
                  <a:ext cx="525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F2046F9-9C8F-B196-104A-C1DA6CF42AE7}"/>
                    </a:ext>
                  </a:extLst>
                </p14:cNvPr>
                <p14:cNvContentPartPr/>
                <p14:nvPr/>
              </p14:nvContentPartPr>
              <p14:xfrm>
                <a:off x="8538347" y="4107680"/>
                <a:ext cx="26640" cy="17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2046F9-9C8F-B196-104A-C1DA6CF42AE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29347" y="4098680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FDEADB-5A5F-4670-8217-5EE93A2C6F43}"/>
                    </a:ext>
                  </a:extLst>
                </p14:cNvPr>
                <p14:cNvContentPartPr/>
                <p14:nvPr/>
              </p14:nvContentPartPr>
              <p14:xfrm>
                <a:off x="8606027" y="4115240"/>
                <a:ext cx="108360" cy="15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FDEADB-5A5F-4670-8217-5EE93A2C6F4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7027" y="4106600"/>
                  <a:ext cx="126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D73C51A-8C39-BCA2-F5A6-6F6D4DEC40E0}"/>
                    </a:ext>
                  </a:extLst>
                </p14:cNvPr>
                <p14:cNvContentPartPr/>
                <p14:nvPr/>
              </p14:nvContentPartPr>
              <p14:xfrm>
                <a:off x="5757347" y="3169520"/>
                <a:ext cx="19800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D73C51A-8C39-BCA2-F5A6-6F6D4DEC40E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347" y="3160520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F73CF15-0D96-E370-44A1-E86A1D7C5982}"/>
                    </a:ext>
                  </a:extLst>
                </p14:cNvPr>
                <p14:cNvContentPartPr/>
                <p14:nvPr/>
              </p14:nvContentPartPr>
              <p14:xfrm>
                <a:off x="5650427" y="3410000"/>
                <a:ext cx="144360" cy="100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F73CF15-0D96-E370-44A1-E86A1D7C59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1787" y="3401360"/>
                  <a:ext cx="162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C1F040-E280-3645-07F4-75A623660E17}"/>
                    </a:ext>
                  </a:extLst>
                </p14:cNvPr>
                <p14:cNvContentPartPr/>
                <p14:nvPr/>
              </p14:nvContentPartPr>
              <p14:xfrm>
                <a:off x="5407067" y="3559760"/>
                <a:ext cx="1267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C1F040-E280-3645-07F4-75A623660E1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98427" y="3551120"/>
                  <a:ext cx="144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A904F44-E51F-CF1A-9440-80D743E200F9}"/>
                    </a:ext>
                  </a:extLst>
                </p14:cNvPr>
                <p14:cNvContentPartPr/>
                <p14:nvPr/>
              </p14:nvContentPartPr>
              <p14:xfrm>
                <a:off x="5217707" y="3448520"/>
                <a:ext cx="582480" cy="46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A904F44-E51F-CF1A-9440-80D743E200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8707" y="3439520"/>
                  <a:ext cx="600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EB29BC-348C-273B-3AE1-A81234347539}"/>
                    </a:ext>
                  </a:extLst>
                </p14:cNvPr>
                <p14:cNvContentPartPr/>
                <p14:nvPr/>
              </p14:nvContentPartPr>
              <p14:xfrm>
                <a:off x="5078387" y="3911480"/>
                <a:ext cx="238680" cy="308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EB29BC-348C-273B-3AE1-A8123434753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69387" y="3902840"/>
                  <a:ext cx="256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0249AF4-D496-C4A1-6BEB-43A216FE25F5}"/>
                    </a:ext>
                  </a:extLst>
                </p14:cNvPr>
                <p14:cNvContentPartPr/>
                <p14:nvPr/>
              </p14:nvContentPartPr>
              <p14:xfrm>
                <a:off x="5017547" y="4150520"/>
                <a:ext cx="185040" cy="10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249AF4-D496-C4A1-6BEB-43A216FE25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8547" y="4141520"/>
                  <a:ext cx="20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2ED6101-CC68-3301-502B-84FB387CF56F}"/>
                    </a:ext>
                  </a:extLst>
                </p14:cNvPr>
                <p14:cNvContentPartPr/>
                <p14:nvPr/>
              </p14:nvContentPartPr>
              <p14:xfrm>
                <a:off x="4707227" y="4217840"/>
                <a:ext cx="565200" cy="455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2ED6101-CC68-3301-502B-84FB387CF56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8587" y="4209200"/>
                  <a:ext cx="582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B778548-0306-D19A-5B19-877055AFDE9C}"/>
                    </a:ext>
                  </a:extLst>
                </p14:cNvPr>
                <p14:cNvContentPartPr/>
                <p14:nvPr/>
              </p14:nvContentPartPr>
              <p14:xfrm>
                <a:off x="4961747" y="4405040"/>
                <a:ext cx="44640" cy="139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B778548-0306-D19A-5B19-877055AFDE9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2747" y="4396040"/>
                  <a:ext cx="6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C0A7E58-F0F4-8308-408A-375D7BFAECAA}"/>
                    </a:ext>
                  </a:extLst>
                </p14:cNvPr>
                <p14:cNvContentPartPr/>
                <p14:nvPr/>
              </p14:nvContentPartPr>
              <p14:xfrm>
                <a:off x="7528907" y="3700880"/>
                <a:ext cx="231480" cy="355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C0A7E58-F0F4-8308-408A-375D7BFAECA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20267" y="3691880"/>
                  <a:ext cx="249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AD0B6-AA32-DF45-772C-DA389F03223C}"/>
                    </a:ext>
                  </a:extLst>
                </p14:cNvPr>
                <p14:cNvContentPartPr/>
                <p14:nvPr/>
              </p14:nvContentPartPr>
              <p14:xfrm>
                <a:off x="7388867" y="4002560"/>
                <a:ext cx="169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AD0B6-AA32-DF45-772C-DA389F03223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867" y="3993560"/>
                  <a:ext cx="186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7260A0-92AF-A3C0-8F0D-442E8103BA5C}"/>
                    </a:ext>
                  </a:extLst>
                </p14:cNvPr>
                <p14:cNvContentPartPr/>
                <p14:nvPr/>
              </p14:nvContentPartPr>
              <p14:xfrm>
                <a:off x="7256387" y="4355000"/>
                <a:ext cx="153720" cy="245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7260A0-92AF-A3C0-8F0D-442E8103BA5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47387" y="4346360"/>
                  <a:ext cx="171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F362100-C4D5-A2A9-08BC-4E7989D1F548}"/>
                    </a:ext>
                  </a:extLst>
                </p14:cNvPr>
                <p14:cNvContentPartPr/>
                <p14:nvPr/>
              </p14:nvContentPartPr>
              <p14:xfrm>
                <a:off x="7088267" y="4195520"/>
                <a:ext cx="571320" cy="49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F362100-C4D5-A2A9-08BC-4E7989D1F54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79267" y="4186520"/>
                  <a:ext cx="588960" cy="51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1E4D43E-B11A-2E71-4094-8170ACF61615}"/>
              </a:ext>
            </a:extLst>
          </p:cNvPr>
          <p:cNvGrpSpPr/>
          <p:nvPr/>
        </p:nvGrpSpPr>
        <p:grpSpPr>
          <a:xfrm>
            <a:off x="1066907" y="5407827"/>
            <a:ext cx="1346040" cy="556560"/>
            <a:chOff x="1066907" y="5407827"/>
            <a:chExt cx="134604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AB9C5C4-8748-38BB-92D7-B3C09314382C}"/>
                    </a:ext>
                  </a:extLst>
                </p14:cNvPr>
                <p14:cNvContentPartPr/>
                <p14:nvPr/>
              </p14:nvContentPartPr>
              <p14:xfrm>
                <a:off x="1066907" y="5418267"/>
                <a:ext cx="307080" cy="336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AB9C5C4-8748-38BB-92D7-B3C09314382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2587" y="5413947"/>
                  <a:ext cx="3157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BCA3907-41CB-68B4-1482-61B95A65FEDD}"/>
                    </a:ext>
                  </a:extLst>
                </p14:cNvPr>
                <p14:cNvContentPartPr/>
                <p14:nvPr/>
              </p14:nvContentPartPr>
              <p14:xfrm>
                <a:off x="1366787" y="5645427"/>
                <a:ext cx="138960" cy="79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BCA3907-41CB-68B4-1482-61B95A65FE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62467" y="5641107"/>
                  <a:ext cx="147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1673756-4B04-17FD-37F4-44C2B36663C2}"/>
                    </a:ext>
                  </a:extLst>
                </p14:cNvPr>
                <p14:cNvContentPartPr/>
                <p14:nvPr/>
              </p14:nvContentPartPr>
              <p14:xfrm>
                <a:off x="1620227" y="5470107"/>
                <a:ext cx="99360" cy="244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1673756-4B04-17FD-37F4-44C2B36663C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15907" y="5465787"/>
                  <a:ext cx="108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D1D8266-3D22-6ECE-99FD-4C463C7B2360}"/>
                    </a:ext>
                  </a:extLst>
                </p14:cNvPr>
                <p14:cNvContentPartPr/>
                <p14:nvPr/>
              </p14:nvContentPartPr>
              <p14:xfrm>
                <a:off x="1581347" y="5571627"/>
                <a:ext cx="114840" cy="20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D1D8266-3D22-6ECE-99FD-4C463C7B236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77027" y="5567307"/>
                  <a:ext cx="123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F583AB3-DE92-C673-E8AB-B59C589204B2}"/>
                    </a:ext>
                  </a:extLst>
                </p14:cNvPr>
                <p14:cNvContentPartPr/>
                <p14:nvPr/>
              </p14:nvContentPartPr>
              <p14:xfrm>
                <a:off x="1690427" y="5620227"/>
                <a:ext cx="114120" cy="344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F583AB3-DE92-C673-E8AB-B59C589204B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86107" y="5615907"/>
                  <a:ext cx="1227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530EA2-9FDF-F88C-A0F2-F03BC9D14123}"/>
                    </a:ext>
                  </a:extLst>
                </p14:cNvPr>
                <p14:cNvContentPartPr/>
                <p14:nvPr/>
              </p14:nvContentPartPr>
              <p14:xfrm>
                <a:off x="1742267" y="5564067"/>
                <a:ext cx="149760" cy="173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530EA2-9FDF-F88C-A0F2-F03BC9D141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37947" y="5559747"/>
                  <a:ext cx="158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E2BB2F8-A4EA-E50A-E470-1D4E7825266D}"/>
                    </a:ext>
                  </a:extLst>
                </p14:cNvPr>
                <p14:cNvContentPartPr/>
                <p14:nvPr/>
              </p14:nvContentPartPr>
              <p14:xfrm>
                <a:off x="1927307" y="5588907"/>
                <a:ext cx="129240" cy="93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E2BB2F8-A4EA-E50A-E470-1D4E7825266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22987" y="5584587"/>
                  <a:ext cx="137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6D60498-9365-F90C-545C-3B23D1E1DAC2}"/>
                    </a:ext>
                  </a:extLst>
                </p14:cNvPr>
                <p14:cNvContentPartPr/>
                <p14:nvPr/>
              </p14:nvContentPartPr>
              <p14:xfrm>
                <a:off x="2172107" y="5407827"/>
                <a:ext cx="92880" cy="241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6D60498-9365-F90C-545C-3B23D1E1DAC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67787" y="5403507"/>
                  <a:ext cx="101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1A22F38-AF15-F35F-FFAE-BE68C0983F75}"/>
                    </a:ext>
                  </a:extLst>
                </p14:cNvPr>
                <p14:cNvContentPartPr/>
                <p14:nvPr/>
              </p14:nvContentPartPr>
              <p14:xfrm>
                <a:off x="2141867" y="5498547"/>
                <a:ext cx="166680" cy="33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1A22F38-AF15-F35F-FFAE-BE68C0983F7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37547" y="5494227"/>
                  <a:ext cx="175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F28FBC0-75B9-88BF-B4C1-37E76E5A0F75}"/>
                    </a:ext>
                  </a:extLst>
                </p14:cNvPr>
                <p14:cNvContentPartPr/>
                <p14:nvPr/>
              </p14:nvContentPartPr>
              <p14:xfrm>
                <a:off x="2387747" y="5510427"/>
                <a:ext cx="25200" cy="72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F28FBC0-75B9-88BF-B4C1-37E76E5A0F7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383427" y="5506107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BE978D-1343-A908-1A74-BE9FD62BB0E2}"/>
                    </a:ext>
                  </a:extLst>
                </p14:cNvPr>
                <p14:cNvContentPartPr/>
                <p14:nvPr/>
              </p14:nvContentPartPr>
              <p14:xfrm>
                <a:off x="2372267" y="5637507"/>
                <a:ext cx="28800" cy="25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BE978D-1343-A908-1A74-BE9FD62BB0E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67947" y="5633187"/>
                  <a:ext cx="374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09BC3DD-C797-7DB4-FEE6-47C79A0F99A5}"/>
                  </a:ext>
                </a:extLst>
              </p14:cNvPr>
              <p14:cNvContentPartPr/>
              <p14:nvPr/>
            </p14:nvContentPartPr>
            <p14:xfrm>
              <a:off x="4091627" y="6259227"/>
              <a:ext cx="10800" cy="133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09BC3DD-C797-7DB4-FEE6-47C79A0F99A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087307" y="6254907"/>
                <a:ext cx="19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49A9E12-E28C-9BA0-EA70-9329DF302ED4}"/>
                  </a:ext>
                </a:extLst>
              </p14:cNvPr>
              <p14:cNvContentPartPr/>
              <p14:nvPr/>
            </p14:nvContentPartPr>
            <p14:xfrm>
              <a:off x="2156627" y="5848467"/>
              <a:ext cx="255600" cy="2984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49A9E12-E28C-9BA0-EA70-9329DF302ED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152307" y="5844147"/>
                <a:ext cx="26424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B3290A7-7D54-C1CB-BFC3-A66AE04811F5}"/>
              </a:ext>
            </a:extLst>
          </p:cNvPr>
          <p:cNvGrpSpPr/>
          <p:nvPr/>
        </p:nvGrpSpPr>
        <p:grpSpPr>
          <a:xfrm>
            <a:off x="2776907" y="5869707"/>
            <a:ext cx="185760" cy="270360"/>
            <a:chOff x="2776907" y="5869707"/>
            <a:chExt cx="18576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23120C-A854-A5E0-BDFD-036F53723376}"/>
                    </a:ext>
                  </a:extLst>
                </p14:cNvPr>
                <p14:cNvContentPartPr/>
                <p14:nvPr/>
              </p14:nvContentPartPr>
              <p14:xfrm>
                <a:off x="2776907" y="5869707"/>
                <a:ext cx="185760" cy="210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23120C-A854-A5E0-BDFD-036F5372337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72587" y="5865387"/>
                  <a:ext cx="194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F0E5309-2F4C-505C-7AA7-7FA425EE4A86}"/>
                    </a:ext>
                  </a:extLst>
                </p14:cNvPr>
                <p14:cNvContentPartPr/>
                <p14:nvPr/>
              </p14:nvContentPartPr>
              <p14:xfrm>
                <a:off x="2883107" y="5940987"/>
                <a:ext cx="56880" cy="199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F0E5309-2F4C-505C-7AA7-7FA425EE4A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878787" y="5936667"/>
                  <a:ext cx="6552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719E1D3-3AC7-EA74-66A8-E83843E8C3A8}"/>
                  </a:ext>
                </a:extLst>
              </p14:cNvPr>
              <p14:cNvContentPartPr/>
              <p14:nvPr/>
            </p14:nvContentPartPr>
            <p14:xfrm>
              <a:off x="3436067" y="5890587"/>
              <a:ext cx="198360" cy="198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719E1D3-3AC7-EA74-66A8-E83843E8C3A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431747" y="5886267"/>
                <a:ext cx="2070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63539EF-F678-D0DA-4A1A-0F132F5067AE}"/>
                  </a:ext>
                </a:extLst>
              </p14:cNvPr>
              <p14:cNvContentPartPr/>
              <p14:nvPr/>
            </p14:nvContentPartPr>
            <p14:xfrm>
              <a:off x="4209707" y="5866467"/>
              <a:ext cx="97560" cy="2887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63539EF-F678-D0DA-4A1A-0F132F5067A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205387" y="5862147"/>
                <a:ext cx="1062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5B6FB59-2055-BB98-6922-2C712BB5A950}"/>
                  </a:ext>
                </a:extLst>
              </p14:cNvPr>
              <p14:cNvContentPartPr/>
              <p14:nvPr/>
            </p14:nvContentPartPr>
            <p14:xfrm>
              <a:off x="6836627" y="5852427"/>
              <a:ext cx="194400" cy="3052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5B6FB59-2055-BB98-6922-2C712BB5A95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832307" y="5848107"/>
                <a:ext cx="203040" cy="31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58224DE-2A7F-F085-DF3A-A19D0546501D}"/>
              </a:ext>
            </a:extLst>
          </p:cNvPr>
          <p:cNvGrpSpPr/>
          <p:nvPr/>
        </p:nvGrpSpPr>
        <p:grpSpPr>
          <a:xfrm>
            <a:off x="7665707" y="5908227"/>
            <a:ext cx="449280" cy="242280"/>
            <a:chOff x="7665707" y="5908227"/>
            <a:chExt cx="44928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A9810F8-4BD6-6CA8-08E6-9CAC6C43A067}"/>
                    </a:ext>
                  </a:extLst>
                </p14:cNvPr>
                <p14:cNvContentPartPr/>
                <p14:nvPr/>
              </p14:nvContentPartPr>
              <p14:xfrm>
                <a:off x="7665707" y="5932707"/>
                <a:ext cx="114840" cy="217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A9810F8-4BD6-6CA8-08E6-9CAC6C43A06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61387" y="5928387"/>
                  <a:ext cx="123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597B2EF-BBE8-EAF6-A79C-D98E8E503E28}"/>
                    </a:ext>
                  </a:extLst>
                </p14:cNvPr>
                <p14:cNvContentPartPr/>
                <p14:nvPr/>
              </p14:nvContentPartPr>
              <p14:xfrm>
                <a:off x="7949027" y="5908227"/>
                <a:ext cx="165960" cy="172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597B2EF-BBE8-EAF6-A79C-D98E8E503E2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44707" y="5903907"/>
                  <a:ext cx="17460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C452857-E7C1-654A-35C3-449F16BBF1F1}"/>
                  </a:ext>
                </a:extLst>
              </p14:cNvPr>
              <p14:cNvContentPartPr/>
              <p14:nvPr/>
            </p14:nvContentPartPr>
            <p14:xfrm>
              <a:off x="4262627" y="1761560"/>
              <a:ext cx="5122080" cy="33908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C452857-E7C1-654A-35C3-449F16BBF1F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258307" y="1757240"/>
                <a:ext cx="5130720" cy="339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5667913-0ACE-367C-FF3B-9EFBD38FD627}"/>
              </a:ext>
            </a:extLst>
          </p:cNvPr>
          <p:cNvGrpSpPr/>
          <p:nvPr/>
        </p:nvGrpSpPr>
        <p:grpSpPr>
          <a:xfrm>
            <a:off x="8098787" y="55520"/>
            <a:ext cx="2764080" cy="824947"/>
            <a:chOff x="8098787" y="55520"/>
            <a:chExt cx="2764080" cy="8249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E321BA-815C-8C14-809A-2237356C0A09}"/>
                    </a:ext>
                  </a:extLst>
                </p14:cNvPr>
                <p14:cNvContentPartPr/>
                <p14:nvPr/>
              </p14:nvContentPartPr>
              <p14:xfrm>
                <a:off x="8747147" y="649347"/>
                <a:ext cx="90000" cy="231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E321BA-815C-8C14-809A-2237356C0A0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42827" y="645027"/>
                  <a:ext cx="98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C96D243-6C0B-1AA6-5DEB-9CED3329496E}"/>
                    </a:ext>
                  </a:extLst>
                </p14:cNvPr>
                <p14:cNvContentPartPr/>
                <p14:nvPr/>
              </p14:nvContentPartPr>
              <p14:xfrm>
                <a:off x="8832827" y="579147"/>
                <a:ext cx="142920" cy="253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C96D243-6C0B-1AA6-5DEB-9CED3329496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828507" y="574827"/>
                  <a:ext cx="151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43CB356-EC1A-79D0-C5CA-6A17118C1156}"/>
                    </a:ext>
                  </a:extLst>
                </p14:cNvPr>
                <p14:cNvContentPartPr/>
                <p14:nvPr/>
              </p14:nvContentPartPr>
              <p14:xfrm>
                <a:off x="9052427" y="582747"/>
                <a:ext cx="198000" cy="227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43CB356-EC1A-79D0-C5CA-6A17118C115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48107" y="578427"/>
                  <a:ext cx="206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903D114-7B42-D49B-EB6D-86257DEE5C45}"/>
                    </a:ext>
                  </a:extLst>
                </p14:cNvPr>
                <p14:cNvContentPartPr/>
                <p14:nvPr/>
              </p14:nvContentPartPr>
              <p14:xfrm>
                <a:off x="9409907" y="629547"/>
                <a:ext cx="76680" cy="201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903D114-7B42-D49B-EB6D-86257DEE5C4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05587" y="625227"/>
                  <a:ext cx="85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48F140-5020-EF3E-7D92-FC89FC507750}"/>
                    </a:ext>
                  </a:extLst>
                </p14:cNvPr>
                <p14:cNvContentPartPr/>
                <p14:nvPr/>
              </p14:nvContentPartPr>
              <p14:xfrm>
                <a:off x="9483707" y="507507"/>
                <a:ext cx="161280" cy="244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48F140-5020-EF3E-7D92-FC89FC50775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79387" y="503187"/>
                  <a:ext cx="169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F00ECDE-3B90-AF76-A28E-FBD766212AEA}"/>
                    </a:ext>
                  </a:extLst>
                </p14:cNvPr>
                <p14:cNvContentPartPr/>
                <p14:nvPr/>
              </p14:nvContentPartPr>
              <p14:xfrm>
                <a:off x="8138027" y="179720"/>
                <a:ext cx="38160" cy="230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F00ECDE-3B90-AF76-A28E-FBD766212AE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133707" y="175400"/>
                  <a:ext cx="46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9EF305-0715-6274-4832-7231D011DEF2}"/>
                    </a:ext>
                  </a:extLst>
                </p14:cNvPr>
                <p14:cNvContentPartPr/>
                <p14:nvPr/>
              </p14:nvContentPartPr>
              <p14:xfrm>
                <a:off x="8222987" y="67760"/>
                <a:ext cx="153000" cy="292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9EF305-0715-6274-4832-7231D011DE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18667" y="63440"/>
                  <a:ext cx="161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7E63BEC-ED3D-3687-B251-A45753E69409}"/>
                    </a:ext>
                  </a:extLst>
                </p14:cNvPr>
                <p14:cNvContentPartPr/>
                <p14:nvPr/>
              </p14:nvContentPartPr>
              <p14:xfrm>
                <a:off x="8410547" y="269000"/>
                <a:ext cx="4680" cy="4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7E63BEC-ED3D-3687-B251-A45753E6940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406227" y="264680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26AC96A-0AC2-466B-0862-E0A4C67332F0}"/>
                    </a:ext>
                  </a:extLst>
                </p14:cNvPr>
                <p14:cNvContentPartPr/>
                <p14:nvPr/>
              </p14:nvContentPartPr>
              <p14:xfrm>
                <a:off x="8098787" y="150200"/>
                <a:ext cx="322920" cy="212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26AC96A-0AC2-466B-0862-E0A4C67332F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94467" y="145880"/>
                  <a:ext cx="331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8861E09-809C-FAA6-70C5-28285E462937}"/>
                    </a:ext>
                  </a:extLst>
                </p14:cNvPr>
                <p14:cNvContentPartPr/>
                <p14:nvPr/>
              </p14:nvContentPartPr>
              <p14:xfrm>
                <a:off x="8987267" y="134360"/>
                <a:ext cx="29880" cy="171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8861E09-809C-FAA6-70C5-28285E46293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982947" y="130040"/>
                  <a:ext cx="38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76E0873-F10A-CA7C-27B4-0DDD3EEE52F9}"/>
                    </a:ext>
                  </a:extLst>
                </p14:cNvPr>
                <p14:cNvContentPartPr/>
                <p14:nvPr/>
              </p14:nvContentPartPr>
              <p14:xfrm>
                <a:off x="9002027" y="76760"/>
                <a:ext cx="180720" cy="124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76E0873-F10A-CA7C-27B4-0DDD3EEE52F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97707" y="72440"/>
                  <a:ext cx="189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A57CFB4-F637-F5AA-BA60-5F24B3AE8B2C}"/>
                    </a:ext>
                  </a:extLst>
                </p14:cNvPr>
                <p14:cNvContentPartPr/>
                <p14:nvPr/>
              </p14:nvContentPartPr>
              <p14:xfrm>
                <a:off x="9174467" y="176840"/>
                <a:ext cx="231480" cy="123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A57CFB4-F637-F5AA-BA60-5F24B3AE8B2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70147" y="172520"/>
                  <a:ext cx="240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1043EB7-349A-E2E3-AD7A-6D938C126C20}"/>
                    </a:ext>
                  </a:extLst>
                </p14:cNvPr>
                <p14:cNvContentPartPr/>
                <p14:nvPr/>
              </p14:nvContentPartPr>
              <p14:xfrm>
                <a:off x="9547427" y="183320"/>
                <a:ext cx="272520" cy="126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1043EB7-349A-E2E3-AD7A-6D938C126C2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543107" y="179000"/>
                  <a:ext cx="28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749893F-C08A-ED27-7C1A-71F58A2D7934}"/>
                    </a:ext>
                  </a:extLst>
                </p14:cNvPr>
                <p14:cNvContentPartPr/>
                <p14:nvPr/>
              </p14:nvContentPartPr>
              <p14:xfrm>
                <a:off x="9931547" y="55520"/>
                <a:ext cx="223560" cy="245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749893F-C08A-ED27-7C1A-71F58A2D793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27227" y="51200"/>
                  <a:ext cx="232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8D19538-B3B4-CEBE-3856-0AAA08259986}"/>
                    </a:ext>
                  </a:extLst>
                </p14:cNvPr>
                <p14:cNvContentPartPr/>
                <p14:nvPr/>
              </p14:nvContentPartPr>
              <p14:xfrm>
                <a:off x="10181387" y="194480"/>
                <a:ext cx="131760" cy="12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8D19538-B3B4-CEBE-3856-0AAA0825998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177067" y="190160"/>
                  <a:ext cx="140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5B96B4A-EF81-8B5F-D05B-653D55D6F5BE}"/>
                    </a:ext>
                  </a:extLst>
                </p14:cNvPr>
                <p14:cNvContentPartPr/>
                <p14:nvPr/>
              </p14:nvContentPartPr>
              <p14:xfrm>
                <a:off x="10420067" y="181160"/>
                <a:ext cx="155520" cy="138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5B96B4A-EF81-8B5F-D05B-653D55D6F5B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15747" y="176840"/>
                  <a:ext cx="164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2A510B2-041E-1E6D-FBBB-E3AC704B6CC2}"/>
                    </a:ext>
                  </a:extLst>
                </p14:cNvPr>
                <p14:cNvContentPartPr/>
                <p14:nvPr/>
              </p14:nvContentPartPr>
              <p14:xfrm>
                <a:off x="8696747" y="348920"/>
                <a:ext cx="2166120" cy="150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2A510B2-041E-1E6D-FBBB-E3AC704B6CC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92427" y="344600"/>
                  <a:ext cx="217476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EC2E009-A1D6-B168-18DA-E4DA59D57861}"/>
              </a:ext>
            </a:extLst>
          </p:cNvPr>
          <p:cNvGrpSpPr/>
          <p:nvPr/>
        </p:nvGrpSpPr>
        <p:grpSpPr>
          <a:xfrm>
            <a:off x="4914587" y="5844680"/>
            <a:ext cx="272880" cy="270000"/>
            <a:chOff x="4914587" y="5844680"/>
            <a:chExt cx="27288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3D2C714-1477-B686-594B-3AD18F9D96BA}"/>
                    </a:ext>
                  </a:extLst>
                </p14:cNvPr>
                <p14:cNvContentPartPr/>
                <p14:nvPr/>
              </p14:nvContentPartPr>
              <p14:xfrm>
                <a:off x="4914587" y="5844680"/>
                <a:ext cx="192240" cy="270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3D2C714-1477-B686-594B-3AD18F9D96B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10267" y="5840360"/>
                  <a:ext cx="200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55339EE-362C-6AEB-FC05-448E2CCF0163}"/>
                    </a:ext>
                  </a:extLst>
                </p14:cNvPr>
                <p14:cNvContentPartPr/>
                <p14:nvPr/>
              </p14:nvContentPartPr>
              <p14:xfrm>
                <a:off x="4973627" y="5953760"/>
                <a:ext cx="213840" cy="54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55339EE-362C-6AEB-FC05-448E2CCF016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69307" y="5949440"/>
                  <a:ext cx="22248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3A18736-AA1E-1924-38B8-A3EF453E2DED}"/>
                  </a:ext>
                </a:extLst>
              </p14:cNvPr>
              <p14:cNvContentPartPr/>
              <p14:nvPr/>
            </p14:nvContentPartPr>
            <p14:xfrm>
              <a:off x="5692547" y="5806520"/>
              <a:ext cx="167040" cy="2743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3A18736-AA1E-1924-38B8-A3EF453E2DED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688227" y="5802200"/>
                <a:ext cx="17568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AF15D6C-717D-5C86-3318-3A534C2798D3}"/>
              </a:ext>
            </a:extLst>
          </p:cNvPr>
          <p:cNvGrpSpPr/>
          <p:nvPr/>
        </p:nvGrpSpPr>
        <p:grpSpPr>
          <a:xfrm>
            <a:off x="6893867" y="5971400"/>
            <a:ext cx="193320" cy="225720"/>
            <a:chOff x="6893867" y="5971400"/>
            <a:chExt cx="19332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1F776D-0734-9F30-93E4-93A4A2CA097B}"/>
                    </a:ext>
                  </a:extLst>
                </p14:cNvPr>
                <p14:cNvContentPartPr/>
                <p14:nvPr/>
              </p14:nvContentPartPr>
              <p14:xfrm>
                <a:off x="6938507" y="5995160"/>
                <a:ext cx="7920" cy="18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1F776D-0734-9F30-93E4-93A4A2CA097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934187" y="5990840"/>
                  <a:ext cx="16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DF583C7-079A-4ACA-0B64-A489280B8B69}"/>
                    </a:ext>
                  </a:extLst>
                </p14:cNvPr>
                <p14:cNvContentPartPr/>
                <p14:nvPr/>
              </p14:nvContentPartPr>
              <p14:xfrm>
                <a:off x="6893867" y="5971400"/>
                <a:ext cx="193320" cy="225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DF583C7-079A-4ACA-0B64-A489280B8B6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889547" y="5967080"/>
                  <a:ext cx="20196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056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0922-2771-7F5B-D9FC-9097E9B5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771D007-A87D-2B9D-B750-FF0F4FA7A68A}"/>
              </a:ext>
            </a:extLst>
          </p:cNvPr>
          <p:cNvGrpSpPr/>
          <p:nvPr/>
        </p:nvGrpSpPr>
        <p:grpSpPr>
          <a:xfrm>
            <a:off x="948703" y="455657"/>
            <a:ext cx="283320" cy="322200"/>
            <a:chOff x="948703" y="455657"/>
            <a:chExt cx="2833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5FB253-9B30-C6F7-9C57-4FAEBA22F267}"/>
                    </a:ext>
                  </a:extLst>
                </p14:cNvPr>
                <p14:cNvContentPartPr/>
                <p14:nvPr/>
              </p14:nvContentPartPr>
              <p14:xfrm>
                <a:off x="948703" y="455657"/>
                <a:ext cx="221040" cy="29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5FB253-9B30-C6F7-9C57-4FAEBA22F2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383" y="451337"/>
                  <a:ext cx="22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875698D-516D-2A99-6038-1004E046634C}"/>
                    </a:ext>
                  </a:extLst>
                </p14:cNvPr>
                <p14:cNvContentPartPr/>
                <p14:nvPr/>
              </p14:nvContentPartPr>
              <p14:xfrm>
                <a:off x="1148863" y="683177"/>
                <a:ext cx="83160" cy="9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875698D-516D-2A99-6038-1004E04663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4543" y="678857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C1442C1-3047-4B4B-D1BA-3235810AB463}"/>
              </a:ext>
            </a:extLst>
          </p:cNvPr>
          <p:cNvGrpSpPr/>
          <p:nvPr/>
        </p:nvGrpSpPr>
        <p:grpSpPr>
          <a:xfrm>
            <a:off x="1427503" y="468617"/>
            <a:ext cx="255240" cy="360000"/>
            <a:chOff x="1427503" y="468617"/>
            <a:chExt cx="2552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5E79BA6-F33F-4294-CCB1-93FF466FA948}"/>
                    </a:ext>
                  </a:extLst>
                </p14:cNvPr>
                <p14:cNvContentPartPr/>
                <p14:nvPr/>
              </p14:nvContentPartPr>
              <p14:xfrm>
                <a:off x="1454863" y="468617"/>
                <a:ext cx="13824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5E79BA6-F33F-4294-CCB1-93FF466FA9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0543" y="464297"/>
                  <a:ext cx="14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6513C0-393D-B759-C429-654BBEC8A18D}"/>
                    </a:ext>
                  </a:extLst>
                </p14:cNvPr>
                <p14:cNvContentPartPr/>
                <p14:nvPr/>
              </p14:nvContentPartPr>
              <p14:xfrm>
                <a:off x="1427503" y="585977"/>
                <a:ext cx="2062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6513C0-393D-B759-C429-654BBEC8A1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3183" y="581657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BA31A4-370B-DB6C-E371-9CBD5220B9D3}"/>
                    </a:ext>
                  </a:extLst>
                </p14:cNvPr>
                <p14:cNvContentPartPr/>
                <p14:nvPr/>
              </p14:nvContentPartPr>
              <p14:xfrm>
                <a:off x="1610383" y="713777"/>
                <a:ext cx="7236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BA31A4-370B-DB6C-E371-9CBD5220B9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6063" y="709457"/>
                  <a:ext cx="810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F5BDC5-3014-4020-1E69-DF665854161A}"/>
              </a:ext>
            </a:extLst>
          </p:cNvPr>
          <p:cNvGrpSpPr/>
          <p:nvPr/>
        </p:nvGrpSpPr>
        <p:grpSpPr>
          <a:xfrm>
            <a:off x="1994503" y="532337"/>
            <a:ext cx="401400" cy="336960"/>
            <a:chOff x="1994503" y="532337"/>
            <a:chExt cx="4014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59426C-251A-12A2-ED6A-7A705EAEA7D4}"/>
                    </a:ext>
                  </a:extLst>
                </p14:cNvPr>
                <p14:cNvContentPartPr/>
                <p14:nvPr/>
              </p14:nvContentPartPr>
              <p14:xfrm>
                <a:off x="1994503" y="532337"/>
                <a:ext cx="20196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59426C-251A-12A2-ED6A-7A705EAEA7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183" y="528017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A03929-94F2-F714-370C-29A1C319D129}"/>
                    </a:ext>
                  </a:extLst>
                </p14:cNvPr>
                <p14:cNvContentPartPr/>
                <p14:nvPr/>
              </p14:nvContentPartPr>
              <p14:xfrm>
                <a:off x="2041303" y="597497"/>
                <a:ext cx="12096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A03929-94F2-F714-370C-29A1C319D1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983" y="593177"/>
                  <a:ext cx="12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B8F003-DC87-66DE-D6F5-9CBB24450D8C}"/>
                    </a:ext>
                  </a:extLst>
                </p14:cNvPr>
                <p14:cNvContentPartPr/>
                <p14:nvPr/>
              </p14:nvContentPartPr>
              <p14:xfrm>
                <a:off x="2304103" y="789017"/>
                <a:ext cx="9180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B8F003-DC87-66DE-D6F5-9CBB24450D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9783" y="784697"/>
                  <a:ext cx="100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4FDFBB-647E-70B4-B3F3-BDF7FCF3F741}"/>
              </a:ext>
            </a:extLst>
          </p:cNvPr>
          <p:cNvGrpSpPr/>
          <p:nvPr/>
        </p:nvGrpSpPr>
        <p:grpSpPr>
          <a:xfrm>
            <a:off x="2648263" y="502457"/>
            <a:ext cx="351360" cy="458280"/>
            <a:chOff x="2648263" y="502457"/>
            <a:chExt cx="351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B5141E6-5941-3649-8BD4-85EB715FD294}"/>
                    </a:ext>
                  </a:extLst>
                </p14:cNvPr>
                <p14:cNvContentPartPr/>
                <p14:nvPr/>
              </p14:nvContentPartPr>
              <p14:xfrm>
                <a:off x="2648263" y="502457"/>
                <a:ext cx="21024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B5141E6-5941-3649-8BD4-85EB715FD2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943" y="498137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B312E6-5D48-E6B8-0746-BACE65F88E61}"/>
                    </a:ext>
                  </a:extLst>
                </p14:cNvPr>
                <p14:cNvContentPartPr/>
                <p14:nvPr/>
              </p14:nvContentPartPr>
              <p14:xfrm>
                <a:off x="2900623" y="847337"/>
                <a:ext cx="9900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312E6-5D48-E6B8-0746-BACE65F88E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6303" y="843017"/>
                  <a:ext cx="107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E3C97B-6F8F-570B-2FE2-01A60F4913A3}"/>
              </a:ext>
            </a:extLst>
          </p:cNvPr>
          <p:cNvGrpSpPr/>
          <p:nvPr/>
        </p:nvGrpSpPr>
        <p:grpSpPr>
          <a:xfrm>
            <a:off x="3377983" y="566897"/>
            <a:ext cx="758160" cy="353160"/>
            <a:chOff x="3377983" y="566897"/>
            <a:chExt cx="758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D388FE-23EB-3DCC-3F54-3AEB4EAA5231}"/>
                    </a:ext>
                  </a:extLst>
                </p14:cNvPr>
                <p14:cNvContentPartPr/>
                <p14:nvPr/>
              </p14:nvContentPartPr>
              <p14:xfrm>
                <a:off x="3377983" y="645737"/>
                <a:ext cx="69120" cy="20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D388FE-23EB-3DCC-3F54-3AEB4EAA52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3663" y="641417"/>
                  <a:ext cx="77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FCD632-9538-D745-BBA5-B33CF5E740FE}"/>
                    </a:ext>
                  </a:extLst>
                </p14:cNvPr>
                <p14:cNvContentPartPr/>
                <p14:nvPr/>
              </p14:nvContentPartPr>
              <p14:xfrm>
                <a:off x="3620983" y="566897"/>
                <a:ext cx="22932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FCD632-9538-D745-BBA5-B33CF5E740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6663" y="562577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61A385-60A5-E2FC-39F5-4261456F063F}"/>
                    </a:ext>
                  </a:extLst>
                </p14:cNvPr>
                <p14:cNvContentPartPr/>
                <p14:nvPr/>
              </p14:nvContentPartPr>
              <p14:xfrm>
                <a:off x="3965863" y="774617"/>
                <a:ext cx="17028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61A385-60A5-E2FC-39F5-4261456F06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543" y="770297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9ED9E0-EB65-CD49-3D85-87301C9A5F77}"/>
              </a:ext>
            </a:extLst>
          </p:cNvPr>
          <p:cNvGrpSpPr/>
          <p:nvPr/>
        </p:nvGrpSpPr>
        <p:grpSpPr>
          <a:xfrm>
            <a:off x="4456543" y="519017"/>
            <a:ext cx="470520" cy="433080"/>
            <a:chOff x="4456543" y="519017"/>
            <a:chExt cx="4705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B6AF5E-6A56-D6D3-D2EB-57C4C808C7CE}"/>
                    </a:ext>
                  </a:extLst>
                </p14:cNvPr>
                <p14:cNvContentPartPr/>
                <p14:nvPr/>
              </p14:nvContentPartPr>
              <p14:xfrm>
                <a:off x="4456543" y="519017"/>
                <a:ext cx="20412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B6AF5E-6A56-D6D3-D2EB-57C4C808C7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2223" y="514697"/>
                  <a:ext cx="212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8CE9FE-18EE-8304-C864-48B5E7E68FDA}"/>
                    </a:ext>
                  </a:extLst>
                </p14:cNvPr>
                <p14:cNvContentPartPr/>
                <p14:nvPr/>
              </p14:nvContentPartPr>
              <p14:xfrm>
                <a:off x="4763983" y="799457"/>
                <a:ext cx="163080" cy="15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8CE9FE-18EE-8304-C864-48B5E7E68F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9663" y="795137"/>
                  <a:ext cx="1717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E399E9E-2481-3625-0E36-183D7088864D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E399E9E-2481-3625-0E36-183D708886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DCA08CC-18F7-76F1-B660-8A0751D35D83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DCA08CC-18F7-76F1-B660-8A0751D35D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3F08A00-3500-8858-E48F-41995DE3A53E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3F08A00-3500-8858-E48F-41995DE3A5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AD23AACB-B86C-596D-3596-3C2A7748C352}"/>
              </a:ext>
            </a:extLst>
          </p:cNvPr>
          <p:cNvGrpSpPr/>
          <p:nvPr/>
        </p:nvGrpSpPr>
        <p:grpSpPr>
          <a:xfrm>
            <a:off x="884747" y="1256667"/>
            <a:ext cx="943200" cy="339120"/>
            <a:chOff x="884747" y="1256667"/>
            <a:chExt cx="943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466375-0303-0ED1-AE69-DE526229BF43}"/>
                    </a:ext>
                  </a:extLst>
                </p14:cNvPr>
                <p14:cNvContentPartPr/>
                <p14:nvPr/>
              </p14:nvContentPartPr>
              <p14:xfrm>
                <a:off x="884747" y="1256667"/>
                <a:ext cx="201960" cy="33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466375-0303-0ED1-AE69-DE526229BF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427" y="1252347"/>
                  <a:ext cx="210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1F2CAE-A277-C36C-8B07-5FC1E1D137A4}"/>
                    </a:ext>
                  </a:extLst>
                </p14:cNvPr>
                <p14:cNvContentPartPr/>
                <p14:nvPr/>
              </p14:nvContentPartPr>
              <p14:xfrm>
                <a:off x="1089947" y="1514427"/>
                <a:ext cx="79920" cy="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1F2CAE-A277-C36C-8B07-5FC1E1D137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5627" y="1510107"/>
                  <a:ext cx="88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16DDAF-F8D8-78E4-19B0-0BED779F0FB4}"/>
                    </a:ext>
                  </a:extLst>
                </p14:cNvPr>
                <p14:cNvContentPartPr/>
                <p14:nvPr/>
              </p14:nvContentPartPr>
              <p14:xfrm>
                <a:off x="1269587" y="1456467"/>
                <a:ext cx="62280" cy="12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16DDAF-F8D8-78E4-19B0-0BED779F0F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5267" y="1452147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6A3F3F-97B1-8284-378E-68FDE081F0CA}"/>
                    </a:ext>
                  </a:extLst>
                </p14:cNvPr>
                <p14:cNvContentPartPr/>
                <p14:nvPr/>
              </p14:nvContentPartPr>
              <p14:xfrm>
                <a:off x="1389107" y="1457547"/>
                <a:ext cx="8532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6A3F3F-97B1-8284-378E-68FDE081F0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84787" y="1453227"/>
                  <a:ext cx="93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A88241-D676-D33E-33A1-B26730FB12C7}"/>
                    </a:ext>
                  </a:extLst>
                </p14:cNvPr>
                <p14:cNvContentPartPr/>
                <p14:nvPr/>
              </p14:nvContentPartPr>
              <p14:xfrm>
                <a:off x="1518347" y="1503987"/>
                <a:ext cx="31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A88241-D676-D33E-33A1-B26730FB12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4027" y="1499667"/>
                  <a:ext cx="4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2FCB3A-969F-26E1-A508-08B5DCEC18CF}"/>
                    </a:ext>
                  </a:extLst>
                </p14:cNvPr>
                <p14:cNvContentPartPr/>
                <p14:nvPr/>
              </p14:nvContentPartPr>
              <p14:xfrm>
                <a:off x="1701227" y="1313547"/>
                <a:ext cx="45720" cy="25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2FCB3A-969F-26E1-A508-08B5DCEC18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907" y="1309227"/>
                  <a:ext cx="5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A3E7EB3-9A17-764D-3334-2F8A86DC8160}"/>
                    </a:ext>
                  </a:extLst>
                </p14:cNvPr>
                <p14:cNvContentPartPr/>
                <p14:nvPr/>
              </p14:nvContentPartPr>
              <p14:xfrm>
                <a:off x="1664867" y="1456467"/>
                <a:ext cx="16308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A3E7EB3-9A17-764D-3334-2F8A86DC816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60547" y="1452147"/>
                  <a:ext cx="1717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20B698-E50B-C95F-8459-258D4E9E3378}"/>
              </a:ext>
            </a:extLst>
          </p:cNvPr>
          <p:cNvGrpSpPr/>
          <p:nvPr/>
        </p:nvGrpSpPr>
        <p:grpSpPr>
          <a:xfrm>
            <a:off x="2132867" y="1276107"/>
            <a:ext cx="386640" cy="246240"/>
            <a:chOff x="2132867" y="1276107"/>
            <a:chExt cx="3866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134E10-6B8D-61B4-F347-9820EFA3567E}"/>
                    </a:ext>
                  </a:extLst>
                </p14:cNvPr>
                <p14:cNvContentPartPr/>
                <p14:nvPr/>
              </p14:nvContentPartPr>
              <p14:xfrm>
                <a:off x="2132867" y="1436667"/>
                <a:ext cx="122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134E10-6B8D-61B4-F347-9820EFA356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8547" y="1432347"/>
                  <a:ext cx="2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0BD152-3784-CE7B-D6D9-72A20E353A60}"/>
                    </a:ext>
                  </a:extLst>
                </p14:cNvPr>
                <p14:cNvContentPartPr/>
                <p14:nvPr/>
              </p14:nvContentPartPr>
              <p14:xfrm>
                <a:off x="2176427" y="1290867"/>
                <a:ext cx="237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0BD152-3784-CE7B-D6D9-72A20E353A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2107" y="1286547"/>
                  <a:ext cx="3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EB2C10-136F-090C-90DD-1AA306D959E2}"/>
                    </a:ext>
                  </a:extLst>
                </p14:cNvPr>
                <p14:cNvContentPartPr/>
                <p14:nvPr/>
              </p14:nvContentPartPr>
              <p14:xfrm>
                <a:off x="2189387" y="1437027"/>
                <a:ext cx="8640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EB2C10-136F-090C-90DD-1AA306D959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067" y="143270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4A11AC-9B4B-320A-91FA-B788D87D69E8}"/>
                    </a:ext>
                  </a:extLst>
                </p14:cNvPr>
                <p14:cNvContentPartPr/>
                <p14:nvPr/>
              </p14:nvContentPartPr>
              <p14:xfrm>
                <a:off x="2352467" y="1276107"/>
                <a:ext cx="68760" cy="23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4A11AC-9B4B-320A-91FA-B788D87D69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8147" y="1271787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1EDF83-8028-0352-01B8-7EFF216B1B5E}"/>
                    </a:ext>
                  </a:extLst>
                </p14:cNvPr>
                <p14:cNvContentPartPr/>
                <p14:nvPr/>
              </p14:nvContentPartPr>
              <p14:xfrm>
                <a:off x="2324747" y="1380507"/>
                <a:ext cx="146520" cy="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1EDF83-8028-0352-01B8-7EFF216B1B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0427" y="1376187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D83BDD-CD9D-2D9D-F6A4-FB896EC98E8D}"/>
                    </a:ext>
                  </a:extLst>
                </p14:cNvPr>
                <p14:cNvContentPartPr/>
                <p14:nvPr/>
              </p14:nvContentPartPr>
              <p14:xfrm>
                <a:off x="2446787" y="1410027"/>
                <a:ext cx="7272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D83BDD-CD9D-2D9D-F6A4-FB896EC98E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2467" y="1405707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ED3C17A-0943-AEB1-01EF-840542B9F93B}"/>
                  </a:ext>
                </a:extLst>
              </p14:cNvPr>
              <p14:cNvContentPartPr/>
              <p14:nvPr/>
            </p14:nvContentPartPr>
            <p14:xfrm>
              <a:off x="2815427" y="1403547"/>
              <a:ext cx="112320" cy="84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ED3C17A-0943-AEB1-01EF-840542B9F93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11107" y="1399227"/>
                <a:ext cx="120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CDEA3C0B-9D94-BA4E-8140-F95A7262D898}"/>
              </a:ext>
            </a:extLst>
          </p:cNvPr>
          <p:cNvGrpSpPr/>
          <p:nvPr/>
        </p:nvGrpSpPr>
        <p:grpSpPr>
          <a:xfrm>
            <a:off x="3340667" y="1258827"/>
            <a:ext cx="594000" cy="314640"/>
            <a:chOff x="3340667" y="1258827"/>
            <a:chExt cx="5940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06B288-0C0D-3973-1BA5-582018A22400}"/>
                    </a:ext>
                  </a:extLst>
                </p14:cNvPr>
                <p14:cNvContentPartPr/>
                <p14:nvPr/>
              </p14:nvContentPartPr>
              <p14:xfrm>
                <a:off x="3340667" y="1302387"/>
                <a:ext cx="10800" cy="14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06B288-0C0D-3973-1BA5-582018A224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6347" y="1298067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3D8CF4-5245-90ED-C6EB-808045D5CC15}"/>
                    </a:ext>
                  </a:extLst>
                </p14:cNvPr>
                <p14:cNvContentPartPr/>
                <p14:nvPr/>
              </p14:nvContentPartPr>
              <p14:xfrm>
                <a:off x="3346067" y="1273227"/>
                <a:ext cx="118440" cy="19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3D8CF4-5245-90ED-C6EB-808045D5CC1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1747" y="1268907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B31D72-423E-6567-DEEF-42C2714FB588}"/>
                    </a:ext>
                  </a:extLst>
                </p14:cNvPr>
                <p14:cNvContentPartPr/>
                <p14:nvPr/>
              </p14:nvContentPartPr>
              <p14:xfrm>
                <a:off x="3503387" y="1296267"/>
                <a:ext cx="10260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B31D72-423E-6567-DEEF-42C2714FB58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067" y="1291947"/>
                  <a:ext cx="111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5F74A1-9C58-FD4B-DD50-9B0FE6689B2B}"/>
                    </a:ext>
                  </a:extLst>
                </p14:cNvPr>
                <p14:cNvContentPartPr/>
                <p14:nvPr/>
              </p14:nvContentPartPr>
              <p14:xfrm>
                <a:off x="3741707" y="1287267"/>
                <a:ext cx="4932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5F74A1-9C58-FD4B-DD50-9B0FE6689B2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37387" y="1282947"/>
                  <a:ext cx="5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C3EA68B-3C1C-3B42-E15F-E1896795177A}"/>
                    </a:ext>
                  </a:extLst>
                </p14:cNvPr>
                <p14:cNvContentPartPr/>
                <p14:nvPr/>
              </p14:nvContentPartPr>
              <p14:xfrm>
                <a:off x="3661787" y="1258827"/>
                <a:ext cx="27288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C3EA68B-3C1C-3B42-E15F-E1896795177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7467" y="1254507"/>
                  <a:ext cx="281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526C50-C53F-CB3C-3B70-F87A3C1423A4}"/>
                    </a:ext>
                  </a:extLst>
                </p14:cNvPr>
                <p14:cNvContentPartPr/>
                <p14:nvPr/>
              </p14:nvContentPartPr>
              <p14:xfrm>
                <a:off x="3841787" y="1481307"/>
                <a:ext cx="76320" cy="9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526C50-C53F-CB3C-3B70-F87A3C1423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467" y="1476987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FB3BB9A-E255-A945-2D89-EF2A3FC1CBA5}"/>
              </a:ext>
            </a:extLst>
          </p:cNvPr>
          <p:cNvGrpSpPr/>
          <p:nvPr/>
        </p:nvGrpSpPr>
        <p:grpSpPr>
          <a:xfrm>
            <a:off x="4187387" y="1230747"/>
            <a:ext cx="1735560" cy="374760"/>
            <a:chOff x="4187387" y="1230747"/>
            <a:chExt cx="17355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83E535-81DC-1303-E07F-9E39FD53425D}"/>
                    </a:ext>
                  </a:extLst>
                </p14:cNvPr>
                <p14:cNvContentPartPr/>
                <p14:nvPr/>
              </p14:nvContentPartPr>
              <p14:xfrm>
                <a:off x="4187387" y="1345587"/>
                <a:ext cx="99360" cy="8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83E535-81DC-1303-E07F-9E39FD53425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3067" y="1341267"/>
                  <a:ext cx="108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2AAEB85-86BB-2B8F-4CCF-F529B89225F9}"/>
                    </a:ext>
                  </a:extLst>
                </p14:cNvPr>
                <p14:cNvContentPartPr/>
                <p14:nvPr/>
              </p14:nvContentPartPr>
              <p14:xfrm>
                <a:off x="4328147" y="1342347"/>
                <a:ext cx="137160" cy="6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2AAEB85-86BB-2B8F-4CCF-F529B89225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3827" y="1338027"/>
                  <a:ext cx="145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360001-18C0-D587-6C78-4D0521F5B9E7}"/>
                    </a:ext>
                  </a:extLst>
                </p14:cNvPr>
                <p14:cNvContentPartPr/>
                <p14:nvPr/>
              </p14:nvContentPartPr>
              <p14:xfrm>
                <a:off x="4520027" y="1322187"/>
                <a:ext cx="874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360001-18C0-D587-6C78-4D0521F5B9E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707" y="1317867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E21063-8D55-E1F1-E3CE-80E25A8656DD}"/>
                    </a:ext>
                  </a:extLst>
                </p14:cNvPr>
                <p14:cNvContentPartPr/>
                <p14:nvPr/>
              </p14:nvContentPartPr>
              <p14:xfrm>
                <a:off x="4715507" y="1372947"/>
                <a:ext cx="81720" cy="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E21063-8D55-E1F1-E3CE-80E25A8656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1187" y="1368627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0C50D1-4232-15A6-602B-B199CEC18398}"/>
                    </a:ext>
                  </a:extLst>
                </p14:cNvPr>
                <p14:cNvContentPartPr/>
                <p14:nvPr/>
              </p14:nvContentPartPr>
              <p14:xfrm>
                <a:off x="4868867" y="1230747"/>
                <a:ext cx="11988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0C50D1-4232-15A6-602B-B199CEC183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64547" y="1226427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1FEAD71-9E6D-802D-0749-408C035B6D8F}"/>
                    </a:ext>
                  </a:extLst>
                </p14:cNvPr>
                <p14:cNvContentPartPr/>
                <p14:nvPr/>
              </p14:nvContentPartPr>
              <p14:xfrm>
                <a:off x="5024027" y="1360707"/>
                <a:ext cx="56880" cy="25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1FEAD71-9E6D-802D-0749-408C035B6D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07" y="1356387"/>
                  <a:ext cx="6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86F52A3-4E23-FA15-5111-5D1866A9984A}"/>
                    </a:ext>
                  </a:extLst>
                </p14:cNvPr>
                <p14:cNvContentPartPr/>
                <p14:nvPr/>
              </p14:nvContentPartPr>
              <p14:xfrm>
                <a:off x="4882907" y="1335507"/>
                <a:ext cx="233640" cy="27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86F52A3-4E23-FA15-5111-5D1866A998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8587" y="1331187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92819E-CB39-A579-C23D-CA94AB6144DD}"/>
                    </a:ext>
                  </a:extLst>
                </p14:cNvPr>
                <p14:cNvContentPartPr/>
                <p14:nvPr/>
              </p14:nvContentPartPr>
              <p14:xfrm>
                <a:off x="5204747" y="1367547"/>
                <a:ext cx="116640" cy="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392819E-CB39-A579-C23D-CA94AB6144D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0427" y="136322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CCD7B2-8E5B-2FC8-8C94-D545CA9EC46C}"/>
                    </a:ext>
                  </a:extLst>
                </p14:cNvPr>
                <p14:cNvContentPartPr/>
                <p14:nvPr/>
              </p14:nvContentPartPr>
              <p14:xfrm>
                <a:off x="5429747" y="1323267"/>
                <a:ext cx="116640" cy="92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CCD7B2-8E5B-2FC8-8C94-D545CA9EC4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5427" y="1318947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63932D-4E31-BB0D-4648-D2835D4464B0}"/>
                    </a:ext>
                  </a:extLst>
                </p14:cNvPr>
                <p14:cNvContentPartPr/>
                <p14:nvPr/>
              </p14:nvContentPartPr>
              <p14:xfrm>
                <a:off x="5565827" y="1317147"/>
                <a:ext cx="119880" cy="10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63932D-4E31-BB0D-4648-D2835D4464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7" y="1312827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12B6DAB-045D-A8EE-9001-738EED56E798}"/>
                    </a:ext>
                  </a:extLst>
                </p14:cNvPr>
                <p14:cNvContentPartPr/>
                <p14:nvPr/>
              </p14:nvContentPartPr>
              <p14:xfrm>
                <a:off x="5749067" y="1309227"/>
                <a:ext cx="92880" cy="12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12B6DAB-045D-A8EE-9001-738EED56E7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44747" y="1304907"/>
                  <a:ext cx="10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A29544A-DACB-23F7-23CC-3A5D5B5A0D1D}"/>
                    </a:ext>
                  </a:extLst>
                </p14:cNvPr>
                <p14:cNvContentPartPr/>
                <p14:nvPr/>
              </p14:nvContentPartPr>
              <p14:xfrm>
                <a:off x="5899187" y="1385187"/>
                <a:ext cx="2376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A29544A-DACB-23F7-23CC-3A5D5B5A0D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4867" y="1380867"/>
                  <a:ext cx="324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0248644-F686-830C-282C-B75115671835}"/>
              </a:ext>
            </a:extLst>
          </p:cNvPr>
          <p:cNvGrpSpPr/>
          <p:nvPr/>
        </p:nvGrpSpPr>
        <p:grpSpPr>
          <a:xfrm>
            <a:off x="1352387" y="2109147"/>
            <a:ext cx="757440" cy="295200"/>
            <a:chOff x="1352387" y="2109147"/>
            <a:chExt cx="7574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133EF2-468D-FC66-9B1F-A0B70E25EFFA}"/>
                    </a:ext>
                  </a:extLst>
                </p14:cNvPr>
                <p14:cNvContentPartPr/>
                <p14:nvPr/>
              </p14:nvContentPartPr>
              <p14:xfrm>
                <a:off x="1352387" y="2252787"/>
                <a:ext cx="10584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133EF2-468D-FC66-9B1F-A0B70E25EF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8067" y="2248467"/>
                  <a:ext cx="114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7461F3-CBD3-2476-A986-C4B43D002B8C}"/>
                    </a:ext>
                  </a:extLst>
                </p14:cNvPr>
                <p14:cNvContentPartPr/>
                <p14:nvPr/>
              </p14:nvContentPartPr>
              <p14:xfrm>
                <a:off x="1555427" y="2248107"/>
                <a:ext cx="8064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7461F3-CBD3-2476-A986-C4B43D002B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1107" y="2243787"/>
                  <a:ext cx="89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13FD55A-5BA0-9B0C-FF1E-1AF1DD7D4E8E}"/>
                    </a:ext>
                  </a:extLst>
                </p14:cNvPr>
                <p14:cNvContentPartPr/>
                <p14:nvPr/>
              </p14:nvContentPartPr>
              <p14:xfrm>
                <a:off x="1696187" y="2221107"/>
                <a:ext cx="83520" cy="97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13FD55A-5BA0-9B0C-FF1E-1AF1DD7D4E8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91867" y="2216787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AFE9288-4EA9-460D-6128-80671F89ED6E}"/>
                    </a:ext>
                  </a:extLst>
                </p14:cNvPr>
                <p14:cNvContentPartPr/>
                <p14:nvPr/>
              </p14:nvContentPartPr>
              <p14:xfrm>
                <a:off x="1916147" y="2109147"/>
                <a:ext cx="95760" cy="22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AFE9288-4EA9-460D-6128-80671F89ED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1827" y="2104827"/>
                  <a:ext cx="10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0A537C0-8322-AEA7-CD90-52C31FFB95AA}"/>
                    </a:ext>
                  </a:extLst>
                </p14:cNvPr>
                <p14:cNvContentPartPr/>
                <p14:nvPr/>
              </p14:nvContentPartPr>
              <p14:xfrm>
                <a:off x="1866467" y="2191947"/>
                <a:ext cx="17784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0A537C0-8322-AEA7-CD90-52C31FFB95A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2147" y="2187627"/>
                  <a:ext cx="186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58FC1E-3884-C66F-D2A6-77D9B20F80CA}"/>
                    </a:ext>
                  </a:extLst>
                </p14:cNvPr>
                <p14:cNvContentPartPr/>
                <p14:nvPr/>
              </p14:nvContentPartPr>
              <p14:xfrm>
                <a:off x="2092907" y="2268987"/>
                <a:ext cx="1692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58FC1E-3884-C66F-D2A6-77D9B20F80C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587" y="2264667"/>
                  <a:ext cx="2556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E1C07E7-D1CB-14AA-28AF-BDF6FC58EEA3}"/>
                  </a:ext>
                </a:extLst>
              </p14:cNvPr>
              <p14:cNvContentPartPr/>
              <p14:nvPr/>
            </p14:nvContentPartPr>
            <p14:xfrm>
              <a:off x="7426307" y="3052707"/>
              <a:ext cx="1080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E1C07E7-D1CB-14AA-28AF-BDF6FC58EEA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1987" y="3048387"/>
                <a:ext cx="194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1AD6676-F609-F393-3329-0F35FE46B828}"/>
              </a:ext>
            </a:extLst>
          </p:cNvPr>
          <p:cNvGrpSpPr/>
          <p:nvPr/>
        </p:nvGrpSpPr>
        <p:grpSpPr>
          <a:xfrm>
            <a:off x="3554507" y="1726827"/>
            <a:ext cx="5297760" cy="2968373"/>
            <a:chOff x="3554507" y="1726827"/>
            <a:chExt cx="5297760" cy="2968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974FAF-8469-3BDF-0538-AA77B6CF56C0}"/>
                    </a:ext>
                  </a:extLst>
                </p14:cNvPr>
                <p14:cNvContentPartPr/>
                <p14:nvPr/>
              </p14:nvContentPartPr>
              <p14:xfrm>
                <a:off x="3554507" y="2078907"/>
                <a:ext cx="141840" cy="112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974FAF-8469-3BDF-0538-AA77B6CF56C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0187" y="2074587"/>
                  <a:ext cx="150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CD8C670-B705-4587-5AE3-96C44EF06CF6}"/>
                    </a:ext>
                  </a:extLst>
                </p14:cNvPr>
                <p14:cNvContentPartPr/>
                <p14:nvPr/>
              </p14:nvContentPartPr>
              <p14:xfrm>
                <a:off x="3730547" y="2070267"/>
                <a:ext cx="103680" cy="113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CD8C670-B705-4587-5AE3-96C44EF06C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26227" y="2065947"/>
                  <a:ext cx="11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9336F3-FA56-BE7C-8058-6FA5F57BA36F}"/>
                    </a:ext>
                  </a:extLst>
                </p14:cNvPr>
                <p14:cNvContentPartPr/>
                <p14:nvPr/>
              </p14:nvContentPartPr>
              <p14:xfrm>
                <a:off x="3862307" y="2077467"/>
                <a:ext cx="90000" cy="72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9336F3-FA56-BE7C-8058-6FA5F57BA3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7987" y="2073147"/>
                  <a:ext cx="9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47F99C-8491-8FBF-65E9-0ECA36FE454D}"/>
                    </a:ext>
                  </a:extLst>
                </p14:cNvPr>
                <p14:cNvContentPartPr/>
                <p14:nvPr/>
              </p14:nvContentPartPr>
              <p14:xfrm>
                <a:off x="4007387" y="1920867"/>
                <a:ext cx="97920" cy="23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47F99C-8491-8FBF-65E9-0ECA36FE45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3067" y="1916547"/>
                  <a:ext cx="106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F7203F-49DA-AEC1-BEB2-7495ECEEF23E}"/>
                    </a:ext>
                  </a:extLst>
                </p14:cNvPr>
                <p14:cNvContentPartPr/>
                <p14:nvPr/>
              </p14:nvContentPartPr>
              <p14:xfrm>
                <a:off x="4018547" y="2029227"/>
                <a:ext cx="89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F7203F-49DA-AEC1-BEB2-7495ECEEF2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4227" y="2024907"/>
                  <a:ext cx="9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8C39E5C-9569-E53A-6677-F297FA821B42}"/>
                    </a:ext>
                  </a:extLst>
                </p14:cNvPr>
                <p14:cNvContentPartPr/>
                <p14:nvPr/>
              </p14:nvContentPartPr>
              <p14:xfrm>
                <a:off x="4295387" y="2007267"/>
                <a:ext cx="195840" cy="37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8C39E5C-9569-E53A-6677-F297FA821B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1067" y="2002947"/>
                  <a:ext cx="204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96C8624-506A-06CD-B6C8-24AEF6819DD6}"/>
                    </a:ext>
                  </a:extLst>
                </p14:cNvPr>
                <p14:cNvContentPartPr/>
                <p14:nvPr/>
              </p14:nvContentPartPr>
              <p14:xfrm>
                <a:off x="4329227" y="2274387"/>
                <a:ext cx="8856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96C8624-506A-06CD-B6C8-24AEF6819D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4907" y="2270067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EDBBE60-6FE0-21AF-2F9A-375E6E46EFC5}"/>
                    </a:ext>
                  </a:extLst>
                </p14:cNvPr>
                <p14:cNvContentPartPr/>
                <p14:nvPr/>
              </p14:nvContentPartPr>
              <p14:xfrm>
                <a:off x="4431827" y="2287707"/>
                <a:ext cx="6984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EDBBE60-6FE0-21AF-2F9A-375E6E46EF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27507" y="2283387"/>
                  <a:ext cx="78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FE3605-ED72-6DCF-12C4-B9A666FFADF0}"/>
                    </a:ext>
                  </a:extLst>
                </p14:cNvPr>
                <p14:cNvContentPartPr/>
                <p14:nvPr/>
              </p14:nvContentPartPr>
              <p14:xfrm>
                <a:off x="4147427" y="2395347"/>
                <a:ext cx="491760" cy="36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FE3605-ED72-6DCF-12C4-B9A666FFADF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3107" y="2391027"/>
                  <a:ext cx="50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5C59136-6ACC-ECA4-FDCD-95E6CBFCD4B8}"/>
                    </a:ext>
                  </a:extLst>
                </p14:cNvPr>
                <p14:cNvContentPartPr/>
                <p14:nvPr/>
              </p14:nvContentPartPr>
              <p14:xfrm>
                <a:off x="4350467" y="2477067"/>
                <a:ext cx="144000" cy="19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5C59136-6ACC-ECA4-FDCD-95E6CBFCD4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147" y="2472747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14BD7C-6F56-45E7-182F-C6A8911D9371}"/>
                    </a:ext>
                  </a:extLst>
                </p14:cNvPr>
                <p14:cNvContentPartPr/>
                <p14:nvPr/>
              </p14:nvContentPartPr>
              <p14:xfrm>
                <a:off x="5873627" y="1870107"/>
                <a:ext cx="9000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14BD7C-6F56-45E7-182F-C6A8911D937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9307" y="1865787"/>
                  <a:ext cx="98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DB33ED9-350E-177E-2BF9-820C698EC066}"/>
                    </a:ext>
                  </a:extLst>
                </p14:cNvPr>
                <p14:cNvContentPartPr/>
                <p14:nvPr/>
              </p14:nvContentPartPr>
              <p14:xfrm>
                <a:off x="6045707" y="1875507"/>
                <a:ext cx="11376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DB33ED9-350E-177E-2BF9-820C698EC06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1387" y="1871187"/>
                  <a:ext cx="12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148F61-04C1-B889-283E-9E5F58BA0EE3}"/>
                    </a:ext>
                  </a:extLst>
                </p14:cNvPr>
                <p14:cNvContentPartPr/>
                <p14:nvPr/>
              </p14:nvContentPartPr>
              <p14:xfrm>
                <a:off x="6215267" y="1848507"/>
                <a:ext cx="9504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148F61-04C1-B889-283E-9E5F58BA0EE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0947" y="1844187"/>
                  <a:ext cx="10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1F977A-BBB2-AF0F-FAA1-E1B16B3C8ADD}"/>
                    </a:ext>
                  </a:extLst>
                </p14:cNvPr>
                <p14:cNvContentPartPr/>
                <p14:nvPr/>
              </p14:nvContentPartPr>
              <p14:xfrm>
                <a:off x="6415787" y="1726827"/>
                <a:ext cx="43920" cy="18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1F977A-BBB2-AF0F-FAA1-E1B16B3C8A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1467" y="1722507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4A28C9-F28C-675F-3062-06CDAE28DFAD}"/>
                    </a:ext>
                  </a:extLst>
                </p14:cNvPr>
                <p14:cNvContentPartPr/>
                <p14:nvPr/>
              </p14:nvContentPartPr>
              <p14:xfrm>
                <a:off x="6403547" y="1830507"/>
                <a:ext cx="121680" cy="2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4A28C9-F28C-675F-3062-06CDAE28DF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99227" y="1826187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3EF7DA-27BE-DFCE-C01E-BD4E605D7DC6}"/>
                    </a:ext>
                  </a:extLst>
                </p14:cNvPr>
                <p14:cNvContentPartPr/>
                <p14:nvPr/>
              </p14:nvContentPartPr>
              <p14:xfrm>
                <a:off x="6665987" y="1810347"/>
                <a:ext cx="129960" cy="31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3EF7DA-27BE-DFCE-C01E-BD4E605D7DC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67" y="1806027"/>
                  <a:ext cx="138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FFB2871-5482-A3E2-886F-D7E039828C50}"/>
                    </a:ext>
                  </a:extLst>
                </p14:cNvPr>
                <p14:cNvContentPartPr/>
                <p14:nvPr/>
              </p14:nvContentPartPr>
              <p14:xfrm>
                <a:off x="6615227" y="2097267"/>
                <a:ext cx="133920" cy="78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FFB2871-5482-A3E2-886F-D7E039828C5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0907" y="2092947"/>
                  <a:ext cx="14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248177A-7434-EEF6-3A66-DBB15EDF3449}"/>
                    </a:ext>
                  </a:extLst>
                </p14:cNvPr>
                <p14:cNvContentPartPr/>
                <p14:nvPr/>
              </p14:nvContentPartPr>
              <p14:xfrm>
                <a:off x="6734027" y="2089347"/>
                <a:ext cx="67320" cy="9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248177A-7434-EEF6-3A66-DBB15EDF344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29707" y="2085027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DFD8A1A-38E2-CE49-C565-9D62C2F85074}"/>
                    </a:ext>
                  </a:extLst>
                </p14:cNvPr>
                <p14:cNvContentPartPr/>
                <p14:nvPr/>
              </p14:nvContentPartPr>
              <p14:xfrm>
                <a:off x="6456467" y="2196627"/>
                <a:ext cx="454680" cy="35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DFD8A1A-38E2-CE49-C565-9D62C2F850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52147" y="2192307"/>
                  <a:ext cx="463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C1DE93-7505-5AED-107A-CA6C955655E5}"/>
                    </a:ext>
                  </a:extLst>
                </p14:cNvPr>
                <p14:cNvContentPartPr/>
                <p14:nvPr/>
              </p14:nvContentPartPr>
              <p14:xfrm>
                <a:off x="6658067" y="2292747"/>
                <a:ext cx="141840" cy="19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C1DE93-7505-5AED-107A-CA6C955655E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53747" y="2288427"/>
                  <a:ext cx="150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B5EDA3-CEE3-B61A-286C-8006099B8254}"/>
                    </a:ext>
                  </a:extLst>
                </p14:cNvPr>
                <p14:cNvContentPartPr/>
                <p14:nvPr/>
              </p14:nvContentPartPr>
              <p14:xfrm>
                <a:off x="6866867" y="2500107"/>
                <a:ext cx="2444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B5EDA3-CEE3-B61A-286C-8006099B825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62547" y="2495787"/>
                  <a:ext cx="253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B775A8A-0B27-D855-51C4-6888BD2C8D76}"/>
                    </a:ext>
                  </a:extLst>
                </p14:cNvPr>
                <p14:cNvContentPartPr/>
                <p14:nvPr/>
              </p14:nvContentPartPr>
              <p14:xfrm>
                <a:off x="7068107" y="2685507"/>
                <a:ext cx="99360" cy="12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B775A8A-0B27-D855-51C4-6888BD2C8D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63787" y="2681187"/>
                  <a:ext cx="10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A066EB-A985-DB8C-9B87-66EA9277634A}"/>
                    </a:ext>
                  </a:extLst>
                </p14:cNvPr>
                <p14:cNvContentPartPr/>
                <p14:nvPr/>
              </p14:nvContentPartPr>
              <p14:xfrm>
                <a:off x="7133627" y="2758587"/>
                <a:ext cx="369000" cy="29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A066EB-A985-DB8C-9B87-66EA927763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29307" y="2754267"/>
                  <a:ext cx="377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0666A98-5C7A-F1BB-D81A-1F4B278E4750}"/>
                    </a:ext>
                  </a:extLst>
                </p14:cNvPr>
                <p14:cNvContentPartPr/>
                <p14:nvPr/>
              </p14:nvContentPartPr>
              <p14:xfrm>
                <a:off x="7244867" y="2821587"/>
                <a:ext cx="121320" cy="20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0666A98-5C7A-F1BB-D81A-1F4B278E475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40547" y="2817267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C8349A2-B00A-7297-1EAA-02D538B69B72}"/>
                    </a:ext>
                  </a:extLst>
                </p14:cNvPr>
                <p14:cNvContentPartPr/>
                <p14:nvPr/>
              </p14:nvContentPartPr>
              <p14:xfrm>
                <a:off x="7273307" y="2905827"/>
                <a:ext cx="1422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C8349A2-B00A-7297-1EAA-02D538B69B7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8987" y="2901507"/>
                  <a:ext cx="15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9F58D2-48DD-64B1-59F9-192A4134D90A}"/>
                    </a:ext>
                  </a:extLst>
                </p14:cNvPr>
                <p14:cNvContentPartPr/>
                <p14:nvPr/>
              </p14:nvContentPartPr>
              <p14:xfrm>
                <a:off x="6189347" y="2550147"/>
                <a:ext cx="36144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9F58D2-48DD-64B1-59F9-192A4134D90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85027" y="254582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73F0095-5B2B-1FB3-D95A-88D9AEC0B261}"/>
                    </a:ext>
                  </a:extLst>
                </p14:cNvPr>
                <p14:cNvContentPartPr/>
                <p14:nvPr/>
              </p14:nvContentPartPr>
              <p14:xfrm>
                <a:off x="6150467" y="2742027"/>
                <a:ext cx="1551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73F0095-5B2B-1FB3-D95A-88D9AEC0B2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46147" y="2737707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5846540-B09D-0DCC-657A-D7BEF558F098}"/>
                    </a:ext>
                  </a:extLst>
                </p14:cNvPr>
                <p14:cNvContentPartPr/>
                <p14:nvPr/>
              </p14:nvContentPartPr>
              <p14:xfrm>
                <a:off x="5888387" y="2893227"/>
                <a:ext cx="374760" cy="29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5846540-B09D-0DCC-657A-D7BEF558F0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84067" y="2888907"/>
                  <a:ext cx="383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2B14880-B75C-7533-130A-A18CE4A9F170}"/>
                    </a:ext>
                  </a:extLst>
                </p14:cNvPr>
                <p14:cNvContentPartPr/>
                <p14:nvPr/>
              </p14:nvContentPartPr>
              <p14:xfrm>
                <a:off x="6023027" y="2983587"/>
                <a:ext cx="13680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2B14880-B75C-7533-130A-A18CE4A9F1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707" y="2979267"/>
                  <a:ext cx="145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5868C4-32EC-E894-F9C4-C211264E4701}"/>
                    </a:ext>
                  </a:extLst>
                </p14:cNvPr>
                <p14:cNvContentPartPr/>
                <p14:nvPr/>
              </p14:nvContentPartPr>
              <p14:xfrm>
                <a:off x="6073787" y="3011307"/>
                <a:ext cx="47880" cy="14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5868C4-32EC-E894-F9C4-C211264E470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69467" y="3006987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999573-0577-0A8E-0038-5A2A092D4A54}"/>
                    </a:ext>
                  </a:extLst>
                </p14:cNvPr>
                <p14:cNvContentPartPr/>
                <p14:nvPr/>
              </p14:nvContentPartPr>
              <p14:xfrm>
                <a:off x="7396067" y="3025707"/>
                <a:ext cx="370080" cy="29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999573-0577-0A8E-0038-5A2A092D4A5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91747" y="3021387"/>
                  <a:ext cx="37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DC2CBF5-9848-3999-0F36-56B5F832F877}"/>
                    </a:ext>
                  </a:extLst>
                </p14:cNvPr>
                <p14:cNvContentPartPr/>
                <p14:nvPr/>
              </p14:nvContentPartPr>
              <p14:xfrm>
                <a:off x="7679747" y="3243147"/>
                <a:ext cx="158400" cy="16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DC2CBF5-9848-3999-0F36-56B5F832F87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75427" y="3238827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3318D2F-469B-FB48-2C39-6E008321F8E4}"/>
                    </a:ext>
                  </a:extLst>
                </p14:cNvPr>
                <p14:cNvContentPartPr/>
                <p14:nvPr/>
              </p14:nvContentPartPr>
              <p14:xfrm>
                <a:off x="7722947" y="3355467"/>
                <a:ext cx="422640" cy="34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3318D2F-469B-FB48-2C39-6E008321F8E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8627" y="3351147"/>
                  <a:ext cx="431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CE2DF8-8FEC-75BB-81DA-3CBB1478516F}"/>
                    </a:ext>
                  </a:extLst>
                </p14:cNvPr>
                <p14:cNvContentPartPr/>
                <p14:nvPr/>
              </p14:nvContentPartPr>
              <p14:xfrm>
                <a:off x="7811147" y="3436827"/>
                <a:ext cx="129600" cy="23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CE2DF8-8FEC-75BB-81DA-3CBB1478516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827" y="3432507"/>
                  <a:ext cx="138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36656D-2E2D-16A1-3EC0-40D0A8CA24A2}"/>
                    </a:ext>
                  </a:extLst>
                </p14:cNvPr>
                <p14:cNvContentPartPr/>
                <p14:nvPr/>
              </p14:nvContentPartPr>
              <p14:xfrm>
                <a:off x="8086907" y="3630867"/>
                <a:ext cx="207720" cy="383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36656D-2E2D-16A1-3EC0-40D0A8CA24A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2587" y="3626547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AF13168-A389-1ED2-BAE1-2CB489C367D6}"/>
                    </a:ext>
                  </a:extLst>
                </p14:cNvPr>
                <p14:cNvContentPartPr/>
                <p14:nvPr/>
              </p14:nvContentPartPr>
              <p14:xfrm>
                <a:off x="8247467" y="3931467"/>
                <a:ext cx="15912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AF13168-A389-1ED2-BAE1-2CB489C367D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3147" y="3927147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B480EB1-02E9-F901-2754-7D9FF573AF20}"/>
                    </a:ext>
                  </a:extLst>
                </p14:cNvPr>
                <p14:cNvContentPartPr/>
                <p14:nvPr/>
              </p14:nvContentPartPr>
              <p14:xfrm>
                <a:off x="8344307" y="3941000"/>
                <a:ext cx="507960" cy="42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B480EB1-02E9-F901-2754-7D9FF573AF2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35667" y="3932000"/>
                  <a:ext cx="525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4D89773-7338-03D9-A22F-463D3E475D42}"/>
                    </a:ext>
                  </a:extLst>
                </p14:cNvPr>
                <p14:cNvContentPartPr/>
                <p14:nvPr/>
              </p14:nvContentPartPr>
              <p14:xfrm>
                <a:off x="8538347" y="4107680"/>
                <a:ext cx="26640" cy="17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4D89773-7338-03D9-A22F-463D3E475D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29347" y="4098680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985B419-CABF-6D18-5702-30DE5E6FC2A0}"/>
                    </a:ext>
                  </a:extLst>
                </p14:cNvPr>
                <p14:cNvContentPartPr/>
                <p14:nvPr/>
              </p14:nvContentPartPr>
              <p14:xfrm>
                <a:off x="8606027" y="4115240"/>
                <a:ext cx="108360" cy="15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985B419-CABF-6D18-5702-30DE5E6FC2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7027" y="4106600"/>
                  <a:ext cx="126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0D0094-8558-6CB7-39D1-DA29D925D8D9}"/>
                    </a:ext>
                  </a:extLst>
                </p14:cNvPr>
                <p14:cNvContentPartPr/>
                <p14:nvPr/>
              </p14:nvContentPartPr>
              <p14:xfrm>
                <a:off x="5757347" y="3169520"/>
                <a:ext cx="19800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0D0094-8558-6CB7-39D1-DA29D925D8D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347" y="3160520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917B510-E106-ED7E-8094-3FFF1F39FDEE}"/>
                    </a:ext>
                  </a:extLst>
                </p14:cNvPr>
                <p14:cNvContentPartPr/>
                <p14:nvPr/>
              </p14:nvContentPartPr>
              <p14:xfrm>
                <a:off x="5650427" y="3410000"/>
                <a:ext cx="144360" cy="100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917B510-E106-ED7E-8094-3FFF1F39FD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1787" y="3401360"/>
                  <a:ext cx="162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0EE9E6C-843B-4CCE-3A44-F32ED703C7A1}"/>
                    </a:ext>
                  </a:extLst>
                </p14:cNvPr>
                <p14:cNvContentPartPr/>
                <p14:nvPr/>
              </p14:nvContentPartPr>
              <p14:xfrm>
                <a:off x="5407067" y="3559760"/>
                <a:ext cx="1267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0EE9E6C-843B-4CCE-3A44-F32ED703C7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98427" y="3551120"/>
                  <a:ext cx="144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47BD60D-9AAF-6BA7-F502-AC9A935E88B9}"/>
                    </a:ext>
                  </a:extLst>
                </p14:cNvPr>
                <p14:cNvContentPartPr/>
                <p14:nvPr/>
              </p14:nvContentPartPr>
              <p14:xfrm>
                <a:off x="5217707" y="3448520"/>
                <a:ext cx="582480" cy="46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47BD60D-9AAF-6BA7-F502-AC9A935E88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8707" y="3439520"/>
                  <a:ext cx="600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E5D4FE-7A0C-27D4-09BF-6CB7681EE2B0}"/>
                    </a:ext>
                  </a:extLst>
                </p14:cNvPr>
                <p14:cNvContentPartPr/>
                <p14:nvPr/>
              </p14:nvContentPartPr>
              <p14:xfrm>
                <a:off x="5078387" y="3911480"/>
                <a:ext cx="238680" cy="308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E5D4FE-7A0C-27D4-09BF-6CB7681EE2B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69387" y="3902840"/>
                  <a:ext cx="256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8C3A644-88E5-1B55-9C5D-BB986D0384A7}"/>
                    </a:ext>
                  </a:extLst>
                </p14:cNvPr>
                <p14:cNvContentPartPr/>
                <p14:nvPr/>
              </p14:nvContentPartPr>
              <p14:xfrm>
                <a:off x="5017547" y="4150520"/>
                <a:ext cx="185040" cy="10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8C3A644-88E5-1B55-9C5D-BB986D0384A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8547" y="4141520"/>
                  <a:ext cx="20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FAB0BC-0290-49C2-AB91-199E8C41C32E}"/>
                    </a:ext>
                  </a:extLst>
                </p14:cNvPr>
                <p14:cNvContentPartPr/>
                <p14:nvPr/>
              </p14:nvContentPartPr>
              <p14:xfrm>
                <a:off x="4707227" y="4217840"/>
                <a:ext cx="565200" cy="455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FAB0BC-0290-49C2-AB91-199E8C41C32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8587" y="4209200"/>
                  <a:ext cx="582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8B9E61-0B36-DEC9-7277-499ECECF59E8}"/>
                    </a:ext>
                  </a:extLst>
                </p14:cNvPr>
                <p14:cNvContentPartPr/>
                <p14:nvPr/>
              </p14:nvContentPartPr>
              <p14:xfrm>
                <a:off x="4961747" y="4405040"/>
                <a:ext cx="44640" cy="139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8B9E61-0B36-DEC9-7277-499ECECF59E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2747" y="4396040"/>
                  <a:ext cx="6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410413D-357A-A289-A0F1-B0506EEF4288}"/>
                    </a:ext>
                  </a:extLst>
                </p14:cNvPr>
                <p14:cNvContentPartPr/>
                <p14:nvPr/>
              </p14:nvContentPartPr>
              <p14:xfrm>
                <a:off x="7528907" y="3700880"/>
                <a:ext cx="231480" cy="355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410413D-357A-A289-A0F1-B0506EEF428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20267" y="3691880"/>
                  <a:ext cx="249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0202800-E894-E526-CF96-DE99DF161341}"/>
                    </a:ext>
                  </a:extLst>
                </p14:cNvPr>
                <p14:cNvContentPartPr/>
                <p14:nvPr/>
              </p14:nvContentPartPr>
              <p14:xfrm>
                <a:off x="7388867" y="4002560"/>
                <a:ext cx="169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0202800-E894-E526-CF96-DE99DF16134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867" y="3993560"/>
                  <a:ext cx="186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A7DB50D-F1A4-5079-5953-9910A657FB5F}"/>
                    </a:ext>
                  </a:extLst>
                </p14:cNvPr>
                <p14:cNvContentPartPr/>
                <p14:nvPr/>
              </p14:nvContentPartPr>
              <p14:xfrm>
                <a:off x="7256387" y="4355000"/>
                <a:ext cx="153720" cy="245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A7DB50D-F1A4-5079-5953-9910A657FB5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47387" y="4346360"/>
                  <a:ext cx="171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2C38E90-723D-6A7C-D8C1-C51B34B25D0E}"/>
                    </a:ext>
                  </a:extLst>
                </p14:cNvPr>
                <p14:cNvContentPartPr/>
                <p14:nvPr/>
              </p14:nvContentPartPr>
              <p14:xfrm>
                <a:off x="7088267" y="4195520"/>
                <a:ext cx="571320" cy="49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2C38E90-723D-6A7C-D8C1-C51B34B25D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79267" y="4186520"/>
                  <a:ext cx="588960" cy="51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AD0C36A-AF49-3526-23BD-24D075144F8F}"/>
              </a:ext>
            </a:extLst>
          </p:cNvPr>
          <p:cNvGrpSpPr/>
          <p:nvPr/>
        </p:nvGrpSpPr>
        <p:grpSpPr>
          <a:xfrm>
            <a:off x="8543387" y="510387"/>
            <a:ext cx="909000" cy="304200"/>
            <a:chOff x="8543387" y="510387"/>
            <a:chExt cx="909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752A5E-35BB-5602-8F73-3327ECC25F4A}"/>
                    </a:ext>
                  </a:extLst>
                </p14:cNvPr>
                <p14:cNvContentPartPr/>
                <p14:nvPr/>
              </p14:nvContentPartPr>
              <p14:xfrm>
                <a:off x="8543387" y="601827"/>
                <a:ext cx="321480" cy="212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752A5E-35BB-5602-8F73-3327ECC25F4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39067" y="597507"/>
                  <a:ext cx="330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4DD9F1-9D0E-FF13-F1C7-B450C2F90231}"/>
                    </a:ext>
                  </a:extLst>
                </p14:cNvPr>
                <p14:cNvContentPartPr/>
                <p14:nvPr/>
              </p14:nvContentPartPr>
              <p14:xfrm>
                <a:off x="8912387" y="569427"/>
                <a:ext cx="171720" cy="22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4DD9F1-9D0E-FF13-F1C7-B450C2F9023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08067" y="565107"/>
                  <a:ext cx="180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71FD0A1-CE1B-47AD-2D8C-917240F03E55}"/>
                    </a:ext>
                  </a:extLst>
                </p14:cNvPr>
                <p14:cNvContentPartPr/>
                <p14:nvPr/>
              </p14:nvContentPartPr>
              <p14:xfrm>
                <a:off x="9204707" y="510387"/>
                <a:ext cx="247680" cy="29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71FD0A1-CE1B-47AD-2D8C-917240F03E5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00387" y="506067"/>
                  <a:ext cx="2563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E0D4E3E-5F62-F6AE-DF68-4FB04C2319F2}"/>
              </a:ext>
            </a:extLst>
          </p:cNvPr>
          <p:cNvGrpSpPr/>
          <p:nvPr/>
        </p:nvGrpSpPr>
        <p:grpSpPr>
          <a:xfrm>
            <a:off x="-15613" y="5563347"/>
            <a:ext cx="1584720" cy="587520"/>
            <a:chOff x="-15613" y="5563347"/>
            <a:chExt cx="1584720" cy="58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BC800F0-1713-E7B9-0E34-8FF5AFA1DD07}"/>
                    </a:ext>
                  </a:extLst>
                </p14:cNvPr>
                <p14:cNvContentPartPr/>
                <p14:nvPr/>
              </p14:nvContentPartPr>
              <p14:xfrm>
                <a:off x="202907" y="5651547"/>
                <a:ext cx="219240" cy="280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BC800F0-1713-E7B9-0E34-8FF5AFA1DD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98587" y="5647227"/>
                  <a:ext cx="2278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B649D25-3088-7EE0-F3A7-4889D2324808}"/>
                    </a:ext>
                  </a:extLst>
                </p14:cNvPr>
                <p14:cNvContentPartPr/>
                <p14:nvPr/>
              </p14:nvContentPartPr>
              <p14:xfrm>
                <a:off x="496667" y="5783667"/>
                <a:ext cx="119880" cy="90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B649D25-3088-7EE0-F3A7-4889D23248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2347" y="5779347"/>
                  <a:ext cx="128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BC5F91-685A-948A-EEAA-33379C6D5F43}"/>
                    </a:ext>
                  </a:extLst>
                </p14:cNvPr>
                <p14:cNvContentPartPr/>
                <p14:nvPr/>
              </p14:nvContentPartPr>
              <p14:xfrm>
                <a:off x="750827" y="5577027"/>
                <a:ext cx="90360" cy="28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BC5F91-685A-948A-EEAA-33379C6D5F4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6507" y="5572707"/>
                  <a:ext cx="99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ACA2E13-BD1B-6B33-E2C9-8EC9059F1277}"/>
                    </a:ext>
                  </a:extLst>
                </p14:cNvPr>
                <p14:cNvContentPartPr/>
                <p14:nvPr/>
              </p14:nvContentPartPr>
              <p14:xfrm>
                <a:off x="726347" y="5767107"/>
                <a:ext cx="114120" cy="34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ACA2E13-BD1B-6B33-E2C9-8EC9059F12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2027" y="5762787"/>
                  <a:ext cx="122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6FA1139-5C34-A2CC-6AEC-6B4A2801576D}"/>
                    </a:ext>
                  </a:extLst>
                </p14:cNvPr>
                <p14:cNvContentPartPr/>
                <p14:nvPr/>
              </p14:nvContentPartPr>
              <p14:xfrm>
                <a:off x="847307" y="5747667"/>
                <a:ext cx="119160" cy="322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6FA1139-5C34-A2CC-6AEC-6B4A280157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42987" y="5743347"/>
                  <a:ext cx="1278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267A6E8-E4C6-D7F6-59BB-8516B9DE705F}"/>
                    </a:ext>
                  </a:extLst>
                </p14:cNvPr>
                <p14:cNvContentPartPr/>
                <p14:nvPr/>
              </p14:nvContentPartPr>
              <p14:xfrm>
                <a:off x="1052147" y="5740467"/>
                <a:ext cx="116280" cy="64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267A6E8-E4C6-D7F6-59BB-8516B9DE705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7827" y="5736147"/>
                  <a:ext cx="124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C6015B4-77CD-A2ED-A699-1D85968C49F1}"/>
                    </a:ext>
                  </a:extLst>
                </p14:cNvPr>
                <p14:cNvContentPartPr/>
                <p14:nvPr/>
              </p14:nvContentPartPr>
              <p14:xfrm>
                <a:off x="1292987" y="5563347"/>
                <a:ext cx="47880" cy="213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C6015B4-77CD-A2ED-A699-1D85968C49F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88667" y="5559027"/>
                  <a:ext cx="56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5CFFEDA-6966-C91C-BDFE-FE5A98D08023}"/>
                    </a:ext>
                  </a:extLst>
                </p14:cNvPr>
                <p14:cNvContentPartPr/>
                <p14:nvPr/>
              </p14:nvContentPartPr>
              <p14:xfrm>
                <a:off x="1291547" y="5651187"/>
                <a:ext cx="116280" cy="22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5CFFEDA-6966-C91C-BDFE-FE5A98D080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87227" y="5646867"/>
                  <a:ext cx="124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9DD731A-9FB5-B641-C512-388C21DFCBEF}"/>
                    </a:ext>
                  </a:extLst>
                </p14:cNvPr>
                <p14:cNvContentPartPr/>
                <p14:nvPr/>
              </p14:nvContentPartPr>
              <p14:xfrm>
                <a:off x="-15613" y="5792307"/>
                <a:ext cx="1584720" cy="279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9DD731A-9FB5-B641-C512-388C21DFCBE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-19933" y="5787987"/>
                  <a:ext cx="1593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A1CE832-1B5E-C395-3D13-25956A0902DA}"/>
                    </a:ext>
                  </a:extLst>
                </p14:cNvPr>
                <p14:cNvContentPartPr/>
                <p14:nvPr/>
              </p14:nvContentPartPr>
              <p14:xfrm>
                <a:off x="213347" y="5893467"/>
                <a:ext cx="1325880" cy="257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A1CE832-1B5E-C395-3D13-25956A0902D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9027" y="5889147"/>
                  <a:ext cx="133452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3722A31-C88C-97A6-3A55-B47CA5D7154F}"/>
                  </a:ext>
                </a:extLst>
              </p14:cNvPr>
              <p14:cNvContentPartPr/>
              <p14:nvPr/>
            </p14:nvContentPartPr>
            <p14:xfrm>
              <a:off x="7118507" y="2195907"/>
              <a:ext cx="200160" cy="1659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3722A31-C88C-97A6-3A55-B47CA5D7154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114187" y="2191587"/>
                <a:ext cx="2088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7BEB0AC-F307-00FD-8CE3-3AD9093859F3}"/>
                  </a:ext>
                </a:extLst>
              </p14:cNvPr>
              <p14:cNvContentPartPr/>
              <p14:nvPr/>
            </p14:nvContentPartPr>
            <p14:xfrm>
              <a:off x="1312787" y="6226467"/>
              <a:ext cx="177840" cy="2358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7BEB0AC-F307-00FD-8CE3-3AD9093859F3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308467" y="6222147"/>
                <a:ext cx="1864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B78ABFB-A1F3-77C5-D548-EA1906B726E7}"/>
                  </a:ext>
                </a:extLst>
              </p14:cNvPr>
              <p14:cNvContentPartPr/>
              <p14:nvPr/>
            </p14:nvContentPartPr>
            <p14:xfrm>
              <a:off x="7382027" y="2213907"/>
              <a:ext cx="232200" cy="1908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B78ABFB-A1F3-77C5-D548-EA1906B726E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377707" y="2209587"/>
                <a:ext cx="2408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ABC6010-578B-4A23-E564-6E2048A95FBE}"/>
                  </a:ext>
                </a:extLst>
              </p14:cNvPr>
              <p14:cNvContentPartPr/>
              <p14:nvPr/>
            </p14:nvContentPartPr>
            <p14:xfrm>
              <a:off x="5335787" y="2799627"/>
              <a:ext cx="246240" cy="2516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ABC6010-578B-4A23-E564-6E2048A95FB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331467" y="2795307"/>
                <a:ext cx="2548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B6A2DDB-F9E9-6F7F-2CB2-C74408BF6D7E}"/>
                  </a:ext>
                </a:extLst>
              </p14:cNvPr>
              <p14:cNvContentPartPr/>
              <p14:nvPr/>
            </p14:nvContentPartPr>
            <p14:xfrm>
              <a:off x="5618747" y="2833827"/>
              <a:ext cx="163080" cy="178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B6A2DDB-F9E9-6F7F-2CB2-C74408BF6D7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614427" y="2829507"/>
                <a:ext cx="1717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3B3884D-8D84-7544-CBC4-A2F981B872C4}"/>
                  </a:ext>
                </a:extLst>
              </p14:cNvPr>
              <p14:cNvContentPartPr/>
              <p14:nvPr/>
            </p14:nvContentPartPr>
            <p14:xfrm>
              <a:off x="4466027" y="3562467"/>
              <a:ext cx="212760" cy="2448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3B3884D-8D84-7544-CBC4-A2F981B872C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461707" y="3558147"/>
                <a:ext cx="22140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D7F5C6A-FF9E-D052-1A5E-ECF95A50DF15}"/>
              </a:ext>
            </a:extLst>
          </p:cNvPr>
          <p:cNvGrpSpPr/>
          <p:nvPr/>
        </p:nvGrpSpPr>
        <p:grpSpPr>
          <a:xfrm>
            <a:off x="1724267" y="6198747"/>
            <a:ext cx="672480" cy="246240"/>
            <a:chOff x="1724267" y="6198747"/>
            <a:chExt cx="67248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3601723-E70A-E844-49C1-29AF704206E7}"/>
                    </a:ext>
                  </a:extLst>
                </p14:cNvPr>
                <p14:cNvContentPartPr/>
                <p14:nvPr/>
              </p14:nvContentPartPr>
              <p14:xfrm>
                <a:off x="1724267" y="6220707"/>
                <a:ext cx="250920" cy="159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3601723-E70A-E844-49C1-29AF704206E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719947" y="6216387"/>
                  <a:ext cx="259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95842E8-1E7F-A988-3BE5-40B045A1E6D8}"/>
                    </a:ext>
                  </a:extLst>
                </p14:cNvPr>
                <p14:cNvContentPartPr/>
                <p14:nvPr/>
              </p14:nvContentPartPr>
              <p14:xfrm>
                <a:off x="1901027" y="6231867"/>
                <a:ext cx="35640" cy="213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95842E8-1E7F-A988-3BE5-40B045A1E6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96707" y="6227547"/>
                  <a:ext cx="44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D6D08D6-A3D7-39E5-24C7-FAB00A2188CC}"/>
                    </a:ext>
                  </a:extLst>
                </p14:cNvPr>
                <p14:cNvContentPartPr/>
                <p14:nvPr/>
              </p14:nvContentPartPr>
              <p14:xfrm>
                <a:off x="2239067" y="6198747"/>
                <a:ext cx="157680" cy="228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D6D08D6-A3D7-39E5-24C7-FAB00A2188C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34747" y="6194427"/>
                  <a:ext cx="16632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3D69E88-7C48-41E2-41FA-09743807B60B}"/>
                  </a:ext>
                </a:extLst>
              </p14:cNvPr>
              <p14:cNvContentPartPr/>
              <p14:nvPr/>
            </p14:nvContentPartPr>
            <p14:xfrm>
              <a:off x="4792907" y="3587667"/>
              <a:ext cx="226080" cy="1728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3D69E88-7C48-41E2-41FA-09743807B60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788587" y="3583347"/>
                <a:ext cx="2347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08C7AE5-A86C-00BF-07E9-179E7E21101D}"/>
                  </a:ext>
                </a:extLst>
              </p14:cNvPr>
              <p14:cNvContentPartPr/>
              <p14:nvPr/>
            </p14:nvContentPartPr>
            <p14:xfrm>
              <a:off x="3990467" y="4460307"/>
              <a:ext cx="200520" cy="171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08C7AE5-A86C-00BF-07E9-179E7E21101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986147" y="4455987"/>
                <a:ext cx="2091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3FFF6CF9-C518-BD64-3296-FFAAD9F38619}"/>
                  </a:ext>
                </a:extLst>
              </p14:cNvPr>
              <p14:cNvContentPartPr/>
              <p14:nvPr/>
            </p14:nvContentPartPr>
            <p14:xfrm>
              <a:off x="2809307" y="6214587"/>
              <a:ext cx="19800" cy="2779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3FFF6CF9-C518-BD64-3296-FFAAD9F38619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804987" y="6210267"/>
                <a:ext cx="284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3AC0BE3-C8CE-54B8-D509-05313DAD9CB2}"/>
                  </a:ext>
                </a:extLst>
              </p14:cNvPr>
              <p14:cNvContentPartPr/>
              <p14:nvPr/>
            </p14:nvContentPartPr>
            <p14:xfrm>
              <a:off x="4256867" y="4448787"/>
              <a:ext cx="200520" cy="189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3AC0BE3-C8CE-54B8-D509-05313DAD9CB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252547" y="4444467"/>
                <a:ext cx="2091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7094572-BE58-4EC9-3C77-F5A3B827410F}"/>
                  </a:ext>
                </a:extLst>
              </p14:cNvPr>
              <p14:cNvContentPartPr/>
              <p14:nvPr/>
            </p14:nvContentPartPr>
            <p14:xfrm>
              <a:off x="4493027" y="4414947"/>
              <a:ext cx="111600" cy="1796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7094572-BE58-4EC9-3C77-F5A3B827410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488707" y="4410627"/>
                <a:ext cx="1202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A1801F2-46B8-A679-7DBD-AAFDE71907C3}"/>
                  </a:ext>
                </a:extLst>
              </p14:cNvPr>
              <p14:cNvContentPartPr/>
              <p14:nvPr/>
            </p14:nvContentPartPr>
            <p14:xfrm>
              <a:off x="5016107" y="3557067"/>
              <a:ext cx="140760" cy="2484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A1801F2-46B8-A679-7DBD-AAFDE71907C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011787" y="3552747"/>
                <a:ext cx="1494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DA41AFF-0461-ACDA-5A49-837B0D918644}"/>
                  </a:ext>
                </a:extLst>
              </p14:cNvPr>
              <p14:cNvContentPartPr/>
              <p14:nvPr/>
            </p14:nvContentPartPr>
            <p14:xfrm>
              <a:off x="5754827" y="2776587"/>
              <a:ext cx="127080" cy="2260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DA41AFF-0461-ACDA-5A49-837B0D91864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750507" y="2772267"/>
                <a:ext cx="135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B729FF3-7CD6-8EEB-CF29-C16F389E4D51}"/>
                  </a:ext>
                </a:extLst>
              </p14:cNvPr>
              <p14:cNvContentPartPr/>
              <p14:nvPr/>
            </p14:nvContentPartPr>
            <p14:xfrm>
              <a:off x="7776227" y="2201667"/>
              <a:ext cx="173160" cy="2350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B729FF3-7CD6-8EEB-CF29-C16F389E4D5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771907" y="2197347"/>
                <a:ext cx="1818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F8A2B95-233F-2E29-6AC8-FDAA76DBD8B2}"/>
                  </a:ext>
                </a:extLst>
              </p14:cNvPr>
              <p14:cNvContentPartPr/>
              <p14:nvPr/>
            </p14:nvContentPartPr>
            <p14:xfrm>
              <a:off x="7601627" y="2808267"/>
              <a:ext cx="212040" cy="126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F8A2B95-233F-2E29-6AC8-FDAA76DBD8B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97307" y="2803947"/>
                <a:ext cx="2206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6B3698A-CCEF-581F-D5DF-84F487D0F44F}"/>
              </a:ext>
            </a:extLst>
          </p:cNvPr>
          <p:cNvGrpSpPr/>
          <p:nvPr/>
        </p:nvGrpSpPr>
        <p:grpSpPr>
          <a:xfrm>
            <a:off x="3228347" y="6160947"/>
            <a:ext cx="284040" cy="289080"/>
            <a:chOff x="3228347" y="6160947"/>
            <a:chExt cx="28404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3E20AD9-8E29-AA8D-4D91-90927F4C026F}"/>
                    </a:ext>
                  </a:extLst>
                </p14:cNvPr>
                <p14:cNvContentPartPr/>
                <p14:nvPr/>
              </p14:nvContentPartPr>
              <p14:xfrm>
                <a:off x="3228347" y="6160947"/>
                <a:ext cx="191520" cy="289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3E20AD9-8E29-AA8D-4D91-90927F4C02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24027" y="6156627"/>
                  <a:ext cx="200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52B6B66-7D6F-8454-4249-531FC46F6536}"/>
                    </a:ext>
                  </a:extLst>
                </p14:cNvPr>
                <p14:cNvContentPartPr/>
                <p14:nvPr/>
              </p14:nvContentPartPr>
              <p14:xfrm>
                <a:off x="3285947" y="6272187"/>
                <a:ext cx="226440" cy="34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52B6B66-7D6F-8454-4249-531FC46F653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81627" y="6267867"/>
                  <a:ext cx="23508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3630617-7007-FB4B-007F-5541EDCA222C}"/>
                  </a:ext>
                </a:extLst>
              </p14:cNvPr>
              <p14:cNvContentPartPr/>
              <p14:nvPr/>
            </p14:nvContentPartPr>
            <p14:xfrm>
              <a:off x="7906907" y="2774067"/>
              <a:ext cx="176400" cy="1378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3630617-7007-FB4B-007F-5541EDCA222C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902587" y="2769747"/>
                <a:ext cx="1850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6207D44C-D5CA-DAFB-2DC7-933F2CF3D07B}"/>
                  </a:ext>
                </a:extLst>
              </p14:cNvPr>
              <p14:cNvContentPartPr/>
              <p14:nvPr/>
            </p14:nvContentPartPr>
            <p14:xfrm>
              <a:off x="8183747" y="2717547"/>
              <a:ext cx="178920" cy="185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6207D44C-D5CA-DAFB-2DC7-933F2CF3D07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179427" y="2713227"/>
                <a:ext cx="1875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3968F16-AECB-97C8-E22F-1925E604BD5D}"/>
                  </a:ext>
                </a:extLst>
              </p14:cNvPr>
              <p14:cNvContentPartPr/>
              <p14:nvPr/>
            </p14:nvContentPartPr>
            <p14:xfrm>
              <a:off x="8271587" y="3330627"/>
              <a:ext cx="282240" cy="1994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3968F16-AECB-97C8-E22F-1925E604BD5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267267" y="3326307"/>
                <a:ext cx="2908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93F799E-58BF-95AB-0485-E8EDB55B5EDE}"/>
                  </a:ext>
                </a:extLst>
              </p14:cNvPr>
              <p14:cNvContentPartPr/>
              <p14:nvPr/>
            </p14:nvContentPartPr>
            <p14:xfrm>
              <a:off x="3813347" y="6118107"/>
              <a:ext cx="171720" cy="2631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93F799E-58BF-95AB-0485-E8EDB55B5ED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809027" y="6113787"/>
                <a:ext cx="18036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778E4A8-A21C-BF6E-F068-EFDEBC5C326D}"/>
                  </a:ext>
                </a:extLst>
              </p14:cNvPr>
              <p14:cNvContentPartPr/>
              <p14:nvPr/>
            </p14:nvContentPartPr>
            <p14:xfrm>
              <a:off x="8625107" y="3338187"/>
              <a:ext cx="191880" cy="2030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778E4A8-A21C-BF6E-F068-EFDEBC5C326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620787" y="3333867"/>
                <a:ext cx="2005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1BC2E2B-CC96-A4DF-7449-CE2D7FC51CE3}"/>
                  </a:ext>
                </a:extLst>
              </p14:cNvPr>
              <p14:cNvContentPartPr/>
              <p14:nvPr/>
            </p14:nvContentPartPr>
            <p14:xfrm>
              <a:off x="6401027" y="4482267"/>
              <a:ext cx="251640" cy="198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1BC2E2B-CC96-A4DF-7449-CE2D7FC51CE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396707" y="4477947"/>
                <a:ext cx="2602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5F36B50-5334-0592-E9B2-6ED3033BE508}"/>
                  </a:ext>
                </a:extLst>
              </p14:cNvPr>
              <p14:cNvContentPartPr/>
              <p14:nvPr/>
            </p14:nvContentPartPr>
            <p14:xfrm>
              <a:off x="4247147" y="6070947"/>
              <a:ext cx="189720" cy="209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5F36B50-5334-0592-E9B2-6ED3033BE50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242827" y="6066627"/>
                <a:ext cx="19836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9A62E98-F4C2-6B85-433E-F4C2FD6A7D2E}"/>
              </a:ext>
            </a:extLst>
          </p:cNvPr>
          <p:cNvGrpSpPr/>
          <p:nvPr/>
        </p:nvGrpSpPr>
        <p:grpSpPr>
          <a:xfrm>
            <a:off x="6720707" y="4461747"/>
            <a:ext cx="298080" cy="217440"/>
            <a:chOff x="6720707" y="4461747"/>
            <a:chExt cx="29808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F848D-1D36-4B1A-8963-C5A7F25A2418}"/>
                    </a:ext>
                  </a:extLst>
                </p14:cNvPr>
                <p14:cNvContentPartPr/>
                <p14:nvPr/>
              </p14:nvContentPartPr>
              <p14:xfrm>
                <a:off x="6720707" y="4472907"/>
                <a:ext cx="127800" cy="201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F848D-1D36-4B1A-8963-C5A7F25A241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716387" y="4468587"/>
                  <a:ext cx="136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C0B279F-FD71-513D-DB27-6CB687E00506}"/>
                    </a:ext>
                  </a:extLst>
                </p14:cNvPr>
                <p14:cNvContentPartPr/>
                <p14:nvPr/>
              </p14:nvContentPartPr>
              <p14:xfrm>
                <a:off x="6905027" y="4461747"/>
                <a:ext cx="113760" cy="217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C0B279F-FD71-513D-DB27-6CB687E005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900707" y="4457427"/>
                  <a:ext cx="12240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1DBD58A-BB62-280D-05F3-62C54F85F2B8}"/>
                  </a:ext>
                </a:extLst>
              </p14:cNvPr>
              <p14:cNvContentPartPr/>
              <p14:nvPr/>
            </p14:nvContentPartPr>
            <p14:xfrm>
              <a:off x="8905547" y="3316947"/>
              <a:ext cx="169200" cy="2250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1DBD58A-BB62-280D-05F3-62C54F85F2B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901227" y="3312627"/>
                <a:ext cx="1778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0865D61-8257-1EEF-106D-DBE7A3F63213}"/>
                  </a:ext>
                </a:extLst>
              </p14:cNvPr>
              <p14:cNvContentPartPr/>
              <p14:nvPr/>
            </p14:nvContentPartPr>
            <p14:xfrm>
              <a:off x="8968907" y="4186347"/>
              <a:ext cx="233280" cy="2113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0865D61-8257-1EEF-106D-DBE7A3F6321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964587" y="4182027"/>
                <a:ext cx="24192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EAEC5B9-5C30-A21C-8206-30EA0A1637FD}"/>
              </a:ext>
            </a:extLst>
          </p:cNvPr>
          <p:cNvGrpSpPr/>
          <p:nvPr/>
        </p:nvGrpSpPr>
        <p:grpSpPr>
          <a:xfrm>
            <a:off x="4883987" y="6055107"/>
            <a:ext cx="314280" cy="219960"/>
            <a:chOff x="4883987" y="6055107"/>
            <a:chExt cx="31428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5C772BE-8B79-1828-432A-6DD172AD6E52}"/>
                    </a:ext>
                  </a:extLst>
                </p14:cNvPr>
                <p14:cNvContentPartPr/>
                <p14:nvPr/>
              </p14:nvContentPartPr>
              <p14:xfrm>
                <a:off x="4883987" y="6055107"/>
                <a:ext cx="43200" cy="219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5C772BE-8B79-1828-432A-6DD172AD6E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879667" y="6050787"/>
                  <a:ext cx="51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31196EC-4A61-4E38-5409-22BC7C194031}"/>
                    </a:ext>
                  </a:extLst>
                </p14:cNvPr>
                <p14:cNvContentPartPr/>
                <p14:nvPr/>
              </p14:nvContentPartPr>
              <p14:xfrm>
                <a:off x="5042387" y="6082107"/>
                <a:ext cx="155880" cy="165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31196EC-4A61-4E38-5409-22BC7C19403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038067" y="6077787"/>
                  <a:ext cx="16452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5A3A1EC-DD93-58C6-2BB7-02A4700B97FD}"/>
                  </a:ext>
                </a:extLst>
              </p14:cNvPr>
              <p14:cNvContentPartPr/>
              <p14:nvPr/>
            </p14:nvContentPartPr>
            <p14:xfrm>
              <a:off x="9319187" y="4186347"/>
              <a:ext cx="142560" cy="1699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5A3A1EC-DD93-58C6-2BB7-02A4700B97FD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314867" y="4182027"/>
                <a:ext cx="1512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55F6B00-EA00-6E33-F962-94FAC5468F10}"/>
                  </a:ext>
                </a:extLst>
              </p14:cNvPr>
              <p14:cNvContentPartPr/>
              <p14:nvPr/>
            </p14:nvContentPartPr>
            <p14:xfrm>
              <a:off x="9712667" y="4182387"/>
              <a:ext cx="169920" cy="2019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55F6B00-EA00-6E33-F962-94FAC5468F1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9708347" y="4178067"/>
                <a:ext cx="178560" cy="21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613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C266-F673-B0E6-E468-30E04861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2BB78E4-4530-E6D6-CFB5-FC0FF203A28D}"/>
              </a:ext>
            </a:extLst>
          </p:cNvPr>
          <p:cNvGrpSpPr/>
          <p:nvPr/>
        </p:nvGrpSpPr>
        <p:grpSpPr>
          <a:xfrm>
            <a:off x="948703" y="455657"/>
            <a:ext cx="283320" cy="322200"/>
            <a:chOff x="948703" y="455657"/>
            <a:chExt cx="2833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721B5B-A736-8592-201F-1D3046F7DCC6}"/>
                    </a:ext>
                  </a:extLst>
                </p14:cNvPr>
                <p14:cNvContentPartPr/>
                <p14:nvPr/>
              </p14:nvContentPartPr>
              <p14:xfrm>
                <a:off x="948703" y="455657"/>
                <a:ext cx="221040" cy="29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721B5B-A736-8592-201F-1D3046F7DC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383" y="451337"/>
                  <a:ext cx="22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111167-D7E3-309E-B15A-2BA740B47BF3}"/>
                    </a:ext>
                  </a:extLst>
                </p14:cNvPr>
                <p14:cNvContentPartPr/>
                <p14:nvPr/>
              </p14:nvContentPartPr>
              <p14:xfrm>
                <a:off x="1148863" y="683177"/>
                <a:ext cx="83160" cy="9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111167-D7E3-309E-B15A-2BA740B47B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4543" y="678857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F44AD2C-3E44-407C-7593-F6B3705CD6D3}"/>
              </a:ext>
            </a:extLst>
          </p:cNvPr>
          <p:cNvGrpSpPr/>
          <p:nvPr/>
        </p:nvGrpSpPr>
        <p:grpSpPr>
          <a:xfrm>
            <a:off x="1427503" y="468617"/>
            <a:ext cx="255240" cy="360000"/>
            <a:chOff x="1427503" y="468617"/>
            <a:chExt cx="2552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F6ABAE-2D17-83A7-85DE-E910ABF0E7A3}"/>
                    </a:ext>
                  </a:extLst>
                </p14:cNvPr>
                <p14:cNvContentPartPr/>
                <p14:nvPr/>
              </p14:nvContentPartPr>
              <p14:xfrm>
                <a:off x="1454863" y="468617"/>
                <a:ext cx="13824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F6ABAE-2D17-83A7-85DE-E910ABF0E7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0543" y="464297"/>
                  <a:ext cx="14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62CD84-F513-E4E9-4C6E-BEEECFE4B0C6}"/>
                    </a:ext>
                  </a:extLst>
                </p14:cNvPr>
                <p14:cNvContentPartPr/>
                <p14:nvPr/>
              </p14:nvContentPartPr>
              <p14:xfrm>
                <a:off x="1427503" y="585977"/>
                <a:ext cx="2062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62CD84-F513-E4E9-4C6E-BEEECFE4B0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3183" y="581657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9F1981-A77D-F1ED-8DAF-45B1FB90B90A}"/>
                    </a:ext>
                  </a:extLst>
                </p14:cNvPr>
                <p14:cNvContentPartPr/>
                <p14:nvPr/>
              </p14:nvContentPartPr>
              <p14:xfrm>
                <a:off x="1610383" y="713777"/>
                <a:ext cx="7236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9F1981-A77D-F1ED-8DAF-45B1FB90B9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6063" y="709457"/>
                  <a:ext cx="810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096FD3-7C12-00D5-8B95-04BCE05FEAE7}"/>
              </a:ext>
            </a:extLst>
          </p:cNvPr>
          <p:cNvGrpSpPr/>
          <p:nvPr/>
        </p:nvGrpSpPr>
        <p:grpSpPr>
          <a:xfrm>
            <a:off x="1994503" y="532337"/>
            <a:ext cx="401400" cy="336960"/>
            <a:chOff x="1994503" y="532337"/>
            <a:chExt cx="4014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F5CC86-1123-EEC6-8C45-72F61D560469}"/>
                    </a:ext>
                  </a:extLst>
                </p14:cNvPr>
                <p14:cNvContentPartPr/>
                <p14:nvPr/>
              </p14:nvContentPartPr>
              <p14:xfrm>
                <a:off x="1994503" y="532337"/>
                <a:ext cx="20196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F5CC86-1123-EEC6-8C45-72F61D5604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183" y="528017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F0ACAC-4549-A96D-272B-350707A9F4A3}"/>
                    </a:ext>
                  </a:extLst>
                </p14:cNvPr>
                <p14:cNvContentPartPr/>
                <p14:nvPr/>
              </p14:nvContentPartPr>
              <p14:xfrm>
                <a:off x="2041303" y="597497"/>
                <a:ext cx="12096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F0ACAC-4549-A96D-272B-350707A9F4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983" y="593177"/>
                  <a:ext cx="12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544E9A-97C8-ACCA-D538-26AD810D600F}"/>
                    </a:ext>
                  </a:extLst>
                </p14:cNvPr>
                <p14:cNvContentPartPr/>
                <p14:nvPr/>
              </p14:nvContentPartPr>
              <p14:xfrm>
                <a:off x="2304103" y="789017"/>
                <a:ext cx="9180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544E9A-97C8-ACCA-D538-26AD810D60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9783" y="784697"/>
                  <a:ext cx="100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6AC860-0142-CCCC-8D4E-9959601A6980}"/>
              </a:ext>
            </a:extLst>
          </p:cNvPr>
          <p:cNvGrpSpPr/>
          <p:nvPr/>
        </p:nvGrpSpPr>
        <p:grpSpPr>
          <a:xfrm>
            <a:off x="2648263" y="502457"/>
            <a:ext cx="351360" cy="458280"/>
            <a:chOff x="2648263" y="502457"/>
            <a:chExt cx="351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09EB67-5CC3-A607-325A-B4020EB07011}"/>
                    </a:ext>
                  </a:extLst>
                </p14:cNvPr>
                <p14:cNvContentPartPr/>
                <p14:nvPr/>
              </p14:nvContentPartPr>
              <p14:xfrm>
                <a:off x="2648263" y="502457"/>
                <a:ext cx="21024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09EB67-5CC3-A607-325A-B4020EB070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943" y="498137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EBF950-4B0A-0747-B777-90B1FC7EADB3}"/>
                    </a:ext>
                  </a:extLst>
                </p14:cNvPr>
                <p14:cNvContentPartPr/>
                <p14:nvPr/>
              </p14:nvContentPartPr>
              <p14:xfrm>
                <a:off x="2900623" y="847337"/>
                <a:ext cx="9900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EBF950-4B0A-0747-B777-90B1FC7EAD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6303" y="843017"/>
                  <a:ext cx="107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768EB4-DF1F-BDB9-408C-9DA6C1E49DB6}"/>
              </a:ext>
            </a:extLst>
          </p:cNvPr>
          <p:cNvGrpSpPr/>
          <p:nvPr/>
        </p:nvGrpSpPr>
        <p:grpSpPr>
          <a:xfrm>
            <a:off x="3377983" y="566897"/>
            <a:ext cx="758160" cy="353160"/>
            <a:chOff x="3377983" y="566897"/>
            <a:chExt cx="758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45AF39-251F-66F1-93B1-4C19BEBFF440}"/>
                    </a:ext>
                  </a:extLst>
                </p14:cNvPr>
                <p14:cNvContentPartPr/>
                <p14:nvPr/>
              </p14:nvContentPartPr>
              <p14:xfrm>
                <a:off x="3377983" y="645737"/>
                <a:ext cx="69120" cy="20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45AF39-251F-66F1-93B1-4C19BEBFF4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3663" y="641417"/>
                  <a:ext cx="77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678E67-071F-E34F-8F54-E60540C315EA}"/>
                    </a:ext>
                  </a:extLst>
                </p14:cNvPr>
                <p14:cNvContentPartPr/>
                <p14:nvPr/>
              </p14:nvContentPartPr>
              <p14:xfrm>
                <a:off x="3620983" y="566897"/>
                <a:ext cx="22932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678E67-071F-E34F-8F54-E60540C315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6663" y="562577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12AE31-29D6-DB95-2EC5-EEF485A9679B}"/>
                    </a:ext>
                  </a:extLst>
                </p14:cNvPr>
                <p14:cNvContentPartPr/>
                <p14:nvPr/>
              </p14:nvContentPartPr>
              <p14:xfrm>
                <a:off x="3965863" y="774617"/>
                <a:ext cx="17028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12AE31-29D6-DB95-2EC5-EEF485A967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543" y="770297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68F898-3672-25A8-3211-D5DED130FF39}"/>
              </a:ext>
            </a:extLst>
          </p:cNvPr>
          <p:cNvGrpSpPr/>
          <p:nvPr/>
        </p:nvGrpSpPr>
        <p:grpSpPr>
          <a:xfrm>
            <a:off x="4456543" y="519017"/>
            <a:ext cx="470520" cy="433080"/>
            <a:chOff x="4456543" y="519017"/>
            <a:chExt cx="4705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40ACDB-121C-5A02-BD61-9448A58FC6D1}"/>
                    </a:ext>
                  </a:extLst>
                </p14:cNvPr>
                <p14:cNvContentPartPr/>
                <p14:nvPr/>
              </p14:nvContentPartPr>
              <p14:xfrm>
                <a:off x="4456543" y="519017"/>
                <a:ext cx="20412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40ACDB-121C-5A02-BD61-9448A58FC6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2223" y="514697"/>
                  <a:ext cx="212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1E42E0-D43E-9035-F5E7-0F4B1D3E3EA7}"/>
                    </a:ext>
                  </a:extLst>
                </p14:cNvPr>
                <p14:cNvContentPartPr/>
                <p14:nvPr/>
              </p14:nvContentPartPr>
              <p14:xfrm>
                <a:off x="4763983" y="799457"/>
                <a:ext cx="163080" cy="15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1E42E0-D43E-9035-F5E7-0F4B1D3E3E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9663" y="795137"/>
                  <a:ext cx="1717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F6EE35C-A3D3-8351-B145-4F97D7994D41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F6EE35C-A3D3-8351-B145-4F97D7994D4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9DC5736-1A38-C4BB-312C-DE670C79E4B8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9DC5736-1A38-C4BB-312C-DE670C79E4B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4F11EF6-79BF-DAB1-5218-EA67B61EDE4A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4F11EF6-79BF-DAB1-5218-EA67B61EDE4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51415EB-61F2-5AC5-FE52-4EAED78AC3B2}"/>
              </a:ext>
            </a:extLst>
          </p:cNvPr>
          <p:cNvGrpSpPr/>
          <p:nvPr/>
        </p:nvGrpSpPr>
        <p:grpSpPr>
          <a:xfrm>
            <a:off x="884747" y="1256667"/>
            <a:ext cx="943200" cy="339120"/>
            <a:chOff x="884747" y="1256667"/>
            <a:chExt cx="943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24DEA8-19C8-B4DD-5B79-8C16CB249427}"/>
                    </a:ext>
                  </a:extLst>
                </p14:cNvPr>
                <p14:cNvContentPartPr/>
                <p14:nvPr/>
              </p14:nvContentPartPr>
              <p14:xfrm>
                <a:off x="884747" y="1256667"/>
                <a:ext cx="201960" cy="33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24DEA8-19C8-B4DD-5B79-8C16CB2494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427" y="1252347"/>
                  <a:ext cx="210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6DC6BA-4A64-C763-3D7B-5CEECF3132A5}"/>
                    </a:ext>
                  </a:extLst>
                </p14:cNvPr>
                <p14:cNvContentPartPr/>
                <p14:nvPr/>
              </p14:nvContentPartPr>
              <p14:xfrm>
                <a:off x="1089947" y="1514427"/>
                <a:ext cx="79920" cy="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6DC6BA-4A64-C763-3D7B-5CEECF3132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5627" y="1510107"/>
                  <a:ext cx="88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1E39E1C-C1C0-F898-31D3-8DD06EEBCDBD}"/>
                    </a:ext>
                  </a:extLst>
                </p14:cNvPr>
                <p14:cNvContentPartPr/>
                <p14:nvPr/>
              </p14:nvContentPartPr>
              <p14:xfrm>
                <a:off x="1269587" y="1456467"/>
                <a:ext cx="62280" cy="12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1E39E1C-C1C0-F898-31D3-8DD06EEBCD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5267" y="1452147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4F1190-584A-11E3-B3E7-ED61D1AE3D90}"/>
                    </a:ext>
                  </a:extLst>
                </p14:cNvPr>
                <p14:cNvContentPartPr/>
                <p14:nvPr/>
              </p14:nvContentPartPr>
              <p14:xfrm>
                <a:off x="1389107" y="1457547"/>
                <a:ext cx="8532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4F1190-584A-11E3-B3E7-ED61D1AE3D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84787" y="1453227"/>
                  <a:ext cx="93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0BBACA-1517-DDB5-649C-594C585B25B7}"/>
                    </a:ext>
                  </a:extLst>
                </p14:cNvPr>
                <p14:cNvContentPartPr/>
                <p14:nvPr/>
              </p14:nvContentPartPr>
              <p14:xfrm>
                <a:off x="1518347" y="1503987"/>
                <a:ext cx="31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0BBACA-1517-DDB5-649C-594C585B25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4027" y="1499667"/>
                  <a:ext cx="4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8B227FE-B97C-F61D-B9C6-337B3ACB9AA9}"/>
                    </a:ext>
                  </a:extLst>
                </p14:cNvPr>
                <p14:cNvContentPartPr/>
                <p14:nvPr/>
              </p14:nvContentPartPr>
              <p14:xfrm>
                <a:off x="1701227" y="1313547"/>
                <a:ext cx="45720" cy="25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8B227FE-B97C-F61D-B9C6-337B3ACB9A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907" y="1309227"/>
                  <a:ext cx="5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A6ABB8-3E7F-0D06-45ED-8806E59F9B49}"/>
                    </a:ext>
                  </a:extLst>
                </p14:cNvPr>
                <p14:cNvContentPartPr/>
                <p14:nvPr/>
              </p14:nvContentPartPr>
              <p14:xfrm>
                <a:off x="1664867" y="1456467"/>
                <a:ext cx="16308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A6ABB8-3E7F-0D06-45ED-8806E59F9B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60547" y="1452147"/>
                  <a:ext cx="1717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6761CE8-CC41-AC26-5625-282D13E44C30}"/>
              </a:ext>
            </a:extLst>
          </p:cNvPr>
          <p:cNvGrpSpPr/>
          <p:nvPr/>
        </p:nvGrpSpPr>
        <p:grpSpPr>
          <a:xfrm>
            <a:off x="2132867" y="1276107"/>
            <a:ext cx="386640" cy="246240"/>
            <a:chOff x="2132867" y="1276107"/>
            <a:chExt cx="3866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1E6952-76E3-0921-04F6-5731DE38FE4C}"/>
                    </a:ext>
                  </a:extLst>
                </p14:cNvPr>
                <p14:cNvContentPartPr/>
                <p14:nvPr/>
              </p14:nvContentPartPr>
              <p14:xfrm>
                <a:off x="2132867" y="1436667"/>
                <a:ext cx="122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1E6952-76E3-0921-04F6-5731DE38FE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8547" y="1432347"/>
                  <a:ext cx="2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141FB3F-A1EE-ECAD-E632-8E52D1CF9D14}"/>
                    </a:ext>
                  </a:extLst>
                </p14:cNvPr>
                <p14:cNvContentPartPr/>
                <p14:nvPr/>
              </p14:nvContentPartPr>
              <p14:xfrm>
                <a:off x="2176427" y="1290867"/>
                <a:ext cx="2376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141FB3F-A1EE-ECAD-E632-8E52D1CF9D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2107" y="1286547"/>
                  <a:ext cx="3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80884B-4FF1-1210-0C75-B6D26AFE6EC5}"/>
                    </a:ext>
                  </a:extLst>
                </p14:cNvPr>
                <p14:cNvContentPartPr/>
                <p14:nvPr/>
              </p14:nvContentPartPr>
              <p14:xfrm>
                <a:off x="2189387" y="1437027"/>
                <a:ext cx="8640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80884B-4FF1-1210-0C75-B6D26AFE6EC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067" y="143270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2D011B-53CB-F28E-2A4D-CB5150D914B1}"/>
                    </a:ext>
                  </a:extLst>
                </p14:cNvPr>
                <p14:cNvContentPartPr/>
                <p14:nvPr/>
              </p14:nvContentPartPr>
              <p14:xfrm>
                <a:off x="2352467" y="1276107"/>
                <a:ext cx="68760" cy="23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2D011B-53CB-F28E-2A4D-CB5150D914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8147" y="1271787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A73B26-2BFD-2B33-7BBE-C1B3219A3805}"/>
                    </a:ext>
                  </a:extLst>
                </p14:cNvPr>
                <p14:cNvContentPartPr/>
                <p14:nvPr/>
              </p14:nvContentPartPr>
              <p14:xfrm>
                <a:off x="2324747" y="1380507"/>
                <a:ext cx="146520" cy="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A73B26-2BFD-2B33-7BBE-C1B3219A38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0427" y="1376187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CF4E34-62A9-4337-16B6-B3366FB48A92}"/>
                    </a:ext>
                  </a:extLst>
                </p14:cNvPr>
                <p14:cNvContentPartPr/>
                <p14:nvPr/>
              </p14:nvContentPartPr>
              <p14:xfrm>
                <a:off x="2446787" y="1410027"/>
                <a:ext cx="7272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CF4E34-62A9-4337-16B6-B3366FB48A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2467" y="1405707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7843599-67B6-2091-3AD8-0A1179EF3D9F}"/>
                  </a:ext>
                </a:extLst>
              </p14:cNvPr>
              <p14:cNvContentPartPr/>
              <p14:nvPr/>
            </p14:nvContentPartPr>
            <p14:xfrm>
              <a:off x="2815427" y="1403547"/>
              <a:ext cx="112320" cy="84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7843599-67B6-2091-3AD8-0A1179EF3D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11107" y="1399227"/>
                <a:ext cx="120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534B65B-239C-638E-D1D1-7894AA88DA36}"/>
              </a:ext>
            </a:extLst>
          </p:cNvPr>
          <p:cNvGrpSpPr/>
          <p:nvPr/>
        </p:nvGrpSpPr>
        <p:grpSpPr>
          <a:xfrm>
            <a:off x="3340667" y="1258827"/>
            <a:ext cx="594000" cy="314640"/>
            <a:chOff x="3340667" y="1258827"/>
            <a:chExt cx="5940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27313E-D860-A3A1-5442-4E73E0A35AE5}"/>
                    </a:ext>
                  </a:extLst>
                </p14:cNvPr>
                <p14:cNvContentPartPr/>
                <p14:nvPr/>
              </p14:nvContentPartPr>
              <p14:xfrm>
                <a:off x="3340667" y="1302387"/>
                <a:ext cx="10800" cy="14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27313E-D860-A3A1-5442-4E73E0A35A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6347" y="1298067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3E4162-427F-C8CD-0795-000F15DDC10C}"/>
                    </a:ext>
                  </a:extLst>
                </p14:cNvPr>
                <p14:cNvContentPartPr/>
                <p14:nvPr/>
              </p14:nvContentPartPr>
              <p14:xfrm>
                <a:off x="3346067" y="1273227"/>
                <a:ext cx="118440" cy="19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3E4162-427F-C8CD-0795-000F15DDC1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1747" y="1268907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E68764D-06A3-98D2-5B99-85ED70C09D57}"/>
                    </a:ext>
                  </a:extLst>
                </p14:cNvPr>
                <p14:cNvContentPartPr/>
                <p14:nvPr/>
              </p14:nvContentPartPr>
              <p14:xfrm>
                <a:off x="3503387" y="1296267"/>
                <a:ext cx="10260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E68764D-06A3-98D2-5B99-85ED70C09D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067" y="1291947"/>
                  <a:ext cx="111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9ADEE9-F21B-BAEA-6E75-A979F8F8D081}"/>
                    </a:ext>
                  </a:extLst>
                </p14:cNvPr>
                <p14:cNvContentPartPr/>
                <p14:nvPr/>
              </p14:nvContentPartPr>
              <p14:xfrm>
                <a:off x="3741707" y="1287267"/>
                <a:ext cx="4932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9ADEE9-F21B-BAEA-6E75-A979F8F8D0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37387" y="1282947"/>
                  <a:ext cx="5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31F070-5F76-3C8E-95DA-5734A606B66A}"/>
                    </a:ext>
                  </a:extLst>
                </p14:cNvPr>
                <p14:cNvContentPartPr/>
                <p14:nvPr/>
              </p14:nvContentPartPr>
              <p14:xfrm>
                <a:off x="3661787" y="1258827"/>
                <a:ext cx="27288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31F070-5F76-3C8E-95DA-5734A606B66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7467" y="1254507"/>
                  <a:ext cx="281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8CF167-E454-A009-7505-BAB18A4780FA}"/>
                    </a:ext>
                  </a:extLst>
                </p14:cNvPr>
                <p14:cNvContentPartPr/>
                <p14:nvPr/>
              </p14:nvContentPartPr>
              <p14:xfrm>
                <a:off x="3841787" y="1481307"/>
                <a:ext cx="76320" cy="9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8CF167-E454-A009-7505-BAB18A4780F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467" y="1476987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1ECC3E-F84B-B0E7-F6B3-D6D4828FC564}"/>
              </a:ext>
            </a:extLst>
          </p:cNvPr>
          <p:cNvGrpSpPr/>
          <p:nvPr/>
        </p:nvGrpSpPr>
        <p:grpSpPr>
          <a:xfrm>
            <a:off x="4187387" y="1230747"/>
            <a:ext cx="1735560" cy="374760"/>
            <a:chOff x="4187387" y="1230747"/>
            <a:chExt cx="17355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BDDA7D8-B304-DF24-9C67-2D05C2DD7631}"/>
                    </a:ext>
                  </a:extLst>
                </p14:cNvPr>
                <p14:cNvContentPartPr/>
                <p14:nvPr/>
              </p14:nvContentPartPr>
              <p14:xfrm>
                <a:off x="4187387" y="1345587"/>
                <a:ext cx="99360" cy="8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BDDA7D8-B304-DF24-9C67-2D05C2DD76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3067" y="1341267"/>
                  <a:ext cx="108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4EB82F-BB6A-63C2-1B53-3F5C05DF6D2F}"/>
                    </a:ext>
                  </a:extLst>
                </p14:cNvPr>
                <p14:cNvContentPartPr/>
                <p14:nvPr/>
              </p14:nvContentPartPr>
              <p14:xfrm>
                <a:off x="4328147" y="1342347"/>
                <a:ext cx="137160" cy="6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4EB82F-BB6A-63C2-1B53-3F5C05DF6D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3827" y="1338027"/>
                  <a:ext cx="145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220FD9-418F-1AF7-9B10-9A039309FD89}"/>
                    </a:ext>
                  </a:extLst>
                </p14:cNvPr>
                <p14:cNvContentPartPr/>
                <p14:nvPr/>
              </p14:nvContentPartPr>
              <p14:xfrm>
                <a:off x="4520027" y="1322187"/>
                <a:ext cx="874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220FD9-418F-1AF7-9B10-9A039309FD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707" y="1317867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726D13A-784C-F5BA-F314-67F94A2455DA}"/>
                    </a:ext>
                  </a:extLst>
                </p14:cNvPr>
                <p14:cNvContentPartPr/>
                <p14:nvPr/>
              </p14:nvContentPartPr>
              <p14:xfrm>
                <a:off x="4715507" y="1372947"/>
                <a:ext cx="81720" cy="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726D13A-784C-F5BA-F314-67F94A2455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1187" y="1368627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C89765-F89C-1C36-E868-62523B00D17A}"/>
                    </a:ext>
                  </a:extLst>
                </p14:cNvPr>
                <p14:cNvContentPartPr/>
                <p14:nvPr/>
              </p14:nvContentPartPr>
              <p14:xfrm>
                <a:off x="4868867" y="1230747"/>
                <a:ext cx="11988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C89765-F89C-1C36-E868-62523B00D17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64547" y="1226427"/>
                  <a:ext cx="128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EA56B6-DE7D-3582-5C2C-B92F11865EEB}"/>
                    </a:ext>
                  </a:extLst>
                </p14:cNvPr>
                <p14:cNvContentPartPr/>
                <p14:nvPr/>
              </p14:nvContentPartPr>
              <p14:xfrm>
                <a:off x="5024027" y="1360707"/>
                <a:ext cx="56880" cy="25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EA56B6-DE7D-3582-5C2C-B92F11865E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07" y="1356387"/>
                  <a:ext cx="6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884CF6-7CC4-B895-99EE-E7A446582C6D}"/>
                    </a:ext>
                  </a:extLst>
                </p14:cNvPr>
                <p14:cNvContentPartPr/>
                <p14:nvPr/>
              </p14:nvContentPartPr>
              <p14:xfrm>
                <a:off x="4882907" y="1335507"/>
                <a:ext cx="233640" cy="27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2884CF6-7CC4-B895-99EE-E7A446582C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8587" y="1331187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597305-6C24-AE42-EF30-6177F70EACC4}"/>
                    </a:ext>
                  </a:extLst>
                </p14:cNvPr>
                <p14:cNvContentPartPr/>
                <p14:nvPr/>
              </p14:nvContentPartPr>
              <p14:xfrm>
                <a:off x="5204747" y="1367547"/>
                <a:ext cx="116640" cy="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597305-6C24-AE42-EF30-6177F70EACC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0427" y="136322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A92E4B-7705-CE14-4FE2-C1ED6960D235}"/>
                    </a:ext>
                  </a:extLst>
                </p14:cNvPr>
                <p14:cNvContentPartPr/>
                <p14:nvPr/>
              </p14:nvContentPartPr>
              <p14:xfrm>
                <a:off x="5429747" y="1323267"/>
                <a:ext cx="116640" cy="92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A92E4B-7705-CE14-4FE2-C1ED6960D23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5427" y="1318947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4C159F-8C19-FD52-C085-8A5B3358A41C}"/>
                    </a:ext>
                  </a:extLst>
                </p14:cNvPr>
                <p14:cNvContentPartPr/>
                <p14:nvPr/>
              </p14:nvContentPartPr>
              <p14:xfrm>
                <a:off x="5565827" y="1317147"/>
                <a:ext cx="119880" cy="10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4C159F-8C19-FD52-C085-8A5B3358A4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7" y="1312827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E41157-543B-2ADF-046D-31C0DB456C7C}"/>
                    </a:ext>
                  </a:extLst>
                </p14:cNvPr>
                <p14:cNvContentPartPr/>
                <p14:nvPr/>
              </p14:nvContentPartPr>
              <p14:xfrm>
                <a:off x="5749067" y="1309227"/>
                <a:ext cx="92880" cy="12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E41157-543B-2ADF-046D-31C0DB456C7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44747" y="1304907"/>
                  <a:ext cx="10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0F62F63-90CD-5F11-C34A-9FC80C19688F}"/>
                    </a:ext>
                  </a:extLst>
                </p14:cNvPr>
                <p14:cNvContentPartPr/>
                <p14:nvPr/>
              </p14:nvContentPartPr>
              <p14:xfrm>
                <a:off x="5899187" y="1385187"/>
                <a:ext cx="2376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0F62F63-90CD-5F11-C34A-9FC80C1968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4867" y="1380867"/>
                  <a:ext cx="324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E3E4903-2692-0724-AF34-9A7E3F61D15D}"/>
              </a:ext>
            </a:extLst>
          </p:cNvPr>
          <p:cNvGrpSpPr/>
          <p:nvPr/>
        </p:nvGrpSpPr>
        <p:grpSpPr>
          <a:xfrm>
            <a:off x="1352387" y="2109147"/>
            <a:ext cx="757440" cy="295200"/>
            <a:chOff x="1352387" y="2109147"/>
            <a:chExt cx="7574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A5C3C5-D19C-A457-4EB5-088D61AD0CD1}"/>
                    </a:ext>
                  </a:extLst>
                </p14:cNvPr>
                <p14:cNvContentPartPr/>
                <p14:nvPr/>
              </p14:nvContentPartPr>
              <p14:xfrm>
                <a:off x="1352387" y="2252787"/>
                <a:ext cx="10584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A5C3C5-D19C-A457-4EB5-088D61AD0C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8067" y="2248467"/>
                  <a:ext cx="114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57FEA07-E8A6-1F1E-55A2-E6483D2E9FFC}"/>
                    </a:ext>
                  </a:extLst>
                </p14:cNvPr>
                <p14:cNvContentPartPr/>
                <p14:nvPr/>
              </p14:nvContentPartPr>
              <p14:xfrm>
                <a:off x="1555427" y="2248107"/>
                <a:ext cx="8064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57FEA07-E8A6-1F1E-55A2-E6483D2E9F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1107" y="2243787"/>
                  <a:ext cx="89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48DFC0-024D-C22F-5275-665A840A2801}"/>
                    </a:ext>
                  </a:extLst>
                </p14:cNvPr>
                <p14:cNvContentPartPr/>
                <p14:nvPr/>
              </p14:nvContentPartPr>
              <p14:xfrm>
                <a:off x="1696187" y="2221107"/>
                <a:ext cx="83520" cy="97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48DFC0-024D-C22F-5275-665A840A28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91867" y="2216787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15E596-1502-A853-FD2F-52CBB7ED50FE}"/>
                    </a:ext>
                  </a:extLst>
                </p14:cNvPr>
                <p14:cNvContentPartPr/>
                <p14:nvPr/>
              </p14:nvContentPartPr>
              <p14:xfrm>
                <a:off x="1916147" y="2109147"/>
                <a:ext cx="95760" cy="22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15E596-1502-A853-FD2F-52CBB7ED50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1827" y="2104827"/>
                  <a:ext cx="10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4251D6-4D31-9A01-A94C-9E93EB9DC42E}"/>
                    </a:ext>
                  </a:extLst>
                </p14:cNvPr>
                <p14:cNvContentPartPr/>
                <p14:nvPr/>
              </p14:nvContentPartPr>
              <p14:xfrm>
                <a:off x="1866467" y="2191947"/>
                <a:ext cx="17784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4251D6-4D31-9A01-A94C-9E93EB9DC4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2147" y="2187627"/>
                  <a:ext cx="186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60B2D7-AFB0-5DD5-A859-88A67CB2BF1A}"/>
                    </a:ext>
                  </a:extLst>
                </p14:cNvPr>
                <p14:cNvContentPartPr/>
                <p14:nvPr/>
              </p14:nvContentPartPr>
              <p14:xfrm>
                <a:off x="2092907" y="2268987"/>
                <a:ext cx="1692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60B2D7-AFB0-5DD5-A859-88A67CB2BF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88587" y="2264667"/>
                  <a:ext cx="2556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6D29876-A8FF-B416-3AEB-F59CA8573DA8}"/>
                  </a:ext>
                </a:extLst>
              </p14:cNvPr>
              <p14:cNvContentPartPr/>
              <p14:nvPr/>
            </p14:nvContentPartPr>
            <p14:xfrm>
              <a:off x="7426307" y="3052707"/>
              <a:ext cx="1080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6D29876-A8FF-B416-3AEB-F59CA8573DA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1987" y="3048387"/>
                <a:ext cx="194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B85461D-2E3B-F32D-DD61-F3DA7C5D54E5}"/>
              </a:ext>
            </a:extLst>
          </p:cNvPr>
          <p:cNvGrpSpPr/>
          <p:nvPr/>
        </p:nvGrpSpPr>
        <p:grpSpPr>
          <a:xfrm>
            <a:off x="3554507" y="1726827"/>
            <a:ext cx="5297760" cy="2968373"/>
            <a:chOff x="3554507" y="1726827"/>
            <a:chExt cx="5297760" cy="2968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2668FB9-8565-328E-381E-B99DCF79F1D3}"/>
                    </a:ext>
                  </a:extLst>
                </p14:cNvPr>
                <p14:cNvContentPartPr/>
                <p14:nvPr/>
              </p14:nvContentPartPr>
              <p14:xfrm>
                <a:off x="3554507" y="2078907"/>
                <a:ext cx="141840" cy="112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2668FB9-8565-328E-381E-B99DCF79F1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0187" y="2074587"/>
                  <a:ext cx="150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1D6D433-CCC2-4882-42A3-392F843436FF}"/>
                    </a:ext>
                  </a:extLst>
                </p14:cNvPr>
                <p14:cNvContentPartPr/>
                <p14:nvPr/>
              </p14:nvContentPartPr>
              <p14:xfrm>
                <a:off x="3730547" y="2070267"/>
                <a:ext cx="103680" cy="113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1D6D433-CCC2-4882-42A3-392F843436F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26227" y="2065947"/>
                  <a:ext cx="11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E30AAF-B6CD-DEEF-14F5-6DD2EAD3D837}"/>
                    </a:ext>
                  </a:extLst>
                </p14:cNvPr>
                <p14:cNvContentPartPr/>
                <p14:nvPr/>
              </p14:nvContentPartPr>
              <p14:xfrm>
                <a:off x="3862307" y="2077467"/>
                <a:ext cx="90000" cy="72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E30AAF-B6CD-DEEF-14F5-6DD2EAD3D8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7987" y="2073147"/>
                  <a:ext cx="9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0151460-44C6-5FC1-9367-ABD691155AAD}"/>
                    </a:ext>
                  </a:extLst>
                </p14:cNvPr>
                <p14:cNvContentPartPr/>
                <p14:nvPr/>
              </p14:nvContentPartPr>
              <p14:xfrm>
                <a:off x="4007387" y="1920867"/>
                <a:ext cx="97920" cy="23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0151460-44C6-5FC1-9367-ABD691155A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3067" y="1916547"/>
                  <a:ext cx="106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5316A3D-8CD3-D9F3-5D96-C886C65BD371}"/>
                    </a:ext>
                  </a:extLst>
                </p14:cNvPr>
                <p14:cNvContentPartPr/>
                <p14:nvPr/>
              </p14:nvContentPartPr>
              <p14:xfrm>
                <a:off x="4018547" y="2029227"/>
                <a:ext cx="89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5316A3D-8CD3-D9F3-5D96-C886C65BD37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4227" y="2024907"/>
                  <a:ext cx="9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F1F28C-86F3-0FA6-E035-FDA73A80013C}"/>
                    </a:ext>
                  </a:extLst>
                </p14:cNvPr>
                <p14:cNvContentPartPr/>
                <p14:nvPr/>
              </p14:nvContentPartPr>
              <p14:xfrm>
                <a:off x="4295387" y="2007267"/>
                <a:ext cx="195840" cy="37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F1F28C-86F3-0FA6-E035-FDA73A8001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1067" y="2002947"/>
                  <a:ext cx="204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3C152D6-C2A6-D69A-3ACF-B876E1A9E58A}"/>
                    </a:ext>
                  </a:extLst>
                </p14:cNvPr>
                <p14:cNvContentPartPr/>
                <p14:nvPr/>
              </p14:nvContentPartPr>
              <p14:xfrm>
                <a:off x="4329227" y="2274387"/>
                <a:ext cx="8856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3C152D6-C2A6-D69A-3ACF-B876E1A9E58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4907" y="2270067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6CC426B-B674-871A-BFBA-13E5923DDEA1}"/>
                    </a:ext>
                  </a:extLst>
                </p14:cNvPr>
                <p14:cNvContentPartPr/>
                <p14:nvPr/>
              </p14:nvContentPartPr>
              <p14:xfrm>
                <a:off x="4431827" y="2287707"/>
                <a:ext cx="69840" cy="9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6CC426B-B674-871A-BFBA-13E5923DDE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27507" y="2283387"/>
                  <a:ext cx="78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BCAE1BF-4885-4E1F-337B-C476DE2CA43C}"/>
                    </a:ext>
                  </a:extLst>
                </p14:cNvPr>
                <p14:cNvContentPartPr/>
                <p14:nvPr/>
              </p14:nvContentPartPr>
              <p14:xfrm>
                <a:off x="4147427" y="2395347"/>
                <a:ext cx="491760" cy="36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BCAE1BF-4885-4E1F-337B-C476DE2CA43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3107" y="2391027"/>
                  <a:ext cx="50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489DFE-937E-DD30-B093-0205AAF18EAB}"/>
                    </a:ext>
                  </a:extLst>
                </p14:cNvPr>
                <p14:cNvContentPartPr/>
                <p14:nvPr/>
              </p14:nvContentPartPr>
              <p14:xfrm>
                <a:off x="4350467" y="2477067"/>
                <a:ext cx="144000" cy="19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489DFE-937E-DD30-B093-0205AAF18EA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147" y="2472747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F691B2-130A-4D98-5E25-D2410F9C4F16}"/>
                    </a:ext>
                  </a:extLst>
                </p14:cNvPr>
                <p14:cNvContentPartPr/>
                <p14:nvPr/>
              </p14:nvContentPartPr>
              <p14:xfrm>
                <a:off x="5873627" y="1870107"/>
                <a:ext cx="9000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F691B2-130A-4D98-5E25-D2410F9C4F1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9307" y="1865787"/>
                  <a:ext cx="98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AB6DD2F-EDC3-8CB7-50B4-0B776A1A72AF}"/>
                    </a:ext>
                  </a:extLst>
                </p14:cNvPr>
                <p14:cNvContentPartPr/>
                <p14:nvPr/>
              </p14:nvContentPartPr>
              <p14:xfrm>
                <a:off x="6045707" y="1875507"/>
                <a:ext cx="11376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AB6DD2F-EDC3-8CB7-50B4-0B776A1A72A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1387" y="1871187"/>
                  <a:ext cx="12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ABD34EF-3256-58E7-A5DE-E8B939506329}"/>
                    </a:ext>
                  </a:extLst>
                </p14:cNvPr>
                <p14:cNvContentPartPr/>
                <p14:nvPr/>
              </p14:nvContentPartPr>
              <p14:xfrm>
                <a:off x="6215267" y="1848507"/>
                <a:ext cx="9504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ABD34EF-3256-58E7-A5DE-E8B93950632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0947" y="1844187"/>
                  <a:ext cx="10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66F777-D3DD-3AC0-3FCB-BB51785F9DB6}"/>
                    </a:ext>
                  </a:extLst>
                </p14:cNvPr>
                <p14:cNvContentPartPr/>
                <p14:nvPr/>
              </p14:nvContentPartPr>
              <p14:xfrm>
                <a:off x="6415787" y="1726827"/>
                <a:ext cx="43920" cy="18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66F777-D3DD-3AC0-3FCB-BB51785F9D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1467" y="1722507"/>
                  <a:ext cx="52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D7C2B7F-216E-D3E7-61B4-86B939A3B429}"/>
                    </a:ext>
                  </a:extLst>
                </p14:cNvPr>
                <p14:cNvContentPartPr/>
                <p14:nvPr/>
              </p14:nvContentPartPr>
              <p14:xfrm>
                <a:off x="6403547" y="1830507"/>
                <a:ext cx="121680" cy="2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D7C2B7F-216E-D3E7-61B4-86B939A3B4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99227" y="1826187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D84C1A-7CEA-FB4B-2282-5DE0121A96E0}"/>
                    </a:ext>
                  </a:extLst>
                </p14:cNvPr>
                <p14:cNvContentPartPr/>
                <p14:nvPr/>
              </p14:nvContentPartPr>
              <p14:xfrm>
                <a:off x="6665987" y="1810347"/>
                <a:ext cx="129960" cy="31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D84C1A-7CEA-FB4B-2282-5DE0121A96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67" y="1806027"/>
                  <a:ext cx="138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144AB4B-6ED7-3CDB-25CF-293818AFBB8F}"/>
                    </a:ext>
                  </a:extLst>
                </p14:cNvPr>
                <p14:cNvContentPartPr/>
                <p14:nvPr/>
              </p14:nvContentPartPr>
              <p14:xfrm>
                <a:off x="6615227" y="2097267"/>
                <a:ext cx="133920" cy="78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144AB4B-6ED7-3CDB-25CF-293818AFBB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0907" y="2092947"/>
                  <a:ext cx="14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BD5B39-6A5F-5B1F-3564-F75A925EE243}"/>
                    </a:ext>
                  </a:extLst>
                </p14:cNvPr>
                <p14:cNvContentPartPr/>
                <p14:nvPr/>
              </p14:nvContentPartPr>
              <p14:xfrm>
                <a:off x="6734027" y="2089347"/>
                <a:ext cx="67320" cy="9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BD5B39-6A5F-5B1F-3564-F75A925EE24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29707" y="2085027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18D2ACC-1064-AA0A-9DCC-0E0890927956}"/>
                    </a:ext>
                  </a:extLst>
                </p14:cNvPr>
                <p14:cNvContentPartPr/>
                <p14:nvPr/>
              </p14:nvContentPartPr>
              <p14:xfrm>
                <a:off x="6456467" y="2196627"/>
                <a:ext cx="454680" cy="35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18D2ACC-1064-AA0A-9DCC-0E089092795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52147" y="2192307"/>
                  <a:ext cx="463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2A0FD1A-6980-5E64-A73E-26B733DE9680}"/>
                    </a:ext>
                  </a:extLst>
                </p14:cNvPr>
                <p14:cNvContentPartPr/>
                <p14:nvPr/>
              </p14:nvContentPartPr>
              <p14:xfrm>
                <a:off x="6658067" y="2292747"/>
                <a:ext cx="141840" cy="19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2A0FD1A-6980-5E64-A73E-26B733DE96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53747" y="2288427"/>
                  <a:ext cx="150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22AB53-0E3A-0AEB-D2A7-C53DEB9470C4}"/>
                    </a:ext>
                  </a:extLst>
                </p14:cNvPr>
                <p14:cNvContentPartPr/>
                <p14:nvPr/>
              </p14:nvContentPartPr>
              <p14:xfrm>
                <a:off x="6866867" y="2500107"/>
                <a:ext cx="2444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22AB53-0E3A-0AEB-D2A7-C53DEB9470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62547" y="2495787"/>
                  <a:ext cx="253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B28C400-9302-AE55-BEE5-1A2B3461F29B}"/>
                    </a:ext>
                  </a:extLst>
                </p14:cNvPr>
                <p14:cNvContentPartPr/>
                <p14:nvPr/>
              </p14:nvContentPartPr>
              <p14:xfrm>
                <a:off x="7068107" y="2685507"/>
                <a:ext cx="99360" cy="12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B28C400-9302-AE55-BEE5-1A2B3461F2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63787" y="2681187"/>
                  <a:ext cx="10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3F27AB-91FD-A089-EEBF-41DA1462A9B5}"/>
                    </a:ext>
                  </a:extLst>
                </p14:cNvPr>
                <p14:cNvContentPartPr/>
                <p14:nvPr/>
              </p14:nvContentPartPr>
              <p14:xfrm>
                <a:off x="7133627" y="2758587"/>
                <a:ext cx="369000" cy="29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3F27AB-91FD-A089-EEBF-41DA1462A9B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29307" y="2754267"/>
                  <a:ext cx="377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458D7A0-AC0E-217F-2288-7E0F0CF30A10}"/>
                    </a:ext>
                  </a:extLst>
                </p14:cNvPr>
                <p14:cNvContentPartPr/>
                <p14:nvPr/>
              </p14:nvContentPartPr>
              <p14:xfrm>
                <a:off x="7244867" y="2821587"/>
                <a:ext cx="121320" cy="20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458D7A0-AC0E-217F-2288-7E0F0CF30A1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40547" y="2817267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734141-4D3F-437D-DDF0-52798F786C97}"/>
                    </a:ext>
                  </a:extLst>
                </p14:cNvPr>
                <p14:cNvContentPartPr/>
                <p14:nvPr/>
              </p14:nvContentPartPr>
              <p14:xfrm>
                <a:off x="7273307" y="2905827"/>
                <a:ext cx="1422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734141-4D3F-437D-DDF0-52798F786C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8987" y="2901507"/>
                  <a:ext cx="15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8D6175-C944-5E8F-83AC-3443C53708D1}"/>
                    </a:ext>
                  </a:extLst>
                </p14:cNvPr>
                <p14:cNvContentPartPr/>
                <p14:nvPr/>
              </p14:nvContentPartPr>
              <p14:xfrm>
                <a:off x="6189347" y="2550147"/>
                <a:ext cx="36144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8D6175-C944-5E8F-83AC-3443C53708D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85027" y="254582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1D3949F-6270-FB97-BA72-8FE78AF06E2F}"/>
                    </a:ext>
                  </a:extLst>
                </p14:cNvPr>
                <p14:cNvContentPartPr/>
                <p14:nvPr/>
              </p14:nvContentPartPr>
              <p14:xfrm>
                <a:off x="6150467" y="2742027"/>
                <a:ext cx="1551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1D3949F-6270-FB97-BA72-8FE78AF06E2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46147" y="2737707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F6C1D59-85E6-730C-6556-BCF774663492}"/>
                    </a:ext>
                  </a:extLst>
                </p14:cNvPr>
                <p14:cNvContentPartPr/>
                <p14:nvPr/>
              </p14:nvContentPartPr>
              <p14:xfrm>
                <a:off x="5888387" y="2893227"/>
                <a:ext cx="374760" cy="29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F6C1D59-85E6-730C-6556-BCF7746634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84067" y="2888907"/>
                  <a:ext cx="383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B909ED-E5FF-046E-3476-DBAA6371C8D1}"/>
                    </a:ext>
                  </a:extLst>
                </p14:cNvPr>
                <p14:cNvContentPartPr/>
                <p14:nvPr/>
              </p14:nvContentPartPr>
              <p14:xfrm>
                <a:off x="6023027" y="2983587"/>
                <a:ext cx="13680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B909ED-E5FF-046E-3476-DBAA6371C8D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707" y="2979267"/>
                  <a:ext cx="145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78C0F3-AFDE-E0D4-0871-8FCB0910A494}"/>
                    </a:ext>
                  </a:extLst>
                </p14:cNvPr>
                <p14:cNvContentPartPr/>
                <p14:nvPr/>
              </p14:nvContentPartPr>
              <p14:xfrm>
                <a:off x="6073787" y="3011307"/>
                <a:ext cx="47880" cy="14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78C0F3-AFDE-E0D4-0871-8FCB0910A4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69467" y="3006987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D706A6-38EF-43D8-C8AE-66FFF91364A9}"/>
                    </a:ext>
                  </a:extLst>
                </p14:cNvPr>
                <p14:cNvContentPartPr/>
                <p14:nvPr/>
              </p14:nvContentPartPr>
              <p14:xfrm>
                <a:off x="7396067" y="3025707"/>
                <a:ext cx="370080" cy="29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D706A6-38EF-43D8-C8AE-66FFF91364A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91747" y="3021387"/>
                  <a:ext cx="37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782F12-6F7D-C3D9-DAF0-13B995BF25AD}"/>
                    </a:ext>
                  </a:extLst>
                </p14:cNvPr>
                <p14:cNvContentPartPr/>
                <p14:nvPr/>
              </p14:nvContentPartPr>
              <p14:xfrm>
                <a:off x="7679747" y="3243147"/>
                <a:ext cx="158400" cy="16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782F12-6F7D-C3D9-DAF0-13B995BF25A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75427" y="3238827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30656A1-7594-E4E2-416F-70A41CA920E3}"/>
                    </a:ext>
                  </a:extLst>
                </p14:cNvPr>
                <p14:cNvContentPartPr/>
                <p14:nvPr/>
              </p14:nvContentPartPr>
              <p14:xfrm>
                <a:off x="7722947" y="3355467"/>
                <a:ext cx="422640" cy="34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30656A1-7594-E4E2-416F-70A41CA920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8627" y="3351147"/>
                  <a:ext cx="431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0AF06AC-19C8-9443-EC0F-756038EBF590}"/>
                    </a:ext>
                  </a:extLst>
                </p14:cNvPr>
                <p14:cNvContentPartPr/>
                <p14:nvPr/>
              </p14:nvContentPartPr>
              <p14:xfrm>
                <a:off x="7811147" y="3436827"/>
                <a:ext cx="129600" cy="23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0AF06AC-19C8-9443-EC0F-756038EBF5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827" y="3432507"/>
                  <a:ext cx="138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FB6F604-06DD-8276-70E9-9678B6E7610D}"/>
                    </a:ext>
                  </a:extLst>
                </p14:cNvPr>
                <p14:cNvContentPartPr/>
                <p14:nvPr/>
              </p14:nvContentPartPr>
              <p14:xfrm>
                <a:off x="8086907" y="3630867"/>
                <a:ext cx="207720" cy="383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FB6F604-06DD-8276-70E9-9678B6E7610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2587" y="3626547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D1A0946-1EFB-A5E4-BFE5-BD334FE8FFBC}"/>
                    </a:ext>
                  </a:extLst>
                </p14:cNvPr>
                <p14:cNvContentPartPr/>
                <p14:nvPr/>
              </p14:nvContentPartPr>
              <p14:xfrm>
                <a:off x="8247467" y="3931467"/>
                <a:ext cx="15912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D1A0946-1EFB-A5E4-BFE5-BD334FE8FF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3147" y="3927147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6CC3DB-F281-0725-B303-29146D9A1E1A}"/>
                    </a:ext>
                  </a:extLst>
                </p14:cNvPr>
                <p14:cNvContentPartPr/>
                <p14:nvPr/>
              </p14:nvContentPartPr>
              <p14:xfrm>
                <a:off x="8344307" y="3941000"/>
                <a:ext cx="507960" cy="42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6CC3DB-F281-0725-B303-29146D9A1E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35667" y="3932000"/>
                  <a:ext cx="525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7F99B0-965D-89B1-1DAA-71F06D8ABFCD}"/>
                    </a:ext>
                  </a:extLst>
                </p14:cNvPr>
                <p14:cNvContentPartPr/>
                <p14:nvPr/>
              </p14:nvContentPartPr>
              <p14:xfrm>
                <a:off x="8538347" y="4107680"/>
                <a:ext cx="26640" cy="17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7F99B0-965D-89B1-1DAA-71F06D8ABFC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29347" y="4098680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2880B67-841D-371A-2604-476CC36EC80D}"/>
                    </a:ext>
                  </a:extLst>
                </p14:cNvPr>
                <p14:cNvContentPartPr/>
                <p14:nvPr/>
              </p14:nvContentPartPr>
              <p14:xfrm>
                <a:off x="8606027" y="4115240"/>
                <a:ext cx="108360" cy="15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2880B67-841D-371A-2604-476CC36EC80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7027" y="4106600"/>
                  <a:ext cx="126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73BFA36-5703-8FAE-BDC1-B8D29FE1B55A}"/>
                    </a:ext>
                  </a:extLst>
                </p14:cNvPr>
                <p14:cNvContentPartPr/>
                <p14:nvPr/>
              </p14:nvContentPartPr>
              <p14:xfrm>
                <a:off x="5757347" y="3169520"/>
                <a:ext cx="19800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73BFA36-5703-8FAE-BDC1-B8D29FE1B55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8347" y="3160520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5A55D29-7DA6-986B-BA99-BC6BF4039942}"/>
                    </a:ext>
                  </a:extLst>
                </p14:cNvPr>
                <p14:cNvContentPartPr/>
                <p14:nvPr/>
              </p14:nvContentPartPr>
              <p14:xfrm>
                <a:off x="5650427" y="3410000"/>
                <a:ext cx="144360" cy="100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5A55D29-7DA6-986B-BA99-BC6BF403994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1787" y="3401360"/>
                  <a:ext cx="162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66A004E-2BAF-0148-320F-12AC19AA1C5C}"/>
                    </a:ext>
                  </a:extLst>
                </p14:cNvPr>
                <p14:cNvContentPartPr/>
                <p14:nvPr/>
              </p14:nvContentPartPr>
              <p14:xfrm>
                <a:off x="5407067" y="3559760"/>
                <a:ext cx="1267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66A004E-2BAF-0148-320F-12AC19AA1C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98427" y="3551120"/>
                  <a:ext cx="144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4257EBF-2EFA-BCFE-56F5-616A2F87FF16}"/>
                    </a:ext>
                  </a:extLst>
                </p14:cNvPr>
                <p14:cNvContentPartPr/>
                <p14:nvPr/>
              </p14:nvContentPartPr>
              <p14:xfrm>
                <a:off x="5217707" y="3448520"/>
                <a:ext cx="582480" cy="46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4257EBF-2EFA-BCFE-56F5-616A2F87FF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8707" y="3439520"/>
                  <a:ext cx="6001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622EB22-987E-98AC-03C1-7E408A1C287F}"/>
                    </a:ext>
                  </a:extLst>
                </p14:cNvPr>
                <p14:cNvContentPartPr/>
                <p14:nvPr/>
              </p14:nvContentPartPr>
              <p14:xfrm>
                <a:off x="5078387" y="3911480"/>
                <a:ext cx="238680" cy="308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622EB22-987E-98AC-03C1-7E408A1C287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69387" y="3902840"/>
                  <a:ext cx="256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AAA9491-DA2C-0A85-93DF-9221C210FD20}"/>
                    </a:ext>
                  </a:extLst>
                </p14:cNvPr>
                <p14:cNvContentPartPr/>
                <p14:nvPr/>
              </p14:nvContentPartPr>
              <p14:xfrm>
                <a:off x="5017547" y="4150520"/>
                <a:ext cx="185040" cy="10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AAA9491-DA2C-0A85-93DF-9221C210FD2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8547" y="4141520"/>
                  <a:ext cx="20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8B49C2-F509-2E7C-2F25-D13BDFC95587}"/>
                    </a:ext>
                  </a:extLst>
                </p14:cNvPr>
                <p14:cNvContentPartPr/>
                <p14:nvPr/>
              </p14:nvContentPartPr>
              <p14:xfrm>
                <a:off x="4707227" y="4217840"/>
                <a:ext cx="565200" cy="455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8B49C2-F509-2E7C-2F25-D13BDFC9558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8587" y="4209200"/>
                  <a:ext cx="582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0BC0A61-9B00-A79F-8DFB-709723182EE5}"/>
                    </a:ext>
                  </a:extLst>
                </p14:cNvPr>
                <p14:cNvContentPartPr/>
                <p14:nvPr/>
              </p14:nvContentPartPr>
              <p14:xfrm>
                <a:off x="4961747" y="4405040"/>
                <a:ext cx="44640" cy="139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0BC0A61-9B00-A79F-8DFB-709723182EE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2747" y="4396040"/>
                  <a:ext cx="6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F2699EA-3053-9419-6DB9-0AAAFCC0A443}"/>
                    </a:ext>
                  </a:extLst>
                </p14:cNvPr>
                <p14:cNvContentPartPr/>
                <p14:nvPr/>
              </p14:nvContentPartPr>
              <p14:xfrm>
                <a:off x="7528907" y="3700880"/>
                <a:ext cx="231480" cy="355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F2699EA-3053-9419-6DB9-0AAAFCC0A4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20267" y="3691880"/>
                  <a:ext cx="249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80AB889-7639-D2A5-DC1D-CD7580FF4795}"/>
                    </a:ext>
                  </a:extLst>
                </p14:cNvPr>
                <p14:cNvContentPartPr/>
                <p14:nvPr/>
              </p14:nvContentPartPr>
              <p14:xfrm>
                <a:off x="7388867" y="4002560"/>
                <a:ext cx="169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80AB889-7639-D2A5-DC1D-CD7580FF47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867" y="3993560"/>
                  <a:ext cx="186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326972-F913-DD71-8E1D-8403F880E1B6}"/>
                    </a:ext>
                  </a:extLst>
                </p14:cNvPr>
                <p14:cNvContentPartPr/>
                <p14:nvPr/>
              </p14:nvContentPartPr>
              <p14:xfrm>
                <a:off x="7256387" y="4355000"/>
                <a:ext cx="153720" cy="245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326972-F913-DD71-8E1D-8403F880E1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47387" y="4346360"/>
                  <a:ext cx="171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7E1D3CE-701A-CEBE-7DF4-8F10ED40184B}"/>
                    </a:ext>
                  </a:extLst>
                </p14:cNvPr>
                <p14:cNvContentPartPr/>
                <p14:nvPr/>
              </p14:nvContentPartPr>
              <p14:xfrm>
                <a:off x="7088267" y="4195520"/>
                <a:ext cx="571320" cy="49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7E1D3CE-701A-CEBE-7DF4-8F10ED40184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79267" y="4186520"/>
                  <a:ext cx="588960" cy="51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08E394-1FF4-D6DD-4A19-C839D8BC10DC}"/>
              </a:ext>
            </a:extLst>
          </p:cNvPr>
          <p:cNvGrpSpPr/>
          <p:nvPr/>
        </p:nvGrpSpPr>
        <p:grpSpPr>
          <a:xfrm>
            <a:off x="8986547" y="434787"/>
            <a:ext cx="1259280" cy="375480"/>
            <a:chOff x="8986547" y="434787"/>
            <a:chExt cx="125928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5640AA-C26A-72D4-C76B-A3E72371692B}"/>
                    </a:ext>
                  </a:extLst>
                </p14:cNvPr>
                <p14:cNvContentPartPr/>
                <p14:nvPr/>
              </p14:nvContentPartPr>
              <p14:xfrm>
                <a:off x="8986547" y="434787"/>
                <a:ext cx="217440" cy="367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5640AA-C26A-72D4-C76B-A3E72371692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82227" y="430467"/>
                  <a:ext cx="2260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F9A802-8F65-7AA5-6354-DE4C95254DFD}"/>
                    </a:ext>
                  </a:extLst>
                </p14:cNvPr>
                <p14:cNvContentPartPr/>
                <p14:nvPr/>
              </p14:nvContentPartPr>
              <p14:xfrm>
                <a:off x="9169067" y="728547"/>
                <a:ext cx="140040" cy="81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F9A802-8F65-7AA5-6354-DE4C95254DF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64747" y="724227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88A4F4-6E3F-D92C-A796-B171A1B218F7}"/>
                    </a:ext>
                  </a:extLst>
                </p14:cNvPr>
                <p14:cNvContentPartPr/>
                <p14:nvPr/>
              </p14:nvContentPartPr>
              <p14:xfrm>
                <a:off x="9429347" y="660147"/>
                <a:ext cx="207720" cy="112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88A4F4-6E3F-D92C-A796-B171A1B218F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25027" y="655827"/>
                  <a:ext cx="216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28B439-F3F2-C12C-F1E5-EC03DFDB5488}"/>
                    </a:ext>
                  </a:extLst>
                </p14:cNvPr>
                <p14:cNvContentPartPr/>
                <p14:nvPr/>
              </p14:nvContentPartPr>
              <p14:xfrm>
                <a:off x="9687107" y="458547"/>
                <a:ext cx="303480" cy="308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28B439-F3F2-C12C-F1E5-EC03DFDB548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82787" y="454227"/>
                  <a:ext cx="312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3E57D1-0B48-1344-F80F-F1E679F90C7F}"/>
                    </a:ext>
                  </a:extLst>
                </p14:cNvPr>
                <p14:cNvContentPartPr/>
                <p14:nvPr/>
              </p14:nvContentPartPr>
              <p14:xfrm>
                <a:off x="9949547" y="679227"/>
                <a:ext cx="92160" cy="111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3E57D1-0B48-1344-F80F-F1E679F90C7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45227" y="674907"/>
                  <a:ext cx="100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9164E1A-1B82-2C32-44BD-860ED3CD3348}"/>
                    </a:ext>
                  </a:extLst>
                </p14:cNvPr>
                <p14:cNvContentPartPr/>
                <p14:nvPr/>
              </p14:nvContentPartPr>
              <p14:xfrm>
                <a:off x="10105427" y="670587"/>
                <a:ext cx="140400" cy="96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9164E1A-1B82-2C32-44BD-860ED3CD334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01107" y="666267"/>
                  <a:ext cx="1490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F54E8F8-0302-4D2F-5292-2A4655BC9EBF}"/>
                  </a:ext>
                </a:extLst>
              </p14:cNvPr>
              <p14:cNvContentPartPr/>
              <p14:nvPr/>
            </p14:nvContentPartPr>
            <p14:xfrm>
              <a:off x="4529747" y="2077467"/>
              <a:ext cx="1707480" cy="2584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F54E8F8-0302-4D2F-5292-2A4655BC9EB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525427" y="2073147"/>
                <a:ext cx="1716120" cy="259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3185551-C175-64DF-33B5-9A8FA69BB058}"/>
              </a:ext>
            </a:extLst>
          </p:cNvPr>
          <p:cNvGrpSpPr/>
          <p:nvPr/>
        </p:nvGrpSpPr>
        <p:grpSpPr>
          <a:xfrm>
            <a:off x="4258307" y="2012667"/>
            <a:ext cx="4932000" cy="3180240"/>
            <a:chOff x="4258307" y="2012667"/>
            <a:chExt cx="4932000" cy="31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D88D03B-AF3A-A974-482D-68106C4DF974}"/>
                    </a:ext>
                  </a:extLst>
                </p14:cNvPr>
                <p14:cNvContentPartPr/>
                <p14:nvPr/>
              </p14:nvContentPartPr>
              <p14:xfrm>
                <a:off x="4258307" y="3405507"/>
                <a:ext cx="2415240" cy="1787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D88D03B-AF3A-A974-482D-68106C4DF97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53987" y="3401187"/>
                  <a:ext cx="2423880" cy="17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C09E87-6E32-6A0E-0B0E-6330DDF99726}"/>
                    </a:ext>
                  </a:extLst>
                </p14:cNvPr>
                <p14:cNvContentPartPr/>
                <p14:nvPr/>
              </p14:nvContentPartPr>
              <p14:xfrm>
                <a:off x="6485627" y="3252867"/>
                <a:ext cx="163800" cy="254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C09E87-6E32-6A0E-0B0E-6330DDF9972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81307" y="3248547"/>
                  <a:ext cx="1724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9D0AC53-94E7-55F1-2A79-ED60AE4F7E22}"/>
                    </a:ext>
                  </a:extLst>
                </p14:cNvPr>
                <p14:cNvContentPartPr/>
                <p14:nvPr/>
              </p14:nvContentPartPr>
              <p14:xfrm>
                <a:off x="6533147" y="3274827"/>
                <a:ext cx="29880" cy="12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9D0AC53-94E7-55F1-2A79-ED60AE4F7E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28827" y="3270507"/>
                  <a:ext cx="38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EA83AA9-F68A-8F74-5AA0-F1E232CDF81D}"/>
                    </a:ext>
                  </a:extLst>
                </p14:cNvPr>
                <p14:cNvContentPartPr/>
                <p14:nvPr/>
              </p14:nvContentPartPr>
              <p14:xfrm>
                <a:off x="6523427" y="2012667"/>
                <a:ext cx="2666880" cy="317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EA83AA9-F68A-8F74-5AA0-F1E232CDF8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19107" y="2008347"/>
                  <a:ext cx="2675520" cy="318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878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1F86CA-1983-26AB-EC4F-B733FFC2B6BB}"/>
                  </a:ext>
                </a:extLst>
              </p14:cNvPr>
              <p14:cNvContentPartPr/>
              <p14:nvPr/>
            </p14:nvContentPartPr>
            <p14:xfrm>
              <a:off x="647867" y="403280"/>
              <a:ext cx="101160" cy="14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1F86CA-1983-26AB-EC4F-B733FFC2B6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27" y="394280"/>
                <a:ext cx="1188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A65526-29AA-A064-7FC3-DC2EA73D4E14}"/>
                  </a:ext>
                </a:extLst>
              </p14:cNvPr>
              <p14:cNvContentPartPr/>
              <p14:nvPr/>
            </p14:nvContentPartPr>
            <p14:xfrm>
              <a:off x="829667" y="414080"/>
              <a:ext cx="99360" cy="8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A65526-29AA-A064-7FC3-DC2EA73D4E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667" y="405080"/>
                <a:ext cx="1170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18BF67-6685-1B05-DD32-4E82F46780D4}"/>
                  </a:ext>
                </a:extLst>
              </p14:cNvPr>
              <p14:cNvContentPartPr/>
              <p14:nvPr/>
            </p14:nvContentPartPr>
            <p14:xfrm>
              <a:off x="971147" y="393560"/>
              <a:ext cx="75960" cy="84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18BF67-6685-1B05-DD32-4E82F46780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2147" y="384920"/>
                <a:ext cx="936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B1E75F-56A8-BAE5-98D1-1A86EF45678D}"/>
                  </a:ext>
                </a:extLst>
              </p14:cNvPr>
              <p14:cNvContentPartPr/>
              <p14:nvPr/>
            </p14:nvContentPartPr>
            <p14:xfrm>
              <a:off x="1144667" y="297800"/>
              <a:ext cx="65160" cy="217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B1E75F-56A8-BAE5-98D1-1A86EF4567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5667" y="288800"/>
                <a:ext cx="828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5731A9-F7D0-C200-DF49-33129383C09B}"/>
                  </a:ext>
                </a:extLst>
              </p14:cNvPr>
              <p14:cNvContentPartPr/>
              <p14:nvPr/>
            </p14:nvContentPartPr>
            <p14:xfrm>
              <a:off x="1090667" y="410480"/>
              <a:ext cx="167400" cy="25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5731A9-F7D0-C200-DF49-33129383C0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1667" y="401840"/>
                <a:ext cx="1850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B9F0387-4A3B-0603-9D63-29E7A04C8925}"/>
                  </a:ext>
                </a:extLst>
              </p14:cNvPr>
              <p14:cNvContentPartPr/>
              <p14:nvPr/>
            </p14:nvContentPartPr>
            <p14:xfrm>
              <a:off x="1466147" y="283400"/>
              <a:ext cx="13320" cy="22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B9F0387-4A3B-0603-9D63-29E7A04C89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7147" y="274760"/>
                <a:ext cx="309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030770-0BEF-FC99-9F89-232B50917375}"/>
                  </a:ext>
                </a:extLst>
              </p14:cNvPr>
              <p14:cNvContentPartPr/>
              <p14:nvPr/>
            </p14:nvContentPartPr>
            <p14:xfrm>
              <a:off x="1460027" y="257840"/>
              <a:ext cx="589680" cy="26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030770-0BEF-FC99-9F89-232B509173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51027" y="248840"/>
                <a:ext cx="6073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549D05-09CE-B796-2466-C8AE2C7699FB}"/>
                  </a:ext>
                </a:extLst>
              </p14:cNvPr>
              <p14:cNvContentPartPr/>
              <p14:nvPr/>
            </p14:nvContentPartPr>
            <p14:xfrm>
              <a:off x="1746587" y="393920"/>
              <a:ext cx="999720" cy="677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549D05-09CE-B796-2466-C8AE2C7699F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37947" y="385280"/>
                <a:ext cx="1017360" cy="6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574AD5-5AD6-4A56-E978-1A8CB1A5C4FF}"/>
                  </a:ext>
                </a:extLst>
              </p14:cNvPr>
              <p14:cNvContentPartPr/>
              <p14:nvPr/>
            </p14:nvContentPartPr>
            <p14:xfrm>
              <a:off x="2515907" y="973520"/>
              <a:ext cx="101160" cy="121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574AD5-5AD6-4A56-E978-1A8CB1A5C4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06907" y="964520"/>
                <a:ext cx="1188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C8B4EF-BBD5-3260-CE7D-1217C737D8FC}"/>
                  </a:ext>
                </a:extLst>
              </p14:cNvPr>
              <p14:cNvContentPartPr/>
              <p14:nvPr/>
            </p14:nvContentPartPr>
            <p14:xfrm>
              <a:off x="2576387" y="956960"/>
              <a:ext cx="184320" cy="144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C8B4EF-BBD5-3260-CE7D-1217C737D8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7387" y="948320"/>
                <a:ext cx="2019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C8348E-BD7B-CF37-A939-E29CAC64FE06}"/>
                  </a:ext>
                </a:extLst>
              </p14:cNvPr>
              <p14:cNvContentPartPr/>
              <p14:nvPr/>
            </p14:nvContentPartPr>
            <p14:xfrm>
              <a:off x="2052947" y="1223360"/>
              <a:ext cx="14400" cy="75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C8348E-BD7B-CF37-A939-E29CAC64FE0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44307" y="1214360"/>
                <a:ext cx="3204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3A2694-7817-8BEF-31A4-3D3AE4BAEDE8}"/>
                  </a:ext>
                </a:extLst>
              </p14:cNvPr>
              <p14:cNvContentPartPr/>
              <p14:nvPr/>
            </p14:nvContentPartPr>
            <p14:xfrm>
              <a:off x="1961507" y="1121840"/>
              <a:ext cx="1543680" cy="77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3A2694-7817-8BEF-31A4-3D3AE4BAED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52507" y="1113200"/>
                <a:ext cx="1561320" cy="79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8AC85A-7BEB-FFB7-B31D-D87CE4BF6250}"/>
                  </a:ext>
                </a:extLst>
              </p14:cNvPr>
              <p14:cNvContentPartPr/>
              <p14:nvPr/>
            </p14:nvContentPartPr>
            <p14:xfrm>
              <a:off x="2032067" y="1469960"/>
              <a:ext cx="1398960" cy="72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8AC85A-7BEB-FFB7-B31D-D87CE4BF62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23427" y="1461320"/>
                <a:ext cx="1416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F9BB83-FA1D-54D0-6589-81BB6AF921E4}"/>
                  </a:ext>
                </a:extLst>
              </p14:cNvPr>
              <p14:cNvContentPartPr/>
              <p14:nvPr/>
            </p14:nvContentPartPr>
            <p14:xfrm>
              <a:off x="2641907" y="1505960"/>
              <a:ext cx="34200" cy="462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F9BB83-FA1D-54D0-6589-81BB6AF921E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33267" y="1496960"/>
                <a:ext cx="5184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F4FDEB6-2A67-D74E-C426-D29BFE10A140}"/>
                  </a:ext>
                </a:extLst>
              </p14:cNvPr>
              <p14:cNvContentPartPr/>
              <p14:nvPr/>
            </p14:nvContentPartPr>
            <p14:xfrm>
              <a:off x="2575667" y="1201400"/>
              <a:ext cx="145080" cy="243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F4FDEB6-2A67-D74E-C426-D29BFE10A1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67027" y="1192760"/>
                <a:ext cx="1627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6BC182E-18B6-64AC-0839-3F48875AFC4D}"/>
                  </a:ext>
                </a:extLst>
              </p14:cNvPr>
              <p14:cNvContentPartPr/>
              <p14:nvPr/>
            </p14:nvContentPartPr>
            <p14:xfrm>
              <a:off x="2884907" y="2802320"/>
              <a:ext cx="43560" cy="111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6BC182E-18B6-64AC-0839-3F48875AFC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76267" y="2793680"/>
                <a:ext cx="612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074AEBD-545D-C98C-D9C9-EEF6BBBFC362}"/>
                  </a:ext>
                </a:extLst>
              </p14:cNvPr>
              <p14:cNvContentPartPr/>
              <p14:nvPr/>
            </p14:nvContentPartPr>
            <p14:xfrm>
              <a:off x="2839907" y="2800520"/>
              <a:ext cx="1362600" cy="1244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074AEBD-545D-C98C-D9C9-EEF6BBBFC36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31267" y="2791520"/>
                <a:ext cx="1380240" cy="12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9B0E058-4D2E-A56C-87BB-54B594E4EA1F}"/>
                  </a:ext>
                </a:extLst>
              </p14:cNvPr>
              <p14:cNvContentPartPr/>
              <p14:nvPr/>
            </p14:nvContentPartPr>
            <p14:xfrm>
              <a:off x="2895347" y="3296600"/>
              <a:ext cx="1283040" cy="33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9B0E058-4D2E-A56C-87BB-54B594E4EA1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86707" y="3287600"/>
                <a:ext cx="13006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A348B06-7E32-B0F4-498C-DB6F8EBAB77A}"/>
                  </a:ext>
                </a:extLst>
              </p14:cNvPr>
              <p14:cNvContentPartPr/>
              <p14:nvPr/>
            </p14:nvContentPartPr>
            <p14:xfrm>
              <a:off x="3512387" y="3330800"/>
              <a:ext cx="66960" cy="705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A348B06-7E32-B0F4-498C-DB6F8EBAB77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03387" y="3322160"/>
                <a:ext cx="84600" cy="72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170D893-669A-E6C5-196C-FDEBB9F94130}"/>
                  </a:ext>
                </a:extLst>
              </p14:cNvPr>
              <p14:cNvContentPartPr/>
              <p14:nvPr/>
            </p14:nvContentPartPr>
            <p14:xfrm>
              <a:off x="3392147" y="2991680"/>
              <a:ext cx="200880" cy="253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170D893-669A-E6C5-196C-FDEBB9F9413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83507" y="2983040"/>
                <a:ext cx="2185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27E4623-4E3E-A3C2-8CA8-BF15678342F6}"/>
                  </a:ext>
                </a:extLst>
              </p14:cNvPr>
              <p14:cNvContentPartPr/>
              <p14:nvPr/>
            </p14:nvContentPartPr>
            <p14:xfrm>
              <a:off x="3414827" y="3111560"/>
              <a:ext cx="250200" cy="20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27E4623-4E3E-A3C2-8CA8-BF15678342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05827" y="3102560"/>
                <a:ext cx="267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058F4E-5C11-6A6D-643D-5143C81ECBD1}"/>
                  </a:ext>
                </a:extLst>
              </p14:cNvPr>
              <p14:cNvContentPartPr/>
              <p14:nvPr/>
            </p14:nvContentPartPr>
            <p14:xfrm>
              <a:off x="3163547" y="3591080"/>
              <a:ext cx="74160" cy="94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E058F4E-5C11-6A6D-643D-5143C81ECB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54547" y="3582080"/>
                <a:ext cx="918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0CF064-5229-5F79-1BC7-79990A95AAE4}"/>
                  </a:ext>
                </a:extLst>
              </p14:cNvPr>
              <p14:cNvContentPartPr/>
              <p14:nvPr/>
            </p14:nvContentPartPr>
            <p14:xfrm>
              <a:off x="2936027" y="1727000"/>
              <a:ext cx="546840" cy="1071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0CF064-5229-5F79-1BC7-79990A95AA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27387" y="1718000"/>
                <a:ext cx="564480" cy="10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72C97BB-E66D-2F8D-67E7-52CEAE398723}"/>
                  </a:ext>
                </a:extLst>
              </p14:cNvPr>
              <p14:cNvContentPartPr/>
              <p14:nvPr/>
            </p14:nvContentPartPr>
            <p14:xfrm>
              <a:off x="3377387" y="2711600"/>
              <a:ext cx="110880" cy="110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72C97BB-E66D-2F8D-67E7-52CEAE39872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68747" y="2702960"/>
                <a:ext cx="1285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21C781-54F6-534D-75B9-F406450344C4}"/>
                  </a:ext>
                </a:extLst>
              </p14:cNvPr>
              <p14:cNvContentPartPr/>
              <p14:nvPr/>
            </p14:nvContentPartPr>
            <p14:xfrm>
              <a:off x="3467027" y="2682440"/>
              <a:ext cx="72000" cy="151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21C781-54F6-534D-75B9-F406450344C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58387" y="2673800"/>
                <a:ext cx="896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0B2EF7-FB88-8911-DC1E-5F17404F5EF7}"/>
                  </a:ext>
                </a:extLst>
              </p14:cNvPr>
              <p14:cNvContentPartPr/>
              <p14:nvPr/>
            </p14:nvContentPartPr>
            <p14:xfrm>
              <a:off x="1043867" y="5112440"/>
              <a:ext cx="109800" cy="92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0B2EF7-FB88-8911-DC1E-5F17404F5EF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5227" y="5103440"/>
                <a:ext cx="1274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A3557C3-2C75-076B-C8A6-10474834D3B8}"/>
                  </a:ext>
                </a:extLst>
              </p14:cNvPr>
              <p14:cNvContentPartPr/>
              <p14:nvPr/>
            </p14:nvContentPartPr>
            <p14:xfrm>
              <a:off x="1579547" y="1726280"/>
              <a:ext cx="744480" cy="912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A3557C3-2C75-076B-C8A6-10474834D3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70547" y="1717280"/>
                <a:ext cx="762120" cy="9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F18E221-BD86-5573-F713-C3FE86456C50}"/>
                  </a:ext>
                </a:extLst>
              </p14:cNvPr>
              <p14:cNvContentPartPr/>
              <p14:nvPr/>
            </p14:nvContentPartPr>
            <p14:xfrm>
              <a:off x="1519427" y="2504240"/>
              <a:ext cx="190800" cy="200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F18E221-BD86-5573-F713-C3FE86456C5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10787" y="2495240"/>
                <a:ext cx="2084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6B6D047-25C5-423F-D536-9A46B2293052}"/>
                  </a:ext>
                </a:extLst>
              </p14:cNvPr>
              <p14:cNvContentPartPr/>
              <p14:nvPr/>
            </p14:nvContentPartPr>
            <p14:xfrm>
              <a:off x="734627" y="2939840"/>
              <a:ext cx="73080" cy="965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6B6D047-25C5-423F-D536-9A46B229305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5987" y="2931200"/>
                <a:ext cx="9072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942F018-962C-931D-FE15-2D4F8F1531C9}"/>
                  </a:ext>
                </a:extLst>
              </p14:cNvPr>
              <p14:cNvContentPartPr/>
              <p14:nvPr/>
            </p14:nvContentPartPr>
            <p14:xfrm>
              <a:off x="705467" y="2789360"/>
              <a:ext cx="1574640" cy="1247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942F018-962C-931D-FE15-2D4F8F1531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6467" y="2780360"/>
                <a:ext cx="1592280" cy="12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943156F-D8E1-AD8F-4266-6ADF3E45319E}"/>
                  </a:ext>
                </a:extLst>
              </p14:cNvPr>
              <p14:cNvContentPartPr/>
              <p14:nvPr/>
            </p14:nvContentPartPr>
            <p14:xfrm>
              <a:off x="679907" y="3348080"/>
              <a:ext cx="1518840" cy="55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943156F-D8E1-AD8F-4266-6ADF3E45319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1267" y="3339080"/>
                <a:ext cx="15364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32DACC0-1145-3AC3-9CDC-A8D0B64E8825}"/>
                  </a:ext>
                </a:extLst>
              </p14:cNvPr>
              <p14:cNvContentPartPr/>
              <p14:nvPr/>
            </p14:nvContentPartPr>
            <p14:xfrm>
              <a:off x="1393787" y="2980520"/>
              <a:ext cx="227520" cy="147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32DACC0-1145-3AC3-9CDC-A8D0B64E882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85147" y="2971520"/>
                <a:ext cx="2451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505DC4C-45FB-F30F-B65F-B98E6D5A47C7}"/>
                  </a:ext>
                </a:extLst>
              </p14:cNvPr>
              <p14:cNvContentPartPr/>
              <p14:nvPr/>
            </p14:nvContentPartPr>
            <p14:xfrm>
              <a:off x="1526987" y="3051800"/>
              <a:ext cx="50760" cy="174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505DC4C-45FB-F30F-B65F-B98E6D5A47C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17987" y="3043160"/>
                <a:ext cx="684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5DE9FF1-1164-B32B-6F00-4F20163813AA}"/>
                  </a:ext>
                </a:extLst>
              </p14:cNvPr>
              <p14:cNvContentPartPr/>
              <p14:nvPr/>
            </p14:nvContentPartPr>
            <p14:xfrm>
              <a:off x="1325387" y="3377960"/>
              <a:ext cx="48240" cy="534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5DE9FF1-1164-B32B-6F00-4F20163813A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16387" y="3369320"/>
                <a:ext cx="6588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738E25E-E792-5CE7-863F-E1317FCCED64}"/>
                  </a:ext>
                </a:extLst>
              </p14:cNvPr>
              <p14:cNvContentPartPr/>
              <p14:nvPr/>
            </p14:nvContentPartPr>
            <p14:xfrm>
              <a:off x="1703027" y="3587120"/>
              <a:ext cx="91080" cy="83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738E25E-E792-5CE7-863F-E1317FCCED6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94027" y="3578120"/>
                <a:ext cx="1087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CCB1E0E-D66F-7632-7E9E-F4911D0D416B}"/>
                  </a:ext>
                </a:extLst>
              </p14:cNvPr>
              <p14:cNvContentPartPr/>
              <p14:nvPr/>
            </p14:nvContentPartPr>
            <p14:xfrm>
              <a:off x="616907" y="3655520"/>
              <a:ext cx="426240" cy="608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CCB1E0E-D66F-7632-7E9E-F4911D0D416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07907" y="3646520"/>
                <a:ext cx="44388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8826AFE-86F6-1657-98BD-7E541B357B7C}"/>
                  </a:ext>
                </a:extLst>
              </p14:cNvPr>
              <p14:cNvContentPartPr/>
              <p14:nvPr/>
            </p14:nvContentPartPr>
            <p14:xfrm>
              <a:off x="538427" y="4102640"/>
              <a:ext cx="199800" cy="241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8826AFE-86F6-1657-98BD-7E541B357B7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29427" y="4093640"/>
                <a:ext cx="2174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076F149-AF9B-9F39-20BC-873247AE0B21}"/>
                  </a:ext>
                </a:extLst>
              </p14:cNvPr>
              <p14:cNvContentPartPr/>
              <p14:nvPr/>
            </p14:nvContentPartPr>
            <p14:xfrm>
              <a:off x="31907" y="4538240"/>
              <a:ext cx="151920" cy="730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076F149-AF9B-9F39-20BC-873247AE0B2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267" y="4529600"/>
                <a:ext cx="16956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1D512C3-C525-05A2-0C8E-781A6D1FC913}"/>
                  </a:ext>
                </a:extLst>
              </p14:cNvPr>
              <p14:cNvContentPartPr/>
              <p14:nvPr/>
            </p14:nvContentPartPr>
            <p14:xfrm>
              <a:off x="139187" y="4417640"/>
              <a:ext cx="1436400" cy="1048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1D512C3-C525-05A2-0C8E-781A6D1FC91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0547" y="4409000"/>
                <a:ext cx="1454040" cy="10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CDA1322-3CE9-4EEA-A439-AAD0F047C520}"/>
                  </a:ext>
                </a:extLst>
              </p14:cNvPr>
              <p14:cNvContentPartPr/>
              <p14:nvPr/>
            </p14:nvContentPartPr>
            <p14:xfrm>
              <a:off x="134147" y="4895720"/>
              <a:ext cx="1360440" cy="59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CDA1322-3CE9-4EEA-A439-AAD0F047C52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5507" y="4887080"/>
                <a:ext cx="13780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9939814-5CB4-53B3-5230-32BBEC050CF2}"/>
                  </a:ext>
                </a:extLst>
              </p14:cNvPr>
              <p14:cNvContentPartPr/>
              <p14:nvPr/>
            </p14:nvContentPartPr>
            <p14:xfrm>
              <a:off x="668027" y="4931720"/>
              <a:ext cx="60840" cy="487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9939814-5CB4-53B3-5230-32BBEC050CF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9027" y="4922720"/>
                <a:ext cx="7848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86D73A-07F1-EA7D-F60A-715B9D059F6C}"/>
                  </a:ext>
                </a:extLst>
              </p14:cNvPr>
              <p14:cNvContentPartPr/>
              <p14:nvPr/>
            </p14:nvContentPartPr>
            <p14:xfrm>
              <a:off x="546347" y="4535720"/>
              <a:ext cx="166680" cy="160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86D73A-07F1-EA7D-F60A-715B9D059F6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7707" y="4526720"/>
                <a:ext cx="1843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54D9E78-561F-63F2-0815-142CF9BADC45}"/>
                  </a:ext>
                </a:extLst>
              </p14:cNvPr>
              <p14:cNvContentPartPr/>
              <p14:nvPr/>
            </p14:nvContentPartPr>
            <p14:xfrm>
              <a:off x="179147" y="5243480"/>
              <a:ext cx="253440" cy="67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54D9E78-561F-63F2-0815-142CF9BADC4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0147" y="5234480"/>
                <a:ext cx="271080" cy="68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575642E-5830-AA73-955D-6A7F728A659A}"/>
                  </a:ext>
                </a:extLst>
              </p14:cNvPr>
              <p14:cNvContentPartPr/>
              <p14:nvPr/>
            </p14:nvContentPartPr>
            <p14:xfrm>
              <a:off x="107147" y="5821280"/>
              <a:ext cx="41400" cy="199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575642E-5830-AA73-955D-6A7F728A659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507" y="5812640"/>
                <a:ext cx="590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A5E969D-66B9-467D-ADB1-6377EA146E8F}"/>
                  </a:ext>
                </a:extLst>
              </p14:cNvPr>
              <p14:cNvContentPartPr/>
              <p14:nvPr/>
            </p14:nvContentPartPr>
            <p14:xfrm>
              <a:off x="215147" y="5868080"/>
              <a:ext cx="90720" cy="108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A5E969D-66B9-467D-ADB1-6377EA146E8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06507" y="5859080"/>
                <a:ext cx="1083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294ABE6-2D25-792A-F5E5-70B0A0462825}"/>
                  </a:ext>
                </a:extLst>
              </p14:cNvPr>
              <p14:cNvContentPartPr/>
              <p14:nvPr/>
            </p14:nvContentPartPr>
            <p14:xfrm>
              <a:off x="-3013" y="6126920"/>
              <a:ext cx="86400" cy="639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294ABE6-2D25-792A-F5E5-70B0A046282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-11653" y="6117920"/>
                <a:ext cx="104040" cy="65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5B2E09B-E3A5-CE90-F795-A8AB9EE53277}"/>
                  </a:ext>
                </a:extLst>
              </p14:cNvPr>
              <p14:cNvContentPartPr/>
              <p14:nvPr/>
            </p14:nvContentPartPr>
            <p14:xfrm>
              <a:off x="68267" y="6048440"/>
              <a:ext cx="1213560" cy="810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5B2E09B-E3A5-CE90-F795-A8AB9EE5327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267" y="6039800"/>
                <a:ext cx="123120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FFCFA43-1868-8D9F-A9B3-821CE84E47FC}"/>
                  </a:ext>
                </a:extLst>
              </p14:cNvPr>
              <p14:cNvContentPartPr/>
              <p14:nvPr/>
            </p14:nvContentPartPr>
            <p14:xfrm>
              <a:off x="34067" y="6400533"/>
              <a:ext cx="1171080" cy="57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FFCFA43-1868-8D9F-A9B3-821CE84E47F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427" y="6391533"/>
                <a:ext cx="1188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00F3995-00FA-1380-50CF-91D586896575}"/>
                  </a:ext>
                </a:extLst>
              </p14:cNvPr>
              <p14:cNvContentPartPr/>
              <p14:nvPr/>
            </p14:nvContentPartPr>
            <p14:xfrm>
              <a:off x="537347" y="6458493"/>
              <a:ext cx="39600" cy="388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00F3995-00FA-1380-50CF-91D58689657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28347" y="6449493"/>
                <a:ext cx="5724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0BCCF94-D05C-55E9-57CB-7ACCA1D73A84}"/>
                  </a:ext>
                </a:extLst>
              </p14:cNvPr>
              <p14:cNvContentPartPr/>
              <p14:nvPr/>
            </p14:nvContentPartPr>
            <p14:xfrm>
              <a:off x="552827" y="6197493"/>
              <a:ext cx="6840" cy="147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0BCCF94-D05C-55E9-57CB-7ACCA1D73A8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4187" y="6188493"/>
                <a:ext cx="244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814DC27-C700-7B39-274B-91E5608DAB48}"/>
                  </a:ext>
                </a:extLst>
              </p14:cNvPr>
              <p14:cNvContentPartPr/>
              <p14:nvPr/>
            </p14:nvContentPartPr>
            <p14:xfrm>
              <a:off x="212987" y="6557853"/>
              <a:ext cx="69840" cy="91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814DC27-C700-7B39-274B-91E5608DAB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4347" y="6549213"/>
                <a:ext cx="87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D097A76-AE41-C948-90DD-B7715050614E}"/>
                  </a:ext>
                </a:extLst>
              </p14:cNvPr>
              <p14:cNvContentPartPr/>
              <p14:nvPr/>
            </p14:nvContentPartPr>
            <p14:xfrm>
              <a:off x="669107" y="6572973"/>
              <a:ext cx="106200" cy="730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D097A76-AE41-C948-90DD-B7715050614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60107" y="6563973"/>
                <a:ext cx="123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8512637-0C97-EACA-959B-0B76873940BF}"/>
                  </a:ext>
                </a:extLst>
              </p14:cNvPr>
              <p14:cNvContentPartPr/>
              <p14:nvPr/>
            </p14:nvContentPartPr>
            <p14:xfrm>
              <a:off x="3762947" y="3645453"/>
              <a:ext cx="27360" cy="29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8512637-0C97-EACA-959B-0B76873940B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53947" y="3636453"/>
                <a:ext cx="450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228C97E-E7A9-D3BB-FB49-AC78B1F72261}"/>
                  </a:ext>
                </a:extLst>
              </p14:cNvPr>
              <p14:cNvContentPartPr/>
              <p14:nvPr/>
            </p14:nvContentPartPr>
            <p14:xfrm>
              <a:off x="3762947" y="3654813"/>
              <a:ext cx="818640" cy="788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228C97E-E7A9-D3BB-FB49-AC78B1F7226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53947" y="3645813"/>
                <a:ext cx="83628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EE17955-9367-D868-B746-C7FCD6E7D97C}"/>
                  </a:ext>
                </a:extLst>
              </p14:cNvPr>
              <p14:cNvContentPartPr/>
              <p14:nvPr/>
            </p14:nvContentPartPr>
            <p14:xfrm>
              <a:off x="4572587" y="4289853"/>
              <a:ext cx="176040" cy="247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EE17955-9367-D868-B746-C7FCD6E7D97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563587" y="4281213"/>
                <a:ext cx="1936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D60649B-870A-2556-3A67-AAB5675F0994}"/>
                  </a:ext>
                </a:extLst>
              </p14:cNvPr>
              <p14:cNvContentPartPr/>
              <p14:nvPr/>
            </p14:nvContentPartPr>
            <p14:xfrm>
              <a:off x="4089827" y="4643373"/>
              <a:ext cx="97200" cy="905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D60649B-870A-2556-3A67-AAB5675F099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080827" y="4634373"/>
                <a:ext cx="11484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41F223C-B6F8-B48A-0A24-A8507F231960}"/>
                  </a:ext>
                </a:extLst>
              </p14:cNvPr>
              <p14:cNvContentPartPr/>
              <p14:nvPr/>
            </p14:nvContentPartPr>
            <p14:xfrm>
              <a:off x="4097387" y="4617453"/>
              <a:ext cx="1536120" cy="1041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41F223C-B6F8-B48A-0A24-A8507F23196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88747" y="4608813"/>
                <a:ext cx="1553760" cy="10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8EF619E-8ED2-7682-3446-629429251E6C}"/>
                  </a:ext>
                </a:extLst>
              </p14:cNvPr>
              <p14:cNvContentPartPr/>
              <p14:nvPr/>
            </p14:nvContentPartPr>
            <p14:xfrm>
              <a:off x="4153187" y="5075373"/>
              <a:ext cx="1344240" cy="327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8EF619E-8ED2-7682-3446-629429251E6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144187" y="5066373"/>
                <a:ext cx="13618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D613579-D39C-F121-AB74-FECC4D48A33D}"/>
                  </a:ext>
                </a:extLst>
              </p14:cNvPr>
              <p14:cNvContentPartPr/>
              <p14:nvPr/>
            </p14:nvContentPartPr>
            <p14:xfrm>
              <a:off x="4684547" y="5128653"/>
              <a:ext cx="83880" cy="521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D613579-D39C-F121-AB74-FECC4D48A33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75547" y="5120013"/>
                <a:ext cx="10152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AC827D9-C003-E001-E477-3C6CC137EEC4}"/>
                  </a:ext>
                </a:extLst>
              </p14:cNvPr>
              <p14:cNvContentPartPr/>
              <p14:nvPr/>
            </p14:nvContentPartPr>
            <p14:xfrm>
              <a:off x="4812347" y="4657053"/>
              <a:ext cx="149760" cy="291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AC827D9-C003-E001-E477-3C6CC137EEC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03707" y="4648053"/>
                <a:ext cx="1674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F4A8052-82AF-D642-D967-6BC8E977A24A}"/>
                  </a:ext>
                </a:extLst>
              </p14:cNvPr>
              <p14:cNvContentPartPr/>
              <p14:nvPr/>
            </p14:nvContentPartPr>
            <p14:xfrm>
              <a:off x="3967427" y="5375253"/>
              <a:ext cx="428040" cy="583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F4A8052-82AF-D642-D967-6BC8E977A24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958427" y="5366613"/>
                <a:ext cx="44568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B5C20E0-C55E-F0BB-D6F1-7E11B1EFB1E2}"/>
                  </a:ext>
                </a:extLst>
              </p14:cNvPr>
              <p14:cNvContentPartPr/>
              <p14:nvPr/>
            </p14:nvContentPartPr>
            <p14:xfrm>
              <a:off x="3856547" y="5843613"/>
              <a:ext cx="209160" cy="164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B5C20E0-C55E-F0BB-D6F1-7E11B1EFB1E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47547" y="5834613"/>
                <a:ext cx="2268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3CA6195-D3BE-2BE1-2466-485EEE949C48}"/>
                  </a:ext>
                </a:extLst>
              </p14:cNvPr>
              <p14:cNvContentPartPr/>
              <p14:nvPr/>
            </p14:nvContentPartPr>
            <p14:xfrm>
              <a:off x="3155627" y="5990493"/>
              <a:ext cx="30960" cy="8074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3CA6195-D3BE-2BE1-2466-485EEE949C4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146987" y="5981493"/>
                <a:ext cx="48600" cy="8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0F6F9DF-7341-C4ED-ADB7-9B283490F17D}"/>
                  </a:ext>
                </a:extLst>
              </p14:cNvPr>
              <p14:cNvContentPartPr/>
              <p14:nvPr/>
            </p14:nvContentPartPr>
            <p14:xfrm>
              <a:off x="3186947" y="5959533"/>
              <a:ext cx="1307160" cy="8870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0F6F9DF-7341-C4ED-ADB7-9B283490F17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177947" y="5950893"/>
                <a:ext cx="132480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CE69F85-3EB7-D191-DD49-4B5A5B8AF52D}"/>
                  </a:ext>
                </a:extLst>
              </p14:cNvPr>
              <p14:cNvContentPartPr/>
              <p14:nvPr/>
            </p14:nvContentPartPr>
            <p14:xfrm>
              <a:off x="3179747" y="6399093"/>
              <a:ext cx="1364040" cy="42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CE69F85-3EB7-D191-DD49-4B5A5B8AF52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70747" y="6390453"/>
                <a:ext cx="13816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AFD4D6F-66A3-F7D1-91F9-7ED8ADA71C52}"/>
                  </a:ext>
                </a:extLst>
              </p14:cNvPr>
              <p14:cNvContentPartPr/>
              <p14:nvPr/>
            </p14:nvContentPartPr>
            <p14:xfrm>
              <a:off x="3784187" y="6449493"/>
              <a:ext cx="57960" cy="396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AFD4D6F-66A3-F7D1-91F9-7ED8ADA71C5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775187" y="6440853"/>
                <a:ext cx="7560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921B0AC-CC05-139A-549E-2D36A0DD8B3E}"/>
                  </a:ext>
                </a:extLst>
              </p14:cNvPr>
              <p14:cNvContentPartPr/>
              <p14:nvPr/>
            </p14:nvContentPartPr>
            <p14:xfrm>
              <a:off x="3659627" y="6128733"/>
              <a:ext cx="172440" cy="203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921B0AC-CC05-139A-549E-2D36A0DD8B3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650987" y="6120093"/>
                <a:ext cx="1900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CC11113-7ECE-4240-BE0A-FD4DE4C8B796}"/>
                  </a:ext>
                </a:extLst>
              </p14:cNvPr>
              <p14:cNvContentPartPr/>
              <p14:nvPr/>
            </p14:nvContentPartPr>
            <p14:xfrm>
              <a:off x="3501947" y="6544173"/>
              <a:ext cx="47160" cy="52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CC11113-7ECE-4240-BE0A-FD4DE4C8B79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92947" y="6535533"/>
                <a:ext cx="648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4C907D2-208A-FBC1-C892-2EA078C0ADC0}"/>
                  </a:ext>
                </a:extLst>
              </p14:cNvPr>
              <p14:cNvContentPartPr/>
              <p14:nvPr/>
            </p14:nvContentPartPr>
            <p14:xfrm>
              <a:off x="3969947" y="6578373"/>
              <a:ext cx="86760" cy="48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4C907D2-208A-FBC1-C892-2EA078C0ADC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961307" y="6569373"/>
                <a:ext cx="1044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176597F-A7F6-2661-A981-DCC2C2C063E7}"/>
                  </a:ext>
                </a:extLst>
              </p14:cNvPr>
              <p14:cNvContentPartPr/>
              <p14:nvPr/>
            </p14:nvContentPartPr>
            <p14:xfrm>
              <a:off x="5030147" y="5323413"/>
              <a:ext cx="460800" cy="559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176597F-A7F6-2661-A981-DCC2C2C063E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21147" y="5314773"/>
                <a:ext cx="47844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51B1DDE-A5C1-C0F6-5D91-1898A4A45657}"/>
                  </a:ext>
                </a:extLst>
              </p14:cNvPr>
              <p14:cNvContentPartPr/>
              <p14:nvPr/>
            </p14:nvContentPartPr>
            <p14:xfrm>
              <a:off x="5339387" y="5819493"/>
              <a:ext cx="204120" cy="117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51B1DDE-A5C1-C0F6-5D91-1898A4A4565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30747" y="5810853"/>
                <a:ext cx="2217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343EEDB-05AB-13AC-B8B3-1A6C9F3ABD02}"/>
                  </a:ext>
                </a:extLst>
              </p14:cNvPr>
              <p14:cNvContentPartPr/>
              <p14:nvPr/>
            </p14:nvContentPartPr>
            <p14:xfrm>
              <a:off x="5493827" y="5844333"/>
              <a:ext cx="127440" cy="108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343EEDB-05AB-13AC-B8B3-1A6C9F3ABD0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84827" y="5835333"/>
                <a:ext cx="1450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67D75A0-BC72-5527-0686-6DA867FB968D}"/>
                  </a:ext>
                </a:extLst>
              </p14:cNvPr>
              <p14:cNvContentPartPr/>
              <p14:nvPr/>
            </p14:nvContentPartPr>
            <p14:xfrm>
              <a:off x="5057867" y="6053133"/>
              <a:ext cx="61920" cy="633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67D75A0-BC72-5527-0686-6DA867FB968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49227" y="6044493"/>
                <a:ext cx="7956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BC97AD4-E8EA-F495-A2D8-C6A08DCC941E}"/>
                  </a:ext>
                </a:extLst>
              </p14:cNvPr>
              <p14:cNvContentPartPr/>
              <p14:nvPr/>
            </p14:nvContentPartPr>
            <p14:xfrm>
              <a:off x="5065787" y="5980413"/>
              <a:ext cx="1195920" cy="899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BC97AD4-E8EA-F495-A2D8-C6A08DCC941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56787" y="5971773"/>
                <a:ext cx="1213560" cy="9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4BD7651-C618-BB54-E069-DC7A6FC3390E}"/>
                  </a:ext>
                </a:extLst>
              </p14:cNvPr>
              <p14:cNvContentPartPr/>
              <p14:nvPr/>
            </p14:nvContentPartPr>
            <p14:xfrm>
              <a:off x="5057867" y="6445187"/>
              <a:ext cx="1121760" cy="381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4BD7651-C618-BB54-E069-DC7A6FC3390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049227" y="6436187"/>
                <a:ext cx="11394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E861D8C-804C-8FA3-A224-DA8860E364A0}"/>
                  </a:ext>
                </a:extLst>
              </p14:cNvPr>
              <p14:cNvContentPartPr/>
              <p14:nvPr/>
            </p14:nvContentPartPr>
            <p14:xfrm>
              <a:off x="5568347" y="6223067"/>
              <a:ext cx="16920" cy="170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E861D8C-804C-8FA3-A224-DA8860E364A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559347" y="6214427"/>
                <a:ext cx="345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5A1134-4118-74EE-110A-412D63A42A3D}"/>
                  </a:ext>
                </a:extLst>
              </p14:cNvPr>
              <p14:cNvContentPartPr/>
              <p14:nvPr/>
            </p14:nvContentPartPr>
            <p14:xfrm>
              <a:off x="5680307" y="6182387"/>
              <a:ext cx="120240" cy="1195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5A1134-4118-74EE-110A-412D63A42A3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71667" y="6173747"/>
                <a:ext cx="1378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75B2AD5-673A-A9E6-DF5F-28D0D2156CAE}"/>
                  </a:ext>
                </a:extLst>
              </p14:cNvPr>
              <p14:cNvContentPartPr/>
              <p14:nvPr/>
            </p14:nvContentPartPr>
            <p14:xfrm>
              <a:off x="5554667" y="6430427"/>
              <a:ext cx="58320" cy="442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75B2AD5-673A-A9E6-DF5F-28D0D2156CA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545667" y="6421427"/>
                <a:ext cx="7596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E72A554-4545-CFE1-888C-5E36DFF2C4AB}"/>
                  </a:ext>
                </a:extLst>
              </p14:cNvPr>
              <p14:cNvContentPartPr/>
              <p14:nvPr/>
            </p14:nvContentPartPr>
            <p14:xfrm>
              <a:off x="5318147" y="6645347"/>
              <a:ext cx="50760" cy="55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E72A554-4545-CFE1-888C-5E36DFF2C4A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309147" y="6636347"/>
                <a:ext cx="684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9800AED-E9F0-5224-F133-129D5E4EC98E}"/>
                  </a:ext>
                </a:extLst>
              </p14:cNvPr>
              <p14:cNvContentPartPr/>
              <p14:nvPr/>
            </p14:nvContentPartPr>
            <p14:xfrm>
              <a:off x="5700107" y="6644267"/>
              <a:ext cx="75960" cy="49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9800AED-E9F0-5224-F133-129D5E4EC98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691107" y="6635267"/>
                <a:ext cx="936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57F831D-4646-78B7-CC96-FC1AFA3C53C1}"/>
                  </a:ext>
                </a:extLst>
              </p14:cNvPr>
              <p14:cNvContentPartPr/>
              <p14:nvPr/>
            </p14:nvContentPartPr>
            <p14:xfrm>
              <a:off x="5055707" y="6608267"/>
              <a:ext cx="28800" cy="234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57F831D-4646-78B7-CC96-FC1AFA3C53C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46707" y="6599627"/>
                <a:ext cx="4644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EDA9C40-7CB5-83AE-C910-5763936C86F8}"/>
              </a:ext>
            </a:extLst>
          </p:cNvPr>
          <p:cNvGrpSpPr/>
          <p:nvPr/>
        </p:nvGrpSpPr>
        <p:grpSpPr>
          <a:xfrm>
            <a:off x="5531267" y="8387"/>
            <a:ext cx="5231880" cy="584640"/>
            <a:chOff x="5531267" y="8387"/>
            <a:chExt cx="523188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9E4D56-ABCC-8DA4-A6B5-80D3FFDE6675}"/>
                    </a:ext>
                  </a:extLst>
                </p14:cNvPr>
                <p14:cNvContentPartPr/>
                <p14:nvPr/>
              </p14:nvContentPartPr>
              <p14:xfrm>
                <a:off x="5623787" y="247067"/>
                <a:ext cx="104400" cy="24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9E4D56-ABCC-8DA4-A6B5-80D3FFDE667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15147" y="238427"/>
                  <a:ext cx="1220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FDF3CA-AEAA-FA27-61E6-32223AAB089B}"/>
                    </a:ext>
                  </a:extLst>
                </p14:cNvPr>
                <p14:cNvContentPartPr/>
                <p14:nvPr/>
              </p14:nvContentPartPr>
              <p14:xfrm>
                <a:off x="5686427" y="134027"/>
                <a:ext cx="219240" cy="174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FDF3CA-AEAA-FA27-61E6-32223AAB08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77787" y="125027"/>
                  <a:ext cx="236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8576F1B-0141-AB74-6C97-F5B2059B19F1}"/>
                    </a:ext>
                  </a:extLst>
                </p14:cNvPr>
                <p14:cNvContentPartPr/>
                <p14:nvPr/>
              </p14:nvContentPartPr>
              <p14:xfrm>
                <a:off x="5820347" y="298187"/>
                <a:ext cx="96480" cy="150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8576F1B-0141-AB74-6C97-F5B2059B19F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11707" y="289187"/>
                  <a:ext cx="114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106960-801B-D1EA-870A-CE1606E3C143}"/>
                    </a:ext>
                  </a:extLst>
                </p14:cNvPr>
                <p14:cNvContentPartPr/>
                <p14:nvPr/>
              </p14:nvContentPartPr>
              <p14:xfrm>
                <a:off x="5997467" y="328787"/>
                <a:ext cx="130680" cy="11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106960-801B-D1EA-870A-CE1606E3C14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88467" y="320147"/>
                  <a:ext cx="148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4D884B-BC88-3350-4E44-550ADF236FD5}"/>
                    </a:ext>
                  </a:extLst>
                </p14:cNvPr>
                <p14:cNvContentPartPr/>
                <p14:nvPr/>
              </p14:nvContentPartPr>
              <p14:xfrm>
                <a:off x="6192227" y="287027"/>
                <a:ext cx="131760" cy="111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4D884B-BC88-3350-4E44-550ADF236F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83227" y="278027"/>
                  <a:ext cx="149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19F227-88B3-1997-BB48-2B76686D693C}"/>
                    </a:ext>
                  </a:extLst>
                </p14:cNvPr>
                <p14:cNvContentPartPr/>
                <p14:nvPr/>
              </p14:nvContentPartPr>
              <p14:xfrm>
                <a:off x="6348467" y="265067"/>
                <a:ext cx="135000" cy="126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19F227-88B3-1997-BB48-2B76686D69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39827" y="256067"/>
                  <a:ext cx="152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7BD70E-B311-3DFD-0799-EA4C361A7D12}"/>
                    </a:ext>
                  </a:extLst>
                </p14:cNvPr>
                <p14:cNvContentPartPr/>
                <p14:nvPr/>
              </p14:nvContentPartPr>
              <p14:xfrm>
                <a:off x="6614147" y="114587"/>
                <a:ext cx="269640" cy="245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7BD70E-B311-3DFD-0799-EA4C361A7D1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05507" y="105587"/>
                  <a:ext cx="287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5528ABD-7C78-F43F-7B22-360F3C3DCF87}"/>
                    </a:ext>
                  </a:extLst>
                </p14:cNvPr>
                <p14:cNvContentPartPr/>
                <p14:nvPr/>
              </p14:nvContentPartPr>
              <p14:xfrm>
                <a:off x="6863987" y="265787"/>
                <a:ext cx="116640" cy="89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5528ABD-7C78-F43F-7B22-360F3C3DCF8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55347" y="256787"/>
                  <a:ext cx="134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9F7B4F-AC67-F07E-077F-D802C3026806}"/>
                    </a:ext>
                  </a:extLst>
                </p14:cNvPr>
                <p14:cNvContentPartPr/>
                <p14:nvPr/>
              </p14:nvContentPartPr>
              <p14:xfrm>
                <a:off x="7038587" y="214307"/>
                <a:ext cx="59040" cy="154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9F7B4F-AC67-F07E-077F-D802C30268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29947" y="205307"/>
                  <a:ext cx="76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11E80D-08B1-BBEF-419A-D456CEA32525}"/>
                    </a:ext>
                  </a:extLst>
                </p14:cNvPr>
                <p14:cNvContentPartPr/>
                <p14:nvPr/>
              </p14:nvContentPartPr>
              <p14:xfrm>
                <a:off x="7607747" y="251027"/>
                <a:ext cx="240120" cy="139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11E80D-08B1-BBEF-419A-D456CEA3252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98747" y="242027"/>
                  <a:ext cx="257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D68A949-5138-41FD-CB28-E749E649E7D8}"/>
                    </a:ext>
                  </a:extLst>
                </p14:cNvPr>
                <p14:cNvContentPartPr/>
                <p14:nvPr/>
              </p14:nvContentPartPr>
              <p14:xfrm>
                <a:off x="7898987" y="306827"/>
                <a:ext cx="26640" cy="74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D68A949-5138-41FD-CB28-E749E649E7D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89987" y="297827"/>
                  <a:ext cx="44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595979-773B-E5D1-FFA1-4FD272AABEBC}"/>
                    </a:ext>
                  </a:extLst>
                </p14:cNvPr>
                <p14:cNvContentPartPr/>
                <p14:nvPr/>
              </p14:nvContentPartPr>
              <p14:xfrm>
                <a:off x="7999787" y="182627"/>
                <a:ext cx="5760" cy="2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595979-773B-E5D1-FFA1-4FD272AABE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90787" y="173627"/>
                  <a:ext cx="23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E413534-7158-7A21-EEF8-578A3B8E7470}"/>
                    </a:ext>
                  </a:extLst>
                </p14:cNvPr>
                <p14:cNvContentPartPr/>
                <p14:nvPr/>
              </p14:nvContentPartPr>
              <p14:xfrm>
                <a:off x="8011667" y="143387"/>
                <a:ext cx="136440" cy="33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E413534-7158-7A21-EEF8-578A3B8E74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03027" y="134747"/>
                  <a:ext cx="154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4CEE5DC-5CC8-110E-1F98-4A7E20E237E8}"/>
                    </a:ext>
                  </a:extLst>
                </p14:cNvPr>
                <p14:cNvContentPartPr/>
                <p14:nvPr/>
              </p14:nvContentPartPr>
              <p14:xfrm>
                <a:off x="7987547" y="119267"/>
                <a:ext cx="366120" cy="272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4CEE5DC-5CC8-110E-1F98-4A7E20E237E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78907" y="110267"/>
                  <a:ext cx="383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0B387DD-7701-F910-EA0E-8F0EEC9C4708}"/>
                    </a:ext>
                  </a:extLst>
                </p14:cNvPr>
                <p14:cNvContentPartPr/>
                <p14:nvPr/>
              </p14:nvContentPartPr>
              <p14:xfrm>
                <a:off x="8740307" y="28547"/>
                <a:ext cx="181080" cy="195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0B387DD-7701-F910-EA0E-8F0EEC9C470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31307" y="19547"/>
                  <a:ext cx="198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D9F0CB-B39F-16B1-F23B-58164C900B57}"/>
                    </a:ext>
                  </a:extLst>
                </p14:cNvPr>
                <p14:cNvContentPartPr/>
                <p14:nvPr/>
              </p14:nvContentPartPr>
              <p14:xfrm>
                <a:off x="8987267" y="41147"/>
                <a:ext cx="143280" cy="219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D9F0CB-B39F-16B1-F23B-58164C900B5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78267" y="32147"/>
                  <a:ext cx="160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713910D-02B1-F2BD-526F-F225862CA4B2}"/>
                    </a:ext>
                  </a:extLst>
                </p14:cNvPr>
                <p14:cNvContentPartPr/>
                <p14:nvPr/>
              </p14:nvContentPartPr>
              <p14:xfrm>
                <a:off x="8915627" y="146987"/>
                <a:ext cx="356760" cy="101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713910D-02B1-F2BD-526F-F225862CA4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06627" y="137987"/>
                  <a:ext cx="374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5A5F39D-E8E4-A86A-719A-551DE6170F47}"/>
                    </a:ext>
                  </a:extLst>
                </p14:cNvPr>
                <p14:cNvContentPartPr/>
                <p14:nvPr/>
              </p14:nvContentPartPr>
              <p14:xfrm>
                <a:off x="9349067" y="192347"/>
                <a:ext cx="108720" cy="9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5A5F39D-E8E4-A86A-719A-551DE6170F4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40427" y="183347"/>
                  <a:ext cx="126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085432-6E6F-7FAC-A29A-D18A6768828F}"/>
                    </a:ext>
                  </a:extLst>
                </p14:cNvPr>
                <p14:cNvContentPartPr/>
                <p14:nvPr/>
              </p14:nvContentPartPr>
              <p14:xfrm>
                <a:off x="9487667" y="8387"/>
                <a:ext cx="137160" cy="286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085432-6E6F-7FAC-A29A-D18A6768828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78667" y="-613"/>
                  <a:ext cx="154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4C0ABF3-276C-546F-F6C9-930D1EFED757}"/>
                    </a:ext>
                  </a:extLst>
                </p14:cNvPr>
                <p14:cNvContentPartPr/>
                <p14:nvPr/>
              </p14:nvContentPartPr>
              <p14:xfrm>
                <a:off x="9733547" y="83267"/>
                <a:ext cx="108720" cy="220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4C0ABF3-276C-546F-F6C9-930D1EFED75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24907" y="74267"/>
                  <a:ext cx="126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5DDB891-C3E4-7DDC-DF53-C3E987E99A98}"/>
                    </a:ext>
                  </a:extLst>
                </p14:cNvPr>
                <p14:cNvContentPartPr/>
                <p14:nvPr/>
              </p14:nvContentPartPr>
              <p14:xfrm>
                <a:off x="9816347" y="86147"/>
                <a:ext cx="158400" cy="52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5DDB891-C3E4-7DDC-DF53-C3E987E99A9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07707" y="77507"/>
                  <a:ext cx="176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CA52C89-8B32-D55B-0484-75BA2B204541}"/>
                    </a:ext>
                  </a:extLst>
                </p14:cNvPr>
                <p14:cNvContentPartPr/>
                <p14:nvPr/>
              </p14:nvContentPartPr>
              <p14:xfrm>
                <a:off x="9759107" y="214307"/>
                <a:ext cx="157680" cy="7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CA52C89-8B32-D55B-0484-75BA2B20454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50467" y="205307"/>
                  <a:ext cx="175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B660934-CF0A-7D08-F01A-6ACB00491085}"/>
                    </a:ext>
                  </a:extLst>
                </p14:cNvPr>
                <p14:cNvContentPartPr/>
                <p14:nvPr/>
              </p14:nvContentPartPr>
              <p14:xfrm>
                <a:off x="9935507" y="126467"/>
                <a:ext cx="132480" cy="184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B660934-CF0A-7D08-F01A-6ACB0049108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6867" y="117827"/>
                  <a:ext cx="150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B883D25-91EF-AB1C-CC46-1004D014D877}"/>
                    </a:ext>
                  </a:extLst>
                </p14:cNvPr>
                <p14:cNvContentPartPr/>
                <p14:nvPr/>
              </p14:nvContentPartPr>
              <p14:xfrm>
                <a:off x="10068347" y="220067"/>
                <a:ext cx="107640" cy="93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B883D25-91EF-AB1C-CC46-1004D014D87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59707" y="211427"/>
                  <a:ext cx="125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2BB3446-2138-D443-613F-DBE89E8C806C}"/>
                    </a:ext>
                  </a:extLst>
                </p14:cNvPr>
                <p14:cNvContentPartPr/>
                <p14:nvPr/>
              </p14:nvContentPartPr>
              <p14:xfrm>
                <a:off x="10228907" y="220067"/>
                <a:ext cx="323280" cy="83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2BB3446-2138-D443-613F-DBE89E8C806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19907" y="211427"/>
                  <a:ext cx="34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5F6F5B-4839-D3C5-9FD1-5D603B7BD3FD}"/>
                    </a:ext>
                  </a:extLst>
                </p14:cNvPr>
                <p14:cNvContentPartPr/>
                <p14:nvPr/>
              </p14:nvContentPartPr>
              <p14:xfrm>
                <a:off x="10624187" y="199187"/>
                <a:ext cx="135360" cy="137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5F6F5B-4839-D3C5-9FD1-5D603B7BD3F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15187" y="190547"/>
                  <a:ext cx="153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BBC5D06-8090-5FD6-C7F5-B7D1E1F4E265}"/>
                    </a:ext>
                  </a:extLst>
                </p14:cNvPr>
                <p14:cNvContentPartPr/>
                <p14:nvPr/>
              </p14:nvContentPartPr>
              <p14:xfrm>
                <a:off x="5531267" y="438227"/>
                <a:ext cx="5231880" cy="154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BBC5D06-8090-5FD6-C7F5-B7D1E1F4E2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22627" y="429587"/>
                  <a:ext cx="524952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6F66B27-1109-E853-4E31-F130915A882C}"/>
                  </a:ext>
                </a:extLst>
              </p14:cNvPr>
              <p14:cNvContentPartPr/>
              <p14:nvPr/>
            </p14:nvContentPartPr>
            <p14:xfrm>
              <a:off x="3560627" y="1380707"/>
              <a:ext cx="241200" cy="166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6F66B27-1109-E853-4E31-F130915A882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556307" y="1376387"/>
                <a:ext cx="24984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F3D9D1D-85AE-372E-F7BA-3EE637065D10}"/>
              </a:ext>
            </a:extLst>
          </p:cNvPr>
          <p:cNvGrpSpPr/>
          <p:nvPr/>
        </p:nvGrpSpPr>
        <p:grpSpPr>
          <a:xfrm>
            <a:off x="7419107" y="695627"/>
            <a:ext cx="1161000" cy="393480"/>
            <a:chOff x="7419107" y="695627"/>
            <a:chExt cx="116100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8978042-B0EC-FFEA-7B01-A11DB4361B14}"/>
                    </a:ext>
                  </a:extLst>
                </p14:cNvPr>
                <p14:cNvContentPartPr/>
                <p14:nvPr/>
              </p14:nvContentPartPr>
              <p14:xfrm>
                <a:off x="7419107" y="758987"/>
                <a:ext cx="211680" cy="222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8978042-B0EC-FFEA-7B01-A11DB4361B1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10467" y="749987"/>
                  <a:ext cx="229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80EDAA4-8B6B-FFC7-2EE6-DB7132640DC1}"/>
                    </a:ext>
                  </a:extLst>
                </p14:cNvPr>
                <p14:cNvContentPartPr/>
                <p14:nvPr/>
              </p14:nvContentPartPr>
              <p14:xfrm>
                <a:off x="7627187" y="865187"/>
                <a:ext cx="133560" cy="68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80EDAA4-8B6B-FFC7-2EE6-DB7132640DC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18547" y="856547"/>
                  <a:ext cx="151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CDD4D4-1CF4-EFF0-B372-C0753776533E}"/>
                    </a:ext>
                  </a:extLst>
                </p14:cNvPr>
                <p14:cNvContentPartPr/>
                <p14:nvPr/>
              </p14:nvContentPartPr>
              <p14:xfrm>
                <a:off x="7842467" y="734507"/>
                <a:ext cx="98280" cy="185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CDD4D4-1CF4-EFF0-B372-C0753776533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33467" y="725867"/>
                  <a:ext cx="115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7684FD2-D4DF-2AF4-F328-3722610A47EF}"/>
                    </a:ext>
                  </a:extLst>
                </p14:cNvPr>
                <p14:cNvContentPartPr/>
                <p14:nvPr/>
              </p14:nvContentPartPr>
              <p14:xfrm>
                <a:off x="7816907" y="825947"/>
                <a:ext cx="92880" cy="8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7684FD2-D4DF-2AF4-F328-3722610A47E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07907" y="817307"/>
                  <a:ext cx="110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78512B-DA6A-FBB0-B001-96ED2D69AD3D}"/>
                    </a:ext>
                  </a:extLst>
                </p14:cNvPr>
                <p14:cNvContentPartPr/>
                <p14:nvPr/>
              </p14:nvContentPartPr>
              <p14:xfrm>
                <a:off x="7902947" y="750707"/>
                <a:ext cx="152280" cy="338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78512B-DA6A-FBB0-B001-96ED2D69AD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93947" y="741707"/>
                  <a:ext cx="1699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32467B7-AAE5-7EC1-99BA-23E79695B6FE}"/>
                    </a:ext>
                  </a:extLst>
                </p14:cNvPr>
                <p14:cNvContentPartPr/>
                <p14:nvPr/>
              </p14:nvContentPartPr>
              <p14:xfrm>
                <a:off x="8119307" y="827747"/>
                <a:ext cx="81000" cy="46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32467B7-AAE5-7EC1-99BA-23E79695B6F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10667" y="818747"/>
                  <a:ext cx="98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B6E022-213B-5FEE-12B7-4F0AF58038CC}"/>
                    </a:ext>
                  </a:extLst>
                </p14:cNvPr>
                <p14:cNvContentPartPr/>
                <p14:nvPr/>
              </p14:nvContentPartPr>
              <p14:xfrm>
                <a:off x="8289587" y="695627"/>
                <a:ext cx="97920" cy="207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B6E022-213B-5FEE-12B7-4F0AF58038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80947" y="686627"/>
                  <a:ext cx="115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C3F6587-4095-8CDE-1376-47BDC71A27CF}"/>
                    </a:ext>
                  </a:extLst>
                </p14:cNvPr>
                <p14:cNvContentPartPr/>
                <p14:nvPr/>
              </p14:nvContentPartPr>
              <p14:xfrm>
                <a:off x="8274467" y="779147"/>
                <a:ext cx="145440" cy="21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C3F6587-4095-8CDE-1376-47BDC71A27C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65467" y="770507"/>
                  <a:ext cx="163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F232590-6CD8-DE59-F81E-12F75023D8AA}"/>
                    </a:ext>
                  </a:extLst>
                </p14:cNvPr>
                <p14:cNvContentPartPr/>
                <p14:nvPr/>
              </p14:nvContentPartPr>
              <p14:xfrm>
                <a:off x="8553467" y="756107"/>
                <a:ext cx="26640" cy="51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F232590-6CD8-DE59-F81E-12F75023D8A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44827" y="747107"/>
                  <a:ext cx="44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4A3AB2A-1E1B-FCCF-C7CE-5A47D8B2C761}"/>
                    </a:ext>
                  </a:extLst>
                </p14:cNvPr>
                <p14:cNvContentPartPr/>
                <p14:nvPr/>
              </p14:nvContentPartPr>
              <p14:xfrm>
                <a:off x="8532587" y="908747"/>
                <a:ext cx="8640" cy="12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4A3AB2A-1E1B-FCCF-C7CE-5A47D8B2C7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523587" y="899747"/>
                  <a:ext cx="2628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D463C41-A53F-DA63-4E1F-FB3EF3FC262A}"/>
                  </a:ext>
                </a:extLst>
              </p14:cNvPr>
              <p14:cNvContentPartPr/>
              <p14:nvPr/>
            </p14:nvContentPartPr>
            <p14:xfrm>
              <a:off x="8880347" y="706427"/>
              <a:ext cx="209520" cy="191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D463C41-A53F-DA63-4E1F-FB3EF3FC262A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871347" y="697427"/>
                <a:ext cx="22716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11330E2-2033-29A8-30D8-8ED3B26CFD75}"/>
              </a:ext>
            </a:extLst>
          </p:cNvPr>
          <p:cNvGrpSpPr/>
          <p:nvPr/>
        </p:nvGrpSpPr>
        <p:grpSpPr>
          <a:xfrm>
            <a:off x="8010227" y="6134507"/>
            <a:ext cx="3425760" cy="499680"/>
            <a:chOff x="8010227" y="6134507"/>
            <a:chExt cx="342576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0124035-3039-FAB3-2EED-391627FB28A4}"/>
                    </a:ext>
                  </a:extLst>
                </p14:cNvPr>
                <p14:cNvContentPartPr/>
                <p14:nvPr/>
              </p14:nvContentPartPr>
              <p14:xfrm>
                <a:off x="8092307" y="6268787"/>
                <a:ext cx="31680" cy="253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0124035-3039-FAB3-2EED-391627FB28A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83307" y="6260147"/>
                  <a:ext cx="493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3C7E99-B707-E551-32B9-12AB384099C0}"/>
                    </a:ext>
                  </a:extLst>
                </p14:cNvPr>
                <p14:cNvContentPartPr/>
                <p14:nvPr/>
              </p14:nvContentPartPr>
              <p14:xfrm>
                <a:off x="8010227" y="6134507"/>
                <a:ext cx="3425760" cy="499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3C7E99-B707-E551-32B9-12AB384099C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01587" y="6125507"/>
                  <a:ext cx="34434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A5ED8CF-EE2A-D71D-08F4-0E3F0CD0E9E9}"/>
                    </a:ext>
                  </a:extLst>
                </p14:cNvPr>
                <p14:cNvContentPartPr/>
                <p14:nvPr/>
              </p14:nvContentPartPr>
              <p14:xfrm>
                <a:off x="9656147" y="6174467"/>
                <a:ext cx="34920" cy="350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A5ED8CF-EE2A-D71D-08F4-0E3F0CD0E9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7507" y="6165467"/>
                  <a:ext cx="525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FA23CFF-AC26-D97E-3AF8-1CA0AC14E819}"/>
                    </a:ext>
                  </a:extLst>
                </p14:cNvPr>
                <p14:cNvContentPartPr/>
                <p14:nvPr/>
              </p14:nvContentPartPr>
              <p14:xfrm>
                <a:off x="10249787" y="6290747"/>
                <a:ext cx="117000" cy="120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FA23CFF-AC26-D97E-3AF8-1CA0AC14E81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41147" y="6281747"/>
                  <a:ext cx="134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754F30-A66A-B62A-13A9-CBB4C18E5147}"/>
                    </a:ext>
                  </a:extLst>
                </p14:cNvPr>
                <p14:cNvContentPartPr/>
                <p14:nvPr/>
              </p14:nvContentPartPr>
              <p14:xfrm>
                <a:off x="10460387" y="6262307"/>
                <a:ext cx="96120" cy="18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754F30-A66A-B62A-13A9-CBB4C18E51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51747" y="6253667"/>
                  <a:ext cx="113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71A119E-6FA1-335F-1EF9-94A019084B30}"/>
                    </a:ext>
                  </a:extLst>
                </p14:cNvPr>
                <p14:cNvContentPartPr/>
                <p14:nvPr/>
              </p14:nvContentPartPr>
              <p14:xfrm>
                <a:off x="10438427" y="6345467"/>
                <a:ext cx="173880" cy="16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71A119E-6FA1-335F-1EF9-94A019084B3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429787" y="6336467"/>
                  <a:ext cx="191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7E967C5-754E-7149-1B46-63D73AFA7D53}"/>
                    </a:ext>
                  </a:extLst>
                </p14:cNvPr>
                <p14:cNvContentPartPr/>
                <p14:nvPr/>
              </p14:nvContentPartPr>
              <p14:xfrm>
                <a:off x="8302907" y="6356267"/>
                <a:ext cx="102600" cy="84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7E967C5-754E-7149-1B46-63D73AFA7D5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94267" y="6347627"/>
                  <a:ext cx="120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BA549D9-2724-F3DF-B6CD-F66B7EFEE47A}"/>
                    </a:ext>
                  </a:extLst>
                </p14:cNvPr>
                <p14:cNvContentPartPr/>
                <p14:nvPr/>
              </p14:nvContentPartPr>
              <p14:xfrm>
                <a:off x="8436827" y="6347627"/>
                <a:ext cx="104400" cy="73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BA549D9-2724-F3DF-B6CD-F66B7EFEE47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27827" y="6338987"/>
                  <a:ext cx="122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2CD97C7-C683-2599-A0CB-F73D2E607ABC}"/>
                    </a:ext>
                  </a:extLst>
                </p14:cNvPr>
                <p14:cNvContentPartPr/>
                <p14:nvPr/>
              </p14:nvContentPartPr>
              <p14:xfrm>
                <a:off x="8602067" y="6359507"/>
                <a:ext cx="61920" cy="57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2CD97C7-C683-2599-A0CB-F73D2E607AB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93427" y="6350507"/>
                  <a:ext cx="79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19EAA69-2549-A5E5-9DE4-D13B818392E1}"/>
                    </a:ext>
                  </a:extLst>
                </p14:cNvPr>
                <p14:cNvContentPartPr/>
                <p14:nvPr/>
              </p14:nvContentPartPr>
              <p14:xfrm>
                <a:off x="8761907" y="6287507"/>
                <a:ext cx="55440" cy="140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19EAA69-2549-A5E5-9DE4-D13B818392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52907" y="6278507"/>
                  <a:ext cx="73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5605DBD-0520-2A27-7B59-40FA1E3EF6DA}"/>
                    </a:ext>
                  </a:extLst>
                </p14:cNvPr>
                <p14:cNvContentPartPr/>
                <p14:nvPr/>
              </p14:nvContentPartPr>
              <p14:xfrm>
                <a:off x="8715467" y="6336827"/>
                <a:ext cx="105120" cy="7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5605DBD-0520-2A27-7B59-40FA1E3EF6D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706467" y="6327827"/>
                  <a:ext cx="1227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73A6C3B-8D7F-AE88-5D64-EB36BC64289A}"/>
              </a:ext>
            </a:extLst>
          </p:cNvPr>
          <p:cNvGrpSpPr/>
          <p:nvPr/>
        </p:nvGrpSpPr>
        <p:grpSpPr>
          <a:xfrm>
            <a:off x="9054947" y="707147"/>
            <a:ext cx="735120" cy="314640"/>
            <a:chOff x="9054947" y="707147"/>
            <a:chExt cx="73512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1AF96F-99BE-1467-0D04-98C8874244F9}"/>
                    </a:ext>
                  </a:extLst>
                </p14:cNvPr>
                <p14:cNvContentPartPr/>
                <p14:nvPr/>
              </p14:nvContentPartPr>
              <p14:xfrm>
                <a:off x="9193547" y="707867"/>
                <a:ext cx="219600" cy="127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1AF96F-99BE-1467-0D04-98C8874244F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84547" y="699227"/>
                  <a:ext cx="237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B008804-5C49-8FF1-5D15-8E321DE35FE9}"/>
                    </a:ext>
                  </a:extLst>
                </p14:cNvPr>
                <p14:cNvContentPartPr/>
                <p14:nvPr/>
              </p14:nvContentPartPr>
              <p14:xfrm>
                <a:off x="9324587" y="752867"/>
                <a:ext cx="42840" cy="196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B008804-5C49-8FF1-5D15-8E321DE35FE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15947" y="744227"/>
                  <a:ext cx="60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FC5BAF-B495-6E3D-23B4-DB575A01E483}"/>
                    </a:ext>
                  </a:extLst>
                </p14:cNvPr>
                <p14:cNvContentPartPr/>
                <p14:nvPr/>
              </p14:nvContentPartPr>
              <p14:xfrm>
                <a:off x="9616187" y="707147"/>
                <a:ext cx="173880" cy="181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FC5BAF-B495-6E3D-23B4-DB575A01E48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07187" y="698147"/>
                  <a:ext cx="191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FC2601A-0384-8B75-DF4F-B0A796F69517}"/>
                    </a:ext>
                  </a:extLst>
                </p14:cNvPr>
                <p14:cNvContentPartPr/>
                <p14:nvPr/>
              </p14:nvContentPartPr>
              <p14:xfrm>
                <a:off x="9054947" y="951587"/>
                <a:ext cx="72000" cy="68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FC2601A-0384-8B75-DF4F-B0A796F6951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45947" y="942947"/>
                  <a:ext cx="89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E3A7D10-677C-0DBC-6F33-C129EBF8E990}"/>
                    </a:ext>
                  </a:extLst>
                </p14:cNvPr>
                <p14:cNvContentPartPr/>
                <p14:nvPr/>
              </p14:nvContentPartPr>
              <p14:xfrm>
                <a:off x="9503507" y="926747"/>
                <a:ext cx="74160" cy="95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E3A7D10-677C-0DBC-6F33-C129EBF8E99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94507" y="918107"/>
                  <a:ext cx="9180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CF4841B-37FA-177A-0440-217BBCC92A5F}"/>
                  </a:ext>
                </a:extLst>
              </p14:cNvPr>
              <p14:cNvContentPartPr/>
              <p14:nvPr/>
            </p14:nvContentPartPr>
            <p14:xfrm>
              <a:off x="1305227" y="5912027"/>
              <a:ext cx="271440" cy="3067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CF4841B-37FA-177A-0440-217BBCC92A5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300907" y="5907707"/>
                <a:ext cx="2800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CB1AEE5C-EA2D-23DC-5603-909B4987E904}"/>
                  </a:ext>
                </a:extLst>
              </p14:cNvPr>
              <p14:cNvContentPartPr/>
              <p14:nvPr/>
            </p14:nvContentPartPr>
            <p14:xfrm>
              <a:off x="9808787" y="938987"/>
              <a:ext cx="81720" cy="576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CB1AEE5C-EA2D-23DC-5603-909B4987E90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800147" y="929987"/>
                <a:ext cx="993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87FF067-81DF-4974-C7E0-50FDE4DAFDDD}"/>
                  </a:ext>
                </a:extLst>
              </p14:cNvPr>
              <p14:cNvContentPartPr/>
              <p14:nvPr/>
            </p14:nvContentPartPr>
            <p14:xfrm>
              <a:off x="10133507" y="738827"/>
              <a:ext cx="30960" cy="2253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87FF067-81DF-4974-C7E0-50FDE4DAFDD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124507" y="729827"/>
                <a:ext cx="486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B4FE9C6-36CE-FA68-03E4-7BFB9CF89907}"/>
                  </a:ext>
                </a:extLst>
              </p14:cNvPr>
              <p14:cNvContentPartPr/>
              <p14:nvPr/>
            </p14:nvContentPartPr>
            <p14:xfrm>
              <a:off x="1546067" y="4466987"/>
              <a:ext cx="205560" cy="2106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B4FE9C6-36CE-FA68-03E4-7BFB9CF89907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541747" y="4462667"/>
                <a:ext cx="2142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897A760-5572-FE59-B227-331954D42FA2}"/>
                  </a:ext>
                </a:extLst>
              </p14:cNvPr>
              <p14:cNvContentPartPr/>
              <p14:nvPr/>
            </p14:nvContentPartPr>
            <p14:xfrm>
              <a:off x="1069067" y="1274867"/>
              <a:ext cx="264960" cy="2390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897A760-5572-FE59-B227-331954D42FA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64747" y="1270547"/>
                <a:ext cx="2736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73344E4F-5B9E-2AEE-688A-059E0922837E}"/>
                  </a:ext>
                </a:extLst>
              </p14:cNvPr>
              <p14:cNvContentPartPr/>
              <p14:nvPr/>
            </p14:nvContentPartPr>
            <p14:xfrm>
              <a:off x="47387" y="2897027"/>
              <a:ext cx="230040" cy="22212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73344E4F-5B9E-2AEE-688A-059E0922837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3067" y="2892707"/>
                <a:ext cx="2386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103DC5E0-4477-B4BE-9A56-3F44C88D5AB8}"/>
                  </a:ext>
                </a:extLst>
              </p14:cNvPr>
              <p14:cNvContentPartPr/>
              <p14:nvPr/>
            </p14:nvContentPartPr>
            <p14:xfrm>
              <a:off x="1517627" y="5003387"/>
              <a:ext cx="222840" cy="1994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103DC5E0-4477-B4BE-9A56-3F44C88D5AB8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513307" y="4999067"/>
                <a:ext cx="23148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CD0E832-D56F-97F0-CB66-0379C9A65F77}"/>
              </a:ext>
            </a:extLst>
          </p:cNvPr>
          <p:cNvGrpSpPr/>
          <p:nvPr/>
        </p:nvGrpSpPr>
        <p:grpSpPr>
          <a:xfrm>
            <a:off x="1179587" y="6445907"/>
            <a:ext cx="461520" cy="219960"/>
            <a:chOff x="1179587" y="6445907"/>
            <a:chExt cx="46152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27B6119-1BC8-3A1C-349B-F8B1E8DF91DB}"/>
                    </a:ext>
                  </a:extLst>
                </p14:cNvPr>
                <p14:cNvContentPartPr/>
                <p14:nvPr/>
              </p14:nvContentPartPr>
              <p14:xfrm>
                <a:off x="1179587" y="6493067"/>
                <a:ext cx="173160" cy="172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27B6119-1BC8-3A1C-349B-F8B1E8DF91D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75267" y="6488747"/>
                  <a:ext cx="181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98FD064-06CB-F525-9079-F25D4F3A305D}"/>
                    </a:ext>
                  </a:extLst>
                </p14:cNvPr>
                <p14:cNvContentPartPr/>
                <p14:nvPr/>
              </p14:nvContentPartPr>
              <p14:xfrm>
                <a:off x="1500347" y="6445907"/>
                <a:ext cx="140760" cy="140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98FD064-06CB-F525-9079-F25D4F3A305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496027" y="6441587"/>
                  <a:ext cx="14940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C49DD7F6-B6A2-F2D2-1FDB-CAABF9EE4BCC}"/>
                  </a:ext>
                </a:extLst>
              </p14:cNvPr>
              <p14:cNvContentPartPr/>
              <p14:nvPr/>
            </p14:nvContentPartPr>
            <p14:xfrm>
              <a:off x="1734707" y="6379667"/>
              <a:ext cx="197280" cy="2142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C49DD7F6-B6A2-F2D2-1FDB-CAABF9EE4BCC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730387" y="6375347"/>
                <a:ext cx="2059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FFAA4125-4990-6FC4-A460-ED995317330A}"/>
                  </a:ext>
                </a:extLst>
              </p14:cNvPr>
              <p14:cNvContentPartPr/>
              <p14:nvPr/>
            </p14:nvContentPartPr>
            <p14:xfrm>
              <a:off x="1358147" y="1319867"/>
              <a:ext cx="177840" cy="2458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FFAA4125-4990-6FC4-A460-ED995317330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349147" y="1311227"/>
                <a:ext cx="1954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9E70CD8-E0A0-35FB-C0E6-60509981C32C}"/>
                  </a:ext>
                </a:extLst>
              </p14:cNvPr>
              <p14:cNvContentPartPr/>
              <p14:nvPr/>
            </p14:nvContentPartPr>
            <p14:xfrm>
              <a:off x="301547" y="2900267"/>
              <a:ext cx="215640" cy="2005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9E70CD8-E0A0-35FB-C0E6-60509981C32C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92907" y="2891267"/>
                <a:ext cx="23328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380CA8B-F960-A967-B6D3-8F6FAD775549}"/>
              </a:ext>
            </a:extLst>
          </p:cNvPr>
          <p:cNvGrpSpPr/>
          <p:nvPr/>
        </p:nvGrpSpPr>
        <p:grpSpPr>
          <a:xfrm>
            <a:off x="1757387" y="5033987"/>
            <a:ext cx="457560" cy="198720"/>
            <a:chOff x="1757387" y="5033987"/>
            <a:chExt cx="4575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FB9F0F2-2505-E74C-1CC8-96B39CD6486F}"/>
                    </a:ext>
                  </a:extLst>
                </p14:cNvPr>
                <p14:cNvContentPartPr/>
                <p14:nvPr/>
              </p14:nvContentPartPr>
              <p14:xfrm>
                <a:off x="1757387" y="5033987"/>
                <a:ext cx="201240" cy="1634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FB9F0F2-2505-E74C-1CC8-96B39CD648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48747" y="5025347"/>
                  <a:ext cx="218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010E07C-33C7-2DA2-00D2-0E2795A41E17}"/>
                    </a:ext>
                  </a:extLst>
                </p14:cNvPr>
                <p14:cNvContentPartPr/>
                <p14:nvPr/>
              </p14:nvContentPartPr>
              <p14:xfrm>
                <a:off x="1980947" y="5036147"/>
                <a:ext cx="234000" cy="196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010E07C-33C7-2DA2-00D2-0E2795A41E1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971947" y="5027147"/>
                  <a:ext cx="25164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5C6FA973-80AD-6B0E-849B-39B16801F483}"/>
                  </a:ext>
                </a:extLst>
              </p14:cNvPr>
              <p14:cNvContentPartPr/>
              <p14:nvPr/>
            </p14:nvContentPartPr>
            <p14:xfrm>
              <a:off x="507827" y="2860667"/>
              <a:ext cx="160200" cy="2289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5C6FA973-80AD-6B0E-849B-39B16801F48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98827" y="2852027"/>
                <a:ext cx="1778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22D6129-0047-D73C-8105-841F4CB9E5B9}"/>
                  </a:ext>
                </a:extLst>
              </p14:cNvPr>
              <p14:cNvContentPartPr/>
              <p14:nvPr/>
            </p14:nvContentPartPr>
            <p14:xfrm>
              <a:off x="1642547" y="1285667"/>
              <a:ext cx="175320" cy="2588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22D6129-0047-D73C-8105-841F4CB9E5B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633907" y="1277027"/>
                <a:ext cx="1929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D515E06-9830-60B8-3356-FE3490EBA247}"/>
                  </a:ext>
                </a:extLst>
              </p14:cNvPr>
              <p14:cNvContentPartPr/>
              <p14:nvPr/>
            </p14:nvContentPartPr>
            <p14:xfrm>
              <a:off x="3759707" y="1500227"/>
              <a:ext cx="5221080" cy="4872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D515E06-9830-60B8-3356-FE3490EBA247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3755387" y="1495907"/>
                <a:ext cx="5229720" cy="488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D678C8B3-10C2-6AF2-369C-E781E9D85553}"/>
              </a:ext>
            </a:extLst>
          </p:cNvPr>
          <p:cNvGrpSpPr/>
          <p:nvPr/>
        </p:nvGrpSpPr>
        <p:grpSpPr>
          <a:xfrm>
            <a:off x="8034347" y="5475347"/>
            <a:ext cx="3318120" cy="561600"/>
            <a:chOff x="8034347" y="5475347"/>
            <a:chExt cx="331812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3D91775-53F3-1641-8F64-5A234E021631}"/>
                    </a:ext>
                  </a:extLst>
                </p14:cNvPr>
                <p14:cNvContentPartPr/>
                <p14:nvPr/>
              </p14:nvContentPartPr>
              <p14:xfrm>
                <a:off x="8034347" y="5678747"/>
                <a:ext cx="47160" cy="2358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3D91775-53F3-1641-8F64-5A234E02163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025707" y="5669747"/>
                  <a:ext cx="64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3E91341-3C26-1F16-674D-57ECFA5A986B}"/>
                    </a:ext>
                  </a:extLst>
                </p14:cNvPr>
                <p14:cNvContentPartPr/>
                <p14:nvPr/>
              </p14:nvContentPartPr>
              <p14:xfrm>
                <a:off x="8044787" y="5491187"/>
                <a:ext cx="3307680" cy="545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3E91341-3C26-1F16-674D-57ECFA5A986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035787" y="5482187"/>
                  <a:ext cx="33253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A4AEB2-DCA3-63A0-12AC-51347EE0F16F}"/>
                    </a:ext>
                  </a:extLst>
                </p14:cNvPr>
                <p14:cNvContentPartPr/>
                <p14:nvPr/>
              </p14:nvContentPartPr>
              <p14:xfrm>
                <a:off x="8350427" y="5684147"/>
                <a:ext cx="76320" cy="97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A4AEB2-DCA3-63A0-12AC-51347EE0F16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41427" y="5675507"/>
                  <a:ext cx="93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FACCE5E-11B6-068C-5052-F2203381EC32}"/>
                    </a:ext>
                  </a:extLst>
                </p14:cNvPr>
                <p14:cNvContentPartPr/>
                <p14:nvPr/>
              </p14:nvContentPartPr>
              <p14:xfrm>
                <a:off x="8452307" y="5689547"/>
                <a:ext cx="68040" cy="99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FACCE5E-11B6-068C-5052-F2203381EC3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443667" y="5680547"/>
                  <a:ext cx="85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B9BAA71-7269-FD09-22D1-AC0CFF158FBC}"/>
                    </a:ext>
                  </a:extLst>
                </p14:cNvPr>
                <p14:cNvContentPartPr/>
                <p14:nvPr/>
              </p14:nvContentPartPr>
              <p14:xfrm>
                <a:off x="8576507" y="5680907"/>
                <a:ext cx="51480" cy="817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B9BAA71-7269-FD09-22D1-AC0CFF158FB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567867" y="5672267"/>
                  <a:ext cx="69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2833ED8-6562-97D8-F87A-6D39633D5FF9}"/>
                    </a:ext>
                  </a:extLst>
                </p14:cNvPr>
                <p14:cNvContentPartPr/>
                <p14:nvPr/>
              </p14:nvContentPartPr>
              <p14:xfrm>
                <a:off x="8753267" y="5589467"/>
                <a:ext cx="68400" cy="1389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2833ED8-6562-97D8-F87A-6D39633D5F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44267" y="5580827"/>
                  <a:ext cx="86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6BEEA75-50EE-FF7E-F20C-9945CE2DCAF5}"/>
                    </a:ext>
                  </a:extLst>
                </p14:cNvPr>
                <p14:cNvContentPartPr/>
                <p14:nvPr/>
              </p14:nvContentPartPr>
              <p14:xfrm>
                <a:off x="8737067" y="5633027"/>
                <a:ext cx="107280" cy="11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6BEEA75-50EE-FF7E-F20C-9945CE2DCAF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728427" y="5624387"/>
                  <a:ext cx="124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65A042C-C2A5-EA40-F3F3-7654E8E4BD3B}"/>
                    </a:ext>
                  </a:extLst>
                </p14:cNvPr>
                <p14:cNvContentPartPr/>
                <p14:nvPr/>
              </p14:nvContentPartPr>
              <p14:xfrm>
                <a:off x="9714107" y="5475347"/>
                <a:ext cx="82800" cy="3697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65A042C-C2A5-EA40-F3F3-7654E8E4BD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705107" y="5466347"/>
                  <a:ext cx="10044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9FE687D9-ED8E-2F2C-4778-6EEDE88FE1AE}"/>
              </a:ext>
            </a:extLst>
          </p:cNvPr>
          <p:cNvGrpSpPr/>
          <p:nvPr/>
        </p:nvGrpSpPr>
        <p:grpSpPr>
          <a:xfrm>
            <a:off x="4193147" y="2431547"/>
            <a:ext cx="5086800" cy="3354840"/>
            <a:chOff x="4193147" y="2431547"/>
            <a:chExt cx="5086800" cy="33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F53ED79-0BB6-283C-E0A1-850C895D9C0E}"/>
                    </a:ext>
                  </a:extLst>
                </p14:cNvPr>
                <p14:cNvContentPartPr/>
                <p14:nvPr/>
              </p14:nvContentPartPr>
              <p14:xfrm>
                <a:off x="4297547" y="2431547"/>
                <a:ext cx="4982400" cy="33548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F53ED79-0BB6-283C-E0A1-850C895D9C0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293227" y="2427227"/>
                  <a:ext cx="4991040" cy="33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E27D113-C066-AA01-04D9-66110118E24C}"/>
                    </a:ext>
                  </a:extLst>
                </p14:cNvPr>
                <p14:cNvContentPartPr/>
                <p14:nvPr/>
              </p14:nvContentPartPr>
              <p14:xfrm>
                <a:off x="4193147" y="2938787"/>
                <a:ext cx="164520" cy="2383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E27D113-C066-AA01-04D9-66110118E24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88827" y="2934467"/>
                  <a:ext cx="173160" cy="24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130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FC40-906B-824B-73A5-A6198C6F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F2A5-CD41-D1B5-88C9-20BF2646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A tree which is not balanced is inefficient to search. A degenerate tree where all items are inserted in ascending or descending order has the appearance and efficiency of a list (O(n)). A balanced tree is searchable in O(log n) time.</a:t>
            </a:r>
          </a:p>
        </p:txBody>
      </p:sp>
    </p:spTree>
    <p:extLst>
      <p:ext uri="{BB962C8B-B14F-4D97-AF65-F5344CB8AC3E}">
        <p14:creationId xmlns:p14="http://schemas.microsoft.com/office/powerpoint/2010/main" val="305132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2D3D01-E893-72B0-A390-A239DB2EE900}"/>
                  </a:ext>
                </a:extLst>
              </p14:cNvPr>
              <p14:cNvContentPartPr/>
              <p14:nvPr/>
            </p14:nvContentPartPr>
            <p14:xfrm>
              <a:off x="948703" y="455657"/>
              <a:ext cx="221040" cy="2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2D3D01-E893-72B0-A390-A239DB2EE9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383" y="451337"/>
                <a:ext cx="229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BEE888-AC8B-9188-ECE2-5CA44A83B495}"/>
                  </a:ext>
                </a:extLst>
              </p14:cNvPr>
              <p14:cNvContentPartPr/>
              <p14:nvPr/>
            </p14:nvContentPartPr>
            <p14:xfrm>
              <a:off x="1148863" y="683177"/>
              <a:ext cx="83160" cy="9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BEE888-AC8B-9188-ECE2-5CA44A83B4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4543" y="678857"/>
                <a:ext cx="91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A89E8A-1697-3AE8-2F31-4A2A69143B3F}"/>
                  </a:ext>
                </a:extLst>
              </p14:cNvPr>
              <p14:cNvContentPartPr/>
              <p14:nvPr/>
            </p14:nvContentPartPr>
            <p14:xfrm>
              <a:off x="1454863" y="468617"/>
              <a:ext cx="138240" cy="26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A89E8A-1697-3AE8-2F31-4A2A69143B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0543" y="464297"/>
                <a:ext cx="1468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CA3E41-0D59-BA92-6C21-58F0EFA4EB64}"/>
                  </a:ext>
                </a:extLst>
              </p14:cNvPr>
              <p14:cNvContentPartPr/>
              <p14:nvPr/>
            </p14:nvContentPartPr>
            <p14:xfrm>
              <a:off x="1427503" y="585977"/>
              <a:ext cx="206280" cy="1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CA3E41-0D59-BA92-6C21-58F0EFA4EB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3183" y="581657"/>
                <a:ext cx="2149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17EA9A-1450-A44F-6C96-871DE4C5592B}"/>
                  </a:ext>
                </a:extLst>
              </p14:cNvPr>
              <p14:cNvContentPartPr/>
              <p14:nvPr/>
            </p14:nvContentPartPr>
            <p14:xfrm>
              <a:off x="1610383" y="713777"/>
              <a:ext cx="72360" cy="1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17EA9A-1450-A44F-6C96-871DE4C559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6063" y="709457"/>
                <a:ext cx="810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42C28B-BAB8-9747-0EA6-1169D32409AF}"/>
                  </a:ext>
                </a:extLst>
              </p14:cNvPr>
              <p14:cNvContentPartPr/>
              <p14:nvPr/>
            </p14:nvContentPartPr>
            <p14:xfrm>
              <a:off x="1994503" y="532337"/>
              <a:ext cx="201960" cy="18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42C28B-BAB8-9747-0EA6-1169D32409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0183" y="528017"/>
                <a:ext cx="2106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2E8D7F1-9578-2672-42DB-6B677CE8A1A0}"/>
                  </a:ext>
                </a:extLst>
              </p14:cNvPr>
              <p14:cNvContentPartPr/>
              <p14:nvPr/>
            </p14:nvContentPartPr>
            <p14:xfrm>
              <a:off x="2041303" y="597497"/>
              <a:ext cx="120960" cy="18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2E8D7F1-9578-2672-42DB-6B677CE8A1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6983" y="593177"/>
                <a:ext cx="1296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D01F8D-7ABE-3A22-2A7A-E4382033BC40}"/>
                  </a:ext>
                </a:extLst>
              </p14:cNvPr>
              <p14:cNvContentPartPr/>
              <p14:nvPr/>
            </p14:nvContentPartPr>
            <p14:xfrm>
              <a:off x="2304103" y="789017"/>
              <a:ext cx="91800" cy="8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D01F8D-7ABE-3A22-2A7A-E4382033BC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99783" y="784697"/>
                <a:ext cx="1004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B6904E-6473-2D24-63DF-201EF68E28DE}"/>
                  </a:ext>
                </a:extLst>
              </p14:cNvPr>
              <p14:cNvContentPartPr/>
              <p14:nvPr/>
            </p14:nvContentPartPr>
            <p14:xfrm>
              <a:off x="2648263" y="502457"/>
              <a:ext cx="210240" cy="36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B6904E-6473-2D24-63DF-201EF68E28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3943" y="498137"/>
                <a:ext cx="2188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F26C50B-C3D4-C300-85F0-E00A850CE797}"/>
                  </a:ext>
                </a:extLst>
              </p14:cNvPr>
              <p14:cNvContentPartPr/>
              <p14:nvPr/>
            </p14:nvContentPartPr>
            <p14:xfrm>
              <a:off x="2900623" y="847337"/>
              <a:ext cx="99000" cy="113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F26C50B-C3D4-C300-85F0-E00A850CE7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96303" y="843017"/>
                <a:ext cx="1076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BF11AA-37A9-3D0C-C9DE-FDAEFF45B943}"/>
                  </a:ext>
                </a:extLst>
              </p14:cNvPr>
              <p14:cNvContentPartPr/>
              <p14:nvPr/>
            </p14:nvContentPartPr>
            <p14:xfrm>
              <a:off x="3377983" y="645737"/>
              <a:ext cx="69120" cy="209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BF11AA-37A9-3D0C-C9DE-FDAEFF45B9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73663" y="641417"/>
                <a:ext cx="77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7D06F3F-8A9D-DDFD-7D8D-7B317912D45D}"/>
                  </a:ext>
                </a:extLst>
              </p14:cNvPr>
              <p14:cNvContentPartPr/>
              <p14:nvPr/>
            </p14:nvContentPartPr>
            <p14:xfrm>
              <a:off x="3620983" y="566897"/>
              <a:ext cx="229320" cy="212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7D06F3F-8A9D-DDFD-7D8D-7B317912D45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16663" y="562577"/>
                <a:ext cx="2379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5ABEF2-73B5-0022-04AD-1F50F759936B}"/>
                  </a:ext>
                </a:extLst>
              </p14:cNvPr>
              <p14:cNvContentPartPr/>
              <p14:nvPr/>
            </p14:nvContentPartPr>
            <p14:xfrm>
              <a:off x="3965863" y="774617"/>
              <a:ext cx="170280" cy="145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5ABEF2-73B5-0022-04AD-1F50F759936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1543" y="770297"/>
                <a:ext cx="178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317467-C44E-278D-843B-3591DF1E55A0}"/>
                  </a:ext>
                </a:extLst>
              </p14:cNvPr>
              <p14:cNvContentPartPr/>
              <p14:nvPr/>
            </p14:nvContentPartPr>
            <p14:xfrm>
              <a:off x="4456543" y="519017"/>
              <a:ext cx="204120" cy="229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317467-C44E-278D-843B-3591DF1E55A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52223" y="514697"/>
                <a:ext cx="212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87C677-0089-59BD-ADEE-F821EA08FA2C}"/>
                  </a:ext>
                </a:extLst>
              </p14:cNvPr>
              <p14:cNvContentPartPr/>
              <p14:nvPr/>
            </p14:nvContentPartPr>
            <p14:xfrm>
              <a:off x="4763983" y="799457"/>
              <a:ext cx="163080" cy="152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87C677-0089-59BD-ADEE-F821EA08FA2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59663" y="795137"/>
                <a:ext cx="171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EA8D26-89C2-713D-9ECC-FD6AD1D7D24A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EA8D26-89C2-713D-9ECC-FD6AD1D7D24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723EAC-4AC8-6679-D0E0-2DA9358FF524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723EAC-4AC8-6679-D0E0-2DA9358FF52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C25CDC1-BFFB-C115-1B16-73FDBB6E4B3B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C25CDC1-BFFB-C115-1B16-73FDBB6E4B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E3FC55C-7DAF-0605-0163-D278567A5531}"/>
              </a:ext>
            </a:extLst>
          </p:cNvPr>
          <p:cNvGrpSpPr/>
          <p:nvPr/>
        </p:nvGrpSpPr>
        <p:grpSpPr>
          <a:xfrm>
            <a:off x="2781587" y="1441520"/>
            <a:ext cx="3828960" cy="3531960"/>
            <a:chOff x="2781587" y="1441520"/>
            <a:chExt cx="3828960" cy="35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EC2DDD-02A9-C14C-6153-164DCA489742}"/>
                    </a:ext>
                  </a:extLst>
                </p14:cNvPr>
                <p14:cNvContentPartPr/>
                <p14:nvPr/>
              </p14:nvContentPartPr>
              <p14:xfrm>
                <a:off x="2781587" y="1658960"/>
                <a:ext cx="92160" cy="135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EC2DDD-02A9-C14C-6153-164DCA4897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72947" y="1649960"/>
                  <a:ext cx="109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84EC98-0C4C-FB19-F894-18399222599F}"/>
                    </a:ext>
                  </a:extLst>
                </p14:cNvPr>
                <p14:cNvContentPartPr/>
                <p14:nvPr/>
              </p14:nvContentPartPr>
              <p14:xfrm>
                <a:off x="2942507" y="1624760"/>
                <a:ext cx="119520" cy="11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84EC98-0C4C-FB19-F894-1839922259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33867" y="1615760"/>
                  <a:ext cx="137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0CFDD1-DB89-4062-3369-50B9765CBDD1}"/>
                    </a:ext>
                  </a:extLst>
                </p14:cNvPr>
                <p14:cNvContentPartPr/>
                <p14:nvPr/>
              </p14:nvContentPartPr>
              <p14:xfrm>
                <a:off x="3124307" y="1616840"/>
                <a:ext cx="80280" cy="8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0CFDD1-DB89-4062-3369-50B9765CBD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15667" y="1607840"/>
                  <a:ext cx="97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E0DB40-3C9D-6D2A-E03B-062BC32D1404}"/>
                    </a:ext>
                  </a:extLst>
                </p14:cNvPr>
                <p14:cNvContentPartPr/>
                <p14:nvPr/>
              </p14:nvContentPartPr>
              <p14:xfrm>
                <a:off x="3320507" y="1441520"/>
                <a:ext cx="46800" cy="21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E0DB40-3C9D-6D2A-E03B-062BC32D14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11867" y="1432880"/>
                  <a:ext cx="64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C06B7A-AB38-234E-71B7-505879EC3D32}"/>
                    </a:ext>
                  </a:extLst>
                </p14:cNvPr>
                <p14:cNvContentPartPr/>
                <p14:nvPr/>
              </p14:nvContentPartPr>
              <p14:xfrm>
                <a:off x="3273707" y="1563560"/>
                <a:ext cx="71280" cy="9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C06B7A-AB38-234E-71B7-505879EC3D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64707" y="1554560"/>
                  <a:ext cx="8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AD4069-2E1B-83D4-B553-ACF45A150925}"/>
                    </a:ext>
                  </a:extLst>
                </p14:cNvPr>
                <p14:cNvContentPartPr/>
                <p14:nvPr/>
              </p14:nvContentPartPr>
              <p14:xfrm>
                <a:off x="3735587" y="1445480"/>
                <a:ext cx="242280" cy="37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AD4069-2E1B-83D4-B553-ACF45A1509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26947" y="1436480"/>
                  <a:ext cx="2599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BA2852-A5ED-1594-EB78-63487DF0F1E8}"/>
                    </a:ext>
                  </a:extLst>
                </p14:cNvPr>
                <p14:cNvContentPartPr/>
                <p14:nvPr/>
              </p14:nvContentPartPr>
              <p14:xfrm>
                <a:off x="3835667" y="1747880"/>
                <a:ext cx="156960" cy="7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BA2852-A5ED-1594-EB78-63487DF0F1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7027" y="1738880"/>
                  <a:ext cx="174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757A74-479F-8387-EB03-EBAD807B596F}"/>
                    </a:ext>
                  </a:extLst>
                </p14:cNvPr>
                <p14:cNvContentPartPr/>
                <p14:nvPr/>
              </p14:nvContentPartPr>
              <p14:xfrm>
                <a:off x="3994787" y="1686680"/>
                <a:ext cx="95760" cy="153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757A74-479F-8387-EB03-EBAD807B596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85787" y="1678040"/>
                  <a:ext cx="113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FF4CB0-382F-4FAD-974D-D10B92698BAF}"/>
                    </a:ext>
                  </a:extLst>
                </p14:cNvPr>
                <p14:cNvContentPartPr/>
                <p14:nvPr/>
              </p14:nvContentPartPr>
              <p14:xfrm>
                <a:off x="3888587" y="1924640"/>
                <a:ext cx="183240" cy="29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FF4CB0-382F-4FAD-974D-D10B92698B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79587" y="1916000"/>
                  <a:ext cx="200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BACB94-1A26-6E3B-E1FA-F91EC73D2403}"/>
                    </a:ext>
                  </a:extLst>
                </p14:cNvPr>
                <p14:cNvContentPartPr/>
                <p14:nvPr/>
              </p14:nvContentPartPr>
              <p14:xfrm>
                <a:off x="3695987" y="1813760"/>
                <a:ext cx="604440" cy="618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BACB94-1A26-6E3B-E1FA-F91EC73D24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87347" y="1805120"/>
                  <a:ext cx="62208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CA12D8-5656-3D8F-3118-F0178DA54FAD}"/>
                    </a:ext>
                  </a:extLst>
                </p14:cNvPr>
                <p14:cNvContentPartPr/>
                <p14:nvPr/>
              </p14:nvContentPartPr>
              <p14:xfrm>
                <a:off x="4138787" y="2290040"/>
                <a:ext cx="397800" cy="37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CA12D8-5656-3D8F-3118-F0178DA54F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29787" y="2281400"/>
                  <a:ext cx="4154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B64ED44-B9B6-9F87-3629-E4B5C0FE2F8A}"/>
                    </a:ext>
                  </a:extLst>
                </p14:cNvPr>
                <p14:cNvContentPartPr/>
                <p14:nvPr/>
              </p14:nvContentPartPr>
              <p14:xfrm>
                <a:off x="4579067" y="2753000"/>
                <a:ext cx="131760" cy="26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B64ED44-B9B6-9F87-3629-E4B5C0FE2F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70427" y="2744360"/>
                  <a:ext cx="149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EBC54E-EFBD-8081-A66E-8AD1D66E67C4}"/>
                    </a:ext>
                  </a:extLst>
                </p14:cNvPr>
                <p14:cNvContentPartPr/>
                <p14:nvPr/>
              </p14:nvContentPartPr>
              <p14:xfrm>
                <a:off x="4593827" y="2819600"/>
                <a:ext cx="249480" cy="56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EBC54E-EFBD-8081-A66E-8AD1D66E67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84827" y="2810600"/>
                  <a:ext cx="26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0A9AF9-628B-CB78-5159-7120A76A490A}"/>
                    </a:ext>
                  </a:extLst>
                </p14:cNvPr>
                <p14:cNvContentPartPr/>
                <p14:nvPr/>
              </p14:nvContentPartPr>
              <p14:xfrm>
                <a:off x="4412027" y="2567960"/>
                <a:ext cx="632160" cy="57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0A9AF9-628B-CB78-5159-7120A76A490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03387" y="2559320"/>
                  <a:ext cx="6498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D9A4A6-F01E-F42E-6B3F-24C724A792CF}"/>
                    </a:ext>
                  </a:extLst>
                </p14:cNvPr>
                <p14:cNvContentPartPr/>
                <p14:nvPr/>
              </p14:nvContentPartPr>
              <p14:xfrm>
                <a:off x="3447587" y="2315240"/>
                <a:ext cx="308160" cy="46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D9A4A6-F01E-F42E-6B3F-24C724A792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38587" y="2306600"/>
                  <a:ext cx="3258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513F83-44E4-3381-1BD8-F23A568FEC3A}"/>
                    </a:ext>
                  </a:extLst>
                </p14:cNvPr>
                <p14:cNvContentPartPr/>
                <p14:nvPr/>
              </p14:nvContentPartPr>
              <p14:xfrm>
                <a:off x="3235907" y="2867840"/>
                <a:ext cx="186840" cy="137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513F83-44E4-3381-1BD8-F23A568FEC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7267" y="2859200"/>
                  <a:ext cx="204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D9F90B-62CB-60D3-FB75-5CC3EFBFB760}"/>
                    </a:ext>
                  </a:extLst>
                </p14:cNvPr>
                <p14:cNvContentPartPr/>
                <p14:nvPr/>
              </p14:nvContentPartPr>
              <p14:xfrm>
                <a:off x="3301427" y="2913560"/>
                <a:ext cx="100440" cy="185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D9F90B-62CB-60D3-FB75-5CC3EFBFB7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92787" y="2904560"/>
                  <a:ext cx="118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9069813-26AD-7BF7-4F04-E934AEA0505D}"/>
                    </a:ext>
                  </a:extLst>
                </p14:cNvPr>
                <p14:cNvContentPartPr/>
                <p14:nvPr/>
              </p14:nvContentPartPr>
              <p14:xfrm>
                <a:off x="2930267" y="2637800"/>
                <a:ext cx="773640" cy="621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9069813-26AD-7BF7-4F04-E934AEA050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21267" y="2628800"/>
                  <a:ext cx="79128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B562656-4161-8E5F-0953-86ECECD35CBC}"/>
                    </a:ext>
                  </a:extLst>
                </p14:cNvPr>
                <p14:cNvContentPartPr/>
                <p14:nvPr/>
              </p14:nvContentPartPr>
              <p14:xfrm>
                <a:off x="4885787" y="3086720"/>
                <a:ext cx="309960" cy="319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B562656-4161-8E5F-0953-86ECECD35C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76787" y="3077720"/>
                  <a:ext cx="3276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32F625-8F80-219C-68AC-2312F30D28A3}"/>
                    </a:ext>
                  </a:extLst>
                </p14:cNvPr>
                <p14:cNvContentPartPr/>
                <p14:nvPr/>
              </p14:nvContentPartPr>
              <p14:xfrm>
                <a:off x="5304467" y="3716000"/>
                <a:ext cx="153720" cy="25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32F625-8F80-219C-68AC-2312F30D28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5467" y="3707000"/>
                  <a:ext cx="1713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F7D69D7-27A6-AAD9-A597-3DB611C754DC}"/>
                    </a:ext>
                  </a:extLst>
                </p14:cNvPr>
                <p14:cNvContentPartPr/>
                <p14:nvPr/>
              </p14:nvContentPartPr>
              <p14:xfrm>
                <a:off x="4985867" y="3466160"/>
                <a:ext cx="770760" cy="65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F7D69D7-27A6-AAD9-A597-3DB611C754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76867" y="3457520"/>
                  <a:ext cx="7884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8EFEC3-D599-B543-B373-F16EA6555029}"/>
                    </a:ext>
                  </a:extLst>
                </p14:cNvPr>
                <p14:cNvContentPartPr/>
                <p14:nvPr/>
              </p14:nvContentPartPr>
              <p14:xfrm>
                <a:off x="5575907" y="4052240"/>
                <a:ext cx="305640" cy="215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8EFEC3-D599-B543-B373-F16EA65550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66907" y="4043240"/>
                  <a:ext cx="323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AE4B3D-D82A-1E4D-5B62-12FEEB0D5F5F}"/>
                    </a:ext>
                  </a:extLst>
                </p14:cNvPr>
                <p14:cNvContentPartPr/>
                <p14:nvPr/>
              </p14:nvContentPartPr>
              <p14:xfrm>
                <a:off x="6081347" y="4510160"/>
                <a:ext cx="34200" cy="199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AE4B3D-D82A-1E4D-5B62-12FEEB0D5F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72707" y="4501160"/>
                  <a:ext cx="51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0A458C-6678-80E0-078C-5E25E5CF0E15}"/>
                    </a:ext>
                  </a:extLst>
                </p14:cNvPr>
                <p14:cNvContentPartPr/>
                <p14:nvPr/>
              </p14:nvContentPartPr>
              <p14:xfrm>
                <a:off x="6182867" y="4490360"/>
                <a:ext cx="178560" cy="160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0A458C-6678-80E0-078C-5E25E5CF0E1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74227" y="4481360"/>
                  <a:ext cx="196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83EB99-1538-A5F6-AC0D-B04C53DDE52E}"/>
                    </a:ext>
                  </a:extLst>
                </p14:cNvPr>
                <p14:cNvContentPartPr/>
                <p14:nvPr/>
              </p14:nvContentPartPr>
              <p14:xfrm>
                <a:off x="5619827" y="4289120"/>
                <a:ext cx="990720" cy="684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83EB99-1538-A5F6-AC0D-B04C53DDE5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11187" y="4280120"/>
                  <a:ext cx="1008360" cy="70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090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3528-0E55-662F-2BD0-DCEA34FE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6A3BAB-729B-9350-9D04-B3DD21172412}"/>
                  </a:ext>
                </a:extLst>
              </p14:cNvPr>
              <p14:cNvContentPartPr/>
              <p14:nvPr/>
            </p14:nvContentPartPr>
            <p14:xfrm>
              <a:off x="948703" y="455657"/>
              <a:ext cx="221040" cy="2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6A3BAB-729B-9350-9D04-B3DD211724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383" y="451337"/>
                <a:ext cx="229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E71875-4809-F61E-B33A-A43964788D59}"/>
                  </a:ext>
                </a:extLst>
              </p14:cNvPr>
              <p14:cNvContentPartPr/>
              <p14:nvPr/>
            </p14:nvContentPartPr>
            <p14:xfrm>
              <a:off x="1148863" y="683177"/>
              <a:ext cx="83160" cy="9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E71875-4809-F61E-B33A-A43964788D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4543" y="678857"/>
                <a:ext cx="91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8A13D6-3774-37E1-A988-02DC5930CDBD}"/>
                  </a:ext>
                </a:extLst>
              </p14:cNvPr>
              <p14:cNvContentPartPr/>
              <p14:nvPr/>
            </p14:nvContentPartPr>
            <p14:xfrm>
              <a:off x="1454863" y="468617"/>
              <a:ext cx="138240" cy="26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8A13D6-3774-37E1-A988-02DC5930CD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0543" y="464297"/>
                <a:ext cx="1468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F3A78E-FC13-5253-DF98-6FA026BE2AB9}"/>
                  </a:ext>
                </a:extLst>
              </p14:cNvPr>
              <p14:cNvContentPartPr/>
              <p14:nvPr/>
            </p14:nvContentPartPr>
            <p14:xfrm>
              <a:off x="1427503" y="585977"/>
              <a:ext cx="206280" cy="1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F3A78E-FC13-5253-DF98-6FA026BE2A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3183" y="581657"/>
                <a:ext cx="2149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0641C3-F783-FEAD-2C25-A37279943D0A}"/>
                  </a:ext>
                </a:extLst>
              </p14:cNvPr>
              <p14:cNvContentPartPr/>
              <p14:nvPr/>
            </p14:nvContentPartPr>
            <p14:xfrm>
              <a:off x="1610383" y="713777"/>
              <a:ext cx="72360" cy="1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0641C3-F783-FEAD-2C25-A37279943D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6063" y="709457"/>
                <a:ext cx="810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40928A-380E-7AB2-815B-3A96F6F2A87E}"/>
                  </a:ext>
                </a:extLst>
              </p14:cNvPr>
              <p14:cNvContentPartPr/>
              <p14:nvPr/>
            </p14:nvContentPartPr>
            <p14:xfrm>
              <a:off x="1994503" y="532337"/>
              <a:ext cx="201960" cy="18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40928A-380E-7AB2-815B-3A96F6F2A8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0183" y="528017"/>
                <a:ext cx="2106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186E59-06BE-D6A9-62B5-3D5B9EF52D86}"/>
                  </a:ext>
                </a:extLst>
              </p14:cNvPr>
              <p14:cNvContentPartPr/>
              <p14:nvPr/>
            </p14:nvContentPartPr>
            <p14:xfrm>
              <a:off x="2041303" y="597497"/>
              <a:ext cx="120960" cy="18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186E59-06BE-D6A9-62B5-3D5B9EF52D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6983" y="593177"/>
                <a:ext cx="1296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AEFB47-5010-2C2D-D9B1-C4CB6499D2FD}"/>
                  </a:ext>
                </a:extLst>
              </p14:cNvPr>
              <p14:cNvContentPartPr/>
              <p14:nvPr/>
            </p14:nvContentPartPr>
            <p14:xfrm>
              <a:off x="2304103" y="789017"/>
              <a:ext cx="91800" cy="8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AEFB47-5010-2C2D-D9B1-C4CB6499D2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99783" y="784697"/>
                <a:ext cx="1004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401ABBE-04DA-8184-DD8B-E7227B3276F4}"/>
                  </a:ext>
                </a:extLst>
              </p14:cNvPr>
              <p14:cNvContentPartPr/>
              <p14:nvPr/>
            </p14:nvContentPartPr>
            <p14:xfrm>
              <a:off x="2648263" y="502457"/>
              <a:ext cx="210240" cy="36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401ABBE-04DA-8184-DD8B-E7227B3276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3943" y="498137"/>
                <a:ext cx="2188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BEDA37-716D-2ADB-3086-8B5FBC239B39}"/>
                  </a:ext>
                </a:extLst>
              </p14:cNvPr>
              <p14:cNvContentPartPr/>
              <p14:nvPr/>
            </p14:nvContentPartPr>
            <p14:xfrm>
              <a:off x="2900623" y="847337"/>
              <a:ext cx="99000" cy="113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BEDA37-716D-2ADB-3086-8B5FBC239B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96303" y="843017"/>
                <a:ext cx="1076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03CB4B-03C3-8859-F3CC-3CBF55723B32}"/>
                  </a:ext>
                </a:extLst>
              </p14:cNvPr>
              <p14:cNvContentPartPr/>
              <p14:nvPr/>
            </p14:nvContentPartPr>
            <p14:xfrm>
              <a:off x="3377983" y="645737"/>
              <a:ext cx="69120" cy="209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03CB4B-03C3-8859-F3CC-3CBF55723B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73663" y="641417"/>
                <a:ext cx="77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A6F7643-5005-79A9-A657-27698545DCC3}"/>
                  </a:ext>
                </a:extLst>
              </p14:cNvPr>
              <p14:cNvContentPartPr/>
              <p14:nvPr/>
            </p14:nvContentPartPr>
            <p14:xfrm>
              <a:off x="3620983" y="566897"/>
              <a:ext cx="229320" cy="212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A6F7643-5005-79A9-A657-27698545DC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16663" y="562577"/>
                <a:ext cx="2379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217B32D-4CEF-45BB-0BF0-61B82D33F048}"/>
                  </a:ext>
                </a:extLst>
              </p14:cNvPr>
              <p14:cNvContentPartPr/>
              <p14:nvPr/>
            </p14:nvContentPartPr>
            <p14:xfrm>
              <a:off x="3965863" y="774617"/>
              <a:ext cx="170280" cy="145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217B32D-4CEF-45BB-0BF0-61B82D33F04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1543" y="770297"/>
                <a:ext cx="178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BADB756-BDF0-FE06-DA2A-987BF22C402C}"/>
                  </a:ext>
                </a:extLst>
              </p14:cNvPr>
              <p14:cNvContentPartPr/>
              <p14:nvPr/>
            </p14:nvContentPartPr>
            <p14:xfrm>
              <a:off x="4456543" y="519017"/>
              <a:ext cx="204120" cy="229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BADB756-BDF0-FE06-DA2A-987BF22C402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52223" y="514697"/>
                <a:ext cx="212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094A16F-0A17-B637-9FC3-253365C4638E}"/>
                  </a:ext>
                </a:extLst>
              </p14:cNvPr>
              <p14:cNvContentPartPr/>
              <p14:nvPr/>
            </p14:nvContentPartPr>
            <p14:xfrm>
              <a:off x="4763983" y="799457"/>
              <a:ext cx="163080" cy="152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094A16F-0A17-B637-9FC3-253365C4638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59663" y="795137"/>
                <a:ext cx="171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953D17-88F5-66DF-835F-5DA4C46C365D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953D17-88F5-66DF-835F-5DA4C46C36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3E20700-391C-083E-5485-C577A8EB9465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3E20700-391C-083E-5485-C577A8EB94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C22328-9CB9-F3D9-A104-899DDCB87F47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C22328-9CB9-F3D9-A104-899DDCB87F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C9D268D-5E4B-50F9-8A8F-B346B401413C}"/>
                  </a:ext>
                </a:extLst>
              </p14:cNvPr>
              <p14:cNvContentPartPr/>
              <p14:nvPr/>
            </p14:nvContentPartPr>
            <p14:xfrm>
              <a:off x="11520227" y="4870880"/>
              <a:ext cx="85320" cy="18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C9D268D-5E4B-50F9-8A8F-B346B401413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511227" y="4861880"/>
                <a:ext cx="102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DDB7574-AE73-0FBF-00A8-5150C3FF165A}"/>
                  </a:ext>
                </a:extLst>
              </p14:cNvPr>
              <p14:cNvContentPartPr/>
              <p14:nvPr/>
            </p14:nvContentPartPr>
            <p14:xfrm>
              <a:off x="8712587" y="1199960"/>
              <a:ext cx="1119240" cy="667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DDB7574-AE73-0FBF-00A8-5150C3FF165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03587" y="1190960"/>
                <a:ext cx="113688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0269F92-C27E-BEC1-0A2C-C34F36F7D498}"/>
                  </a:ext>
                </a:extLst>
              </p14:cNvPr>
              <p14:cNvContentPartPr/>
              <p14:nvPr/>
            </p14:nvContentPartPr>
            <p14:xfrm>
              <a:off x="8720507" y="1588040"/>
              <a:ext cx="1177560" cy="34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0269F92-C27E-BEC1-0A2C-C34F36F7D49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11507" y="1579040"/>
                <a:ext cx="11952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422622F-3D74-C6A2-BFA8-CA82139400AE}"/>
                  </a:ext>
                </a:extLst>
              </p14:cNvPr>
              <p14:cNvContentPartPr/>
              <p14:nvPr/>
            </p14:nvContentPartPr>
            <p14:xfrm>
              <a:off x="8963867" y="1382840"/>
              <a:ext cx="147600" cy="107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422622F-3D74-C6A2-BFA8-CA82139400A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954867" y="1374200"/>
                <a:ext cx="1652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8C3D16-BCFE-5389-DE56-0F271FDB44C2}"/>
                  </a:ext>
                </a:extLst>
              </p14:cNvPr>
              <p14:cNvContentPartPr/>
              <p14:nvPr/>
            </p14:nvContentPartPr>
            <p14:xfrm>
              <a:off x="9119387" y="1384280"/>
              <a:ext cx="136800" cy="82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8C3D16-BCFE-5389-DE56-0F271FDB44C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10387" y="1375640"/>
                <a:ext cx="1544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284DF50-B1E2-FE67-1500-0D978C9E9E1C}"/>
                  </a:ext>
                </a:extLst>
              </p14:cNvPr>
              <p14:cNvContentPartPr/>
              <p14:nvPr/>
            </p14:nvContentPartPr>
            <p14:xfrm>
              <a:off x="9314147" y="1233800"/>
              <a:ext cx="147960" cy="210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284DF50-B1E2-FE67-1500-0D978C9E9E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05507" y="1224800"/>
                <a:ext cx="165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88EC003-705F-0980-EE58-D012BD633C85}"/>
                  </a:ext>
                </a:extLst>
              </p14:cNvPr>
              <p14:cNvContentPartPr/>
              <p14:nvPr/>
            </p14:nvContentPartPr>
            <p14:xfrm>
              <a:off x="9516107" y="1354760"/>
              <a:ext cx="101880" cy="118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88EC003-705F-0980-EE58-D012BD633C8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07467" y="1345760"/>
                <a:ext cx="1195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6BC5853-C9D0-C3CC-976F-A6BA01D7922D}"/>
                  </a:ext>
                </a:extLst>
              </p14:cNvPr>
              <p14:cNvContentPartPr/>
              <p14:nvPr/>
            </p14:nvContentPartPr>
            <p14:xfrm>
              <a:off x="8971427" y="1625840"/>
              <a:ext cx="130320" cy="164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6BC5853-C9D0-C3CC-976F-A6BA01D792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62427" y="1617200"/>
                <a:ext cx="1479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4CC53AF-50FC-88D5-F404-6F5AF4CF80E2}"/>
                  </a:ext>
                </a:extLst>
              </p14:cNvPr>
              <p14:cNvContentPartPr/>
              <p14:nvPr/>
            </p14:nvContentPartPr>
            <p14:xfrm>
              <a:off x="9137027" y="1693880"/>
              <a:ext cx="126720" cy="92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4CC53AF-50FC-88D5-F404-6F5AF4CF80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28027" y="1684880"/>
                <a:ext cx="1443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94613BB-8A74-BE28-83E2-96DCF2BD6D53}"/>
                  </a:ext>
                </a:extLst>
              </p14:cNvPr>
              <p14:cNvContentPartPr/>
              <p14:nvPr/>
            </p14:nvContentPartPr>
            <p14:xfrm>
              <a:off x="9306227" y="1610720"/>
              <a:ext cx="34920" cy="171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94613BB-8A74-BE28-83E2-96DCF2BD6D5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297227" y="1602080"/>
                <a:ext cx="52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525E4E6-5D0E-3230-CAA2-63D36510813F}"/>
                  </a:ext>
                </a:extLst>
              </p14:cNvPr>
              <p14:cNvContentPartPr/>
              <p14:nvPr/>
            </p14:nvContentPartPr>
            <p14:xfrm>
              <a:off x="9344747" y="1674800"/>
              <a:ext cx="98640" cy="86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525E4E6-5D0E-3230-CAA2-63D36510813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36107" y="1665800"/>
                <a:ext cx="1162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105801C-8CA3-FC75-42C6-E7020BECAA88}"/>
                  </a:ext>
                </a:extLst>
              </p14:cNvPr>
              <p14:cNvContentPartPr/>
              <p14:nvPr/>
            </p14:nvContentPartPr>
            <p14:xfrm>
              <a:off x="9457427" y="1677320"/>
              <a:ext cx="91800" cy="61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105801C-8CA3-FC75-42C6-E7020BECAA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48787" y="1668320"/>
                <a:ext cx="1094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2DE9FED-2717-4891-E318-1F291CA73205}"/>
                  </a:ext>
                </a:extLst>
              </p14:cNvPr>
              <p14:cNvContentPartPr/>
              <p14:nvPr/>
            </p14:nvContentPartPr>
            <p14:xfrm>
              <a:off x="9557147" y="1660400"/>
              <a:ext cx="51120" cy="74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2DE9FED-2717-4891-E318-1F291CA7320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48147" y="1651760"/>
                <a:ext cx="68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026A3E2-1074-6A48-F117-72608C3CC6B7}"/>
                  </a:ext>
                </a:extLst>
              </p14:cNvPr>
              <p14:cNvContentPartPr/>
              <p14:nvPr/>
            </p14:nvContentPartPr>
            <p14:xfrm>
              <a:off x="9667307" y="1658240"/>
              <a:ext cx="89280" cy="81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026A3E2-1074-6A48-F117-72608C3CC6B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58667" y="1649600"/>
                <a:ext cx="10692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96C59B9-4255-558D-02AC-8FBAD8EF5EFC}"/>
                  </a:ext>
                </a:extLst>
              </p14:cNvPr>
              <p14:cNvContentPartPr/>
              <p14:nvPr/>
            </p14:nvContentPartPr>
            <p14:xfrm>
              <a:off x="8609267" y="1806560"/>
              <a:ext cx="219960" cy="418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96C59B9-4255-558D-02AC-8FBAD8EF5EF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00627" y="1797560"/>
                <a:ext cx="23760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597246D-BF08-216C-71EC-FE46F3CD7B69}"/>
                  </a:ext>
                </a:extLst>
              </p14:cNvPr>
              <p14:cNvContentPartPr/>
              <p14:nvPr/>
            </p14:nvContentPartPr>
            <p14:xfrm>
              <a:off x="7511987" y="2251160"/>
              <a:ext cx="1537200" cy="20937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597246D-BF08-216C-71EC-FE46F3CD7B6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03347" y="2242520"/>
                <a:ext cx="1554840" cy="21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AE90B57-6B8A-6A35-8F4B-729A3D04791E}"/>
                  </a:ext>
                </a:extLst>
              </p14:cNvPr>
              <p14:cNvContentPartPr/>
              <p14:nvPr/>
            </p14:nvContentPartPr>
            <p14:xfrm>
              <a:off x="9669107" y="1774520"/>
              <a:ext cx="309960" cy="441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AE90B57-6B8A-6A35-8F4B-729A3D04791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60467" y="1765880"/>
                <a:ext cx="3276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BD7BA70-40B7-15A3-E36A-4833B0A40FED}"/>
                  </a:ext>
                </a:extLst>
              </p14:cNvPr>
              <p14:cNvContentPartPr/>
              <p14:nvPr/>
            </p14:nvContentPartPr>
            <p14:xfrm>
              <a:off x="9740747" y="2196800"/>
              <a:ext cx="1376640" cy="2377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BD7BA70-40B7-15A3-E36A-4833B0A40FE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32107" y="2187800"/>
                <a:ext cx="1394280" cy="23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CE0A371-BBA2-57C9-58AB-B8D0AB6921F4}"/>
                  </a:ext>
                </a:extLst>
              </p14:cNvPr>
              <p14:cNvContentPartPr/>
              <p14:nvPr/>
            </p14:nvContentPartPr>
            <p14:xfrm>
              <a:off x="11275787" y="2187440"/>
              <a:ext cx="671760" cy="29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CE0A371-BBA2-57C9-58AB-B8D0AB6921F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266787" y="2178440"/>
                <a:ext cx="6894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85176DE-7268-88EB-9DE0-7B8AF89CD101}"/>
                  </a:ext>
                </a:extLst>
              </p14:cNvPr>
              <p14:cNvContentPartPr/>
              <p14:nvPr/>
            </p14:nvContentPartPr>
            <p14:xfrm>
              <a:off x="11115587" y="4598000"/>
              <a:ext cx="715680" cy="39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85176DE-7268-88EB-9DE0-7B8AF89CD10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06587" y="4589000"/>
                <a:ext cx="7333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B5A85B2-806F-6997-C984-90260C4C46ED}"/>
                  </a:ext>
                </a:extLst>
              </p14:cNvPr>
              <p14:cNvContentPartPr/>
              <p14:nvPr/>
            </p14:nvContentPartPr>
            <p14:xfrm>
              <a:off x="11625347" y="2274560"/>
              <a:ext cx="42120" cy="2197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B5A85B2-806F-6997-C984-90260C4C46E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616347" y="2265920"/>
                <a:ext cx="59760" cy="22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31631B3-DD34-61FB-9C2A-BB26E2A99296}"/>
                  </a:ext>
                </a:extLst>
              </p14:cNvPr>
              <p14:cNvContentPartPr/>
              <p14:nvPr/>
            </p14:nvContentPartPr>
            <p14:xfrm>
              <a:off x="11512667" y="4319360"/>
              <a:ext cx="119520" cy="167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31631B3-DD34-61FB-9C2A-BB26E2A9929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504027" y="4310720"/>
                <a:ext cx="1371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044AE55-9416-B672-9729-4061C6D78F4B}"/>
                  </a:ext>
                </a:extLst>
              </p14:cNvPr>
              <p14:cNvContentPartPr/>
              <p14:nvPr/>
            </p14:nvContentPartPr>
            <p14:xfrm>
              <a:off x="11597987" y="4371200"/>
              <a:ext cx="192960" cy="124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044AE55-9416-B672-9729-4061C6D78F4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588987" y="4362560"/>
                <a:ext cx="2106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7CDE839-D4AB-CDBF-D8F4-F680001057E4}"/>
                  </a:ext>
                </a:extLst>
              </p14:cNvPr>
              <p14:cNvContentPartPr/>
              <p14:nvPr/>
            </p14:nvContentPartPr>
            <p14:xfrm>
              <a:off x="11514827" y="2292920"/>
              <a:ext cx="289800" cy="1656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7CDE839-D4AB-CDBF-D8F4-F680001057E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506187" y="2283920"/>
                <a:ext cx="30744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162FE58F-EC46-39B1-21AB-3012412C2F23}"/>
              </a:ext>
            </a:extLst>
          </p:cNvPr>
          <p:cNvGrpSpPr/>
          <p:nvPr/>
        </p:nvGrpSpPr>
        <p:grpSpPr>
          <a:xfrm>
            <a:off x="11824067" y="3085280"/>
            <a:ext cx="277200" cy="565200"/>
            <a:chOff x="11824067" y="3085280"/>
            <a:chExt cx="277200" cy="5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81E29F-C1EC-E1FA-BF46-C63E4B6C024A}"/>
                    </a:ext>
                  </a:extLst>
                </p14:cNvPr>
                <p14:cNvContentPartPr/>
                <p14:nvPr/>
              </p14:nvContentPartPr>
              <p14:xfrm>
                <a:off x="11867267" y="3107600"/>
                <a:ext cx="3240" cy="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81E29F-C1EC-E1FA-BF46-C63E4B6C02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858267" y="3098960"/>
                  <a:ext cx="2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C9608B-A9F9-F62C-EDDD-B9DAA06CA694}"/>
                    </a:ext>
                  </a:extLst>
                </p14:cNvPr>
                <p14:cNvContentPartPr/>
                <p14:nvPr/>
              </p14:nvContentPartPr>
              <p14:xfrm>
                <a:off x="11824067" y="3085280"/>
                <a:ext cx="123840" cy="354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C9608B-A9F9-F62C-EDDD-B9DAA06CA6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815427" y="3076280"/>
                  <a:ext cx="1414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E553CB7-A3C6-D429-2376-0E57E2609C03}"/>
                    </a:ext>
                  </a:extLst>
                </p14:cNvPr>
                <p14:cNvContentPartPr/>
                <p14:nvPr/>
              </p14:nvContentPartPr>
              <p14:xfrm>
                <a:off x="11958707" y="3443840"/>
                <a:ext cx="142560" cy="206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E553CB7-A3C6-D429-2376-0E57E2609C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950067" y="3435200"/>
                  <a:ext cx="16020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85822BB-7B2E-D818-30CB-C1BCE20F08C6}"/>
              </a:ext>
            </a:extLst>
          </p:cNvPr>
          <p:cNvGrpSpPr/>
          <p:nvPr/>
        </p:nvGrpSpPr>
        <p:grpSpPr>
          <a:xfrm>
            <a:off x="6645827" y="2486960"/>
            <a:ext cx="732600" cy="1891440"/>
            <a:chOff x="6645827" y="2486960"/>
            <a:chExt cx="732600" cy="18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C16547B-8CBC-74BA-A115-A78CF9B8FC17}"/>
                    </a:ext>
                  </a:extLst>
                </p14:cNvPr>
                <p14:cNvContentPartPr/>
                <p14:nvPr/>
              </p14:nvContentPartPr>
              <p14:xfrm>
                <a:off x="6932027" y="2486960"/>
                <a:ext cx="403920" cy="20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C16547B-8CBC-74BA-A115-A78CF9B8FC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23387" y="2477960"/>
                  <a:ext cx="421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EF8D8C7-EE77-F911-1EA1-3925BCD366F0}"/>
                    </a:ext>
                  </a:extLst>
                </p14:cNvPr>
                <p14:cNvContentPartPr/>
                <p14:nvPr/>
              </p14:nvContentPartPr>
              <p14:xfrm>
                <a:off x="6850667" y="4336640"/>
                <a:ext cx="527760" cy="41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EF8D8C7-EE77-F911-1EA1-3925BCD366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41667" y="4327640"/>
                  <a:ext cx="545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14815D-3BC6-75B7-811C-D4CD595CE64B}"/>
                    </a:ext>
                  </a:extLst>
                </p14:cNvPr>
                <p14:cNvContentPartPr/>
                <p14:nvPr/>
              </p14:nvContentPartPr>
              <p14:xfrm>
                <a:off x="7067387" y="2548520"/>
                <a:ext cx="81360" cy="174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14815D-3BC6-75B7-811C-D4CD595CE6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58387" y="2539520"/>
                  <a:ext cx="99000" cy="17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16806D-AC1A-0B5A-34A6-32402B102A2B}"/>
                    </a:ext>
                  </a:extLst>
                </p14:cNvPr>
                <p14:cNvContentPartPr/>
                <p14:nvPr/>
              </p14:nvContentPartPr>
              <p14:xfrm>
                <a:off x="7015907" y="4127480"/>
                <a:ext cx="93960" cy="1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16806D-AC1A-0B5A-34A6-32402B102A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07267" y="4118480"/>
                  <a:ext cx="111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454562-A68C-B141-5DA8-EF12A82E893C}"/>
                    </a:ext>
                  </a:extLst>
                </p14:cNvPr>
                <p14:cNvContentPartPr/>
                <p14:nvPr/>
              </p14:nvContentPartPr>
              <p14:xfrm>
                <a:off x="7068107" y="4189400"/>
                <a:ext cx="162720" cy="13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454562-A68C-B141-5DA8-EF12A82E89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59467" y="4180400"/>
                  <a:ext cx="180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B415A2-F4A8-A569-D465-510D4ADEA1CB}"/>
                    </a:ext>
                  </a:extLst>
                </p14:cNvPr>
                <p14:cNvContentPartPr/>
                <p14:nvPr/>
              </p14:nvContentPartPr>
              <p14:xfrm>
                <a:off x="7009067" y="2552120"/>
                <a:ext cx="249480" cy="175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B415A2-F4A8-A569-D465-510D4ADEA1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00427" y="2543480"/>
                  <a:ext cx="267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BCFE5E4-CDB8-33B9-2F43-82E5EFEF35E7}"/>
                    </a:ext>
                  </a:extLst>
                </p14:cNvPr>
                <p14:cNvContentPartPr/>
                <p14:nvPr/>
              </p14:nvContentPartPr>
              <p14:xfrm>
                <a:off x="6645827" y="3171680"/>
                <a:ext cx="126720" cy="334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BCFE5E4-CDB8-33B9-2F43-82E5EFEF35E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37187" y="3163040"/>
                  <a:ext cx="144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B2B6D47-B09A-4A92-7F4F-218ABC9D9829}"/>
                    </a:ext>
                  </a:extLst>
                </p14:cNvPr>
                <p14:cNvContentPartPr/>
                <p14:nvPr/>
              </p14:nvContentPartPr>
              <p14:xfrm>
                <a:off x="6790907" y="3492440"/>
                <a:ext cx="101160" cy="15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B2B6D47-B09A-4A92-7F4F-218ABC9D98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81907" y="3483440"/>
                  <a:ext cx="1188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33FC4A6-2503-FFF4-7253-A70EFFADDFBC}"/>
              </a:ext>
            </a:extLst>
          </p:cNvPr>
          <p:cNvGrpSpPr/>
          <p:nvPr/>
        </p:nvGrpSpPr>
        <p:grpSpPr>
          <a:xfrm>
            <a:off x="7598387" y="5270120"/>
            <a:ext cx="318600" cy="482040"/>
            <a:chOff x="7598387" y="5270120"/>
            <a:chExt cx="31860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3E694F-EF21-9A1A-D120-A9A9530DECDF}"/>
                    </a:ext>
                  </a:extLst>
                </p14:cNvPr>
                <p14:cNvContentPartPr/>
                <p14:nvPr/>
              </p14:nvContentPartPr>
              <p14:xfrm>
                <a:off x="7598387" y="5270120"/>
                <a:ext cx="132120" cy="343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3E694F-EF21-9A1A-D120-A9A9530DECD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89747" y="5261480"/>
                  <a:ext cx="149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42FBA7B-3D51-79B3-6A81-CEA10217BE89}"/>
                    </a:ext>
                  </a:extLst>
                </p14:cNvPr>
                <p14:cNvContentPartPr/>
                <p14:nvPr/>
              </p14:nvContentPartPr>
              <p14:xfrm>
                <a:off x="7765787" y="5636960"/>
                <a:ext cx="151200" cy="115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42FBA7B-3D51-79B3-6A81-CEA10217BE8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56787" y="5627960"/>
                  <a:ext cx="1688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1E8EA8D-7961-5F0A-F2E7-2625AE918ACD}"/>
              </a:ext>
            </a:extLst>
          </p:cNvPr>
          <p:cNvGrpSpPr/>
          <p:nvPr/>
        </p:nvGrpSpPr>
        <p:grpSpPr>
          <a:xfrm>
            <a:off x="8550587" y="5187680"/>
            <a:ext cx="2399760" cy="526320"/>
            <a:chOff x="8550587" y="5187680"/>
            <a:chExt cx="2399760" cy="52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5CF0F61-973A-F547-6996-92EA4E644D85}"/>
                    </a:ext>
                  </a:extLst>
                </p14:cNvPr>
                <p14:cNvContentPartPr/>
                <p14:nvPr/>
              </p14:nvContentPartPr>
              <p14:xfrm>
                <a:off x="8550587" y="5304320"/>
                <a:ext cx="126000" cy="300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5CF0F61-973A-F547-6996-92EA4E644D8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41947" y="5295320"/>
                  <a:ext cx="143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84D9EC5-CDFD-3938-7BB1-6A34F49D3FCC}"/>
                    </a:ext>
                  </a:extLst>
                </p14:cNvPr>
                <p14:cNvContentPartPr/>
                <p14:nvPr/>
              </p14:nvContentPartPr>
              <p14:xfrm>
                <a:off x="8760107" y="5509520"/>
                <a:ext cx="83520" cy="113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84D9EC5-CDFD-3938-7BB1-6A34F49D3F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751467" y="5500880"/>
                  <a:ext cx="101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19B733-626B-19FF-2905-96CE79598507}"/>
                    </a:ext>
                  </a:extLst>
                </p14:cNvPr>
                <p14:cNvContentPartPr/>
                <p14:nvPr/>
              </p14:nvContentPartPr>
              <p14:xfrm>
                <a:off x="8950187" y="5540480"/>
                <a:ext cx="48600" cy="83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19B733-626B-19FF-2905-96CE7959850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41547" y="5531840"/>
                  <a:ext cx="66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6428E67-2253-C731-48E8-3D41F5992210}"/>
                    </a:ext>
                  </a:extLst>
                </p14:cNvPr>
                <p14:cNvContentPartPr/>
                <p14:nvPr/>
              </p14:nvContentPartPr>
              <p14:xfrm>
                <a:off x="9022547" y="5375960"/>
                <a:ext cx="17640" cy="67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6428E67-2253-C731-48E8-3D41F599221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13547" y="5366960"/>
                  <a:ext cx="35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C4A0EC-CBF2-68B6-E49B-090F97E8784C}"/>
                    </a:ext>
                  </a:extLst>
                </p14:cNvPr>
                <p14:cNvContentPartPr/>
                <p14:nvPr/>
              </p14:nvContentPartPr>
              <p14:xfrm>
                <a:off x="9088427" y="5233760"/>
                <a:ext cx="359280" cy="48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C4A0EC-CBF2-68B6-E49B-090F97E878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79787" y="5225120"/>
                  <a:ext cx="3769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0F691CA-7AEB-7542-F024-0AC46107312C}"/>
                    </a:ext>
                  </a:extLst>
                </p14:cNvPr>
                <p14:cNvContentPartPr/>
                <p14:nvPr/>
              </p14:nvContentPartPr>
              <p14:xfrm>
                <a:off x="9464267" y="5388560"/>
                <a:ext cx="78480" cy="174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0F691CA-7AEB-7542-F024-0AC4610731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55627" y="5379920"/>
                  <a:ext cx="96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3A6885-6143-4130-5C5A-D1CDFF2F0DC0}"/>
                    </a:ext>
                  </a:extLst>
                </p14:cNvPr>
                <p14:cNvContentPartPr/>
                <p14:nvPr/>
              </p14:nvContentPartPr>
              <p14:xfrm>
                <a:off x="9447707" y="5509160"/>
                <a:ext cx="131400" cy="10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43A6885-6143-4130-5C5A-D1CDFF2F0D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8707" y="5500160"/>
                  <a:ext cx="149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E216B81-B9FA-9542-E3B5-C6F15B6663F3}"/>
                    </a:ext>
                  </a:extLst>
                </p14:cNvPr>
                <p14:cNvContentPartPr/>
                <p14:nvPr/>
              </p14:nvContentPartPr>
              <p14:xfrm>
                <a:off x="9797627" y="5495120"/>
                <a:ext cx="45360" cy="4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E216B81-B9FA-9542-E3B5-C6F15B6663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8627" y="5486480"/>
                  <a:ext cx="6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1A28C8E-103E-67DE-0D20-110EA03E7B7A}"/>
                    </a:ext>
                  </a:extLst>
                </p14:cNvPr>
                <p14:cNvContentPartPr/>
                <p14:nvPr/>
              </p14:nvContentPartPr>
              <p14:xfrm>
                <a:off x="9938027" y="5191640"/>
                <a:ext cx="209880" cy="415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1A28C8E-103E-67DE-0D20-110EA03E7B7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29387" y="5182640"/>
                  <a:ext cx="2275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AA604F5-1E7D-02B6-9D1B-BDE06AD01616}"/>
                    </a:ext>
                  </a:extLst>
                </p14:cNvPr>
                <p14:cNvContentPartPr/>
                <p14:nvPr/>
              </p14:nvContentPartPr>
              <p14:xfrm>
                <a:off x="9953507" y="5430680"/>
                <a:ext cx="99000" cy="2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AA604F5-1E7D-02B6-9D1B-BDE06AD0161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44507" y="5422040"/>
                  <a:ext cx="116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739D9C-F0A4-6B33-9373-FF476FD7C2CA}"/>
                    </a:ext>
                  </a:extLst>
                </p14:cNvPr>
                <p14:cNvContentPartPr/>
                <p14:nvPr/>
              </p14:nvContentPartPr>
              <p14:xfrm>
                <a:off x="10312427" y="5234480"/>
                <a:ext cx="109440" cy="296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739D9C-F0A4-6B33-9373-FF476FD7C2C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03787" y="5225480"/>
                  <a:ext cx="127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5ACF68F-2B42-6505-95E8-02AF8BFD31A0}"/>
                    </a:ext>
                  </a:extLst>
                </p14:cNvPr>
                <p14:cNvContentPartPr/>
                <p14:nvPr/>
              </p14:nvContentPartPr>
              <p14:xfrm>
                <a:off x="10453907" y="5389640"/>
                <a:ext cx="101160" cy="13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5ACF68F-2B42-6505-95E8-02AF8BFD31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44907" y="5380640"/>
                  <a:ext cx="118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25E515-C9A1-9091-36AF-782610204AE7}"/>
                    </a:ext>
                  </a:extLst>
                </p14:cNvPr>
                <p14:cNvContentPartPr/>
                <p14:nvPr/>
              </p14:nvContentPartPr>
              <p14:xfrm>
                <a:off x="10684667" y="5187680"/>
                <a:ext cx="214920" cy="429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25E515-C9A1-9091-36AF-782610204A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76027" y="5178680"/>
                  <a:ext cx="2325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91D65C3-44F8-986E-B33F-CCF8CA3A0027}"/>
                    </a:ext>
                  </a:extLst>
                </p14:cNvPr>
                <p14:cNvContentPartPr/>
                <p14:nvPr/>
              </p14:nvContentPartPr>
              <p14:xfrm>
                <a:off x="10643627" y="5461640"/>
                <a:ext cx="108720" cy="8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91D65C3-44F8-986E-B33F-CCF8CA3A002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34627" y="5452640"/>
                  <a:ext cx="126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6E3121-D908-01B2-BA2E-8E9E46F7A59F}"/>
                    </a:ext>
                  </a:extLst>
                </p14:cNvPr>
                <p14:cNvContentPartPr/>
                <p14:nvPr/>
              </p14:nvContentPartPr>
              <p14:xfrm>
                <a:off x="10844867" y="5294240"/>
                <a:ext cx="105480" cy="27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6E3121-D908-01B2-BA2E-8E9E46F7A59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35867" y="5285240"/>
                  <a:ext cx="123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B9E1369-ECE6-DB5E-0366-817BD991B76F}"/>
                    </a:ext>
                  </a:extLst>
                </p14:cNvPr>
                <p14:cNvContentPartPr/>
                <p14:nvPr/>
              </p14:nvContentPartPr>
              <p14:xfrm>
                <a:off x="10823987" y="5444360"/>
                <a:ext cx="102600" cy="5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B9E1369-ECE6-DB5E-0366-817BD991B7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15347" y="5435360"/>
                  <a:ext cx="1202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7997EB7-7C9B-F99B-F4A1-0940F134E688}"/>
              </a:ext>
            </a:extLst>
          </p:cNvPr>
          <p:cNvGrpSpPr/>
          <p:nvPr/>
        </p:nvGrpSpPr>
        <p:grpSpPr>
          <a:xfrm>
            <a:off x="11213867" y="5287760"/>
            <a:ext cx="882720" cy="322560"/>
            <a:chOff x="11213867" y="5287760"/>
            <a:chExt cx="8827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2E8DC22-51C3-2F6A-CFEB-ACCF26FD56E7}"/>
                    </a:ext>
                  </a:extLst>
                </p14:cNvPr>
                <p14:cNvContentPartPr/>
                <p14:nvPr/>
              </p14:nvContentPartPr>
              <p14:xfrm>
                <a:off x="11213867" y="5384240"/>
                <a:ext cx="113400" cy="138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2E8DC22-51C3-2F6A-CFEB-ACCF26FD56E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04867" y="5375240"/>
                  <a:ext cx="131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976F1AE-BDC8-AC8D-482A-B92178EAC94A}"/>
                    </a:ext>
                  </a:extLst>
                </p14:cNvPr>
                <p14:cNvContentPartPr/>
                <p14:nvPr/>
              </p14:nvContentPartPr>
              <p14:xfrm>
                <a:off x="11393147" y="5455520"/>
                <a:ext cx="79200" cy="87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976F1AE-BDC8-AC8D-482A-B92178EAC94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4147" y="5446880"/>
                  <a:ext cx="96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D7D730F-48C8-25A3-48F9-99FBA4132AA8}"/>
                    </a:ext>
                  </a:extLst>
                </p14:cNvPr>
                <p14:cNvContentPartPr/>
                <p14:nvPr/>
              </p14:nvContentPartPr>
              <p14:xfrm>
                <a:off x="11523827" y="5287760"/>
                <a:ext cx="124560" cy="273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D7D730F-48C8-25A3-48F9-99FBA4132AA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15187" y="5278760"/>
                  <a:ext cx="142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907AC1-39BC-5E99-57F6-54263994768C}"/>
                    </a:ext>
                  </a:extLst>
                </p14:cNvPr>
                <p14:cNvContentPartPr/>
                <p14:nvPr/>
              </p14:nvContentPartPr>
              <p14:xfrm>
                <a:off x="11726147" y="5298920"/>
                <a:ext cx="56880" cy="284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907AC1-39BC-5E99-57F6-54263994768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17507" y="5290280"/>
                  <a:ext cx="74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69FC876-DD9C-B9E7-1105-34AA9E186676}"/>
                    </a:ext>
                  </a:extLst>
                </p14:cNvPr>
                <p14:cNvContentPartPr/>
                <p14:nvPr/>
              </p14:nvContentPartPr>
              <p14:xfrm>
                <a:off x="11653427" y="5387120"/>
                <a:ext cx="223920" cy="158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69FC876-DD9C-B9E7-1105-34AA9E18667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44427" y="5378480"/>
                  <a:ext cx="241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A3102F7-A6A4-F2AC-1E8B-942F1A269049}"/>
                    </a:ext>
                  </a:extLst>
                </p14:cNvPr>
                <p14:cNvContentPartPr/>
                <p14:nvPr/>
              </p14:nvContentPartPr>
              <p14:xfrm>
                <a:off x="11905787" y="5432840"/>
                <a:ext cx="66600" cy="123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A3102F7-A6A4-F2AC-1E8B-942F1A2690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897147" y="5423840"/>
                  <a:ext cx="84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EB3114-4227-66A4-01E1-1CE2666BE1BB}"/>
                    </a:ext>
                  </a:extLst>
                </p14:cNvPr>
                <p14:cNvContentPartPr/>
                <p14:nvPr/>
              </p14:nvContentPartPr>
              <p14:xfrm>
                <a:off x="12011267" y="5454080"/>
                <a:ext cx="85320" cy="156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EB3114-4227-66A4-01E1-1CE2666BE1B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002267" y="5445080"/>
                  <a:ext cx="1029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07988EB-13E0-C27E-E52A-C403D43EA88A}"/>
              </a:ext>
            </a:extLst>
          </p:cNvPr>
          <p:cNvGrpSpPr/>
          <p:nvPr/>
        </p:nvGrpSpPr>
        <p:grpSpPr>
          <a:xfrm>
            <a:off x="7607747" y="5964560"/>
            <a:ext cx="423360" cy="543600"/>
            <a:chOff x="7607747" y="5964560"/>
            <a:chExt cx="423360" cy="54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B387771-8A1E-45EF-99B1-6E0011B02DF4}"/>
                    </a:ext>
                  </a:extLst>
                </p14:cNvPr>
                <p14:cNvContentPartPr/>
                <p14:nvPr/>
              </p14:nvContentPartPr>
              <p14:xfrm>
                <a:off x="7607747" y="5964560"/>
                <a:ext cx="171360" cy="39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B387771-8A1E-45EF-99B1-6E0011B02D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98747" y="5955920"/>
                  <a:ext cx="189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26D000A-79B3-BA83-D0A3-B1C875C50370}"/>
                    </a:ext>
                  </a:extLst>
                </p14:cNvPr>
                <p14:cNvContentPartPr/>
                <p14:nvPr/>
              </p14:nvContentPartPr>
              <p14:xfrm>
                <a:off x="7882427" y="6282440"/>
                <a:ext cx="148680" cy="225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26D000A-79B3-BA83-D0A3-B1C875C5037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73427" y="6273800"/>
                  <a:ext cx="1663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3E87A24-8821-5692-CD2A-7FDE07F555EE}"/>
              </a:ext>
            </a:extLst>
          </p:cNvPr>
          <p:cNvGrpSpPr/>
          <p:nvPr/>
        </p:nvGrpSpPr>
        <p:grpSpPr>
          <a:xfrm>
            <a:off x="8671907" y="6036920"/>
            <a:ext cx="1085400" cy="348480"/>
            <a:chOff x="8671907" y="6036920"/>
            <a:chExt cx="108540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CCAF1BA-CD5A-AF1B-13F2-2F9B0EEAF3E9}"/>
                    </a:ext>
                  </a:extLst>
                </p14:cNvPr>
                <p14:cNvContentPartPr/>
                <p14:nvPr/>
              </p14:nvContentPartPr>
              <p14:xfrm>
                <a:off x="8671907" y="6067520"/>
                <a:ext cx="162720" cy="27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CCAF1BA-CD5A-AF1B-13F2-2F9B0EEAF3E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63267" y="6058520"/>
                  <a:ext cx="180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28E7561-74A3-A436-03A0-4EB0221D5B51}"/>
                    </a:ext>
                  </a:extLst>
                </p14:cNvPr>
                <p14:cNvContentPartPr/>
                <p14:nvPr/>
              </p14:nvContentPartPr>
              <p14:xfrm>
                <a:off x="8915627" y="6221600"/>
                <a:ext cx="100800" cy="103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28E7561-74A3-A436-03A0-4EB0221D5B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06627" y="6212960"/>
                  <a:ext cx="118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C5E6394-A561-630F-B94E-83890E261DA5}"/>
                    </a:ext>
                  </a:extLst>
                </p14:cNvPr>
                <p14:cNvContentPartPr/>
                <p14:nvPr/>
              </p14:nvContentPartPr>
              <p14:xfrm>
                <a:off x="9122627" y="6242840"/>
                <a:ext cx="18360" cy="63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C5E6394-A561-630F-B94E-83890E261D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13627" y="6233840"/>
                  <a:ext cx="36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988A4B6-9D16-FCB5-EB28-E1628FE8A830}"/>
                    </a:ext>
                  </a:extLst>
                </p14:cNvPr>
                <p14:cNvContentPartPr/>
                <p14:nvPr/>
              </p14:nvContentPartPr>
              <p14:xfrm>
                <a:off x="9193907" y="6116120"/>
                <a:ext cx="43920" cy="51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988A4B6-9D16-FCB5-EB28-E1628FE8A83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85267" y="6107480"/>
                  <a:ext cx="61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CD5CA5E-C515-5C96-E8E9-F46FE2B83FDD}"/>
                    </a:ext>
                  </a:extLst>
                </p14:cNvPr>
                <p14:cNvContentPartPr/>
                <p14:nvPr/>
              </p14:nvContentPartPr>
              <p14:xfrm>
                <a:off x="9214787" y="6036920"/>
                <a:ext cx="280080" cy="34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CD5CA5E-C515-5C96-E8E9-F46FE2B83F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05787" y="6027920"/>
                  <a:ext cx="297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033389F-3433-4D9D-410D-D8A9BBB276DB}"/>
                    </a:ext>
                  </a:extLst>
                </p14:cNvPr>
                <p14:cNvContentPartPr/>
                <p14:nvPr/>
              </p14:nvContentPartPr>
              <p14:xfrm>
                <a:off x="9625187" y="6058520"/>
                <a:ext cx="52200" cy="206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33389F-3433-4D9D-410D-D8A9BBB276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16547" y="6049520"/>
                  <a:ext cx="69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E71890B-B6D9-7BC3-B0FB-D68D861A17EC}"/>
                    </a:ext>
                  </a:extLst>
                </p14:cNvPr>
                <p14:cNvContentPartPr/>
                <p14:nvPr/>
              </p14:nvContentPartPr>
              <p14:xfrm>
                <a:off x="9618347" y="6119360"/>
                <a:ext cx="138960" cy="22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E71890B-B6D9-7BC3-B0FB-D68D861A17E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09707" y="6110360"/>
                  <a:ext cx="1566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5653A38-E865-66EF-B933-28DB8B4F6307}"/>
              </a:ext>
            </a:extLst>
          </p:cNvPr>
          <p:cNvGrpSpPr/>
          <p:nvPr/>
        </p:nvGrpSpPr>
        <p:grpSpPr>
          <a:xfrm>
            <a:off x="9952427" y="5890040"/>
            <a:ext cx="2171880" cy="482400"/>
            <a:chOff x="9952427" y="5890040"/>
            <a:chExt cx="217188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7A74ACC-836A-6E3C-9CF1-E0EED64D9B5F}"/>
                    </a:ext>
                  </a:extLst>
                </p14:cNvPr>
                <p14:cNvContentPartPr/>
                <p14:nvPr/>
              </p14:nvContentPartPr>
              <p14:xfrm>
                <a:off x="9952427" y="6156800"/>
                <a:ext cx="111240" cy="88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7A74ACC-836A-6E3C-9CF1-E0EED64D9B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43787" y="6148160"/>
                  <a:ext cx="128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BC58B46-26A3-2FF8-1315-EB9FB42F82F6}"/>
                    </a:ext>
                  </a:extLst>
                </p14:cNvPr>
                <p14:cNvContentPartPr/>
                <p14:nvPr/>
              </p14:nvContentPartPr>
              <p14:xfrm>
                <a:off x="10129187" y="5890040"/>
                <a:ext cx="185760" cy="482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BC58B46-26A3-2FF8-1315-EB9FB42F82F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20547" y="5881040"/>
                  <a:ext cx="2034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CE78939-6ED9-9DA6-6FFF-D0FEC779B5E7}"/>
                    </a:ext>
                  </a:extLst>
                </p14:cNvPr>
                <p14:cNvContentPartPr/>
                <p14:nvPr/>
              </p14:nvContentPartPr>
              <p14:xfrm>
                <a:off x="10084907" y="6125480"/>
                <a:ext cx="122400" cy="22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CE78939-6ED9-9DA6-6FFF-D0FEC779B5E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76267" y="6116480"/>
                  <a:ext cx="140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423422E-4224-B9CA-7522-1CA034E950E7}"/>
                    </a:ext>
                  </a:extLst>
                </p14:cNvPr>
                <p14:cNvContentPartPr/>
                <p14:nvPr/>
              </p14:nvContentPartPr>
              <p14:xfrm>
                <a:off x="10362827" y="6062120"/>
                <a:ext cx="92160" cy="16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423422E-4224-B9CA-7522-1CA034E950E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3827" y="6053120"/>
                  <a:ext cx="10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65A4849-9721-1B0F-6ADD-DFC2287CC86D}"/>
                    </a:ext>
                  </a:extLst>
                </p14:cNvPr>
                <p14:cNvContentPartPr/>
                <p14:nvPr/>
              </p14:nvContentPartPr>
              <p14:xfrm>
                <a:off x="10510427" y="6122240"/>
                <a:ext cx="18360" cy="38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65A4849-9721-1B0F-6ADD-DFC2287CC86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01427" y="6113600"/>
                  <a:ext cx="36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0947E46-F55C-D48B-89F7-BFCBF85CB298}"/>
                    </a:ext>
                  </a:extLst>
                </p14:cNvPr>
                <p14:cNvContentPartPr/>
                <p14:nvPr/>
              </p14:nvContentPartPr>
              <p14:xfrm>
                <a:off x="10567307" y="5980040"/>
                <a:ext cx="10080" cy="66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0947E46-F55C-D48B-89F7-BFCBF85CB29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58667" y="5971400"/>
                  <a:ext cx="27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44B61AD-3F8D-AC3D-252E-6B79D3E6B76F}"/>
                    </a:ext>
                  </a:extLst>
                </p14:cNvPr>
                <p14:cNvContentPartPr/>
                <p14:nvPr/>
              </p14:nvContentPartPr>
              <p14:xfrm>
                <a:off x="10569467" y="5926400"/>
                <a:ext cx="260280" cy="336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44B61AD-3F8D-AC3D-252E-6B79D3E6B76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60467" y="5917400"/>
                  <a:ext cx="2779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7FFF28A-B70C-E4D8-D047-11E38CA4AC54}"/>
                    </a:ext>
                  </a:extLst>
                </p14:cNvPr>
                <p14:cNvContentPartPr/>
                <p14:nvPr/>
              </p14:nvContentPartPr>
              <p14:xfrm>
                <a:off x="10944587" y="6007040"/>
                <a:ext cx="70200" cy="201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7FFF28A-B70C-E4D8-D047-11E38CA4AC5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35587" y="5998400"/>
                  <a:ext cx="87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3CBFE42-6ED8-81F9-BCD2-6733BBE74EA1}"/>
                    </a:ext>
                  </a:extLst>
                </p14:cNvPr>
                <p14:cNvContentPartPr/>
                <p14:nvPr/>
              </p14:nvContentPartPr>
              <p14:xfrm>
                <a:off x="10947467" y="6091280"/>
                <a:ext cx="99000" cy="28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3CBFE42-6ED8-81F9-BCD2-6733BBE74EA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938827" y="6082640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B5457E-9D19-0691-B04F-0BBB762A37EF}"/>
                    </a:ext>
                  </a:extLst>
                </p14:cNvPr>
                <p14:cNvContentPartPr/>
                <p14:nvPr/>
              </p14:nvContentPartPr>
              <p14:xfrm>
                <a:off x="11155547" y="6104600"/>
                <a:ext cx="113040" cy="115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B5457E-9D19-0691-B04F-0BBB762A37E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46547" y="6095600"/>
                  <a:ext cx="130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B374C63-EF63-8E4F-DDDC-46C3284767B7}"/>
                    </a:ext>
                  </a:extLst>
                </p14:cNvPr>
                <p14:cNvContentPartPr/>
                <p14:nvPr/>
              </p14:nvContentPartPr>
              <p14:xfrm>
                <a:off x="11329787" y="6150320"/>
                <a:ext cx="77760" cy="46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B374C63-EF63-8E4F-DDDC-46C3284767B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21147" y="6141680"/>
                  <a:ext cx="95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560B5A9-3466-0461-6FB4-FC09D3396F46}"/>
                    </a:ext>
                  </a:extLst>
                </p14:cNvPr>
                <p14:cNvContentPartPr/>
                <p14:nvPr/>
              </p14:nvContentPartPr>
              <p14:xfrm>
                <a:off x="11458307" y="6007400"/>
                <a:ext cx="102240" cy="19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560B5A9-3466-0461-6FB4-FC09D3396F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49307" y="5998400"/>
                  <a:ext cx="119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123E564-60A0-AEE1-ACD1-789529B52EF1}"/>
                    </a:ext>
                  </a:extLst>
                </p14:cNvPr>
                <p14:cNvContentPartPr/>
                <p14:nvPr/>
              </p14:nvContentPartPr>
              <p14:xfrm>
                <a:off x="11687267" y="5975720"/>
                <a:ext cx="105840" cy="235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123E564-60A0-AEE1-ACD1-789529B52EF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78267" y="5966720"/>
                  <a:ext cx="123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DA6B7AC-8493-3359-9B4A-362F69AFE4A0}"/>
                    </a:ext>
                  </a:extLst>
                </p14:cNvPr>
                <p14:cNvContentPartPr/>
                <p14:nvPr/>
              </p14:nvContentPartPr>
              <p14:xfrm>
                <a:off x="11682587" y="6102800"/>
                <a:ext cx="153000" cy="97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DA6B7AC-8493-3359-9B4A-362F69AFE4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673947" y="6093800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E9B1F9-8544-9D36-D410-A5C54132EE3C}"/>
                    </a:ext>
                  </a:extLst>
                </p14:cNvPr>
                <p14:cNvContentPartPr/>
                <p14:nvPr/>
              </p14:nvContentPartPr>
              <p14:xfrm>
                <a:off x="11867267" y="6131600"/>
                <a:ext cx="91800" cy="91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E9B1F9-8544-9D36-D410-A5C54132EE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858267" y="6122600"/>
                  <a:ext cx="109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4F2536-8792-3473-86D7-151EBD0B12BE}"/>
                    </a:ext>
                  </a:extLst>
                </p14:cNvPr>
                <p14:cNvContentPartPr/>
                <p14:nvPr/>
              </p14:nvContentPartPr>
              <p14:xfrm>
                <a:off x="12016307" y="6139520"/>
                <a:ext cx="108000" cy="142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4F2536-8792-3473-86D7-151EBD0B12B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007307" y="6130520"/>
                  <a:ext cx="1256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0F86AFE-2AF6-E4C6-E4AC-3A93913B75D7}"/>
              </a:ext>
            </a:extLst>
          </p:cNvPr>
          <p:cNvGrpSpPr/>
          <p:nvPr/>
        </p:nvGrpSpPr>
        <p:grpSpPr>
          <a:xfrm>
            <a:off x="469307" y="5216480"/>
            <a:ext cx="750960" cy="514440"/>
            <a:chOff x="469307" y="5216480"/>
            <a:chExt cx="75096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E364212-E314-0317-E88D-C33BEC50991E}"/>
                    </a:ext>
                  </a:extLst>
                </p14:cNvPr>
                <p14:cNvContentPartPr/>
                <p14:nvPr/>
              </p14:nvContentPartPr>
              <p14:xfrm>
                <a:off x="469307" y="5288120"/>
                <a:ext cx="244440" cy="44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E364212-E314-0317-E88D-C33BEC50991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0307" y="5279480"/>
                  <a:ext cx="2620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E10C9E7-9FAC-620B-080E-E852570C42B8}"/>
                    </a:ext>
                  </a:extLst>
                </p14:cNvPr>
                <p14:cNvContentPartPr/>
                <p14:nvPr/>
              </p14:nvContentPartPr>
              <p14:xfrm>
                <a:off x="708707" y="5476760"/>
                <a:ext cx="110160" cy="92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E10C9E7-9FAC-620B-080E-E852570C42B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9707" y="5468120"/>
                  <a:ext cx="127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E2C65DD-2B0E-294E-932B-4608AB532262}"/>
                    </a:ext>
                  </a:extLst>
                </p14:cNvPr>
                <p14:cNvContentPartPr/>
                <p14:nvPr/>
              </p14:nvContentPartPr>
              <p14:xfrm>
                <a:off x="883307" y="5465240"/>
                <a:ext cx="97920" cy="90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E2C65DD-2B0E-294E-932B-4608AB53226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4667" y="5456600"/>
                  <a:ext cx="115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9FEEC02-60C1-CC08-814C-AADBF3C6D55A}"/>
                    </a:ext>
                  </a:extLst>
                </p14:cNvPr>
                <p14:cNvContentPartPr/>
                <p14:nvPr/>
              </p14:nvContentPartPr>
              <p14:xfrm>
                <a:off x="1002107" y="5216480"/>
                <a:ext cx="218160" cy="294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9FEEC02-60C1-CC08-814C-AADBF3C6D55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3107" y="5207480"/>
                  <a:ext cx="23580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0140E8A-6628-0FEF-75D7-BCB87A861507}"/>
              </a:ext>
            </a:extLst>
          </p:cNvPr>
          <p:cNvGrpSpPr/>
          <p:nvPr/>
        </p:nvGrpSpPr>
        <p:grpSpPr>
          <a:xfrm>
            <a:off x="1558307" y="5134760"/>
            <a:ext cx="1514160" cy="339480"/>
            <a:chOff x="1558307" y="5134760"/>
            <a:chExt cx="15141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991469-F4FF-B58D-1A28-4CE1B4572911}"/>
                    </a:ext>
                  </a:extLst>
                </p14:cNvPr>
                <p14:cNvContentPartPr/>
                <p14:nvPr/>
              </p14:nvContentPartPr>
              <p14:xfrm>
                <a:off x="1558307" y="5181920"/>
                <a:ext cx="129960" cy="292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991469-F4FF-B58D-1A28-4CE1B457291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49667" y="5173280"/>
                  <a:ext cx="14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84C77B7-0F67-9DA4-CB82-B7812A65EDB5}"/>
                    </a:ext>
                  </a:extLst>
                </p14:cNvPr>
                <p14:cNvContentPartPr/>
                <p14:nvPr/>
              </p14:nvContentPartPr>
              <p14:xfrm>
                <a:off x="1730387" y="5330960"/>
                <a:ext cx="135000" cy="126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84C77B7-0F67-9DA4-CB82-B7812A65EDB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721387" y="5322320"/>
                  <a:ext cx="152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78E5DF-91D3-0C94-C6D3-A5687C216EA2}"/>
                    </a:ext>
                  </a:extLst>
                </p14:cNvPr>
                <p14:cNvContentPartPr/>
                <p14:nvPr/>
              </p14:nvContentPartPr>
              <p14:xfrm>
                <a:off x="1961147" y="5134760"/>
                <a:ext cx="70920" cy="298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78E5DF-91D3-0C94-C6D3-A5687C216E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52507" y="5125760"/>
                  <a:ext cx="88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E371006-9244-871F-A75D-A94E9DF18CC4}"/>
                    </a:ext>
                  </a:extLst>
                </p14:cNvPr>
                <p14:cNvContentPartPr/>
                <p14:nvPr/>
              </p14:nvContentPartPr>
              <p14:xfrm>
                <a:off x="2028467" y="5330600"/>
                <a:ext cx="433440" cy="139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E371006-9244-871F-A75D-A94E9DF18C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19827" y="5321960"/>
                  <a:ext cx="451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57D19A3-5313-F1AF-60DF-D918A07775E3}"/>
                    </a:ext>
                  </a:extLst>
                </p14:cNvPr>
                <p14:cNvContentPartPr/>
                <p14:nvPr/>
              </p14:nvContentPartPr>
              <p14:xfrm>
                <a:off x="2556947" y="5319080"/>
                <a:ext cx="82080" cy="111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57D19A3-5313-F1AF-60DF-D918A07775E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47947" y="5310440"/>
                  <a:ext cx="99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15D9EDB-5156-C6DC-2FDD-41BCAECC527D}"/>
                    </a:ext>
                  </a:extLst>
                </p14:cNvPr>
                <p14:cNvContentPartPr/>
                <p14:nvPr/>
              </p14:nvContentPartPr>
              <p14:xfrm>
                <a:off x="2716787" y="5306120"/>
                <a:ext cx="101520" cy="119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15D9EDB-5156-C6DC-2FDD-41BCAECC52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08147" y="5297480"/>
                  <a:ext cx="119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E68E3B-15C4-377E-3C0A-BC06C7E4C1DC}"/>
                    </a:ext>
                  </a:extLst>
                </p14:cNvPr>
                <p14:cNvContentPartPr/>
                <p14:nvPr/>
              </p14:nvContentPartPr>
              <p14:xfrm>
                <a:off x="2933507" y="5325200"/>
                <a:ext cx="138960" cy="106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E68E3B-15C4-377E-3C0A-BC06C7E4C1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24507" y="5316200"/>
                  <a:ext cx="1566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0F7E6D4-347C-47BE-AD23-258FD903A346}"/>
              </a:ext>
            </a:extLst>
          </p:cNvPr>
          <p:cNvGrpSpPr/>
          <p:nvPr/>
        </p:nvGrpSpPr>
        <p:grpSpPr>
          <a:xfrm>
            <a:off x="436547" y="6172640"/>
            <a:ext cx="510480" cy="183600"/>
            <a:chOff x="436547" y="6172640"/>
            <a:chExt cx="51048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4A6363F-76EC-BD1F-7CBF-2AE065093E6E}"/>
                    </a:ext>
                  </a:extLst>
                </p14:cNvPr>
                <p14:cNvContentPartPr/>
                <p14:nvPr/>
              </p14:nvContentPartPr>
              <p14:xfrm>
                <a:off x="436547" y="6214400"/>
                <a:ext cx="206280" cy="141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4A6363F-76EC-BD1F-7CBF-2AE065093E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7907" y="6205400"/>
                  <a:ext cx="223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72E8607-F500-FE6C-9F58-992EBA5F553D}"/>
                    </a:ext>
                  </a:extLst>
                </p14:cNvPr>
                <p14:cNvContentPartPr/>
                <p14:nvPr/>
              </p14:nvContentPartPr>
              <p14:xfrm>
                <a:off x="700067" y="6186320"/>
                <a:ext cx="75600" cy="109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72E8607-F500-FE6C-9F58-992EBA5F553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91067" y="6177320"/>
                  <a:ext cx="93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45316D7-77A7-A9DC-AE98-BD7805048853}"/>
                    </a:ext>
                  </a:extLst>
                </p14:cNvPr>
                <p14:cNvContentPartPr/>
                <p14:nvPr/>
              </p14:nvContentPartPr>
              <p14:xfrm>
                <a:off x="841907" y="6172640"/>
                <a:ext cx="105120" cy="114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45316D7-77A7-A9DC-AE98-BD780504885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2907" y="6164000"/>
                  <a:ext cx="1227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82453F1-91E5-2EC2-E115-30239A16DACD}"/>
              </a:ext>
            </a:extLst>
          </p:cNvPr>
          <p:cNvGrpSpPr/>
          <p:nvPr/>
        </p:nvGrpSpPr>
        <p:grpSpPr>
          <a:xfrm>
            <a:off x="1394867" y="5806520"/>
            <a:ext cx="1745640" cy="405720"/>
            <a:chOff x="1394867" y="5806520"/>
            <a:chExt cx="174564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8AB701-A15A-93A2-1868-7F830774CDB5}"/>
                    </a:ext>
                  </a:extLst>
                </p14:cNvPr>
                <p14:cNvContentPartPr/>
                <p14:nvPr/>
              </p14:nvContentPartPr>
              <p14:xfrm>
                <a:off x="1394867" y="6081920"/>
                <a:ext cx="124920" cy="130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8AB701-A15A-93A2-1868-7F830774CDB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86227" y="6073280"/>
                  <a:ext cx="142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5D20D75-211F-F7E2-3905-5474540317DC}"/>
                    </a:ext>
                  </a:extLst>
                </p14:cNvPr>
                <p14:cNvContentPartPr/>
                <p14:nvPr/>
              </p14:nvContentPartPr>
              <p14:xfrm>
                <a:off x="1613027" y="6091640"/>
                <a:ext cx="129600" cy="102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5D20D75-211F-F7E2-3905-5474540317D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04027" y="6083000"/>
                  <a:ext cx="147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1A82DEE-82CD-0F35-978D-37A316C581D5}"/>
                    </a:ext>
                  </a:extLst>
                </p14:cNvPr>
                <p14:cNvContentPartPr/>
                <p14:nvPr/>
              </p14:nvContentPartPr>
              <p14:xfrm>
                <a:off x="1828667" y="5825960"/>
                <a:ext cx="111600" cy="381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1A82DEE-82CD-0F35-978D-37A316C581D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20027" y="5817320"/>
                  <a:ext cx="1292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746252C-5158-4515-5897-A23D41965FFE}"/>
                    </a:ext>
                  </a:extLst>
                </p14:cNvPr>
                <p14:cNvContentPartPr/>
                <p14:nvPr/>
              </p14:nvContentPartPr>
              <p14:xfrm>
                <a:off x="1915787" y="6072560"/>
                <a:ext cx="317160" cy="99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746252C-5158-4515-5897-A23D41965FF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907147" y="6063920"/>
                  <a:ext cx="33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9DF63FC-370C-1793-A30A-F5CDF9CD70FB}"/>
                    </a:ext>
                  </a:extLst>
                </p14:cNvPr>
                <p14:cNvContentPartPr/>
                <p14:nvPr/>
              </p14:nvContentPartPr>
              <p14:xfrm>
                <a:off x="2313587" y="5841440"/>
                <a:ext cx="74160" cy="308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9DF63FC-370C-1793-A30A-F5CDF9CD70F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04587" y="5832800"/>
                  <a:ext cx="91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DD72564-36A8-5502-15C3-8A007AFE37AF}"/>
                    </a:ext>
                  </a:extLst>
                </p14:cNvPr>
                <p14:cNvContentPartPr/>
                <p14:nvPr/>
              </p14:nvContentPartPr>
              <p14:xfrm>
                <a:off x="2397467" y="6053120"/>
                <a:ext cx="138600" cy="121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DD72564-36A8-5502-15C3-8A007AFE37A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88467" y="6044120"/>
                  <a:ext cx="156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4033564-9389-B753-FEED-34009C7C847F}"/>
                    </a:ext>
                  </a:extLst>
                </p14:cNvPr>
                <p14:cNvContentPartPr/>
                <p14:nvPr/>
              </p14:nvContentPartPr>
              <p14:xfrm>
                <a:off x="2642267" y="5877080"/>
                <a:ext cx="56880" cy="270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4033564-9389-B753-FEED-34009C7C847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33627" y="5868080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6BFB57F-8474-3F2A-BDC2-6237D428623F}"/>
                    </a:ext>
                  </a:extLst>
                </p14:cNvPr>
                <p14:cNvContentPartPr/>
                <p14:nvPr/>
              </p14:nvContentPartPr>
              <p14:xfrm>
                <a:off x="2586467" y="6045560"/>
                <a:ext cx="130680" cy="1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6BFB57F-8474-3F2A-BDC2-6237D428623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77827" y="6036560"/>
                  <a:ext cx="148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EF703EE-EB6F-9BB2-AAF1-89A179C107B3}"/>
                    </a:ext>
                  </a:extLst>
                </p14:cNvPr>
                <p14:cNvContentPartPr/>
                <p14:nvPr/>
              </p14:nvContentPartPr>
              <p14:xfrm>
                <a:off x="2743427" y="6071480"/>
                <a:ext cx="93240" cy="78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EF703EE-EB6F-9BB2-AAF1-89A179C107B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4427" y="6062840"/>
                  <a:ext cx="110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B993E1D-97F8-FF98-55AB-EF7ADAB5F100}"/>
                    </a:ext>
                  </a:extLst>
                </p14:cNvPr>
                <p14:cNvContentPartPr/>
                <p14:nvPr/>
              </p14:nvContentPartPr>
              <p14:xfrm>
                <a:off x="2933147" y="5806520"/>
                <a:ext cx="207360" cy="388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B993E1D-97F8-FF98-55AB-EF7ADAB5F10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24147" y="5797520"/>
                  <a:ext cx="22500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1A5DE3A-DE62-608B-7B42-7169BDB8B63D}"/>
              </a:ext>
            </a:extLst>
          </p:cNvPr>
          <p:cNvGrpSpPr/>
          <p:nvPr/>
        </p:nvGrpSpPr>
        <p:grpSpPr>
          <a:xfrm>
            <a:off x="4184147" y="5733080"/>
            <a:ext cx="448200" cy="477720"/>
            <a:chOff x="4184147" y="5733080"/>
            <a:chExt cx="44820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D351795-744E-BC15-5E79-9AA901CFFDDE}"/>
                    </a:ext>
                  </a:extLst>
                </p14:cNvPr>
                <p14:cNvContentPartPr/>
                <p14:nvPr/>
              </p14:nvContentPartPr>
              <p14:xfrm>
                <a:off x="4184147" y="5733080"/>
                <a:ext cx="165960" cy="351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D351795-744E-BC15-5E79-9AA901CFFDD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75507" y="5724080"/>
                  <a:ext cx="183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945B6F0-0B13-40A0-876E-1DEB9A66B9C0}"/>
                    </a:ext>
                  </a:extLst>
                </p14:cNvPr>
                <p14:cNvContentPartPr/>
                <p14:nvPr/>
              </p14:nvContentPartPr>
              <p14:xfrm>
                <a:off x="4452707" y="5988680"/>
                <a:ext cx="179640" cy="222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945B6F0-0B13-40A0-876E-1DEB9A66B9C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43707" y="5980040"/>
                  <a:ext cx="1972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3377888-EFA4-AA1E-8BE8-96E30286C1DF}"/>
                  </a:ext>
                </a:extLst>
              </p14:cNvPr>
              <p14:cNvContentPartPr/>
              <p14:nvPr/>
            </p14:nvContentPartPr>
            <p14:xfrm>
              <a:off x="4853027" y="5937920"/>
              <a:ext cx="141120" cy="298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3377888-EFA4-AA1E-8BE8-96E30286C1D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844027" y="5929280"/>
                <a:ext cx="15876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007CA69-7FEE-FF21-B68A-1AAB8129CFCE}"/>
              </a:ext>
            </a:extLst>
          </p:cNvPr>
          <p:cNvGrpSpPr/>
          <p:nvPr/>
        </p:nvGrpSpPr>
        <p:grpSpPr>
          <a:xfrm>
            <a:off x="5268107" y="5651000"/>
            <a:ext cx="370080" cy="491040"/>
            <a:chOff x="5268107" y="5651000"/>
            <a:chExt cx="37008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2D04F59-8525-92DC-BFA6-9C718D684CBE}"/>
                    </a:ext>
                  </a:extLst>
                </p14:cNvPr>
                <p14:cNvContentPartPr/>
                <p14:nvPr/>
              </p14:nvContentPartPr>
              <p14:xfrm>
                <a:off x="5268107" y="5651000"/>
                <a:ext cx="131400" cy="378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2D04F59-8525-92DC-BFA6-9C718D684CB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59107" y="5642360"/>
                  <a:ext cx="1490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C332872-E044-FDE9-3B16-6A6E999B9AD0}"/>
                    </a:ext>
                  </a:extLst>
                </p14:cNvPr>
                <p14:cNvContentPartPr/>
                <p14:nvPr/>
              </p14:nvContentPartPr>
              <p14:xfrm>
                <a:off x="5475827" y="6031880"/>
                <a:ext cx="162360" cy="110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C332872-E044-FDE9-3B16-6A6E999B9AD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67187" y="6023240"/>
                  <a:ext cx="1800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4C93E2F-79A1-10A1-E088-3837DE990C61}"/>
              </a:ext>
            </a:extLst>
          </p:cNvPr>
          <p:cNvGrpSpPr/>
          <p:nvPr/>
        </p:nvGrpSpPr>
        <p:grpSpPr>
          <a:xfrm>
            <a:off x="381467" y="6466400"/>
            <a:ext cx="900360" cy="357840"/>
            <a:chOff x="381467" y="6466400"/>
            <a:chExt cx="9003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2372CB-A424-93E4-747B-CC015EEBE7DA}"/>
                    </a:ext>
                  </a:extLst>
                </p14:cNvPr>
                <p14:cNvContentPartPr/>
                <p14:nvPr/>
              </p14:nvContentPartPr>
              <p14:xfrm>
                <a:off x="381467" y="6682040"/>
                <a:ext cx="11520" cy="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2372CB-A424-93E4-747B-CC015EEBE7D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2827" y="6673400"/>
                  <a:ext cx="29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7A3A09F-8E5F-1034-434F-F79D17F82B7B}"/>
                    </a:ext>
                  </a:extLst>
                </p14:cNvPr>
                <p14:cNvContentPartPr/>
                <p14:nvPr/>
              </p14:nvContentPartPr>
              <p14:xfrm>
                <a:off x="383267" y="6571880"/>
                <a:ext cx="205920" cy="252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7A3A09F-8E5F-1034-434F-F79D17F82B7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4267" y="6563240"/>
                  <a:ext cx="223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AB7CA20-809C-B545-0EA6-0A5BE5EBDAD0}"/>
                    </a:ext>
                  </a:extLst>
                </p14:cNvPr>
                <p14:cNvContentPartPr/>
                <p14:nvPr/>
              </p14:nvContentPartPr>
              <p14:xfrm>
                <a:off x="628787" y="6670880"/>
                <a:ext cx="154800" cy="84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AB7CA20-809C-B545-0EA6-0A5BE5EBDAD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0147" y="6662240"/>
                  <a:ext cx="172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E03420F-C5F1-0750-EE47-1B0BCF9ECA56}"/>
                    </a:ext>
                  </a:extLst>
                </p14:cNvPr>
                <p14:cNvContentPartPr/>
                <p14:nvPr/>
              </p14:nvContentPartPr>
              <p14:xfrm>
                <a:off x="855947" y="6466400"/>
                <a:ext cx="195120" cy="263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E03420F-C5F1-0750-EE47-1B0BCF9ECA5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46947" y="6457400"/>
                  <a:ext cx="212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3CBEB09-487F-B1F5-D161-A2F32B608D7D}"/>
                    </a:ext>
                  </a:extLst>
                </p14:cNvPr>
                <p14:cNvContentPartPr/>
                <p14:nvPr/>
              </p14:nvContentPartPr>
              <p14:xfrm>
                <a:off x="1087787" y="6633800"/>
                <a:ext cx="55440" cy="93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3CBEB09-487F-B1F5-D161-A2F32B608D7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8787" y="6625160"/>
                  <a:ext cx="7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FB2A30A-2E0F-40D1-9D21-B76EBBD59AA1}"/>
                    </a:ext>
                  </a:extLst>
                </p14:cNvPr>
                <p14:cNvContentPartPr/>
                <p14:nvPr/>
              </p14:nvContentPartPr>
              <p14:xfrm>
                <a:off x="1201907" y="6619040"/>
                <a:ext cx="79920" cy="8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FB2A30A-2E0F-40D1-9D21-B76EBBD59AA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93267" y="6610400"/>
                  <a:ext cx="975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55B5E8F-17B0-BF43-25A2-1671F8D6817A}"/>
              </a:ext>
            </a:extLst>
          </p:cNvPr>
          <p:cNvGrpSpPr/>
          <p:nvPr/>
        </p:nvGrpSpPr>
        <p:grpSpPr>
          <a:xfrm>
            <a:off x="1739027" y="6564680"/>
            <a:ext cx="466200" cy="144720"/>
            <a:chOff x="1739027" y="6564680"/>
            <a:chExt cx="46620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9D55A9C-A58E-A788-6534-B78BEB6C21C9}"/>
                    </a:ext>
                  </a:extLst>
                </p14:cNvPr>
                <p14:cNvContentPartPr/>
                <p14:nvPr/>
              </p14:nvContentPartPr>
              <p14:xfrm>
                <a:off x="1739027" y="6587360"/>
                <a:ext cx="1677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9D55A9C-A58E-A788-6534-B78BEB6C21C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730387" y="6578360"/>
                  <a:ext cx="185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DEE2D1A-30CA-F7DF-4092-62D05011BB6D}"/>
                    </a:ext>
                  </a:extLst>
                </p14:cNvPr>
                <p14:cNvContentPartPr/>
                <p14:nvPr/>
              </p14:nvContentPartPr>
              <p14:xfrm>
                <a:off x="1964747" y="6578000"/>
                <a:ext cx="75600" cy="1126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DEE2D1A-30CA-F7DF-4092-62D05011BB6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956107" y="6569000"/>
                  <a:ext cx="93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7C20294-D6DF-780E-2B44-7FC6603BA854}"/>
                    </a:ext>
                  </a:extLst>
                </p14:cNvPr>
                <p14:cNvContentPartPr/>
                <p14:nvPr/>
              </p14:nvContentPartPr>
              <p14:xfrm>
                <a:off x="2088227" y="6564680"/>
                <a:ext cx="117000" cy="9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7C20294-D6DF-780E-2B44-7FC6603BA85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79587" y="6556040"/>
                  <a:ext cx="13464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9B44ED2-67C4-81AC-9695-E2C57C69EB75}"/>
              </a:ext>
            </a:extLst>
          </p:cNvPr>
          <p:cNvGrpSpPr/>
          <p:nvPr/>
        </p:nvGrpSpPr>
        <p:grpSpPr>
          <a:xfrm>
            <a:off x="2482787" y="6584480"/>
            <a:ext cx="72720" cy="134640"/>
            <a:chOff x="2482787" y="6584480"/>
            <a:chExt cx="7272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4C7F49-5DD1-7AED-AE31-CDDD1D5C6583}"/>
                    </a:ext>
                  </a:extLst>
                </p14:cNvPr>
                <p14:cNvContentPartPr/>
                <p14:nvPr/>
              </p14:nvContentPartPr>
              <p14:xfrm>
                <a:off x="2482787" y="6584480"/>
                <a:ext cx="38880" cy="27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4C7F49-5DD1-7AED-AE31-CDDD1D5C658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73787" y="6575840"/>
                  <a:ext cx="56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0CC238A-F12A-C65F-1022-27CE367CD9FF}"/>
                    </a:ext>
                  </a:extLst>
                </p14:cNvPr>
                <p14:cNvContentPartPr/>
                <p14:nvPr/>
              </p14:nvContentPartPr>
              <p14:xfrm>
                <a:off x="2496107" y="6664760"/>
                <a:ext cx="59400" cy="54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0CC238A-F12A-C65F-1022-27CE367CD9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87107" y="6656120"/>
                  <a:ext cx="770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A6D9867-B441-C00E-F83F-1912E863B4FA}"/>
              </a:ext>
            </a:extLst>
          </p:cNvPr>
          <p:cNvGrpSpPr/>
          <p:nvPr/>
        </p:nvGrpSpPr>
        <p:grpSpPr>
          <a:xfrm>
            <a:off x="3183707" y="6480080"/>
            <a:ext cx="335520" cy="260640"/>
            <a:chOff x="3183707" y="6480080"/>
            <a:chExt cx="33552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2B8F968-FD0C-05C7-289A-43B80B579C1B}"/>
                    </a:ext>
                  </a:extLst>
                </p14:cNvPr>
                <p14:cNvContentPartPr/>
                <p14:nvPr/>
              </p14:nvContentPartPr>
              <p14:xfrm>
                <a:off x="3183707" y="6480080"/>
                <a:ext cx="166320" cy="186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2B8F968-FD0C-05C7-289A-43B80B579C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175067" y="6471440"/>
                  <a:ext cx="183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0A09E3B-92B1-47B4-CCDF-0816AE41A3A6}"/>
                    </a:ext>
                  </a:extLst>
                </p14:cNvPr>
                <p14:cNvContentPartPr/>
                <p14:nvPr/>
              </p14:nvContentPartPr>
              <p14:xfrm>
                <a:off x="3467027" y="6659720"/>
                <a:ext cx="52200" cy="81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0A09E3B-92B1-47B4-CCDF-0816AE41A3A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58387" y="6650720"/>
                  <a:ext cx="698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BF54DA4-C66B-EB68-C52C-8306303CBA29}"/>
              </a:ext>
            </a:extLst>
          </p:cNvPr>
          <p:cNvGrpSpPr/>
          <p:nvPr/>
        </p:nvGrpSpPr>
        <p:grpSpPr>
          <a:xfrm>
            <a:off x="3777707" y="6423920"/>
            <a:ext cx="335160" cy="257760"/>
            <a:chOff x="3777707" y="6423920"/>
            <a:chExt cx="3351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9008688-5355-3632-F675-AE0B26767AD2}"/>
                    </a:ext>
                  </a:extLst>
                </p14:cNvPr>
                <p14:cNvContentPartPr/>
                <p14:nvPr/>
              </p14:nvContentPartPr>
              <p14:xfrm>
                <a:off x="3777707" y="6603920"/>
                <a:ext cx="170280" cy="26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9008688-5355-3632-F675-AE0B26767A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69067" y="6595280"/>
                  <a:ext cx="187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32410BA-FCE0-8800-366A-768E89BF98E9}"/>
                    </a:ext>
                  </a:extLst>
                </p14:cNvPr>
                <p14:cNvContentPartPr/>
                <p14:nvPr/>
              </p14:nvContentPartPr>
              <p14:xfrm>
                <a:off x="4081907" y="6423920"/>
                <a:ext cx="30960" cy="257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32410BA-FCE0-8800-366A-768E89BF98E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072907" y="6414920"/>
                  <a:ext cx="4860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1BAC0D1-E193-4723-3304-E345E08D280B}"/>
              </a:ext>
            </a:extLst>
          </p:cNvPr>
          <p:cNvGrpSpPr/>
          <p:nvPr/>
        </p:nvGrpSpPr>
        <p:grpSpPr>
          <a:xfrm>
            <a:off x="4486907" y="6395120"/>
            <a:ext cx="637560" cy="242280"/>
            <a:chOff x="4486907" y="6395120"/>
            <a:chExt cx="63756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CE50668-F313-3577-885A-B0EFBC5D6EC0}"/>
                    </a:ext>
                  </a:extLst>
                </p14:cNvPr>
                <p14:cNvContentPartPr/>
                <p14:nvPr/>
              </p14:nvContentPartPr>
              <p14:xfrm>
                <a:off x="4486907" y="6521120"/>
                <a:ext cx="321480" cy="11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CE50668-F313-3577-885A-B0EFBC5D6EC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78267" y="6512120"/>
                  <a:ext cx="339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B425D36-3BF6-B9FC-E8E1-3F98EF0FECCC}"/>
                    </a:ext>
                  </a:extLst>
                </p14:cNvPr>
                <p14:cNvContentPartPr/>
                <p14:nvPr/>
              </p14:nvContentPartPr>
              <p14:xfrm>
                <a:off x="4891187" y="6395120"/>
                <a:ext cx="233280" cy="231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B425D36-3BF6-B9FC-E8E1-3F98EF0FEC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82187" y="6386480"/>
                  <a:ext cx="25092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5335485-4E79-1183-7D02-485DCE6F671E}"/>
              </a:ext>
            </a:extLst>
          </p:cNvPr>
          <p:cNvGrpSpPr/>
          <p:nvPr/>
        </p:nvGrpSpPr>
        <p:grpSpPr>
          <a:xfrm>
            <a:off x="5512907" y="6326720"/>
            <a:ext cx="322920" cy="389160"/>
            <a:chOff x="5512907" y="6326720"/>
            <a:chExt cx="32292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4778680-B50B-D3EC-582B-0F84CAFC6D48}"/>
                    </a:ext>
                  </a:extLst>
                </p14:cNvPr>
                <p14:cNvContentPartPr/>
                <p14:nvPr/>
              </p14:nvContentPartPr>
              <p14:xfrm>
                <a:off x="5583467" y="6406640"/>
                <a:ext cx="10440" cy="148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4778680-B50B-D3EC-582B-0F84CAFC6D4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74827" y="6398000"/>
                  <a:ext cx="28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F3EAAE8-15F9-1BB4-BC7E-1CDC9B20F796}"/>
                    </a:ext>
                  </a:extLst>
                </p14:cNvPr>
                <p14:cNvContentPartPr/>
                <p14:nvPr/>
              </p14:nvContentPartPr>
              <p14:xfrm>
                <a:off x="5512907" y="6460280"/>
                <a:ext cx="162720" cy="21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F3EAAE8-15F9-1BB4-BC7E-1CDC9B20F79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03907" y="6451280"/>
                  <a:ext cx="180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CC92A40-D05B-D34B-AD57-6FEE96ED579A}"/>
                    </a:ext>
                  </a:extLst>
                </p14:cNvPr>
                <p14:cNvContentPartPr/>
                <p14:nvPr/>
              </p14:nvContentPartPr>
              <p14:xfrm>
                <a:off x="5760587" y="6326720"/>
                <a:ext cx="75240" cy="389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CC92A40-D05B-D34B-AD57-6FEE96ED579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51587" y="6317720"/>
                  <a:ext cx="92880" cy="40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BF2BD7A-7F2D-0EE7-C557-223B6673A048}"/>
              </a:ext>
            </a:extLst>
          </p:cNvPr>
          <p:cNvGrpSpPr/>
          <p:nvPr/>
        </p:nvGrpSpPr>
        <p:grpSpPr>
          <a:xfrm>
            <a:off x="654707" y="1271960"/>
            <a:ext cx="546840" cy="309600"/>
            <a:chOff x="654707" y="1271960"/>
            <a:chExt cx="5468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16DF2BE-9F3C-DCA3-86C2-E66203432C0D}"/>
                    </a:ext>
                  </a:extLst>
                </p14:cNvPr>
                <p14:cNvContentPartPr/>
                <p14:nvPr/>
              </p14:nvContentPartPr>
              <p14:xfrm>
                <a:off x="654707" y="1469600"/>
                <a:ext cx="102600" cy="111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16DF2BE-9F3C-DCA3-86C2-E66203432C0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46067" y="1460960"/>
                  <a:ext cx="120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B7C441E-8CEE-B7FA-9FA2-DF8E6991BD8B}"/>
                    </a:ext>
                  </a:extLst>
                </p14:cNvPr>
                <p14:cNvContentPartPr/>
                <p14:nvPr/>
              </p14:nvContentPartPr>
              <p14:xfrm>
                <a:off x="833267" y="1460960"/>
                <a:ext cx="60840" cy="75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B7C441E-8CEE-B7FA-9FA2-DF8E6991BD8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24627" y="1451960"/>
                  <a:ext cx="7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0AD9A06-C342-271F-A181-6C65959FE924}"/>
                    </a:ext>
                  </a:extLst>
                </p14:cNvPr>
                <p14:cNvContentPartPr/>
                <p14:nvPr/>
              </p14:nvContentPartPr>
              <p14:xfrm>
                <a:off x="984107" y="1425320"/>
                <a:ext cx="73440" cy="78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0AD9A06-C342-271F-A181-6C65959FE92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5467" y="1416680"/>
                  <a:ext cx="91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90F4269-05A7-89EC-EE49-6C1D4E007797}"/>
                    </a:ext>
                  </a:extLst>
                </p14:cNvPr>
                <p14:cNvContentPartPr/>
                <p14:nvPr/>
              </p14:nvContentPartPr>
              <p14:xfrm>
                <a:off x="1141787" y="1271960"/>
                <a:ext cx="52200" cy="183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90F4269-05A7-89EC-EE49-6C1D4E00779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32787" y="1263320"/>
                  <a:ext cx="69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D6DF8B5-FB1F-3D17-A20A-3FA28746527E}"/>
                    </a:ext>
                  </a:extLst>
                </p14:cNvPr>
                <p14:cNvContentPartPr/>
                <p14:nvPr/>
              </p14:nvContentPartPr>
              <p14:xfrm>
                <a:off x="1116947" y="1336040"/>
                <a:ext cx="84600" cy="13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D6DF8B5-FB1F-3D17-A20A-3FA2874652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7947" y="1327400"/>
                  <a:ext cx="10224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C564AD8-ADD1-C340-60A5-9A317BE64FB9}"/>
                  </a:ext>
                </a:extLst>
              </p14:cNvPr>
              <p14:cNvContentPartPr/>
              <p14:nvPr/>
            </p14:nvContentPartPr>
            <p14:xfrm>
              <a:off x="1879787" y="1970360"/>
              <a:ext cx="762840" cy="1148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C564AD8-ADD1-C340-60A5-9A317BE64FB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875467" y="1966040"/>
                <a:ext cx="77148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6CA137E-8756-206A-0D74-02BA747C532B}"/>
              </a:ext>
            </a:extLst>
          </p:cNvPr>
          <p:cNvGrpSpPr/>
          <p:nvPr/>
        </p:nvGrpSpPr>
        <p:grpSpPr>
          <a:xfrm>
            <a:off x="1525547" y="1268000"/>
            <a:ext cx="1064520" cy="981720"/>
            <a:chOff x="1525547" y="1268000"/>
            <a:chExt cx="1064520" cy="9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9D6E610-86B4-1F64-BDA5-F47CB9B6A15E}"/>
                    </a:ext>
                  </a:extLst>
                </p14:cNvPr>
                <p14:cNvContentPartPr/>
                <p14:nvPr/>
              </p14:nvContentPartPr>
              <p14:xfrm>
                <a:off x="1525547" y="1268000"/>
                <a:ext cx="652320" cy="329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9D6E610-86B4-1F64-BDA5-F47CB9B6A15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516907" y="1259360"/>
                  <a:ext cx="669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C01F8EF-0394-C47B-3E10-05C536E40120}"/>
                    </a:ext>
                  </a:extLst>
                </p14:cNvPr>
                <p14:cNvContentPartPr/>
                <p14:nvPr/>
              </p14:nvContentPartPr>
              <p14:xfrm>
                <a:off x="2072027" y="1490120"/>
                <a:ext cx="89640" cy="95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C01F8EF-0394-C47B-3E10-05C536E4012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063387" y="1481480"/>
                  <a:ext cx="107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7471AB3-A02D-01A5-3395-045A8076E7E7}"/>
                    </a:ext>
                  </a:extLst>
                </p14:cNvPr>
                <p14:cNvContentPartPr/>
                <p14:nvPr/>
              </p14:nvContentPartPr>
              <p14:xfrm>
                <a:off x="2154467" y="1484360"/>
                <a:ext cx="101880" cy="134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7471AB3-A02D-01A5-3395-045A8076E7E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145827" y="1475720"/>
                  <a:ext cx="119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DDD5534-38D4-95DF-3E2E-4990629C7571}"/>
                    </a:ext>
                  </a:extLst>
                </p14:cNvPr>
                <p14:cNvContentPartPr/>
                <p14:nvPr/>
              </p14:nvContentPartPr>
              <p14:xfrm>
                <a:off x="1871147" y="1597760"/>
                <a:ext cx="718920" cy="651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DDD5534-38D4-95DF-3E2E-4990629C757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2147" y="1589120"/>
                  <a:ext cx="7365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29E3EA2-7A38-E3DC-2287-8D55AD776DD3}"/>
                    </a:ext>
                  </a:extLst>
                </p14:cNvPr>
                <p14:cNvContentPartPr/>
                <p14:nvPr/>
              </p14:nvContentPartPr>
              <p14:xfrm>
                <a:off x="2105507" y="1733480"/>
                <a:ext cx="168120" cy="225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29E3EA2-7A38-E3DC-2287-8D55AD776DD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96507" y="1724480"/>
                  <a:ext cx="1857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67193B9-59B4-C062-9269-80CE129C2959}"/>
              </a:ext>
            </a:extLst>
          </p:cNvPr>
          <p:cNvGrpSpPr/>
          <p:nvPr/>
        </p:nvGrpSpPr>
        <p:grpSpPr>
          <a:xfrm>
            <a:off x="2527787" y="2114360"/>
            <a:ext cx="1047600" cy="1077840"/>
            <a:chOff x="2527787" y="2114360"/>
            <a:chExt cx="1047600" cy="10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D305FD7-2AC5-6887-90FC-E8AD53F007B4}"/>
                    </a:ext>
                  </a:extLst>
                </p14:cNvPr>
                <p14:cNvContentPartPr/>
                <p14:nvPr/>
              </p14:nvContentPartPr>
              <p14:xfrm>
                <a:off x="2527787" y="2114360"/>
                <a:ext cx="480600" cy="456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D305FD7-2AC5-6887-90FC-E8AD53F007B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518787" y="2105720"/>
                  <a:ext cx="4982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9265A87-011E-D6FD-D4EB-53B39A3C0B31}"/>
                    </a:ext>
                  </a:extLst>
                </p14:cNvPr>
                <p14:cNvContentPartPr/>
                <p14:nvPr/>
              </p14:nvContentPartPr>
              <p14:xfrm>
                <a:off x="2765747" y="2498480"/>
                <a:ext cx="809640" cy="693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9265A87-011E-D6FD-D4EB-53B39A3C0B3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757107" y="2489840"/>
                  <a:ext cx="82728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8966418-A67E-89E7-F550-065D99C3FF52}"/>
                    </a:ext>
                  </a:extLst>
                </p14:cNvPr>
                <p14:cNvContentPartPr/>
                <p14:nvPr/>
              </p14:nvContentPartPr>
              <p14:xfrm>
                <a:off x="3125747" y="2632760"/>
                <a:ext cx="157320" cy="203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8966418-A67E-89E7-F550-065D99C3FF5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16747" y="2624120"/>
                  <a:ext cx="174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A7F8A44-A6FB-A002-2059-C63E1DA29C56}"/>
                    </a:ext>
                  </a:extLst>
                </p14:cNvPr>
                <p14:cNvContentPartPr/>
                <p14:nvPr/>
              </p14:nvContentPartPr>
              <p14:xfrm>
                <a:off x="3108827" y="2721320"/>
                <a:ext cx="222840" cy="435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A7F8A44-A6FB-A002-2059-C63E1DA29C5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100187" y="2712320"/>
                  <a:ext cx="2404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A9DD58B1-B53C-D65E-62AF-DE475DA2D4CD}"/>
              </a:ext>
            </a:extLst>
          </p:cNvPr>
          <p:cNvGrpSpPr/>
          <p:nvPr/>
        </p:nvGrpSpPr>
        <p:grpSpPr>
          <a:xfrm>
            <a:off x="1048187" y="2188160"/>
            <a:ext cx="912600" cy="1235160"/>
            <a:chOff x="1048187" y="2188160"/>
            <a:chExt cx="912600" cy="12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792B7E5-0334-7C45-5EE9-8E84A8FDA50C}"/>
                    </a:ext>
                  </a:extLst>
                </p14:cNvPr>
                <p14:cNvContentPartPr/>
                <p14:nvPr/>
              </p14:nvContentPartPr>
              <p14:xfrm>
                <a:off x="1573067" y="2188160"/>
                <a:ext cx="380880" cy="522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792B7E5-0334-7C45-5EE9-8E84A8FDA50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64067" y="2179520"/>
                  <a:ext cx="3985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6490C2B-A26F-01D9-7FA0-6B9813963D61}"/>
                    </a:ext>
                  </a:extLst>
                </p14:cNvPr>
                <p14:cNvContentPartPr/>
                <p14:nvPr/>
              </p14:nvContentPartPr>
              <p14:xfrm>
                <a:off x="1062947" y="2649680"/>
                <a:ext cx="821880" cy="773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6490C2B-A26F-01D9-7FA0-6B9813963D6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3947" y="2640680"/>
                  <a:ext cx="8395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19326CF-971B-3F82-004E-E4BA164EB5D5}"/>
                    </a:ext>
                  </a:extLst>
                </p14:cNvPr>
                <p14:cNvContentPartPr/>
                <p14:nvPr/>
              </p14:nvContentPartPr>
              <p14:xfrm>
                <a:off x="1396307" y="2842640"/>
                <a:ext cx="219960" cy="146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19326CF-971B-3F82-004E-E4BA164EB5D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387307" y="2834000"/>
                  <a:ext cx="237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DA0E32D-4C44-69DB-2671-EB3410555B06}"/>
                    </a:ext>
                  </a:extLst>
                </p14:cNvPr>
                <p14:cNvContentPartPr/>
                <p14:nvPr/>
              </p14:nvContentPartPr>
              <p14:xfrm>
                <a:off x="1550387" y="2874320"/>
                <a:ext cx="20520" cy="198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DA0E32D-4C44-69DB-2671-EB3410555B0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41387" y="2865680"/>
                  <a:ext cx="38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8142841-4BCC-6F23-EF96-17FBF626C75B}"/>
                    </a:ext>
                  </a:extLst>
                </p14:cNvPr>
                <p14:cNvContentPartPr/>
                <p14:nvPr/>
              </p14:nvContentPartPr>
              <p14:xfrm>
                <a:off x="1048187" y="3017960"/>
                <a:ext cx="912600" cy="212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8142841-4BCC-6F23-EF96-17FBF626C75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9547" y="3009320"/>
                  <a:ext cx="9302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51579540-2CDA-77E6-4E60-6131DBCB7AA7}"/>
                  </a:ext>
                </a:extLst>
              </p14:cNvPr>
              <p14:cNvContentPartPr/>
              <p14:nvPr/>
            </p14:nvContentPartPr>
            <p14:xfrm>
              <a:off x="1415387" y="3201560"/>
              <a:ext cx="114120" cy="13284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51579540-2CDA-77E6-4E60-6131DBCB7AA7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411067" y="3197240"/>
                <a:ext cx="1227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DC1B81CD-0E49-AF55-146E-485CAD62F836}"/>
              </a:ext>
            </a:extLst>
          </p:cNvPr>
          <p:cNvGrpSpPr/>
          <p:nvPr/>
        </p:nvGrpSpPr>
        <p:grpSpPr>
          <a:xfrm>
            <a:off x="3454787" y="3089600"/>
            <a:ext cx="970560" cy="1033920"/>
            <a:chOff x="3454787" y="3089600"/>
            <a:chExt cx="970560" cy="10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344A151-CF7A-4DE7-8618-F7AB7536A4B9}"/>
                    </a:ext>
                  </a:extLst>
                </p14:cNvPr>
                <p14:cNvContentPartPr/>
                <p14:nvPr/>
              </p14:nvContentPartPr>
              <p14:xfrm>
                <a:off x="3454787" y="3089600"/>
                <a:ext cx="377640" cy="396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344A151-CF7A-4DE7-8618-F7AB7536A4B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446147" y="3080960"/>
                  <a:ext cx="3952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7DF184-5FC1-AE7F-C3C2-1A6A7A20E85D}"/>
                    </a:ext>
                  </a:extLst>
                </p14:cNvPr>
                <p14:cNvContentPartPr/>
                <p14:nvPr/>
              </p14:nvContentPartPr>
              <p14:xfrm>
                <a:off x="3632627" y="3475520"/>
                <a:ext cx="792720" cy="648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7DF184-5FC1-AE7F-C3C2-1A6A7A20E85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623627" y="3466520"/>
                  <a:ext cx="81036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E0E7BEA-99A2-56F5-C9B0-CDE1C8114008}"/>
                    </a:ext>
                  </a:extLst>
                </p14:cNvPr>
                <p14:cNvContentPartPr/>
                <p14:nvPr/>
              </p14:nvContentPartPr>
              <p14:xfrm>
                <a:off x="3909467" y="3596840"/>
                <a:ext cx="113400" cy="274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E0E7BEA-99A2-56F5-C9B0-CDE1C811400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00467" y="3587840"/>
                  <a:ext cx="13104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9B1FC3BE-03C6-F304-0331-632469B30C3C}"/>
                  </a:ext>
                </a:extLst>
              </p14:cNvPr>
              <p14:cNvContentPartPr/>
              <p14:nvPr/>
            </p14:nvContentPartPr>
            <p14:xfrm>
              <a:off x="2770067" y="2880800"/>
              <a:ext cx="811080" cy="1400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9B1FC3BE-03C6-F304-0331-632469B30C3C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765747" y="2876480"/>
                <a:ext cx="81972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C71D0D4-8684-51CF-8D30-BF4AA04CD34F}"/>
              </a:ext>
            </a:extLst>
          </p:cNvPr>
          <p:cNvGrpSpPr/>
          <p:nvPr/>
        </p:nvGrpSpPr>
        <p:grpSpPr>
          <a:xfrm>
            <a:off x="3659987" y="3806000"/>
            <a:ext cx="760320" cy="263520"/>
            <a:chOff x="3659987" y="3806000"/>
            <a:chExt cx="76032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B267ED9-4DB6-AA11-E66C-31F8FEBE70B8}"/>
                    </a:ext>
                  </a:extLst>
                </p14:cNvPr>
                <p14:cNvContentPartPr/>
                <p14:nvPr/>
              </p14:nvContentPartPr>
              <p14:xfrm>
                <a:off x="3659987" y="3806000"/>
                <a:ext cx="760320" cy="144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B267ED9-4DB6-AA11-E66C-31F8FEBE70B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655667" y="3801680"/>
                  <a:ext cx="768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0755DEE-C79D-22B8-88AE-9E7B0B0BAEC8}"/>
                    </a:ext>
                  </a:extLst>
                </p14:cNvPr>
                <p14:cNvContentPartPr/>
                <p14:nvPr/>
              </p14:nvContentPartPr>
              <p14:xfrm>
                <a:off x="3961307" y="3957200"/>
                <a:ext cx="109080" cy="112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0755DEE-C79D-22B8-88AE-9E7B0B0BAEC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956987" y="3952880"/>
                  <a:ext cx="11772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BF3BBBF2-6C94-6B3B-95EE-4A4BBCEA1D2E}"/>
                  </a:ext>
                </a:extLst>
              </p14:cNvPr>
              <p14:cNvContentPartPr/>
              <p14:nvPr/>
            </p14:nvContentPartPr>
            <p14:xfrm>
              <a:off x="3233387" y="2981960"/>
              <a:ext cx="5040" cy="1119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BF3BBBF2-6C94-6B3B-95EE-4A4BBCEA1D2E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3229067" y="2977640"/>
                <a:ext cx="136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0B4A00D-0410-0414-9A20-FA6E7C9CC768}"/>
                  </a:ext>
                </a:extLst>
              </p14:cNvPr>
              <p14:cNvContentPartPr/>
              <p14:nvPr/>
            </p14:nvContentPartPr>
            <p14:xfrm>
              <a:off x="2192267" y="2111840"/>
              <a:ext cx="18360" cy="676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0B4A00D-0410-0414-9A20-FA6E7C9CC768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187947" y="2107520"/>
                <a:ext cx="27000" cy="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31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60E9-461A-0BBD-3D10-0F4C52C6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2B6046-8ABE-3235-5E6B-0C66E22E5795}"/>
                  </a:ext>
                </a:extLst>
              </p14:cNvPr>
              <p14:cNvContentPartPr/>
              <p14:nvPr/>
            </p14:nvContentPartPr>
            <p14:xfrm>
              <a:off x="948703" y="455657"/>
              <a:ext cx="221040" cy="2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2B6046-8ABE-3235-5E6B-0C66E22E57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383" y="451337"/>
                <a:ext cx="229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6465D5-7238-74F9-CEF7-17106641FAF8}"/>
                  </a:ext>
                </a:extLst>
              </p14:cNvPr>
              <p14:cNvContentPartPr/>
              <p14:nvPr/>
            </p14:nvContentPartPr>
            <p14:xfrm>
              <a:off x="1148863" y="683177"/>
              <a:ext cx="83160" cy="9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6465D5-7238-74F9-CEF7-17106641FA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4543" y="678857"/>
                <a:ext cx="91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33B7B6-CF43-9253-B09E-A7B533E295BE}"/>
                  </a:ext>
                </a:extLst>
              </p14:cNvPr>
              <p14:cNvContentPartPr/>
              <p14:nvPr/>
            </p14:nvContentPartPr>
            <p14:xfrm>
              <a:off x="1454863" y="468617"/>
              <a:ext cx="138240" cy="26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33B7B6-CF43-9253-B09E-A7B533E295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0543" y="464297"/>
                <a:ext cx="1468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82DEBC-31EF-41DD-95DC-BB0A694A0C1B}"/>
                  </a:ext>
                </a:extLst>
              </p14:cNvPr>
              <p14:cNvContentPartPr/>
              <p14:nvPr/>
            </p14:nvContentPartPr>
            <p14:xfrm>
              <a:off x="1427503" y="585977"/>
              <a:ext cx="206280" cy="1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82DEBC-31EF-41DD-95DC-BB0A694A0C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3183" y="581657"/>
                <a:ext cx="2149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0F3DA8-5B5D-678D-AF8F-593BDFFAA2A2}"/>
                  </a:ext>
                </a:extLst>
              </p14:cNvPr>
              <p14:cNvContentPartPr/>
              <p14:nvPr/>
            </p14:nvContentPartPr>
            <p14:xfrm>
              <a:off x="1610383" y="713777"/>
              <a:ext cx="72360" cy="1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0F3DA8-5B5D-678D-AF8F-593BDFFAA2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6063" y="709457"/>
                <a:ext cx="810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D64EFF-6784-2B61-7DE9-80C6CEF56FAE}"/>
                  </a:ext>
                </a:extLst>
              </p14:cNvPr>
              <p14:cNvContentPartPr/>
              <p14:nvPr/>
            </p14:nvContentPartPr>
            <p14:xfrm>
              <a:off x="1994503" y="532337"/>
              <a:ext cx="201960" cy="18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D64EFF-6784-2B61-7DE9-80C6CEF56FA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0183" y="528017"/>
                <a:ext cx="2106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44A1EF-703D-0558-9368-7A87814EE186}"/>
                  </a:ext>
                </a:extLst>
              </p14:cNvPr>
              <p14:cNvContentPartPr/>
              <p14:nvPr/>
            </p14:nvContentPartPr>
            <p14:xfrm>
              <a:off x="2041303" y="597497"/>
              <a:ext cx="120960" cy="18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44A1EF-703D-0558-9368-7A87814EE1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6983" y="593177"/>
                <a:ext cx="1296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DA7F4C-9A35-B145-F0EE-4E5FB14C2433}"/>
                  </a:ext>
                </a:extLst>
              </p14:cNvPr>
              <p14:cNvContentPartPr/>
              <p14:nvPr/>
            </p14:nvContentPartPr>
            <p14:xfrm>
              <a:off x="2304103" y="789017"/>
              <a:ext cx="91800" cy="8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DA7F4C-9A35-B145-F0EE-4E5FB14C24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99783" y="784697"/>
                <a:ext cx="1004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72BBD8-33CC-8EBA-3B41-BEA149FEA0B9}"/>
                  </a:ext>
                </a:extLst>
              </p14:cNvPr>
              <p14:cNvContentPartPr/>
              <p14:nvPr/>
            </p14:nvContentPartPr>
            <p14:xfrm>
              <a:off x="2648263" y="502457"/>
              <a:ext cx="210240" cy="36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72BBD8-33CC-8EBA-3B41-BEA149FEA0B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3943" y="498137"/>
                <a:ext cx="2188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C0C1DF2-BC59-63E5-6547-1088E764421E}"/>
                  </a:ext>
                </a:extLst>
              </p14:cNvPr>
              <p14:cNvContentPartPr/>
              <p14:nvPr/>
            </p14:nvContentPartPr>
            <p14:xfrm>
              <a:off x="2900623" y="847337"/>
              <a:ext cx="99000" cy="113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C0C1DF2-BC59-63E5-6547-1088E764421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96303" y="843017"/>
                <a:ext cx="1076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9B6671-BE73-C9FD-63EA-BECE2F4FC2D4}"/>
                  </a:ext>
                </a:extLst>
              </p14:cNvPr>
              <p14:cNvContentPartPr/>
              <p14:nvPr/>
            </p14:nvContentPartPr>
            <p14:xfrm>
              <a:off x="3377983" y="645737"/>
              <a:ext cx="69120" cy="209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9B6671-BE73-C9FD-63EA-BECE2F4FC2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73663" y="641417"/>
                <a:ext cx="77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AA7FE2-5961-36F3-F7A1-3641F1D7595F}"/>
                  </a:ext>
                </a:extLst>
              </p14:cNvPr>
              <p14:cNvContentPartPr/>
              <p14:nvPr/>
            </p14:nvContentPartPr>
            <p14:xfrm>
              <a:off x="3620983" y="566897"/>
              <a:ext cx="229320" cy="212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AA7FE2-5961-36F3-F7A1-3641F1D7595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16663" y="562577"/>
                <a:ext cx="2379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4D6EC5-3E4E-1F41-376B-BED827F2E59A}"/>
                  </a:ext>
                </a:extLst>
              </p14:cNvPr>
              <p14:cNvContentPartPr/>
              <p14:nvPr/>
            </p14:nvContentPartPr>
            <p14:xfrm>
              <a:off x="3965863" y="774617"/>
              <a:ext cx="170280" cy="145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4D6EC5-3E4E-1F41-376B-BED827F2E5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1543" y="770297"/>
                <a:ext cx="178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22A8E41-133D-EF35-37A3-F47D7FCA40E8}"/>
                  </a:ext>
                </a:extLst>
              </p14:cNvPr>
              <p14:cNvContentPartPr/>
              <p14:nvPr/>
            </p14:nvContentPartPr>
            <p14:xfrm>
              <a:off x="4456543" y="519017"/>
              <a:ext cx="204120" cy="229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22A8E41-133D-EF35-37A3-F47D7FCA40E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52223" y="514697"/>
                <a:ext cx="212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5B7C8B1-3FDB-D2EB-B8E3-94AC31147F2A}"/>
                  </a:ext>
                </a:extLst>
              </p14:cNvPr>
              <p14:cNvContentPartPr/>
              <p14:nvPr/>
            </p14:nvContentPartPr>
            <p14:xfrm>
              <a:off x="4763983" y="799457"/>
              <a:ext cx="163080" cy="152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5B7C8B1-3FDB-D2EB-B8E3-94AC31147F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59663" y="795137"/>
                <a:ext cx="171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3C2129-E759-E1BB-676B-AB7CAC14EB65}"/>
                  </a:ext>
                </a:extLst>
              </p14:cNvPr>
              <p14:cNvContentPartPr/>
              <p14:nvPr/>
            </p14:nvContentPartPr>
            <p14:xfrm>
              <a:off x="5357623" y="445577"/>
              <a:ext cx="102960" cy="32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3C2129-E759-E1BB-676B-AB7CAC14EB6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53303" y="441257"/>
                <a:ext cx="11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06F86DC-B6DA-56B2-2486-8121612E530A}"/>
                  </a:ext>
                </a:extLst>
              </p14:cNvPr>
              <p14:cNvContentPartPr/>
              <p14:nvPr/>
            </p14:nvContentPartPr>
            <p14:xfrm>
              <a:off x="5724823" y="806657"/>
              <a:ext cx="146880" cy="10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06F86DC-B6DA-56B2-2486-8121612E530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0503" y="802337"/>
                <a:ext cx="1555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BCE0509-5930-5814-22E7-2B18B0FB75F3}"/>
                  </a:ext>
                </a:extLst>
              </p14:cNvPr>
              <p14:cNvContentPartPr/>
              <p14:nvPr/>
            </p14:nvContentPartPr>
            <p14:xfrm>
              <a:off x="6204343" y="457457"/>
              <a:ext cx="424080" cy="32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BCE0509-5930-5814-22E7-2B18B0FB75F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0023" y="453137"/>
                <a:ext cx="4327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A83B45E-B4F6-9160-FBE0-F468C5FEAB7D}"/>
                  </a:ext>
                </a:extLst>
              </p14:cNvPr>
              <p14:cNvContentPartPr/>
              <p14:nvPr/>
            </p14:nvContentPartPr>
            <p14:xfrm>
              <a:off x="11520227" y="4870880"/>
              <a:ext cx="85320" cy="18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A83B45E-B4F6-9160-FBE0-F468C5FEAB7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511227" y="4861880"/>
                <a:ext cx="102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ABCC18F-E84E-4515-59B5-994846F2302C}"/>
                  </a:ext>
                </a:extLst>
              </p14:cNvPr>
              <p14:cNvContentPartPr/>
              <p14:nvPr/>
            </p14:nvContentPartPr>
            <p14:xfrm>
              <a:off x="8712587" y="1199960"/>
              <a:ext cx="1119240" cy="667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ABCC18F-E84E-4515-59B5-994846F2302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03587" y="1190960"/>
                <a:ext cx="113688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948B26C-7197-53A3-3238-D398B78B72D7}"/>
                  </a:ext>
                </a:extLst>
              </p14:cNvPr>
              <p14:cNvContentPartPr/>
              <p14:nvPr/>
            </p14:nvContentPartPr>
            <p14:xfrm>
              <a:off x="8720507" y="1588040"/>
              <a:ext cx="1177560" cy="34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948B26C-7197-53A3-3238-D398B78B72D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11507" y="1579040"/>
                <a:ext cx="11952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7C5761D-635C-4B35-82FF-5EC5A3F3B1B1}"/>
                  </a:ext>
                </a:extLst>
              </p14:cNvPr>
              <p14:cNvContentPartPr/>
              <p14:nvPr/>
            </p14:nvContentPartPr>
            <p14:xfrm>
              <a:off x="8963867" y="1382840"/>
              <a:ext cx="147600" cy="107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7C5761D-635C-4B35-82FF-5EC5A3F3B1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954867" y="1374200"/>
                <a:ext cx="1652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51059AE-0C17-F57D-D686-BD7D0879C110}"/>
                  </a:ext>
                </a:extLst>
              </p14:cNvPr>
              <p14:cNvContentPartPr/>
              <p14:nvPr/>
            </p14:nvContentPartPr>
            <p14:xfrm>
              <a:off x="9119387" y="1384280"/>
              <a:ext cx="136800" cy="82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51059AE-0C17-F57D-D686-BD7D0879C1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10387" y="1375640"/>
                <a:ext cx="1544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AA07224-5FBE-2DCE-157D-D566D3687ED5}"/>
                  </a:ext>
                </a:extLst>
              </p14:cNvPr>
              <p14:cNvContentPartPr/>
              <p14:nvPr/>
            </p14:nvContentPartPr>
            <p14:xfrm>
              <a:off x="9314147" y="1233800"/>
              <a:ext cx="147960" cy="210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AA07224-5FBE-2DCE-157D-D566D3687ED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05507" y="1224800"/>
                <a:ext cx="165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5902631-299B-2565-5FFB-C8ED94C2B741}"/>
                  </a:ext>
                </a:extLst>
              </p14:cNvPr>
              <p14:cNvContentPartPr/>
              <p14:nvPr/>
            </p14:nvContentPartPr>
            <p14:xfrm>
              <a:off x="9516107" y="1354760"/>
              <a:ext cx="101880" cy="118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5902631-299B-2565-5FFB-C8ED94C2B74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07467" y="1345760"/>
                <a:ext cx="1195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D50E447-654E-2F5A-F957-6DB5C50E7E38}"/>
                  </a:ext>
                </a:extLst>
              </p14:cNvPr>
              <p14:cNvContentPartPr/>
              <p14:nvPr/>
            </p14:nvContentPartPr>
            <p14:xfrm>
              <a:off x="8971427" y="1625840"/>
              <a:ext cx="130320" cy="164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D50E447-654E-2F5A-F957-6DB5C50E7E3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62427" y="1617200"/>
                <a:ext cx="1479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3B666BA-6FE0-DD7E-0B0D-5816A3EE396E}"/>
                  </a:ext>
                </a:extLst>
              </p14:cNvPr>
              <p14:cNvContentPartPr/>
              <p14:nvPr/>
            </p14:nvContentPartPr>
            <p14:xfrm>
              <a:off x="9137027" y="1693880"/>
              <a:ext cx="126720" cy="92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3B666BA-6FE0-DD7E-0B0D-5816A3EE39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28027" y="1684880"/>
                <a:ext cx="1443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7B80CE5-793A-DF68-287E-4B4E17632804}"/>
                  </a:ext>
                </a:extLst>
              </p14:cNvPr>
              <p14:cNvContentPartPr/>
              <p14:nvPr/>
            </p14:nvContentPartPr>
            <p14:xfrm>
              <a:off x="9306227" y="1610720"/>
              <a:ext cx="34920" cy="171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7B80CE5-793A-DF68-287E-4B4E1763280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297227" y="1602080"/>
                <a:ext cx="52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ABE2EA2-D842-8472-14BD-9BE01082B81B}"/>
                  </a:ext>
                </a:extLst>
              </p14:cNvPr>
              <p14:cNvContentPartPr/>
              <p14:nvPr/>
            </p14:nvContentPartPr>
            <p14:xfrm>
              <a:off x="9344747" y="1674800"/>
              <a:ext cx="98640" cy="86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ABE2EA2-D842-8472-14BD-9BE01082B81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36107" y="1665800"/>
                <a:ext cx="1162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E82130D-DF07-7A44-5E20-254DD8D22AFF}"/>
                  </a:ext>
                </a:extLst>
              </p14:cNvPr>
              <p14:cNvContentPartPr/>
              <p14:nvPr/>
            </p14:nvContentPartPr>
            <p14:xfrm>
              <a:off x="9457427" y="1677320"/>
              <a:ext cx="91800" cy="61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E82130D-DF07-7A44-5E20-254DD8D22AF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48787" y="1668320"/>
                <a:ext cx="1094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C75380-37F4-8FEC-6191-0C8CDE2F3E07}"/>
                  </a:ext>
                </a:extLst>
              </p14:cNvPr>
              <p14:cNvContentPartPr/>
              <p14:nvPr/>
            </p14:nvContentPartPr>
            <p14:xfrm>
              <a:off x="9557147" y="1660400"/>
              <a:ext cx="51120" cy="74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C75380-37F4-8FEC-6191-0C8CDE2F3E0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48147" y="1651760"/>
                <a:ext cx="68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4859D46-E9DA-C8E9-AA10-435EE3E0D201}"/>
                  </a:ext>
                </a:extLst>
              </p14:cNvPr>
              <p14:cNvContentPartPr/>
              <p14:nvPr/>
            </p14:nvContentPartPr>
            <p14:xfrm>
              <a:off x="9667307" y="1658240"/>
              <a:ext cx="89280" cy="81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4859D46-E9DA-C8E9-AA10-435EE3E0D20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58667" y="1649600"/>
                <a:ext cx="10692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463C10F-6E1F-1179-0620-BA9402263A9B}"/>
                  </a:ext>
                </a:extLst>
              </p14:cNvPr>
              <p14:cNvContentPartPr/>
              <p14:nvPr/>
            </p14:nvContentPartPr>
            <p14:xfrm>
              <a:off x="8609267" y="1806560"/>
              <a:ext cx="219960" cy="418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463C10F-6E1F-1179-0620-BA9402263A9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00627" y="1797560"/>
                <a:ext cx="23760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3E86DA4-0AF2-D891-DF1C-BC118809C607}"/>
                  </a:ext>
                </a:extLst>
              </p14:cNvPr>
              <p14:cNvContentPartPr/>
              <p14:nvPr/>
            </p14:nvContentPartPr>
            <p14:xfrm>
              <a:off x="7511987" y="2251160"/>
              <a:ext cx="1537200" cy="20937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3E86DA4-0AF2-D891-DF1C-BC118809C60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03347" y="2242520"/>
                <a:ext cx="1554840" cy="21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1BFED9E-AED6-53D6-C4FF-21AFAE14C7E9}"/>
                  </a:ext>
                </a:extLst>
              </p14:cNvPr>
              <p14:cNvContentPartPr/>
              <p14:nvPr/>
            </p14:nvContentPartPr>
            <p14:xfrm>
              <a:off x="9669107" y="1774520"/>
              <a:ext cx="309960" cy="441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1BFED9E-AED6-53D6-C4FF-21AFAE14C7E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60467" y="1765880"/>
                <a:ext cx="3276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0E4A976-7B47-1D5A-3309-14CF67AE772F}"/>
                  </a:ext>
                </a:extLst>
              </p14:cNvPr>
              <p14:cNvContentPartPr/>
              <p14:nvPr/>
            </p14:nvContentPartPr>
            <p14:xfrm>
              <a:off x="9740747" y="2196800"/>
              <a:ext cx="1376640" cy="2377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0E4A976-7B47-1D5A-3309-14CF67AE772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32107" y="2187800"/>
                <a:ext cx="1394280" cy="23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99C01AD-FE43-0C53-E891-785FB6C05098}"/>
                  </a:ext>
                </a:extLst>
              </p14:cNvPr>
              <p14:cNvContentPartPr/>
              <p14:nvPr/>
            </p14:nvContentPartPr>
            <p14:xfrm>
              <a:off x="11275787" y="2187440"/>
              <a:ext cx="671760" cy="29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99C01AD-FE43-0C53-E891-785FB6C0509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266787" y="2178440"/>
                <a:ext cx="6894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CABBEF8-DB20-5B51-6C3A-3F48A84CDD7E}"/>
                  </a:ext>
                </a:extLst>
              </p14:cNvPr>
              <p14:cNvContentPartPr/>
              <p14:nvPr/>
            </p14:nvContentPartPr>
            <p14:xfrm>
              <a:off x="11115587" y="4598000"/>
              <a:ext cx="715680" cy="39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CABBEF8-DB20-5B51-6C3A-3F48A84CDD7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06587" y="4589000"/>
                <a:ext cx="7333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E003919-85B9-EE6A-F7AD-A2535C77BA77}"/>
                  </a:ext>
                </a:extLst>
              </p14:cNvPr>
              <p14:cNvContentPartPr/>
              <p14:nvPr/>
            </p14:nvContentPartPr>
            <p14:xfrm>
              <a:off x="11625347" y="2274560"/>
              <a:ext cx="42120" cy="2197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E003919-85B9-EE6A-F7AD-A2535C77BA7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616347" y="2265920"/>
                <a:ext cx="59760" cy="22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F696F6D-6FF1-3ABB-2826-D47EADD9CD59}"/>
                  </a:ext>
                </a:extLst>
              </p14:cNvPr>
              <p14:cNvContentPartPr/>
              <p14:nvPr/>
            </p14:nvContentPartPr>
            <p14:xfrm>
              <a:off x="11512667" y="4319360"/>
              <a:ext cx="119520" cy="167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F696F6D-6FF1-3ABB-2826-D47EADD9CD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504027" y="4310720"/>
                <a:ext cx="1371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BB4DFA9-1269-27C1-E31B-D661A01D2248}"/>
                  </a:ext>
                </a:extLst>
              </p14:cNvPr>
              <p14:cNvContentPartPr/>
              <p14:nvPr/>
            </p14:nvContentPartPr>
            <p14:xfrm>
              <a:off x="11597987" y="4371200"/>
              <a:ext cx="192960" cy="124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BB4DFA9-1269-27C1-E31B-D661A01D224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588987" y="4362560"/>
                <a:ext cx="2106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FD70CC0-D81C-ED71-2362-43A022891CE0}"/>
                  </a:ext>
                </a:extLst>
              </p14:cNvPr>
              <p14:cNvContentPartPr/>
              <p14:nvPr/>
            </p14:nvContentPartPr>
            <p14:xfrm>
              <a:off x="11514827" y="2292920"/>
              <a:ext cx="289800" cy="1656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FD70CC0-D81C-ED71-2362-43A022891CE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506187" y="2283920"/>
                <a:ext cx="30744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E58CF752-034B-FADF-196B-99FA6696BAF2}"/>
              </a:ext>
            </a:extLst>
          </p:cNvPr>
          <p:cNvGrpSpPr/>
          <p:nvPr/>
        </p:nvGrpSpPr>
        <p:grpSpPr>
          <a:xfrm>
            <a:off x="11824067" y="3085280"/>
            <a:ext cx="277200" cy="565200"/>
            <a:chOff x="11824067" y="3085280"/>
            <a:chExt cx="277200" cy="5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6D76182-6063-E291-1215-7E6DC629E510}"/>
                    </a:ext>
                  </a:extLst>
                </p14:cNvPr>
                <p14:cNvContentPartPr/>
                <p14:nvPr/>
              </p14:nvContentPartPr>
              <p14:xfrm>
                <a:off x="11867267" y="3107600"/>
                <a:ext cx="3240" cy="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6D76182-6063-E291-1215-7E6DC629E5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858267" y="3098960"/>
                  <a:ext cx="2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CABFDD-8396-9237-A73C-ED76DD422082}"/>
                    </a:ext>
                  </a:extLst>
                </p14:cNvPr>
                <p14:cNvContentPartPr/>
                <p14:nvPr/>
              </p14:nvContentPartPr>
              <p14:xfrm>
                <a:off x="11824067" y="3085280"/>
                <a:ext cx="123840" cy="354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CABFDD-8396-9237-A73C-ED76DD4220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815427" y="3076280"/>
                  <a:ext cx="1414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42D344E-AD48-2301-6AC5-5D601552A22B}"/>
                    </a:ext>
                  </a:extLst>
                </p14:cNvPr>
                <p14:cNvContentPartPr/>
                <p14:nvPr/>
              </p14:nvContentPartPr>
              <p14:xfrm>
                <a:off x="11958707" y="3443840"/>
                <a:ext cx="142560" cy="206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42D344E-AD48-2301-6AC5-5D601552A2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950067" y="3435200"/>
                  <a:ext cx="16020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86D7F90-DD66-10CD-C752-E1A379824CA4}"/>
              </a:ext>
            </a:extLst>
          </p:cNvPr>
          <p:cNvGrpSpPr/>
          <p:nvPr/>
        </p:nvGrpSpPr>
        <p:grpSpPr>
          <a:xfrm>
            <a:off x="6645827" y="2486960"/>
            <a:ext cx="732600" cy="1891440"/>
            <a:chOff x="6645827" y="2486960"/>
            <a:chExt cx="732600" cy="18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D212196-D058-312F-11D6-926B80B9A5AB}"/>
                    </a:ext>
                  </a:extLst>
                </p14:cNvPr>
                <p14:cNvContentPartPr/>
                <p14:nvPr/>
              </p14:nvContentPartPr>
              <p14:xfrm>
                <a:off x="6932027" y="2486960"/>
                <a:ext cx="403920" cy="20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D212196-D058-312F-11D6-926B80B9A5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23387" y="2477960"/>
                  <a:ext cx="421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6E56855-BA26-B0BC-DDD3-8F8884CAC01D}"/>
                    </a:ext>
                  </a:extLst>
                </p14:cNvPr>
                <p14:cNvContentPartPr/>
                <p14:nvPr/>
              </p14:nvContentPartPr>
              <p14:xfrm>
                <a:off x="6850667" y="4336640"/>
                <a:ext cx="527760" cy="41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6E56855-BA26-B0BC-DDD3-8F8884CAC01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41667" y="4327640"/>
                  <a:ext cx="545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E76F271-C389-62B1-5291-1523BD38DBC4}"/>
                    </a:ext>
                  </a:extLst>
                </p14:cNvPr>
                <p14:cNvContentPartPr/>
                <p14:nvPr/>
              </p14:nvContentPartPr>
              <p14:xfrm>
                <a:off x="7067387" y="2548520"/>
                <a:ext cx="81360" cy="174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E76F271-C389-62B1-5291-1523BD38DB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58387" y="2539520"/>
                  <a:ext cx="99000" cy="17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BDC7B51-D95D-3249-3DFC-B7ED0ED6624E}"/>
                    </a:ext>
                  </a:extLst>
                </p14:cNvPr>
                <p14:cNvContentPartPr/>
                <p14:nvPr/>
              </p14:nvContentPartPr>
              <p14:xfrm>
                <a:off x="7015907" y="4127480"/>
                <a:ext cx="93960" cy="1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BDC7B51-D95D-3249-3DFC-B7ED0ED662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07267" y="4118480"/>
                  <a:ext cx="111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2561C99-DDDD-9D6D-4C23-CDFE88B5F479}"/>
                    </a:ext>
                  </a:extLst>
                </p14:cNvPr>
                <p14:cNvContentPartPr/>
                <p14:nvPr/>
              </p14:nvContentPartPr>
              <p14:xfrm>
                <a:off x="7068107" y="4189400"/>
                <a:ext cx="162720" cy="13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2561C99-DDDD-9D6D-4C23-CDFE88B5F4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59467" y="4180400"/>
                  <a:ext cx="180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643C627-DF61-766D-716B-5565F41F6C8A}"/>
                    </a:ext>
                  </a:extLst>
                </p14:cNvPr>
                <p14:cNvContentPartPr/>
                <p14:nvPr/>
              </p14:nvContentPartPr>
              <p14:xfrm>
                <a:off x="7009067" y="2552120"/>
                <a:ext cx="249480" cy="175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643C627-DF61-766D-716B-5565F41F6C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00427" y="2543480"/>
                  <a:ext cx="267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D69AB63-F92F-E2EE-F570-5071288F6EF1}"/>
                    </a:ext>
                  </a:extLst>
                </p14:cNvPr>
                <p14:cNvContentPartPr/>
                <p14:nvPr/>
              </p14:nvContentPartPr>
              <p14:xfrm>
                <a:off x="6645827" y="3171680"/>
                <a:ext cx="126720" cy="334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D69AB63-F92F-E2EE-F570-5071288F6EF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37187" y="3163040"/>
                  <a:ext cx="144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E0C6FA-AA28-BCA9-BBC8-36982AA57F2B}"/>
                    </a:ext>
                  </a:extLst>
                </p14:cNvPr>
                <p14:cNvContentPartPr/>
                <p14:nvPr/>
              </p14:nvContentPartPr>
              <p14:xfrm>
                <a:off x="6790907" y="3492440"/>
                <a:ext cx="101160" cy="15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E0C6FA-AA28-BCA9-BBC8-36982AA57F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81907" y="3483440"/>
                  <a:ext cx="1188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6E9CA61-368C-A845-22D4-36BBF4FDF5EF}"/>
              </a:ext>
            </a:extLst>
          </p:cNvPr>
          <p:cNvGrpSpPr/>
          <p:nvPr/>
        </p:nvGrpSpPr>
        <p:grpSpPr>
          <a:xfrm>
            <a:off x="7598387" y="5270120"/>
            <a:ext cx="318600" cy="482040"/>
            <a:chOff x="7598387" y="5270120"/>
            <a:chExt cx="31860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8F18356-7795-64D0-69EC-FFCD3604ACEF}"/>
                    </a:ext>
                  </a:extLst>
                </p14:cNvPr>
                <p14:cNvContentPartPr/>
                <p14:nvPr/>
              </p14:nvContentPartPr>
              <p14:xfrm>
                <a:off x="7598387" y="5270120"/>
                <a:ext cx="132120" cy="343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8F18356-7795-64D0-69EC-FFCD3604AC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89747" y="5261480"/>
                  <a:ext cx="149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ECC304-4C82-7247-BD47-B2C6BEB8A04F}"/>
                    </a:ext>
                  </a:extLst>
                </p14:cNvPr>
                <p14:cNvContentPartPr/>
                <p14:nvPr/>
              </p14:nvContentPartPr>
              <p14:xfrm>
                <a:off x="7765787" y="5636960"/>
                <a:ext cx="151200" cy="115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ECC304-4C82-7247-BD47-B2C6BEB8A04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56787" y="5627960"/>
                  <a:ext cx="1688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0869C71-4BDE-3BF1-B515-E53326861631}"/>
              </a:ext>
            </a:extLst>
          </p:cNvPr>
          <p:cNvGrpSpPr/>
          <p:nvPr/>
        </p:nvGrpSpPr>
        <p:grpSpPr>
          <a:xfrm>
            <a:off x="8550587" y="5187680"/>
            <a:ext cx="2399760" cy="526320"/>
            <a:chOff x="8550587" y="5187680"/>
            <a:chExt cx="2399760" cy="52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E10222-87B3-1815-6AE0-9F37C7391BA1}"/>
                    </a:ext>
                  </a:extLst>
                </p14:cNvPr>
                <p14:cNvContentPartPr/>
                <p14:nvPr/>
              </p14:nvContentPartPr>
              <p14:xfrm>
                <a:off x="8550587" y="5304320"/>
                <a:ext cx="126000" cy="300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E10222-87B3-1815-6AE0-9F37C7391B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41947" y="5295320"/>
                  <a:ext cx="143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9250A4D-B0D4-1844-51A4-2C405388EFCC}"/>
                    </a:ext>
                  </a:extLst>
                </p14:cNvPr>
                <p14:cNvContentPartPr/>
                <p14:nvPr/>
              </p14:nvContentPartPr>
              <p14:xfrm>
                <a:off x="8760107" y="5509520"/>
                <a:ext cx="83520" cy="113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9250A4D-B0D4-1844-51A4-2C405388EF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751467" y="5500880"/>
                  <a:ext cx="101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E93FBAA-5179-2B54-09D7-258F8BE803C3}"/>
                    </a:ext>
                  </a:extLst>
                </p14:cNvPr>
                <p14:cNvContentPartPr/>
                <p14:nvPr/>
              </p14:nvContentPartPr>
              <p14:xfrm>
                <a:off x="8950187" y="5540480"/>
                <a:ext cx="48600" cy="83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E93FBAA-5179-2B54-09D7-258F8BE803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41547" y="5531840"/>
                  <a:ext cx="66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9004C1-34DE-9A1B-F50B-F2A3A8F8820F}"/>
                    </a:ext>
                  </a:extLst>
                </p14:cNvPr>
                <p14:cNvContentPartPr/>
                <p14:nvPr/>
              </p14:nvContentPartPr>
              <p14:xfrm>
                <a:off x="9022547" y="5375960"/>
                <a:ext cx="17640" cy="67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9004C1-34DE-9A1B-F50B-F2A3A8F8820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13547" y="5366960"/>
                  <a:ext cx="35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1F2C49-47CC-DF08-F50B-34795E6C0784}"/>
                    </a:ext>
                  </a:extLst>
                </p14:cNvPr>
                <p14:cNvContentPartPr/>
                <p14:nvPr/>
              </p14:nvContentPartPr>
              <p14:xfrm>
                <a:off x="9088427" y="5233760"/>
                <a:ext cx="359280" cy="48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1F2C49-47CC-DF08-F50B-34795E6C07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79787" y="5225120"/>
                  <a:ext cx="3769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A499EC-7E0B-4C54-2030-8168BC1B7189}"/>
                    </a:ext>
                  </a:extLst>
                </p14:cNvPr>
                <p14:cNvContentPartPr/>
                <p14:nvPr/>
              </p14:nvContentPartPr>
              <p14:xfrm>
                <a:off x="9464267" y="5388560"/>
                <a:ext cx="78480" cy="174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A499EC-7E0B-4C54-2030-8168BC1B71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55627" y="5379920"/>
                  <a:ext cx="96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A99199-260F-76DD-A44E-4CCCC04F5490}"/>
                    </a:ext>
                  </a:extLst>
                </p14:cNvPr>
                <p14:cNvContentPartPr/>
                <p14:nvPr/>
              </p14:nvContentPartPr>
              <p14:xfrm>
                <a:off x="9447707" y="5509160"/>
                <a:ext cx="131400" cy="10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A99199-260F-76DD-A44E-4CCCC04F54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8707" y="5500160"/>
                  <a:ext cx="149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C6D22F-A4EC-EE1F-BD71-B5F8654F948F}"/>
                    </a:ext>
                  </a:extLst>
                </p14:cNvPr>
                <p14:cNvContentPartPr/>
                <p14:nvPr/>
              </p14:nvContentPartPr>
              <p14:xfrm>
                <a:off x="9797627" y="5495120"/>
                <a:ext cx="45360" cy="4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C6D22F-A4EC-EE1F-BD71-B5F8654F94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8627" y="5486480"/>
                  <a:ext cx="6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A1EB6F8-05DD-F9F4-C57E-490556350829}"/>
                    </a:ext>
                  </a:extLst>
                </p14:cNvPr>
                <p14:cNvContentPartPr/>
                <p14:nvPr/>
              </p14:nvContentPartPr>
              <p14:xfrm>
                <a:off x="9938027" y="5191640"/>
                <a:ext cx="209880" cy="415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A1EB6F8-05DD-F9F4-C57E-4905563508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29387" y="5182640"/>
                  <a:ext cx="2275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DA2C1EE-8C62-3C7D-F4D4-85089AF7EB31}"/>
                    </a:ext>
                  </a:extLst>
                </p14:cNvPr>
                <p14:cNvContentPartPr/>
                <p14:nvPr/>
              </p14:nvContentPartPr>
              <p14:xfrm>
                <a:off x="9953507" y="5430680"/>
                <a:ext cx="99000" cy="2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DA2C1EE-8C62-3C7D-F4D4-85089AF7EB3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44507" y="5422040"/>
                  <a:ext cx="116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A2F03A-47FB-8079-8ED6-E6F123B34AAF}"/>
                    </a:ext>
                  </a:extLst>
                </p14:cNvPr>
                <p14:cNvContentPartPr/>
                <p14:nvPr/>
              </p14:nvContentPartPr>
              <p14:xfrm>
                <a:off x="10312427" y="5234480"/>
                <a:ext cx="109440" cy="296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A2F03A-47FB-8079-8ED6-E6F123B34A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03787" y="5225480"/>
                  <a:ext cx="127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3DE01A-AF30-2CD9-87FA-64A3A902BD9F}"/>
                    </a:ext>
                  </a:extLst>
                </p14:cNvPr>
                <p14:cNvContentPartPr/>
                <p14:nvPr/>
              </p14:nvContentPartPr>
              <p14:xfrm>
                <a:off x="10453907" y="5389640"/>
                <a:ext cx="101160" cy="13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3DE01A-AF30-2CD9-87FA-64A3A902BD9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44907" y="5380640"/>
                  <a:ext cx="118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F5228F-7713-FA2A-AC47-89E64C383864}"/>
                    </a:ext>
                  </a:extLst>
                </p14:cNvPr>
                <p14:cNvContentPartPr/>
                <p14:nvPr/>
              </p14:nvContentPartPr>
              <p14:xfrm>
                <a:off x="10684667" y="5187680"/>
                <a:ext cx="214920" cy="429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F5228F-7713-FA2A-AC47-89E64C38386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76027" y="5178680"/>
                  <a:ext cx="2325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CB7029-D275-F1D1-7996-24C6A862D9C0}"/>
                    </a:ext>
                  </a:extLst>
                </p14:cNvPr>
                <p14:cNvContentPartPr/>
                <p14:nvPr/>
              </p14:nvContentPartPr>
              <p14:xfrm>
                <a:off x="10643627" y="5461640"/>
                <a:ext cx="108720" cy="8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2CB7029-D275-F1D1-7996-24C6A862D9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34627" y="5452640"/>
                  <a:ext cx="126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439E62-A54F-E4F5-6837-CFD1807CE07A}"/>
                    </a:ext>
                  </a:extLst>
                </p14:cNvPr>
                <p14:cNvContentPartPr/>
                <p14:nvPr/>
              </p14:nvContentPartPr>
              <p14:xfrm>
                <a:off x="10844867" y="5294240"/>
                <a:ext cx="105480" cy="27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439E62-A54F-E4F5-6837-CFD1807CE07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35867" y="5285240"/>
                  <a:ext cx="123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4690DD4-7127-D59F-B1BE-F7A04C0351B7}"/>
                    </a:ext>
                  </a:extLst>
                </p14:cNvPr>
                <p14:cNvContentPartPr/>
                <p14:nvPr/>
              </p14:nvContentPartPr>
              <p14:xfrm>
                <a:off x="10823987" y="5444360"/>
                <a:ext cx="102600" cy="5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4690DD4-7127-D59F-B1BE-F7A04C0351B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15347" y="5435360"/>
                  <a:ext cx="1202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7E1DF8F-307C-2337-827B-0990873C725E}"/>
              </a:ext>
            </a:extLst>
          </p:cNvPr>
          <p:cNvGrpSpPr/>
          <p:nvPr/>
        </p:nvGrpSpPr>
        <p:grpSpPr>
          <a:xfrm>
            <a:off x="11213867" y="5287760"/>
            <a:ext cx="882720" cy="322560"/>
            <a:chOff x="11213867" y="5287760"/>
            <a:chExt cx="8827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DFA152-F67B-1546-9A7E-DBBF9DD61215}"/>
                    </a:ext>
                  </a:extLst>
                </p14:cNvPr>
                <p14:cNvContentPartPr/>
                <p14:nvPr/>
              </p14:nvContentPartPr>
              <p14:xfrm>
                <a:off x="11213867" y="5384240"/>
                <a:ext cx="113400" cy="138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DFA152-F67B-1546-9A7E-DBBF9DD612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04867" y="5375240"/>
                  <a:ext cx="131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964D34-4FA3-803E-BE7E-CF0BBEDDF15C}"/>
                    </a:ext>
                  </a:extLst>
                </p14:cNvPr>
                <p14:cNvContentPartPr/>
                <p14:nvPr/>
              </p14:nvContentPartPr>
              <p14:xfrm>
                <a:off x="11393147" y="5455520"/>
                <a:ext cx="79200" cy="87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964D34-4FA3-803E-BE7E-CF0BBEDDF15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4147" y="5446880"/>
                  <a:ext cx="96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42599D-D46C-1AC8-4023-8ED18FE7F986}"/>
                    </a:ext>
                  </a:extLst>
                </p14:cNvPr>
                <p14:cNvContentPartPr/>
                <p14:nvPr/>
              </p14:nvContentPartPr>
              <p14:xfrm>
                <a:off x="11523827" y="5287760"/>
                <a:ext cx="124560" cy="273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42599D-D46C-1AC8-4023-8ED18FE7F9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15187" y="5278760"/>
                  <a:ext cx="142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7E504C0-6AC5-8843-7EF5-FEBB584D1CAD}"/>
                    </a:ext>
                  </a:extLst>
                </p14:cNvPr>
                <p14:cNvContentPartPr/>
                <p14:nvPr/>
              </p14:nvContentPartPr>
              <p14:xfrm>
                <a:off x="11726147" y="5298920"/>
                <a:ext cx="56880" cy="284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7E504C0-6AC5-8843-7EF5-FEBB584D1C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17507" y="5290280"/>
                  <a:ext cx="74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562FBD-4894-C592-0E0A-9922C83399DE}"/>
                    </a:ext>
                  </a:extLst>
                </p14:cNvPr>
                <p14:cNvContentPartPr/>
                <p14:nvPr/>
              </p14:nvContentPartPr>
              <p14:xfrm>
                <a:off x="11653427" y="5387120"/>
                <a:ext cx="223920" cy="158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562FBD-4894-C592-0E0A-9922C83399D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44427" y="5378480"/>
                  <a:ext cx="241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F070F88-DB9B-855B-A1B8-84EAEDB6B4DC}"/>
                    </a:ext>
                  </a:extLst>
                </p14:cNvPr>
                <p14:cNvContentPartPr/>
                <p14:nvPr/>
              </p14:nvContentPartPr>
              <p14:xfrm>
                <a:off x="11905787" y="5432840"/>
                <a:ext cx="66600" cy="123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F070F88-DB9B-855B-A1B8-84EAEDB6B4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897147" y="5423840"/>
                  <a:ext cx="84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70325E-FA67-A1BB-BAF8-6445258A1C99}"/>
                    </a:ext>
                  </a:extLst>
                </p14:cNvPr>
                <p14:cNvContentPartPr/>
                <p14:nvPr/>
              </p14:nvContentPartPr>
              <p14:xfrm>
                <a:off x="12011267" y="5454080"/>
                <a:ext cx="85320" cy="156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70325E-FA67-A1BB-BAF8-6445258A1C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002267" y="5445080"/>
                  <a:ext cx="1029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82D4898-4AC5-5108-3D4D-A844AB75868C}"/>
              </a:ext>
            </a:extLst>
          </p:cNvPr>
          <p:cNvGrpSpPr/>
          <p:nvPr/>
        </p:nvGrpSpPr>
        <p:grpSpPr>
          <a:xfrm>
            <a:off x="7607747" y="5964560"/>
            <a:ext cx="423360" cy="543600"/>
            <a:chOff x="7607747" y="5964560"/>
            <a:chExt cx="423360" cy="54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0328261-3AC1-B5F2-F367-F83798208E1B}"/>
                    </a:ext>
                  </a:extLst>
                </p14:cNvPr>
                <p14:cNvContentPartPr/>
                <p14:nvPr/>
              </p14:nvContentPartPr>
              <p14:xfrm>
                <a:off x="7607747" y="5964560"/>
                <a:ext cx="171360" cy="39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0328261-3AC1-B5F2-F367-F83798208E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98747" y="5955920"/>
                  <a:ext cx="189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D1BAB52-0386-52AE-46F4-AFABA154402A}"/>
                    </a:ext>
                  </a:extLst>
                </p14:cNvPr>
                <p14:cNvContentPartPr/>
                <p14:nvPr/>
              </p14:nvContentPartPr>
              <p14:xfrm>
                <a:off x="7882427" y="6282440"/>
                <a:ext cx="148680" cy="225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D1BAB52-0386-52AE-46F4-AFABA15440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73427" y="6273800"/>
                  <a:ext cx="1663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DE95C64-08EE-937B-776E-D44500CE20B2}"/>
              </a:ext>
            </a:extLst>
          </p:cNvPr>
          <p:cNvGrpSpPr/>
          <p:nvPr/>
        </p:nvGrpSpPr>
        <p:grpSpPr>
          <a:xfrm>
            <a:off x="8671907" y="6036920"/>
            <a:ext cx="1085400" cy="348480"/>
            <a:chOff x="8671907" y="6036920"/>
            <a:chExt cx="108540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55219C-1C62-26E1-7E96-E9FBD1749061}"/>
                    </a:ext>
                  </a:extLst>
                </p14:cNvPr>
                <p14:cNvContentPartPr/>
                <p14:nvPr/>
              </p14:nvContentPartPr>
              <p14:xfrm>
                <a:off x="8671907" y="6067520"/>
                <a:ext cx="162720" cy="27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55219C-1C62-26E1-7E96-E9FBD17490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63267" y="6058520"/>
                  <a:ext cx="180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92CE38C-108B-7F15-A874-DA33B4782224}"/>
                    </a:ext>
                  </a:extLst>
                </p14:cNvPr>
                <p14:cNvContentPartPr/>
                <p14:nvPr/>
              </p14:nvContentPartPr>
              <p14:xfrm>
                <a:off x="8915627" y="6221600"/>
                <a:ext cx="100800" cy="103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92CE38C-108B-7F15-A874-DA33B4782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06627" y="6212960"/>
                  <a:ext cx="118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7941231-77CA-18F6-881B-98059082E823}"/>
                    </a:ext>
                  </a:extLst>
                </p14:cNvPr>
                <p14:cNvContentPartPr/>
                <p14:nvPr/>
              </p14:nvContentPartPr>
              <p14:xfrm>
                <a:off x="9122627" y="6242840"/>
                <a:ext cx="18360" cy="63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7941231-77CA-18F6-881B-98059082E8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13627" y="6233840"/>
                  <a:ext cx="36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5972EA3-1FE9-2F4A-C8AF-CC44FE945361}"/>
                    </a:ext>
                  </a:extLst>
                </p14:cNvPr>
                <p14:cNvContentPartPr/>
                <p14:nvPr/>
              </p14:nvContentPartPr>
              <p14:xfrm>
                <a:off x="9193907" y="6116120"/>
                <a:ext cx="43920" cy="51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5972EA3-1FE9-2F4A-C8AF-CC44FE9453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85267" y="6107480"/>
                  <a:ext cx="61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B211247-03F5-A1F8-E297-E831CC11315C}"/>
                    </a:ext>
                  </a:extLst>
                </p14:cNvPr>
                <p14:cNvContentPartPr/>
                <p14:nvPr/>
              </p14:nvContentPartPr>
              <p14:xfrm>
                <a:off x="9214787" y="6036920"/>
                <a:ext cx="280080" cy="34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B211247-03F5-A1F8-E297-E831CC1131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05787" y="6027920"/>
                  <a:ext cx="297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8D2746C-FF33-CB06-782B-F22EB6719AB7}"/>
                    </a:ext>
                  </a:extLst>
                </p14:cNvPr>
                <p14:cNvContentPartPr/>
                <p14:nvPr/>
              </p14:nvContentPartPr>
              <p14:xfrm>
                <a:off x="9625187" y="6058520"/>
                <a:ext cx="52200" cy="206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8D2746C-FF33-CB06-782B-F22EB6719AB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16547" y="6049520"/>
                  <a:ext cx="69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6D62765-2B22-F500-DF9B-27D3AED807DE}"/>
                    </a:ext>
                  </a:extLst>
                </p14:cNvPr>
                <p14:cNvContentPartPr/>
                <p14:nvPr/>
              </p14:nvContentPartPr>
              <p14:xfrm>
                <a:off x="9618347" y="6119360"/>
                <a:ext cx="138960" cy="22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6D62765-2B22-F500-DF9B-27D3AED807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09707" y="6110360"/>
                  <a:ext cx="1566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5F54FE7-A5CB-1590-8B45-C90CEC77B52D}"/>
              </a:ext>
            </a:extLst>
          </p:cNvPr>
          <p:cNvGrpSpPr/>
          <p:nvPr/>
        </p:nvGrpSpPr>
        <p:grpSpPr>
          <a:xfrm>
            <a:off x="9952427" y="5890040"/>
            <a:ext cx="2171880" cy="482400"/>
            <a:chOff x="9952427" y="5890040"/>
            <a:chExt cx="217188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71005B9-9745-758B-7BD1-3A0217E176AD}"/>
                    </a:ext>
                  </a:extLst>
                </p14:cNvPr>
                <p14:cNvContentPartPr/>
                <p14:nvPr/>
              </p14:nvContentPartPr>
              <p14:xfrm>
                <a:off x="9952427" y="6156800"/>
                <a:ext cx="111240" cy="88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71005B9-9745-758B-7BD1-3A0217E176A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43787" y="6148160"/>
                  <a:ext cx="128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34B6BC5-686C-6E58-1A79-4C6CB9B05F24}"/>
                    </a:ext>
                  </a:extLst>
                </p14:cNvPr>
                <p14:cNvContentPartPr/>
                <p14:nvPr/>
              </p14:nvContentPartPr>
              <p14:xfrm>
                <a:off x="10129187" y="5890040"/>
                <a:ext cx="185760" cy="482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34B6BC5-686C-6E58-1A79-4C6CB9B05F2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20547" y="5881040"/>
                  <a:ext cx="2034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3E516B3-9D1F-2594-9812-C19922B680C6}"/>
                    </a:ext>
                  </a:extLst>
                </p14:cNvPr>
                <p14:cNvContentPartPr/>
                <p14:nvPr/>
              </p14:nvContentPartPr>
              <p14:xfrm>
                <a:off x="10084907" y="6125480"/>
                <a:ext cx="122400" cy="22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3E516B3-9D1F-2594-9812-C19922B680C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76267" y="6116480"/>
                  <a:ext cx="140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3F21BA1-1756-F389-8C2A-540FDD998B22}"/>
                    </a:ext>
                  </a:extLst>
                </p14:cNvPr>
                <p14:cNvContentPartPr/>
                <p14:nvPr/>
              </p14:nvContentPartPr>
              <p14:xfrm>
                <a:off x="10362827" y="6062120"/>
                <a:ext cx="92160" cy="16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3F21BA1-1756-F389-8C2A-540FDD998B2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3827" y="6053120"/>
                  <a:ext cx="10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7C137DB-A0F5-78F9-3096-2325C3C33976}"/>
                    </a:ext>
                  </a:extLst>
                </p14:cNvPr>
                <p14:cNvContentPartPr/>
                <p14:nvPr/>
              </p14:nvContentPartPr>
              <p14:xfrm>
                <a:off x="10510427" y="6122240"/>
                <a:ext cx="18360" cy="38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7C137DB-A0F5-78F9-3096-2325C3C339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01427" y="6113600"/>
                  <a:ext cx="36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66F725-1070-4096-DF73-3749137797EA}"/>
                    </a:ext>
                  </a:extLst>
                </p14:cNvPr>
                <p14:cNvContentPartPr/>
                <p14:nvPr/>
              </p14:nvContentPartPr>
              <p14:xfrm>
                <a:off x="10567307" y="5980040"/>
                <a:ext cx="10080" cy="66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66F725-1070-4096-DF73-3749137797E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58667" y="5971400"/>
                  <a:ext cx="27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8CADD08-27B0-AB98-D892-AA7AED4759AB}"/>
                    </a:ext>
                  </a:extLst>
                </p14:cNvPr>
                <p14:cNvContentPartPr/>
                <p14:nvPr/>
              </p14:nvContentPartPr>
              <p14:xfrm>
                <a:off x="10569467" y="5926400"/>
                <a:ext cx="260280" cy="336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8CADD08-27B0-AB98-D892-AA7AED4759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60467" y="5917400"/>
                  <a:ext cx="2779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C5854F3-49AC-F854-D173-14E8456C1B4F}"/>
                    </a:ext>
                  </a:extLst>
                </p14:cNvPr>
                <p14:cNvContentPartPr/>
                <p14:nvPr/>
              </p14:nvContentPartPr>
              <p14:xfrm>
                <a:off x="10944587" y="6007040"/>
                <a:ext cx="70200" cy="201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C5854F3-49AC-F854-D173-14E8456C1B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35587" y="5998400"/>
                  <a:ext cx="87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8616C9-4433-6B62-EB7B-0860B76522A1}"/>
                    </a:ext>
                  </a:extLst>
                </p14:cNvPr>
                <p14:cNvContentPartPr/>
                <p14:nvPr/>
              </p14:nvContentPartPr>
              <p14:xfrm>
                <a:off x="10947467" y="6091280"/>
                <a:ext cx="99000" cy="28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8616C9-4433-6B62-EB7B-0860B76522A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938827" y="6082640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EF6AA92-AA98-239C-23FD-DEC882E3F158}"/>
                    </a:ext>
                  </a:extLst>
                </p14:cNvPr>
                <p14:cNvContentPartPr/>
                <p14:nvPr/>
              </p14:nvContentPartPr>
              <p14:xfrm>
                <a:off x="11155547" y="6104600"/>
                <a:ext cx="113040" cy="115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EF6AA92-AA98-239C-23FD-DEC882E3F15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46547" y="6095600"/>
                  <a:ext cx="130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B51048D-FB8B-2763-411C-3B0234A0F411}"/>
                    </a:ext>
                  </a:extLst>
                </p14:cNvPr>
                <p14:cNvContentPartPr/>
                <p14:nvPr/>
              </p14:nvContentPartPr>
              <p14:xfrm>
                <a:off x="11329787" y="6150320"/>
                <a:ext cx="77760" cy="46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B51048D-FB8B-2763-411C-3B0234A0F41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21147" y="6141680"/>
                  <a:ext cx="95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6293E30-D99B-BA6E-5DB9-89CFC2B6133D}"/>
                    </a:ext>
                  </a:extLst>
                </p14:cNvPr>
                <p14:cNvContentPartPr/>
                <p14:nvPr/>
              </p14:nvContentPartPr>
              <p14:xfrm>
                <a:off x="11458307" y="6007400"/>
                <a:ext cx="102240" cy="19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6293E30-D99B-BA6E-5DB9-89CFC2B6133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49307" y="5998400"/>
                  <a:ext cx="119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C3AF0BF-53E2-A626-279C-28B7A361670D}"/>
                    </a:ext>
                  </a:extLst>
                </p14:cNvPr>
                <p14:cNvContentPartPr/>
                <p14:nvPr/>
              </p14:nvContentPartPr>
              <p14:xfrm>
                <a:off x="11687267" y="5975720"/>
                <a:ext cx="105840" cy="235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C3AF0BF-53E2-A626-279C-28B7A36167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78267" y="5966720"/>
                  <a:ext cx="123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235F1BE-19A9-91BD-F62B-6CE67CBA9637}"/>
                    </a:ext>
                  </a:extLst>
                </p14:cNvPr>
                <p14:cNvContentPartPr/>
                <p14:nvPr/>
              </p14:nvContentPartPr>
              <p14:xfrm>
                <a:off x="11682587" y="6102800"/>
                <a:ext cx="153000" cy="97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235F1BE-19A9-91BD-F62B-6CE67CBA963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673947" y="6093800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777FB2-3B5B-4084-6653-019F5EC212B0}"/>
                    </a:ext>
                  </a:extLst>
                </p14:cNvPr>
                <p14:cNvContentPartPr/>
                <p14:nvPr/>
              </p14:nvContentPartPr>
              <p14:xfrm>
                <a:off x="11867267" y="6131600"/>
                <a:ext cx="91800" cy="91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777FB2-3B5B-4084-6653-019F5EC212B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858267" y="6122600"/>
                  <a:ext cx="109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0158DB-245E-640F-B724-24E6B2EC388A}"/>
                    </a:ext>
                  </a:extLst>
                </p14:cNvPr>
                <p14:cNvContentPartPr/>
                <p14:nvPr/>
              </p14:nvContentPartPr>
              <p14:xfrm>
                <a:off x="12016307" y="6139520"/>
                <a:ext cx="108000" cy="142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0158DB-245E-640F-B724-24E6B2EC38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007307" y="6130520"/>
                  <a:ext cx="1256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349C4A1-F3F6-2773-C0B9-736195D7B1B8}"/>
              </a:ext>
            </a:extLst>
          </p:cNvPr>
          <p:cNvGrpSpPr/>
          <p:nvPr/>
        </p:nvGrpSpPr>
        <p:grpSpPr>
          <a:xfrm>
            <a:off x="469307" y="5216480"/>
            <a:ext cx="750960" cy="514440"/>
            <a:chOff x="469307" y="5216480"/>
            <a:chExt cx="75096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86DBC93-5FE3-FF48-32FD-4AE0F3604C0B}"/>
                    </a:ext>
                  </a:extLst>
                </p14:cNvPr>
                <p14:cNvContentPartPr/>
                <p14:nvPr/>
              </p14:nvContentPartPr>
              <p14:xfrm>
                <a:off x="469307" y="5288120"/>
                <a:ext cx="244440" cy="44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86DBC93-5FE3-FF48-32FD-4AE0F3604C0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0307" y="5279480"/>
                  <a:ext cx="2620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F6F5893-DF95-E3E0-34CB-6EE57BBEF11C}"/>
                    </a:ext>
                  </a:extLst>
                </p14:cNvPr>
                <p14:cNvContentPartPr/>
                <p14:nvPr/>
              </p14:nvContentPartPr>
              <p14:xfrm>
                <a:off x="708707" y="5476760"/>
                <a:ext cx="110160" cy="92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F6F5893-DF95-E3E0-34CB-6EE57BBEF11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9707" y="5468120"/>
                  <a:ext cx="127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2F3014E-BCF4-3DE4-EB97-612055F1BC3A}"/>
                    </a:ext>
                  </a:extLst>
                </p14:cNvPr>
                <p14:cNvContentPartPr/>
                <p14:nvPr/>
              </p14:nvContentPartPr>
              <p14:xfrm>
                <a:off x="883307" y="5465240"/>
                <a:ext cx="97920" cy="90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2F3014E-BCF4-3DE4-EB97-612055F1BC3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4667" y="5456600"/>
                  <a:ext cx="115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5B983C5-3939-3499-E01F-FD5EFEBE1802}"/>
                    </a:ext>
                  </a:extLst>
                </p14:cNvPr>
                <p14:cNvContentPartPr/>
                <p14:nvPr/>
              </p14:nvContentPartPr>
              <p14:xfrm>
                <a:off x="1002107" y="5216480"/>
                <a:ext cx="218160" cy="294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5B983C5-3939-3499-E01F-FD5EFEBE18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3107" y="5207480"/>
                  <a:ext cx="23580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3874153-E1DF-1DDF-8731-AE581FF86DF9}"/>
              </a:ext>
            </a:extLst>
          </p:cNvPr>
          <p:cNvGrpSpPr/>
          <p:nvPr/>
        </p:nvGrpSpPr>
        <p:grpSpPr>
          <a:xfrm>
            <a:off x="1558307" y="5134760"/>
            <a:ext cx="1514160" cy="339480"/>
            <a:chOff x="1558307" y="5134760"/>
            <a:chExt cx="15141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23A8C24-63DE-48FB-3C52-AEAD0B21A8EB}"/>
                    </a:ext>
                  </a:extLst>
                </p14:cNvPr>
                <p14:cNvContentPartPr/>
                <p14:nvPr/>
              </p14:nvContentPartPr>
              <p14:xfrm>
                <a:off x="1558307" y="5181920"/>
                <a:ext cx="129960" cy="292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23A8C24-63DE-48FB-3C52-AEAD0B21A8E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49667" y="5173280"/>
                  <a:ext cx="14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3FCA64C-6576-7CC8-1DE3-DE5161F85B74}"/>
                    </a:ext>
                  </a:extLst>
                </p14:cNvPr>
                <p14:cNvContentPartPr/>
                <p14:nvPr/>
              </p14:nvContentPartPr>
              <p14:xfrm>
                <a:off x="1730387" y="5330960"/>
                <a:ext cx="135000" cy="126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3FCA64C-6576-7CC8-1DE3-DE5161F85B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721387" y="5322320"/>
                  <a:ext cx="152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D23A501-8238-F894-D1C8-C94182F164DB}"/>
                    </a:ext>
                  </a:extLst>
                </p14:cNvPr>
                <p14:cNvContentPartPr/>
                <p14:nvPr/>
              </p14:nvContentPartPr>
              <p14:xfrm>
                <a:off x="1961147" y="5134760"/>
                <a:ext cx="70920" cy="298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D23A501-8238-F894-D1C8-C94182F164D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52507" y="5125760"/>
                  <a:ext cx="88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1F9112A-836C-F6BE-B52A-2465A71EED6D}"/>
                    </a:ext>
                  </a:extLst>
                </p14:cNvPr>
                <p14:cNvContentPartPr/>
                <p14:nvPr/>
              </p14:nvContentPartPr>
              <p14:xfrm>
                <a:off x="2028467" y="5330600"/>
                <a:ext cx="433440" cy="139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1F9112A-836C-F6BE-B52A-2465A71EED6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19827" y="5321960"/>
                  <a:ext cx="451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CFA71A3-5579-D6B8-6253-FC6F48F418FD}"/>
                    </a:ext>
                  </a:extLst>
                </p14:cNvPr>
                <p14:cNvContentPartPr/>
                <p14:nvPr/>
              </p14:nvContentPartPr>
              <p14:xfrm>
                <a:off x="2556947" y="5319080"/>
                <a:ext cx="82080" cy="111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CFA71A3-5579-D6B8-6253-FC6F48F418F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47947" y="5310440"/>
                  <a:ext cx="99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D01E0F5-BB6D-9978-DAF8-E06EA101987A}"/>
                    </a:ext>
                  </a:extLst>
                </p14:cNvPr>
                <p14:cNvContentPartPr/>
                <p14:nvPr/>
              </p14:nvContentPartPr>
              <p14:xfrm>
                <a:off x="2716787" y="5306120"/>
                <a:ext cx="101520" cy="119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D01E0F5-BB6D-9978-DAF8-E06EA101987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08147" y="5297480"/>
                  <a:ext cx="119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BCB7BF-05C7-0FDD-F0C0-17F4140D5013}"/>
                    </a:ext>
                  </a:extLst>
                </p14:cNvPr>
                <p14:cNvContentPartPr/>
                <p14:nvPr/>
              </p14:nvContentPartPr>
              <p14:xfrm>
                <a:off x="2933507" y="5325200"/>
                <a:ext cx="138960" cy="106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BCB7BF-05C7-0FDD-F0C0-17F4140D501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24507" y="5316200"/>
                  <a:ext cx="1566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AA07530-89FF-51D1-E3F5-A6D84C3DC4C1}"/>
              </a:ext>
            </a:extLst>
          </p:cNvPr>
          <p:cNvGrpSpPr/>
          <p:nvPr/>
        </p:nvGrpSpPr>
        <p:grpSpPr>
          <a:xfrm>
            <a:off x="436547" y="6172640"/>
            <a:ext cx="510480" cy="183600"/>
            <a:chOff x="436547" y="6172640"/>
            <a:chExt cx="51048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06629E7-A0EE-665F-BBC9-A39592B151EF}"/>
                    </a:ext>
                  </a:extLst>
                </p14:cNvPr>
                <p14:cNvContentPartPr/>
                <p14:nvPr/>
              </p14:nvContentPartPr>
              <p14:xfrm>
                <a:off x="436547" y="6214400"/>
                <a:ext cx="206280" cy="141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06629E7-A0EE-665F-BBC9-A39592B151E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7907" y="6205400"/>
                  <a:ext cx="223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63734CE-96A3-E311-9F56-ED29D1ECCD4E}"/>
                    </a:ext>
                  </a:extLst>
                </p14:cNvPr>
                <p14:cNvContentPartPr/>
                <p14:nvPr/>
              </p14:nvContentPartPr>
              <p14:xfrm>
                <a:off x="700067" y="6186320"/>
                <a:ext cx="75600" cy="109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63734CE-96A3-E311-9F56-ED29D1ECCD4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91067" y="6177320"/>
                  <a:ext cx="93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65FCAD2-0BD1-DEAA-B12B-E03E996CDAB6}"/>
                    </a:ext>
                  </a:extLst>
                </p14:cNvPr>
                <p14:cNvContentPartPr/>
                <p14:nvPr/>
              </p14:nvContentPartPr>
              <p14:xfrm>
                <a:off x="841907" y="6172640"/>
                <a:ext cx="105120" cy="114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65FCAD2-0BD1-DEAA-B12B-E03E996CDAB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2907" y="6164000"/>
                  <a:ext cx="1227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0517169C-425B-1E2E-89E1-8AFE43860D3B}"/>
              </a:ext>
            </a:extLst>
          </p:cNvPr>
          <p:cNvGrpSpPr/>
          <p:nvPr/>
        </p:nvGrpSpPr>
        <p:grpSpPr>
          <a:xfrm>
            <a:off x="1394867" y="5806520"/>
            <a:ext cx="1745640" cy="405720"/>
            <a:chOff x="1394867" y="5806520"/>
            <a:chExt cx="174564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233371F-244F-7F14-0584-6359F3E454FA}"/>
                    </a:ext>
                  </a:extLst>
                </p14:cNvPr>
                <p14:cNvContentPartPr/>
                <p14:nvPr/>
              </p14:nvContentPartPr>
              <p14:xfrm>
                <a:off x="1394867" y="6081920"/>
                <a:ext cx="124920" cy="130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233371F-244F-7F14-0584-6359F3E454F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86227" y="6073280"/>
                  <a:ext cx="142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1BEB7A1-19C1-8495-686A-B98D0D1FCE3D}"/>
                    </a:ext>
                  </a:extLst>
                </p14:cNvPr>
                <p14:cNvContentPartPr/>
                <p14:nvPr/>
              </p14:nvContentPartPr>
              <p14:xfrm>
                <a:off x="1613027" y="6091640"/>
                <a:ext cx="129600" cy="102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1BEB7A1-19C1-8495-686A-B98D0D1FCE3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04027" y="6083000"/>
                  <a:ext cx="147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8AD430E-43AA-27A5-D312-EB1E6FD0417A}"/>
                    </a:ext>
                  </a:extLst>
                </p14:cNvPr>
                <p14:cNvContentPartPr/>
                <p14:nvPr/>
              </p14:nvContentPartPr>
              <p14:xfrm>
                <a:off x="1828667" y="5825960"/>
                <a:ext cx="111600" cy="381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8AD430E-43AA-27A5-D312-EB1E6FD0417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20027" y="5817320"/>
                  <a:ext cx="1292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B06C0F0-3DB1-3941-B20F-C62F4FC5E6C5}"/>
                    </a:ext>
                  </a:extLst>
                </p14:cNvPr>
                <p14:cNvContentPartPr/>
                <p14:nvPr/>
              </p14:nvContentPartPr>
              <p14:xfrm>
                <a:off x="1915787" y="6072560"/>
                <a:ext cx="317160" cy="99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B06C0F0-3DB1-3941-B20F-C62F4FC5E6C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907147" y="6063920"/>
                  <a:ext cx="33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2A14007-FBBB-B765-75C7-AE7BB2A1202D}"/>
                    </a:ext>
                  </a:extLst>
                </p14:cNvPr>
                <p14:cNvContentPartPr/>
                <p14:nvPr/>
              </p14:nvContentPartPr>
              <p14:xfrm>
                <a:off x="2313587" y="5841440"/>
                <a:ext cx="74160" cy="308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2A14007-FBBB-B765-75C7-AE7BB2A120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04587" y="5832800"/>
                  <a:ext cx="91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45CF7A1-4F53-9C5E-8C04-E7B79A19DEFD}"/>
                    </a:ext>
                  </a:extLst>
                </p14:cNvPr>
                <p14:cNvContentPartPr/>
                <p14:nvPr/>
              </p14:nvContentPartPr>
              <p14:xfrm>
                <a:off x="2397467" y="6053120"/>
                <a:ext cx="138600" cy="121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45CF7A1-4F53-9C5E-8C04-E7B79A19DEF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88467" y="6044120"/>
                  <a:ext cx="156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E3A9B1A-EABC-E9E7-C3AB-D66647D54E79}"/>
                    </a:ext>
                  </a:extLst>
                </p14:cNvPr>
                <p14:cNvContentPartPr/>
                <p14:nvPr/>
              </p14:nvContentPartPr>
              <p14:xfrm>
                <a:off x="2642267" y="5877080"/>
                <a:ext cx="56880" cy="270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E3A9B1A-EABC-E9E7-C3AB-D66647D54E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33627" y="5868080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7C8C595-C3B0-2940-F990-5E918139A61D}"/>
                    </a:ext>
                  </a:extLst>
                </p14:cNvPr>
                <p14:cNvContentPartPr/>
                <p14:nvPr/>
              </p14:nvContentPartPr>
              <p14:xfrm>
                <a:off x="2586467" y="6045560"/>
                <a:ext cx="130680" cy="1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7C8C595-C3B0-2940-F990-5E918139A61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77827" y="6036560"/>
                  <a:ext cx="148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DF59B8C-BF22-9FCC-FA22-6DA0BC701BBC}"/>
                    </a:ext>
                  </a:extLst>
                </p14:cNvPr>
                <p14:cNvContentPartPr/>
                <p14:nvPr/>
              </p14:nvContentPartPr>
              <p14:xfrm>
                <a:off x="2743427" y="6071480"/>
                <a:ext cx="93240" cy="78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DF59B8C-BF22-9FCC-FA22-6DA0BC701BB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4427" y="6062840"/>
                  <a:ext cx="110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79C6CD3-1AAC-A236-02A0-DD81E2C5C956}"/>
                    </a:ext>
                  </a:extLst>
                </p14:cNvPr>
                <p14:cNvContentPartPr/>
                <p14:nvPr/>
              </p14:nvContentPartPr>
              <p14:xfrm>
                <a:off x="2933147" y="5806520"/>
                <a:ext cx="207360" cy="388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79C6CD3-1AAC-A236-02A0-DD81E2C5C95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24147" y="5797520"/>
                  <a:ext cx="22500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31AAE20-2BEB-51DC-418A-993FC526095D}"/>
              </a:ext>
            </a:extLst>
          </p:cNvPr>
          <p:cNvGrpSpPr/>
          <p:nvPr/>
        </p:nvGrpSpPr>
        <p:grpSpPr>
          <a:xfrm>
            <a:off x="4184147" y="5733080"/>
            <a:ext cx="448200" cy="477720"/>
            <a:chOff x="4184147" y="5733080"/>
            <a:chExt cx="44820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9B7970E-1192-5904-8572-C8E3C4E73792}"/>
                    </a:ext>
                  </a:extLst>
                </p14:cNvPr>
                <p14:cNvContentPartPr/>
                <p14:nvPr/>
              </p14:nvContentPartPr>
              <p14:xfrm>
                <a:off x="4184147" y="5733080"/>
                <a:ext cx="165960" cy="351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9B7970E-1192-5904-8572-C8E3C4E7379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75507" y="5724080"/>
                  <a:ext cx="183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F265852-9FD5-CA9D-FE71-99E51D5A612A}"/>
                    </a:ext>
                  </a:extLst>
                </p14:cNvPr>
                <p14:cNvContentPartPr/>
                <p14:nvPr/>
              </p14:nvContentPartPr>
              <p14:xfrm>
                <a:off x="4452707" y="5988680"/>
                <a:ext cx="179640" cy="222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F265852-9FD5-CA9D-FE71-99E51D5A612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43707" y="5980040"/>
                  <a:ext cx="1972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7AD5DD8-B118-202C-C526-99156DC23A96}"/>
                  </a:ext>
                </a:extLst>
              </p14:cNvPr>
              <p14:cNvContentPartPr/>
              <p14:nvPr/>
            </p14:nvContentPartPr>
            <p14:xfrm>
              <a:off x="4853027" y="5937920"/>
              <a:ext cx="141120" cy="298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7AD5DD8-B118-202C-C526-99156DC23A9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844027" y="5929280"/>
                <a:ext cx="15876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5B41F89-9D47-3636-C069-E879994CDE8D}"/>
              </a:ext>
            </a:extLst>
          </p:cNvPr>
          <p:cNvGrpSpPr/>
          <p:nvPr/>
        </p:nvGrpSpPr>
        <p:grpSpPr>
          <a:xfrm>
            <a:off x="5268107" y="5651000"/>
            <a:ext cx="370080" cy="491040"/>
            <a:chOff x="5268107" y="5651000"/>
            <a:chExt cx="37008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28AEA8A-AA1E-B8D3-05EF-771F474ABAB4}"/>
                    </a:ext>
                  </a:extLst>
                </p14:cNvPr>
                <p14:cNvContentPartPr/>
                <p14:nvPr/>
              </p14:nvContentPartPr>
              <p14:xfrm>
                <a:off x="5268107" y="5651000"/>
                <a:ext cx="131400" cy="378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28AEA8A-AA1E-B8D3-05EF-771F474ABAB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59107" y="5642360"/>
                  <a:ext cx="1490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2A23759-49CD-5A4A-D1D2-E6BE0071205E}"/>
                    </a:ext>
                  </a:extLst>
                </p14:cNvPr>
                <p14:cNvContentPartPr/>
                <p14:nvPr/>
              </p14:nvContentPartPr>
              <p14:xfrm>
                <a:off x="5475827" y="6031880"/>
                <a:ext cx="162360" cy="110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2A23759-49CD-5A4A-D1D2-E6BE007120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67187" y="6023240"/>
                  <a:ext cx="1800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22186E2-FE50-B5FC-A43D-2DAB7CD93CCC}"/>
              </a:ext>
            </a:extLst>
          </p:cNvPr>
          <p:cNvGrpSpPr/>
          <p:nvPr/>
        </p:nvGrpSpPr>
        <p:grpSpPr>
          <a:xfrm>
            <a:off x="381467" y="6466400"/>
            <a:ext cx="900360" cy="357840"/>
            <a:chOff x="381467" y="6466400"/>
            <a:chExt cx="9003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B7C4C28-B3B4-960C-1E98-289D7FA74AC3}"/>
                    </a:ext>
                  </a:extLst>
                </p14:cNvPr>
                <p14:cNvContentPartPr/>
                <p14:nvPr/>
              </p14:nvContentPartPr>
              <p14:xfrm>
                <a:off x="381467" y="6682040"/>
                <a:ext cx="11520" cy="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B7C4C28-B3B4-960C-1E98-289D7FA74AC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2827" y="6673400"/>
                  <a:ext cx="29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D1586CA-5DBE-7954-88D8-522C6CE33AEC}"/>
                    </a:ext>
                  </a:extLst>
                </p14:cNvPr>
                <p14:cNvContentPartPr/>
                <p14:nvPr/>
              </p14:nvContentPartPr>
              <p14:xfrm>
                <a:off x="383267" y="6571880"/>
                <a:ext cx="205920" cy="252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D1586CA-5DBE-7954-88D8-522C6CE33AE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4267" y="6563240"/>
                  <a:ext cx="223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9FE0706-7D54-39D3-6018-F0741C7052DF}"/>
                    </a:ext>
                  </a:extLst>
                </p14:cNvPr>
                <p14:cNvContentPartPr/>
                <p14:nvPr/>
              </p14:nvContentPartPr>
              <p14:xfrm>
                <a:off x="628787" y="6670880"/>
                <a:ext cx="154800" cy="84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9FE0706-7D54-39D3-6018-F0741C7052D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0147" y="6662240"/>
                  <a:ext cx="172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C37DCE1-F8B7-7F41-B7CE-E809CE90F00A}"/>
                    </a:ext>
                  </a:extLst>
                </p14:cNvPr>
                <p14:cNvContentPartPr/>
                <p14:nvPr/>
              </p14:nvContentPartPr>
              <p14:xfrm>
                <a:off x="855947" y="6466400"/>
                <a:ext cx="195120" cy="263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C37DCE1-F8B7-7F41-B7CE-E809CE90F00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46947" y="6457400"/>
                  <a:ext cx="212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FCF4DBC-B696-2A87-94EF-F2CA0C78CA73}"/>
                    </a:ext>
                  </a:extLst>
                </p14:cNvPr>
                <p14:cNvContentPartPr/>
                <p14:nvPr/>
              </p14:nvContentPartPr>
              <p14:xfrm>
                <a:off x="1087787" y="6633800"/>
                <a:ext cx="55440" cy="93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FCF4DBC-B696-2A87-94EF-F2CA0C78CA7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8787" y="6625160"/>
                  <a:ext cx="7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03B7CB2-C082-F62A-D615-2CD5B219D972}"/>
                    </a:ext>
                  </a:extLst>
                </p14:cNvPr>
                <p14:cNvContentPartPr/>
                <p14:nvPr/>
              </p14:nvContentPartPr>
              <p14:xfrm>
                <a:off x="1201907" y="6619040"/>
                <a:ext cx="79920" cy="8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03B7CB2-C082-F62A-D615-2CD5B219D97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93267" y="6610400"/>
                  <a:ext cx="975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83442AD-BC0B-7FFC-F43C-224463DD9896}"/>
              </a:ext>
            </a:extLst>
          </p:cNvPr>
          <p:cNvGrpSpPr/>
          <p:nvPr/>
        </p:nvGrpSpPr>
        <p:grpSpPr>
          <a:xfrm>
            <a:off x="1739027" y="6564680"/>
            <a:ext cx="466200" cy="144720"/>
            <a:chOff x="1739027" y="6564680"/>
            <a:chExt cx="46620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DF37CFC-B784-F105-3929-E6859BDAD355}"/>
                    </a:ext>
                  </a:extLst>
                </p14:cNvPr>
                <p14:cNvContentPartPr/>
                <p14:nvPr/>
              </p14:nvContentPartPr>
              <p14:xfrm>
                <a:off x="1739027" y="6587360"/>
                <a:ext cx="1677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DF37CFC-B784-F105-3929-E6859BDAD35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730387" y="6578360"/>
                  <a:ext cx="185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9AC675F-63A9-6129-1249-D6650CE05A9B}"/>
                    </a:ext>
                  </a:extLst>
                </p14:cNvPr>
                <p14:cNvContentPartPr/>
                <p14:nvPr/>
              </p14:nvContentPartPr>
              <p14:xfrm>
                <a:off x="1964747" y="6578000"/>
                <a:ext cx="75600" cy="1126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9AC675F-63A9-6129-1249-D6650CE05A9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956107" y="6569000"/>
                  <a:ext cx="93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CDCF4DF-E7FF-28E7-1295-DC7F1BBAF01D}"/>
                    </a:ext>
                  </a:extLst>
                </p14:cNvPr>
                <p14:cNvContentPartPr/>
                <p14:nvPr/>
              </p14:nvContentPartPr>
              <p14:xfrm>
                <a:off x="2088227" y="6564680"/>
                <a:ext cx="117000" cy="9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CDCF4DF-E7FF-28E7-1295-DC7F1BBAF01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79587" y="6556040"/>
                  <a:ext cx="13464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D26A40E-1FF3-99BB-1AD4-6FEE00C95684}"/>
              </a:ext>
            </a:extLst>
          </p:cNvPr>
          <p:cNvGrpSpPr/>
          <p:nvPr/>
        </p:nvGrpSpPr>
        <p:grpSpPr>
          <a:xfrm>
            <a:off x="2482787" y="6584480"/>
            <a:ext cx="72720" cy="134640"/>
            <a:chOff x="2482787" y="6584480"/>
            <a:chExt cx="7272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D03581F-E0AF-F321-177B-C7285E0CD7E7}"/>
                    </a:ext>
                  </a:extLst>
                </p14:cNvPr>
                <p14:cNvContentPartPr/>
                <p14:nvPr/>
              </p14:nvContentPartPr>
              <p14:xfrm>
                <a:off x="2482787" y="6584480"/>
                <a:ext cx="38880" cy="27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D03581F-E0AF-F321-177B-C7285E0CD7E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73787" y="6575840"/>
                  <a:ext cx="56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359112F-2C95-5058-89E7-5F37864C1417}"/>
                    </a:ext>
                  </a:extLst>
                </p14:cNvPr>
                <p14:cNvContentPartPr/>
                <p14:nvPr/>
              </p14:nvContentPartPr>
              <p14:xfrm>
                <a:off x="2496107" y="6664760"/>
                <a:ext cx="59400" cy="54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359112F-2C95-5058-89E7-5F37864C141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87107" y="6656120"/>
                  <a:ext cx="770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4FCC3D7-4595-6B53-08C1-1C66E1D8751C}"/>
              </a:ext>
            </a:extLst>
          </p:cNvPr>
          <p:cNvGrpSpPr/>
          <p:nvPr/>
        </p:nvGrpSpPr>
        <p:grpSpPr>
          <a:xfrm>
            <a:off x="3183707" y="6480080"/>
            <a:ext cx="335520" cy="260640"/>
            <a:chOff x="3183707" y="6480080"/>
            <a:chExt cx="33552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D25F552-85B4-679F-295E-47B8C868948B}"/>
                    </a:ext>
                  </a:extLst>
                </p14:cNvPr>
                <p14:cNvContentPartPr/>
                <p14:nvPr/>
              </p14:nvContentPartPr>
              <p14:xfrm>
                <a:off x="3183707" y="6480080"/>
                <a:ext cx="166320" cy="186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D25F552-85B4-679F-295E-47B8C868948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175067" y="6471440"/>
                  <a:ext cx="183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BD32306-4C7A-5123-C792-A4254C882DBF}"/>
                    </a:ext>
                  </a:extLst>
                </p14:cNvPr>
                <p14:cNvContentPartPr/>
                <p14:nvPr/>
              </p14:nvContentPartPr>
              <p14:xfrm>
                <a:off x="3467027" y="6659720"/>
                <a:ext cx="52200" cy="81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BD32306-4C7A-5123-C792-A4254C882DB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58387" y="6650720"/>
                  <a:ext cx="698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14D20F0-B7D8-E374-C244-9F95AFF56978}"/>
              </a:ext>
            </a:extLst>
          </p:cNvPr>
          <p:cNvGrpSpPr/>
          <p:nvPr/>
        </p:nvGrpSpPr>
        <p:grpSpPr>
          <a:xfrm>
            <a:off x="3777707" y="6423920"/>
            <a:ext cx="335160" cy="257760"/>
            <a:chOff x="3777707" y="6423920"/>
            <a:chExt cx="3351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8231DE5-E5FE-A71E-4325-0D9D74F7949C}"/>
                    </a:ext>
                  </a:extLst>
                </p14:cNvPr>
                <p14:cNvContentPartPr/>
                <p14:nvPr/>
              </p14:nvContentPartPr>
              <p14:xfrm>
                <a:off x="3777707" y="6603920"/>
                <a:ext cx="170280" cy="26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8231DE5-E5FE-A71E-4325-0D9D74F7949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69067" y="6595280"/>
                  <a:ext cx="187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674B20-5CC0-2630-4FE2-3F34B8CD04D8}"/>
                    </a:ext>
                  </a:extLst>
                </p14:cNvPr>
                <p14:cNvContentPartPr/>
                <p14:nvPr/>
              </p14:nvContentPartPr>
              <p14:xfrm>
                <a:off x="4081907" y="6423920"/>
                <a:ext cx="30960" cy="257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674B20-5CC0-2630-4FE2-3F34B8CD04D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072907" y="6414920"/>
                  <a:ext cx="4860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F14E7FE-7498-D26D-EA74-DACC559FAB77}"/>
              </a:ext>
            </a:extLst>
          </p:cNvPr>
          <p:cNvGrpSpPr/>
          <p:nvPr/>
        </p:nvGrpSpPr>
        <p:grpSpPr>
          <a:xfrm>
            <a:off x="4486907" y="6395120"/>
            <a:ext cx="637560" cy="242280"/>
            <a:chOff x="4486907" y="6395120"/>
            <a:chExt cx="63756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0C8C7B0-A984-8C1C-5E9C-70F54E9F0DBE}"/>
                    </a:ext>
                  </a:extLst>
                </p14:cNvPr>
                <p14:cNvContentPartPr/>
                <p14:nvPr/>
              </p14:nvContentPartPr>
              <p14:xfrm>
                <a:off x="4486907" y="6521120"/>
                <a:ext cx="321480" cy="11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0C8C7B0-A984-8C1C-5E9C-70F54E9F0DB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78267" y="6512120"/>
                  <a:ext cx="339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D549DB4-80C6-B015-B625-2A7B74AB823A}"/>
                    </a:ext>
                  </a:extLst>
                </p14:cNvPr>
                <p14:cNvContentPartPr/>
                <p14:nvPr/>
              </p14:nvContentPartPr>
              <p14:xfrm>
                <a:off x="4891187" y="6395120"/>
                <a:ext cx="233280" cy="231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D549DB4-80C6-B015-B625-2A7B74AB823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82187" y="6386480"/>
                  <a:ext cx="25092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52E8908-953C-429C-C4E1-596897CAA1E7}"/>
              </a:ext>
            </a:extLst>
          </p:cNvPr>
          <p:cNvGrpSpPr/>
          <p:nvPr/>
        </p:nvGrpSpPr>
        <p:grpSpPr>
          <a:xfrm>
            <a:off x="5512907" y="6326720"/>
            <a:ext cx="322920" cy="389160"/>
            <a:chOff x="5512907" y="6326720"/>
            <a:chExt cx="32292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9991561-4A74-3C94-F311-E2A0C31E3544}"/>
                    </a:ext>
                  </a:extLst>
                </p14:cNvPr>
                <p14:cNvContentPartPr/>
                <p14:nvPr/>
              </p14:nvContentPartPr>
              <p14:xfrm>
                <a:off x="5583467" y="6406640"/>
                <a:ext cx="10440" cy="148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9991561-4A74-3C94-F311-E2A0C31E354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74827" y="6398000"/>
                  <a:ext cx="28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18837BE-7F64-D2E5-4B27-6999049E3A11}"/>
                    </a:ext>
                  </a:extLst>
                </p14:cNvPr>
                <p14:cNvContentPartPr/>
                <p14:nvPr/>
              </p14:nvContentPartPr>
              <p14:xfrm>
                <a:off x="5512907" y="6460280"/>
                <a:ext cx="162720" cy="21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18837BE-7F64-D2E5-4B27-6999049E3A1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03907" y="6451280"/>
                  <a:ext cx="180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7894AFA-1F85-0A6D-3695-374CB297A728}"/>
                    </a:ext>
                  </a:extLst>
                </p14:cNvPr>
                <p14:cNvContentPartPr/>
                <p14:nvPr/>
              </p14:nvContentPartPr>
              <p14:xfrm>
                <a:off x="5760587" y="6326720"/>
                <a:ext cx="75240" cy="389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7894AFA-1F85-0A6D-3695-374CB297A72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51587" y="6317720"/>
                  <a:ext cx="92880" cy="40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8F7058B8-712C-7BE8-90EB-F8B4EB6AC66C}"/>
              </a:ext>
            </a:extLst>
          </p:cNvPr>
          <p:cNvGrpSpPr/>
          <p:nvPr/>
        </p:nvGrpSpPr>
        <p:grpSpPr>
          <a:xfrm>
            <a:off x="654707" y="1271960"/>
            <a:ext cx="546840" cy="309600"/>
            <a:chOff x="654707" y="1271960"/>
            <a:chExt cx="5468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4C7B1B9-1300-3676-DA59-61765DACC54D}"/>
                    </a:ext>
                  </a:extLst>
                </p14:cNvPr>
                <p14:cNvContentPartPr/>
                <p14:nvPr/>
              </p14:nvContentPartPr>
              <p14:xfrm>
                <a:off x="654707" y="1469600"/>
                <a:ext cx="102600" cy="111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4C7B1B9-1300-3676-DA59-61765DACC54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46067" y="1460960"/>
                  <a:ext cx="120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586C949-2A9D-4BAA-B35B-A9DC4625BEE0}"/>
                    </a:ext>
                  </a:extLst>
                </p14:cNvPr>
                <p14:cNvContentPartPr/>
                <p14:nvPr/>
              </p14:nvContentPartPr>
              <p14:xfrm>
                <a:off x="833267" y="1460960"/>
                <a:ext cx="60840" cy="75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586C949-2A9D-4BAA-B35B-A9DC4625BEE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24627" y="1451960"/>
                  <a:ext cx="7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E274ECA-E7D8-D8B0-E42A-D363E0533E34}"/>
                    </a:ext>
                  </a:extLst>
                </p14:cNvPr>
                <p14:cNvContentPartPr/>
                <p14:nvPr/>
              </p14:nvContentPartPr>
              <p14:xfrm>
                <a:off x="984107" y="1425320"/>
                <a:ext cx="73440" cy="78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E274ECA-E7D8-D8B0-E42A-D363E0533E3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5467" y="1416680"/>
                  <a:ext cx="91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A570FB2-3307-2736-2F7E-9461D85E1119}"/>
                    </a:ext>
                  </a:extLst>
                </p14:cNvPr>
                <p14:cNvContentPartPr/>
                <p14:nvPr/>
              </p14:nvContentPartPr>
              <p14:xfrm>
                <a:off x="1141787" y="1271960"/>
                <a:ext cx="52200" cy="183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A570FB2-3307-2736-2F7E-9461D85E111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32787" y="1263320"/>
                  <a:ext cx="69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9FE0A4B-4F9C-B5D4-8477-FF98BF9B61E0}"/>
                    </a:ext>
                  </a:extLst>
                </p14:cNvPr>
                <p14:cNvContentPartPr/>
                <p14:nvPr/>
              </p14:nvContentPartPr>
              <p14:xfrm>
                <a:off x="1116947" y="1336040"/>
                <a:ext cx="84600" cy="13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9FE0A4B-4F9C-B5D4-8477-FF98BF9B61E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7947" y="1327400"/>
                  <a:ext cx="10224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BAF577C-5673-07ED-3459-F071714E53B3}"/>
                  </a:ext>
                </a:extLst>
              </p14:cNvPr>
              <p14:cNvContentPartPr/>
              <p14:nvPr/>
            </p14:nvContentPartPr>
            <p14:xfrm>
              <a:off x="1879787" y="1970360"/>
              <a:ext cx="762840" cy="1148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BAF577C-5673-07ED-3459-F071714E53B3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875467" y="1966040"/>
                <a:ext cx="77148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4FE77F4-439B-2052-C5B9-D151579FF342}"/>
              </a:ext>
            </a:extLst>
          </p:cNvPr>
          <p:cNvGrpSpPr/>
          <p:nvPr/>
        </p:nvGrpSpPr>
        <p:grpSpPr>
          <a:xfrm>
            <a:off x="1525547" y="1268000"/>
            <a:ext cx="1064520" cy="981720"/>
            <a:chOff x="1525547" y="1268000"/>
            <a:chExt cx="1064520" cy="9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18D2EEC-CFA0-7CBD-3671-CFFDAFA3C97A}"/>
                    </a:ext>
                  </a:extLst>
                </p14:cNvPr>
                <p14:cNvContentPartPr/>
                <p14:nvPr/>
              </p14:nvContentPartPr>
              <p14:xfrm>
                <a:off x="1525547" y="1268000"/>
                <a:ext cx="652320" cy="329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18D2EEC-CFA0-7CBD-3671-CFFDAFA3C97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516907" y="1259360"/>
                  <a:ext cx="669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44943BF-9348-D8BC-6219-36D9050EDA8F}"/>
                    </a:ext>
                  </a:extLst>
                </p14:cNvPr>
                <p14:cNvContentPartPr/>
                <p14:nvPr/>
              </p14:nvContentPartPr>
              <p14:xfrm>
                <a:off x="2072027" y="1490120"/>
                <a:ext cx="89640" cy="95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44943BF-9348-D8BC-6219-36D9050EDA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063387" y="1481480"/>
                  <a:ext cx="107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FECC142-6AEF-E622-40EC-565CE4A05264}"/>
                    </a:ext>
                  </a:extLst>
                </p14:cNvPr>
                <p14:cNvContentPartPr/>
                <p14:nvPr/>
              </p14:nvContentPartPr>
              <p14:xfrm>
                <a:off x="2154467" y="1484360"/>
                <a:ext cx="101880" cy="134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FECC142-6AEF-E622-40EC-565CE4A0526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145827" y="1475720"/>
                  <a:ext cx="119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4134E51-F8F2-FB88-C2D4-0CB72695D6AE}"/>
                    </a:ext>
                  </a:extLst>
                </p14:cNvPr>
                <p14:cNvContentPartPr/>
                <p14:nvPr/>
              </p14:nvContentPartPr>
              <p14:xfrm>
                <a:off x="1871147" y="1597760"/>
                <a:ext cx="718920" cy="651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4134E51-F8F2-FB88-C2D4-0CB72695D6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2147" y="1589120"/>
                  <a:ext cx="7365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90FBCC7-E4D2-7781-7EEF-6F447B39636E}"/>
                    </a:ext>
                  </a:extLst>
                </p14:cNvPr>
                <p14:cNvContentPartPr/>
                <p14:nvPr/>
              </p14:nvContentPartPr>
              <p14:xfrm>
                <a:off x="2105507" y="1733480"/>
                <a:ext cx="168120" cy="225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90FBCC7-E4D2-7781-7EEF-6F447B39636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96507" y="1724480"/>
                  <a:ext cx="1857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A4542B6-59DC-23CC-3EE0-1FB471A68FF0}"/>
              </a:ext>
            </a:extLst>
          </p:cNvPr>
          <p:cNvGrpSpPr/>
          <p:nvPr/>
        </p:nvGrpSpPr>
        <p:grpSpPr>
          <a:xfrm>
            <a:off x="2527787" y="2114360"/>
            <a:ext cx="1047600" cy="1077840"/>
            <a:chOff x="2527787" y="2114360"/>
            <a:chExt cx="1047600" cy="10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690F27C-5898-F9A3-04DB-C2FD3F20E0B4}"/>
                    </a:ext>
                  </a:extLst>
                </p14:cNvPr>
                <p14:cNvContentPartPr/>
                <p14:nvPr/>
              </p14:nvContentPartPr>
              <p14:xfrm>
                <a:off x="2527787" y="2114360"/>
                <a:ext cx="480600" cy="456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690F27C-5898-F9A3-04DB-C2FD3F20E0B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518787" y="2105720"/>
                  <a:ext cx="4982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7F1906A-4A0A-D645-9C52-EE9A67EDB71B}"/>
                    </a:ext>
                  </a:extLst>
                </p14:cNvPr>
                <p14:cNvContentPartPr/>
                <p14:nvPr/>
              </p14:nvContentPartPr>
              <p14:xfrm>
                <a:off x="2765747" y="2498480"/>
                <a:ext cx="809640" cy="693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7F1906A-4A0A-D645-9C52-EE9A67EDB7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757107" y="2489840"/>
                  <a:ext cx="82728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E489334-FED3-2359-9FDA-9EA22862DCC1}"/>
                    </a:ext>
                  </a:extLst>
                </p14:cNvPr>
                <p14:cNvContentPartPr/>
                <p14:nvPr/>
              </p14:nvContentPartPr>
              <p14:xfrm>
                <a:off x="3125747" y="2632760"/>
                <a:ext cx="157320" cy="203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E489334-FED3-2359-9FDA-9EA22862DCC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16747" y="2624120"/>
                  <a:ext cx="174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D3C549-2EA3-5E40-7632-D3F8A4A47371}"/>
                    </a:ext>
                  </a:extLst>
                </p14:cNvPr>
                <p14:cNvContentPartPr/>
                <p14:nvPr/>
              </p14:nvContentPartPr>
              <p14:xfrm>
                <a:off x="3108827" y="2721320"/>
                <a:ext cx="222840" cy="435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D3C549-2EA3-5E40-7632-D3F8A4A4737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100187" y="2712320"/>
                  <a:ext cx="2404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7EB7D01-11B3-2147-1C7C-3A84964CEB4D}"/>
              </a:ext>
            </a:extLst>
          </p:cNvPr>
          <p:cNvGrpSpPr/>
          <p:nvPr/>
        </p:nvGrpSpPr>
        <p:grpSpPr>
          <a:xfrm>
            <a:off x="1048187" y="2188160"/>
            <a:ext cx="912600" cy="1235160"/>
            <a:chOff x="1048187" y="2188160"/>
            <a:chExt cx="912600" cy="12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605BCF7-7CB2-5B9D-EDAF-D96009B0BDA0}"/>
                    </a:ext>
                  </a:extLst>
                </p14:cNvPr>
                <p14:cNvContentPartPr/>
                <p14:nvPr/>
              </p14:nvContentPartPr>
              <p14:xfrm>
                <a:off x="1573067" y="2188160"/>
                <a:ext cx="380880" cy="522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605BCF7-7CB2-5B9D-EDAF-D96009B0BDA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64067" y="2179520"/>
                  <a:ext cx="3985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C70303D-1096-EC61-55A2-985EC0A7C589}"/>
                    </a:ext>
                  </a:extLst>
                </p14:cNvPr>
                <p14:cNvContentPartPr/>
                <p14:nvPr/>
              </p14:nvContentPartPr>
              <p14:xfrm>
                <a:off x="1062947" y="2649680"/>
                <a:ext cx="821880" cy="773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C70303D-1096-EC61-55A2-985EC0A7C58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3947" y="2640680"/>
                  <a:ext cx="8395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AF16037-9000-7D00-4B6D-D482E646F147}"/>
                    </a:ext>
                  </a:extLst>
                </p14:cNvPr>
                <p14:cNvContentPartPr/>
                <p14:nvPr/>
              </p14:nvContentPartPr>
              <p14:xfrm>
                <a:off x="1396307" y="2842640"/>
                <a:ext cx="219960" cy="146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AF16037-9000-7D00-4B6D-D482E646F14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387307" y="2834000"/>
                  <a:ext cx="237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17EE562-B878-3156-A124-9A2FBE326739}"/>
                    </a:ext>
                  </a:extLst>
                </p14:cNvPr>
                <p14:cNvContentPartPr/>
                <p14:nvPr/>
              </p14:nvContentPartPr>
              <p14:xfrm>
                <a:off x="1550387" y="2874320"/>
                <a:ext cx="20520" cy="198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17EE562-B878-3156-A124-9A2FBE32673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41387" y="2865680"/>
                  <a:ext cx="38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E751F8D-923E-7412-AC47-5DAE1AF458CA}"/>
                    </a:ext>
                  </a:extLst>
                </p14:cNvPr>
                <p14:cNvContentPartPr/>
                <p14:nvPr/>
              </p14:nvContentPartPr>
              <p14:xfrm>
                <a:off x="1048187" y="3017960"/>
                <a:ext cx="912600" cy="212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E751F8D-923E-7412-AC47-5DAE1AF458C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9547" y="3009320"/>
                  <a:ext cx="9302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D6FD4E1-F146-DB29-6D4E-E59C03F78D29}"/>
                  </a:ext>
                </a:extLst>
              </p14:cNvPr>
              <p14:cNvContentPartPr/>
              <p14:nvPr/>
            </p14:nvContentPartPr>
            <p14:xfrm>
              <a:off x="1415387" y="3201560"/>
              <a:ext cx="114120" cy="13284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D6FD4E1-F146-DB29-6D4E-E59C03F78D29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411067" y="3197240"/>
                <a:ext cx="1227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FBB6F72B-5542-F932-0350-88E26D60485A}"/>
              </a:ext>
            </a:extLst>
          </p:cNvPr>
          <p:cNvGrpSpPr/>
          <p:nvPr/>
        </p:nvGrpSpPr>
        <p:grpSpPr>
          <a:xfrm>
            <a:off x="3454787" y="3089600"/>
            <a:ext cx="970560" cy="1033920"/>
            <a:chOff x="3454787" y="3089600"/>
            <a:chExt cx="970560" cy="10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D6AF72C-3D7B-DC22-A818-E2E8EEF4C681}"/>
                    </a:ext>
                  </a:extLst>
                </p14:cNvPr>
                <p14:cNvContentPartPr/>
                <p14:nvPr/>
              </p14:nvContentPartPr>
              <p14:xfrm>
                <a:off x="3454787" y="3089600"/>
                <a:ext cx="377640" cy="396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D6AF72C-3D7B-DC22-A818-E2E8EEF4C68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446147" y="3080960"/>
                  <a:ext cx="3952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493B899-E03B-A877-6FF8-D4C53570FDA3}"/>
                    </a:ext>
                  </a:extLst>
                </p14:cNvPr>
                <p14:cNvContentPartPr/>
                <p14:nvPr/>
              </p14:nvContentPartPr>
              <p14:xfrm>
                <a:off x="3632627" y="3475520"/>
                <a:ext cx="792720" cy="648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493B899-E03B-A877-6FF8-D4C53570FDA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623627" y="3466520"/>
                  <a:ext cx="81036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A5550E1-3FF9-B120-0168-810751B2F1BD}"/>
                    </a:ext>
                  </a:extLst>
                </p14:cNvPr>
                <p14:cNvContentPartPr/>
                <p14:nvPr/>
              </p14:nvContentPartPr>
              <p14:xfrm>
                <a:off x="3909467" y="3596840"/>
                <a:ext cx="113400" cy="274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A5550E1-3FF9-B120-0168-810751B2F1B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00467" y="3587840"/>
                  <a:ext cx="13104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44AD2C8B-8D28-576A-57DF-67C21AB2FB19}"/>
                  </a:ext>
                </a:extLst>
              </p14:cNvPr>
              <p14:cNvContentPartPr/>
              <p14:nvPr/>
            </p14:nvContentPartPr>
            <p14:xfrm>
              <a:off x="2770067" y="2880800"/>
              <a:ext cx="811080" cy="1400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44AD2C8B-8D28-576A-57DF-67C21AB2FB19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765747" y="2876480"/>
                <a:ext cx="8197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D3DB41FE-634A-8E40-D15A-DEEB5B9D7EDB}"/>
                  </a:ext>
                </a:extLst>
              </p14:cNvPr>
              <p14:cNvContentPartPr/>
              <p14:nvPr/>
            </p14:nvContentPartPr>
            <p14:xfrm>
              <a:off x="3659987" y="3806000"/>
              <a:ext cx="760320" cy="1440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D3DB41FE-634A-8E40-D15A-DEEB5B9D7ED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655667" y="3801680"/>
                <a:ext cx="7689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17EA223-3302-FBBF-00B6-3D61E7A1122C}"/>
                  </a:ext>
                </a:extLst>
              </p14:cNvPr>
              <p14:cNvContentPartPr/>
              <p14:nvPr/>
            </p14:nvContentPartPr>
            <p14:xfrm>
              <a:off x="2192267" y="2111840"/>
              <a:ext cx="18360" cy="676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17EA223-3302-FBBF-00B6-3D61E7A1122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2187947" y="2107520"/>
                <a:ext cx="2700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69DD4D5-F26F-9D13-1FAE-436EA91417E7}"/>
              </a:ext>
            </a:extLst>
          </p:cNvPr>
          <p:cNvGrpSpPr/>
          <p:nvPr/>
        </p:nvGrpSpPr>
        <p:grpSpPr>
          <a:xfrm>
            <a:off x="4312307" y="4000760"/>
            <a:ext cx="1318320" cy="1034280"/>
            <a:chOff x="4312307" y="4000760"/>
            <a:chExt cx="1318320" cy="10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3A55C6-CC66-A152-FF94-A75B56056BFC}"/>
                    </a:ext>
                  </a:extLst>
                </p14:cNvPr>
                <p14:cNvContentPartPr/>
                <p14:nvPr/>
              </p14:nvContentPartPr>
              <p14:xfrm>
                <a:off x="4312307" y="4000760"/>
                <a:ext cx="629640" cy="444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3A55C6-CC66-A152-FF94-A75B56056BF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303307" y="3992120"/>
                  <a:ext cx="6472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068BB5-C5CE-D36A-A939-1877C88AA41A}"/>
                    </a:ext>
                  </a:extLst>
                </p14:cNvPr>
                <p14:cNvContentPartPr/>
                <p14:nvPr/>
              </p14:nvContentPartPr>
              <p14:xfrm>
                <a:off x="5112947" y="4644080"/>
                <a:ext cx="36360" cy="18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068BB5-C5CE-D36A-A939-1877C88AA41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104307" y="4635080"/>
                  <a:ext cx="54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7AFC536-6A1B-3858-C747-D1AF24D5780A}"/>
                    </a:ext>
                  </a:extLst>
                </p14:cNvPr>
                <p14:cNvContentPartPr/>
                <p14:nvPr/>
              </p14:nvContentPartPr>
              <p14:xfrm>
                <a:off x="5245787" y="4629680"/>
                <a:ext cx="117000" cy="16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7AFC536-6A1B-3858-C747-D1AF24D5780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237147" y="4620680"/>
                  <a:ext cx="134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90F921-A4C6-95FA-3972-6BEDABCEA413}"/>
                    </a:ext>
                  </a:extLst>
                </p14:cNvPr>
                <p14:cNvContentPartPr/>
                <p14:nvPr/>
              </p14:nvContentPartPr>
              <p14:xfrm>
                <a:off x="4816307" y="4422320"/>
                <a:ext cx="814320" cy="612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90F921-A4C6-95FA-3972-6BEDABCEA41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807667" y="4413680"/>
                  <a:ext cx="831960" cy="63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C339-560D-47C3-43B5-E2610A631A3B}"/>
              </a:ext>
            </a:extLst>
          </p:cNvPr>
          <p:cNvGrpSpPr/>
          <p:nvPr/>
        </p:nvGrpSpPr>
        <p:grpSpPr>
          <a:xfrm>
            <a:off x="4904507" y="4744520"/>
            <a:ext cx="688680" cy="211680"/>
            <a:chOff x="4904507" y="4744520"/>
            <a:chExt cx="68868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EE07AB-B98A-50EF-1532-A716FBD62A5F}"/>
                    </a:ext>
                  </a:extLst>
                </p14:cNvPr>
                <p14:cNvContentPartPr/>
                <p14:nvPr/>
              </p14:nvContentPartPr>
              <p14:xfrm>
                <a:off x="4904507" y="4744520"/>
                <a:ext cx="688680" cy="13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EE07AB-B98A-50EF-1532-A716FBD62A5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900187" y="4740200"/>
                  <a:ext cx="697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89C7A1-CC67-1F82-41CA-CB6EA4858E46}"/>
                    </a:ext>
                  </a:extLst>
                </p14:cNvPr>
                <p14:cNvContentPartPr/>
                <p14:nvPr/>
              </p14:nvContentPartPr>
              <p14:xfrm>
                <a:off x="5218787" y="4871600"/>
                <a:ext cx="84240" cy="84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89C7A1-CC67-1F82-41CA-CB6EA4858E4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14467" y="4867280"/>
                  <a:ext cx="9288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5AFB92-385D-8AAC-4704-56E35368E21E}"/>
                  </a:ext>
                </a:extLst>
              </p14:cNvPr>
              <p14:cNvContentPartPr/>
              <p14:nvPr/>
            </p14:nvContentPartPr>
            <p14:xfrm>
              <a:off x="4102067" y="3939920"/>
              <a:ext cx="17640" cy="91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5AFB92-385D-8AAC-4704-56E35368E21E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4097747" y="3935600"/>
                <a:ext cx="262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1CFBBF7-E7C8-69B3-074A-7036E63BB1F6}"/>
                  </a:ext>
                </a:extLst>
              </p14:cNvPr>
              <p14:cNvContentPartPr/>
              <p14:nvPr/>
            </p14:nvContentPartPr>
            <p14:xfrm>
              <a:off x="3076427" y="2984480"/>
              <a:ext cx="1026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1CFBBF7-E7C8-69B3-074A-7036E63BB1F6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072107" y="2980160"/>
                <a:ext cx="1112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DF9D895-758C-70D4-9031-DD822498BC9C}"/>
                  </a:ext>
                </a:extLst>
              </p14:cNvPr>
              <p14:cNvContentPartPr/>
              <p14:nvPr/>
            </p14:nvContentPartPr>
            <p14:xfrm>
              <a:off x="4127987" y="1885040"/>
              <a:ext cx="652320" cy="468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DF9D895-758C-70D4-9031-DD822498BC9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123667" y="1880720"/>
                <a:ext cx="6609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7512ECF-920E-7A1D-656C-ED69F7675A70}"/>
                  </a:ext>
                </a:extLst>
              </p14:cNvPr>
              <p14:cNvContentPartPr/>
              <p14:nvPr/>
            </p14:nvContentPartPr>
            <p14:xfrm>
              <a:off x="4028627" y="2250080"/>
              <a:ext cx="174960" cy="199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7512ECF-920E-7A1D-656C-ED69F7675A70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024307" y="2245760"/>
                <a:ext cx="183600" cy="20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CF22057-6E2C-621A-C621-4D4804E5848F}"/>
              </a:ext>
            </a:extLst>
          </p:cNvPr>
          <p:cNvGrpSpPr/>
          <p:nvPr/>
        </p:nvGrpSpPr>
        <p:grpSpPr>
          <a:xfrm>
            <a:off x="5031227" y="1212200"/>
            <a:ext cx="2416320" cy="1478520"/>
            <a:chOff x="5031227" y="1212200"/>
            <a:chExt cx="2416320" cy="14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BE66A8-FD4F-F31C-30A7-743738DD7D06}"/>
                    </a:ext>
                  </a:extLst>
                </p14:cNvPr>
                <p14:cNvContentPartPr/>
                <p14:nvPr/>
              </p14:nvContentPartPr>
              <p14:xfrm>
                <a:off x="7114187" y="1212200"/>
                <a:ext cx="119520" cy="337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CBE66A8-FD4F-F31C-30A7-743738DD7D0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109867" y="1207880"/>
                  <a:ext cx="128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600E26-38C9-2166-D89E-01A675556C09}"/>
                    </a:ext>
                  </a:extLst>
                </p14:cNvPr>
                <p14:cNvContentPartPr/>
                <p14:nvPr/>
              </p14:nvContentPartPr>
              <p14:xfrm>
                <a:off x="7296707" y="1443680"/>
                <a:ext cx="74880" cy="52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600E26-38C9-2166-D89E-01A675556C0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92387" y="1439360"/>
                  <a:ext cx="83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4B8A586-0F18-A979-7F72-DC589248543D}"/>
                    </a:ext>
                  </a:extLst>
                </p14:cNvPr>
                <p14:cNvContentPartPr/>
                <p14:nvPr/>
              </p14:nvContentPartPr>
              <p14:xfrm>
                <a:off x="7186907" y="1412360"/>
                <a:ext cx="260640" cy="360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4B8A586-0F18-A979-7F72-DC589248543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82587" y="1408040"/>
                  <a:ext cx="2692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A28848-BFF2-B426-0EC9-5B1EED7BFA35}"/>
                    </a:ext>
                  </a:extLst>
                </p14:cNvPr>
                <p14:cNvContentPartPr/>
                <p14:nvPr/>
              </p14:nvContentPartPr>
              <p14:xfrm>
                <a:off x="5031227" y="1472840"/>
                <a:ext cx="209880" cy="34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A28848-BFF2-B426-0EC9-5B1EED7BFA3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026547" y="1468520"/>
                  <a:ext cx="2185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51DDF0-B774-D365-1AE9-32EDEC642652}"/>
                    </a:ext>
                  </a:extLst>
                </p14:cNvPr>
                <p14:cNvContentPartPr/>
                <p14:nvPr/>
              </p14:nvContentPartPr>
              <p14:xfrm>
                <a:off x="5215547" y="1674440"/>
                <a:ext cx="75960" cy="106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51DDF0-B774-D365-1AE9-32EDEC64265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211227" y="1670120"/>
                  <a:ext cx="84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99515DA-ED42-80FA-9C40-993B23706340}"/>
                    </a:ext>
                  </a:extLst>
                </p14:cNvPr>
                <p14:cNvContentPartPr/>
                <p14:nvPr/>
              </p14:nvContentPartPr>
              <p14:xfrm>
                <a:off x="5367107" y="1656800"/>
                <a:ext cx="45000" cy="100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99515DA-ED42-80FA-9C40-993B2370634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362787" y="1652480"/>
                  <a:ext cx="53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251374-F331-6CC5-5050-B6989382E8AE}"/>
                    </a:ext>
                  </a:extLst>
                </p14:cNvPr>
                <p14:cNvContentPartPr/>
                <p14:nvPr/>
              </p14:nvContentPartPr>
              <p14:xfrm>
                <a:off x="5488427" y="1626560"/>
                <a:ext cx="36360" cy="10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251374-F331-6CC5-5050-B6989382E8A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484107" y="1622240"/>
                  <a:ext cx="45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565651-F950-22F2-AC98-835D06463C50}"/>
                    </a:ext>
                  </a:extLst>
                </p14:cNvPr>
                <p14:cNvContentPartPr/>
                <p14:nvPr/>
              </p14:nvContentPartPr>
              <p14:xfrm>
                <a:off x="5580947" y="1617200"/>
                <a:ext cx="97200" cy="11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565651-F950-22F2-AC98-835D06463C5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576627" y="1612880"/>
                  <a:ext cx="105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606118B-C011-DC24-16FB-B2200BBCA770}"/>
                    </a:ext>
                  </a:extLst>
                </p14:cNvPr>
                <p14:cNvContentPartPr/>
                <p14:nvPr/>
              </p14:nvContentPartPr>
              <p14:xfrm>
                <a:off x="5748347" y="1625120"/>
                <a:ext cx="112320" cy="89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606118B-C011-DC24-16FB-B2200BBCA77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744027" y="1620800"/>
                  <a:ext cx="120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679BF1-E74A-5FBA-8F01-0D3C392C5E7C}"/>
                    </a:ext>
                  </a:extLst>
                </p14:cNvPr>
                <p14:cNvContentPartPr/>
                <p14:nvPr/>
              </p14:nvContentPartPr>
              <p14:xfrm>
                <a:off x="5928347" y="1470320"/>
                <a:ext cx="83520" cy="225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679BF1-E74A-5FBA-8F01-0D3C392C5E7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24027" y="1466000"/>
                  <a:ext cx="92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F9C623-0360-B93B-22B5-43A19FC5996F}"/>
                    </a:ext>
                  </a:extLst>
                </p14:cNvPr>
                <p14:cNvContentPartPr/>
                <p14:nvPr/>
              </p14:nvContentPartPr>
              <p14:xfrm>
                <a:off x="5903867" y="1589840"/>
                <a:ext cx="114840" cy="1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F9C623-0360-B93B-22B5-43A19FC5996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899547" y="1585520"/>
                  <a:ext cx="123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750361-A7C0-1915-696C-8007DAF33BE7}"/>
                    </a:ext>
                  </a:extLst>
                </p14:cNvPr>
                <p14:cNvContentPartPr/>
                <p14:nvPr/>
              </p14:nvContentPartPr>
              <p14:xfrm>
                <a:off x="6277907" y="1431080"/>
                <a:ext cx="123840" cy="247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750361-A7C0-1915-696C-8007DAF33BE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73587" y="1426760"/>
                  <a:ext cx="132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3704DF-CBC4-0F01-1CD7-1269EF274458}"/>
                    </a:ext>
                  </a:extLst>
                </p14:cNvPr>
                <p14:cNvContentPartPr/>
                <p14:nvPr/>
              </p14:nvContentPartPr>
              <p14:xfrm>
                <a:off x="6187547" y="1327760"/>
                <a:ext cx="515880" cy="328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3704DF-CBC4-0F01-1CD7-1269EF27445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183227" y="1323440"/>
                  <a:ext cx="5245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4EDEC6-A757-36B0-0737-D1FF057B5A02}"/>
                    </a:ext>
                  </a:extLst>
                </p14:cNvPr>
                <p14:cNvContentPartPr/>
                <p14:nvPr/>
              </p14:nvContentPartPr>
              <p14:xfrm>
                <a:off x="6651947" y="1556720"/>
                <a:ext cx="47880" cy="9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4EDEC6-A757-36B0-0737-D1FF057B5A0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647627" y="1552400"/>
                  <a:ext cx="5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A45856B-CC2A-E2A5-A9FC-14C60C739683}"/>
                    </a:ext>
                  </a:extLst>
                </p14:cNvPr>
                <p14:cNvContentPartPr/>
                <p14:nvPr/>
              </p14:nvContentPartPr>
              <p14:xfrm>
                <a:off x="6724307" y="1425680"/>
                <a:ext cx="10080" cy="7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A45856B-CC2A-E2A5-A9FC-14C60C73968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19987" y="1421360"/>
                  <a:ext cx="18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9A8691-86EC-564F-75DB-0DD316C2BFB2}"/>
                    </a:ext>
                  </a:extLst>
                </p14:cNvPr>
                <p14:cNvContentPartPr/>
                <p14:nvPr/>
              </p14:nvContentPartPr>
              <p14:xfrm>
                <a:off x="6771107" y="1511360"/>
                <a:ext cx="90720" cy="97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9A8691-86EC-564F-75DB-0DD316C2BFB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766787" y="1507040"/>
                  <a:ext cx="99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E1D992-8A96-8EC6-1316-A5E70E6ED6DF}"/>
                    </a:ext>
                  </a:extLst>
                </p14:cNvPr>
                <p14:cNvContentPartPr/>
                <p14:nvPr/>
              </p14:nvContentPartPr>
              <p14:xfrm>
                <a:off x="5108267" y="2022920"/>
                <a:ext cx="113400" cy="144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E1D992-8A96-8EC6-1316-A5E70E6ED6D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03947" y="2018600"/>
                  <a:ext cx="122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25AF7F0-373C-CEBD-7CF3-41441A0A3E8F}"/>
                    </a:ext>
                  </a:extLst>
                </p14:cNvPr>
                <p14:cNvContentPartPr/>
                <p14:nvPr/>
              </p14:nvContentPartPr>
              <p14:xfrm>
                <a:off x="5249387" y="1999160"/>
                <a:ext cx="98640" cy="141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25AF7F0-373C-CEBD-7CF3-41441A0A3E8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45067" y="1994840"/>
                  <a:ext cx="107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C626EFC-9E72-5A94-74AC-872776CA43D6}"/>
                    </a:ext>
                  </a:extLst>
                </p14:cNvPr>
                <p14:cNvContentPartPr/>
                <p14:nvPr/>
              </p14:nvContentPartPr>
              <p14:xfrm>
                <a:off x="5484107" y="1886840"/>
                <a:ext cx="17280" cy="231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C626EFC-9E72-5A94-74AC-872776CA43D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479787" y="1882520"/>
                  <a:ext cx="25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3AED348-E06B-268A-A98F-7379F681762C}"/>
                    </a:ext>
                  </a:extLst>
                </p14:cNvPr>
                <p14:cNvContentPartPr/>
                <p14:nvPr/>
              </p14:nvContentPartPr>
              <p14:xfrm>
                <a:off x="5425067" y="1953440"/>
                <a:ext cx="246600" cy="93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3AED348-E06B-268A-A98F-7379F681762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20747" y="1949120"/>
                  <a:ext cx="255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31F8287-3899-3C5B-E910-7DDE1B55F814}"/>
                    </a:ext>
                  </a:extLst>
                </p14:cNvPr>
                <p14:cNvContentPartPr/>
                <p14:nvPr/>
              </p14:nvContentPartPr>
              <p14:xfrm>
                <a:off x="5789387" y="1823840"/>
                <a:ext cx="25920" cy="249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31F8287-3899-3C5B-E910-7DDE1B55F81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785067" y="1819520"/>
                  <a:ext cx="34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49E7D85-324D-F1EB-5107-A3600ECBB28A}"/>
                    </a:ext>
                  </a:extLst>
                </p14:cNvPr>
                <p14:cNvContentPartPr/>
                <p14:nvPr/>
              </p14:nvContentPartPr>
              <p14:xfrm>
                <a:off x="5718827" y="1960280"/>
                <a:ext cx="201600" cy="91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49E7D85-324D-F1EB-5107-A3600ECBB28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714507" y="1955960"/>
                  <a:ext cx="210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CFE050-F80A-F6F8-953F-EB264C737349}"/>
                    </a:ext>
                  </a:extLst>
                </p14:cNvPr>
                <p14:cNvContentPartPr/>
                <p14:nvPr/>
              </p14:nvContentPartPr>
              <p14:xfrm>
                <a:off x="5918987" y="1847240"/>
                <a:ext cx="5760" cy="48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CFE050-F80A-F6F8-953F-EB264C73734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914667" y="1842920"/>
                  <a:ext cx="14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C17E4DF-D827-1234-0B57-00CF571AACA5}"/>
                    </a:ext>
                  </a:extLst>
                </p14:cNvPr>
                <p14:cNvContentPartPr/>
                <p14:nvPr/>
              </p14:nvContentPartPr>
              <p14:xfrm>
                <a:off x="5962547" y="1963520"/>
                <a:ext cx="177480" cy="450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C17E4DF-D827-1234-0B57-00CF571AACA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958227" y="1959200"/>
                  <a:ext cx="186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C7771D3-FBB1-F27A-A77E-407AEFCBFF56}"/>
                    </a:ext>
                  </a:extLst>
                </p14:cNvPr>
                <p14:cNvContentPartPr/>
                <p14:nvPr/>
              </p14:nvContentPartPr>
              <p14:xfrm>
                <a:off x="5936267" y="1913840"/>
                <a:ext cx="311040" cy="398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C7771D3-FBB1-F27A-A77E-407AEFCBFF5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931947" y="1909520"/>
                  <a:ext cx="319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9FE2442-5F60-2A35-C638-CB43155DD497}"/>
                    </a:ext>
                  </a:extLst>
                </p14:cNvPr>
                <p14:cNvContentPartPr/>
                <p14:nvPr/>
              </p14:nvContentPartPr>
              <p14:xfrm>
                <a:off x="6588587" y="1734560"/>
                <a:ext cx="14400" cy="262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9FE2442-5F60-2A35-C638-CB43155DD49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584267" y="1730240"/>
                  <a:ext cx="23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15507CD-94FD-1038-BF05-130E3D4AE930}"/>
                    </a:ext>
                  </a:extLst>
                </p14:cNvPr>
                <p14:cNvContentPartPr/>
                <p14:nvPr/>
              </p14:nvContentPartPr>
              <p14:xfrm>
                <a:off x="6491027" y="1704320"/>
                <a:ext cx="403560" cy="241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15507CD-94FD-1038-BF05-130E3D4AE93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486707" y="1700000"/>
                  <a:ext cx="4122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A82140C-A8E1-03EB-828A-253D2F66FED6}"/>
                    </a:ext>
                  </a:extLst>
                </p14:cNvPr>
                <p14:cNvContentPartPr/>
                <p14:nvPr/>
              </p14:nvContentPartPr>
              <p14:xfrm>
                <a:off x="6915467" y="1877840"/>
                <a:ext cx="79200" cy="92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A82140C-A8E1-03EB-828A-253D2F66FED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911147" y="1873520"/>
                  <a:ext cx="87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659BE43-D837-37D3-FEE5-CAB3D4D1CDE9}"/>
                    </a:ext>
                  </a:extLst>
                </p14:cNvPr>
                <p14:cNvContentPartPr/>
                <p14:nvPr/>
              </p14:nvContentPartPr>
              <p14:xfrm>
                <a:off x="5192867" y="2507120"/>
                <a:ext cx="136800" cy="183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659BE43-D837-37D3-FEE5-CAB3D4D1CDE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188547" y="2502800"/>
                  <a:ext cx="145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4411C70-F672-C5A5-F458-ED9308BCECCA}"/>
                    </a:ext>
                  </a:extLst>
                </p14:cNvPr>
                <p14:cNvContentPartPr/>
                <p14:nvPr/>
              </p14:nvContentPartPr>
              <p14:xfrm>
                <a:off x="5373947" y="2543120"/>
                <a:ext cx="135360" cy="594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4411C70-F672-C5A5-F458-ED9308BCECC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369627" y="2538800"/>
                  <a:ext cx="144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E9DB54-6A60-978E-E65E-77D4E9735DAC}"/>
                    </a:ext>
                  </a:extLst>
                </p14:cNvPr>
                <p14:cNvContentPartPr/>
                <p14:nvPr/>
              </p14:nvContentPartPr>
              <p14:xfrm>
                <a:off x="5555387" y="2315960"/>
                <a:ext cx="129240" cy="289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E9DB54-6A60-978E-E65E-77D4E9735DA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551067" y="2311640"/>
                  <a:ext cx="1378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162B1C7-A6DA-A5FC-35DA-398F54C160AF}"/>
                    </a:ext>
                  </a:extLst>
                </p14:cNvPr>
                <p14:cNvContentPartPr/>
                <p14:nvPr/>
              </p14:nvContentPartPr>
              <p14:xfrm>
                <a:off x="5738987" y="2508560"/>
                <a:ext cx="94320" cy="18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162B1C7-A6DA-A5FC-35DA-398F54C160A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734667" y="2504240"/>
                  <a:ext cx="102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C46289B-6974-A4A5-5EC2-1F3C4E10DBD3}"/>
                    </a:ext>
                  </a:extLst>
                </p14:cNvPr>
                <p14:cNvContentPartPr/>
                <p14:nvPr/>
              </p14:nvContentPartPr>
              <p14:xfrm>
                <a:off x="5937707" y="2308400"/>
                <a:ext cx="8640" cy="274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C46289B-6974-A4A5-5EC2-1F3C4E10DBD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933387" y="2304080"/>
                  <a:ext cx="17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2F69EC3-4221-3840-DFAC-710B0BB9234E}"/>
                    </a:ext>
                  </a:extLst>
                </p14:cNvPr>
                <p14:cNvContentPartPr/>
                <p14:nvPr/>
              </p14:nvContentPartPr>
              <p14:xfrm>
                <a:off x="5870387" y="2416760"/>
                <a:ext cx="184320" cy="446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2F69EC3-4221-3840-DFAC-710B0BB9234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866067" y="2412440"/>
                  <a:ext cx="192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113AA5E-50D7-B959-668C-37BA82DCDF38}"/>
                    </a:ext>
                  </a:extLst>
                </p14:cNvPr>
                <p14:cNvContentPartPr/>
                <p14:nvPr/>
              </p14:nvContentPartPr>
              <p14:xfrm>
                <a:off x="6057227" y="2388680"/>
                <a:ext cx="93600" cy="178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113AA5E-50D7-B959-668C-37BA82DCDF3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052907" y="2384360"/>
                  <a:ext cx="102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53367D8-DBBE-2654-1A4F-69C9948F64EC}"/>
                    </a:ext>
                  </a:extLst>
                </p14:cNvPr>
                <p14:cNvContentPartPr/>
                <p14:nvPr/>
              </p14:nvContentPartPr>
              <p14:xfrm>
                <a:off x="6193667" y="2394800"/>
                <a:ext cx="99720" cy="101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53367D8-DBBE-2654-1A4F-69C9948F64E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189347" y="2390480"/>
                  <a:ext cx="10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87A9E89-0B57-2A9E-50BD-07711B3A2653}"/>
                    </a:ext>
                  </a:extLst>
                </p14:cNvPr>
                <p14:cNvContentPartPr/>
                <p14:nvPr/>
              </p14:nvContentPartPr>
              <p14:xfrm>
                <a:off x="6304907" y="2354480"/>
                <a:ext cx="114120" cy="124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87A9E89-0B57-2A9E-50BD-07711B3A265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300587" y="2350160"/>
                  <a:ext cx="12276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12A37E0-274B-AA65-E6B2-442F3960F3A7}"/>
                  </a:ext>
                </a:extLst>
              </p14:cNvPr>
              <p14:cNvContentPartPr/>
              <p14:nvPr/>
            </p14:nvContentPartPr>
            <p14:xfrm>
              <a:off x="-667573" y="-127360"/>
              <a:ext cx="120960" cy="1735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12A37E0-274B-AA65-E6B2-442F3960F3A7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-671893" y="-131680"/>
                <a:ext cx="129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D0F8BF0D-F55E-6056-F1A5-D049EF177732}"/>
                  </a:ext>
                </a:extLst>
              </p14:cNvPr>
              <p14:cNvContentPartPr/>
              <p14:nvPr/>
            </p14:nvContentPartPr>
            <p14:xfrm>
              <a:off x="3851373" y="2976547"/>
              <a:ext cx="211680" cy="26964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D0F8BF0D-F55E-6056-F1A5-D049EF177732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3847053" y="2972227"/>
                <a:ext cx="2203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07713D48-C1F1-7676-0ED6-CE111AD0D409}"/>
                  </a:ext>
                </a:extLst>
              </p14:cNvPr>
              <p14:cNvContentPartPr/>
              <p14:nvPr/>
            </p14:nvContentPartPr>
            <p14:xfrm>
              <a:off x="4760013" y="3819307"/>
              <a:ext cx="240120" cy="2934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07713D48-C1F1-7676-0ED6-CE111AD0D409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4755693" y="3814987"/>
                <a:ext cx="248760" cy="3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542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3D90-6C78-5C50-D09D-4F421409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7FF9-FEEC-7643-7394-59AB0A5E8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In this case of imbalance, the path from the point of imbalance to the new node starts with going Right, and Right Again. Usually shortened to RR. </a:t>
            </a:r>
          </a:p>
          <a:p>
            <a:r>
              <a:rPr lang="en-ZA" dirty="0"/>
              <a:t>To correct this situation for an AVL tree we need to perform a RR-Single Rotation operation.</a:t>
            </a:r>
          </a:p>
        </p:txBody>
      </p:sp>
    </p:spTree>
    <p:extLst>
      <p:ext uri="{BB962C8B-B14F-4D97-AF65-F5344CB8AC3E}">
        <p14:creationId xmlns:p14="http://schemas.microsoft.com/office/powerpoint/2010/main" val="201277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C85BD5-5530-DBDE-EEC2-B6BC440E2E62}"/>
                  </a:ext>
                </a:extLst>
              </p14:cNvPr>
              <p14:cNvContentPartPr/>
              <p14:nvPr/>
            </p14:nvContentPartPr>
            <p14:xfrm>
              <a:off x="654707" y="1469600"/>
              <a:ext cx="102600" cy="11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C85BD5-5530-DBDE-EEC2-B6BC440E2E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067" y="1460960"/>
                <a:ext cx="1202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C737F8-AE39-1FA0-B295-67FEADCA33EE}"/>
                  </a:ext>
                </a:extLst>
              </p14:cNvPr>
              <p14:cNvContentPartPr/>
              <p14:nvPr/>
            </p14:nvContentPartPr>
            <p14:xfrm>
              <a:off x="833267" y="1460960"/>
              <a:ext cx="60840" cy="7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C737F8-AE39-1FA0-B295-67FEADCA33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627" y="1451960"/>
                <a:ext cx="784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CAF75A-BA95-F483-2AB2-885B00AA796B}"/>
                  </a:ext>
                </a:extLst>
              </p14:cNvPr>
              <p14:cNvContentPartPr/>
              <p14:nvPr/>
            </p14:nvContentPartPr>
            <p14:xfrm>
              <a:off x="984107" y="1425320"/>
              <a:ext cx="7344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CAF75A-BA95-F483-2AB2-885B00AA79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5467" y="1416680"/>
                <a:ext cx="910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A3BEC6-198E-73C6-C9BD-1AF0BA0032E4}"/>
                  </a:ext>
                </a:extLst>
              </p14:cNvPr>
              <p14:cNvContentPartPr/>
              <p14:nvPr/>
            </p14:nvContentPartPr>
            <p14:xfrm>
              <a:off x="1141787" y="1271960"/>
              <a:ext cx="52200" cy="18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A3BEC6-198E-73C6-C9BD-1AF0BA0032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2787" y="1263320"/>
                <a:ext cx="69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E77A0B-6A84-156F-28E6-DC9634FBBBEF}"/>
                  </a:ext>
                </a:extLst>
              </p14:cNvPr>
              <p14:cNvContentPartPr/>
              <p14:nvPr/>
            </p14:nvContentPartPr>
            <p14:xfrm>
              <a:off x="1116947" y="1336040"/>
              <a:ext cx="84600" cy="13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E77A0B-6A84-156F-28E6-DC9634FBBB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7947" y="1327400"/>
                <a:ext cx="102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7B4B23-B8C2-34E1-988F-2F2D2E46F2FB}"/>
                  </a:ext>
                </a:extLst>
              </p14:cNvPr>
              <p14:cNvContentPartPr/>
              <p14:nvPr/>
            </p14:nvContentPartPr>
            <p14:xfrm>
              <a:off x="1879787" y="1970360"/>
              <a:ext cx="762840" cy="114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7B4B23-B8C2-34E1-988F-2F2D2E46F2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75467" y="1966040"/>
                <a:ext cx="7714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E20DB2-A623-55FB-3F8D-FE23E69183C2}"/>
                  </a:ext>
                </a:extLst>
              </p14:cNvPr>
              <p14:cNvContentPartPr/>
              <p14:nvPr/>
            </p14:nvContentPartPr>
            <p14:xfrm>
              <a:off x="1525547" y="1268000"/>
              <a:ext cx="652320" cy="329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E20DB2-A623-55FB-3F8D-FE23E69183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6907" y="1259360"/>
                <a:ext cx="6699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214DAA3-6347-94E2-FE50-E5AC886F9A57}"/>
                  </a:ext>
                </a:extLst>
              </p14:cNvPr>
              <p14:cNvContentPartPr/>
              <p14:nvPr/>
            </p14:nvContentPartPr>
            <p14:xfrm>
              <a:off x="2072027" y="1490120"/>
              <a:ext cx="89640" cy="95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214DAA3-6347-94E2-FE50-E5AC886F9A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63387" y="1481480"/>
                <a:ext cx="1072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5E5AF5-F987-8DA5-2BE7-30C0EEF6770D}"/>
                  </a:ext>
                </a:extLst>
              </p14:cNvPr>
              <p14:cNvContentPartPr/>
              <p14:nvPr/>
            </p14:nvContentPartPr>
            <p14:xfrm>
              <a:off x="2154467" y="1484360"/>
              <a:ext cx="101880" cy="134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5E5AF5-F987-8DA5-2BE7-30C0EEF677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45827" y="1475720"/>
                <a:ext cx="119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6469F3-ABB5-74C7-BA8A-0B755C92B9C6}"/>
                  </a:ext>
                </a:extLst>
              </p14:cNvPr>
              <p14:cNvContentPartPr/>
              <p14:nvPr/>
            </p14:nvContentPartPr>
            <p14:xfrm>
              <a:off x="1871147" y="1597760"/>
              <a:ext cx="718920" cy="65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6469F3-ABB5-74C7-BA8A-0B755C92B9C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62147" y="1589120"/>
                <a:ext cx="73656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14D3A7-A031-2D26-1586-ACDAB2E24218}"/>
                  </a:ext>
                </a:extLst>
              </p14:cNvPr>
              <p14:cNvContentPartPr/>
              <p14:nvPr/>
            </p14:nvContentPartPr>
            <p14:xfrm>
              <a:off x="2105507" y="1733480"/>
              <a:ext cx="168120" cy="22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14D3A7-A031-2D26-1586-ACDAB2E242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96507" y="1724480"/>
                <a:ext cx="1857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C5A60A-9B1E-36CC-32C6-97E19B61CAF2}"/>
                  </a:ext>
                </a:extLst>
              </p14:cNvPr>
              <p14:cNvContentPartPr/>
              <p14:nvPr/>
            </p14:nvContentPartPr>
            <p14:xfrm>
              <a:off x="2527787" y="2114360"/>
              <a:ext cx="480600" cy="456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C5A60A-9B1E-36CC-32C6-97E19B61CA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18787" y="2105720"/>
                <a:ext cx="4982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7C54DB-139E-C21D-E5E7-2661E3152CA7}"/>
                  </a:ext>
                </a:extLst>
              </p14:cNvPr>
              <p14:cNvContentPartPr/>
              <p14:nvPr/>
            </p14:nvContentPartPr>
            <p14:xfrm>
              <a:off x="2765747" y="2498480"/>
              <a:ext cx="809640" cy="69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7C54DB-139E-C21D-E5E7-2661E3152C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57107" y="2489840"/>
                <a:ext cx="827280" cy="71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78746E-8435-E058-A379-F062596C26C5}"/>
                  </a:ext>
                </a:extLst>
              </p14:cNvPr>
              <p14:cNvContentPartPr/>
              <p14:nvPr/>
            </p14:nvContentPartPr>
            <p14:xfrm>
              <a:off x="3125747" y="2632760"/>
              <a:ext cx="157320" cy="203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78746E-8435-E058-A379-F062596C26C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16747" y="2624120"/>
                <a:ext cx="1749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C62160F-A827-D446-C9F8-124877F44F5A}"/>
                  </a:ext>
                </a:extLst>
              </p14:cNvPr>
              <p14:cNvContentPartPr/>
              <p14:nvPr/>
            </p14:nvContentPartPr>
            <p14:xfrm>
              <a:off x="3108827" y="2721320"/>
              <a:ext cx="222840" cy="43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C62160F-A827-D446-C9F8-124877F44F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0187" y="2712320"/>
                <a:ext cx="2404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42324B-3BC8-59A8-B41D-7D8064BB0BEF}"/>
                  </a:ext>
                </a:extLst>
              </p14:cNvPr>
              <p14:cNvContentPartPr/>
              <p14:nvPr/>
            </p14:nvContentPartPr>
            <p14:xfrm>
              <a:off x="1573067" y="2188160"/>
              <a:ext cx="380880" cy="522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B42324B-3BC8-59A8-B41D-7D8064BB0BE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64067" y="2179520"/>
                <a:ext cx="39852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BF692CB-088A-E1B4-74D2-1FC134BABD36}"/>
                  </a:ext>
                </a:extLst>
              </p14:cNvPr>
              <p14:cNvContentPartPr/>
              <p14:nvPr/>
            </p14:nvContentPartPr>
            <p14:xfrm>
              <a:off x="1062947" y="2649680"/>
              <a:ext cx="821880" cy="773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BF692CB-088A-E1B4-74D2-1FC134BABD3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3947" y="2640680"/>
                <a:ext cx="83952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AFBD24-3FFB-7415-605A-BCF939A149B5}"/>
                  </a:ext>
                </a:extLst>
              </p14:cNvPr>
              <p14:cNvContentPartPr/>
              <p14:nvPr/>
            </p14:nvContentPartPr>
            <p14:xfrm>
              <a:off x="1396307" y="2842640"/>
              <a:ext cx="219960" cy="146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AFBD24-3FFB-7415-605A-BCF939A149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87307" y="2834000"/>
                <a:ext cx="2376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80B22FB-A639-1BE8-3FDA-D1DD12421B9D}"/>
                  </a:ext>
                </a:extLst>
              </p14:cNvPr>
              <p14:cNvContentPartPr/>
              <p14:nvPr/>
            </p14:nvContentPartPr>
            <p14:xfrm>
              <a:off x="1550387" y="2874320"/>
              <a:ext cx="20520" cy="198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80B22FB-A639-1BE8-3FDA-D1DD12421B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41387" y="2865680"/>
                <a:ext cx="3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07B976-D4C5-D07D-3577-34EF0B0F7E68}"/>
                  </a:ext>
                </a:extLst>
              </p14:cNvPr>
              <p14:cNvContentPartPr/>
              <p14:nvPr/>
            </p14:nvContentPartPr>
            <p14:xfrm>
              <a:off x="1048187" y="3017960"/>
              <a:ext cx="912600" cy="212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07B976-D4C5-D07D-3577-34EF0B0F7E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39547" y="3009320"/>
                <a:ext cx="930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C522DF-1EC7-D921-E3A2-C2B63A211692}"/>
                  </a:ext>
                </a:extLst>
              </p14:cNvPr>
              <p14:cNvContentPartPr/>
              <p14:nvPr/>
            </p14:nvContentPartPr>
            <p14:xfrm>
              <a:off x="1415387" y="3201560"/>
              <a:ext cx="114120" cy="132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C522DF-1EC7-D921-E3A2-C2B63A21169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11067" y="3197240"/>
                <a:ext cx="1227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B33E71A-231D-CE0D-FFB9-124B877BAA32}"/>
                  </a:ext>
                </a:extLst>
              </p14:cNvPr>
              <p14:cNvContentPartPr/>
              <p14:nvPr/>
            </p14:nvContentPartPr>
            <p14:xfrm>
              <a:off x="3454787" y="3089600"/>
              <a:ext cx="377640" cy="396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B33E71A-231D-CE0D-FFB9-124B877BAA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46147" y="3080960"/>
                <a:ext cx="39528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07DBF98-DAF8-AE38-B96F-E842B8AFFD0C}"/>
                  </a:ext>
                </a:extLst>
              </p14:cNvPr>
              <p14:cNvContentPartPr/>
              <p14:nvPr/>
            </p14:nvContentPartPr>
            <p14:xfrm>
              <a:off x="3632627" y="3475520"/>
              <a:ext cx="792720" cy="64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07DBF98-DAF8-AE38-B96F-E842B8AFFD0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23627" y="3466520"/>
                <a:ext cx="81036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5FC7984-EC69-EC04-DB7A-9E80EC8B9241}"/>
                  </a:ext>
                </a:extLst>
              </p14:cNvPr>
              <p14:cNvContentPartPr/>
              <p14:nvPr/>
            </p14:nvContentPartPr>
            <p14:xfrm>
              <a:off x="3909467" y="3596840"/>
              <a:ext cx="113400" cy="274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5FC7984-EC69-EC04-DB7A-9E80EC8B924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00467" y="3587840"/>
                <a:ext cx="1310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D507E1-3035-9BC0-C2ED-C45373F17A4E}"/>
                  </a:ext>
                </a:extLst>
              </p14:cNvPr>
              <p14:cNvContentPartPr/>
              <p14:nvPr/>
            </p14:nvContentPartPr>
            <p14:xfrm>
              <a:off x="2770067" y="2880800"/>
              <a:ext cx="811080" cy="140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D507E1-3035-9BC0-C2ED-C45373F17A4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65747" y="2876480"/>
                <a:ext cx="8197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6CCA57C-F38B-10A2-2BF5-B2B486B989F3}"/>
                  </a:ext>
                </a:extLst>
              </p14:cNvPr>
              <p14:cNvContentPartPr/>
              <p14:nvPr/>
            </p14:nvContentPartPr>
            <p14:xfrm>
              <a:off x="3659987" y="3806000"/>
              <a:ext cx="760320" cy="144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6CCA57C-F38B-10A2-2BF5-B2B486B989F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55667" y="3801680"/>
                <a:ext cx="7689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00D8F5C-B1A5-3E76-AC84-F5D18680CAF9}"/>
                  </a:ext>
                </a:extLst>
              </p14:cNvPr>
              <p14:cNvContentPartPr/>
              <p14:nvPr/>
            </p14:nvContentPartPr>
            <p14:xfrm>
              <a:off x="2192267" y="2111840"/>
              <a:ext cx="18360" cy="67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00D8F5C-B1A5-3E76-AC84-F5D18680CAF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87947" y="2107520"/>
                <a:ext cx="270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A210911-6D85-51B3-FF27-EFF821D18A23}"/>
                  </a:ext>
                </a:extLst>
              </p14:cNvPr>
              <p14:cNvContentPartPr/>
              <p14:nvPr/>
            </p14:nvContentPartPr>
            <p14:xfrm>
              <a:off x="4312307" y="4000760"/>
              <a:ext cx="629640" cy="444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A210911-6D85-51B3-FF27-EFF821D18A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03307" y="3992120"/>
                <a:ext cx="64728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8F3A508-1B67-4D88-F358-0971CF4642DC}"/>
                  </a:ext>
                </a:extLst>
              </p14:cNvPr>
              <p14:cNvContentPartPr/>
              <p14:nvPr/>
            </p14:nvContentPartPr>
            <p14:xfrm>
              <a:off x="5112947" y="4644080"/>
              <a:ext cx="36360" cy="186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8F3A508-1B67-4D88-F358-0971CF4642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04307" y="4635080"/>
                <a:ext cx="540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B0E365E-8673-2BA2-27D2-BF80D762284F}"/>
                  </a:ext>
                </a:extLst>
              </p14:cNvPr>
              <p14:cNvContentPartPr/>
              <p14:nvPr/>
            </p14:nvContentPartPr>
            <p14:xfrm>
              <a:off x="5245787" y="4629680"/>
              <a:ext cx="117000" cy="167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B0E365E-8673-2BA2-27D2-BF80D762284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37147" y="4620680"/>
                <a:ext cx="1346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B6C8D37-B5F3-90AF-CD42-B5C916C540CC}"/>
                  </a:ext>
                </a:extLst>
              </p14:cNvPr>
              <p14:cNvContentPartPr/>
              <p14:nvPr/>
            </p14:nvContentPartPr>
            <p14:xfrm>
              <a:off x="4816307" y="4422320"/>
              <a:ext cx="814320" cy="612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B6C8D37-B5F3-90AF-CD42-B5C916C540C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07667" y="4413680"/>
                <a:ext cx="83196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63F66E1-523C-EA71-FF26-E18E23743E98}"/>
                  </a:ext>
                </a:extLst>
              </p14:cNvPr>
              <p14:cNvContentPartPr/>
              <p14:nvPr/>
            </p14:nvContentPartPr>
            <p14:xfrm>
              <a:off x="4904507" y="4744520"/>
              <a:ext cx="688680" cy="132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63F66E1-523C-EA71-FF26-E18E23743E9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00187" y="4740200"/>
                <a:ext cx="69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B8EB1B6-0815-6DE4-F847-85BE7B7FBC72}"/>
                  </a:ext>
                </a:extLst>
              </p14:cNvPr>
              <p14:cNvContentPartPr/>
              <p14:nvPr/>
            </p14:nvContentPartPr>
            <p14:xfrm>
              <a:off x="5218787" y="4871600"/>
              <a:ext cx="84240" cy="84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B8EB1B6-0815-6DE4-F847-85BE7B7FBC7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214467" y="4867280"/>
                <a:ext cx="928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3D446B4-511E-6DE3-F25C-005EF5D0C357}"/>
                  </a:ext>
                </a:extLst>
              </p14:cNvPr>
              <p14:cNvContentPartPr/>
              <p14:nvPr/>
            </p14:nvContentPartPr>
            <p14:xfrm>
              <a:off x="4102067" y="3939920"/>
              <a:ext cx="17640" cy="91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3D446B4-511E-6DE3-F25C-005EF5D0C35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97747" y="3935600"/>
                <a:ext cx="262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009D4AA-013A-E5AF-7455-010EABB7B34A}"/>
                  </a:ext>
                </a:extLst>
              </p14:cNvPr>
              <p14:cNvContentPartPr/>
              <p14:nvPr/>
            </p14:nvContentPartPr>
            <p14:xfrm>
              <a:off x="3076427" y="2984480"/>
              <a:ext cx="102600" cy="9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009D4AA-013A-E5AF-7455-010EABB7B34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72107" y="2980160"/>
                <a:ext cx="1112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D910F2C-6200-1945-0F2A-34BB17D59E44}"/>
                  </a:ext>
                </a:extLst>
              </p14:cNvPr>
              <p14:cNvContentPartPr/>
              <p14:nvPr/>
            </p14:nvContentPartPr>
            <p14:xfrm>
              <a:off x="4127987" y="1885040"/>
              <a:ext cx="652320" cy="468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D910F2C-6200-1945-0F2A-34BB17D59E4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23667" y="1880720"/>
                <a:ext cx="6609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C32663F-B430-A1F8-B0B9-4F3DAD38DF37}"/>
                  </a:ext>
                </a:extLst>
              </p14:cNvPr>
              <p14:cNvContentPartPr/>
              <p14:nvPr/>
            </p14:nvContentPartPr>
            <p14:xfrm>
              <a:off x="4028627" y="2250080"/>
              <a:ext cx="174960" cy="199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C32663F-B430-A1F8-B0B9-4F3DAD38DF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024307" y="2245760"/>
                <a:ext cx="1836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221FB82-094D-DC29-542F-5E92C5A10723}"/>
                  </a:ext>
                </a:extLst>
              </p14:cNvPr>
              <p14:cNvContentPartPr/>
              <p14:nvPr/>
            </p14:nvContentPartPr>
            <p14:xfrm>
              <a:off x="7114187" y="1212200"/>
              <a:ext cx="119520" cy="337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221FB82-094D-DC29-542F-5E92C5A1072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09867" y="1207880"/>
                <a:ext cx="1281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E85B912-1094-86C0-E958-22F452FAB3A3}"/>
                  </a:ext>
                </a:extLst>
              </p14:cNvPr>
              <p14:cNvContentPartPr/>
              <p14:nvPr/>
            </p14:nvContentPartPr>
            <p14:xfrm>
              <a:off x="7296707" y="1443680"/>
              <a:ext cx="74880" cy="52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E85B912-1094-86C0-E958-22F452FAB3A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292387" y="1439360"/>
                <a:ext cx="83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406C2F6-32AB-9E1F-FB4A-EC3A6F1C5963}"/>
                  </a:ext>
                </a:extLst>
              </p14:cNvPr>
              <p14:cNvContentPartPr/>
              <p14:nvPr/>
            </p14:nvContentPartPr>
            <p14:xfrm>
              <a:off x="7186907" y="1412360"/>
              <a:ext cx="260640" cy="360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406C2F6-32AB-9E1F-FB4A-EC3A6F1C596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82587" y="1408040"/>
                <a:ext cx="2692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67E85A7-192A-800B-FE8E-328E4BB6F326}"/>
                  </a:ext>
                </a:extLst>
              </p14:cNvPr>
              <p14:cNvContentPartPr/>
              <p14:nvPr/>
            </p14:nvContentPartPr>
            <p14:xfrm>
              <a:off x="5031227" y="1472840"/>
              <a:ext cx="209880" cy="349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67E85A7-192A-800B-FE8E-328E4BB6F32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26547" y="1468520"/>
                <a:ext cx="2185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6006649-A595-2F33-ABD2-C1DE7F98F380}"/>
                  </a:ext>
                </a:extLst>
              </p14:cNvPr>
              <p14:cNvContentPartPr/>
              <p14:nvPr/>
            </p14:nvContentPartPr>
            <p14:xfrm>
              <a:off x="5215547" y="1674440"/>
              <a:ext cx="75960" cy="106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6006649-A595-2F33-ABD2-C1DE7F98F38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211227" y="1670120"/>
                <a:ext cx="846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55CCDD9-977A-A84D-6E23-A69103EC662F}"/>
                  </a:ext>
                </a:extLst>
              </p14:cNvPr>
              <p14:cNvContentPartPr/>
              <p14:nvPr/>
            </p14:nvContentPartPr>
            <p14:xfrm>
              <a:off x="5367107" y="1656800"/>
              <a:ext cx="45000" cy="100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55CCDD9-977A-A84D-6E23-A69103EC662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62787" y="1652480"/>
                <a:ext cx="536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7A8EE49-DB3D-5D0C-60A0-4E397DD83F38}"/>
                  </a:ext>
                </a:extLst>
              </p14:cNvPr>
              <p14:cNvContentPartPr/>
              <p14:nvPr/>
            </p14:nvContentPartPr>
            <p14:xfrm>
              <a:off x="5488427" y="1626560"/>
              <a:ext cx="36360" cy="101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7A8EE49-DB3D-5D0C-60A0-4E397DD83F3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84107" y="1622240"/>
                <a:ext cx="450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C9659D1-3B44-BDD4-ACF8-C9FDC05A68BB}"/>
                  </a:ext>
                </a:extLst>
              </p14:cNvPr>
              <p14:cNvContentPartPr/>
              <p14:nvPr/>
            </p14:nvContentPartPr>
            <p14:xfrm>
              <a:off x="5580947" y="1617200"/>
              <a:ext cx="97200" cy="116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C9659D1-3B44-BDD4-ACF8-C9FDC05A68B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76627" y="1612880"/>
                <a:ext cx="1058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A318378-7E9E-6295-A592-E740CBD6810D}"/>
                  </a:ext>
                </a:extLst>
              </p14:cNvPr>
              <p14:cNvContentPartPr/>
              <p14:nvPr/>
            </p14:nvContentPartPr>
            <p14:xfrm>
              <a:off x="5748347" y="1625120"/>
              <a:ext cx="112320" cy="89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A318378-7E9E-6295-A592-E740CBD6810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44027" y="1620800"/>
                <a:ext cx="1209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64C4D59-EEA0-E6CD-B856-6CEA933E8E20}"/>
                  </a:ext>
                </a:extLst>
              </p14:cNvPr>
              <p14:cNvContentPartPr/>
              <p14:nvPr/>
            </p14:nvContentPartPr>
            <p14:xfrm>
              <a:off x="5928347" y="1470320"/>
              <a:ext cx="83520" cy="2257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64C4D59-EEA0-E6CD-B856-6CEA933E8E2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24027" y="1466000"/>
                <a:ext cx="921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C0350AC-0B83-486C-E794-55C65B364A9A}"/>
                  </a:ext>
                </a:extLst>
              </p14:cNvPr>
              <p14:cNvContentPartPr/>
              <p14:nvPr/>
            </p14:nvContentPartPr>
            <p14:xfrm>
              <a:off x="5903867" y="1589840"/>
              <a:ext cx="114840" cy="10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C0350AC-0B83-486C-E794-55C65B364A9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99547" y="1585520"/>
                <a:ext cx="123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9C31650-CBDA-41ED-8367-7528443608DC}"/>
                  </a:ext>
                </a:extLst>
              </p14:cNvPr>
              <p14:cNvContentPartPr/>
              <p14:nvPr/>
            </p14:nvContentPartPr>
            <p14:xfrm>
              <a:off x="6277907" y="1431080"/>
              <a:ext cx="123840" cy="247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9C31650-CBDA-41ED-8367-7528443608D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273587" y="1426760"/>
                <a:ext cx="1324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6A36FD-09C3-CDE0-C992-A48363B89C49}"/>
                  </a:ext>
                </a:extLst>
              </p14:cNvPr>
              <p14:cNvContentPartPr/>
              <p14:nvPr/>
            </p14:nvContentPartPr>
            <p14:xfrm>
              <a:off x="6187547" y="1327760"/>
              <a:ext cx="515880" cy="328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6A36FD-09C3-CDE0-C992-A48363B89C4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183227" y="1323440"/>
                <a:ext cx="5245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D4513F2-5850-CB7D-185C-7F8040F7912F}"/>
                  </a:ext>
                </a:extLst>
              </p14:cNvPr>
              <p14:cNvContentPartPr/>
              <p14:nvPr/>
            </p14:nvContentPartPr>
            <p14:xfrm>
              <a:off x="6651947" y="1556720"/>
              <a:ext cx="47880" cy="95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D4513F2-5850-CB7D-185C-7F8040F7912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47627" y="1552400"/>
                <a:ext cx="565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4BF808D-F2B5-10E8-58D6-3D5C03A697A7}"/>
                  </a:ext>
                </a:extLst>
              </p14:cNvPr>
              <p14:cNvContentPartPr/>
              <p14:nvPr/>
            </p14:nvContentPartPr>
            <p14:xfrm>
              <a:off x="6724307" y="1425680"/>
              <a:ext cx="10080" cy="74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4BF808D-F2B5-10E8-58D6-3D5C03A697A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19987" y="1421360"/>
                <a:ext cx="18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54BB2D0-D13E-10B8-3C23-014C860FE6BC}"/>
                  </a:ext>
                </a:extLst>
              </p14:cNvPr>
              <p14:cNvContentPartPr/>
              <p14:nvPr/>
            </p14:nvContentPartPr>
            <p14:xfrm>
              <a:off x="6771107" y="1511360"/>
              <a:ext cx="90720" cy="97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54BB2D0-D13E-10B8-3C23-014C860FE6B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66787" y="1507040"/>
                <a:ext cx="993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B8684FD-68B7-BA97-4072-7D2FC2A1B0FD}"/>
                  </a:ext>
                </a:extLst>
              </p14:cNvPr>
              <p14:cNvContentPartPr/>
              <p14:nvPr/>
            </p14:nvContentPartPr>
            <p14:xfrm>
              <a:off x="5108267" y="2022920"/>
              <a:ext cx="113400" cy="144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B8684FD-68B7-BA97-4072-7D2FC2A1B0F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103947" y="2018600"/>
                <a:ext cx="1220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25C221-644E-715C-37FC-46C977DD86FD}"/>
                  </a:ext>
                </a:extLst>
              </p14:cNvPr>
              <p14:cNvContentPartPr/>
              <p14:nvPr/>
            </p14:nvContentPartPr>
            <p14:xfrm>
              <a:off x="5249387" y="1999160"/>
              <a:ext cx="98640" cy="141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25C221-644E-715C-37FC-46C977DD86F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45067" y="1994840"/>
                <a:ext cx="1072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F1468DF-257E-6417-DDD3-5134573F0CE7}"/>
                  </a:ext>
                </a:extLst>
              </p14:cNvPr>
              <p14:cNvContentPartPr/>
              <p14:nvPr/>
            </p14:nvContentPartPr>
            <p14:xfrm>
              <a:off x="5484107" y="1886840"/>
              <a:ext cx="17280" cy="231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F1468DF-257E-6417-DDD3-5134573F0CE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79787" y="1882520"/>
                <a:ext cx="259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FD23DC2-9666-B9D8-C300-05B7184EBB87}"/>
                  </a:ext>
                </a:extLst>
              </p14:cNvPr>
              <p14:cNvContentPartPr/>
              <p14:nvPr/>
            </p14:nvContentPartPr>
            <p14:xfrm>
              <a:off x="5425067" y="1953440"/>
              <a:ext cx="246600" cy="93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FD23DC2-9666-B9D8-C300-05B7184EBB8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20747" y="1949120"/>
                <a:ext cx="2552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8E72DD7-2FE5-7FFF-2466-3024EC81B1F7}"/>
                  </a:ext>
                </a:extLst>
              </p14:cNvPr>
              <p14:cNvContentPartPr/>
              <p14:nvPr/>
            </p14:nvContentPartPr>
            <p14:xfrm>
              <a:off x="5789387" y="1823840"/>
              <a:ext cx="25920" cy="249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8E72DD7-2FE5-7FFF-2466-3024EC81B1F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785067" y="1819520"/>
                <a:ext cx="345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D630F2B-FEB5-CF2C-1357-559926ECA620}"/>
                  </a:ext>
                </a:extLst>
              </p14:cNvPr>
              <p14:cNvContentPartPr/>
              <p14:nvPr/>
            </p14:nvContentPartPr>
            <p14:xfrm>
              <a:off x="5718827" y="1960280"/>
              <a:ext cx="201600" cy="91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D630F2B-FEB5-CF2C-1357-559926ECA6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714507" y="1955960"/>
                <a:ext cx="2102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10C833D-ED09-9057-E955-E1274B04AC29}"/>
                  </a:ext>
                </a:extLst>
              </p14:cNvPr>
              <p14:cNvContentPartPr/>
              <p14:nvPr/>
            </p14:nvContentPartPr>
            <p14:xfrm>
              <a:off x="5918987" y="1847240"/>
              <a:ext cx="5760" cy="48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10C833D-ED09-9057-E955-E1274B04AC2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914667" y="1842920"/>
                <a:ext cx="144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8D7BAB2-B37C-E5D1-0521-FC64467701D0}"/>
                  </a:ext>
                </a:extLst>
              </p14:cNvPr>
              <p14:cNvContentPartPr/>
              <p14:nvPr/>
            </p14:nvContentPartPr>
            <p14:xfrm>
              <a:off x="5962547" y="1963520"/>
              <a:ext cx="177480" cy="45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8D7BAB2-B37C-E5D1-0521-FC64467701D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58227" y="1959200"/>
                <a:ext cx="1861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229F190-375E-01F5-D108-6D410CFD8CCB}"/>
                  </a:ext>
                </a:extLst>
              </p14:cNvPr>
              <p14:cNvContentPartPr/>
              <p14:nvPr/>
            </p14:nvContentPartPr>
            <p14:xfrm>
              <a:off x="5936267" y="1913840"/>
              <a:ext cx="311040" cy="398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229F190-375E-01F5-D108-6D410CFD8CC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931947" y="1909520"/>
                <a:ext cx="31968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6438144-94DF-799E-1996-962D23C47492}"/>
                  </a:ext>
                </a:extLst>
              </p14:cNvPr>
              <p14:cNvContentPartPr/>
              <p14:nvPr/>
            </p14:nvContentPartPr>
            <p14:xfrm>
              <a:off x="6588587" y="1734560"/>
              <a:ext cx="14400" cy="262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6438144-94DF-799E-1996-962D23C4749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584267" y="1730240"/>
                <a:ext cx="230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A8FA5FF-20EA-7ECF-365C-7096228E3078}"/>
                  </a:ext>
                </a:extLst>
              </p14:cNvPr>
              <p14:cNvContentPartPr/>
              <p14:nvPr/>
            </p14:nvContentPartPr>
            <p14:xfrm>
              <a:off x="6491027" y="1704320"/>
              <a:ext cx="403560" cy="241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A8FA5FF-20EA-7ECF-365C-7096228E307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486707" y="1700000"/>
                <a:ext cx="412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20E653D-55AC-235C-387D-311FCBC79A1B}"/>
                  </a:ext>
                </a:extLst>
              </p14:cNvPr>
              <p14:cNvContentPartPr/>
              <p14:nvPr/>
            </p14:nvContentPartPr>
            <p14:xfrm>
              <a:off x="6915467" y="1877840"/>
              <a:ext cx="79200" cy="92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20E653D-55AC-235C-387D-311FCBC79A1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911147" y="1873520"/>
                <a:ext cx="878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2F7C47D-6925-036E-C831-DD56EA8E0D6D}"/>
                  </a:ext>
                </a:extLst>
              </p14:cNvPr>
              <p14:cNvContentPartPr/>
              <p14:nvPr/>
            </p14:nvContentPartPr>
            <p14:xfrm>
              <a:off x="5192867" y="2507120"/>
              <a:ext cx="13680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2F7C47D-6925-036E-C831-DD56EA8E0D6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188547" y="2502800"/>
                <a:ext cx="1454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43C1DD3-10FA-7483-0574-E31DA6208E02}"/>
                  </a:ext>
                </a:extLst>
              </p14:cNvPr>
              <p14:cNvContentPartPr/>
              <p14:nvPr/>
            </p14:nvContentPartPr>
            <p14:xfrm>
              <a:off x="5373947" y="2543120"/>
              <a:ext cx="135360" cy="59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43C1DD3-10FA-7483-0574-E31DA6208E0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369627" y="2538800"/>
                <a:ext cx="144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A383945-A8CA-06DA-E459-AF47599349E1}"/>
                  </a:ext>
                </a:extLst>
              </p14:cNvPr>
              <p14:cNvContentPartPr/>
              <p14:nvPr/>
            </p14:nvContentPartPr>
            <p14:xfrm>
              <a:off x="5555387" y="2315960"/>
              <a:ext cx="129240" cy="2890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A383945-A8CA-06DA-E459-AF47599349E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551067" y="2311640"/>
                <a:ext cx="1378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6B99360-4901-F34E-5108-ADC5ED099A46}"/>
                  </a:ext>
                </a:extLst>
              </p14:cNvPr>
              <p14:cNvContentPartPr/>
              <p14:nvPr/>
            </p14:nvContentPartPr>
            <p14:xfrm>
              <a:off x="5738987" y="2508560"/>
              <a:ext cx="94320" cy="18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6B99360-4901-F34E-5108-ADC5ED099A4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734667" y="2504240"/>
                <a:ext cx="1029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90B70EF-4AFF-226B-C15D-F889B229B12B}"/>
                  </a:ext>
                </a:extLst>
              </p14:cNvPr>
              <p14:cNvContentPartPr/>
              <p14:nvPr/>
            </p14:nvContentPartPr>
            <p14:xfrm>
              <a:off x="5937707" y="2308400"/>
              <a:ext cx="8640" cy="2746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90B70EF-4AFF-226B-C15D-F889B229B12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933387" y="2304080"/>
                <a:ext cx="172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E4F5DC6-126C-6BBB-0783-A31E38FA05D2}"/>
                  </a:ext>
                </a:extLst>
              </p14:cNvPr>
              <p14:cNvContentPartPr/>
              <p14:nvPr/>
            </p14:nvContentPartPr>
            <p14:xfrm>
              <a:off x="5870387" y="2416760"/>
              <a:ext cx="184320" cy="44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E4F5DC6-126C-6BBB-0783-A31E38FA05D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866067" y="2412440"/>
                <a:ext cx="1929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32C3492-5D4A-C854-CC41-B5B17E394170}"/>
                  </a:ext>
                </a:extLst>
              </p14:cNvPr>
              <p14:cNvContentPartPr/>
              <p14:nvPr/>
            </p14:nvContentPartPr>
            <p14:xfrm>
              <a:off x="6057227" y="2388680"/>
              <a:ext cx="93600" cy="178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32C3492-5D4A-C854-CC41-B5B17E39417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052907" y="2384360"/>
                <a:ext cx="102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E1F71E9-2015-BF50-9DB5-6331B9CE9AA5}"/>
                  </a:ext>
                </a:extLst>
              </p14:cNvPr>
              <p14:cNvContentPartPr/>
              <p14:nvPr/>
            </p14:nvContentPartPr>
            <p14:xfrm>
              <a:off x="6193667" y="2394800"/>
              <a:ext cx="99720" cy="101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E1F71E9-2015-BF50-9DB5-6331B9CE9AA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189347" y="2390480"/>
                <a:ext cx="1083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BCBD228-7323-ABB5-8418-9E03BCB5C6E9}"/>
                  </a:ext>
                </a:extLst>
              </p14:cNvPr>
              <p14:cNvContentPartPr/>
              <p14:nvPr/>
            </p14:nvContentPartPr>
            <p14:xfrm>
              <a:off x="6304907" y="2354480"/>
              <a:ext cx="114120" cy="124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BCBD228-7323-ABB5-8418-9E03BCB5C6E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300587" y="2350160"/>
                <a:ext cx="122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49D7530-0C75-49D1-628D-B135B5BB811C}"/>
                  </a:ext>
                </a:extLst>
              </p14:cNvPr>
              <p14:cNvContentPartPr/>
              <p14:nvPr/>
            </p14:nvContentPartPr>
            <p14:xfrm>
              <a:off x="3851373" y="2976547"/>
              <a:ext cx="211680" cy="2696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49D7530-0C75-49D1-628D-B135B5BB811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47053" y="2972227"/>
                <a:ext cx="2203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6FBE964-8C5B-D0D9-0E78-7F23EAC56BC5}"/>
                  </a:ext>
                </a:extLst>
              </p14:cNvPr>
              <p14:cNvContentPartPr/>
              <p14:nvPr/>
            </p14:nvContentPartPr>
            <p14:xfrm>
              <a:off x="4760013" y="3819307"/>
              <a:ext cx="240120" cy="293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6FBE964-8C5B-D0D9-0E78-7F23EAC56BC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755693" y="3814987"/>
                <a:ext cx="24876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89BEA2B2-4C0E-B64F-CC90-D60E87D2CC3C}"/>
              </a:ext>
            </a:extLst>
          </p:cNvPr>
          <p:cNvGrpSpPr/>
          <p:nvPr/>
        </p:nvGrpSpPr>
        <p:grpSpPr>
          <a:xfrm>
            <a:off x="1777547" y="3322880"/>
            <a:ext cx="2306160" cy="1278720"/>
            <a:chOff x="1777547" y="3322880"/>
            <a:chExt cx="2306160" cy="12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C0EE6D0-518A-8295-AA2A-2BAFC08DB992}"/>
                    </a:ext>
                  </a:extLst>
                </p14:cNvPr>
                <p14:cNvContentPartPr/>
                <p14:nvPr/>
              </p14:nvContentPartPr>
              <p14:xfrm>
                <a:off x="3674747" y="4287680"/>
                <a:ext cx="33480" cy="43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C0EE6D0-518A-8295-AA2A-2BAFC08DB9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70427" y="4283360"/>
                  <a:ext cx="42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18BF02A-943B-638D-E9D8-4FABA7DD88C9}"/>
                    </a:ext>
                  </a:extLst>
                </p14:cNvPr>
                <p14:cNvContentPartPr/>
                <p14:nvPr/>
              </p14:nvContentPartPr>
              <p14:xfrm>
                <a:off x="1910027" y="3322880"/>
                <a:ext cx="2173680" cy="127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18BF02A-943B-638D-E9D8-4FABA7DD88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05707" y="3318560"/>
                  <a:ext cx="2182320" cy="12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5198AB-8ED5-BDF1-B6A6-A8423780373B}"/>
                    </a:ext>
                  </a:extLst>
                </p14:cNvPr>
                <p14:cNvContentPartPr/>
                <p14:nvPr/>
              </p14:nvContentPartPr>
              <p14:xfrm>
                <a:off x="1777547" y="3932360"/>
                <a:ext cx="301320" cy="275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5198AB-8ED5-BDF1-B6A6-A842378037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73227" y="3928040"/>
                  <a:ext cx="30996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BFBAC03-1BB9-D4B1-C4DB-0BB7D31DD750}"/>
                  </a:ext>
                </a:extLst>
              </p14:cNvPr>
              <p14:cNvContentPartPr/>
              <p14:nvPr/>
            </p14:nvContentPartPr>
            <p14:xfrm>
              <a:off x="6564440" y="1020867"/>
              <a:ext cx="102600" cy="1119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BFBAC03-1BB9-D4B1-C4DB-0BB7D31DD7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5800" y="1012227"/>
                <a:ext cx="1202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12D1AD3-7C14-48C8-B943-8FE4E7E2CE10}"/>
                  </a:ext>
                </a:extLst>
              </p14:cNvPr>
              <p14:cNvContentPartPr/>
              <p14:nvPr/>
            </p14:nvContentPartPr>
            <p14:xfrm>
              <a:off x="6743000" y="1012227"/>
              <a:ext cx="60840" cy="75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12D1AD3-7C14-48C8-B943-8FE4E7E2CE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4360" y="1003227"/>
                <a:ext cx="784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11A0DA8-E53A-33C6-B9FF-A6B17DC21423}"/>
                  </a:ext>
                </a:extLst>
              </p14:cNvPr>
              <p14:cNvContentPartPr/>
              <p14:nvPr/>
            </p14:nvContentPartPr>
            <p14:xfrm>
              <a:off x="6893840" y="976587"/>
              <a:ext cx="73440" cy="78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11A0DA8-E53A-33C6-B9FF-A6B17DC214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85200" y="967947"/>
                <a:ext cx="910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9069731-8691-EC98-4D54-1905AC428876}"/>
                  </a:ext>
                </a:extLst>
              </p14:cNvPr>
              <p14:cNvContentPartPr/>
              <p14:nvPr/>
            </p14:nvContentPartPr>
            <p14:xfrm>
              <a:off x="7051520" y="823227"/>
              <a:ext cx="52200" cy="183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9069731-8691-EC98-4D54-1905AC4288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42520" y="814587"/>
                <a:ext cx="69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4C56503-75EE-1015-6D3D-3CBEF1129419}"/>
                  </a:ext>
                </a:extLst>
              </p14:cNvPr>
              <p14:cNvContentPartPr/>
              <p14:nvPr/>
            </p14:nvContentPartPr>
            <p14:xfrm>
              <a:off x="7026680" y="887307"/>
              <a:ext cx="84600" cy="13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4C56503-75EE-1015-6D3D-3CBEF11294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17680" y="878667"/>
                <a:ext cx="102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0309303-6716-4A0C-2FB3-A862F9F85229}"/>
                  </a:ext>
                </a:extLst>
              </p14:cNvPr>
              <p14:cNvContentPartPr/>
              <p14:nvPr/>
            </p14:nvContentPartPr>
            <p14:xfrm>
              <a:off x="7789520" y="1521627"/>
              <a:ext cx="762840" cy="1148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0309303-6716-4A0C-2FB3-A862F9F8522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5200" y="1517307"/>
                <a:ext cx="7714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574BD9B-16E4-0D6C-D7E4-F69CEE3C406C}"/>
                  </a:ext>
                </a:extLst>
              </p14:cNvPr>
              <p14:cNvContentPartPr/>
              <p14:nvPr/>
            </p14:nvContentPartPr>
            <p14:xfrm>
              <a:off x="7435280" y="819267"/>
              <a:ext cx="652320" cy="329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574BD9B-16E4-0D6C-D7E4-F69CEE3C40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26640" y="810627"/>
                <a:ext cx="6699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3EF49AE-5066-D64D-AFBF-63A385060BFE}"/>
                  </a:ext>
                </a:extLst>
              </p14:cNvPr>
              <p14:cNvContentPartPr/>
              <p14:nvPr/>
            </p14:nvContentPartPr>
            <p14:xfrm>
              <a:off x="7981760" y="1041387"/>
              <a:ext cx="89640" cy="95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3EF49AE-5066-D64D-AFBF-63A385060BF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73120" y="1032747"/>
                <a:ext cx="1072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4C9027C-646E-C8B8-F995-A20372E4BF69}"/>
                  </a:ext>
                </a:extLst>
              </p14:cNvPr>
              <p14:cNvContentPartPr/>
              <p14:nvPr/>
            </p14:nvContentPartPr>
            <p14:xfrm>
              <a:off x="8064200" y="1035627"/>
              <a:ext cx="101880" cy="134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4C9027C-646E-C8B8-F995-A20372E4BF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55560" y="1026987"/>
                <a:ext cx="119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FC5186D-56FE-D259-32D9-195BC4038112}"/>
                  </a:ext>
                </a:extLst>
              </p14:cNvPr>
              <p14:cNvContentPartPr/>
              <p14:nvPr/>
            </p14:nvContentPartPr>
            <p14:xfrm>
              <a:off x="7780880" y="1149027"/>
              <a:ext cx="718920" cy="651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FC5186D-56FE-D259-32D9-195BC40381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71880" y="1140387"/>
                <a:ext cx="73656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C81FC32-FEDA-FF82-6162-5DDD1B37CB6B}"/>
                  </a:ext>
                </a:extLst>
              </p14:cNvPr>
              <p14:cNvContentPartPr/>
              <p14:nvPr/>
            </p14:nvContentPartPr>
            <p14:xfrm>
              <a:off x="8015240" y="1284747"/>
              <a:ext cx="168120" cy="22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C81FC32-FEDA-FF82-6162-5DDD1B37CB6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06240" y="1275747"/>
                <a:ext cx="1857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5F6E70D-4012-666E-C295-8A9368B69A21}"/>
                  </a:ext>
                </a:extLst>
              </p14:cNvPr>
              <p14:cNvContentPartPr/>
              <p14:nvPr/>
            </p14:nvContentPartPr>
            <p14:xfrm>
              <a:off x="8437520" y="1665627"/>
              <a:ext cx="480600" cy="456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5F6E70D-4012-666E-C295-8A9368B69A2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28520" y="1656987"/>
                <a:ext cx="4982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8953E50-D1C3-572E-8E79-69A433ABF113}"/>
                  </a:ext>
                </a:extLst>
              </p14:cNvPr>
              <p14:cNvContentPartPr/>
              <p14:nvPr/>
            </p14:nvContentPartPr>
            <p14:xfrm>
              <a:off x="7482800" y="1739427"/>
              <a:ext cx="380880" cy="5227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8953E50-D1C3-572E-8E79-69A433ABF1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73800" y="1730787"/>
                <a:ext cx="39852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717106F-4849-9F18-9C44-0891AED9F0D9}"/>
                  </a:ext>
                </a:extLst>
              </p14:cNvPr>
              <p14:cNvContentPartPr/>
              <p14:nvPr/>
            </p14:nvContentPartPr>
            <p14:xfrm>
              <a:off x="6972680" y="2200947"/>
              <a:ext cx="821880" cy="773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717106F-4849-9F18-9C44-0891AED9F0D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63680" y="2191947"/>
                <a:ext cx="83952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F0BB6BB-EEAA-4044-87C3-8C2019F5FE86}"/>
                  </a:ext>
                </a:extLst>
              </p14:cNvPr>
              <p14:cNvContentPartPr/>
              <p14:nvPr/>
            </p14:nvContentPartPr>
            <p14:xfrm>
              <a:off x="7306040" y="2393907"/>
              <a:ext cx="219960" cy="1461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F0BB6BB-EEAA-4044-87C3-8C2019F5FE8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97040" y="2385267"/>
                <a:ext cx="2376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D3E1B6A-5249-1C40-E7B2-79561FEDCCD9}"/>
                  </a:ext>
                </a:extLst>
              </p14:cNvPr>
              <p14:cNvContentPartPr/>
              <p14:nvPr/>
            </p14:nvContentPartPr>
            <p14:xfrm>
              <a:off x="7460120" y="2425587"/>
              <a:ext cx="20520" cy="1983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D3E1B6A-5249-1C40-E7B2-79561FEDCC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51120" y="2416947"/>
                <a:ext cx="38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02B4210-7E8B-6325-8732-A9674FF7483D}"/>
                  </a:ext>
                </a:extLst>
              </p14:cNvPr>
              <p14:cNvContentPartPr/>
              <p14:nvPr/>
            </p14:nvContentPartPr>
            <p14:xfrm>
              <a:off x="6957920" y="2569227"/>
              <a:ext cx="912600" cy="212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02B4210-7E8B-6325-8732-A9674FF7483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49280" y="2560587"/>
                <a:ext cx="930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BEF92BF-65E3-626F-E643-C4121A4648D0}"/>
                  </a:ext>
                </a:extLst>
              </p14:cNvPr>
              <p14:cNvContentPartPr/>
              <p14:nvPr/>
            </p14:nvContentPartPr>
            <p14:xfrm>
              <a:off x="7325120" y="2752827"/>
              <a:ext cx="114120" cy="1328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BEF92BF-65E3-626F-E643-C4121A4648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20800" y="2748507"/>
                <a:ext cx="1227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B2BA215-3F11-0C13-A989-8F6EBD4E61A8}"/>
                  </a:ext>
                </a:extLst>
              </p14:cNvPr>
              <p14:cNvContentPartPr/>
              <p14:nvPr/>
            </p14:nvContentPartPr>
            <p14:xfrm>
              <a:off x="8102000" y="1663107"/>
              <a:ext cx="18360" cy="676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B2BA215-3F11-0C13-A989-8F6EBD4E61A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97680" y="1658787"/>
                <a:ext cx="270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48B4B5E-80A9-D6D2-2701-DA387B041E28}"/>
                  </a:ext>
                </a:extLst>
              </p14:cNvPr>
              <p14:cNvContentPartPr/>
              <p14:nvPr/>
            </p14:nvContentPartPr>
            <p14:xfrm>
              <a:off x="10037720" y="1436307"/>
              <a:ext cx="652320" cy="468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48B4B5E-80A9-D6D2-2701-DA387B041E2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33400" y="1431987"/>
                <a:ext cx="6609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75AC59C-5AEB-17A1-7BAF-2B61050CDDCE}"/>
                  </a:ext>
                </a:extLst>
              </p14:cNvPr>
              <p14:cNvContentPartPr/>
              <p14:nvPr/>
            </p14:nvContentPartPr>
            <p14:xfrm>
              <a:off x="9938360" y="1801347"/>
              <a:ext cx="174960" cy="1998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75AC59C-5AEB-17A1-7BAF-2B61050CDDC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34040" y="1797027"/>
                <a:ext cx="1836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2ADA63A-7D36-377A-FCA5-598D98611C3A}"/>
                  </a:ext>
                </a:extLst>
              </p14:cNvPr>
              <p14:cNvContentPartPr/>
              <p14:nvPr/>
            </p14:nvContentPartPr>
            <p14:xfrm>
              <a:off x="13023920" y="763467"/>
              <a:ext cx="119520" cy="3373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2ADA63A-7D36-377A-FCA5-598D98611C3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3019600" y="759147"/>
                <a:ext cx="1281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34E2A06-49BB-4AF3-4C2D-8993BE2CBAC5}"/>
                  </a:ext>
                </a:extLst>
              </p14:cNvPr>
              <p14:cNvContentPartPr/>
              <p14:nvPr/>
            </p14:nvContentPartPr>
            <p14:xfrm>
              <a:off x="13206440" y="994947"/>
              <a:ext cx="74880" cy="522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34E2A06-49BB-4AF3-4C2D-8993BE2CBAC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202120" y="990627"/>
                <a:ext cx="83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DFCF961-B5C6-4011-45D6-8939AD36A64F}"/>
                  </a:ext>
                </a:extLst>
              </p14:cNvPr>
              <p14:cNvContentPartPr/>
              <p14:nvPr/>
            </p14:nvContentPartPr>
            <p14:xfrm>
              <a:off x="13096640" y="963627"/>
              <a:ext cx="260640" cy="360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DFCF961-B5C6-4011-45D6-8939AD36A64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3092320" y="959307"/>
                <a:ext cx="2692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D48034B-DD5D-2437-E169-967852FE30DE}"/>
                  </a:ext>
                </a:extLst>
              </p14:cNvPr>
              <p14:cNvContentPartPr/>
              <p14:nvPr/>
            </p14:nvContentPartPr>
            <p14:xfrm>
              <a:off x="10940960" y="1024107"/>
              <a:ext cx="209880" cy="3495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D48034B-DD5D-2437-E169-967852FE30D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936280" y="1019787"/>
                <a:ext cx="2185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E41C4C5-CF17-216D-10EA-FB406DEF4C5B}"/>
                  </a:ext>
                </a:extLst>
              </p14:cNvPr>
              <p14:cNvContentPartPr/>
              <p14:nvPr/>
            </p14:nvContentPartPr>
            <p14:xfrm>
              <a:off x="11125280" y="1225707"/>
              <a:ext cx="75960" cy="1062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E41C4C5-CF17-216D-10EA-FB406DEF4C5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120960" y="1221387"/>
                <a:ext cx="846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2558CC3-F2AA-566B-22A6-691CBD8B190F}"/>
                  </a:ext>
                </a:extLst>
              </p14:cNvPr>
              <p14:cNvContentPartPr/>
              <p14:nvPr/>
            </p14:nvContentPartPr>
            <p14:xfrm>
              <a:off x="11276840" y="1208067"/>
              <a:ext cx="45000" cy="1004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2558CC3-F2AA-566B-22A6-691CBD8B190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272520" y="1203747"/>
                <a:ext cx="536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A25B4E6-A881-8DF7-81C5-A93CB569C745}"/>
                  </a:ext>
                </a:extLst>
              </p14:cNvPr>
              <p14:cNvContentPartPr/>
              <p14:nvPr/>
            </p14:nvContentPartPr>
            <p14:xfrm>
              <a:off x="11398160" y="1177827"/>
              <a:ext cx="36360" cy="101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A25B4E6-A881-8DF7-81C5-A93CB569C74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393840" y="1173507"/>
                <a:ext cx="450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D24BECF-17EC-9E1E-C122-BACE8145464E}"/>
                  </a:ext>
                </a:extLst>
              </p14:cNvPr>
              <p14:cNvContentPartPr/>
              <p14:nvPr/>
            </p14:nvContentPartPr>
            <p14:xfrm>
              <a:off x="11490680" y="1168467"/>
              <a:ext cx="97200" cy="116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D24BECF-17EC-9E1E-C122-BACE8145464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486360" y="1164147"/>
                <a:ext cx="1058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232FA3C-49BE-8C14-1E2C-F53164902FB1}"/>
                  </a:ext>
                </a:extLst>
              </p14:cNvPr>
              <p14:cNvContentPartPr/>
              <p14:nvPr/>
            </p14:nvContentPartPr>
            <p14:xfrm>
              <a:off x="11658080" y="1176387"/>
              <a:ext cx="112320" cy="89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232FA3C-49BE-8C14-1E2C-F53164902FB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653760" y="1172067"/>
                <a:ext cx="1209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76EAE68-3922-B26B-B80A-07D8C03EE8CE}"/>
                  </a:ext>
                </a:extLst>
              </p14:cNvPr>
              <p14:cNvContentPartPr/>
              <p14:nvPr/>
            </p14:nvContentPartPr>
            <p14:xfrm>
              <a:off x="11838080" y="1021587"/>
              <a:ext cx="83520" cy="2257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76EAE68-3922-B26B-B80A-07D8C03EE8C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833760" y="1017267"/>
                <a:ext cx="921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B895C14-6C5F-9B1A-36AE-35E74422610D}"/>
                  </a:ext>
                </a:extLst>
              </p14:cNvPr>
              <p14:cNvContentPartPr/>
              <p14:nvPr/>
            </p14:nvContentPartPr>
            <p14:xfrm>
              <a:off x="11813600" y="1141107"/>
              <a:ext cx="114840" cy="100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B895C14-6C5F-9B1A-36AE-35E7442261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809280" y="1136787"/>
                <a:ext cx="123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1963CF7-EB56-AFBC-D88F-527EDCF81AB8}"/>
                  </a:ext>
                </a:extLst>
              </p14:cNvPr>
              <p14:cNvContentPartPr/>
              <p14:nvPr/>
            </p14:nvContentPartPr>
            <p14:xfrm>
              <a:off x="12187640" y="982347"/>
              <a:ext cx="123840" cy="2473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1963CF7-EB56-AFBC-D88F-527EDCF81AB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2183320" y="978027"/>
                <a:ext cx="1324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D27B558-4742-FCD0-91BB-1FA5C4D0154C}"/>
                  </a:ext>
                </a:extLst>
              </p14:cNvPr>
              <p14:cNvContentPartPr/>
              <p14:nvPr/>
            </p14:nvContentPartPr>
            <p14:xfrm>
              <a:off x="12097280" y="879027"/>
              <a:ext cx="515880" cy="3283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D27B558-4742-FCD0-91BB-1FA5C4D0154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2092960" y="874707"/>
                <a:ext cx="5245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B3AF35BD-D4A1-8EE1-C083-E65BD9495124}"/>
                  </a:ext>
                </a:extLst>
              </p14:cNvPr>
              <p14:cNvContentPartPr/>
              <p14:nvPr/>
            </p14:nvContentPartPr>
            <p14:xfrm>
              <a:off x="12561680" y="1107987"/>
              <a:ext cx="47880" cy="95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B3AF35BD-D4A1-8EE1-C083-E65BD949512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2557360" y="1103667"/>
                <a:ext cx="565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66716AB-6457-BDBD-6346-FF4FA183AF7D}"/>
                  </a:ext>
                </a:extLst>
              </p14:cNvPr>
              <p14:cNvContentPartPr/>
              <p14:nvPr/>
            </p14:nvContentPartPr>
            <p14:xfrm>
              <a:off x="12634040" y="976947"/>
              <a:ext cx="10080" cy="741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66716AB-6457-BDBD-6346-FF4FA183AF7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629720" y="972627"/>
                <a:ext cx="18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57C6F0F-08BD-E568-6F2D-01FA67FE6A43}"/>
                  </a:ext>
                </a:extLst>
              </p14:cNvPr>
              <p14:cNvContentPartPr/>
              <p14:nvPr/>
            </p14:nvContentPartPr>
            <p14:xfrm>
              <a:off x="12680840" y="1062627"/>
              <a:ext cx="90720" cy="97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57C6F0F-08BD-E568-6F2D-01FA67FE6A4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676520" y="1058307"/>
                <a:ext cx="993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D28CC88-DA5D-09B9-80A2-C20AAF27CBCD}"/>
                  </a:ext>
                </a:extLst>
              </p14:cNvPr>
              <p14:cNvContentPartPr/>
              <p14:nvPr/>
            </p14:nvContentPartPr>
            <p14:xfrm>
              <a:off x="11018000" y="1574187"/>
              <a:ext cx="113400" cy="1443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D28CC88-DA5D-09B9-80A2-C20AAF27CBC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013680" y="1569867"/>
                <a:ext cx="1220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042DAAE-4C79-00CC-552B-F36AC6275470}"/>
                  </a:ext>
                </a:extLst>
              </p14:cNvPr>
              <p14:cNvContentPartPr/>
              <p14:nvPr/>
            </p14:nvContentPartPr>
            <p14:xfrm>
              <a:off x="11159120" y="1550427"/>
              <a:ext cx="98640" cy="1418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042DAAE-4C79-00CC-552B-F36AC627547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154800" y="1546107"/>
                <a:ext cx="1072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9BA88C8-B3F6-02BB-C6E9-C2F94AF97605}"/>
                  </a:ext>
                </a:extLst>
              </p14:cNvPr>
              <p14:cNvContentPartPr/>
              <p14:nvPr/>
            </p14:nvContentPartPr>
            <p14:xfrm>
              <a:off x="11393840" y="1438107"/>
              <a:ext cx="17280" cy="2318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9BA88C8-B3F6-02BB-C6E9-C2F94AF9760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389520" y="1433787"/>
                <a:ext cx="259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3B437FC-E356-E98A-0CF9-79165C4FF923}"/>
                  </a:ext>
                </a:extLst>
              </p14:cNvPr>
              <p14:cNvContentPartPr/>
              <p14:nvPr/>
            </p14:nvContentPartPr>
            <p14:xfrm>
              <a:off x="11334800" y="1504707"/>
              <a:ext cx="246600" cy="93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3B437FC-E356-E98A-0CF9-79165C4FF92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330480" y="1500387"/>
                <a:ext cx="2552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FAA4AFA-4CB2-8E15-6991-D3F67E16EF4A}"/>
                  </a:ext>
                </a:extLst>
              </p14:cNvPr>
              <p14:cNvContentPartPr/>
              <p14:nvPr/>
            </p14:nvContentPartPr>
            <p14:xfrm>
              <a:off x="11699120" y="1375107"/>
              <a:ext cx="25920" cy="249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FAA4AFA-4CB2-8E15-6991-D3F67E16EF4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694800" y="1370787"/>
                <a:ext cx="345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74BB0888-3DCF-32DB-7B73-DFC07AE8D3ED}"/>
                  </a:ext>
                </a:extLst>
              </p14:cNvPr>
              <p14:cNvContentPartPr/>
              <p14:nvPr/>
            </p14:nvContentPartPr>
            <p14:xfrm>
              <a:off x="11628560" y="1511547"/>
              <a:ext cx="201600" cy="910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74BB0888-3DCF-32DB-7B73-DFC07AE8D3E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624240" y="1507227"/>
                <a:ext cx="2102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CE00B44-C4F8-3C16-8A32-2F03EEDAD940}"/>
                  </a:ext>
                </a:extLst>
              </p14:cNvPr>
              <p14:cNvContentPartPr/>
              <p14:nvPr/>
            </p14:nvContentPartPr>
            <p14:xfrm>
              <a:off x="11828720" y="1398507"/>
              <a:ext cx="5760" cy="48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CE00B44-C4F8-3C16-8A32-2F03EEDAD94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824400" y="1394187"/>
                <a:ext cx="144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A18B55C-7D71-FED8-1F10-781235C5DAA9}"/>
                  </a:ext>
                </a:extLst>
              </p14:cNvPr>
              <p14:cNvContentPartPr/>
              <p14:nvPr/>
            </p14:nvContentPartPr>
            <p14:xfrm>
              <a:off x="11872280" y="1514787"/>
              <a:ext cx="177480" cy="450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A18B55C-7D71-FED8-1F10-781235C5DAA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867960" y="1510467"/>
                <a:ext cx="1861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66908BF-2376-E6EE-5E3F-F69D00876D79}"/>
                  </a:ext>
                </a:extLst>
              </p14:cNvPr>
              <p14:cNvContentPartPr/>
              <p14:nvPr/>
            </p14:nvContentPartPr>
            <p14:xfrm>
              <a:off x="11846000" y="1465107"/>
              <a:ext cx="311040" cy="3988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66908BF-2376-E6EE-5E3F-F69D00876D7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841680" y="1460787"/>
                <a:ext cx="31968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7E27D93-01A1-E681-14BA-9975BD871F36}"/>
                  </a:ext>
                </a:extLst>
              </p14:cNvPr>
              <p14:cNvContentPartPr/>
              <p14:nvPr/>
            </p14:nvContentPartPr>
            <p14:xfrm>
              <a:off x="12498320" y="1285827"/>
              <a:ext cx="14400" cy="2620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7E27D93-01A1-E681-14BA-9975BD871F3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494000" y="1281507"/>
                <a:ext cx="230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306245F-1A5E-2541-C12D-A87A1DA8CD09}"/>
                  </a:ext>
                </a:extLst>
              </p14:cNvPr>
              <p14:cNvContentPartPr/>
              <p14:nvPr/>
            </p14:nvContentPartPr>
            <p14:xfrm>
              <a:off x="12400760" y="1255587"/>
              <a:ext cx="403560" cy="2419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306245F-1A5E-2541-C12D-A87A1DA8CD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2396440" y="1251267"/>
                <a:ext cx="412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71ABA9E-FBE4-67D9-0028-638632419DDD}"/>
                  </a:ext>
                </a:extLst>
              </p14:cNvPr>
              <p14:cNvContentPartPr/>
              <p14:nvPr/>
            </p14:nvContentPartPr>
            <p14:xfrm>
              <a:off x="12825200" y="1429107"/>
              <a:ext cx="79200" cy="921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71ABA9E-FBE4-67D9-0028-638632419DD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2820880" y="1424787"/>
                <a:ext cx="878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405DE0F-414A-2936-EF3A-7516E18DFC92}"/>
                  </a:ext>
                </a:extLst>
              </p14:cNvPr>
              <p14:cNvContentPartPr/>
              <p14:nvPr/>
            </p14:nvContentPartPr>
            <p14:xfrm>
              <a:off x="11102600" y="2058387"/>
              <a:ext cx="136800" cy="1836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405DE0F-414A-2936-EF3A-7516E18DFC9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098280" y="2054067"/>
                <a:ext cx="1454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98A9CC8-5CD4-2BBE-03A5-71B77FB5D6DF}"/>
                  </a:ext>
                </a:extLst>
              </p14:cNvPr>
              <p14:cNvContentPartPr/>
              <p14:nvPr/>
            </p14:nvContentPartPr>
            <p14:xfrm>
              <a:off x="11283680" y="2094387"/>
              <a:ext cx="135360" cy="59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98A9CC8-5CD4-2BBE-03A5-71B77FB5D6D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279360" y="2090067"/>
                <a:ext cx="144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82B1516-381E-ECDF-AB3F-5BFED998170C}"/>
                  </a:ext>
                </a:extLst>
              </p14:cNvPr>
              <p14:cNvContentPartPr/>
              <p14:nvPr/>
            </p14:nvContentPartPr>
            <p14:xfrm>
              <a:off x="11465120" y="1867227"/>
              <a:ext cx="129240" cy="289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82B1516-381E-ECDF-AB3F-5BFED998170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460800" y="1862907"/>
                <a:ext cx="1378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818DAA3-3873-D52E-2664-9E9451807FAA}"/>
                  </a:ext>
                </a:extLst>
              </p14:cNvPr>
              <p14:cNvContentPartPr/>
              <p14:nvPr/>
            </p14:nvContentPartPr>
            <p14:xfrm>
              <a:off x="11648720" y="2059827"/>
              <a:ext cx="94320" cy="183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818DAA3-3873-D52E-2664-9E9451807FA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644400" y="2055507"/>
                <a:ext cx="1029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F1A0043-950B-F29E-6549-00486F14FB8F}"/>
                  </a:ext>
                </a:extLst>
              </p14:cNvPr>
              <p14:cNvContentPartPr/>
              <p14:nvPr/>
            </p14:nvContentPartPr>
            <p14:xfrm>
              <a:off x="11847440" y="1859667"/>
              <a:ext cx="8640" cy="274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F1A0043-950B-F29E-6549-00486F14FB8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843120" y="1855347"/>
                <a:ext cx="172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A7798C9-F6F8-651E-E798-B3E8BD25325F}"/>
                  </a:ext>
                </a:extLst>
              </p14:cNvPr>
              <p14:cNvContentPartPr/>
              <p14:nvPr/>
            </p14:nvContentPartPr>
            <p14:xfrm>
              <a:off x="11780120" y="1968027"/>
              <a:ext cx="184320" cy="446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A7798C9-F6F8-651E-E798-B3E8BD25325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775800" y="1963707"/>
                <a:ext cx="1929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8BC7E99-218A-A6E0-3C1D-62BB15885144}"/>
                  </a:ext>
                </a:extLst>
              </p14:cNvPr>
              <p14:cNvContentPartPr/>
              <p14:nvPr/>
            </p14:nvContentPartPr>
            <p14:xfrm>
              <a:off x="11966960" y="1939947"/>
              <a:ext cx="93600" cy="1785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8BC7E99-218A-A6E0-3C1D-62BB1588514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962640" y="1935627"/>
                <a:ext cx="102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03B3277-1A08-999A-C794-60B1D02098AB}"/>
                  </a:ext>
                </a:extLst>
              </p14:cNvPr>
              <p14:cNvContentPartPr/>
              <p14:nvPr/>
            </p14:nvContentPartPr>
            <p14:xfrm>
              <a:off x="12103400" y="1946067"/>
              <a:ext cx="99720" cy="1011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03B3277-1A08-999A-C794-60B1D02098A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2099080" y="1941747"/>
                <a:ext cx="1083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0BBCC45-6BD7-D174-A317-1A7D5DEA4FE2}"/>
                  </a:ext>
                </a:extLst>
              </p14:cNvPr>
              <p14:cNvContentPartPr/>
              <p14:nvPr/>
            </p14:nvContentPartPr>
            <p14:xfrm>
              <a:off x="12214640" y="1905747"/>
              <a:ext cx="114120" cy="1245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0BBCC45-6BD7-D174-A317-1A7D5DEA4FE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210320" y="1901427"/>
                <a:ext cx="122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08585F7-F4D7-E1A3-50B3-FCCF082A0BCD}"/>
                  </a:ext>
                </a:extLst>
              </p14:cNvPr>
              <p14:cNvContentPartPr/>
              <p14:nvPr/>
            </p14:nvContentPartPr>
            <p14:xfrm>
              <a:off x="7756834" y="3928731"/>
              <a:ext cx="597600" cy="932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08585F7-F4D7-E1A3-50B3-FCCF082A0BC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752514" y="3924411"/>
                <a:ext cx="6062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8F0883E-97CE-FD4B-EF57-699D726FED2A}"/>
                  </a:ext>
                </a:extLst>
              </p14:cNvPr>
              <p14:cNvContentPartPr/>
              <p14:nvPr/>
            </p14:nvContentPartPr>
            <p14:xfrm>
              <a:off x="9686794" y="4016931"/>
              <a:ext cx="824760" cy="507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8F0883E-97CE-FD4B-EF57-699D726FED2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682474" y="4012611"/>
                <a:ext cx="8334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471B532-31AD-D3BB-61B4-2B4498E6E7C6}"/>
                  </a:ext>
                </a:extLst>
              </p14:cNvPr>
              <p14:cNvContentPartPr/>
              <p14:nvPr/>
            </p14:nvContentPartPr>
            <p14:xfrm>
              <a:off x="8601034" y="2587371"/>
              <a:ext cx="698040" cy="604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471B532-31AD-D3BB-61B4-2B4498E6E7C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596714" y="2583051"/>
                <a:ext cx="7066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DDFBB31-1E45-9723-E8BE-263AA89ED639}"/>
                  </a:ext>
                </a:extLst>
              </p14:cNvPr>
              <p14:cNvContentPartPr/>
              <p14:nvPr/>
            </p14:nvContentPartPr>
            <p14:xfrm>
              <a:off x="10143274" y="4165611"/>
              <a:ext cx="127800" cy="756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DDFBB31-1E45-9723-E8BE-263AA89ED63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138954" y="4161291"/>
                <a:ext cx="1364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1FFA9EE-C023-71E9-98F7-0BDF141CAAF2}"/>
                  </a:ext>
                </a:extLst>
              </p14:cNvPr>
              <p14:cNvContentPartPr/>
              <p14:nvPr/>
            </p14:nvContentPartPr>
            <p14:xfrm>
              <a:off x="8028274" y="4046451"/>
              <a:ext cx="105480" cy="1371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1FFA9EE-C023-71E9-98F7-0BDF141CAAF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023954" y="4042131"/>
                <a:ext cx="114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EDBB61E-D723-F314-4D13-D8FC971CE327}"/>
                  </a:ext>
                </a:extLst>
              </p14:cNvPr>
              <p14:cNvContentPartPr/>
              <p14:nvPr/>
            </p14:nvContentPartPr>
            <p14:xfrm>
              <a:off x="8916394" y="2731371"/>
              <a:ext cx="96840" cy="112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EDBB61E-D723-F314-4D13-D8FC971CE32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912074" y="2727051"/>
                <a:ext cx="10548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09B82CD-66C0-F36E-91B2-1EC30B78304A}"/>
              </a:ext>
            </a:extLst>
          </p:cNvPr>
          <p:cNvGrpSpPr/>
          <p:nvPr/>
        </p:nvGrpSpPr>
        <p:grpSpPr>
          <a:xfrm>
            <a:off x="7782394" y="2166171"/>
            <a:ext cx="2778480" cy="2162160"/>
            <a:chOff x="7782394" y="2166171"/>
            <a:chExt cx="2778480" cy="21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4DB9F54-01F6-A0D1-5CB3-98B11B20B0A5}"/>
                    </a:ext>
                  </a:extLst>
                </p14:cNvPr>
                <p14:cNvContentPartPr/>
                <p14:nvPr/>
              </p14:nvContentPartPr>
              <p14:xfrm>
                <a:off x="8621554" y="2166171"/>
                <a:ext cx="710640" cy="753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4DB9F54-01F6-A0D1-5CB3-98B11B20B0A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12554" y="2157171"/>
                  <a:ext cx="72828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5F2161A-C802-9720-B9D7-72444E4F4C5C}"/>
                    </a:ext>
                  </a:extLst>
                </p14:cNvPr>
                <p14:cNvContentPartPr/>
                <p14:nvPr/>
              </p14:nvContentPartPr>
              <p14:xfrm>
                <a:off x="8266234" y="2891931"/>
                <a:ext cx="515880" cy="720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5F2161A-C802-9720-B9D7-72444E4F4C5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57594" y="2883291"/>
                  <a:ext cx="53352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7348229-D1FA-70EE-4F00-9381091713CF}"/>
                    </a:ext>
                  </a:extLst>
                </p14:cNvPr>
                <p14:cNvContentPartPr/>
                <p14:nvPr/>
              </p14:nvContentPartPr>
              <p14:xfrm>
                <a:off x="7782394" y="3549651"/>
                <a:ext cx="680040" cy="719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7348229-D1FA-70EE-4F00-9381091713C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73394" y="3540651"/>
                  <a:ext cx="69768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3B0591-A6B4-3D61-3E62-85E1190A31E9}"/>
                    </a:ext>
                  </a:extLst>
                </p14:cNvPr>
                <p14:cNvContentPartPr/>
                <p14:nvPr/>
              </p14:nvContentPartPr>
              <p14:xfrm>
                <a:off x="9157954" y="2798691"/>
                <a:ext cx="907920" cy="809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3B0591-A6B4-3D61-3E62-85E1190A31E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149314" y="2789691"/>
                  <a:ext cx="92556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70E618C-1B80-F456-1525-8F94A941DFB1}"/>
                    </a:ext>
                  </a:extLst>
                </p14:cNvPr>
                <p14:cNvContentPartPr/>
                <p14:nvPr/>
              </p14:nvContentPartPr>
              <p14:xfrm>
                <a:off x="9727474" y="3489891"/>
                <a:ext cx="833400" cy="838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70E618C-1B80-F456-1525-8F94A941DFB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18834" y="3480891"/>
                  <a:ext cx="85104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E1BE79F-A094-7495-1607-AB95BD4C6582}"/>
                    </a:ext>
                  </a:extLst>
                </p14:cNvPr>
                <p14:cNvContentPartPr/>
                <p14:nvPr/>
              </p14:nvContentPartPr>
              <p14:xfrm>
                <a:off x="8023954" y="3692571"/>
                <a:ext cx="166680" cy="201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E1BE79F-A094-7495-1607-AB95BD4C658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15314" y="3683931"/>
                  <a:ext cx="18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3C49379-8590-5D38-6FD6-1088756FCE98}"/>
                    </a:ext>
                  </a:extLst>
                </p14:cNvPr>
                <p14:cNvContentPartPr/>
                <p14:nvPr/>
              </p14:nvContentPartPr>
              <p14:xfrm>
                <a:off x="8042314" y="3757011"/>
                <a:ext cx="225360" cy="33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3C49379-8590-5D38-6FD6-1088756FCE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33674" y="3748011"/>
                  <a:ext cx="243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974ED6A-2958-8AA9-6216-A1E6D03336EF}"/>
                    </a:ext>
                  </a:extLst>
                </p14:cNvPr>
                <p14:cNvContentPartPr/>
                <p14:nvPr/>
              </p14:nvContentPartPr>
              <p14:xfrm>
                <a:off x="8893714" y="2359851"/>
                <a:ext cx="145440" cy="262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974ED6A-2958-8AA9-6216-A1E6D03336E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84714" y="2350851"/>
                  <a:ext cx="163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9BA5EEC-9020-D359-0DD6-DC94589B722D}"/>
                    </a:ext>
                  </a:extLst>
                </p14:cNvPr>
                <p14:cNvContentPartPr/>
                <p14:nvPr/>
              </p14:nvContentPartPr>
              <p14:xfrm>
                <a:off x="9985234" y="3728211"/>
                <a:ext cx="74160" cy="192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9BA5EEC-9020-D359-0DD6-DC94589B72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976594" y="3719211"/>
                  <a:ext cx="91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AED9867-0517-708C-8F54-237DCB734DC0}"/>
                    </a:ext>
                  </a:extLst>
                </p14:cNvPr>
                <p14:cNvContentPartPr/>
                <p14:nvPr/>
              </p14:nvContentPartPr>
              <p14:xfrm>
                <a:off x="10146514" y="3733611"/>
                <a:ext cx="143640" cy="168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AED9867-0517-708C-8F54-237DCB734DC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137514" y="3724971"/>
                  <a:ext cx="1612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20DAA8F-AD93-4DA6-7F33-E8CEC88308DE}"/>
              </a:ext>
            </a:extLst>
          </p:cNvPr>
          <p:cNvGrpSpPr/>
          <p:nvPr/>
        </p:nvGrpSpPr>
        <p:grpSpPr>
          <a:xfrm>
            <a:off x="1199074" y="117771"/>
            <a:ext cx="624960" cy="412920"/>
            <a:chOff x="1199074" y="117771"/>
            <a:chExt cx="62496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CE2C5C9-D1E0-3850-CE9E-248BD9E80CC9}"/>
                    </a:ext>
                  </a:extLst>
                </p14:cNvPr>
                <p14:cNvContentPartPr/>
                <p14:nvPr/>
              </p14:nvContentPartPr>
              <p14:xfrm>
                <a:off x="1199074" y="184371"/>
                <a:ext cx="240120" cy="34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CE2C5C9-D1E0-3850-CE9E-248BD9E80CC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0434" y="175731"/>
                  <a:ext cx="2577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5E52597-3E8B-485E-113C-DDED2B2D8A6E}"/>
                    </a:ext>
                  </a:extLst>
                </p14:cNvPr>
                <p14:cNvContentPartPr/>
                <p14:nvPr/>
              </p14:nvContentPartPr>
              <p14:xfrm>
                <a:off x="1616314" y="117771"/>
                <a:ext cx="207720" cy="313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5E52597-3E8B-485E-113C-DDED2B2D8A6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07314" y="109131"/>
                  <a:ext cx="22536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94EC141-A664-EE21-8CB4-A96EA69EA42A}"/>
                  </a:ext>
                </a:extLst>
              </p14:cNvPr>
              <p14:cNvContentPartPr/>
              <p14:nvPr/>
            </p14:nvContentPartPr>
            <p14:xfrm>
              <a:off x="2035714" y="310731"/>
              <a:ext cx="117360" cy="136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94EC141-A664-EE21-8CB4-A96EA69EA42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027074" y="302091"/>
                <a:ext cx="1350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0003456-DCC3-9013-D00F-64E078FE25DE}"/>
              </a:ext>
            </a:extLst>
          </p:cNvPr>
          <p:cNvGrpSpPr/>
          <p:nvPr/>
        </p:nvGrpSpPr>
        <p:grpSpPr>
          <a:xfrm>
            <a:off x="2412274" y="119571"/>
            <a:ext cx="993240" cy="576000"/>
            <a:chOff x="2412274" y="119571"/>
            <a:chExt cx="993240" cy="57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3861A61-17DA-E0E8-7BA9-46D34C5808F3}"/>
                    </a:ext>
                  </a:extLst>
                </p14:cNvPr>
                <p14:cNvContentPartPr/>
                <p14:nvPr/>
              </p14:nvContentPartPr>
              <p14:xfrm>
                <a:off x="2412274" y="119571"/>
                <a:ext cx="306000" cy="290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3861A61-17DA-E0E8-7BA9-46D34C5808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03274" y="110931"/>
                  <a:ext cx="323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2FBED4D-2A80-4546-7296-7857051942F0}"/>
                    </a:ext>
                  </a:extLst>
                </p14:cNvPr>
                <p14:cNvContentPartPr/>
                <p14:nvPr/>
              </p14:nvContentPartPr>
              <p14:xfrm>
                <a:off x="2698474" y="295251"/>
                <a:ext cx="47520" cy="94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2FBED4D-2A80-4546-7296-7857051942F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89474" y="286611"/>
                  <a:ext cx="65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80B4711-7B0B-C663-66E5-49CF0F91135F}"/>
                    </a:ext>
                  </a:extLst>
                </p14:cNvPr>
                <p14:cNvContentPartPr/>
                <p14:nvPr/>
              </p14:nvContentPartPr>
              <p14:xfrm>
                <a:off x="2829154" y="140451"/>
                <a:ext cx="29160" cy="85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80B4711-7B0B-C663-66E5-49CF0F91135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20514" y="131811"/>
                  <a:ext cx="46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0CDA198-9170-9143-EC17-934E0316F918}"/>
                    </a:ext>
                  </a:extLst>
                </p14:cNvPr>
                <p14:cNvContentPartPr/>
                <p14:nvPr/>
              </p14:nvContentPartPr>
              <p14:xfrm>
                <a:off x="2846794" y="312531"/>
                <a:ext cx="154800" cy="72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0CDA198-9170-9143-EC17-934E0316F91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38154" y="303531"/>
                  <a:ext cx="172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36D32C3-D033-A161-4170-B2B6EBF47D4C}"/>
                    </a:ext>
                  </a:extLst>
                </p14:cNvPr>
                <p14:cNvContentPartPr/>
                <p14:nvPr/>
              </p14:nvContentPartPr>
              <p14:xfrm>
                <a:off x="2792794" y="300651"/>
                <a:ext cx="385200" cy="394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36D32C3-D033-A161-4170-B2B6EBF47D4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83794" y="291651"/>
                  <a:ext cx="4028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8A23F12-E6CA-CB67-F11C-49EBD0812F3E}"/>
                    </a:ext>
                  </a:extLst>
                </p14:cNvPr>
                <p14:cNvContentPartPr/>
                <p14:nvPr/>
              </p14:nvContentPartPr>
              <p14:xfrm>
                <a:off x="3195994" y="127491"/>
                <a:ext cx="127440" cy="268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8A23F12-E6CA-CB67-F11C-49EBD0812F3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187354" y="118491"/>
                  <a:ext cx="145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D886459-A92B-571B-DFD0-FBFFEF4F2E8A}"/>
                    </a:ext>
                  </a:extLst>
                </p14:cNvPr>
                <p14:cNvContentPartPr/>
                <p14:nvPr/>
              </p14:nvContentPartPr>
              <p14:xfrm>
                <a:off x="3302914" y="301011"/>
                <a:ext cx="102600" cy="114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D886459-A92B-571B-DFD0-FBFFEF4F2E8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93914" y="292371"/>
                  <a:ext cx="1202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9404229-7360-39BE-EAE8-53C77C261530}"/>
              </a:ext>
            </a:extLst>
          </p:cNvPr>
          <p:cNvGrpSpPr/>
          <p:nvPr/>
        </p:nvGrpSpPr>
        <p:grpSpPr>
          <a:xfrm>
            <a:off x="3714394" y="26331"/>
            <a:ext cx="1560600" cy="342000"/>
            <a:chOff x="3714394" y="26331"/>
            <a:chExt cx="156060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56CBCC0-F4DA-B8DB-35B9-324A98B93B31}"/>
                    </a:ext>
                  </a:extLst>
                </p14:cNvPr>
                <p14:cNvContentPartPr/>
                <p14:nvPr/>
              </p14:nvContentPartPr>
              <p14:xfrm>
                <a:off x="3714394" y="26331"/>
                <a:ext cx="316440" cy="342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56CBCC0-F4DA-B8DB-35B9-324A98B93B3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05754" y="17331"/>
                  <a:ext cx="3340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24E4E07-B414-2B24-8FC4-3AFC47A31B41}"/>
                    </a:ext>
                  </a:extLst>
                </p14:cNvPr>
                <p14:cNvContentPartPr/>
                <p14:nvPr/>
              </p14:nvContentPartPr>
              <p14:xfrm>
                <a:off x="3960994" y="264651"/>
                <a:ext cx="113400" cy="78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24E4E07-B414-2B24-8FC4-3AFC47A31B4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51994" y="256011"/>
                  <a:ext cx="131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730AFF6-71BA-8E3D-7331-7AFDACB123BE}"/>
                    </a:ext>
                  </a:extLst>
                </p14:cNvPr>
                <p14:cNvContentPartPr/>
                <p14:nvPr/>
              </p14:nvContentPartPr>
              <p14:xfrm>
                <a:off x="4187074" y="85371"/>
                <a:ext cx="176760" cy="237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730AFF6-71BA-8E3D-7331-7AFDACB123B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78074" y="76731"/>
                  <a:ext cx="194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547DF0A-6270-6CC1-C359-AD4DC4C06A7B}"/>
                    </a:ext>
                  </a:extLst>
                </p14:cNvPr>
                <p14:cNvContentPartPr/>
                <p14:nvPr/>
              </p14:nvContentPartPr>
              <p14:xfrm>
                <a:off x="4177714" y="193371"/>
                <a:ext cx="277560" cy="137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547DF0A-6270-6CC1-C359-AD4DC4C06A7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68714" y="184371"/>
                  <a:ext cx="295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C655F65-DC6F-D6D9-168C-08FF58EA9D08}"/>
                    </a:ext>
                  </a:extLst>
                </p14:cNvPr>
                <p14:cNvContentPartPr/>
                <p14:nvPr/>
              </p14:nvContentPartPr>
              <p14:xfrm>
                <a:off x="4561474" y="142971"/>
                <a:ext cx="157320" cy="204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C655F65-DC6F-D6D9-168C-08FF58EA9D0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52834" y="133971"/>
                  <a:ext cx="174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A207CA0-C1CD-E077-310D-408026425E53}"/>
                    </a:ext>
                  </a:extLst>
                </p14:cNvPr>
                <p14:cNvContentPartPr/>
                <p14:nvPr/>
              </p14:nvContentPartPr>
              <p14:xfrm>
                <a:off x="4551394" y="227931"/>
                <a:ext cx="235440" cy="128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A207CA0-C1CD-E077-310D-408026425E5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42754" y="218931"/>
                  <a:ext cx="253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F5FA37D-D1D8-795D-7742-DBEFD2502DF7}"/>
                    </a:ext>
                  </a:extLst>
                </p14:cNvPr>
                <p14:cNvContentPartPr/>
                <p14:nvPr/>
              </p14:nvContentPartPr>
              <p14:xfrm>
                <a:off x="4785394" y="97251"/>
                <a:ext cx="39960" cy="92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F5FA37D-D1D8-795D-7742-DBEFD2502DF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76394" y="88251"/>
                  <a:ext cx="57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23E57A6-0CC9-249F-CF73-72D2F7A94854}"/>
                    </a:ext>
                  </a:extLst>
                </p14:cNvPr>
                <p14:cNvContentPartPr/>
                <p14:nvPr/>
              </p14:nvContentPartPr>
              <p14:xfrm>
                <a:off x="4882954" y="215331"/>
                <a:ext cx="146520" cy="117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23E57A6-0CC9-249F-CF73-72D2F7A948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873954" y="206691"/>
                  <a:ext cx="164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05CDB46-8445-FC43-41C3-8FFF643B188F}"/>
                    </a:ext>
                  </a:extLst>
                </p14:cNvPr>
                <p14:cNvContentPartPr/>
                <p14:nvPr/>
              </p14:nvContentPartPr>
              <p14:xfrm>
                <a:off x="5084914" y="247371"/>
                <a:ext cx="190080" cy="103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05CDB46-8445-FC43-41C3-8FFF643B188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75914" y="238371"/>
                  <a:ext cx="207720" cy="12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5349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005F70F-327E-E3F4-966D-99DC7F557A7A}"/>
              </a:ext>
            </a:extLst>
          </p:cNvPr>
          <p:cNvGrpSpPr/>
          <p:nvPr/>
        </p:nvGrpSpPr>
        <p:grpSpPr>
          <a:xfrm>
            <a:off x="2660434" y="226131"/>
            <a:ext cx="1627200" cy="1085040"/>
            <a:chOff x="2660434" y="226131"/>
            <a:chExt cx="1627200" cy="10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04BF57-7BFA-A724-9552-F27C0847600B}"/>
                    </a:ext>
                  </a:extLst>
                </p14:cNvPr>
                <p14:cNvContentPartPr/>
                <p14:nvPr/>
              </p14:nvContentPartPr>
              <p14:xfrm>
                <a:off x="2660434" y="375531"/>
                <a:ext cx="32040" cy="5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04BF57-7BFA-A724-9552-F27C084760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56114" y="371211"/>
                  <a:ext cx="406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B77BDB9-2FFC-28D7-3B7F-6971AC82708F}"/>
                    </a:ext>
                  </a:extLst>
                </p14:cNvPr>
                <p14:cNvContentPartPr/>
                <p14:nvPr/>
              </p14:nvContentPartPr>
              <p14:xfrm>
                <a:off x="2663674" y="365811"/>
                <a:ext cx="79200" cy="100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B77BDB9-2FFC-28D7-3B7F-6971AC8270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9354" y="361491"/>
                  <a:ext cx="87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A25DA8-C6F4-65B3-B845-FCBCEFDD118D}"/>
                    </a:ext>
                  </a:extLst>
                </p14:cNvPr>
                <p14:cNvContentPartPr/>
                <p14:nvPr/>
              </p14:nvContentPartPr>
              <p14:xfrm>
                <a:off x="2782474" y="384891"/>
                <a:ext cx="83880" cy="77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A25DA8-C6F4-65B3-B845-FCBCEFDD11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78154" y="380571"/>
                  <a:ext cx="92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8A7D6E-B649-44B2-CBB5-C9B0BD2E5650}"/>
                    </a:ext>
                  </a:extLst>
                </p14:cNvPr>
                <p14:cNvContentPartPr/>
                <p14:nvPr/>
              </p14:nvContentPartPr>
              <p14:xfrm>
                <a:off x="2986594" y="345291"/>
                <a:ext cx="61200" cy="74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8A7D6E-B649-44B2-CBB5-C9B0BD2E56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2274" y="340971"/>
                  <a:ext cx="69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CAAE85-FE17-430A-E162-0120FA8BD5A7}"/>
                    </a:ext>
                  </a:extLst>
                </p14:cNvPr>
                <p14:cNvContentPartPr/>
                <p14:nvPr/>
              </p14:nvContentPartPr>
              <p14:xfrm>
                <a:off x="3182794" y="226131"/>
                <a:ext cx="85680" cy="213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CAAE85-FE17-430A-E162-0120FA8BD5A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78474" y="221811"/>
                  <a:ext cx="94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A019B5-201D-C1DF-4CCB-782AEF5476BC}"/>
                    </a:ext>
                  </a:extLst>
                </p14:cNvPr>
                <p14:cNvContentPartPr/>
                <p14:nvPr/>
              </p14:nvContentPartPr>
              <p14:xfrm>
                <a:off x="3145714" y="345291"/>
                <a:ext cx="197640" cy="2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A019B5-201D-C1DF-4CCB-782AEF5476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41394" y="340971"/>
                  <a:ext cx="206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C77A18-3C7B-14D2-6ECB-CB788073D9AE}"/>
                    </a:ext>
                  </a:extLst>
                </p14:cNvPr>
                <p14:cNvContentPartPr/>
                <p14:nvPr/>
              </p14:nvContentPartPr>
              <p14:xfrm>
                <a:off x="4014394" y="368691"/>
                <a:ext cx="19800" cy="13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C77A18-3C7B-14D2-6ECB-CB788073D9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10074" y="364371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AB4E81-9D11-80E8-CF1E-9D4487E44DCF}"/>
                    </a:ext>
                  </a:extLst>
                </p14:cNvPr>
                <p14:cNvContentPartPr/>
                <p14:nvPr/>
              </p14:nvContentPartPr>
              <p14:xfrm>
                <a:off x="3491674" y="336651"/>
                <a:ext cx="532800" cy="332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AB4E81-9D11-80E8-CF1E-9D4487E44D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87354" y="332331"/>
                  <a:ext cx="541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21A21A-0079-9737-641E-88DAB7040B2F}"/>
                    </a:ext>
                  </a:extLst>
                </p14:cNvPr>
                <p14:cNvContentPartPr/>
                <p14:nvPr/>
              </p14:nvContentPartPr>
              <p14:xfrm>
                <a:off x="3875794" y="594051"/>
                <a:ext cx="110160" cy="9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21A21A-0079-9737-641E-88DAB7040B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71474" y="589731"/>
                  <a:ext cx="118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5632CC-55B8-2AA1-85DA-D8729BAA1AAC}"/>
                    </a:ext>
                  </a:extLst>
                </p14:cNvPr>
                <p14:cNvContentPartPr/>
                <p14:nvPr/>
              </p14:nvContentPartPr>
              <p14:xfrm>
                <a:off x="3967234" y="622491"/>
                <a:ext cx="133560" cy="10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5632CC-55B8-2AA1-85DA-D8729BAA1A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2914" y="618171"/>
                  <a:ext cx="142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09DC8B-B614-3128-FFED-AB01001124BD}"/>
                    </a:ext>
                  </a:extLst>
                </p14:cNvPr>
                <p14:cNvContentPartPr/>
                <p14:nvPr/>
              </p14:nvContentPartPr>
              <p14:xfrm>
                <a:off x="3689314" y="728691"/>
                <a:ext cx="598320" cy="58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09DC8B-B614-3128-FFED-AB01001124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84994" y="724371"/>
                  <a:ext cx="6069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9A6D29-BCAA-0F10-421D-ED6BD322D2B7}"/>
                    </a:ext>
                  </a:extLst>
                </p14:cNvPr>
                <p14:cNvContentPartPr/>
                <p14:nvPr/>
              </p14:nvContentPartPr>
              <p14:xfrm>
                <a:off x="3900274" y="858651"/>
                <a:ext cx="81360" cy="141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9A6D29-BCAA-0F10-421D-ED6BD322D2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95954" y="854331"/>
                  <a:ext cx="90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2E5C4D-76AB-A0B0-07E7-D4DA755DD44B}"/>
                    </a:ext>
                  </a:extLst>
                </p14:cNvPr>
                <p14:cNvContentPartPr/>
                <p14:nvPr/>
              </p14:nvContentPartPr>
              <p14:xfrm>
                <a:off x="3938434" y="865131"/>
                <a:ext cx="163080" cy="1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2E5C4D-76AB-A0B0-07E7-D4DA755DD4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34114" y="860811"/>
                  <a:ext cx="171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2BB711-177A-F2D5-7279-1AE848DC07B5}"/>
                    </a:ext>
                  </a:extLst>
                </p14:cNvPr>
                <p14:cNvContentPartPr/>
                <p14:nvPr/>
              </p14:nvContentPartPr>
              <p14:xfrm>
                <a:off x="3729634" y="1071771"/>
                <a:ext cx="490680" cy="42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2BB711-177A-F2D5-7279-1AE848DC07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25314" y="1067451"/>
                  <a:ext cx="49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4EE086-7D7E-5844-5B56-FE23F90EFC5C}"/>
                    </a:ext>
                  </a:extLst>
                </p14:cNvPr>
                <p14:cNvContentPartPr/>
                <p14:nvPr/>
              </p14:nvContentPartPr>
              <p14:xfrm>
                <a:off x="3950314" y="1123971"/>
                <a:ext cx="87480" cy="88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4EE086-7D7E-5844-5B56-FE23F90EFC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5994" y="1119651"/>
                  <a:ext cx="961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9390874-31F0-3D6B-C501-3751FB2140A4}"/>
                  </a:ext>
                </a:extLst>
              </p14:cNvPr>
              <p14:cNvContentPartPr/>
              <p14:nvPr/>
            </p14:nvContentPartPr>
            <p14:xfrm>
              <a:off x="7593514" y="920571"/>
              <a:ext cx="8280" cy="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9390874-31F0-3D6B-C501-3751FB2140A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89194" y="916251"/>
                <a:ext cx="1692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1E1DB4B-01A7-B81C-A667-B7719C410CC7}"/>
              </a:ext>
            </a:extLst>
          </p:cNvPr>
          <p:cNvGrpSpPr/>
          <p:nvPr/>
        </p:nvGrpSpPr>
        <p:grpSpPr>
          <a:xfrm>
            <a:off x="3000287" y="138651"/>
            <a:ext cx="5062307" cy="4200040"/>
            <a:chOff x="3000287" y="138651"/>
            <a:chExt cx="5062307" cy="42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32F1FA-C51D-BD37-6CEE-803820BB8784}"/>
                    </a:ext>
                  </a:extLst>
                </p14:cNvPr>
                <p14:cNvContentPartPr/>
                <p14:nvPr/>
              </p14:nvContentPartPr>
              <p14:xfrm>
                <a:off x="7293274" y="138651"/>
                <a:ext cx="415800" cy="25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32F1FA-C51D-BD37-6CEE-803820BB87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88954" y="134331"/>
                  <a:ext cx="424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294F76-177E-6EFB-E106-9D9AC1349623}"/>
                    </a:ext>
                  </a:extLst>
                </p14:cNvPr>
                <p14:cNvContentPartPr/>
                <p14:nvPr/>
              </p14:nvContentPartPr>
              <p14:xfrm>
                <a:off x="7556434" y="352131"/>
                <a:ext cx="146520" cy="68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294F76-177E-6EFB-E106-9D9AC13496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52114" y="347811"/>
                  <a:ext cx="15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6E280A-2760-0362-CFDF-E60C1444E29F}"/>
                    </a:ext>
                  </a:extLst>
                </p14:cNvPr>
                <p14:cNvContentPartPr/>
                <p14:nvPr/>
              </p14:nvContentPartPr>
              <p14:xfrm>
                <a:off x="7674154" y="329091"/>
                <a:ext cx="127440" cy="10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6E280A-2760-0362-CFDF-E60C1444E2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69834" y="324771"/>
                  <a:ext cx="136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7322AD-AC95-7802-3D98-209E3DC1F6E1}"/>
                    </a:ext>
                  </a:extLst>
                </p14:cNvPr>
                <p14:cNvContentPartPr/>
                <p14:nvPr/>
              </p14:nvContentPartPr>
              <p14:xfrm>
                <a:off x="7347634" y="430971"/>
                <a:ext cx="714960" cy="57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7322AD-AC95-7802-3D98-209E3DC1F6E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43314" y="426651"/>
                  <a:ext cx="7236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2C62DE-F992-AEFF-4512-E40F366D059B}"/>
                    </a:ext>
                  </a:extLst>
                </p14:cNvPr>
                <p14:cNvContentPartPr/>
                <p14:nvPr/>
              </p14:nvContentPartPr>
              <p14:xfrm>
                <a:off x="7663354" y="599451"/>
                <a:ext cx="73440" cy="13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2C62DE-F992-AEFF-4512-E40F366D05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9034" y="595131"/>
                  <a:ext cx="82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B95E3F-13BE-ABA6-D9D8-5ED3DCA268E4}"/>
                    </a:ext>
                  </a:extLst>
                </p14:cNvPr>
                <p14:cNvContentPartPr/>
                <p14:nvPr/>
              </p14:nvContentPartPr>
              <p14:xfrm>
                <a:off x="7691074" y="576051"/>
                <a:ext cx="119520" cy="2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B95E3F-13BE-ABA6-D9D8-5ED3DCA268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86754" y="571731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686D36-03CF-44E9-CA6B-7BE878FEFBE9}"/>
                    </a:ext>
                  </a:extLst>
                </p14:cNvPr>
                <p14:cNvContentPartPr/>
                <p14:nvPr/>
              </p14:nvContentPartPr>
              <p14:xfrm>
                <a:off x="7351954" y="797451"/>
                <a:ext cx="707040" cy="51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686D36-03CF-44E9-CA6B-7BE878FEFB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47634" y="793131"/>
                  <a:ext cx="715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81E250-0C79-8D16-5B11-56D26F96C7B3}"/>
                    </a:ext>
                  </a:extLst>
                </p14:cNvPr>
                <p14:cNvContentPartPr/>
                <p14:nvPr/>
              </p14:nvContentPartPr>
              <p14:xfrm>
                <a:off x="7101754" y="955851"/>
                <a:ext cx="356760" cy="44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81E250-0C79-8D16-5B11-56D26F96C7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7434" y="951531"/>
                  <a:ext cx="3654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20E03B-E8F6-8B4C-1637-5B3346CD2802}"/>
                    </a:ext>
                  </a:extLst>
                </p14:cNvPr>
                <p14:cNvContentPartPr/>
                <p14:nvPr/>
              </p14:nvContentPartPr>
              <p14:xfrm>
                <a:off x="6694234" y="1442211"/>
                <a:ext cx="212400" cy="192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20E03B-E8F6-8B4C-1637-5B3346CD280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89914" y="1437891"/>
                  <a:ext cx="221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A878609-175A-6360-8ABC-9C811A6187B7}"/>
                    </a:ext>
                  </a:extLst>
                </p14:cNvPr>
                <p14:cNvContentPartPr/>
                <p14:nvPr/>
              </p14:nvContentPartPr>
              <p14:xfrm>
                <a:off x="6814834" y="1557771"/>
                <a:ext cx="65520" cy="19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A878609-175A-6360-8ABC-9C811A6187B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0514" y="1553451"/>
                  <a:ext cx="74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A33020-EDB9-A1EE-849C-D48F1A87C9FE}"/>
                    </a:ext>
                  </a:extLst>
                </p14:cNvPr>
                <p14:cNvContentPartPr/>
                <p14:nvPr/>
              </p14:nvContentPartPr>
              <p14:xfrm>
                <a:off x="6422434" y="1337091"/>
                <a:ext cx="888840" cy="81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A33020-EDB9-A1EE-849C-D48F1A87C9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8114" y="1332771"/>
                  <a:ext cx="8974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C6DF0B-684A-CA32-DC43-D43A97B511FA}"/>
                    </a:ext>
                  </a:extLst>
                </p14:cNvPr>
                <p14:cNvContentPartPr/>
                <p14:nvPr/>
              </p14:nvContentPartPr>
              <p14:xfrm>
                <a:off x="6412354" y="1864851"/>
                <a:ext cx="842760" cy="3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C6DF0B-684A-CA32-DC43-D43A97B511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8034" y="1860531"/>
                  <a:ext cx="851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ACE516-2B4B-C0F9-078B-3613B474B24C}"/>
                    </a:ext>
                  </a:extLst>
                </p14:cNvPr>
                <p14:cNvContentPartPr/>
                <p14:nvPr/>
              </p14:nvContentPartPr>
              <p14:xfrm>
                <a:off x="6807634" y="1917411"/>
                <a:ext cx="86400" cy="9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ACE516-2B4B-C0F9-078B-3613B474B2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3314" y="1913091"/>
                  <a:ext cx="95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ED12BF-F7D7-33A3-9462-4424560A8D5F}"/>
                    </a:ext>
                  </a:extLst>
                </p14:cNvPr>
                <p14:cNvContentPartPr/>
                <p14:nvPr/>
              </p14:nvContentPartPr>
              <p14:xfrm>
                <a:off x="7594954" y="899691"/>
                <a:ext cx="57960" cy="12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ED12BF-F7D7-33A3-9462-4424560A8D5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90634" y="895371"/>
                  <a:ext cx="66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11A93B-97F2-6159-B7E7-FBAF87C3979E}"/>
                    </a:ext>
                  </a:extLst>
                </p14:cNvPr>
                <p14:cNvContentPartPr/>
                <p14:nvPr/>
              </p14:nvContentPartPr>
              <p14:xfrm>
                <a:off x="7740754" y="842451"/>
                <a:ext cx="3600" cy="8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11A93B-97F2-6159-B7E7-FBAF87C397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36434" y="838131"/>
                  <a:ext cx="12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DEB152-B78A-13A7-5482-33818B84265D}"/>
                    </a:ext>
                  </a:extLst>
                </p14:cNvPr>
                <p14:cNvContentPartPr/>
                <p14:nvPr/>
              </p14:nvContentPartPr>
              <p14:xfrm>
                <a:off x="3881207" y="2323051"/>
                <a:ext cx="415800" cy="255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DEB152-B78A-13A7-5482-33818B8426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76887" y="2318731"/>
                  <a:ext cx="424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CB6CE7-C257-0322-AD22-AB3A39498022}"/>
                    </a:ext>
                  </a:extLst>
                </p14:cNvPr>
                <p14:cNvContentPartPr/>
                <p14:nvPr/>
              </p14:nvContentPartPr>
              <p14:xfrm>
                <a:off x="4144367" y="2536531"/>
                <a:ext cx="146520" cy="68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CB6CE7-C257-0322-AD22-AB3A394980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40047" y="2532211"/>
                  <a:ext cx="15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D92792-0F8E-393E-686E-6D05751C4077}"/>
                    </a:ext>
                  </a:extLst>
                </p14:cNvPr>
                <p14:cNvContentPartPr/>
                <p14:nvPr/>
              </p14:nvContentPartPr>
              <p14:xfrm>
                <a:off x="4262087" y="2513491"/>
                <a:ext cx="127440" cy="10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D92792-0F8E-393E-686E-6D05751C40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57767" y="2509171"/>
                  <a:ext cx="136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B7F4D60-6767-F882-9ADF-610CA58F3501}"/>
                    </a:ext>
                  </a:extLst>
                </p14:cNvPr>
                <p14:cNvContentPartPr/>
                <p14:nvPr/>
              </p14:nvContentPartPr>
              <p14:xfrm>
                <a:off x="3935567" y="2615371"/>
                <a:ext cx="714960" cy="571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B7F4D60-6767-F882-9ADF-610CA58F350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31247" y="2611051"/>
                  <a:ext cx="7236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12110A-8D20-2E51-A84D-E9470E4538B9}"/>
                    </a:ext>
                  </a:extLst>
                </p14:cNvPr>
                <p14:cNvContentPartPr/>
                <p14:nvPr/>
              </p14:nvContentPartPr>
              <p14:xfrm>
                <a:off x="4251287" y="2783851"/>
                <a:ext cx="73440" cy="132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12110A-8D20-2E51-A84D-E9470E4538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46967" y="2779531"/>
                  <a:ext cx="82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F5E4DC-7F75-0392-AC7C-5BCA1A6B9089}"/>
                    </a:ext>
                  </a:extLst>
                </p14:cNvPr>
                <p14:cNvContentPartPr/>
                <p14:nvPr/>
              </p14:nvContentPartPr>
              <p14:xfrm>
                <a:off x="4279007" y="2760451"/>
                <a:ext cx="119520" cy="20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F5E4DC-7F75-0392-AC7C-5BCA1A6B90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74687" y="2756131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9BD3A2-7A8A-86CD-6216-94ED10269A8D}"/>
                    </a:ext>
                  </a:extLst>
                </p14:cNvPr>
                <p14:cNvContentPartPr/>
                <p14:nvPr/>
              </p14:nvContentPartPr>
              <p14:xfrm>
                <a:off x="3939887" y="2981851"/>
                <a:ext cx="707040" cy="51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9BD3A2-7A8A-86CD-6216-94ED10269A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35567" y="2977531"/>
                  <a:ext cx="715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154971-BC5A-63B6-75B1-3F5873E2F5D1}"/>
                    </a:ext>
                  </a:extLst>
                </p14:cNvPr>
                <p14:cNvContentPartPr/>
                <p14:nvPr/>
              </p14:nvContentPartPr>
              <p14:xfrm>
                <a:off x="3689687" y="3140251"/>
                <a:ext cx="356760" cy="442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154971-BC5A-63B6-75B1-3F5873E2F5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85367" y="3135931"/>
                  <a:ext cx="3654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39D252-A432-8726-C386-3C373200F64D}"/>
                    </a:ext>
                  </a:extLst>
                </p14:cNvPr>
                <p14:cNvContentPartPr/>
                <p14:nvPr/>
              </p14:nvContentPartPr>
              <p14:xfrm>
                <a:off x="3282167" y="3626611"/>
                <a:ext cx="212400" cy="192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39D252-A432-8726-C386-3C373200F6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7847" y="3622291"/>
                  <a:ext cx="221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9C91F4-0C0A-1582-1754-A84278C46EC4}"/>
                    </a:ext>
                  </a:extLst>
                </p14:cNvPr>
                <p14:cNvContentPartPr/>
                <p14:nvPr/>
              </p14:nvContentPartPr>
              <p14:xfrm>
                <a:off x="3402767" y="3742171"/>
                <a:ext cx="65520" cy="195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9C91F4-0C0A-1582-1754-A84278C46E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8447" y="3737851"/>
                  <a:ext cx="74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BA39EF-C8F8-3E83-8313-5A208DC6BA97}"/>
                    </a:ext>
                  </a:extLst>
                </p14:cNvPr>
                <p14:cNvContentPartPr/>
                <p14:nvPr/>
              </p14:nvContentPartPr>
              <p14:xfrm>
                <a:off x="3010367" y="3521491"/>
                <a:ext cx="888840" cy="817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BA39EF-C8F8-3E83-8313-5A208DC6BA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06047" y="3517171"/>
                  <a:ext cx="8974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9DC4F2-C6C2-E516-0873-3ED598AFE362}"/>
                    </a:ext>
                  </a:extLst>
                </p14:cNvPr>
                <p14:cNvContentPartPr/>
                <p14:nvPr/>
              </p14:nvContentPartPr>
              <p14:xfrm>
                <a:off x="3000287" y="4049251"/>
                <a:ext cx="842760" cy="37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9DC4F2-C6C2-E516-0873-3ED598AFE3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95967" y="4044931"/>
                  <a:ext cx="851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F17BF8-2FD7-9268-BBD2-A934083CFCED}"/>
                    </a:ext>
                  </a:extLst>
                </p14:cNvPr>
                <p14:cNvContentPartPr/>
                <p14:nvPr/>
              </p14:nvContentPartPr>
              <p14:xfrm>
                <a:off x="4182887" y="3084091"/>
                <a:ext cx="57960" cy="1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F17BF8-2FD7-9268-BBD2-A934083CFC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78567" y="3079771"/>
                  <a:ext cx="66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44ACADB-9A17-34E1-0182-1133271E9E4E}"/>
                    </a:ext>
                  </a:extLst>
                </p14:cNvPr>
                <p14:cNvContentPartPr/>
                <p14:nvPr/>
              </p14:nvContentPartPr>
              <p14:xfrm>
                <a:off x="4328687" y="3026851"/>
                <a:ext cx="3600" cy="83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44ACADB-9A17-34E1-0182-1133271E9E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24367" y="3022531"/>
                  <a:ext cx="1224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6B586E-3360-3CAD-0EB9-943D9A30ECA2}"/>
              </a:ext>
            </a:extLst>
          </p:cNvPr>
          <p:cNvGrpSpPr/>
          <p:nvPr/>
        </p:nvGrpSpPr>
        <p:grpSpPr>
          <a:xfrm>
            <a:off x="3000287" y="80691"/>
            <a:ext cx="4022987" cy="2352520"/>
            <a:chOff x="3000287" y="80691"/>
            <a:chExt cx="4022987" cy="23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7D60A11-505B-9350-2079-DA2846BFB352}"/>
                    </a:ext>
                  </a:extLst>
                </p14:cNvPr>
                <p14:cNvContentPartPr/>
                <p14:nvPr/>
              </p14:nvContentPartPr>
              <p14:xfrm>
                <a:off x="6412354" y="165291"/>
                <a:ext cx="119520" cy="83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D60A11-505B-9350-2079-DA2846BFB3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08034" y="160971"/>
                  <a:ext cx="128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90F2C5-6057-53E8-86FA-430A05622E83}"/>
                    </a:ext>
                  </a:extLst>
                </p14:cNvPr>
                <p14:cNvContentPartPr/>
                <p14:nvPr/>
              </p14:nvContentPartPr>
              <p14:xfrm>
                <a:off x="6539434" y="165291"/>
                <a:ext cx="82440" cy="68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90F2C5-6057-53E8-86FA-430A05622E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35114" y="160971"/>
                  <a:ext cx="9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137BCE-1367-00B6-1CDE-7E08F3BE7F74}"/>
                    </a:ext>
                  </a:extLst>
                </p14:cNvPr>
                <p14:cNvContentPartPr/>
                <p14:nvPr/>
              </p14:nvContentPartPr>
              <p14:xfrm>
                <a:off x="6711874" y="171411"/>
                <a:ext cx="78480" cy="65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137BCE-1367-00B6-1CDE-7E08F3BE7F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07554" y="167091"/>
                  <a:ext cx="87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1D5EB4-A54B-E533-D0B1-CC8A4E00BFA7}"/>
                    </a:ext>
                  </a:extLst>
                </p14:cNvPr>
                <p14:cNvContentPartPr/>
                <p14:nvPr/>
              </p14:nvContentPartPr>
              <p14:xfrm>
                <a:off x="6906994" y="80691"/>
                <a:ext cx="85680" cy="151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1D5EB4-A54B-E533-D0B1-CC8A4E00BFA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02674" y="76371"/>
                  <a:ext cx="94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36DDF61-4FA3-1F87-1EEE-5E16D61939B2}"/>
                    </a:ext>
                  </a:extLst>
                </p14:cNvPr>
                <p14:cNvContentPartPr/>
                <p14:nvPr/>
              </p14:nvContentPartPr>
              <p14:xfrm>
                <a:off x="6902314" y="122451"/>
                <a:ext cx="120960" cy="9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36DDF61-4FA3-1F87-1EEE-5E16D61939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97994" y="118131"/>
                  <a:ext cx="1296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0BF81A-54E5-B846-2BC3-D5566F2B9F17}"/>
                    </a:ext>
                  </a:extLst>
                </p14:cNvPr>
                <p14:cNvContentPartPr/>
                <p14:nvPr/>
              </p14:nvContentPartPr>
              <p14:xfrm>
                <a:off x="3000287" y="2349691"/>
                <a:ext cx="119520" cy="83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0BF81A-54E5-B846-2BC3-D5566F2B9F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95967" y="2345371"/>
                  <a:ext cx="128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0F9E22-83AC-83D3-7371-96F3B928FE24}"/>
                    </a:ext>
                  </a:extLst>
                </p14:cNvPr>
                <p14:cNvContentPartPr/>
                <p14:nvPr/>
              </p14:nvContentPartPr>
              <p14:xfrm>
                <a:off x="3127367" y="2349691"/>
                <a:ext cx="82440" cy="6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0F9E22-83AC-83D3-7371-96F3B928FE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23047" y="2345371"/>
                  <a:ext cx="9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A60CA2A-1629-FF77-532E-7617141B7074}"/>
                    </a:ext>
                  </a:extLst>
                </p14:cNvPr>
                <p14:cNvContentPartPr/>
                <p14:nvPr/>
              </p14:nvContentPartPr>
              <p14:xfrm>
                <a:off x="3299807" y="2355811"/>
                <a:ext cx="78480" cy="65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A60CA2A-1629-FF77-532E-7617141B70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95487" y="2351491"/>
                  <a:ext cx="87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568342-F704-B1F5-63F3-9CBE90FA7198}"/>
                    </a:ext>
                  </a:extLst>
                </p14:cNvPr>
                <p14:cNvContentPartPr/>
                <p14:nvPr/>
              </p14:nvContentPartPr>
              <p14:xfrm>
                <a:off x="3494927" y="2265091"/>
                <a:ext cx="85680" cy="15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568342-F704-B1F5-63F3-9CBE90FA719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90607" y="2260771"/>
                  <a:ext cx="94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0C0099-1F1E-6487-6A87-08A98F4B993D}"/>
                    </a:ext>
                  </a:extLst>
                </p14:cNvPr>
                <p14:cNvContentPartPr/>
                <p14:nvPr/>
              </p14:nvContentPartPr>
              <p14:xfrm>
                <a:off x="3490247" y="2306851"/>
                <a:ext cx="120960" cy="9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0C0099-1F1E-6487-6A87-08A98F4B993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85927" y="2302531"/>
                  <a:ext cx="12960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9AE314B-DFAD-2A8E-6278-BAE3EA0480B6}"/>
                  </a:ext>
                </a:extLst>
              </p14:cNvPr>
              <p14:cNvContentPartPr/>
              <p14:nvPr/>
            </p14:nvContentPartPr>
            <p14:xfrm>
              <a:off x="4181447" y="3104971"/>
              <a:ext cx="8280" cy="5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9AE314B-DFAD-2A8E-6278-BAE3EA0480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77127" y="3100651"/>
                <a:ext cx="1692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30B3322D-7FD6-9AF0-9BFC-F4C51212B883}"/>
              </a:ext>
            </a:extLst>
          </p:cNvPr>
          <p:cNvGrpSpPr/>
          <p:nvPr/>
        </p:nvGrpSpPr>
        <p:grpSpPr>
          <a:xfrm>
            <a:off x="2164907" y="4332680"/>
            <a:ext cx="990000" cy="1192320"/>
            <a:chOff x="2164907" y="4332680"/>
            <a:chExt cx="990000" cy="11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2DB88C-3B54-BFAC-6023-5D0EA6130096}"/>
                    </a:ext>
                  </a:extLst>
                </p14:cNvPr>
                <p14:cNvContentPartPr/>
                <p14:nvPr/>
              </p14:nvContentPartPr>
              <p14:xfrm>
                <a:off x="2770787" y="4332680"/>
                <a:ext cx="384120" cy="466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2DB88C-3B54-BFAC-6023-5D0EA61300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62147" y="4324040"/>
                  <a:ext cx="4017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0605E2-F164-0452-7716-1D849EFD5A6C}"/>
                    </a:ext>
                  </a:extLst>
                </p14:cNvPr>
                <p14:cNvContentPartPr/>
                <p14:nvPr/>
              </p14:nvContentPartPr>
              <p14:xfrm>
                <a:off x="2164907" y="4709960"/>
                <a:ext cx="772920" cy="815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0605E2-F164-0452-7716-1D849EFD5A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55907" y="4700960"/>
                  <a:ext cx="79056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2F6F7E-84B5-3470-9330-DC8D341C35CF}"/>
                    </a:ext>
                  </a:extLst>
                </p14:cNvPr>
                <p14:cNvContentPartPr/>
                <p14:nvPr/>
              </p14:nvContentPartPr>
              <p14:xfrm>
                <a:off x="2433107" y="4867280"/>
                <a:ext cx="154080" cy="211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2F6F7E-84B5-3470-9330-DC8D341C35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24107" y="4858640"/>
                  <a:ext cx="171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4A8320-A4E5-D66A-499D-EBAABED8D24A}"/>
                    </a:ext>
                  </a:extLst>
                </p14:cNvPr>
                <p14:cNvContentPartPr/>
                <p14:nvPr/>
              </p14:nvContentPartPr>
              <p14:xfrm>
                <a:off x="2241227" y="5190200"/>
                <a:ext cx="507240" cy="100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4A8320-A4E5-D66A-499D-EBAABED8D24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32227" y="5181560"/>
                  <a:ext cx="524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CBD904B-8306-33BC-AA8B-2CC7DEB316FF}"/>
                    </a:ext>
                  </a:extLst>
                </p14:cNvPr>
                <p14:cNvContentPartPr/>
                <p14:nvPr/>
              </p14:nvContentPartPr>
              <p14:xfrm>
                <a:off x="2430227" y="5314400"/>
                <a:ext cx="84960" cy="9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CBD904B-8306-33BC-AA8B-2CC7DEB316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21227" y="5305400"/>
                  <a:ext cx="1026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ABF276C-D45F-5DB1-4BE0-3881CE9A4E09}"/>
              </a:ext>
            </a:extLst>
          </p:cNvPr>
          <p:cNvGrpSpPr/>
          <p:nvPr/>
        </p:nvGrpSpPr>
        <p:grpSpPr>
          <a:xfrm>
            <a:off x="3232307" y="4085360"/>
            <a:ext cx="156240" cy="99360"/>
            <a:chOff x="3232307" y="4085360"/>
            <a:chExt cx="15624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E736F1F-8EDB-CBC6-3F76-B507C0034424}"/>
                    </a:ext>
                  </a:extLst>
                </p14:cNvPr>
                <p14:cNvContentPartPr/>
                <p14:nvPr/>
              </p14:nvContentPartPr>
              <p14:xfrm>
                <a:off x="3232307" y="4152320"/>
                <a:ext cx="73080" cy="13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E736F1F-8EDB-CBC6-3F76-B507C00344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23307" y="4143320"/>
                  <a:ext cx="90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6131E0-FCD4-9B68-D3ED-474C626482FB}"/>
                    </a:ext>
                  </a:extLst>
                </p14:cNvPr>
                <p14:cNvContentPartPr/>
                <p14:nvPr/>
              </p14:nvContentPartPr>
              <p14:xfrm>
                <a:off x="3379907" y="4085360"/>
                <a:ext cx="8640" cy="99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6131E0-FCD4-9B68-D3ED-474C626482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70907" y="4076720"/>
                  <a:ext cx="2628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B1FE0BD-00A7-91A8-B974-654FE2095A68}"/>
                  </a:ext>
                </a:extLst>
              </p14:cNvPr>
              <p14:cNvContentPartPr/>
              <p14:nvPr/>
            </p14:nvContentPartPr>
            <p14:xfrm>
              <a:off x="4288187" y="3022280"/>
              <a:ext cx="128160" cy="109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B1FE0BD-00A7-91A8-B974-654FE2095A6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79547" y="3013640"/>
                <a:ext cx="1458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507737C-A2A5-A904-CBE6-D6E2241A0A87}"/>
                  </a:ext>
                </a:extLst>
              </p14:cNvPr>
              <p14:cNvContentPartPr/>
              <p14:nvPr/>
            </p14:nvContentPartPr>
            <p14:xfrm>
              <a:off x="3612467" y="3031640"/>
              <a:ext cx="197280" cy="2390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507737C-A2A5-A904-CBE6-D6E2241A0A8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03467" y="3023000"/>
                <a:ext cx="2149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2988111-599A-8FEE-F211-AD8A03BC00B3}"/>
                  </a:ext>
                </a:extLst>
              </p14:cNvPr>
              <p14:cNvContentPartPr/>
              <p14:nvPr/>
            </p14:nvContentPartPr>
            <p14:xfrm>
              <a:off x="2689067" y="4236920"/>
              <a:ext cx="195840" cy="2473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2988111-599A-8FEE-F211-AD8A03BC00B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680067" y="4228280"/>
                <a:ext cx="21348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67BEFD9C-82B9-C4E1-712B-BF951AEC9960}"/>
              </a:ext>
            </a:extLst>
          </p:cNvPr>
          <p:cNvGrpSpPr/>
          <p:nvPr/>
        </p:nvGrpSpPr>
        <p:grpSpPr>
          <a:xfrm>
            <a:off x="3947267" y="3719960"/>
            <a:ext cx="1258560" cy="1353600"/>
            <a:chOff x="3947267" y="3719960"/>
            <a:chExt cx="1258560" cy="13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DFA500-A9A7-3B1F-1A5C-C32766E2DBFB}"/>
                    </a:ext>
                  </a:extLst>
                </p14:cNvPr>
                <p14:cNvContentPartPr/>
                <p14:nvPr/>
              </p14:nvContentPartPr>
              <p14:xfrm>
                <a:off x="3947267" y="3719960"/>
                <a:ext cx="1258560" cy="1353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DFA500-A9A7-3B1F-1A5C-C32766E2DB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38627" y="3710960"/>
                  <a:ext cx="1276200" cy="13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EFE2B52-4E0F-CD65-1730-B23E3976F3FE}"/>
                    </a:ext>
                  </a:extLst>
                </p14:cNvPr>
                <p14:cNvContentPartPr/>
                <p14:nvPr/>
              </p14:nvContentPartPr>
              <p14:xfrm>
                <a:off x="4962467" y="4639400"/>
                <a:ext cx="192600" cy="21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EFE2B52-4E0F-CD65-1730-B23E3976F3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53467" y="4630400"/>
                  <a:ext cx="2102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1D2D86F-ADA8-F4DD-4CA0-4A251E2E1CBF}"/>
              </a:ext>
            </a:extLst>
          </p:cNvPr>
          <p:cNvGrpSpPr/>
          <p:nvPr/>
        </p:nvGrpSpPr>
        <p:grpSpPr>
          <a:xfrm>
            <a:off x="6642947" y="3622040"/>
            <a:ext cx="499320" cy="384120"/>
            <a:chOff x="6642947" y="3622040"/>
            <a:chExt cx="49932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D74F24-24F8-9EC6-29A8-8FB0D5F42437}"/>
                    </a:ext>
                  </a:extLst>
                </p14:cNvPr>
                <p14:cNvContentPartPr/>
                <p14:nvPr/>
              </p14:nvContentPartPr>
              <p14:xfrm>
                <a:off x="6642947" y="3692240"/>
                <a:ext cx="215640" cy="313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D74F24-24F8-9EC6-29A8-8FB0D5F4243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33947" y="3683240"/>
                  <a:ext cx="233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5BCBCA5-FFC1-E6D2-7B6D-0A692B2B70D5}"/>
                    </a:ext>
                  </a:extLst>
                </p14:cNvPr>
                <p14:cNvContentPartPr/>
                <p14:nvPr/>
              </p14:nvContentPartPr>
              <p14:xfrm>
                <a:off x="6991067" y="3622040"/>
                <a:ext cx="151200" cy="324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5BCBCA5-FFC1-E6D2-7B6D-0A692B2B70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82067" y="3613040"/>
                  <a:ext cx="16884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E82D05E-59BE-814C-C022-690668020DEC}"/>
              </a:ext>
            </a:extLst>
          </p:cNvPr>
          <p:cNvGrpSpPr/>
          <p:nvPr/>
        </p:nvGrpSpPr>
        <p:grpSpPr>
          <a:xfrm>
            <a:off x="7671467" y="3509360"/>
            <a:ext cx="1001160" cy="641880"/>
            <a:chOff x="7671467" y="3509360"/>
            <a:chExt cx="100116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C628E2-C41B-6207-C1CA-46D8CB217E61}"/>
                    </a:ext>
                  </a:extLst>
                </p14:cNvPr>
                <p14:cNvContentPartPr/>
                <p14:nvPr/>
              </p14:nvContentPartPr>
              <p14:xfrm>
                <a:off x="7671467" y="3704480"/>
                <a:ext cx="159120" cy="239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C628E2-C41B-6207-C1CA-46D8CB217E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62827" y="3695480"/>
                  <a:ext cx="176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4F898D5-D203-E1CC-8C7D-28EE984A6A9F}"/>
                    </a:ext>
                  </a:extLst>
                </p14:cNvPr>
                <p14:cNvContentPartPr/>
                <p14:nvPr/>
              </p14:nvContentPartPr>
              <p14:xfrm>
                <a:off x="7929587" y="3745160"/>
                <a:ext cx="34920" cy="102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4F898D5-D203-E1CC-8C7D-28EE984A6A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20947" y="3736160"/>
                  <a:ext cx="52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ADD365B-0FA8-1A49-773D-E27BDE39A758}"/>
                    </a:ext>
                  </a:extLst>
                </p14:cNvPr>
                <p14:cNvContentPartPr/>
                <p14:nvPr/>
              </p14:nvContentPartPr>
              <p14:xfrm>
                <a:off x="8050187" y="3526640"/>
                <a:ext cx="360" cy="111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DD365B-0FA8-1A49-773D-E27BDE39A7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41187" y="3518000"/>
                  <a:ext cx="18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7135E3-F28A-4A11-3DE3-819D6DAC35F6}"/>
                    </a:ext>
                  </a:extLst>
                </p14:cNvPr>
                <p14:cNvContentPartPr/>
                <p14:nvPr/>
              </p14:nvContentPartPr>
              <p14:xfrm>
                <a:off x="8062067" y="3773600"/>
                <a:ext cx="153000" cy="3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7135E3-F28A-4A11-3DE3-819D6DAC35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53427" y="3764960"/>
                  <a:ext cx="170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C659DB-7C5B-0112-DE29-826C57F208DB}"/>
                    </a:ext>
                  </a:extLst>
                </p14:cNvPr>
                <p14:cNvContentPartPr/>
                <p14:nvPr/>
              </p14:nvContentPartPr>
              <p14:xfrm>
                <a:off x="8046227" y="3732560"/>
                <a:ext cx="284400" cy="418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C659DB-7C5B-0112-DE29-826C57F208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37227" y="3723920"/>
                  <a:ext cx="30204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0DC890-2893-F564-4CD1-3031550C44B2}"/>
                    </a:ext>
                  </a:extLst>
                </p14:cNvPr>
                <p14:cNvContentPartPr/>
                <p14:nvPr/>
              </p14:nvContentPartPr>
              <p14:xfrm>
                <a:off x="8401547" y="3509360"/>
                <a:ext cx="121680" cy="31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0DC890-2893-F564-4CD1-3031550C44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92907" y="3500720"/>
                  <a:ext cx="1393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6CE85E5-ACED-86B1-75D7-9004170CEB9A}"/>
                    </a:ext>
                  </a:extLst>
                </p14:cNvPr>
                <p14:cNvContentPartPr/>
                <p14:nvPr/>
              </p14:nvContentPartPr>
              <p14:xfrm>
                <a:off x="8510627" y="3705920"/>
                <a:ext cx="162000" cy="78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6CE85E5-ACED-86B1-75D7-9004170CEB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01987" y="3696920"/>
                  <a:ext cx="17964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7BEF96D-3959-28DB-B6CA-7B6D33C036AC}"/>
              </a:ext>
            </a:extLst>
          </p:cNvPr>
          <p:cNvGrpSpPr/>
          <p:nvPr/>
        </p:nvGrpSpPr>
        <p:grpSpPr>
          <a:xfrm>
            <a:off x="8934707" y="3368240"/>
            <a:ext cx="1412280" cy="406080"/>
            <a:chOff x="8934707" y="3368240"/>
            <a:chExt cx="14122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A96786C-72EC-196B-6823-964E0D431CA4}"/>
                    </a:ext>
                  </a:extLst>
                </p14:cNvPr>
                <p14:cNvContentPartPr/>
                <p14:nvPr/>
              </p14:nvContentPartPr>
              <p14:xfrm>
                <a:off x="8934707" y="3368240"/>
                <a:ext cx="263880" cy="406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A96786C-72EC-196B-6823-964E0D431C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25707" y="3359240"/>
                  <a:ext cx="2815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C11464-E511-5619-B5D6-990A6AB2B3DC}"/>
                    </a:ext>
                  </a:extLst>
                </p14:cNvPr>
                <p14:cNvContentPartPr/>
                <p14:nvPr/>
              </p14:nvContentPartPr>
              <p14:xfrm>
                <a:off x="9146387" y="3638240"/>
                <a:ext cx="122400" cy="89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C11464-E511-5619-B5D6-990A6AB2B3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37387" y="3629240"/>
                  <a:ext cx="140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82D3ACB-C9F4-6DAB-D847-3001539BFB2D}"/>
                    </a:ext>
                  </a:extLst>
                </p14:cNvPr>
                <p14:cNvContentPartPr/>
                <p14:nvPr/>
              </p14:nvContentPartPr>
              <p14:xfrm>
                <a:off x="9353747" y="3455360"/>
                <a:ext cx="147240" cy="285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2D3ACB-C9F4-6DAB-D847-3001539BFB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44747" y="3446360"/>
                  <a:ext cx="1648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9F6983D-DF3F-6F3F-BB5A-ECC25242A30E}"/>
                    </a:ext>
                  </a:extLst>
                </p14:cNvPr>
                <p14:cNvContentPartPr/>
                <p14:nvPr/>
              </p14:nvContentPartPr>
              <p14:xfrm>
                <a:off x="9408467" y="3584960"/>
                <a:ext cx="303480" cy="13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9F6983D-DF3F-6F3F-BB5A-ECC25242A30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99827" y="3576320"/>
                  <a:ext cx="321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67B4D2D-BB98-F171-33D7-923AD5D7E2F9}"/>
                    </a:ext>
                  </a:extLst>
                </p14:cNvPr>
                <p14:cNvContentPartPr/>
                <p14:nvPr/>
              </p14:nvContentPartPr>
              <p14:xfrm>
                <a:off x="9714107" y="3393440"/>
                <a:ext cx="156960" cy="346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67B4D2D-BB98-F171-33D7-923AD5D7E2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705107" y="3384800"/>
                  <a:ext cx="1746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844ACB-DC0E-F3D9-8362-549ABF648BF8}"/>
                    </a:ext>
                  </a:extLst>
                </p14:cNvPr>
                <p14:cNvContentPartPr/>
                <p14:nvPr/>
              </p14:nvContentPartPr>
              <p14:xfrm>
                <a:off x="9710147" y="3610520"/>
                <a:ext cx="20520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844ACB-DC0E-F3D9-8362-549ABF648B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01507" y="3601520"/>
                  <a:ext cx="222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53A7485-9F5B-29F2-703F-404B36D3B9F9}"/>
                    </a:ext>
                  </a:extLst>
                </p14:cNvPr>
                <p14:cNvContentPartPr/>
                <p14:nvPr/>
              </p14:nvContentPartPr>
              <p14:xfrm>
                <a:off x="9923987" y="3472640"/>
                <a:ext cx="2160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53A7485-9F5B-29F2-703F-404B36D3B9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15347" y="3463640"/>
                  <a:ext cx="39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23C920C-83CA-5E62-202F-023BEBF2E18B}"/>
                    </a:ext>
                  </a:extLst>
                </p14:cNvPr>
                <p14:cNvContentPartPr/>
                <p14:nvPr/>
              </p14:nvContentPartPr>
              <p14:xfrm>
                <a:off x="9962867" y="3590720"/>
                <a:ext cx="384120" cy="140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23C920C-83CA-5E62-202F-023BEBF2E18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54227" y="3582080"/>
                  <a:ext cx="4017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902ACC4-F020-366E-F6CB-C1DBA10CF8E4}"/>
              </a:ext>
            </a:extLst>
          </p:cNvPr>
          <p:cNvGrpSpPr/>
          <p:nvPr/>
        </p:nvGrpSpPr>
        <p:grpSpPr>
          <a:xfrm>
            <a:off x="7758034" y="4406091"/>
            <a:ext cx="2277000" cy="1920240"/>
            <a:chOff x="7758034" y="4406091"/>
            <a:chExt cx="2277000" cy="19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50D3FB7-A5B0-45A5-FDB0-6735976AB1DE}"/>
                    </a:ext>
                  </a:extLst>
                </p14:cNvPr>
                <p14:cNvContentPartPr/>
                <p14:nvPr/>
              </p14:nvContentPartPr>
              <p14:xfrm>
                <a:off x="7758034" y="4518771"/>
                <a:ext cx="8964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50D3FB7-A5B0-45A5-FDB0-6735976AB1D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49394" y="4509771"/>
                  <a:ext cx="107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C5BF8EF-9C86-5253-7815-2F71FD5DF2AD}"/>
                    </a:ext>
                  </a:extLst>
                </p14:cNvPr>
                <p14:cNvContentPartPr/>
                <p14:nvPr/>
              </p14:nvContentPartPr>
              <p14:xfrm>
                <a:off x="7888714" y="4527411"/>
                <a:ext cx="83160" cy="69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C5BF8EF-9C86-5253-7815-2F71FD5DF2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79714" y="4518411"/>
                  <a:ext cx="100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58180F4-BCBD-01DB-AAEE-77F8A24B8661}"/>
                    </a:ext>
                  </a:extLst>
                </p14:cNvPr>
                <p14:cNvContentPartPr/>
                <p14:nvPr/>
              </p14:nvContentPartPr>
              <p14:xfrm>
                <a:off x="8044594" y="4518411"/>
                <a:ext cx="55080" cy="91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58180F4-BCBD-01DB-AAEE-77F8A24B866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35594" y="4509771"/>
                  <a:ext cx="72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FA0E89-328F-122F-FBC2-6AA62F17D3DF}"/>
                    </a:ext>
                  </a:extLst>
                </p14:cNvPr>
                <p14:cNvContentPartPr/>
                <p14:nvPr/>
              </p14:nvContentPartPr>
              <p14:xfrm>
                <a:off x="8221354" y="4409331"/>
                <a:ext cx="73800" cy="167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FA0E89-328F-122F-FBC2-6AA62F17D3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12714" y="4400691"/>
                  <a:ext cx="91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D48FA89-B39D-29DA-4958-FEFA885CFF2D}"/>
                    </a:ext>
                  </a:extLst>
                </p14:cNvPr>
                <p14:cNvContentPartPr/>
                <p14:nvPr/>
              </p14:nvContentPartPr>
              <p14:xfrm>
                <a:off x="8176354" y="4480611"/>
                <a:ext cx="87120" cy="11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D48FA89-B39D-29DA-4958-FEFA885CFF2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67714" y="4471611"/>
                  <a:ext cx="104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0A3F96F-F2D0-2BB5-567B-3AD413726A5F}"/>
                    </a:ext>
                  </a:extLst>
                </p14:cNvPr>
                <p14:cNvContentPartPr/>
                <p14:nvPr/>
              </p14:nvContentPartPr>
              <p14:xfrm>
                <a:off x="8678194" y="4406091"/>
                <a:ext cx="256680" cy="320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0A3F96F-F2D0-2BB5-567B-3AD413726A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69194" y="4397451"/>
                  <a:ext cx="2743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5B86BE3-AD2D-6E77-75B3-205A7AECD60E}"/>
                    </a:ext>
                  </a:extLst>
                </p14:cNvPr>
                <p14:cNvContentPartPr/>
                <p14:nvPr/>
              </p14:nvContentPartPr>
              <p14:xfrm>
                <a:off x="8813554" y="4641531"/>
                <a:ext cx="138240" cy="94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5B86BE3-AD2D-6E77-75B3-205A7AECD60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04554" y="4632891"/>
                  <a:ext cx="155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BA7FB3A-EADA-DEF6-2E6E-A764A7239896}"/>
                    </a:ext>
                  </a:extLst>
                </p14:cNvPr>
                <p14:cNvContentPartPr/>
                <p14:nvPr/>
              </p14:nvContentPartPr>
              <p14:xfrm>
                <a:off x="8954314" y="4613811"/>
                <a:ext cx="101880" cy="10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BA7FB3A-EADA-DEF6-2E6E-A764A72398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45674" y="4604811"/>
                  <a:ext cx="119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BC8B69C-5107-86D0-B6BB-AC35347042E9}"/>
                    </a:ext>
                  </a:extLst>
                </p14:cNvPr>
                <p14:cNvContentPartPr/>
                <p14:nvPr/>
              </p14:nvContentPartPr>
              <p14:xfrm>
                <a:off x="8851354" y="4906491"/>
                <a:ext cx="156240" cy="148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BC8B69C-5107-86D0-B6BB-AC35347042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42354" y="4897851"/>
                  <a:ext cx="173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3F7395-D98C-735E-32F7-5C0D4C016B56}"/>
                    </a:ext>
                  </a:extLst>
                </p14:cNvPr>
                <p14:cNvContentPartPr/>
                <p14:nvPr/>
              </p14:nvContentPartPr>
              <p14:xfrm>
                <a:off x="8877634" y="4951851"/>
                <a:ext cx="87120" cy="186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3F7395-D98C-735E-32F7-5C0D4C016B5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68994" y="4943211"/>
                  <a:ext cx="104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AE8B78-E21F-1797-757C-27EDE295FCE8}"/>
                    </a:ext>
                  </a:extLst>
                </p14:cNvPr>
                <p14:cNvContentPartPr/>
                <p14:nvPr/>
              </p14:nvContentPartPr>
              <p14:xfrm>
                <a:off x="8616994" y="4780851"/>
                <a:ext cx="677880" cy="602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AE8B78-E21F-1797-757C-27EDE295FCE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07994" y="4772211"/>
                  <a:ext cx="6955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2B982D0-91F5-CFF6-1F1E-6642AE1B9366}"/>
                    </a:ext>
                  </a:extLst>
                </p14:cNvPr>
                <p14:cNvContentPartPr/>
                <p14:nvPr/>
              </p14:nvContentPartPr>
              <p14:xfrm>
                <a:off x="8696554" y="5081451"/>
                <a:ext cx="41292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2B982D0-91F5-CFF6-1F1E-6642AE1B93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87914" y="5072451"/>
                  <a:ext cx="430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F3CFD34-13D5-1FAF-8CE7-0D0D03B8726F}"/>
                    </a:ext>
                  </a:extLst>
                </p14:cNvPr>
                <p14:cNvContentPartPr/>
                <p14:nvPr/>
              </p14:nvContentPartPr>
              <p14:xfrm>
                <a:off x="8860714" y="5194851"/>
                <a:ext cx="65160" cy="89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F3CFD34-13D5-1FAF-8CE7-0D0D03B872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51714" y="5186211"/>
                  <a:ext cx="82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AD6D4A4-1C5A-E802-0646-7642CFB22FA3}"/>
                    </a:ext>
                  </a:extLst>
                </p14:cNvPr>
                <p14:cNvContentPartPr/>
                <p14:nvPr/>
              </p14:nvContentPartPr>
              <p14:xfrm>
                <a:off x="8365714" y="5333451"/>
                <a:ext cx="339120" cy="329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AD6D4A4-1C5A-E802-0646-7642CFB22FA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56714" y="5324811"/>
                  <a:ext cx="3567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C4E3F5-E435-1067-0CE5-46A7223BF4ED}"/>
                    </a:ext>
                  </a:extLst>
                </p14:cNvPr>
                <p14:cNvContentPartPr/>
                <p14:nvPr/>
              </p14:nvContentPartPr>
              <p14:xfrm>
                <a:off x="7787554" y="5613531"/>
                <a:ext cx="715320" cy="71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C4E3F5-E435-1067-0CE5-46A7223BF4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78554" y="5604531"/>
                  <a:ext cx="73296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ECFFB96-B86F-9073-B479-B656A44CA759}"/>
                    </a:ext>
                  </a:extLst>
                </p14:cNvPr>
                <p14:cNvContentPartPr/>
                <p14:nvPr/>
              </p14:nvContentPartPr>
              <p14:xfrm>
                <a:off x="8009314" y="5862651"/>
                <a:ext cx="109080" cy="123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ECFFB96-B86F-9073-B479-B656A44CA75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00314" y="5853651"/>
                  <a:ext cx="126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8A6111-BAA6-05C5-CED2-843EB1A08739}"/>
                    </a:ext>
                  </a:extLst>
                </p14:cNvPr>
                <p14:cNvContentPartPr/>
                <p14:nvPr/>
              </p14:nvContentPartPr>
              <p14:xfrm>
                <a:off x="7794754" y="5960571"/>
                <a:ext cx="555840" cy="128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8A6111-BAA6-05C5-CED2-843EB1A0873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86114" y="5951571"/>
                  <a:ext cx="573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941DBC2-D9E4-A5F6-4C42-5FF45603D4F6}"/>
                    </a:ext>
                  </a:extLst>
                </p14:cNvPr>
                <p14:cNvContentPartPr/>
                <p14:nvPr/>
              </p14:nvContentPartPr>
              <p14:xfrm>
                <a:off x="8089594" y="6094131"/>
                <a:ext cx="76680" cy="82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941DBC2-D9E4-A5F6-4C42-5FF45603D4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80594" y="6085491"/>
                  <a:ext cx="94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D8E901-5298-4E40-9E80-1F1B98E48FD6}"/>
                    </a:ext>
                  </a:extLst>
                </p14:cNvPr>
                <p14:cNvContentPartPr/>
                <p14:nvPr/>
              </p14:nvContentPartPr>
              <p14:xfrm>
                <a:off x="9133954" y="5275491"/>
                <a:ext cx="309960" cy="369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D8E901-5298-4E40-9E80-1F1B98E48FD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24954" y="5266491"/>
                  <a:ext cx="3276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A1DCE66-0952-BFB4-0CD2-D89B46454F88}"/>
                    </a:ext>
                  </a:extLst>
                </p14:cNvPr>
                <p14:cNvContentPartPr/>
                <p14:nvPr/>
              </p14:nvContentPartPr>
              <p14:xfrm>
                <a:off x="9429154" y="5764011"/>
                <a:ext cx="106920" cy="186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A1DCE66-0952-BFB4-0CD2-D89B46454F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20514" y="5755011"/>
                  <a:ext cx="124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8F8FC53-1A8C-95D2-CC8F-F81C7522E20E}"/>
                    </a:ext>
                  </a:extLst>
                </p14:cNvPr>
                <p14:cNvContentPartPr/>
                <p14:nvPr/>
              </p14:nvContentPartPr>
              <p14:xfrm>
                <a:off x="9528874" y="5734491"/>
                <a:ext cx="103320" cy="3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8F8FC53-1A8C-95D2-CC8F-F81C7522E20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19874" y="5725851"/>
                  <a:ext cx="120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23EA544-BE1F-4365-F827-624C86E09252}"/>
                    </a:ext>
                  </a:extLst>
                </p14:cNvPr>
                <p14:cNvContentPartPr/>
                <p14:nvPr/>
              </p14:nvContentPartPr>
              <p14:xfrm>
                <a:off x="9120274" y="5541531"/>
                <a:ext cx="889560" cy="779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23EA544-BE1F-4365-F827-624C86E092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11274" y="5532531"/>
                  <a:ext cx="90720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F196627-D925-4A4A-E2B4-7D972BD74CFF}"/>
                    </a:ext>
                  </a:extLst>
                </p14:cNvPr>
                <p14:cNvContentPartPr/>
                <p14:nvPr/>
              </p14:nvContentPartPr>
              <p14:xfrm>
                <a:off x="9184714" y="5844291"/>
                <a:ext cx="850320" cy="232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F196627-D925-4A4A-E2B4-7D972BD74C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75714" y="5835291"/>
                  <a:ext cx="867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2C33119-62B2-7DB6-9723-FC8AFA3BE571}"/>
                    </a:ext>
                  </a:extLst>
                </p14:cNvPr>
                <p14:cNvContentPartPr/>
                <p14:nvPr/>
              </p14:nvContentPartPr>
              <p14:xfrm>
                <a:off x="9544714" y="6076491"/>
                <a:ext cx="95040" cy="93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2C33119-62B2-7DB6-9723-FC8AFA3BE5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36074" y="6067851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47850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F81D369-FB3A-873A-72F1-A83875258F47}"/>
                  </a:ext>
                </a:extLst>
              </p14:cNvPr>
              <p14:cNvContentPartPr/>
              <p14:nvPr/>
            </p14:nvContentPartPr>
            <p14:xfrm>
              <a:off x="2640107" y="2154147"/>
              <a:ext cx="643320" cy="630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F81D369-FB3A-873A-72F1-A83875258F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1107" y="2145507"/>
                <a:ext cx="66096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EE7C257-0EBD-2072-A18A-9C19A0FFEBD5}"/>
                  </a:ext>
                </a:extLst>
              </p14:cNvPr>
              <p14:cNvContentPartPr/>
              <p14:nvPr/>
            </p14:nvContentPartPr>
            <p14:xfrm>
              <a:off x="3118547" y="2640147"/>
              <a:ext cx="607680" cy="665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EE7C257-0EBD-2072-A18A-9C19A0FFEB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9547" y="2631507"/>
                <a:ext cx="62532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B55FC4-1144-B2D6-FDDA-4E33C3D9F290}"/>
                  </a:ext>
                </a:extLst>
              </p14:cNvPr>
              <p14:cNvContentPartPr/>
              <p14:nvPr/>
            </p14:nvContentPartPr>
            <p14:xfrm>
              <a:off x="4594187" y="1959387"/>
              <a:ext cx="70560" cy="91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B55FC4-1144-B2D6-FDDA-4E33C3D9F2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85547" y="1950387"/>
                <a:ext cx="882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C02B4E7D-CEAC-46EE-0F36-F8F0116FEEA2}"/>
              </a:ext>
            </a:extLst>
          </p:cNvPr>
          <p:cNvGrpSpPr/>
          <p:nvPr/>
        </p:nvGrpSpPr>
        <p:grpSpPr>
          <a:xfrm>
            <a:off x="3496547" y="757160"/>
            <a:ext cx="246600" cy="156240"/>
            <a:chOff x="3496547" y="757160"/>
            <a:chExt cx="2466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105409C-AE31-3C7E-BC57-D1A2E37000FB}"/>
                    </a:ext>
                  </a:extLst>
                </p14:cNvPr>
                <p14:cNvContentPartPr/>
                <p14:nvPr/>
              </p14:nvContentPartPr>
              <p14:xfrm>
                <a:off x="3496547" y="771920"/>
                <a:ext cx="77760" cy="141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105409C-AE31-3C7E-BC57-D1A2E37000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2227" y="767600"/>
                  <a:ext cx="86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AD0E56-B8E0-F03D-6A09-96378AF6B5CD}"/>
                    </a:ext>
                  </a:extLst>
                </p14:cNvPr>
                <p14:cNvContentPartPr/>
                <p14:nvPr/>
              </p14:nvContentPartPr>
              <p14:xfrm>
                <a:off x="3630467" y="757160"/>
                <a:ext cx="112680" cy="115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AD0E56-B8E0-F03D-6A09-96378AF6B5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6147" y="752840"/>
                  <a:ext cx="1213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A87852C-42E8-7E9A-952E-AE35C809EC98}"/>
              </a:ext>
            </a:extLst>
          </p:cNvPr>
          <p:cNvGrpSpPr/>
          <p:nvPr/>
        </p:nvGrpSpPr>
        <p:grpSpPr>
          <a:xfrm>
            <a:off x="4432547" y="1691720"/>
            <a:ext cx="252720" cy="170640"/>
            <a:chOff x="4432547" y="1691720"/>
            <a:chExt cx="25272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E5EF4A-E986-CCB4-493C-29EA30148DFA}"/>
                    </a:ext>
                  </a:extLst>
                </p14:cNvPr>
                <p14:cNvContentPartPr/>
                <p14:nvPr/>
              </p14:nvContentPartPr>
              <p14:xfrm>
                <a:off x="4432547" y="1691720"/>
                <a:ext cx="107280" cy="109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E5EF4A-E986-CCB4-493C-29EA30148D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28227" y="1687400"/>
                  <a:ext cx="115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DCB9FD-9351-E5A7-122A-01A493441A5A}"/>
                    </a:ext>
                  </a:extLst>
                </p14:cNvPr>
                <p14:cNvContentPartPr/>
                <p14:nvPr/>
              </p14:nvContentPartPr>
              <p14:xfrm>
                <a:off x="4483667" y="1717640"/>
                <a:ext cx="19080" cy="144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DCB9FD-9351-E5A7-122A-01A493441A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9347" y="1713320"/>
                  <a:ext cx="27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CFE9FD-C238-ED0D-3B14-8A375A88363D}"/>
                    </a:ext>
                  </a:extLst>
                </p14:cNvPr>
                <p14:cNvContentPartPr/>
                <p14:nvPr/>
              </p14:nvContentPartPr>
              <p14:xfrm>
                <a:off x="4585907" y="1723760"/>
                <a:ext cx="99360" cy="111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CFE9FD-C238-ED0D-3B14-8A375A8836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81587" y="1719440"/>
                  <a:ext cx="1080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8930900-01A8-66B7-23F5-F5B16E0AF417}"/>
              </a:ext>
            </a:extLst>
          </p:cNvPr>
          <p:cNvGrpSpPr/>
          <p:nvPr/>
        </p:nvGrpSpPr>
        <p:grpSpPr>
          <a:xfrm>
            <a:off x="2531747" y="1661120"/>
            <a:ext cx="234360" cy="191160"/>
            <a:chOff x="2531747" y="1661120"/>
            <a:chExt cx="23436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17DA33-67BE-2CA2-AABB-CE8510713271}"/>
                    </a:ext>
                  </a:extLst>
                </p14:cNvPr>
                <p14:cNvContentPartPr/>
                <p14:nvPr/>
              </p14:nvContentPartPr>
              <p14:xfrm>
                <a:off x="2531747" y="1737080"/>
                <a:ext cx="1692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17DA33-67BE-2CA2-AABB-CE85107132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27427" y="1732760"/>
                  <a:ext cx="25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57BCBE0-C9B9-1BE0-E701-84FCF97ED262}"/>
                    </a:ext>
                  </a:extLst>
                </p14:cNvPr>
                <p14:cNvContentPartPr/>
                <p14:nvPr/>
              </p14:nvContentPartPr>
              <p14:xfrm>
                <a:off x="2585027" y="1706840"/>
                <a:ext cx="99720" cy="14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57BCBE0-C9B9-1BE0-E701-84FCF97ED2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0707" y="1702520"/>
                  <a:ext cx="108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72D58C-EF92-0771-69DE-A5722327C2EA}"/>
                    </a:ext>
                  </a:extLst>
                </p14:cNvPr>
                <p14:cNvContentPartPr/>
                <p14:nvPr/>
              </p14:nvContentPartPr>
              <p14:xfrm>
                <a:off x="2614547" y="1661120"/>
                <a:ext cx="151560" cy="3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72D58C-EF92-0771-69DE-A5722327C2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0227" y="1656800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DF40DDF-2F66-FC38-ECF9-4B3026E148DF}"/>
                  </a:ext>
                </a:extLst>
              </p14:cNvPr>
              <p14:cNvContentPartPr/>
              <p14:nvPr/>
            </p14:nvContentPartPr>
            <p14:xfrm>
              <a:off x="2748827" y="3953600"/>
              <a:ext cx="87480" cy="15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DF40DDF-2F66-FC38-ECF9-4B3026E148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44507" y="3949280"/>
                <a:ext cx="961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3C9A7FC-8692-A291-035D-A6393FDD139A}"/>
                  </a:ext>
                </a:extLst>
              </p14:cNvPr>
              <p14:cNvContentPartPr/>
              <p14:nvPr/>
            </p14:nvContentPartPr>
            <p14:xfrm>
              <a:off x="2661707" y="4235120"/>
              <a:ext cx="98280" cy="108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3C9A7FC-8692-A291-035D-A6393FDD13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57387" y="4230800"/>
                <a:ext cx="1069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F7B78567-2FFC-F964-1D53-0F662625010C}"/>
              </a:ext>
            </a:extLst>
          </p:cNvPr>
          <p:cNvGrpSpPr/>
          <p:nvPr/>
        </p:nvGrpSpPr>
        <p:grpSpPr>
          <a:xfrm>
            <a:off x="3093707" y="2832200"/>
            <a:ext cx="611280" cy="398160"/>
            <a:chOff x="3093707" y="2832200"/>
            <a:chExt cx="61128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F5AD8F-ABEE-C376-E13B-AC97CF23EB99}"/>
                    </a:ext>
                  </a:extLst>
                </p14:cNvPr>
                <p14:cNvContentPartPr/>
                <p14:nvPr/>
              </p14:nvContentPartPr>
              <p14:xfrm>
                <a:off x="3399347" y="2875760"/>
                <a:ext cx="21600" cy="118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F5AD8F-ABEE-C376-E13B-AC97CF23EB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95027" y="2871440"/>
                  <a:ext cx="30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5F89B0C-B6FA-2E74-E0B9-AA3578EDD862}"/>
                    </a:ext>
                  </a:extLst>
                </p14:cNvPr>
                <p14:cNvContentPartPr/>
                <p14:nvPr/>
              </p14:nvContentPartPr>
              <p14:xfrm>
                <a:off x="3484307" y="2832200"/>
                <a:ext cx="108000" cy="12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5F89B0C-B6FA-2E74-E0B9-AA3578EDD8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9987" y="2827880"/>
                  <a:ext cx="116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D854EA-A3D2-CB6F-31FB-A5518CD7A600}"/>
                    </a:ext>
                  </a:extLst>
                </p14:cNvPr>
                <p14:cNvContentPartPr/>
                <p14:nvPr/>
              </p14:nvContentPartPr>
              <p14:xfrm>
                <a:off x="3093707" y="3037760"/>
                <a:ext cx="611280" cy="56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D854EA-A3D2-CB6F-31FB-A5518CD7A6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89387" y="3033440"/>
                  <a:ext cx="619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7D5E23-02CA-6AA5-6F1F-BCBC2EB67EF7}"/>
                    </a:ext>
                  </a:extLst>
                </p14:cNvPr>
                <p14:cNvContentPartPr/>
                <p14:nvPr/>
              </p14:nvContentPartPr>
              <p14:xfrm>
                <a:off x="3309707" y="3162680"/>
                <a:ext cx="72720" cy="1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7D5E23-02CA-6AA5-6F1F-BCBC2EB67E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05387" y="3158360"/>
                  <a:ext cx="81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7944142-D426-9F5E-B2EB-4DB6BD16E840}"/>
                    </a:ext>
                  </a:extLst>
                </p14:cNvPr>
                <p14:cNvContentPartPr/>
                <p14:nvPr/>
              </p14:nvContentPartPr>
              <p14:xfrm>
                <a:off x="3484667" y="3104720"/>
                <a:ext cx="5040" cy="125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7944142-D426-9F5E-B2EB-4DB6BD16E8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80347" y="3100400"/>
                  <a:ext cx="136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F68857-281D-2E4D-F451-49F629F2329D}"/>
              </a:ext>
            </a:extLst>
          </p:cNvPr>
          <p:cNvGrpSpPr/>
          <p:nvPr/>
        </p:nvGrpSpPr>
        <p:grpSpPr>
          <a:xfrm>
            <a:off x="2285507" y="295107"/>
            <a:ext cx="2589840" cy="1842480"/>
            <a:chOff x="2285507" y="295107"/>
            <a:chExt cx="2589840" cy="184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DFADD0F-8AEB-01CD-3AB8-54CC0BBB77C3}"/>
                    </a:ext>
                  </a:extLst>
                </p14:cNvPr>
                <p14:cNvContentPartPr/>
                <p14:nvPr/>
              </p14:nvContentPartPr>
              <p14:xfrm>
                <a:off x="2442827" y="378267"/>
                <a:ext cx="90720" cy="105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DFADD0F-8AEB-01CD-3AB8-54CC0BBB77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34187" y="369267"/>
                  <a:ext cx="108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7E7693-3D7E-CA3B-AE21-07F2DCC55FB3}"/>
                    </a:ext>
                  </a:extLst>
                </p14:cNvPr>
                <p14:cNvContentPartPr/>
                <p14:nvPr/>
              </p14:nvContentPartPr>
              <p14:xfrm>
                <a:off x="2588987" y="409227"/>
                <a:ext cx="77040" cy="70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7E7693-3D7E-CA3B-AE21-07F2DCC55F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79987" y="400227"/>
                  <a:ext cx="94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43F3899-81CB-8BC8-077B-6952120A5955}"/>
                    </a:ext>
                  </a:extLst>
                </p14:cNvPr>
                <p14:cNvContentPartPr/>
                <p14:nvPr/>
              </p14:nvContentPartPr>
              <p14:xfrm>
                <a:off x="2736587" y="390147"/>
                <a:ext cx="49680" cy="6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43F3899-81CB-8BC8-077B-6952120A59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27947" y="381507"/>
                  <a:ext cx="67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40F9AB-186D-E4F3-399F-658273DA4841}"/>
                    </a:ext>
                  </a:extLst>
                </p14:cNvPr>
                <p14:cNvContentPartPr/>
                <p14:nvPr/>
              </p14:nvContentPartPr>
              <p14:xfrm>
                <a:off x="2903987" y="296187"/>
                <a:ext cx="72000" cy="145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40F9AB-186D-E4F3-399F-658273DA48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94987" y="287187"/>
                  <a:ext cx="89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89BA21-5975-23B3-2660-DF1EC13C53E8}"/>
                    </a:ext>
                  </a:extLst>
                </p14:cNvPr>
                <p14:cNvContentPartPr/>
                <p14:nvPr/>
              </p14:nvContentPartPr>
              <p14:xfrm>
                <a:off x="2879507" y="348027"/>
                <a:ext cx="162000" cy="48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89BA21-5975-23B3-2660-DF1EC13C53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70507" y="339387"/>
                  <a:ext cx="179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106407-EC45-2D9E-08FE-2C65AC9C70D1}"/>
                    </a:ext>
                  </a:extLst>
                </p14:cNvPr>
                <p14:cNvContentPartPr/>
                <p14:nvPr/>
              </p14:nvContentPartPr>
              <p14:xfrm>
                <a:off x="3300707" y="295107"/>
                <a:ext cx="413640" cy="30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106407-EC45-2D9E-08FE-2C65AC9C70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92067" y="286467"/>
                  <a:ext cx="431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7F7C78-DAB1-74E3-4193-44F9A5967DC0}"/>
                    </a:ext>
                  </a:extLst>
                </p14:cNvPr>
                <p14:cNvContentPartPr/>
                <p14:nvPr/>
              </p14:nvContentPartPr>
              <p14:xfrm>
                <a:off x="3595907" y="557187"/>
                <a:ext cx="95040" cy="69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7F7C78-DAB1-74E3-4193-44F9A5967DC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86907" y="548547"/>
                  <a:ext cx="112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2D5849-E87C-497F-2DC2-FDA0E1820A3D}"/>
                    </a:ext>
                  </a:extLst>
                </p14:cNvPr>
                <p14:cNvContentPartPr/>
                <p14:nvPr/>
              </p14:nvContentPartPr>
              <p14:xfrm>
                <a:off x="3731267" y="547467"/>
                <a:ext cx="75600" cy="85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2D5849-E87C-497F-2DC2-FDA0E1820A3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22627" y="538827"/>
                  <a:ext cx="93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8AAFFA-3367-0EB0-C860-15F294C30A4F}"/>
                    </a:ext>
                  </a:extLst>
                </p14:cNvPr>
                <p14:cNvContentPartPr/>
                <p14:nvPr/>
              </p14:nvContentPartPr>
              <p14:xfrm>
                <a:off x="3309707" y="637107"/>
                <a:ext cx="652680" cy="478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8AAFFA-3367-0EB0-C860-15F294C30A4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00707" y="628467"/>
                  <a:ext cx="6703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41CF2F-4256-7E05-C296-FBE47EBFF7A5}"/>
                    </a:ext>
                  </a:extLst>
                </p14:cNvPr>
                <p14:cNvContentPartPr/>
                <p14:nvPr/>
              </p14:nvContentPartPr>
              <p14:xfrm>
                <a:off x="3326267" y="911067"/>
                <a:ext cx="623160" cy="6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41CF2F-4256-7E05-C296-FBE47EBFF7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17627" y="902067"/>
                  <a:ext cx="640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C1F4FE-2D3E-3750-E104-3E0BF0804E80}"/>
                    </a:ext>
                  </a:extLst>
                </p14:cNvPr>
                <p14:cNvContentPartPr/>
                <p14:nvPr/>
              </p14:nvContentPartPr>
              <p14:xfrm>
                <a:off x="2891027" y="1108707"/>
                <a:ext cx="516960" cy="48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C1F4FE-2D3E-3750-E104-3E0BF0804E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82027" y="1099707"/>
                  <a:ext cx="5346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B3FB49-DD38-0007-137A-9EB1AB89B494}"/>
                    </a:ext>
                  </a:extLst>
                </p14:cNvPr>
                <p14:cNvContentPartPr/>
                <p14:nvPr/>
              </p14:nvContentPartPr>
              <p14:xfrm>
                <a:off x="2323307" y="1510827"/>
                <a:ext cx="587160" cy="626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B3FB49-DD38-0007-137A-9EB1AB89B4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14667" y="1501827"/>
                  <a:ext cx="6048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529B95-63A5-E116-F6F9-3C327F028F9F}"/>
                    </a:ext>
                  </a:extLst>
                </p14:cNvPr>
                <p14:cNvContentPartPr/>
                <p14:nvPr/>
              </p14:nvContentPartPr>
              <p14:xfrm>
                <a:off x="2285507" y="1904307"/>
                <a:ext cx="587520" cy="91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529B95-63A5-E116-F6F9-3C327F028F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76867" y="1895667"/>
                  <a:ext cx="605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7CA32D-491D-F1CB-9FFC-6575E3AD366A}"/>
                    </a:ext>
                  </a:extLst>
                </p14:cNvPr>
                <p14:cNvContentPartPr/>
                <p14:nvPr/>
              </p14:nvContentPartPr>
              <p14:xfrm>
                <a:off x="3753947" y="1096467"/>
                <a:ext cx="761040" cy="51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7CA32D-491D-F1CB-9FFC-6575E3AD36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44947" y="1087467"/>
                  <a:ext cx="77868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C370FC-3F5D-0693-3375-24D32A00B832}"/>
                    </a:ext>
                  </a:extLst>
                </p14:cNvPr>
                <p14:cNvContentPartPr/>
                <p14:nvPr/>
              </p14:nvContentPartPr>
              <p14:xfrm>
                <a:off x="4317347" y="1552587"/>
                <a:ext cx="558000" cy="56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C370FC-3F5D-0693-3375-24D32A00B8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08347" y="1543587"/>
                  <a:ext cx="57564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5214E9-27A2-C1D8-8F0C-17A92BEED9FE}"/>
                    </a:ext>
                  </a:extLst>
                </p14:cNvPr>
                <p14:cNvContentPartPr/>
                <p14:nvPr/>
              </p14:nvContentPartPr>
              <p14:xfrm>
                <a:off x="4302587" y="1859307"/>
                <a:ext cx="565560" cy="115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5214E9-27A2-C1D8-8F0C-17A92BEED9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93587" y="1850307"/>
                  <a:ext cx="583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D273FA-D608-176E-B9AF-03ECD7FDCA12}"/>
                    </a:ext>
                  </a:extLst>
                </p14:cNvPr>
                <p14:cNvContentPartPr/>
                <p14:nvPr/>
              </p14:nvContentPartPr>
              <p14:xfrm>
                <a:off x="3524267" y="1035267"/>
                <a:ext cx="7056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D273FA-D608-176E-B9AF-03ECD7FDCA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15267" y="1026267"/>
                  <a:ext cx="88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FE3373F-465D-FE1E-5FE9-B2058A3F6EC5}"/>
                    </a:ext>
                  </a:extLst>
                </p14:cNvPr>
                <p14:cNvContentPartPr/>
                <p14:nvPr/>
              </p14:nvContentPartPr>
              <p14:xfrm>
                <a:off x="3638747" y="1005027"/>
                <a:ext cx="10080" cy="59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FE3373F-465D-FE1E-5FE9-B2058A3F6E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29747" y="996387"/>
                  <a:ext cx="27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7320D9B-FA3A-1281-E3E2-D97A3B19947F}"/>
                    </a:ext>
                  </a:extLst>
                </p14:cNvPr>
                <p14:cNvContentPartPr/>
                <p14:nvPr/>
              </p14:nvContentPartPr>
              <p14:xfrm>
                <a:off x="2520227" y="2017520"/>
                <a:ext cx="171360" cy="90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7320D9B-FA3A-1281-E3E2-D97A3B19947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11587" y="2008880"/>
                  <a:ext cx="189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0310F33-FF2A-1EDC-ED25-C6643AF18F08}"/>
                  </a:ext>
                </a:extLst>
              </p14:cNvPr>
              <p14:cNvContentPartPr/>
              <p14:nvPr/>
            </p14:nvContentPartPr>
            <p14:xfrm>
              <a:off x="3211787" y="2099240"/>
              <a:ext cx="134640" cy="249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0310F33-FF2A-1EDC-ED25-C6643AF18F0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02787" y="2090240"/>
                <a:ext cx="15228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5FAB989-BFA0-3668-394F-C32532382029}"/>
              </a:ext>
            </a:extLst>
          </p:cNvPr>
          <p:cNvGrpSpPr/>
          <p:nvPr/>
        </p:nvGrpSpPr>
        <p:grpSpPr>
          <a:xfrm>
            <a:off x="2486387" y="3262587"/>
            <a:ext cx="990720" cy="1117440"/>
            <a:chOff x="2486387" y="3262587"/>
            <a:chExt cx="990720" cy="11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51DF71-FA5D-99C7-7369-482564350D4E}"/>
                    </a:ext>
                  </a:extLst>
                </p14:cNvPr>
                <p14:cNvContentPartPr/>
                <p14:nvPr/>
              </p14:nvContentPartPr>
              <p14:xfrm>
                <a:off x="2895347" y="3262587"/>
                <a:ext cx="362520" cy="540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51DF71-FA5D-99C7-7369-482564350D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86707" y="3253947"/>
                  <a:ext cx="3801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26B144-87C7-5A14-0FE4-415625825C19}"/>
                    </a:ext>
                  </a:extLst>
                </p14:cNvPr>
                <p14:cNvContentPartPr/>
                <p14:nvPr/>
              </p14:nvContentPartPr>
              <p14:xfrm>
                <a:off x="2486387" y="3837507"/>
                <a:ext cx="555480" cy="54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26B144-87C7-5A14-0FE4-415625825C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77387" y="3828867"/>
                  <a:ext cx="5731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B9940A-556C-8CD4-01B0-4380279FD862}"/>
                    </a:ext>
                  </a:extLst>
                </p14:cNvPr>
                <p14:cNvContentPartPr/>
                <p14:nvPr/>
              </p14:nvContentPartPr>
              <p14:xfrm>
                <a:off x="2514467" y="4167267"/>
                <a:ext cx="582120" cy="4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B9940A-556C-8CD4-01B0-4380279FD8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05467" y="4158267"/>
                  <a:ext cx="599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21EAFEB-8B56-B809-E051-A7EA84194E8C}"/>
                    </a:ext>
                  </a:extLst>
                </p14:cNvPr>
                <p14:cNvContentPartPr/>
                <p14:nvPr/>
              </p14:nvContentPartPr>
              <p14:xfrm>
                <a:off x="3238427" y="3514760"/>
                <a:ext cx="238680" cy="20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21EAFEB-8B56-B809-E051-A7EA84194E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29427" y="3506120"/>
                  <a:ext cx="2563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0CC5577-3617-33B2-9356-707C2C5DBCC9}"/>
              </a:ext>
            </a:extLst>
          </p:cNvPr>
          <p:cNvGrpSpPr/>
          <p:nvPr/>
        </p:nvGrpSpPr>
        <p:grpSpPr>
          <a:xfrm>
            <a:off x="7862627" y="689480"/>
            <a:ext cx="790920" cy="301320"/>
            <a:chOff x="7862627" y="689480"/>
            <a:chExt cx="79092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15288C-D278-191C-6E95-1114B3154B3B}"/>
                    </a:ext>
                  </a:extLst>
                </p14:cNvPr>
                <p14:cNvContentPartPr/>
                <p14:nvPr/>
              </p14:nvContentPartPr>
              <p14:xfrm>
                <a:off x="7862627" y="689480"/>
                <a:ext cx="258840" cy="301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15288C-D278-191C-6E95-1114B3154B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53987" y="680840"/>
                  <a:ext cx="276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822EAB8-43AB-A20C-DB94-E4958440144A}"/>
                    </a:ext>
                  </a:extLst>
                </p14:cNvPr>
                <p14:cNvContentPartPr/>
                <p14:nvPr/>
              </p14:nvContentPartPr>
              <p14:xfrm>
                <a:off x="8256467" y="887840"/>
                <a:ext cx="597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822EAB8-43AB-A20C-DB94-E495844014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47467" y="878840"/>
                  <a:ext cx="77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389B6F7-EE91-30E0-C58D-AE91172034C4}"/>
                    </a:ext>
                  </a:extLst>
                </p14:cNvPr>
                <p14:cNvContentPartPr/>
                <p14:nvPr/>
              </p14:nvContentPartPr>
              <p14:xfrm>
                <a:off x="8422787" y="699560"/>
                <a:ext cx="230760" cy="253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389B6F7-EE91-30E0-C58D-AE91172034C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13787" y="690560"/>
                  <a:ext cx="24840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A1A5A00-F7B3-FC2C-9260-BE564B38621F}"/>
              </a:ext>
            </a:extLst>
          </p:cNvPr>
          <p:cNvGrpSpPr/>
          <p:nvPr/>
        </p:nvGrpSpPr>
        <p:grpSpPr>
          <a:xfrm>
            <a:off x="9022187" y="681560"/>
            <a:ext cx="1112400" cy="301320"/>
            <a:chOff x="9022187" y="681560"/>
            <a:chExt cx="111240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EFB3611-5299-08BA-0964-B93CA6500F9B}"/>
                    </a:ext>
                  </a:extLst>
                </p14:cNvPr>
                <p14:cNvContentPartPr/>
                <p14:nvPr/>
              </p14:nvContentPartPr>
              <p14:xfrm>
                <a:off x="9130907" y="807920"/>
                <a:ext cx="28080" cy="119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EFB3611-5299-08BA-0964-B93CA6500F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21907" y="798920"/>
                  <a:ext cx="45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667DEB7-FAD6-3D53-83BF-F0A6C432BB70}"/>
                    </a:ext>
                  </a:extLst>
                </p14:cNvPr>
                <p14:cNvContentPartPr/>
                <p14:nvPr/>
              </p14:nvContentPartPr>
              <p14:xfrm>
                <a:off x="9022187" y="728000"/>
                <a:ext cx="258840" cy="254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667DEB7-FAD6-3D53-83BF-F0A6C432BB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13187" y="719000"/>
                  <a:ext cx="276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62419BC-0289-FF47-3B3C-E12B614E63FE}"/>
                    </a:ext>
                  </a:extLst>
                </p14:cNvPr>
                <p14:cNvContentPartPr/>
                <p14:nvPr/>
              </p14:nvContentPartPr>
              <p14:xfrm>
                <a:off x="9371747" y="852920"/>
                <a:ext cx="369000" cy="81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62419BC-0289-FF47-3B3C-E12B614E63F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62747" y="844280"/>
                  <a:ext cx="386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7AA565-519A-491B-92F5-7DD345D460FC}"/>
                    </a:ext>
                  </a:extLst>
                </p14:cNvPr>
                <p14:cNvContentPartPr/>
                <p14:nvPr/>
              </p14:nvContentPartPr>
              <p14:xfrm>
                <a:off x="9794027" y="705680"/>
                <a:ext cx="99720" cy="21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7AA565-519A-491B-92F5-7DD345D460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85027" y="696680"/>
                  <a:ext cx="117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3AA453-EFA3-20F0-B9C1-5AEB7B1F7DAF}"/>
                    </a:ext>
                  </a:extLst>
                </p14:cNvPr>
                <p14:cNvContentPartPr/>
                <p14:nvPr/>
              </p14:nvContentPartPr>
              <p14:xfrm>
                <a:off x="9946667" y="681560"/>
                <a:ext cx="114840" cy="22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3AA453-EFA3-20F0-B9C1-5AEB7B1F7D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37667" y="672560"/>
                  <a:ext cx="132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396DF1-2A15-82C9-5CAC-874BE70B9923}"/>
                    </a:ext>
                  </a:extLst>
                </p14:cNvPr>
                <p14:cNvContentPartPr/>
                <p14:nvPr/>
              </p14:nvContentPartPr>
              <p14:xfrm>
                <a:off x="10039187" y="845360"/>
                <a:ext cx="95400" cy="60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396DF1-2A15-82C9-5CAC-874BE70B99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30187" y="836720"/>
                  <a:ext cx="1130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6964776-DBDC-94B1-5247-914C7C9A28C0}"/>
              </a:ext>
            </a:extLst>
          </p:cNvPr>
          <p:cNvGrpSpPr/>
          <p:nvPr/>
        </p:nvGrpSpPr>
        <p:grpSpPr>
          <a:xfrm>
            <a:off x="10449227" y="603080"/>
            <a:ext cx="1316160" cy="350280"/>
            <a:chOff x="10449227" y="603080"/>
            <a:chExt cx="131616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65F83FA-01B0-CCCD-1793-2CAB8CFEB50D}"/>
                    </a:ext>
                  </a:extLst>
                </p14:cNvPr>
                <p14:cNvContentPartPr/>
                <p14:nvPr/>
              </p14:nvContentPartPr>
              <p14:xfrm>
                <a:off x="10449227" y="603080"/>
                <a:ext cx="323280" cy="324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65F83FA-01B0-CCCD-1793-2CAB8CFEB5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440587" y="594440"/>
                  <a:ext cx="340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219BF5B-4CFE-54BB-E2ED-888348B4B9AB}"/>
                    </a:ext>
                  </a:extLst>
                </p14:cNvPr>
                <p14:cNvContentPartPr/>
                <p14:nvPr/>
              </p14:nvContentPartPr>
              <p14:xfrm>
                <a:off x="10691147" y="815480"/>
                <a:ext cx="87120" cy="94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219BF5B-4CFE-54BB-E2ED-888348B4B9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82507" y="806480"/>
                  <a:ext cx="104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A3304C-4A17-7708-650A-5778B2D70031}"/>
                    </a:ext>
                  </a:extLst>
                </p14:cNvPr>
                <p14:cNvContentPartPr/>
                <p14:nvPr/>
              </p14:nvContentPartPr>
              <p14:xfrm>
                <a:off x="10874387" y="705680"/>
                <a:ext cx="180360" cy="247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A3304C-4A17-7708-650A-5778B2D700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65747" y="696680"/>
                  <a:ext cx="19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C9ACF5-E0AA-4553-4A97-3CA8CCADF42D}"/>
                    </a:ext>
                  </a:extLst>
                </p14:cNvPr>
                <p14:cNvContentPartPr/>
                <p14:nvPr/>
              </p14:nvContentPartPr>
              <p14:xfrm>
                <a:off x="10937027" y="829880"/>
                <a:ext cx="194400" cy="6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C9ACF5-E0AA-4553-4A97-3CA8CCADF4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28027" y="820880"/>
                  <a:ext cx="21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EC9A29-6AED-B9C3-08E2-FFB153603C26}"/>
                    </a:ext>
                  </a:extLst>
                </p14:cNvPr>
                <p14:cNvContentPartPr/>
                <p14:nvPr/>
              </p14:nvContentPartPr>
              <p14:xfrm>
                <a:off x="11186147" y="656000"/>
                <a:ext cx="173520" cy="248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EC9A29-6AED-B9C3-08E2-FFB153603C2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77147" y="647000"/>
                  <a:ext cx="191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547EB43-C3B7-5C20-F847-5F48D8EC0AAD}"/>
                    </a:ext>
                  </a:extLst>
                </p14:cNvPr>
                <p14:cNvContentPartPr/>
                <p14:nvPr/>
              </p14:nvContentPartPr>
              <p14:xfrm>
                <a:off x="11207747" y="809360"/>
                <a:ext cx="147240" cy="74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547EB43-C3B7-5C20-F847-5F48D8EC0A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99107" y="800720"/>
                  <a:ext cx="164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3C078F-B546-FDBD-D4A0-B13F5AE8A6E6}"/>
                    </a:ext>
                  </a:extLst>
                </p14:cNvPr>
                <p14:cNvContentPartPr/>
                <p14:nvPr/>
              </p14:nvContentPartPr>
              <p14:xfrm>
                <a:off x="11409707" y="667160"/>
                <a:ext cx="37080" cy="97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3C078F-B546-FDBD-D4A0-B13F5AE8A6E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00707" y="658520"/>
                  <a:ext cx="54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FF00F5-9360-9E63-C0ED-86C1FFCF8389}"/>
                    </a:ext>
                  </a:extLst>
                </p14:cNvPr>
                <p14:cNvContentPartPr/>
                <p14:nvPr/>
              </p14:nvContentPartPr>
              <p14:xfrm>
                <a:off x="11421947" y="765080"/>
                <a:ext cx="343440" cy="137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FF00F5-9360-9E63-C0ED-86C1FFCF83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13307" y="756440"/>
                  <a:ext cx="36108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B81E9AA-AA2E-7632-54F8-8344338742FE}"/>
                  </a:ext>
                </a:extLst>
              </p14:cNvPr>
              <p14:cNvContentPartPr/>
              <p14:nvPr/>
            </p14:nvContentPartPr>
            <p14:xfrm>
              <a:off x="2749187" y="2702960"/>
              <a:ext cx="957600" cy="994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B81E9AA-AA2E-7632-54F8-8344338742F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744867" y="2698640"/>
                <a:ext cx="966240" cy="10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373C750A-48D3-DF14-CEB5-E84F7DB57183}"/>
              </a:ext>
            </a:extLst>
          </p:cNvPr>
          <p:cNvGrpSpPr/>
          <p:nvPr/>
        </p:nvGrpSpPr>
        <p:grpSpPr>
          <a:xfrm>
            <a:off x="2145467" y="2007440"/>
            <a:ext cx="1539000" cy="1457280"/>
            <a:chOff x="2145467" y="2007440"/>
            <a:chExt cx="1539000" cy="14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1B0D3A-911C-253A-DBD8-E8FFFDEA7F70}"/>
                    </a:ext>
                  </a:extLst>
                </p14:cNvPr>
                <p14:cNvContentPartPr/>
                <p14:nvPr/>
              </p14:nvContentPartPr>
              <p14:xfrm>
                <a:off x="2255627" y="2007440"/>
                <a:ext cx="1428840" cy="1379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1B0D3A-911C-253A-DBD8-E8FFFDEA7F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1307" y="2003120"/>
                  <a:ext cx="1437480" cy="13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1EA822-1B0A-8C21-86EE-B18A22CA0CF8}"/>
                    </a:ext>
                  </a:extLst>
                </p14:cNvPr>
                <p14:cNvContentPartPr/>
                <p14:nvPr/>
              </p14:nvContentPartPr>
              <p14:xfrm>
                <a:off x="2145467" y="3244760"/>
                <a:ext cx="272160" cy="219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21EA822-1B0A-8C21-86EE-B18A22CA0C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41147" y="3240440"/>
                  <a:ext cx="28080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E05CD62-2834-CCE8-9C4D-B6C920C68D91}"/>
                  </a:ext>
                </a:extLst>
              </p14:cNvPr>
              <p14:cNvContentPartPr/>
              <p14:nvPr/>
            </p14:nvContentPartPr>
            <p14:xfrm>
              <a:off x="7479587" y="2335760"/>
              <a:ext cx="104040" cy="136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E05CD62-2834-CCE8-9C4D-B6C920C68D9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70947" y="2326760"/>
                <a:ext cx="121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AE80875-B507-DB6C-F005-E5FB26166739}"/>
                  </a:ext>
                </a:extLst>
              </p14:cNvPr>
              <p14:cNvContentPartPr/>
              <p14:nvPr/>
            </p14:nvContentPartPr>
            <p14:xfrm>
              <a:off x="7664987" y="2351240"/>
              <a:ext cx="80640" cy="968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AE80875-B507-DB6C-F005-E5FB2616673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56347" y="2342600"/>
                <a:ext cx="982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A9A78B9-BA04-5033-B9E6-F1286297909A}"/>
                  </a:ext>
                </a:extLst>
              </p14:cNvPr>
              <p14:cNvContentPartPr/>
              <p14:nvPr/>
            </p14:nvContentPartPr>
            <p14:xfrm>
              <a:off x="7783427" y="2351240"/>
              <a:ext cx="96480" cy="914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A9A78B9-BA04-5033-B9E6-F1286297909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774427" y="2342600"/>
                <a:ext cx="114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8456F44-C359-0D10-2634-132EA9DD70CB}"/>
                  </a:ext>
                </a:extLst>
              </p14:cNvPr>
              <p14:cNvContentPartPr/>
              <p14:nvPr/>
            </p14:nvContentPartPr>
            <p14:xfrm>
              <a:off x="8031467" y="2223440"/>
              <a:ext cx="70200" cy="156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8456F44-C359-0D10-2634-132EA9DD70C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022467" y="2214440"/>
                <a:ext cx="878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7888C8E-A238-52B5-758B-8F287328F79B}"/>
                  </a:ext>
                </a:extLst>
              </p14:cNvPr>
              <p14:cNvContentPartPr/>
              <p14:nvPr/>
            </p14:nvContentPartPr>
            <p14:xfrm>
              <a:off x="8001947" y="2309840"/>
              <a:ext cx="175680" cy="50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7888C8E-A238-52B5-758B-8F287328F79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993307" y="2301200"/>
                <a:ext cx="1933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062BA72-9F60-B0A4-3738-F10EF8BBE11F}"/>
                  </a:ext>
                </a:extLst>
              </p14:cNvPr>
              <p14:cNvContentPartPr/>
              <p14:nvPr/>
            </p14:nvContentPartPr>
            <p14:xfrm>
              <a:off x="8304347" y="2365640"/>
              <a:ext cx="500400" cy="3920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062BA72-9F60-B0A4-3738-F10EF8BBE11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295707" y="2357000"/>
                <a:ext cx="5180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FFA8DE6-3BBB-5EA9-FBCE-994204C82922}"/>
                  </a:ext>
                </a:extLst>
              </p14:cNvPr>
              <p14:cNvContentPartPr/>
              <p14:nvPr/>
            </p14:nvContentPartPr>
            <p14:xfrm>
              <a:off x="8667227" y="2701880"/>
              <a:ext cx="132840" cy="687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FFA8DE6-3BBB-5EA9-FBCE-994204C8292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658587" y="2693240"/>
                <a:ext cx="1504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347D5FB-F8AE-B89C-2461-F1C5EC8934B2}"/>
                  </a:ext>
                </a:extLst>
              </p14:cNvPr>
              <p14:cNvContentPartPr/>
              <p14:nvPr/>
            </p14:nvContentPartPr>
            <p14:xfrm>
              <a:off x="8763347" y="2703680"/>
              <a:ext cx="124560" cy="943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347D5FB-F8AE-B89C-2461-F1C5EC8934B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54707" y="2694680"/>
                <a:ext cx="1422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ECA80E3-72FC-1E42-F9A0-FDF4EF7CBEFC}"/>
                  </a:ext>
                </a:extLst>
              </p14:cNvPr>
              <p14:cNvContentPartPr/>
              <p14:nvPr/>
            </p14:nvContentPartPr>
            <p14:xfrm>
              <a:off x="8526827" y="2775320"/>
              <a:ext cx="538200" cy="5374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ECA80E3-72FC-1E42-F9A0-FDF4EF7CBEF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517827" y="2766320"/>
                <a:ext cx="55584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ABA1A5A-4543-633A-322B-8E8D864B9E8B}"/>
                  </a:ext>
                </a:extLst>
              </p14:cNvPr>
              <p14:cNvContentPartPr/>
              <p14:nvPr/>
            </p14:nvContentPartPr>
            <p14:xfrm>
              <a:off x="8708627" y="2935520"/>
              <a:ext cx="83160" cy="1000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ABA1A5A-4543-633A-322B-8E8D864B9E8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699987" y="2926880"/>
                <a:ext cx="1008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895B7A2-EC5F-6FE3-9CFC-4204C4D5EC7F}"/>
                  </a:ext>
                </a:extLst>
              </p14:cNvPr>
              <p14:cNvContentPartPr/>
              <p14:nvPr/>
            </p14:nvContentPartPr>
            <p14:xfrm>
              <a:off x="8817707" y="2925440"/>
              <a:ext cx="88920" cy="73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895B7A2-EC5F-6FE3-9CFC-4204C4D5EC7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809067" y="2916440"/>
                <a:ext cx="1065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FA9D30A-AFBA-95DB-6BE2-A6308C246330}"/>
                  </a:ext>
                </a:extLst>
              </p14:cNvPr>
              <p14:cNvContentPartPr/>
              <p14:nvPr/>
            </p14:nvContentPartPr>
            <p14:xfrm>
              <a:off x="8486147" y="3083480"/>
              <a:ext cx="578160" cy="73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FA9D30A-AFBA-95DB-6BE2-A6308C24633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477147" y="3074840"/>
                <a:ext cx="5958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E5E088D-E1C6-CAF0-A1FB-0C0ABC88DF47}"/>
                  </a:ext>
                </a:extLst>
              </p14:cNvPr>
              <p14:cNvContentPartPr/>
              <p14:nvPr/>
            </p14:nvContentPartPr>
            <p14:xfrm>
              <a:off x="9035147" y="3215960"/>
              <a:ext cx="322560" cy="3502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E5E088D-E1C6-CAF0-A1FB-0C0ABC88DF4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026507" y="3206960"/>
                <a:ext cx="3402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955DB4D-48C3-6F00-672C-42A602F71538}"/>
                  </a:ext>
                </a:extLst>
              </p14:cNvPr>
              <p14:cNvContentPartPr/>
              <p14:nvPr/>
            </p14:nvContentPartPr>
            <p14:xfrm>
              <a:off x="9508547" y="3706640"/>
              <a:ext cx="215640" cy="169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955DB4D-48C3-6F00-672C-42A602F7153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99907" y="3698000"/>
                <a:ext cx="233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F5BE0D3-6818-B787-8FC9-118485D620F3}"/>
                  </a:ext>
                </a:extLst>
              </p14:cNvPr>
              <p14:cNvContentPartPr/>
              <p14:nvPr/>
            </p14:nvContentPartPr>
            <p14:xfrm>
              <a:off x="9634907" y="3799880"/>
              <a:ext cx="33480" cy="2066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F5BE0D3-6818-B787-8FC9-118485D620F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625907" y="3791240"/>
                <a:ext cx="511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5210D05-E8F4-BA46-CA83-81301F492E4A}"/>
                  </a:ext>
                </a:extLst>
              </p14:cNvPr>
              <p14:cNvContentPartPr/>
              <p14:nvPr/>
            </p14:nvContentPartPr>
            <p14:xfrm>
              <a:off x="9830027" y="3740480"/>
              <a:ext cx="140760" cy="1342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5210D05-E8F4-BA46-CA83-81301F492E4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821387" y="3731840"/>
                <a:ext cx="1584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22F7CA2-2778-2F8B-4125-E3DEC81BFC2C}"/>
                  </a:ext>
                </a:extLst>
              </p14:cNvPr>
              <p14:cNvContentPartPr/>
              <p14:nvPr/>
            </p14:nvContentPartPr>
            <p14:xfrm>
              <a:off x="9264467" y="3569120"/>
              <a:ext cx="912240" cy="6274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22F7CA2-2778-2F8B-4125-E3DEC81BFC2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255467" y="3560120"/>
                <a:ext cx="92988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1A18924-DA7B-F5C3-37A2-609FA545D6D3}"/>
                  </a:ext>
                </a:extLst>
              </p14:cNvPr>
              <p14:cNvContentPartPr/>
              <p14:nvPr/>
            </p14:nvContentPartPr>
            <p14:xfrm>
              <a:off x="8027147" y="3246920"/>
              <a:ext cx="495720" cy="4795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1A18924-DA7B-F5C3-37A2-609FA545D6D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018147" y="3237920"/>
                <a:ext cx="51336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9C2C2AE-5958-AD1C-9153-694A2D36D6BB}"/>
                  </a:ext>
                </a:extLst>
              </p14:cNvPr>
              <p14:cNvContentPartPr/>
              <p14:nvPr/>
            </p14:nvContentPartPr>
            <p14:xfrm>
              <a:off x="9302987" y="3933800"/>
              <a:ext cx="713880" cy="1094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9C2C2AE-5958-AD1C-9153-694A2D36D6B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94347" y="3925160"/>
                <a:ext cx="731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50C7992-9012-4941-DF00-581A214943A2}"/>
                  </a:ext>
                </a:extLst>
              </p14:cNvPr>
              <p14:cNvContentPartPr/>
              <p14:nvPr/>
            </p14:nvContentPartPr>
            <p14:xfrm>
              <a:off x="9661907" y="4024880"/>
              <a:ext cx="92520" cy="82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50C7992-9012-4941-DF00-581A214943A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652907" y="4016240"/>
                <a:ext cx="1101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2CE6394-C368-F26F-7ECF-09DB9A825538}"/>
                  </a:ext>
                </a:extLst>
              </p14:cNvPr>
              <p14:cNvContentPartPr/>
              <p14:nvPr/>
            </p14:nvContentPartPr>
            <p14:xfrm>
              <a:off x="8702507" y="3191840"/>
              <a:ext cx="92160" cy="198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2CE6394-C368-F26F-7ECF-09DB9A82553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693507" y="3183200"/>
                <a:ext cx="1098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40ED676-97B6-1B04-22A7-03EF068CCD2E}"/>
                  </a:ext>
                </a:extLst>
              </p14:cNvPr>
              <p14:cNvContentPartPr/>
              <p14:nvPr/>
            </p14:nvContentPartPr>
            <p14:xfrm>
              <a:off x="8848667" y="3131720"/>
              <a:ext cx="19080" cy="936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40ED676-97B6-1B04-22A7-03EF068CCD2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839667" y="3123080"/>
                <a:ext cx="367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42AFC1A-74E3-33EC-A0A5-7CDF58EA0254}"/>
                  </a:ext>
                </a:extLst>
              </p14:cNvPr>
              <p14:cNvContentPartPr/>
              <p14:nvPr/>
            </p14:nvContentPartPr>
            <p14:xfrm>
              <a:off x="7313627" y="4215680"/>
              <a:ext cx="452880" cy="4852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42AFC1A-74E3-33EC-A0A5-7CDF58EA025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04627" y="4207040"/>
                <a:ext cx="47052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F9477DC-004D-FC55-FC25-DBAB47DA6BCD}"/>
                  </a:ext>
                </a:extLst>
              </p14:cNvPr>
              <p14:cNvContentPartPr/>
              <p14:nvPr/>
            </p14:nvContentPartPr>
            <p14:xfrm>
              <a:off x="7116347" y="4862600"/>
              <a:ext cx="120240" cy="2329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F9477DC-004D-FC55-FC25-DBAB47DA6BC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107707" y="4853600"/>
                <a:ext cx="1378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164DBEEE-CC66-6A70-6191-87B8DFC8A3D1}"/>
                  </a:ext>
                </a:extLst>
              </p14:cNvPr>
              <p14:cNvContentPartPr/>
              <p14:nvPr/>
            </p14:nvContentPartPr>
            <p14:xfrm>
              <a:off x="7253147" y="4847480"/>
              <a:ext cx="144720" cy="100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164DBEEE-CC66-6A70-6191-87B8DFC8A3D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244507" y="4838840"/>
                <a:ext cx="1623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A742123-BB51-7C4B-3731-FF25A5A68FF5}"/>
                  </a:ext>
                </a:extLst>
              </p14:cNvPr>
              <p14:cNvContentPartPr/>
              <p14:nvPr/>
            </p14:nvContentPartPr>
            <p14:xfrm>
              <a:off x="6820067" y="4628960"/>
              <a:ext cx="689400" cy="7218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A742123-BB51-7C4B-3731-FF25A5A68FF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811427" y="4620320"/>
                <a:ext cx="7070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6F8BB31-06EA-1BC1-E0A7-9C67B21F1026}"/>
                  </a:ext>
                </a:extLst>
              </p14:cNvPr>
              <p14:cNvContentPartPr/>
              <p14:nvPr/>
            </p14:nvContentPartPr>
            <p14:xfrm>
              <a:off x="6809267" y="5129720"/>
              <a:ext cx="467640" cy="820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6F8BB31-06EA-1BC1-E0A7-9C67B21F102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800267" y="5120720"/>
                <a:ext cx="485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209214C-231A-8C7A-1A39-4427E04F6E55}"/>
                  </a:ext>
                </a:extLst>
              </p14:cNvPr>
              <p14:cNvContentPartPr/>
              <p14:nvPr/>
            </p14:nvContentPartPr>
            <p14:xfrm>
              <a:off x="7666427" y="4058720"/>
              <a:ext cx="561960" cy="100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209214C-231A-8C7A-1A39-4427E04F6E5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657427" y="4049720"/>
                <a:ext cx="5796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AE833A9-7852-E4AD-AC46-7435D33F035E}"/>
                  </a:ext>
                </a:extLst>
              </p14:cNvPr>
              <p14:cNvContentPartPr/>
              <p14:nvPr/>
            </p14:nvContentPartPr>
            <p14:xfrm>
              <a:off x="8151707" y="4266440"/>
              <a:ext cx="283680" cy="482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AE833A9-7852-E4AD-AC46-7435D33F035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43067" y="4257440"/>
                <a:ext cx="30132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362BA82-4558-60D8-1ED7-02BF0E694E4D}"/>
                  </a:ext>
                </a:extLst>
              </p14:cNvPr>
              <p14:cNvContentPartPr/>
              <p14:nvPr/>
            </p14:nvContentPartPr>
            <p14:xfrm>
              <a:off x="8114987" y="4720040"/>
              <a:ext cx="720360" cy="711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362BA82-4558-60D8-1ED7-02BF0E694E4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105987" y="4711400"/>
                <a:ext cx="73800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1FFAF96-59DA-8975-5531-EA10EB33C9CA}"/>
                  </a:ext>
                </a:extLst>
              </p14:cNvPr>
              <p14:cNvContentPartPr/>
              <p14:nvPr/>
            </p14:nvContentPartPr>
            <p14:xfrm>
              <a:off x="8105987" y="5166440"/>
              <a:ext cx="660240" cy="788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1FFAF96-59DA-8975-5531-EA10EB33C9C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096987" y="5157800"/>
                <a:ext cx="677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3F14268-DE00-C20D-470A-34AA61247E41}"/>
                  </a:ext>
                </a:extLst>
              </p14:cNvPr>
              <p14:cNvContentPartPr/>
              <p14:nvPr/>
            </p14:nvContentPartPr>
            <p14:xfrm>
              <a:off x="8425667" y="4910120"/>
              <a:ext cx="32040" cy="1177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3F14268-DE00-C20D-470A-34AA61247E4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417027" y="4901120"/>
                <a:ext cx="496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8DC0D0B-A36D-1E15-7701-A29180826545}"/>
                  </a:ext>
                </a:extLst>
              </p14:cNvPr>
              <p14:cNvContentPartPr/>
              <p14:nvPr/>
            </p14:nvContentPartPr>
            <p14:xfrm>
              <a:off x="8538707" y="4850720"/>
              <a:ext cx="137160" cy="1447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8DC0D0B-A36D-1E15-7701-A2918082654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529707" y="4841720"/>
                <a:ext cx="1548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01129F6-81DA-670E-E8B4-41D5B07F8C79}"/>
                  </a:ext>
                </a:extLst>
              </p14:cNvPr>
              <p14:cNvContentPartPr/>
              <p14:nvPr/>
            </p14:nvContentPartPr>
            <p14:xfrm>
              <a:off x="8465267" y="5264360"/>
              <a:ext cx="66240" cy="655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01129F6-81DA-670E-E8B4-41D5B07F8C7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456627" y="5255360"/>
                <a:ext cx="838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06D6843-71C9-75AE-839F-2BB95219FED9}"/>
                  </a:ext>
                </a:extLst>
              </p14:cNvPr>
              <p14:cNvContentPartPr/>
              <p14:nvPr/>
            </p14:nvContentPartPr>
            <p14:xfrm>
              <a:off x="6998627" y="5243840"/>
              <a:ext cx="111960" cy="950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06D6843-71C9-75AE-839F-2BB95219FED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989627" y="5235200"/>
                <a:ext cx="12960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AC2E63C-ADA4-1FE0-C573-40F8B7A1A01A}"/>
              </a:ext>
            </a:extLst>
          </p:cNvPr>
          <p:cNvGrpSpPr/>
          <p:nvPr/>
        </p:nvGrpSpPr>
        <p:grpSpPr>
          <a:xfrm>
            <a:off x="7626827" y="3643280"/>
            <a:ext cx="738000" cy="641520"/>
            <a:chOff x="7626827" y="3643280"/>
            <a:chExt cx="73800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0D67D41-C8EB-AF8F-14E6-E4CD96D825D4}"/>
                    </a:ext>
                  </a:extLst>
                </p14:cNvPr>
                <p14:cNvContentPartPr/>
                <p14:nvPr/>
              </p14:nvContentPartPr>
              <p14:xfrm>
                <a:off x="7930667" y="3896360"/>
                <a:ext cx="123120" cy="189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0D67D41-C8EB-AF8F-14E6-E4CD96D825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1667" y="3887360"/>
                  <a:ext cx="140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8DCF92-906E-1C62-FD53-45B6CB49949F}"/>
                    </a:ext>
                  </a:extLst>
                </p14:cNvPr>
                <p14:cNvContentPartPr/>
                <p14:nvPr/>
              </p14:nvContentPartPr>
              <p14:xfrm>
                <a:off x="7626827" y="3643280"/>
                <a:ext cx="738000" cy="64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8DCF92-906E-1C62-FD53-45B6CB49949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618187" y="3634640"/>
                  <a:ext cx="75564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41346E-3804-E1F3-5279-04090BDD10DF}"/>
                    </a:ext>
                  </a:extLst>
                </p14:cNvPr>
                <p14:cNvContentPartPr/>
                <p14:nvPr/>
              </p14:nvContentPartPr>
              <p14:xfrm>
                <a:off x="7972067" y="4144760"/>
                <a:ext cx="92160" cy="108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941346E-3804-E1F3-5279-04090BDD10D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63427" y="4135760"/>
                  <a:ext cx="10980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E160DFD-0754-269A-4318-BF4AFEF86BB8}"/>
                  </a:ext>
                </a:extLst>
              </p14:cNvPr>
              <p14:cNvContentPartPr/>
              <p14:nvPr/>
            </p14:nvContentPartPr>
            <p14:xfrm>
              <a:off x="812027" y="4835240"/>
              <a:ext cx="87840" cy="2152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E160DFD-0754-269A-4318-BF4AFEF86BB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03387" y="4826240"/>
                <a:ext cx="105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DAB95CF-F3B1-5434-B1D2-473C9FE80F45}"/>
                  </a:ext>
                </a:extLst>
              </p14:cNvPr>
              <p14:cNvContentPartPr/>
              <p14:nvPr/>
            </p14:nvContentPartPr>
            <p14:xfrm>
              <a:off x="629867" y="4556240"/>
              <a:ext cx="698040" cy="383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DAB95CF-F3B1-5434-B1D2-473C9FE80F4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21227" y="4547600"/>
                <a:ext cx="71568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E422552-42C8-1062-A024-20561A9873F8}"/>
                  </a:ext>
                </a:extLst>
              </p14:cNvPr>
              <p14:cNvContentPartPr/>
              <p14:nvPr/>
            </p14:nvContentPartPr>
            <p14:xfrm>
              <a:off x="1265267" y="4843880"/>
              <a:ext cx="170280" cy="655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E422552-42C8-1062-A024-20561A9873F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256267" y="4835240"/>
                <a:ext cx="1879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57F0E50-632B-C930-3948-D81D988F6593}"/>
                  </a:ext>
                </a:extLst>
              </p14:cNvPr>
              <p14:cNvContentPartPr/>
              <p14:nvPr/>
            </p14:nvContentPartPr>
            <p14:xfrm>
              <a:off x="1702307" y="4883480"/>
              <a:ext cx="73440" cy="2473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57F0E50-632B-C930-3948-D81D988F659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693667" y="4874840"/>
                <a:ext cx="910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C36661D-0B68-4F19-DFA7-49B304D64C61}"/>
                  </a:ext>
                </a:extLst>
              </p14:cNvPr>
              <p14:cNvContentPartPr/>
              <p14:nvPr/>
            </p14:nvContentPartPr>
            <p14:xfrm>
              <a:off x="1759547" y="4798880"/>
              <a:ext cx="118440" cy="109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C36661D-0B68-4F19-DFA7-49B304D64C6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750547" y="4790240"/>
                <a:ext cx="1360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F1925FF-2A76-BC80-0BC4-ED8073D8BF22}"/>
                  </a:ext>
                </a:extLst>
              </p14:cNvPr>
              <p14:cNvContentPartPr/>
              <p14:nvPr/>
            </p14:nvContentPartPr>
            <p14:xfrm>
              <a:off x="1892027" y="4831640"/>
              <a:ext cx="189360" cy="85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F1925FF-2A76-BC80-0BC4-ED8073D8BF2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883027" y="4823000"/>
                <a:ext cx="20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D5B0154-AEF1-9474-BB88-D6529B858D3D}"/>
                  </a:ext>
                </a:extLst>
              </p14:cNvPr>
              <p14:cNvContentPartPr/>
              <p14:nvPr/>
            </p14:nvContentPartPr>
            <p14:xfrm>
              <a:off x="2110907" y="4675040"/>
              <a:ext cx="137160" cy="2329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D5B0154-AEF1-9474-BB88-D6529B858D3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102267" y="4666400"/>
                <a:ext cx="1548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00C0395-C41B-EF92-B005-F94B88140048}"/>
                  </a:ext>
                </a:extLst>
              </p14:cNvPr>
              <p14:cNvContentPartPr/>
              <p14:nvPr/>
            </p14:nvContentPartPr>
            <p14:xfrm>
              <a:off x="2100467" y="4617440"/>
              <a:ext cx="443520" cy="2404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00C0395-C41B-EF92-B005-F94B8814004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091467" y="4608800"/>
                <a:ext cx="4611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CD19587-7668-1A1D-5F17-B10088295913}"/>
                  </a:ext>
                </a:extLst>
              </p14:cNvPr>
              <p14:cNvContentPartPr/>
              <p14:nvPr/>
            </p14:nvContentPartPr>
            <p14:xfrm>
              <a:off x="2809307" y="4631480"/>
              <a:ext cx="380520" cy="4309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CD19587-7668-1A1D-5F17-B1008829591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800667" y="4622480"/>
                <a:ext cx="3981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3637F99-6B98-C6DB-768B-D0D39827E637}"/>
                  </a:ext>
                </a:extLst>
              </p14:cNvPr>
              <p14:cNvContentPartPr/>
              <p14:nvPr/>
            </p14:nvContentPartPr>
            <p14:xfrm>
              <a:off x="2866547" y="4785560"/>
              <a:ext cx="232920" cy="1339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3637F99-6B98-C6DB-768B-D0D39827E63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857547" y="4776920"/>
                <a:ext cx="2505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B0E4799-AF33-34BC-8280-938D0F3C83EF}"/>
                  </a:ext>
                </a:extLst>
              </p14:cNvPr>
              <p14:cNvContentPartPr/>
              <p14:nvPr/>
            </p14:nvContentPartPr>
            <p14:xfrm>
              <a:off x="3139787" y="4789520"/>
              <a:ext cx="377280" cy="1004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B0E4799-AF33-34BC-8280-938D0F3C83EF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130787" y="4780520"/>
                <a:ext cx="394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C1C20A1-34E4-C6F5-334C-4F02B7DB1E0E}"/>
                  </a:ext>
                </a:extLst>
              </p14:cNvPr>
              <p14:cNvContentPartPr/>
              <p14:nvPr/>
            </p14:nvContentPartPr>
            <p14:xfrm>
              <a:off x="3666467" y="4688000"/>
              <a:ext cx="176400" cy="1990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C1C20A1-34E4-C6F5-334C-4F02B7DB1E0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657827" y="4679000"/>
                <a:ext cx="1940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55CC4C7-4C8E-9493-7C95-0782D8F3ED46}"/>
                  </a:ext>
                </a:extLst>
              </p14:cNvPr>
              <p14:cNvContentPartPr/>
              <p14:nvPr/>
            </p14:nvContentPartPr>
            <p14:xfrm>
              <a:off x="3683027" y="4600160"/>
              <a:ext cx="426960" cy="2516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55CC4C7-4C8E-9493-7C95-0782D8F3ED4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674387" y="4591160"/>
                <a:ext cx="4446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AC2FB8B-E127-F262-FDB2-A953C9525490}"/>
                  </a:ext>
                </a:extLst>
              </p14:cNvPr>
              <p14:cNvContentPartPr/>
              <p14:nvPr/>
            </p14:nvContentPartPr>
            <p14:xfrm>
              <a:off x="4003067" y="4738040"/>
              <a:ext cx="95040" cy="565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AC2FB8B-E127-F262-FDB2-A953C952549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994067" y="4729400"/>
                <a:ext cx="112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44A7373-D8A6-97FE-2AD6-C72F70CF01B0}"/>
                  </a:ext>
                </a:extLst>
              </p14:cNvPr>
              <p14:cNvContentPartPr/>
              <p14:nvPr/>
            </p14:nvContentPartPr>
            <p14:xfrm>
              <a:off x="4518227" y="4780880"/>
              <a:ext cx="104040" cy="2365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44A7373-D8A6-97FE-2AD6-C72F70CF01B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509587" y="4772240"/>
                <a:ext cx="1216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22FC1E4-7A45-18DE-28F1-13DE75DEE8C3}"/>
                  </a:ext>
                </a:extLst>
              </p14:cNvPr>
              <p14:cNvContentPartPr/>
              <p14:nvPr/>
            </p14:nvContentPartPr>
            <p14:xfrm>
              <a:off x="4611827" y="4707440"/>
              <a:ext cx="82080" cy="68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22FC1E4-7A45-18DE-28F1-13DE75DEE8C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602827" y="4698800"/>
                <a:ext cx="997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B051444-765D-7B3B-24C3-EA034792D5F8}"/>
                  </a:ext>
                </a:extLst>
              </p14:cNvPr>
              <p14:cNvContentPartPr/>
              <p14:nvPr/>
            </p14:nvContentPartPr>
            <p14:xfrm>
              <a:off x="4731347" y="4691960"/>
              <a:ext cx="80280" cy="102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B051444-765D-7B3B-24C3-EA034792D5F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722707" y="4683320"/>
                <a:ext cx="979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E199E32-FE45-ED08-A580-1FD01D0B3B4D}"/>
                  </a:ext>
                </a:extLst>
              </p14:cNvPr>
              <p14:cNvContentPartPr/>
              <p14:nvPr/>
            </p14:nvContentPartPr>
            <p14:xfrm>
              <a:off x="4869947" y="4744520"/>
              <a:ext cx="35640" cy="47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E199E32-FE45-ED08-A580-1FD01D0B3B4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860947" y="4735520"/>
                <a:ext cx="532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061DC51-81C1-1D9D-DE60-EE535FD7F688}"/>
                  </a:ext>
                </a:extLst>
              </p14:cNvPr>
              <p14:cNvContentPartPr/>
              <p14:nvPr/>
            </p14:nvContentPartPr>
            <p14:xfrm>
              <a:off x="4939067" y="4580360"/>
              <a:ext cx="5760" cy="1162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061DC51-81C1-1D9D-DE60-EE535FD7F68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930427" y="4571720"/>
                <a:ext cx="23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E29FB2B-91D0-77B8-265D-3143AB0E9671}"/>
                  </a:ext>
                </a:extLst>
              </p14:cNvPr>
              <p14:cNvContentPartPr/>
              <p14:nvPr/>
            </p14:nvContentPartPr>
            <p14:xfrm>
              <a:off x="4964627" y="4742360"/>
              <a:ext cx="86400" cy="36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E29FB2B-91D0-77B8-265D-3143AB0E967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955627" y="4733360"/>
                <a:ext cx="1040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A69BA40-317B-D3B9-BB21-92B21C87B2DC}"/>
                  </a:ext>
                </a:extLst>
              </p14:cNvPr>
              <p14:cNvContentPartPr/>
              <p14:nvPr/>
            </p14:nvContentPartPr>
            <p14:xfrm>
              <a:off x="5115107" y="4585760"/>
              <a:ext cx="84960" cy="2041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A69BA40-317B-D3B9-BB21-92B21C87B2D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106107" y="4576760"/>
                <a:ext cx="1026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C16E00-5610-AA9A-3546-0BB6FBDC7C04}"/>
                  </a:ext>
                </a:extLst>
              </p14:cNvPr>
              <p14:cNvContentPartPr/>
              <p14:nvPr/>
            </p14:nvContentPartPr>
            <p14:xfrm>
              <a:off x="5058587" y="4685840"/>
              <a:ext cx="15300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C16E00-5610-AA9A-3546-0BB6FBDC7C0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049947" y="4676840"/>
                <a:ext cx="170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A126EBD-90A6-721D-D5FC-3BF075BA8B0E}"/>
                  </a:ext>
                </a:extLst>
              </p14:cNvPr>
              <p14:cNvContentPartPr/>
              <p14:nvPr/>
            </p14:nvContentPartPr>
            <p14:xfrm>
              <a:off x="4542347" y="4667480"/>
              <a:ext cx="668160" cy="1929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A126EBD-90A6-721D-D5FC-3BF075BA8B0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533347" y="4658840"/>
                <a:ext cx="6858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6E7A337-C701-E4EB-446C-055D8EE77777}"/>
                  </a:ext>
                </a:extLst>
              </p14:cNvPr>
              <p14:cNvContentPartPr/>
              <p14:nvPr/>
            </p14:nvContentPartPr>
            <p14:xfrm>
              <a:off x="4666547" y="4746320"/>
              <a:ext cx="516600" cy="763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6E7A337-C701-E4EB-446C-055D8EE7777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657907" y="4737680"/>
                <a:ext cx="5342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23E527A-5258-FC10-AD34-C113BEDA4D74}"/>
                  </a:ext>
                </a:extLst>
              </p14:cNvPr>
              <p14:cNvContentPartPr/>
              <p14:nvPr/>
            </p14:nvContentPartPr>
            <p14:xfrm>
              <a:off x="857387" y="5391440"/>
              <a:ext cx="166680" cy="982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23E527A-5258-FC10-AD34-C113BEDA4D74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48387" y="5382800"/>
                <a:ext cx="1843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C4ADDF9-EEF6-5312-11E5-4049FD575467}"/>
                  </a:ext>
                </a:extLst>
              </p14:cNvPr>
              <p14:cNvContentPartPr/>
              <p14:nvPr/>
            </p14:nvContentPartPr>
            <p14:xfrm>
              <a:off x="1097147" y="5393960"/>
              <a:ext cx="125280" cy="342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C4ADDF9-EEF6-5312-11E5-4049FD57546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88507" y="5384960"/>
                <a:ext cx="1429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BFAEF3D-A201-2DC7-66A4-22FBED7B6D87}"/>
                  </a:ext>
                </a:extLst>
              </p14:cNvPr>
              <p14:cNvContentPartPr/>
              <p14:nvPr/>
            </p14:nvContentPartPr>
            <p14:xfrm>
              <a:off x="1339787" y="5211080"/>
              <a:ext cx="73800" cy="216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BFAEF3D-A201-2DC7-66A4-22FBED7B6D8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330787" y="5202080"/>
                <a:ext cx="914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6A45B46-AF91-7F58-47C6-4AD995ED01B9}"/>
                  </a:ext>
                </a:extLst>
              </p14:cNvPr>
              <p14:cNvContentPartPr/>
              <p14:nvPr/>
            </p14:nvContentPartPr>
            <p14:xfrm>
              <a:off x="1492427" y="5334560"/>
              <a:ext cx="171000" cy="75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6A45B46-AF91-7F58-47C6-4AD995ED01B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483427" y="5325560"/>
                <a:ext cx="1886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4601C90-FDE5-F4D8-98D5-48B5AEC4D0CA}"/>
                  </a:ext>
                </a:extLst>
              </p14:cNvPr>
              <p14:cNvContentPartPr/>
              <p14:nvPr/>
            </p14:nvContentPartPr>
            <p14:xfrm>
              <a:off x="1660187" y="5168960"/>
              <a:ext cx="147960" cy="2354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4601C90-FDE5-F4D8-98D5-48B5AEC4D0C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651547" y="5159960"/>
                <a:ext cx="1656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ED82176-C9B6-F6D0-25A4-476EA7B7DE24}"/>
                  </a:ext>
                </a:extLst>
              </p14:cNvPr>
              <p14:cNvContentPartPr/>
              <p14:nvPr/>
            </p14:nvContentPartPr>
            <p14:xfrm>
              <a:off x="1772507" y="5316200"/>
              <a:ext cx="485640" cy="698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ED82176-C9B6-F6D0-25A4-476EA7B7DE2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763507" y="5307560"/>
                <a:ext cx="5032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A625BB7-EE94-BFD0-22D3-41A1D95EE56B}"/>
                  </a:ext>
                </a:extLst>
              </p14:cNvPr>
              <p14:cNvContentPartPr/>
              <p14:nvPr/>
            </p14:nvContentPartPr>
            <p14:xfrm>
              <a:off x="2281187" y="5279840"/>
              <a:ext cx="129960" cy="831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A625BB7-EE94-BFD0-22D3-41A1D95EE56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272187" y="5270840"/>
                <a:ext cx="147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E266BA7-84F8-60F6-ADA3-19C20FC4ED83}"/>
                  </a:ext>
                </a:extLst>
              </p14:cNvPr>
              <p14:cNvContentPartPr/>
              <p14:nvPr/>
            </p14:nvContentPartPr>
            <p14:xfrm>
              <a:off x="2430947" y="5303960"/>
              <a:ext cx="111600" cy="579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E266BA7-84F8-60F6-ADA3-19C20FC4ED8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422307" y="5295320"/>
                <a:ext cx="1292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816808B-7714-6A1E-E6E4-A9FD9C646E4B}"/>
                  </a:ext>
                </a:extLst>
              </p14:cNvPr>
              <p14:cNvContentPartPr/>
              <p14:nvPr/>
            </p14:nvContentPartPr>
            <p14:xfrm>
              <a:off x="2596187" y="5089760"/>
              <a:ext cx="213480" cy="2775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816808B-7714-6A1E-E6E4-A9FD9C646E4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587547" y="5081120"/>
                <a:ext cx="2311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C277F31-9F90-CA1D-5134-E8D2B74F3A40}"/>
                  </a:ext>
                </a:extLst>
              </p14:cNvPr>
              <p14:cNvContentPartPr/>
              <p14:nvPr/>
            </p14:nvContentPartPr>
            <p14:xfrm>
              <a:off x="3149507" y="5316200"/>
              <a:ext cx="194400" cy="748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C277F31-9F90-CA1D-5134-E8D2B74F3A4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140507" y="5307560"/>
                <a:ext cx="2120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A436C07-ECD7-A5FF-EAFB-3C722E921328}"/>
                  </a:ext>
                </a:extLst>
              </p14:cNvPr>
              <p14:cNvContentPartPr/>
              <p14:nvPr/>
            </p14:nvContentPartPr>
            <p14:xfrm>
              <a:off x="3333827" y="5287040"/>
              <a:ext cx="102600" cy="1152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A436C07-ECD7-A5FF-EAFB-3C722E92132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325187" y="5278040"/>
                <a:ext cx="1202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D042CA2-2C44-38BA-6536-8758F84B3DC9}"/>
                  </a:ext>
                </a:extLst>
              </p14:cNvPr>
              <p14:cNvContentPartPr/>
              <p14:nvPr/>
            </p14:nvContentPartPr>
            <p14:xfrm>
              <a:off x="3491867" y="5099480"/>
              <a:ext cx="230040" cy="2772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D042CA2-2C44-38BA-6536-8758F84B3DC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483227" y="5090480"/>
                <a:ext cx="2476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4E8F092B-2663-4233-712A-B0591DCE467D}"/>
                  </a:ext>
                </a:extLst>
              </p14:cNvPr>
              <p14:cNvContentPartPr/>
              <p14:nvPr/>
            </p14:nvContentPartPr>
            <p14:xfrm>
              <a:off x="3684827" y="5278040"/>
              <a:ext cx="94680" cy="666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4E8F092B-2663-4233-712A-B0591DCE467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676187" y="5269040"/>
                <a:ext cx="1123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90B4848-5993-AED3-79CA-DCBE3BA94C78}"/>
                  </a:ext>
                </a:extLst>
              </p14:cNvPr>
              <p14:cNvContentPartPr/>
              <p14:nvPr/>
            </p14:nvContentPartPr>
            <p14:xfrm>
              <a:off x="4204667" y="5164280"/>
              <a:ext cx="95760" cy="2095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90B4848-5993-AED3-79CA-DCBE3BA94C7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195667" y="5155640"/>
                <a:ext cx="113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0811886-66F1-97C5-F7D7-B6CF11BDC314}"/>
                  </a:ext>
                </a:extLst>
              </p14:cNvPr>
              <p14:cNvContentPartPr/>
              <p14:nvPr/>
            </p14:nvContentPartPr>
            <p14:xfrm>
              <a:off x="4154987" y="5294600"/>
              <a:ext cx="203400" cy="817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0811886-66F1-97C5-F7D7-B6CF11BDC314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145987" y="5285600"/>
                <a:ext cx="2210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D77635F-E976-6AE2-044A-503C524D554F}"/>
                  </a:ext>
                </a:extLst>
              </p14:cNvPr>
              <p14:cNvContentPartPr/>
              <p14:nvPr/>
            </p14:nvContentPartPr>
            <p14:xfrm>
              <a:off x="4645667" y="5144840"/>
              <a:ext cx="179640" cy="2052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D77635F-E976-6AE2-044A-503C524D554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636667" y="5135840"/>
                <a:ext cx="1972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8FC92E7-3BF9-DAF6-A415-6E4EB91914DB}"/>
                  </a:ext>
                </a:extLst>
              </p14:cNvPr>
              <p14:cNvContentPartPr/>
              <p14:nvPr/>
            </p14:nvContentPartPr>
            <p14:xfrm>
              <a:off x="4616147" y="5076800"/>
              <a:ext cx="371880" cy="2156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8FC92E7-3BF9-DAF6-A415-6E4EB91914D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607507" y="5068160"/>
                <a:ext cx="3895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734AD65-E55B-DED3-FD41-1CDA8D763138}"/>
                  </a:ext>
                </a:extLst>
              </p14:cNvPr>
              <p14:cNvContentPartPr/>
              <p14:nvPr/>
            </p14:nvContentPartPr>
            <p14:xfrm>
              <a:off x="4921787" y="5210360"/>
              <a:ext cx="82800" cy="1198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734AD65-E55B-DED3-FD41-1CDA8D763138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912787" y="5201720"/>
                <a:ext cx="1004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097309E-A4B0-85FD-D047-89ED8123DD9D}"/>
                  </a:ext>
                </a:extLst>
              </p14:cNvPr>
              <p14:cNvContentPartPr/>
              <p14:nvPr/>
            </p14:nvContentPartPr>
            <p14:xfrm>
              <a:off x="679547" y="5840000"/>
              <a:ext cx="106560" cy="831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097309E-A4B0-85FD-D047-89ED8123DD9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0907" y="5831360"/>
                <a:ext cx="124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8856E46B-1CBE-F11A-C187-FC0A8212368D}"/>
                  </a:ext>
                </a:extLst>
              </p14:cNvPr>
              <p14:cNvContentPartPr/>
              <p14:nvPr/>
            </p14:nvContentPartPr>
            <p14:xfrm>
              <a:off x="837227" y="5819480"/>
              <a:ext cx="96480" cy="75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8856E46B-1CBE-F11A-C187-FC0A8212368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28587" y="5810840"/>
                <a:ext cx="1141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F641DE25-DBEC-68DF-1741-D24FB77D7571}"/>
                  </a:ext>
                </a:extLst>
              </p14:cNvPr>
              <p14:cNvContentPartPr/>
              <p14:nvPr/>
            </p14:nvContentPartPr>
            <p14:xfrm>
              <a:off x="974027" y="5790680"/>
              <a:ext cx="192240" cy="1051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F641DE25-DBEC-68DF-1741-D24FB77D757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65387" y="5781680"/>
                <a:ext cx="2098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755D26B-8E34-1B51-D00A-BCD907EC9AB1}"/>
                  </a:ext>
                </a:extLst>
              </p14:cNvPr>
              <p14:cNvContentPartPr/>
              <p14:nvPr/>
            </p14:nvContentPartPr>
            <p14:xfrm>
              <a:off x="643547" y="5985440"/>
              <a:ext cx="625320" cy="507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755D26B-8E34-1B51-D00A-BCD907EC9AB1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34547" y="5976440"/>
                <a:ext cx="6429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A3404CE-0950-C016-54CF-621DA00B3E4B}"/>
                  </a:ext>
                </a:extLst>
              </p14:cNvPr>
              <p14:cNvContentPartPr/>
              <p14:nvPr/>
            </p14:nvContentPartPr>
            <p14:xfrm>
              <a:off x="1481987" y="5818760"/>
              <a:ext cx="149760" cy="820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A3404CE-0950-C016-54CF-621DA00B3E4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473347" y="5810120"/>
                <a:ext cx="167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FE9992A-11C6-3416-CFF5-669E78889A0E}"/>
                  </a:ext>
                </a:extLst>
              </p14:cNvPr>
              <p14:cNvContentPartPr/>
              <p14:nvPr/>
            </p14:nvContentPartPr>
            <p14:xfrm>
              <a:off x="1634987" y="5828120"/>
              <a:ext cx="81000" cy="644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FE9992A-11C6-3416-CFF5-669E78889A0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626347" y="5819120"/>
                <a:ext cx="986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DAD6923-B512-B927-2CB9-D086F79B9D73}"/>
                  </a:ext>
                </a:extLst>
              </p14:cNvPr>
              <p14:cNvContentPartPr/>
              <p14:nvPr/>
            </p14:nvContentPartPr>
            <p14:xfrm>
              <a:off x="1787267" y="5585480"/>
              <a:ext cx="249840" cy="2890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DAD6923-B512-B927-2CB9-D086F79B9D73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778267" y="5576840"/>
                <a:ext cx="2674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8129AFF-531E-7E08-8603-6EE059658B67}"/>
                  </a:ext>
                </a:extLst>
              </p14:cNvPr>
              <p14:cNvContentPartPr/>
              <p14:nvPr/>
            </p14:nvContentPartPr>
            <p14:xfrm>
              <a:off x="2038547" y="5770160"/>
              <a:ext cx="96480" cy="914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8129AFF-531E-7E08-8603-6EE059658B6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029907" y="5761520"/>
                <a:ext cx="11412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CA19E26-BF7A-5FFF-36B0-A50F16B5CB8B}"/>
              </a:ext>
            </a:extLst>
          </p:cNvPr>
          <p:cNvGrpSpPr/>
          <p:nvPr/>
        </p:nvGrpSpPr>
        <p:grpSpPr>
          <a:xfrm>
            <a:off x="2699867" y="5621120"/>
            <a:ext cx="789480" cy="292320"/>
            <a:chOff x="2699867" y="5621120"/>
            <a:chExt cx="7894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FA040B8-AAE8-2C45-0AAA-41B2AA012BBE}"/>
                    </a:ext>
                  </a:extLst>
                </p14:cNvPr>
                <p14:cNvContentPartPr/>
                <p14:nvPr/>
              </p14:nvContentPartPr>
              <p14:xfrm>
                <a:off x="2699867" y="5734880"/>
                <a:ext cx="142200" cy="150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FA040B8-AAE8-2C45-0AAA-41B2AA012BB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690867" y="5725880"/>
                  <a:ext cx="159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4A7AE02-F2D8-9C3C-20A3-C2F097341086}"/>
                    </a:ext>
                  </a:extLst>
                </p14:cNvPr>
                <p14:cNvContentPartPr/>
                <p14:nvPr/>
              </p14:nvContentPartPr>
              <p14:xfrm>
                <a:off x="2869427" y="5669360"/>
                <a:ext cx="54720" cy="244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4A7AE02-F2D8-9C3C-20A3-C2F09734108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60787" y="5660360"/>
                  <a:ext cx="72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29A4BDB-EEC7-8A54-A0F5-1908DC73B5AE}"/>
                    </a:ext>
                  </a:extLst>
                </p14:cNvPr>
                <p14:cNvContentPartPr/>
                <p14:nvPr/>
              </p14:nvContentPartPr>
              <p14:xfrm>
                <a:off x="2856107" y="5785280"/>
                <a:ext cx="302040" cy="79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29A4BDB-EEC7-8A54-A0F5-1908DC73B5A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47107" y="5776280"/>
                  <a:ext cx="319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488B82B-31A9-3DC7-692C-1A38551050F1}"/>
                    </a:ext>
                  </a:extLst>
                </p14:cNvPr>
                <p14:cNvContentPartPr/>
                <p14:nvPr/>
              </p14:nvContentPartPr>
              <p14:xfrm>
                <a:off x="3221147" y="5720480"/>
                <a:ext cx="34200" cy="127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488B82B-31A9-3DC7-692C-1A38551050F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12147" y="5711480"/>
                  <a:ext cx="51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A3D07F-5C98-2AD0-D514-21771C4E1A25}"/>
                    </a:ext>
                  </a:extLst>
                </p14:cNvPr>
                <p14:cNvContentPartPr/>
                <p14:nvPr/>
              </p14:nvContentPartPr>
              <p14:xfrm>
                <a:off x="3348947" y="5621120"/>
                <a:ext cx="100440" cy="201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A3D07F-5C98-2AD0-D514-21771C4E1A2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39947" y="5612480"/>
                  <a:ext cx="118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62BD333-2D3F-5964-D915-5D879C410B9C}"/>
                    </a:ext>
                  </a:extLst>
                </p14:cNvPr>
                <p14:cNvContentPartPr/>
                <p14:nvPr/>
              </p14:nvContentPartPr>
              <p14:xfrm>
                <a:off x="3383507" y="5731640"/>
                <a:ext cx="105840" cy="107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62BD333-2D3F-5964-D915-5D879C410B9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74867" y="5723000"/>
                  <a:ext cx="12348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588C469-D803-69CA-2C5E-3E94C46311A5}"/>
              </a:ext>
            </a:extLst>
          </p:cNvPr>
          <p:cNvGrpSpPr/>
          <p:nvPr/>
        </p:nvGrpSpPr>
        <p:grpSpPr>
          <a:xfrm>
            <a:off x="3839627" y="5600960"/>
            <a:ext cx="662760" cy="263880"/>
            <a:chOff x="3839627" y="5600960"/>
            <a:chExt cx="66276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17A4A26-E99A-003E-030E-89D99C8BDF2F}"/>
                    </a:ext>
                  </a:extLst>
                </p14:cNvPr>
                <p14:cNvContentPartPr/>
                <p14:nvPr/>
              </p14:nvContentPartPr>
              <p14:xfrm>
                <a:off x="3839627" y="5739920"/>
                <a:ext cx="207720" cy="95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17A4A26-E99A-003E-030E-89D99C8BDF2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30627" y="5731280"/>
                  <a:ext cx="225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CA579BD-4D1F-F3D2-F84B-03311BCF8829}"/>
                    </a:ext>
                  </a:extLst>
                </p14:cNvPr>
                <p14:cNvContentPartPr/>
                <p14:nvPr/>
              </p14:nvContentPartPr>
              <p14:xfrm>
                <a:off x="4108907" y="5743160"/>
                <a:ext cx="1800" cy="54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CA579BD-4D1F-F3D2-F84B-03311BCF882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100267" y="5734160"/>
                  <a:ext cx="19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625E78A-A649-A54D-FD8C-33B9C4801281}"/>
                    </a:ext>
                  </a:extLst>
                </p14:cNvPr>
                <p14:cNvContentPartPr/>
                <p14:nvPr/>
              </p14:nvContentPartPr>
              <p14:xfrm>
                <a:off x="4150307" y="5633000"/>
                <a:ext cx="19800" cy="34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625E78A-A649-A54D-FD8C-33B9C48012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141667" y="5624360"/>
                  <a:ext cx="37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0B46E02-23F3-60F6-FD57-5913DF62DB28}"/>
                    </a:ext>
                  </a:extLst>
                </p14:cNvPr>
                <p14:cNvContentPartPr/>
                <p14:nvPr/>
              </p14:nvContentPartPr>
              <p14:xfrm>
                <a:off x="4162547" y="5600960"/>
                <a:ext cx="139680" cy="263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0B46E02-23F3-60F6-FD57-5913DF62DB2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53547" y="5591960"/>
                  <a:ext cx="157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7C129B6-F459-4EC2-B734-8E0E998529AA}"/>
                    </a:ext>
                  </a:extLst>
                </p14:cNvPr>
                <p14:cNvContentPartPr/>
                <p14:nvPr/>
              </p14:nvContentPartPr>
              <p14:xfrm>
                <a:off x="4211507" y="5606360"/>
                <a:ext cx="290880" cy="212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7C129B6-F459-4EC2-B734-8E0E998529A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2507" y="5597360"/>
                  <a:ext cx="3085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667CBD6A-3A22-6CD0-D7C4-7DAE58F8E648}"/>
              </a:ext>
            </a:extLst>
          </p:cNvPr>
          <p:cNvGrpSpPr/>
          <p:nvPr/>
        </p:nvGrpSpPr>
        <p:grpSpPr>
          <a:xfrm>
            <a:off x="4785707" y="5477840"/>
            <a:ext cx="715680" cy="387000"/>
            <a:chOff x="4785707" y="5477840"/>
            <a:chExt cx="71568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F41245C-8FF3-B2C0-624B-045421990849}"/>
                    </a:ext>
                  </a:extLst>
                </p14:cNvPr>
                <p14:cNvContentPartPr/>
                <p14:nvPr/>
              </p14:nvContentPartPr>
              <p14:xfrm>
                <a:off x="4785707" y="5527880"/>
                <a:ext cx="201600" cy="261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F41245C-8FF3-B2C0-624B-04542199084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77067" y="5519240"/>
                  <a:ext cx="219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C2CF170-FB2B-5362-3BD3-C3D648F116EC}"/>
                    </a:ext>
                  </a:extLst>
                </p14:cNvPr>
                <p14:cNvContentPartPr/>
                <p14:nvPr/>
              </p14:nvContentPartPr>
              <p14:xfrm>
                <a:off x="5058587" y="5724080"/>
                <a:ext cx="25200" cy="63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C2CF170-FB2B-5362-3BD3-C3D648F116E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49947" y="5715440"/>
                  <a:ext cx="42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4D5383-1C3A-8FF0-A7E7-604C13514DC0}"/>
                    </a:ext>
                  </a:extLst>
                </p14:cNvPr>
                <p14:cNvContentPartPr/>
                <p14:nvPr/>
              </p14:nvContentPartPr>
              <p14:xfrm>
                <a:off x="5137787" y="5623280"/>
                <a:ext cx="38160" cy="48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4D5383-1C3A-8FF0-A7E7-604C13514DC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28787" y="5614640"/>
                  <a:ext cx="55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F3FE79-ACE7-1B31-8C16-5462745F2B23}"/>
                    </a:ext>
                  </a:extLst>
                </p14:cNvPr>
                <p14:cNvContentPartPr/>
                <p14:nvPr/>
              </p14:nvContentPartPr>
              <p14:xfrm>
                <a:off x="5130227" y="5477840"/>
                <a:ext cx="235080" cy="387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F3FE79-ACE7-1B31-8C16-5462745F2B2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121227" y="5468840"/>
                  <a:ext cx="252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A209E7B-2017-CE11-C56E-BD85C5772612}"/>
                    </a:ext>
                  </a:extLst>
                </p14:cNvPr>
                <p14:cNvContentPartPr/>
                <p14:nvPr/>
              </p14:nvContentPartPr>
              <p14:xfrm>
                <a:off x="5393027" y="5518880"/>
                <a:ext cx="82440" cy="265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A209E7B-2017-CE11-C56E-BD85C577261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384027" y="5509880"/>
                  <a:ext cx="100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6921498-03A8-A13D-2503-F2F1A7EB0086}"/>
                    </a:ext>
                  </a:extLst>
                </p14:cNvPr>
                <p14:cNvContentPartPr/>
                <p14:nvPr/>
              </p14:nvContentPartPr>
              <p14:xfrm>
                <a:off x="5366387" y="5687360"/>
                <a:ext cx="135000" cy="108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6921498-03A8-A13D-2503-F2F1A7EB008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357747" y="5678360"/>
                  <a:ext cx="1526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51FC6CC-4716-8EF1-7EB4-7E2C81BDD0BC}"/>
              </a:ext>
            </a:extLst>
          </p:cNvPr>
          <p:cNvGrpSpPr/>
          <p:nvPr/>
        </p:nvGrpSpPr>
        <p:grpSpPr>
          <a:xfrm>
            <a:off x="624827" y="6129440"/>
            <a:ext cx="1351080" cy="306000"/>
            <a:chOff x="624827" y="6129440"/>
            <a:chExt cx="135108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272ACC-F564-F3A6-0534-1D0DA9F4AD68}"/>
                    </a:ext>
                  </a:extLst>
                </p14:cNvPr>
                <p14:cNvContentPartPr/>
                <p14:nvPr/>
              </p14:nvContentPartPr>
              <p14:xfrm>
                <a:off x="626267" y="6222320"/>
                <a:ext cx="86040" cy="207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272ACC-F564-F3A6-0534-1D0DA9F4AD6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17267" y="6213680"/>
                  <a:ext cx="103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EC4D947-C768-68CB-D853-4D596EFC8FDC}"/>
                    </a:ext>
                  </a:extLst>
                </p14:cNvPr>
                <p14:cNvContentPartPr/>
                <p14:nvPr/>
              </p14:nvContentPartPr>
              <p14:xfrm>
                <a:off x="624827" y="6190280"/>
                <a:ext cx="339840" cy="2152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EC4D947-C768-68CB-D853-4D596EFC8FD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15827" y="6181640"/>
                  <a:ext cx="357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6D601BC-ED7F-FC10-593C-5D19AD5C6C16}"/>
                    </a:ext>
                  </a:extLst>
                </p14:cNvPr>
                <p14:cNvContentPartPr/>
                <p14:nvPr/>
              </p14:nvContentPartPr>
              <p14:xfrm>
                <a:off x="903107" y="6336440"/>
                <a:ext cx="116280" cy="59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6D601BC-ED7F-FC10-593C-5D19AD5C6C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94467" y="6327800"/>
                  <a:ext cx="133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836375-06E8-AB66-1422-80D27C07BB85}"/>
                    </a:ext>
                  </a:extLst>
                </p14:cNvPr>
                <p14:cNvContentPartPr/>
                <p14:nvPr/>
              </p14:nvContentPartPr>
              <p14:xfrm>
                <a:off x="1218107" y="6178040"/>
                <a:ext cx="165960" cy="199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836375-06E8-AB66-1422-80D27C07BB8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209467" y="6169040"/>
                  <a:ext cx="183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8DAEC10-9950-DBAA-72C2-38AD84121C9D}"/>
                    </a:ext>
                  </a:extLst>
                </p14:cNvPr>
                <p14:cNvContentPartPr/>
                <p14:nvPr/>
              </p14:nvContentPartPr>
              <p14:xfrm>
                <a:off x="1438787" y="6276680"/>
                <a:ext cx="176400" cy="69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8DAEC10-9950-DBAA-72C2-38AD84121C9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430147" y="6268040"/>
                  <a:ext cx="194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89EF544-ACE2-829F-B100-5D740C3B8A9C}"/>
                    </a:ext>
                  </a:extLst>
                </p14:cNvPr>
                <p14:cNvContentPartPr/>
                <p14:nvPr/>
              </p14:nvContentPartPr>
              <p14:xfrm>
                <a:off x="1606907" y="6129440"/>
                <a:ext cx="196200" cy="306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89EF544-ACE2-829F-B100-5D740C3B8A9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597907" y="6120440"/>
                  <a:ext cx="2138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4BAB90D-8D16-D0EB-48A6-6C9423454622}"/>
                    </a:ext>
                  </a:extLst>
                </p14:cNvPr>
                <p14:cNvContentPartPr/>
                <p14:nvPr/>
              </p14:nvContentPartPr>
              <p14:xfrm>
                <a:off x="1632467" y="6276680"/>
                <a:ext cx="137160" cy="31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4BAB90D-8D16-D0EB-48A6-6C942345462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623467" y="6267680"/>
                  <a:ext cx="154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CE5AC3D-E398-1BC2-D1CA-44C770F44AC2}"/>
                    </a:ext>
                  </a:extLst>
                </p14:cNvPr>
                <p14:cNvContentPartPr/>
                <p14:nvPr/>
              </p14:nvContentPartPr>
              <p14:xfrm>
                <a:off x="1847387" y="6166880"/>
                <a:ext cx="111960" cy="187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CE5AC3D-E398-1BC2-D1CA-44C770F44AC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38387" y="6157880"/>
                  <a:ext cx="1296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6D4BA85-93C8-B190-3361-0352C30E13E2}"/>
                    </a:ext>
                  </a:extLst>
                </p14:cNvPr>
                <p14:cNvContentPartPr/>
                <p14:nvPr/>
              </p14:nvContentPartPr>
              <p14:xfrm>
                <a:off x="1844507" y="6251840"/>
                <a:ext cx="131400" cy="7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6D4BA85-93C8-B190-3361-0352C30E13E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835867" y="6242840"/>
                  <a:ext cx="1490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BAC5601-3204-75A1-8EC3-56AB418DC9CC}"/>
              </a:ext>
            </a:extLst>
          </p:cNvPr>
          <p:cNvGrpSpPr/>
          <p:nvPr/>
        </p:nvGrpSpPr>
        <p:grpSpPr>
          <a:xfrm>
            <a:off x="2351387" y="6044840"/>
            <a:ext cx="1032120" cy="398520"/>
            <a:chOff x="2351387" y="6044840"/>
            <a:chExt cx="103212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D6EEDED-66F7-F815-B7EA-4A68D0D060F8}"/>
                    </a:ext>
                  </a:extLst>
                </p14:cNvPr>
                <p14:cNvContentPartPr/>
                <p14:nvPr/>
              </p14:nvContentPartPr>
              <p14:xfrm>
                <a:off x="2351387" y="6102080"/>
                <a:ext cx="168120" cy="341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D6EEDED-66F7-F815-B7EA-4A68D0D060F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342387" y="6093080"/>
                  <a:ext cx="1857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BCB611E-8940-A809-C428-2532CEC78B5E}"/>
                    </a:ext>
                  </a:extLst>
                </p14:cNvPr>
                <p14:cNvContentPartPr/>
                <p14:nvPr/>
              </p14:nvContentPartPr>
              <p14:xfrm>
                <a:off x="2691227" y="6102080"/>
                <a:ext cx="170640" cy="239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BCB611E-8940-A809-C428-2532CEC78B5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82227" y="6093080"/>
                  <a:ext cx="188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FBDD661-D9F7-F0B8-470A-A9213B4023A0}"/>
                    </a:ext>
                  </a:extLst>
                </p14:cNvPr>
                <p14:cNvContentPartPr/>
                <p14:nvPr/>
              </p14:nvContentPartPr>
              <p14:xfrm>
                <a:off x="2929547" y="6114680"/>
                <a:ext cx="169920" cy="226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FBDD661-D9F7-F0B8-470A-A9213B4023A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920907" y="6106040"/>
                  <a:ext cx="187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A46B3AE-C241-19DE-5DA4-ED2923F4733A}"/>
                    </a:ext>
                  </a:extLst>
                </p14:cNvPr>
                <p14:cNvContentPartPr/>
                <p14:nvPr/>
              </p14:nvContentPartPr>
              <p14:xfrm>
                <a:off x="3226907" y="6044840"/>
                <a:ext cx="156600" cy="365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A46B3AE-C241-19DE-5DA4-ED2923F4733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218267" y="6036200"/>
                  <a:ext cx="17424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122E87A-4C4A-59B1-4D15-331B86996559}"/>
              </a:ext>
            </a:extLst>
          </p:cNvPr>
          <p:cNvGrpSpPr/>
          <p:nvPr/>
        </p:nvGrpSpPr>
        <p:grpSpPr>
          <a:xfrm>
            <a:off x="4875874" y="129651"/>
            <a:ext cx="1590840" cy="229320"/>
            <a:chOff x="4875874" y="129651"/>
            <a:chExt cx="159084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D85DF9D-5B2A-48D0-61B2-5EA90B0372E9}"/>
                    </a:ext>
                  </a:extLst>
                </p14:cNvPr>
                <p14:cNvContentPartPr/>
                <p14:nvPr/>
              </p14:nvContentPartPr>
              <p14:xfrm>
                <a:off x="4875874" y="152331"/>
                <a:ext cx="154080" cy="191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D85DF9D-5B2A-48D0-61B2-5EA90B0372E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871554" y="148011"/>
                  <a:ext cx="162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99D60A-3AFF-6393-2C6D-90FB02970312}"/>
                    </a:ext>
                  </a:extLst>
                </p14:cNvPr>
                <p14:cNvContentPartPr/>
                <p14:nvPr/>
              </p14:nvContentPartPr>
              <p14:xfrm>
                <a:off x="5018434" y="313971"/>
                <a:ext cx="134280" cy="45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99D60A-3AFF-6393-2C6D-90FB0297031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014114" y="309651"/>
                  <a:ext cx="142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25A3417-7DA4-1164-B01F-F4B47FF42503}"/>
                    </a:ext>
                  </a:extLst>
                </p14:cNvPr>
                <p14:cNvContentPartPr/>
                <p14:nvPr/>
              </p14:nvContentPartPr>
              <p14:xfrm>
                <a:off x="5234074" y="139731"/>
                <a:ext cx="89280" cy="208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25A3417-7DA4-1164-B01F-F4B47FF4250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229754" y="135411"/>
                  <a:ext cx="97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2FA25D-500E-D6A8-C569-891EE4E102B9}"/>
                    </a:ext>
                  </a:extLst>
                </p14:cNvPr>
                <p14:cNvContentPartPr/>
                <p14:nvPr/>
              </p14:nvContentPartPr>
              <p14:xfrm>
                <a:off x="4973074" y="166371"/>
                <a:ext cx="359640" cy="186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2FA25D-500E-D6A8-C569-891EE4E102B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968754" y="162051"/>
                  <a:ext cx="368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0C41FE0-9278-3F21-D9D5-B87C7909F7B0}"/>
                    </a:ext>
                  </a:extLst>
                </p14:cNvPr>
                <p14:cNvContentPartPr/>
                <p14:nvPr/>
              </p14:nvContentPartPr>
              <p14:xfrm>
                <a:off x="5562034" y="129651"/>
                <a:ext cx="175680" cy="214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0C41FE0-9278-3F21-D9D5-B87C7909F7B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557714" y="125331"/>
                  <a:ext cx="184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05C8D49-3B38-237A-DEDF-BA7A76F4229E}"/>
                    </a:ext>
                  </a:extLst>
                </p14:cNvPr>
                <p14:cNvContentPartPr/>
                <p14:nvPr/>
              </p14:nvContentPartPr>
              <p14:xfrm>
                <a:off x="5742034" y="297051"/>
                <a:ext cx="155160" cy="45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05C8D49-3B38-237A-DEDF-BA7A76F4229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37714" y="292731"/>
                  <a:ext cx="163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5CE3F82-1412-C4C3-71C4-2A4A894F6279}"/>
                    </a:ext>
                  </a:extLst>
                </p14:cNvPr>
                <p14:cNvContentPartPr/>
                <p14:nvPr/>
              </p14:nvContentPartPr>
              <p14:xfrm>
                <a:off x="5909794" y="252051"/>
                <a:ext cx="77400" cy="85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5CE3F82-1412-C4C3-71C4-2A4A894F627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905474" y="247731"/>
                  <a:ext cx="86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75BE8F8-6653-D75B-B4B4-8EA9932BB793}"/>
                    </a:ext>
                  </a:extLst>
                </p14:cNvPr>
                <p14:cNvContentPartPr/>
                <p14:nvPr/>
              </p14:nvContentPartPr>
              <p14:xfrm>
                <a:off x="6036154" y="250251"/>
                <a:ext cx="118080" cy="73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75BE8F8-6653-D75B-B4B4-8EA9932BB79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31834" y="245931"/>
                  <a:ext cx="126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B604EDD-B7BB-59B0-65CF-A097B27900AC}"/>
                    </a:ext>
                  </a:extLst>
                </p14:cNvPr>
                <p14:cNvContentPartPr/>
                <p14:nvPr/>
              </p14:nvContentPartPr>
              <p14:xfrm>
                <a:off x="6166114" y="267891"/>
                <a:ext cx="58320" cy="70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B604EDD-B7BB-59B0-65CF-A097B27900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61794" y="263571"/>
                  <a:ext cx="66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8EE8D19-B115-558E-C399-7ED63FF63F96}"/>
                    </a:ext>
                  </a:extLst>
                </p14:cNvPr>
                <p14:cNvContentPartPr/>
                <p14:nvPr/>
              </p14:nvContentPartPr>
              <p14:xfrm>
                <a:off x="6331354" y="166011"/>
                <a:ext cx="61200" cy="170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8EE8D19-B115-558E-C399-7ED63FF63F9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27034" y="161691"/>
                  <a:ext cx="69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47BED03-DC63-3E6F-8D7F-0E71C5437E6B}"/>
                    </a:ext>
                  </a:extLst>
                </p14:cNvPr>
                <p14:cNvContentPartPr/>
                <p14:nvPr/>
              </p14:nvContentPartPr>
              <p14:xfrm>
                <a:off x="6304714" y="231891"/>
                <a:ext cx="162000" cy="5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47BED03-DC63-3E6F-8D7F-0E71C5437E6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300394" y="227571"/>
                  <a:ext cx="17064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DCA004C0-F8F5-ABF0-CE75-322EF4A8EE9B}"/>
              </a:ext>
            </a:extLst>
          </p:cNvPr>
          <p:cNvGrpSpPr/>
          <p:nvPr/>
        </p:nvGrpSpPr>
        <p:grpSpPr>
          <a:xfrm>
            <a:off x="7107154" y="151251"/>
            <a:ext cx="1057320" cy="247320"/>
            <a:chOff x="7107154" y="151251"/>
            <a:chExt cx="105732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B2E2CD9-CE5D-D387-32FF-AB3D59EFF5B0}"/>
                    </a:ext>
                  </a:extLst>
                </p14:cNvPr>
                <p14:cNvContentPartPr/>
                <p14:nvPr/>
              </p14:nvContentPartPr>
              <p14:xfrm>
                <a:off x="7107154" y="151251"/>
                <a:ext cx="154080" cy="117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B2E2CD9-CE5D-D387-32FF-AB3D59EFF5B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02834" y="146931"/>
                  <a:ext cx="162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6A0E8A3-FD03-E572-C4A9-451D9056F9FF}"/>
                    </a:ext>
                  </a:extLst>
                </p14:cNvPr>
                <p14:cNvContentPartPr/>
                <p14:nvPr/>
              </p14:nvContentPartPr>
              <p14:xfrm>
                <a:off x="7279594" y="158811"/>
                <a:ext cx="107640" cy="87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6A0E8A3-FD03-E572-C4A9-451D9056F9F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275274" y="154491"/>
                  <a:ext cx="116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773EAF6-B688-6F24-E114-2CCD699FA4DA}"/>
                    </a:ext>
                  </a:extLst>
                </p14:cNvPr>
                <p14:cNvContentPartPr/>
                <p14:nvPr/>
              </p14:nvContentPartPr>
              <p14:xfrm>
                <a:off x="7400194" y="301371"/>
                <a:ext cx="97920" cy="97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773EAF6-B688-6F24-E114-2CCD699FA4D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395874" y="297051"/>
                  <a:ext cx="106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D45BED0-8041-05B1-18B2-7C2518640705}"/>
                    </a:ext>
                  </a:extLst>
                </p14:cNvPr>
                <p14:cNvContentPartPr/>
                <p14:nvPr/>
              </p14:nvContentPartPr>
              <p14:xfrm>
                <a:off x="7628074" y="155211"/>
                <a:ext cx="143640" cy="137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D45BED0-8041-05B1-18B2-7C251864070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623754" y="150891"/>
                  <a:ext cx="152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0DE31E0-C7EE-A3E6-F76F-F6052358D729}"/>
                    </a:ext>
                  </a:extLst>
                </p14:cNvPr>
                <p14:cNvContentPartPr/>
                <p14:nvPr/>
              </p14:nvContentPartPr>
              <p14:xfrm>
                <a:off x="7714474" y="214251"/>
                <a:ext cx="78480" cy="124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0DE31E0-C7EE-A3E6-F76F-F6052358D7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710154" y="209931"/>
                  <a:ext cx="87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927D2B2-C41A-438A-80D3-ABCFBC9C2CFC}"/>
                    </a:ext>
                  </a:extLst>
                </p14:cNvPr>
                <p14:cNvContentPartPr/>
                <p14:nvPr/>
              </p14:nvContentPartPr>
              <p14:xfrm>
                <a:off x="7839754" y="188331"/>
                <a:ext cx="131400" cy="110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927D2B2-C41A-438A-80D3-ABCFBC9C2CF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835434" y="184011"/>
                  <a:ext cx="140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CEB0EB1-CE93-A02E-9361-C7ACE3A37F55}"/>
                    </a:ext>
                  </a:extLst>
                </p14:cNvPr>
                <p14:cNvContentPartPr/>
                <p14:nvPr/>
              </p14:nvContentPartPr>
              <p14:xfrm>
                <a:off x="8082754" y="292371"/>
                <a:ext cx="81720" cy="93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CEB0EB1-CE93-A02E-9361-C7ACE3A37F5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78434" y="288051"/>
                  <a:ext cx="903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06E82E9-737F-E371-B273-3F802817335C}"/>
              </a:ext>
            </a:extLst>
          </p:cNvPr>
          <p:cNvGrpSpPr/>
          <p:nvPr/>
        </p:nvGrpSpPr>
        <p:grpSpPr>
          <a:xfrm>
            <a:off x="8387674" y="104091"/>
            <a:ext cx="374400" cy="272160"/>
            <a:chOff x="8387674" y="104091"/>
            <a:chExt cx="37440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FF68D4E-0231-E0B1-B70E-845100E128AA}"/>
                    </a:ext>
                  </a:extLst>
                </p14:cNvPr>
                <p14:cNvContentPartPr/>
                <p14:nvPr/>
              </p14:nvContentPartPr>
              <p14:xfrm>
                <a:off x="8387674" y="149091"/>
                <a:ext cx="102600" cy="162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FF68D4E-0231-E0B1-B70E-845100E128A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383354" y="144771"/>
                  <a:ext cx="111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E855E5B-D16A-4A55-EC17-B948987ADE96}"/>
                    </a:ext>
                  </a:extLst>
                </p14:cNvPr>
                <p14:cNvContentPartPr/>
                <p14:nvPr/>
              </p14:nvContentPartPr>
              <p14:xfrm>
                <a:off x="8444194" y="104091"/>
                <a:ext cx="165240" cy="165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E855E5B-D16A-4A55-EC17-B948987ADE9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439874" y="99771"/>
                  <a:ext cx="173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EFCAB48-EF4C-BFF0-D9A8-13FA3E67FA14}"/>
                    </a:ext>
                  </a:extLst>
                </p14:cNvPr>
                <p14:cNvContentPartPr/>
                <p14:nvPr/>
              </p14:nvContentPartPr>
              <p14:xfrm>
                <a:off x="8689714" y="297051"/>
                <a:ext cx="72360" cy="79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EFCAB48-EF4C-BFF0-D9A8-13FA3E67FA1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685394" y="292731"/>
                  <a:ext cx="810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A30F241-EF4A-67A7-A7F6-7A240B9D31E6}"/>
              </a:ext>
            </a:extLst>
          </p:cNvPr>
          <p:cNvGrpSpPr/>
          <p:nvPr/>
        </p:nvGrpSpPr>
        <p:grpSpPr>
          <a:xfrm>
            <a:off x="9041794" y="126411"/>
            <a:ext cx="787680" cy="223560"/>
            <a:chOff x="9041794" y="126411"/>
            <a:chExt cx="7876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1DDE493-8DFE-E025-38C5-0D9367DB3B27}"/>
                    </a:ext>
                  </a:extLst>
                </p14:cNvPr>
                <p14:cNvContentPartPr/>
                <p14:nvPr/>
              </p14:nvContentPartPr>
              <p14:xfrm>
                <a:off x="9041794" y="151251"/>
                <a:ext cx="47520" cy="1458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1DDE493-8DFE-E025-38C5-0D9367DB3B2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037474" y="146931"/>
                  <a:ext cx="56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37BE1D4-417D-F46E-ADF2-B169EE976E55}"/>
                    </a:ext>
                  </a:extLst>
                </p14:cNvPr>
                <p14:cNvContentPartPr/>
                <p14:nvPr/>
              </p14:nvContentPartPr>
              <p14:xfrm>
                <a:off x="9191914" y="148371"/>
                <a:ext cx="132840" cy="1252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37BE1D4-417D-F46E-ADF2-B169EE976E5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187594" y="144051"/>
                  <a:ext cx="14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F5FB071-4947-F6E8-382A-AB1E86CF8388}"/>
                    </a:ext>
                  </a:extLst>
                </p14:cNvPr>
                <p14:cNvContentPartPr/>
                <p14:nvPr/>
              </p14:nvContentPartPr>
              <p14:xfrm>
                <a:off x="9402514" y="279051"/>
                <a:ext cx="72360" cy="70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F5FB071-4947-F6E8-382A-AB1E86CF838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398194" y="274731"/>
                  <a:ext cx="81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022D495-D57D-B140-AE3C-A6CE0E6BC181}"/>
                    </a:ext>
                  </a:extLst>
                </p14:cNvPr>
                <p14:cNvContentPartPr/>
                <p14:nvPr/>
              </p14:nvContentPartPr>
              <p14:xfrm>
                <a:off x="9643354" y="126411"/>
                <a:ext cx="186120" cy="178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022D495-D57D-B140-AE3C-A6CE0E6BC18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639034" y="122091"/>
                  <a:ext cx="19476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7833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E1FB76-0CD5-BE04-81D6-9805DCA8D760}"/>
                  </a:ext>
                </a:extLst>
              </p14:cNvPr>
              <p14:cNvContentPartPr/>
              <p14:nvPr/>
            </p14:nvContentPartPr>
            <p14:xfrm>
              <a:off x="2246627" y="325707"/>
              <a:ext cx="173880" cy="23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E1FB76-0CD5-BE04-81D6-9805DCA8D7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2307" y="321387"/>
                <a:ext cx="1825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C8C481-0AF1-1701-E3B3-ECF0DB620627}"/>
                  </a:ext>
                </a:extLst>
              </p14:cNvPr>
              <p14:cNvContentPartPr/>
              <p14:nvPr/>
            </p14:nvContentPartPr>
            <p14:xfrm>
              <a:off x="2646947" y="239307"/>
              <a:ext cx="248400" cy="272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C8C481-0AF1-1701-E3B3-ECF0DB6206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2627" y="234987"/>
                <a:ext cx="25704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5E1C7DA8-B05F-55FE-EA4A-41EBAF4C0029}"/>
              </a:ext>
            </a:extLst>
          </p:cNvPr>
          <p:cNvGrpSpPr/>
          <p:nvPr/>
        </p:nvGrpSpPr>
        <p:grpSpPr>
          <a:xfrm>
            <a:off x="5919707" y="419667"/>
            <a:ext cx="1446120" cy="2364480"/>
            <a:chOff x="5919707" y="419667"/>
            <a:chExt cx="1446120" cy="23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512D07-7CCD-E925-E50E-8992ECBB2046}"/>
                    </a:ext>
                  </a:extLst>
                </p14:cNvPr>
                <p14:cNvContentPartPr/>
                <p14:nvPr/>
              </p14:nvContentPartPr>
              <p14:xfrm>
                <a:off x="6431267" y="2023107"/>
                <a:ext cx="490320" cy="43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512D07-7CCD-E925-E50E-8992ECBB20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26947" y="2018787"/>
                  <a:ext cx="4989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81C9F3-DF4D-7C09-FD87-54B49617976A}"/>
                    </a:ext>
                  </a:extLst>
                </p14:cNvPr>
                <p14:cNvContentPartPr/>
                <p14:nvPr/>
              </p14:nvContentPartPr>
              <p14:xfrm>
                <a:off x="6784067" y="2357547"/>
                <a:ext cx="581760" cy="42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81C9F3-DF4D-7C09-FD87-54B4961797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79747" y="2353227"/>
                  <a:ext cx="5904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EB80B0-BCFD-AC22-2F6F-9441B070F594}"/>
                    </a:ext>
                  </a:extLst>
                </p14:cNvPr>
                <p14:cNvContentPartPr/>
                <p14:nvPr/>
              </p14:nvContentPartPr>
              <p14:xfrm>
                <a:off x="6802427" y="2556987"/>
                <a:ext cx="521640" cy="2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EB80B0-BCFD-AC22-2F6F-9441B070F5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98107" y="2552667"/>
                  <a:ext cx="530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3CFB79-FDE9-111F-7F53-8FCE63D877A3}"/>
                    </a:ext>
                  </a:extLst>
                </p14:cNvPr>
                <p14:cNvContentPartPr/>
                <p14:nvPr/>
              </p14:nvContentPartPr>
              <p14:xfrm>
                <a:off x="6988187" y="2690907"/>
                <a:ext cx="98280" cy="6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3CFB79-FDE9-111F-7F53-8FCE63D877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83867" y="2686587"/>
                  <a:ext cx="106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8E6AE2-0B26-9113-3DB1-7F0D2169F5FC}"/>
                    </a:ext>
                  </a:extLst>
                </p14:cNvPr>
                <p14:cNvContentPartPr/>
                <p14:nvPr/>
              </p14:nvContentPartPr>
              <p14:xfrm>
                <a:off x="5919707" y="481947"/>
                <a:ext cx="178560" cy="145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8E6AE2-0B26-9113-3DB1-7F0D2169F5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15387" y="477627"/>
                  <a:ext cx="187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A143ADD-F653-CE4A-043F-022D1C96661D}"/>
                    </a:ext>
                  </a:extLst>
                </p14:cNvPr>
                <p14:cNvContentPartPr/>
                <p14:nvPr/>
              </p14:nvContentPartPr>
              <p14:xfrm>
                <a:off x="6099707" y="519027"/>
                <a:ext cx="105480" cy="91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A143ADD-F653-CE4A-043F-022D1C9666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95387" y="514707"/>
                  <a:ext cx="114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709616-1F7D-8E6A-FF17-11C7FDBF170D}"/>
                    </a:ext>
                  </a:extLst>
                </p14:cNvPr>
                <p14:cNvContentPartPr/>
                <p14:nvPr/>
              </p14:nvContentPartPr>
              <p14:xfrm>
                <a:off x="6279347" y="524067"/>
                <a:ext cx="95760" cy="85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709616-1F7D-8E6A-FF17-11C7FDBF17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5027" y="519747"/>
                  <a:ext cx="104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2B0F52-652B-B9C8-EAEA-5929B729D99E}"/>
                    </a:ext>
                  </a:extLst>
                </p14:cNvPr>
                <p14:cNvContentPartPr/>
                <p14:nvPr/>
              </p14:nvContentPartPr>
              <p14:xfrm>
                <a:off x="6492827" y="419667"/>
                <a:ext cx="98280" cy="18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2B0F52-652B-B9C8-EAEA-5929B729D9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8507" y="415347"/>
                  <a:ext cx="106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1FA04C-A5D9-7F55-E9A5-FA8FDC3D3D1D}"/>
                    </a:ext>
                  </a:extLst>
                </p14:cNvPr>
                <p14:cNvContentPartPr/>
                <p14:nvPr/>
              </p14:nvContentPartPr>
              <p14:xfrm>
                <a:off x="6462227" y="503907"/>
                <a:ext cx="171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1FA04C-A5D9-7F55-E9A5-FA8FDC3D3D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57907" y="499587"/>
                  <a:ext cx="180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F70274-FBA6-7519-F430-EF084BFEE384}"/>
                    </a:ext>
                  </a:extLst>
                </p14:cNvPr>
                <p14:cNvContentPartPr/>
                <p14:nvPr/>
              </p14:nvContentPartPr>
              <p14:xfrm>
                <a:off x="6909347" y="492747"/>
                <a:ext cx="230040" cy="314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F70274-FBA6-7519-F430-EF084BFEE3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05027" y="488427"/>
                  <a:ext cx="238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0FE4FB-5A9F-F49D-A380-5C22BEC2AFD6}"/>
                    </a:ext>
                  </a:extLst>
                </p14:cNvPr>
                <p14:cNvContentPartPr/>
                <p14:nvPr/>
              </p14:nvContentPartPr>
              <p14:xfrm>
                <a:off x="6981347" y="740067"/>
                <a:ext cx="121680" cy="81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0FE4FB-5A9F-F49D-A380-5C22BEC2AF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77027" y="735747"/>
                  <a:ext cx="130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70FBA1-42DE-A7FC-BDEB-EAEA9BEEAE0B}"/>
                    </a:ext>
                  </a:extLst>
                </p14:cNvPr>
                <p14:cNvContentPartPr/>
                <p14:nvPr/>
              </p14:nvContentPartPr>
              <p14:xfrm>
                <a:off x="7068827" y="759867"/>
                <a:ext cx="101880" cy="8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70FBA1-42DE-A7FC-BDEB-EAEA9BEEAE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64507" y="755547"/>
                  <a:ext cx="110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9E615B-50B3-F7C8-B14B-3B1B8DD6D862}"/>
                    </a:ext>
                  </a:extLst>
                </p14:cNvPr>
                <p14:cNvContentPartPr/>
                <p14:nvPr/>
              </p14:nvContentPartPr>
              <p14:xfrm>
                <a:off x="6725387" y="879387"/>
                <a:ext cx="580320" cy="42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9E615B-50B3-F7C8-B14B-3B1B8DD6D8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21067" y="875067"/>
                  <a:ext cx="5889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221D5F-33A8-7D3C-7A20-777C538AC125}"/>
                    </a:ext>
                  </a:extLst>
                </p14:cNvPr>
                <p14:cNvContentPartPr/>
                <p14:nvPr/>
              </p14:nvContentPartPr>
              <p14:xfrm>
                <a:off x="6400307" y="1259547"/>
                <a:ext cx="483840" cy="395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221D5F-33A8-7D3C-7A20-777C538AC1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95987" y="1255227"/>
                  <a:ext cx="4924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E25A04-DA49-4D38-1EA2-6C965EE1126E}"/>
                    </a:ext>
                  </a:extLst>
                </p14:cNvPr>
                <p14:cNvContentPartPr/>
                <p14:nvPr/>
              </p14:nvContentPartPr>
              <p14:xfrm>
                <a:off x="5976947" y="1631067"/>
                <a:ext cx="470160" cy="483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E25A04-DA49-4D38-1EA2-6C965EE112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72627" y="1626747"/>
                  <a:ext cx="47880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B4B3C2-00B5-87B1-8306-0DCAFBF002F8}"/>
                    </a:ext>
                  </a:extLst>
                </p14:cNvPr>
                <p14:cNvContentPartPr/>
                <p14:nvPr/>
              </p14:nvContentPartPr>
              <p14:xfrm>
                <a:off x="6284027" y="1225707"/>
                <a:ext cx="196200" cy="194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B4B3C2-00B5-87B1-8306-0DCAFBF002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79707" y="1221387"/>
                  <a:ext cx="204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D54A61-E482-D058-F212-90DD2C6CB27B}"/>
                    </a:ext>
                  </a:extLst>
                </p14:cNvPr>
                <p14:cNvContentPartPr/>
                <p14:nvPr/>
              </p14:nvContentPartPr>
              <p14:xfrm>
                <a:off x="6711347" y="1916547"/>
                <a:ext cx="189720" cy="19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D54A61-E482-D058-F212-90DD2C6CB2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07027" y="1912227"/>
                  <a:ext cx="198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50FD89-4102-D2D2-E2FF-230FAE013653}"/>
                    </a:ext>
                  </a:extLst>
                </p14:cNvPr>
                <p14:cNvContentPartPr/>
                <p14:nvPr/>
              </p14:nvContentPartPr>
              <p14:xfrm>
                <a:off x="6801707" y="1128867"/>
                <a:ext cx="467640" cy="33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50FD89-4102-D2D2-E2FF-230FAE0136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97387" y="1124547"/>
                  <a:ext cx="476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171CCD-6D27-77EC-3574-7AAAA269A710}"/>
                    </a:ext>
                  </a:extLst>
                </p14:cNvPr>
                <p14:cNvContentPartPr/>
                <p14:nvPr/>
              </p14:nvContentPartPr>
              <p14:xfrm>
                <a:off x="6734027" y="1132107"/>
                <a:ext cx="18180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171CCD-6D27-77EC-3574-7AAAA269A7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29707" y="1127787"/>
                  <a:ext cx="190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A5A101-AA9B-370F-3E83-F8F5E7D7E7EE}"/>
                    </a:ext>
                  </a:extLst>
                </p14:cNvPr>
                <p14:cNvContentPartPr/>
                <p14:nvPr/>
              </p14:nvContentPartPr>
              <p14:xfrm>
                <a:off x="5977667" y="1941387"/>
                <a:ext cx="436680" cy="2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A5A101-AA9B-370F-3E83-F8F5E7D7E7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73347" y="1937067"/>
                  <a:ext cx="445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C6D1425-32EC-28FA-4BB5-49EEDB94055A}"/>
                    </a:ext>
                  </a:extLst>
                </p14:cNvPr>
                <p14:cNvContentPartPr/>
                <p14:nvPr/>
              </p14:nvContentPartPr>
              <p14:xfrm>
                <a:off x="6248387" y="2002227"/>
                <a:ext cx="7920" cy="7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C6D1425-32EC-28FA-4BB5-49EEDB9405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4067" y="1997907"/>
                  <a:ext cx="16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025E57-F413-AAAF-F435-32837631F808}"/>
                    </a:ext>
                  </a:extLst>
                </p14:cNvPr>
                <p14:cNvContentPartPr/>
                <p14:nvPr/>
              </p14:nvContentPartPr>
              <p14:xfrm>
                <a:off x="6909347" y="1215987"/>
                <a:ext cx="52200" cy="9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025E57-F413-AAAF-F435-32837631F8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05027" y="1211667"/>
                  <a:ext cx="608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113F64-3A23-66B4-BDAD-68FDC5EF633C}"/>
                    </a:ext>
                  </a:extLst>
                </p14:cNvPr>
                <p14:cNvContentPartPr/>
                <p14:nvPr/>
              </p14:nvContentPartPr>
              <p14:xfrm>
                <a:off x="7000427" y="1190787"/>
                <a:ext cx="102240" cy="75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113F64-3A23-66B4-BDAD-68FDC5EF63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96107" y="1186467"/>
                  <a:ext cx="110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2BCA63-3CD3-6321-80BA-FFAD5A5C999F}"/>
                    </a:ext>
                  </a:extLst>
                </p14:cNvPr>
                <p14:cNvContentPartPr/>
                <p14:nvPr/>
              </p14:nvContentPartPr>
              <p14:xfrm>
                <a:off x="6967307" y="943640"/>
                <a:ext cx="97200" cy="15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2BCA63-3CD3-6321-80BA-FFAD5A5C99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2987" y="939320"/>
                  <a:ext cx="105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22F72C2-4A68-8262-16FA-326F809F4636}"/>
                    </a:ext>
                  </a:extLst>
                </p14:cNvPr>
                <p14:cNvContentPartPr/>
                <p14:nvPr/>
              </p14:nvContentPartPr>
              <p14:xfrm>
                <a:off x="6988907" y="947240"/>
                <a:ext cx="108720" cy="6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22F72C2-4A68-8262-16FA-326F809F46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84587" y="942920"/>
                  <a:ext cx="117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DC7B2B-338E-DCBA-F969-426C65BBB077}"/>
                    </a:ext>
                  </a:extLst>
                </p14:cNvPr>
                <p14:cNvContentPartPr/>
                <p14:nvPr/>
              </p14:nvContentPartPr>
              <p14:xfrm>
                <a:off x="6125267" y="1739960"/>
                <a:ext cx="123120" cy="161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DC7B2B-338E-DCBA-F969-426C65BBB07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20947" y="1735640"/>
                  <a:ext cx="131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DC26D8-2751-170E-C82A-55B8654CF253}"/>
                    </a:ext>
                  </a:extLst>
                </p14:cNvPr>
                <p14:cNvContentPartPr/>
                <p14:nvPr/>
              </p14:nvContentPartPr>
              <p14:xfrm>
                <a:off x="6998987" y="2395880"/>
                <a:ext cx="169560" cy="10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DC26D8-2751-170E-C82A-55B8654CF2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94667" y="2391560"/>
                  <a:ext cx="178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A88619-E7A1-486B-C9C8-7E75E08770BA}"/>
                    </a:ext>
                  </a:extLst>
                </p14:cNvPr>
                <p14:cNvContentPartPr/>
                <p14:nvPr/>
              </p14:nvContentPartPr>
              <p14:xfrm>
                <a:off x="7093307" y="2441600"/>
                <a:ext cx="12600" cy="137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A88619-E7A1-486B-C9C8-7E75E08770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8987" y="2437280"/>
                  <a:ext cx="2124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69B21C9-0EF9-A458-6861-00D36A2616CC}"/>
                  </a:ext>
                </a:extLst>
              </p14:cNvPr>
              <p14:cNvContentPartPr/>
              <p14:nvPr/>
            </p14:nvContentPartPr>
            <p14:xfrm>
              <a:off x="5993507" y="2405600"/>
              <a:ext cx="864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69B21C9-0EF9-A458-6861-00D36A2616C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89187" y="2401280"/>
                <a:ext cx="172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B7D2BB6-8776-8371-914A-1FC9DA16E6F0}"/>
                  </a:ext>
                </a:extLst>
              </p14:cNvPr>
              <p14:cNvContentPartPr/>
              <p14:nvPr/>
            </p14:nvContentPartPr>
            <p14:xfrm>
              <a:off x="6350267" y="1905920"/>
              <a:ext cx="293040" cy="488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B7D2BB6-8776-8371-914A-1FC9DA16E6F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45947" y="1901600"/>
                <a:ext cx="301680" cy="49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0735BC4F-F773-4FD2-AAC7-83FE2B133A19}"/>
              </a:ext>
            </a:extLst>
          </p:cNvPr>
          <p:cNvGrpSpPr/>
          <p:nvPr/>
        </p:nvGrpSpPr>
        <p:grpSpPr>
          <a:xfrm>
            <a:off x="6563027" y="1202480"/>
            <a:ext cx="413640" cy="414000"/>
            <a:chOff x="6563027" y="1202480"/>
            <a:chExt cx="41364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D4D39F-9793-ADB3-0234-CEC9570F7F1E}"/>
                    </a:ext>
                  </a:extLst>
                </p14:cNvPr>
                <p14:cNvContentPartPr/>
                <p14:nvPr/>
              </p14:nvContentPartPr>
              <p14:xfrm>
                <a:off x="6563027" y="1202480"/>
                <a:ext cx="327240" cy="372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D4D39F-9793-ADB3-0234-CEC9570F7F1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58707" y="1198160"/>
                  <a:ext cx="335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B71E05-0854-AD5A-E4E3-BA3463390DE3}"/>
                    </a:ext>
                  </a:extLst>
                </p14:cNvPr>
                <p14:cNvContentPartPr/>
                <p14:nvPr/>
              </p14:nvContentPartPr>
              <p14:xfrm>
                <a:off x="6808187" y="1499480"/>
                <a:ext cx="168480" cy="11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B71E05-0854-AD5A-E4E3-BA3463390D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03867" y="1495160"/>
                  <a:ext cx="17712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A8A07ED-7BB2-4809-B3EC-2468C24B4DE2}"/>
              </a:ext>
            </a:extLst>
          </p:cNvPr>
          <p:cNvGrpSpPr/>
          <p:nvPr/>
        </p:nvGrpSpPr>
        <p:grpSpPr>
          <a:xfrm>
            <a:off x="2039627" y="701360"/>
            <a:ext cx="2408760" cy="353160"/>
            <a:chOff x="2039627" y="701360"/>
            <a:chExt cx="24087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B2D890-8BB1-0C2D-B7BC-556D1B68A9C0}"/>
                    </a:ext>
                  </a:extLst>
                </p14:cNvPr>
                <p14:cNvContentPartPr/>
                <p14:nvPr/>
              </p14:nvContentPartPr>
              <p14:xfrm>
                <a:off x="2205947" y="812240"/>
                <a:ext cx="13320" cy="140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B2D890-8BB1-0C2D-B7BC-556D1B68A9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01627" y="807920"/>
                  <a:ext cx="21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4948C8-2CEA-33B5-7836-092EB74C87A8}"/>
                    </a:ext>
                  </a:extLst>
                </p14:cNvPr>
                <p14:cNvContentPartPr/>
                <p14:nvPr/>
              </p14:nvContentPartPr>
              <p14:xfrm>
                <a:off x="2039627" y="800360"/>
                <a:ext cx="286560" cy="254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4948C8-2CEA-33B5-7836-092EB74C87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35307" y="796040"/>
                  <a:ext cx="295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F0E122-73BD-08D7-0C9F-AF55C3AE61E6}"/>
                    </a:ext>
                  </a:extLst>
                </p14:cNvPr>
                <p14:cNvContentPartPr/>
                <p14:nvPr/>
              </p14:nvContentPartPr>
              <p14:xfrm>
                <a:off x="2351027" y="919880"/>
                <a:ext cx="362520" cy="106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F0E122-73BD-08D7-0C9F-AF55C3AE61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46707" y="915560"/>
                  <a:ext cx="371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CA710E-0067-30E2-6134-D6B2F4C76657}"/>
                    </a:ext>
                  </a:extLst>
                </p14:cNvPr>
                <p14:cNvContentPartPr/>
                <p14:nvPr/>
              </p14:nvContentPartPr>
              <p14:xfrm>
                <a:off x="2701307" y="777680"/>
                <a:ext cx="104400" cy="21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CA710E-0067-30E2-6134-D6B2F4C766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96987" y="773360"/>
                  <a:ext cx="113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CFB4FE-1B7D-A256-6237-FCAB040FEBA9}"/>
                    </a:ext>
                  </a:extLst>
                </p14:cNvPr>
                <p14:cNvContentPartPr/>
                <p14:nvPr/>
              </p14:nvContentPartPr>
              <p14:xfrm>
                <a:off x="2845307" y="740240"/>
                <a:ext cx="140400" cy="22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CFB4FE-1B7D-A256-6237-FCAB040FEB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0987" y="735920"/>
                  <a:ext cx="149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CEDA06-C942-4FD1-69FA-B816C2ABA9DF}"/>
                    </a:ext>
                  </a:extLst>
                </p14:cNvPr>
                <p14:cNvContentPartPr/>
                <p14:nvPr/>
              </p14:nvContentPartPr>
              <p14:xfrm>
                <a:off x="2932427" y="905480"/>
                <a:ext cx="174240" cy="72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CEDA06-C942-4FD1-69FA-B816C2ABA9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28107" y="901160"/>
                  <a:ext cx="182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C65C64-AA6A-56A0-0C93-E6C2DB2FD21A}"/>
                    </a:ext>
                  </a:extLst>
                </p14:cNvPr>
                <p14:cNvContentPartPr/>
                <p14:nvPr/>
              </p14:nvContentPartPr>
              <p14:xfrm>
                <a:off x="3279107" y="701360"/>
                <a:ext cx="250200" cy="30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C65C64-AA6A-56A0-0C93-E6C2DB2FD21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74787" y="697040"/>
                  <a:ext cx="258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6C0338-92FE-A682-40E7-DC71782D3364}"/>
                    </a:ext>
                  </a:extLst>
                </p14:cNvPr>
                <p14:cNvContentPartPr/>
                <p14:nvPr/>
              </p14:nvContentPartPr>
              <p14:xfrm>
                <a:off x="3466307" y="905120"/>
                <a:ext cx="111600" cy="86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6C0338-92FE-A682-40E7-DC71782D336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61987" y="900800"/>
                  <a:ext cx="120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2A22AF-790E-BBC0-5963-D21F849F489D}"/>
                    </a:ext>
                  </a:extLst>
                </p14:cNvPr>
                <p14:cNvContentPartPr/>
                <p14:nvPr/>
              </p14:nvContentPartPr>
              <p14:xfrm>
                <a:off x="3632627" y="788480"/>
                <a:ext cx="177120" cy="21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2A22AF-790E-BBC0-5963-D21F849F48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28307" y="784160"/>
                  <a:ext cx="185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9ED396-DCC0-2FA2-C306-B2834CCC9ECB}"/>
                    </a:ext>
                  </a:extLst>
                </p14:cNvPr>
                <p14:cNvContentPartPr/>
                <p14:nvPr/>
              </p14:nvContentPartPr>
              <p14:xfrm>
                <a:off x="3638027" y="906200"/>
                <a:ext cx="284760" cy="70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9ED396-DCC0-2FA2-C306-B2834CCC9EC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33707" y="901880"/>
                  <a:ext cx="293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C53FD2-96B2-A77D-F9BE-0CE34E14F3F6}"/>
                    </a:ext>
                  </a:extLst>
                </p14:cNvPr>
                <p14:cNvContentPartPr/>
                <p14:nvPr/>
              </p14:nvContentPartPr>
              <p14:xfrm>
                <a:off x="3907307" y="754640"/>
                <a:ext cx="164520" cy="236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2C53FD2-96B2-A77D-F9BE-0CE34E14F3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02987" y="750320"/>
                  <a:ext cx="173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DF4A97-8B5C-3B2E-A609-BEAAF84AFF0D}"/>
                    </a:ext>
                  </a:extLst>
                </p14:cNvPr>
                <p14:cNvContentPartPr/>
                <p14:nvPr/>
              </p14:nvContentPartPr>
              <p14:xfrm>
                <a:off x="3902987" y="906560"/>
                <a:ext cx="195480" cy="83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DF4A97-8B5C-3B2E-A609-BEAAF84AFF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98667" y="902240"/>
                  <a:ext cx="204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02A3C84-4826-E109-7120-713F955D6C2F}"/>
                    </a:ext>
                  </a:extLst>
                </p14:cNvPr>
                <p14:cNvContentPartPr/>
                <p14:nvPr/>
              </p14:nvContentPartPr>
              <p14:xfrm>
                <a:off x="4135187" y="761120"/>
                <a:ext cx="10800" cy="10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02A3C84-4826-E109-7120-713F955D6C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0867" y="756800"/>
                  <a:ext cx="1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D6C571C-5AEE-BE98-D7DB-08B57C663802}"/>
                    </a:ext>
                  </a:extLst>
                </p14:cNvPr>
                <p14:cNvContentPartPr/>
                <p14:nvPr/>
              </p14:nvContentPartPr>
              <p14:xfrm>
                <a:off x="4149947" y="920240"/>
                <a:ext cx="298440" cy="10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D6C571C-5AEE-BE98-D7DB-08B57C6638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45627" y="915920"/>
                  <a:ext cx="3070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F82E82E-B457-E9E6-C591-C9F57EB1DF12}"/>
              </a:ext>
            </a:extLst>
          </p:cNvPr>
          <p:cNvGrpSpPr/>
          <p:nvPr/>
        </p:nvGrpSpPr>
        <p:grpSpPr>
          <a:xfrm>
            <a:off x="2462267" y="2385800"/>
            <a:ext cx="2284200" cy="2171160"/>
            <a:chOff x="2462267" y="2385800"/>
            <a:chExt cx="2284200" cy="21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B8405B-F22E-EF0C-F81A-2183D36D4646}"/>
                    </a:ext>
                  </a:extLst>
                </p14:cNvPr>
                <p14:cNvContentPartPr/>
                <p14:nvPr/>
              </p14:nvContentPartPr>
              <p14:xfrm>
                <a:off x="2462267" y="2508200"/>
                <a:ext cx="163800" cy="155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B8405B-F22E-EF0C-F81A-2183D36D46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57947" y="2503880"/>
                  <a:ext cx="172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96908E-B933-480F-24FD-D82AC89A8BC9}"/>
                    </a:ext>
                  </a:extLst>
                </p14:cNvPr>
                <p14:cNvContentPartPr/>
                <p14:nvPr/>
              </p14:nvContentPartPr>
              <p14:xfrm>
                <a:off x="2704187" y="2523680"/>
                <a:ext cx="67320" cy="103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96908E-B933-480F-24FD-D82AC89A8B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9867" y="2519360"/>
                  <a:ext cx="75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D78BCF-7DC7-AAC2-4F1B-D6D5B69AD074}"/>
                    </a:ext>
                  </a:extLst>
                </p14:cNvPr>
                <p14:cNvContentPartPr/>
                <p14:nvPr/>
              </p14:nvContentPartPr>
              <p14:xfrm>
                <a:off x="2848907" y="2516120"/>
                <a:ext cx="72360" cy="94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D78BCF-7DC7-AAC2-4F1B-D6D5B69AD0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44587" y="2511800"/>
                  <a:ext cx="81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639E6D-330F-42B9-BE69-63B0AEEC4763}"/>
                    </a:ext>
                  </a:extLst>
                </p14:cNvPr>
                <p14:cNvContentPartPr/>
                <p14:nvPr/>
              </p14:nvContentPartPr>
              <p14:xfrm>
                <a:off x="3123947" y="2385800"/>
                <a:ext cx="75600" cy="168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639E6D-330F-42B9-BE69-63B0AEEC47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19627" y="2381480"/>
                  <a:ext cx="84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7DD1F49-30CC-3845-C08C-0A9A077BB588}"/>
                    </a:ext>
                  </a:extLst>
                </p14:cNvPr>
                <p14:cNvContentPartPr/>
                <p14:nvPr/>
              </p14:nvContentPartPr>
              <p14:xfrm>
                <a:off x="3107387" y="2460320"/>
                <a:ext cx="159120" cy="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7DD1F49-30CC-3845-C08C-0A9A077BB5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03067" y="2456000"/>
                  <a:ext cx="16776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EC8403-2F11-39AE-2233-75757CED883B}"/>
                    </a:ext>
                  </a:extLst>
                </p14:cNvPr>
                <p14:cNvContentPartPr/>
                <p14:nvPr/>
              </p14:nvContentPartPr>
              <p14:xfrm>
                <a:off x="3481427" y="2465000"/>
                <a:ext cx="237600" cy="289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EC8403-2F11-39AE-2233-75757CED88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77107" y="2460680"/>
                  <a:ext cx="246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E120E0-FE4C-2083-E0F9-8AC29C0A7425}"/>
                    </a:ext>
                  </a:extLst>
                </p14:cNvPr>
                <p14:cNvContentPartPr/>
                <p14:nvPr/>
              </p14:nvContentPartPr>
              <p14:xfrm>
                <a:off x="3578627" y="2690000"/>
                <a:ext cx="104760" cy="82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E120E0-FE4C-2083-E0F9-8AC29C0A74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74307" y="2685680"/>
                  <a:ext cx="113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EBBC00-2E87-215C-9B91-07F5E9C34875}"/>
                    </a:ext>
                  </a:extLst>
                </p14:cNvPr>
                <p14:cNvContentPartPr/>
                <p14:nvPr/>
              </p14:nvContentPartPr>
              <p14:xfrm>
                <a:off x="3684467" y="2678120"/>
                <a:ext cx="113040" cy="80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EBBC00-2E87-215C-9B91-07F5E9C348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80147" y="2673800"/>
                  <a:ext cx="121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1D23DD4-6227-3102-2D69-D892A5D97671}"/>
                    </a:ext>
                  </a:extLst>
                </p14:cNvPr>
                <p14:cNvContentPartPr/>
                <p14:nvPr/>
              </p14:nvContentPartPr>
              <p14:xfrm>
                <a:off x="3320507" y="2688920"/>
                <a:ext cx="713880" cy="623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1D23DD4-6227-3102-2D69-D892A5D9767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16187" y="2684600"/>
                  <a:ext cx="72252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A6CE1F4-CFA4-35AB-4BF3-76D74696538F}"/>
                    </a:ext>
                  </a:extLst>
                </p14:cNvPr>
                <p14:cNvContentPartPr/>
                <p14:nvPr/>
              </p14:nvContentPartPr>
              <p14:xfrm>
                <a:off x="3560267" y="2844440"/>
                <a:ext cx="186480" cy="122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A6CE1F4-CFA4-35AB-4BF3-76D74696538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5947" y="2840120"/>
                  <a:ext cx="195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F6E039E-9B45-EAA4-D092-6E03ED56C690}"/>
                    </a:ext>
                  </a:extLst>
                </p14:cNvPr>
                <p14:cNvContentPartPr/>
                <p14:nvPr/>
              </p14:nvContentPartPr>
              <p14:xfrm>
                <a:off x="3656027" y="2913560"/>
                <a:ext cx="38160" cy="149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F6E039E-9B45-EAA4-D092-6E03ED56C6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51707" y="2909240"/>
                  <a:ext cx="46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6B03F8-27FE-5F83-928E-AA087BB01757}"/>
                    </a:ext>
                  </a:extLst>
                </p14:cNvPr>
                <p14:cNvContentPartPr/>
                <p14:nvPr/>
              </p14:nvContentPartPr>
              <p14:xfrm>
                <a:off x="3288107" y="3118760"/>
                <a:ext cx="660240" cy="13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6B03F8-27FE-5F83-928E-AA087BB017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83787" y="3114440"/>
                  <a:ext cx="668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04BEB55-FB91-C693-8856-82A1A3D2E6AD}"/>
                    </a:ext>
                  </a:extLst>
                </p14:cNvPr>
                <p14:cNvContentPartPr/>
                <p14:nvPr/>
              </p14:nvContentPartPr>
              <p14:xfrm>
                <a:off x="3070667" y="3270320"/>
                <a:ext cx="367920" cy="414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04BEB55-FB91-C693-8856-82A1A3D2E6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66347" y="3266000"/>
                  <a:ext cx="3765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B387EE-EA70-4F7C-7B2F-5009581B1B05}"/>
                    </a:ext>
                  </a:extLst>
                </p14:cNvPr>
                <p14:cNvContentPartPr/>
                <p14:nvPr/>
              </p14:nvContentPartPr>
              <p14:xfrm>
                <a:off x="2509067" y="3669920"/>
                <a:ext cx="847800" cy="86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B387EE-EA70-4F7C-7B2F-5009581B1B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04747" y="3665600"/>
                  <a:ext cx="85644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4F89F1F-83DB-B35C-40B6-75A254FA9619}"/>
                    </a:ext>
                  </a:extLst>
                </p14:cNvPr>
                <p14:cNvContentPartPr/>
                <p14:nvPr/>
              </p14:nvContentPartPr>
              <p14:xfrm>
                <a:off x="2500067" y="4262120"/>
                <a:ext cx="842760" cy="47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4F89F1F-83DB-B35C-40B6-75A254FA96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95747" y="4257800"/>
                  <a:ext cx="851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FC3F61-F6A2-F798-2664-7D712619A19F}"/>
                    </a:ext>
                  </a:extLst>
                </p14:cNvPr>
                <p14:cNvContentPartPr/>
                <p14:nvPr/>
              </p14:nvContentPartPr>
              <p14:xfrm>
                <a:off x="3837467" y="3258080"/>
                <a:ext cx="12240" cy="14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FC3F61-F6A2-F798-2664-7D712619A19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33147" y="3253760"/>
                  <a:ext cx="2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6765C4D-DE5D-E7D8-A391-6C03BD3D9425}"/>
                    </a:ext>
                  </a:extLst>
                </p14:cNvPr>
                <p14:cNvContentPartPr/>
                <p14:nvPr/>
              </p14:nvContentPartPr>
              <p14:xfrm>
                <a:off x="2801027" y="3899240"/>
                <a:ext cx="176400" cy="158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6765C4D-DE5D-E7D8-A391-6C03BD3D942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96707" y="3894920"/>
                  <a:ext cx="185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C9C8922-FC98-FA05-06ED-CFA33582FC1A}"/>
                    </a:ext>
                  </a:extLst>
                </p14:cNvPr>
                <p14:cNvContentPartPr/>
                <p14:nvPr/>
              </p14:nvContentPartPr>
              <p14:xfrm>
                <a:off x="3798227" y="3244400"/>
                <a:ext cx="376560" cy="537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C9C8922-FC98-FA05-06ED-CFA33582FC1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93907" y="3240080"/>
                  <a:ext cx="38520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E7DB2B7-703B-6A76-341A-48F1A056FE91}"/>
                    </a:ext>
                  </a:extLst>
                </p14:cNvPr>
                <p14:cNvContentPartPr/>
                <p14:nvPr/>
              </p14:nvContentPartPr>
              <p14:xfrm>
                <a:off x="3905147" y="3738680"/>
                <a:ext cx="825840" cy="818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E7DB2B7-703B-6A76-341A-48F1A056FE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00827" y="3734360"/>
                  <a:ext cx="83448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DA7D41-1E74-3352-6EA6-6BCED2F7F77A}"/>
                    </a:ext>
                  </a:extLst>
                </p14:cNvPr>
                <p14:cNvContentPartPr/>
                <p14:nvPr/>
              </p14:nvContentPartPr>
              <p14:xfrm>
                <a:off x="4196027" y="3890240"/>
                <a:ext cx="159120" cy="141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DA7D41-1E74-3352-6EA6-6BCED2F7F7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91707" y="3885920"/>
                  <a:ext cx="167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CDDC5F4-2EC5-DD9A-149E-5A12D73C14DD}"/>
                    </a:ext>
                  </a:extLst>
                </p14:cNvPr>
                <p14:cNvContentPartPr/>
                <p14:nvPr/>
              </p14:nvContentPartPr>
              <p14:xfrm>
                <a:off x="4284947" y="3879800"/>
                <a:ext cx="161280" cy="43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CDDC5F4-2EC5-DD9A-149E-5A12D73C14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80627" y="3875480"/>
                  <a:ext cx="169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03E4DE-D0FB-60A9-2258-0E763F58DCCA}"/>
                    </a:ext>
                  </a:extLst>
                </p14:cNvPr>
                <p14:cNvContentPartPr/>
                <p14:nvPr/>
              </p14:nvContentPartPr>
              <p14:xfrm>
                <a:off x="3923147" y="4209920"/>
                <a:ext cx="823320" cy="39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03E4DE-D0FB-60A9-2258-0E763F58DC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18827" y="4205600"/>
                  <a:ext cx="831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E9B964-D215-9C01-319D-FA55D42CD612}"/>
                    </a:ext>
                  </a:extLst>
                </p14:cNvPr>
                <p14:cNvContentPartPr/>
                <p14:nvPr/>
              </p14:nvContentPartPr>
              <p14:xfrm>
                <a:off x="4221947" y="4328000"/>
                <a:ext cx="12600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E9B964-D215-9C01-319D-FA55D42CD6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17627" y="4323680"/>
                  <a:ext cx="134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59A51D5-5211-B0AC-9169-CCE73084F5FE}"/>
                    </a:ext>
                  </a:extLst>
                </p14:cNvPr>
                <p14:cNvContentPartPr/>
                <p14:nvPr/>
              </p14:nvContentPartPr>
              <p14:xfrm>
                <a:off x="2747027" y="4327640"/>
                <a:ext cx="127440" cy="125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59A51D5-5211-B0AC-9169-CCE73084F5F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42707" y="4323320"/>
                  <a:ext cx="136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A574BB-D2C8-9F11-5D5B-78659AEF1E1D}"/>
                    </a:ext>
                  </a:extLst>
                </p14:cNvPr>
                <p14:cNvContentPartPr/>
                <p14:nvPr/>
              </p14:nvContentPartPr>
              <p14:xfrm>
                <a:off x="3516707" y="3181400"/>
                <a:ext cx="94680" cy="100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A574BB-D2C8-9F11-5D5B-78659AEF1E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12387" y="3177080"/>
                  <a:ext cx="103320" cy="10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0103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85069-38EE-8491-1B6E-820F38CFDABB}"/>
              </a:ext>
            </a:extLst>
          </p:cNvPr>
          <p:cNvSpPr txBox="1"/>
          <p:nvPr/>
        </p:nvSpPr>
        <p:spPr>
          <a:xfrm>
            <a:off x="635000" y="465667"/>
            <a:ext cx="71712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30, 10, 20, 40, 50, 25, 5, 3, 4, 35, 45, and 2</a:t>
            </a:r>
            <a:endParaRPr lang="en-ZA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5F70718-B82B-24A2-F5C2-A7CCFBDAA076}"/>
                  </a:ext>
                </a:extLst>
              </p14:cNvPr>
              <p14:cNvContentPartPr/>
              <p14:nvPr/>
            </p14:nvContentPartPr>
            <p14:xfrm>
              <a:off x="4782467" y="2590467"/>
              <a:ext cx="13244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5F70718-B82B-24A2-F5C2-A7CCFBDAA0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8147" y="2581827"/>
                <a:ext cx="1333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E55BC0-43E0-2E84-2850-05311B414DE7}"/>
                  </a:ext>
                </a:extLst>
              </p14:cNvPr>
              <p14:cNvContentPartPr/>
              <p14:nvPr/>
            </p14:nvContentPartPr>
            <p14:xfrm>
              <a:off x="4829987" y="1950387"/>
              <a:ext cx="527760" cy="496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E55BC0-43E0-2E84-2850-05311B414D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25667" y="1946067"/>
                <a:ext cx="53640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387755B-C436-DC3D-DEEB-E4B6CBD8BAF1}"/>
                  </a:ext>
                </a:extLst>
              </p14:cNvPr>
              <p14:cNvContentPartPr/>
              <p14:nvPr/>
            </p14:nvContentPartPr>
            <p14:xfrm>
              <a:off x="5196467" y="2346747"/>
              <a:ext cx="127440" cy="170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387755B-C436-DC3D-DEEB-E4B6CBD8BA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92147" y="2342427"/>
                <a:ext cx="136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DE040EC-40F8-FE7E-2C1C-98F4538602EA}"/>
                  </a:ext>
                </a:extLst>
              </p14:cNvPr>
              <p14:cNvContentPartPr/>
              <p14:nvPr/>
            </p14:nvContentPartPr>
            <p14:xfrm>
              <a:off x="5302667" y="2347467"/>
              <a:ext cx="147240" cy="18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DE040EC-40F8-FE7E-2C1C-98F4538602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98347" y="2343147"/>
                <a:ext cx="1558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0CCC76-3A39-3731-9C11-DB7C97416C2A}"/>
                  </a:ext>
                </a:extLst>
              </p14:cNvPr>
              <p14:cNvContentPartPr/>
              <p14:nvPr/>
            </p14:nvContentPartPr>
            <p14:xfrm>
              <a:off x="4744307" y="2592987"/>
              <a:ext cx="39600" cy="761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0CCC76-3A39-3731-9C11-DB7C97416C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39987" y="2588667"/>
                <a:ext cx="48240" cy="7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DCBEFE3-C797-73D2-2587-9DE2ED4AB22F}"/>
                  </a:ext>
                </a:extLst>
              </p14:cNvPr>
              <p14:cNvContentPartPr/>
              <p14:nvPr/>
            </p14:nvContentPartPr>
            <p14:xfrm>
              <a:off x="4737107" y="3339267"/>
              <a:ext cx="1480680" cy="58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DCBEFE3-C797-73D2-2587-9DE2ED4AB2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32787" y="3334947"/>
                <a:ext cx="14893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D963799-7D11-7CC3-DF7A-561F889A8939}"/>
                  </a:ext>
                </a:extLst>
              </p14:cNvPr>
              <p14:cNvContentPartPr/>
              <p14:nvPr/>
            </p14:nvContentPartPr>
            <p14:xfrm>
              <a:off x="6071627" y="2607387"/>
              <a:ext cx="87480" cy="76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D963799-7D11-7CC3-DF7A-561F889A89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67307" y="2603067"/>
                <a:ext cx="9612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96F79A1-3DA7-4669-74F1-448437E40E66}"/>
                  </a:ext>
                </a:extLst>
              </p14:cNvPr>
              <p14:cNvContentPartPr/>
              <p14:nvPr/>
            </p14:nvContentPartPr>
            <p14:xfrm>
              <a:off x="4741787" y="2889987"/>
              <a:ext cx="1385640" cy="21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96F79A1-3DA7-4669-74F1-448437E40E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37467" y="2885667"/>
                <a:ext cx="13942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3F1B802-9A6D-98EF-9764-DA2AF3854072}"/>
                  </a:ext>
                </a:extLst>
              </p14:cNvPr>
              <p14:cNvContentPartPr/>
              <p14:nvPr/>
            </p14:nvContentPartPr>
            <p14:xfrm>
              <a:off x="5082707" y="2681547"/>
              <a:ext cx="132840" cy="92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3F1B802-9A6D-98EF-9764-DA2AF38540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78387" y="2677227"/>
                <a:ext cx="1414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BC1BB45-C850-4D18-11F2-9FA9D315862E}"/>
                  </a:ext>
                </a:extLst>
              </p14:cNvPr>
              <p14:cNvContentPartPr/>
              <p14:nvPr/>
            </p14:nvContentPartPr>
            <p14:xfrm>
              <a:off x="5290787" y="2709267"/>
              <a:ext cx="102600" cy="61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BC1BB45-C850-4D18-11F2-9FA9D31586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86467" y="2704947"/>
                <a:ext cx="1112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8587A7E-3668-0D5D-5FC7-7DC91784B53E}"/>
                  </a:ext>
                </a:extLst>
              </p14:cNvPr>
              <p14:cNvContentPartPr/>
              <p14:nvPr/>
            </p14:nvContentPartPr>
            <p14:xfrm>
              <a:off x="5426867" y="2625387"/>
              <a:ext cx="187920" cy="165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8587A7E-3668-0D5D-5FC7-7DC91784B53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22547" y="2621067"/>
                <a:ext cx="1965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0277EC7-EF2C-50BD-5056-237493013A14}"/>
                  </a:ext>
                </a:extLst>
              </p14:cNvPr>
              <p14:cNvContentPartPr/>
              <p14:nvPr/>
            </p14:nvContentPartPr>
            <p14:xfrm>
              <a:off x="5657627" y="2673627"/>
              <a:ext cx="97560" cy="114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0277EC7-EF2C-50BD-5056-237493013A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53307" y="2669307"/>
                <a:ext cx="1062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782AB4B-DDC8-FFE5-9459-A050679A05DF}"/>
                  </a:ext>
                </a:extLst>
              </p14:cNvPr>
              <p14:cNvContentPartPr/>
              <p14:nvPr/>
            </p14:nvContentPartPr>
            <p14:xfrm>
              <a:off x="5129507" y="2927427"/>
              <a:ext cx="104760" cy="191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782AB4B-DDC8-FFE5-9459-A050679A05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25187" y="2923107"/>
                <a:ext cx="1134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1BE8A62-7CB9-5830-2772-C0D8EAC83E78}"/>
                  </a:ext>
                </a:extLst>
              </p14:cNvPr>
              <p14:cNvContentPartPr/>
              <p14:nvPr/>
            </p14:nvContentPartPr>
            <p14:xfrm>
              <a:off x="5283227" y="3017067"/>
              <a:ext cx="133560" cy="85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1BE8A62-7CB9-5830-2772-C0D8EAC83E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78907" y="3012747"/>
                <a:ext cx="142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2A7B94A-78A2-75AE-053B-CFDDEC733CF4}"/>
                  </a:ext>
                </a:extLst>
              </p14:cNvPr>
              <p14:cNvContentPartPr/>
              <p14:nvPr/>
            </p14:nvContentPartPr>
            <p14:xfrm>
              <a:off x="5437307" y="2945787"/>
              <a:ext cx="93600" cy="160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2A7B94A-78A2-75AE-053B-CFDDEC733CF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32987" y="2941467"/>
                <a:ext cx="1022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63BE0BA-5970-E04F-B50E-484BB61260DF}"/>
                  </a:ext>
                </a:extLst>
              </p14:cNvPr>
              <p14:cNvContentPartPr/>
              <p14:nvPr/>
            </p14:nvContentPartPr>
            <p14:xfrm>
              <a:off x="5501387" y="3029307"/>
              <a:ext cx="86040" cy="83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63BE0BA-5970-E04F-B50E-484BB61260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97067" y="3024987"/>
                <a:ext cx="946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78406D7-4A6B-3073-9B43-BA1C2F3E696E}"/>
                  </a:ext>
                </a:extLst>
              </p14:cNvPr>
              <p14:cNvContentPartPr/>
              <p14:nvPr/>
            </p14:nvContentPartPr>
            <p14:xfrm>
              <a:off x="5617307" y="3051267"/>
              <a:ext cx="104040" cy="43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78406D7-4A6B-3073-9B43-BA1C2F3E696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12987" y="3046947"/>
                <a:ext cx="1126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CD2692C-9AE5-8C40-B08D-FDE7927D8E6C}"/>
                  </a:ext>
                </a:extLst>
              </p14:cNvPr>
              <p14:cNvContentPartPr/>
              <p14:nvPr/>
            </p14:nvContentPartPr>
            <p14:xfrm>
              <a:off x="5741147" y="3047307"/>
              <a:ext cx="81720" cy="61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CD2692C-9AE5-8C40-B08D-FDE7927D8E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36827" y="3042987"/>
                <a:ext cx="903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ED6A097-20C0-82E0-8A43-8A479E9981C1}"/>
                  </a:ext>
                </a:extLst>
              </p14:cNvPr>
              <p14:cNvContentPartPr/>
              <p14:nvPr/>
            </p14:nvContentPartPr>
            <p14:xfrm>
              <a:off x="5843387" y="3039027"/>
              <a:ext cx="84960" cy="99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ED6A097-20C0-82E0-8A43-8A479E9981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39067" y="3034707"/>
                <a:ext cx="936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2DB86CF-E060-A8CF-35A2-CDC7879C7781}"/>
                  </a:ext>
                </a:extLst>
              </p14:cNvPr>
              <p14:cNvContentPartPr/>
              <p14:nvPr/>
            </p14:nvContentPartPr>
            <p14:xfrm>
              <a:off x="4748627" y="3377787"/>
              <a:ext cx="1381680" cy="608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2DB86CF-E060-A8CF-35A2-CDC7879C778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44307" y="3373467"/>
                <a:ext cx="139032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8CE7A5-923B-C4FD-7A9F-00D3BF4ED2A0}"/>
                  </a:ext>
                </a:extLst>
              </p14:cNvPr>
              <p14:cNvContentPartPr/>
              <p14:nvPr/>
            </p14:nvContentPartPr>
            <p14:xfrm>
              <a:off x="6104747" y="3260067"/>
              <a:ext cx="52200" cy="21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8CE7A5-923B-C4FD-7A9F-00D3BF4ED2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00427" y="3255747"/>
                <a:ext cx="608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22AFA72-B254-A794-4A4B-B25D08B4ED6B}"/>
                  </a:ext>
                </a:extLst>
              </p14:cNvPr>
              <p14:cNvContentPartPr/>
              <p14:nvPr/>
            </p14:nvContentPartPr>
            <p14:xfrm>
              <a:off x="6011507" y="3295707"/>
              <a:ext cx="68400" cy="539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22AFA72-B254-A794-4A4B-B25D08B4ED6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07187" y="3291387"/>
                <a:ext cx="7704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0CCB179-9972-4D40-DF39-FB7F9A87DA8C}"/>
                  </a:ext>
                </a:extLst>
              </p14:cNvPr>
              <p14:cNvContentPartPr/>
              <p14:nvPr/>
            </p14:nvContentPartPr>
            <p14:xfrm>
              <a:off x="5334347" y="3377787"/>
              <a:ext cx="96840" cy="586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0CCB179-9972-4D40-DF39-FB7F9A87DA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30027" y="3373467"/>
                <a:ext cx="10548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0D4DF4F-A7E0-C0B2-417D-B5A0C77A6816}"/>
                  </a:ext>
                </a:extLst>
              </p14:cNvPr>
              <p14:cNvContentPartPr/>
              <p14:nvPr/>
            </p14:nvContentPartPr>
            <p14:xfrm>
              <a:off x="4844387" y="3480747"/>
              <a:ext cx="60480" cy="201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0D4DF4F-A7E0-C0B2-417D-B5A0C77A681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40067" y="3476427"/>
                <a:ext cx="69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83A9938-DB54-3D51-E8B9-DF7BDE90579A}"/>
                  </a:ext>
                </a:extLst>
              </p14:cNvPr>
              <p14:cNvContentPartPr/>
              <p14:nvPr/>
            </p14:nvContentPartPr>
            <p14:xfrm>
              <a:off x="4927187" y="3541947"/>
              <a:ext cx="135000" cy="91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83A9938-DB54-3D51-E8B9-DF7BDE90579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22867" y="3537627"/>
                <a:ext cx="1436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06A6EEF-052E-39BF-D668-8176390114FF}"/>
                  </a:ext>
                </a:extLst>
              </p14:cNvPr>
              <p14:cNvContentPartPr/>
              <p14:nvPr/>
            </p14:nvContentPartPr>
            <p14:xfrm>
              <a:off x="5049587" y="3462747"/>
              <a:ext cx="95400" cy="211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06A6EEF-052E-39BF-D668-8176390114F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45267" y="3458427"/>
                <a:ext cx="104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71C0141-B3D1-5886-E3B6-0DA1E76357F2}"/>
                  </a:ext>
                </a:extLst>
              </p14:cNvPr>
              <p14:cNvContentPartPr/>
              <p14:nvPr/>
            </p14:nvContentPartPr>
            <p14:xfrm>
              <a:off x="5046707" y="3550227"/>
              <a:ext cx="88560" cy="22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71C0141-B3D1-5886-E3B6-0DA1E76357F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42387" y="3545907"/>
                <a:ext cx="97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B15730F-19F9-00C7-7181-3709332C24CA}"/>
                  </a:ext>
                </a:extLst>
              </p14:cNvPr>
              <p14:cNvContentPartPr/>
              <p14:nvPr/>
            </p14:nvContentPartPr>
            <p14:xfrm>
              <a:off x="5131667" y="3471027"/>
              <a:ext cx="79560" cy="133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B15730F-19F9-00C7-7181-3709332C24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27347" y="3466707"/>
                <a:ext cx="882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C0C6FCC-D957-731A-653D-2AE67C574F4D}"/>
                  </a:ext>
                </a:extLst>
              </p14:cNvPr>
              <p14:cNvContentPartPr/>
              <p14:nvPr/>
            </p14:nvContentPartPr>
            <p14:xfrm>
              <a:off x="5116547" y="3533667"/>
              <a:ext cx="123840" cy="10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C0C6FCC-D957-731A-653D-2AE67C574F4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12227" y="3529347"/>
                <a:ext cx="132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0615AE5-1FD1-FD1D-EF16-6114DC27EDEF}"/>
                  </a:ext>
                </a:extLst>
              </p14:cNvPr>
              <p14:cNvContentPartPr/>
              <p14:nvPr/>
            </p14:nvContentPartPr>
            <p14:xfrm>
              <a:off x="5490227" y="3525387"/>
              <a:ext cx="63360" cy="134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0615AE5-1FD1-FD1D-EF16-6114DC27EDE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85907" y="3521067"/>
                <a:ext cx="720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4210C99-4F35-D4F0-591B-9C797125F172}"/>
                  </a:ext>
                </a:extLst>
              </p14:cNvPr>
              <p14:cNvContentPartPr/>
              <p14:nvPr/>
            </p14:nvContentPartPr>
            <p14:xfrm>
              <a:off x="5593187" y="3578667"/>
              <a:ext cx="28080" cy="87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4210C99-4F35-D4F0-591B-9C797125F1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588867" y="3574347"/>
                <a:ext cx="367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C200D48-2057-2861-E246-F7AC8332966B}"/>
                  </a:ext>
                </a:extLst>
              </p14:cNvPr>
              <p14:cNvContentPartPr/>
              <p14:nvPr/>
            </p14:nvContentPartPr>
            <p14:xfrm>
              <a:off x="5647907" y="3437187"/>
              <a:ext cx="13320" cy="666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C200D48-2057-2861-E246-F7AC8332966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43587" y="3432867"/>
                <a:ext cx="21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50025CE-5C05-6660-D319-4F881910CDF0}"/>
                  </a:ext>
                </a:extLst>
              </p14:cNvPr>
              <p14:cNvContentPartPr/>
              <p14:nvPr/>
            </p14:nvContentPartPr>
            <p14:xfrm>
              <a:off x="5650787" y="3370227"/>
              <a:ext cx="174960" cy="276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50025CE-5C05-6660-D319-4F881910CD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46467" y="3365907"/>
                <a:ext cx="1836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1A217C1-8887-E2D3-F751-37900D2F427B}"/>
                  </a:ext>
                </a:extLst>
              </p14:cNvPr>
              <p14:cNvContentPartPr/>
              <p14:nvPr/>
            </p14:nvContentPartPr>
            <p14:xfrm>
              <a:off x="5850947" y="3446187"/>
              <a:ext cx="37440" cy="153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1A217C1-8887-E2D3-F751-37900D2F427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46627" y="3441867"/>
                <a:ext cx="460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A0DBF5B-6413-B7AC-2603-1902BB9A2E8A}"/>
                  </a:ext>
                </a:extLst>
              </p14:cNvPr>
              <p14:cNvContentPartPr/>
              <p14:nvPr/>
            </p14:nvContentPartPr>
            <p14:xfrm>
              <a:off x="5852747" y="3520707"/>
              <a:ext cx="83880" cy="39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A0DBF5B-6413-B7AC-2603-1902BB9A2E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48427" y="3516387"/>
                <a:ext cx="925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9EE1AE1-74CE-47E0-4E9D-21EA3592F9DF}"/>
              </a:ext>
            </a:extLst>
          </p:cNvPr>
          <p:cNvGrpSpPr/>
          <p:nvPr/>
        </p:nvGrpSpPr>
        <p:grpSpPr>
          <a:xfrm>
            <a:off x="3938267" y="1832667"/>
            <a:ext cx="938160" cy="541800"/>
            <a:chOff x="3938267" y="1832667"/>
            <a:chExt cx="938160" cy="5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95E307C-460E-545F-2F26-0C6DC04B27A9}"/>
                    </a:ext>
                  </a:extLst>
                </p14:cNvPr>
                <p14:cNvContentPartPr/>
                <p14:nvPr/>
              </p14:nvContentPartPr>
              <p14:xfrm>
                <a:off x="3938267" y="1965507"/>
                <a:ext cx="136440" cy="13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95E307C-460E-545F-2F26-0C6DC04B27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33947" y="1961187"/>
                  <a:ext cx="145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F28FFC-0EBA-CAE4-B0BB-402BF20A87FA}"/>
                    </a:ext>
                  </a:extLst>
                </p14:cNvPr>
                <p14:cNvContentPartPr/>
                <p14:nvPr/>
              </p14:nvContentPartPr>
              <p14:xfrm>
                <a:off x="4101347" y="1986027"/>
                <a:ext cx="81360" cy="103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F28FFC-0EBA-CAE4-B0BB-402BF20A87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97027" y="1981707"/>
                  <a:ext cx="90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760F47-6E96-C0F7-DD83-CE37EF4639C7}"/>
                    </a:ext>
                  </a:extLst>
                </p14:cNvPr>
                <p14:cNvContentPartPr/>
                <p14:nvPr/>
              </p14:nvContentPartPr>
              <p14:xfrm>
                <a:off x="4253627" y="1984227"/>
                <a:ext cx="83160" cy="110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5760F47-6E96-C0F7-DD83-CE37EF4639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49307" y="1979907"/>
                  <a:ext cx="9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851C6B-2A66-C0A0-4744-C9F2A0A4181A}"/>
                    </a:ext>
                  </a:extLst>
                </p14:cNvPr>
                <p14:cNvContentPartPr/>
                <p14:nvPr/>
              </p14:nvContentPartPr>
              <p14:xfrm>
                <a:off x="4489067" y="1832667"/>
                <a:ext cx="81720" cy="256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851C6B-2A66-C0A0-4744-C9F2A0A418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84747" y="1828347"/>
                  <a:ext cx="90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1EDA96-88CD-180C-21DF-10A688F637DE}"/>
                    </a:ext>
                  </a:extLst>
                </p14:cNvPr>
                <p14:cNvContentPartPr/>
                <p14:nvPr/>
              </p14:nvContentPartPr>
              <p14:xfrm>
                <a:off x="4420667" y="1971987"/>
                <a:ext cx="201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1EDA96-88CD-180C-21DF-10A688F637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16347" y="1967667"/>
                  <a:ext cx="210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A58F0B-DC52-27FC-1CB0-373688A922D3}"/>
                    </a:ext>
                  </a:extLst>
                </p14:cNvPr>
                <p14:cNvContentPartPr/>
                <p14:nvPr/>
              </p14:nvContentPartPr>
              <p14:xfrm>
                <a:off x="4812707" y="2027427"/>
                <a:ext cx="36360" cy="24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A58F0B-DC52-27FC-1CB0-373688A922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08387" y="2023107"/>
                  <a:ext cx="45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FA52F0-7ACD-472D-AD27-330D41AED94F}"/>
                    </a:ext>
                  </a:extLst>
                </p14:cNvPr>
                <p14:cNvContentPartPr/>
                <p14:nvPr/>
              </p14:nvContentPartPr>
              <p14:xfrm>
                <a:off x="4239227" y="2182947"/>
                <a:ext cx="19800" cy="191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FA52F0-7ACD-472D-AD27-330D41AED9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34907" y="2178627"/>
                  <a:ext cx="28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3D4C60C-A5CB-1A36-212D-005DAB73C19B}"/>
                    </a:ext>
                  </a:extLst>
                </p14:cNvPr>
                <p14:cNvContentPartPr/>
                <p14:nvPr/>
              </p14:nvContentPartPr>
              <p14:xfrm>
                <a:off x="4242827" y="2076027"/>
                <a:ext cx="588240" cy="29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3D4C60C-A5CB-1A36-212D-005DAB73C19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38507" y="2071707"/>
                  <a:ext cx="596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36578C-2529-2AA5-B318-AD669387589B}"/>
                    </a:ext>
                  </a:extLst>
                </p14:cNvPr>
                <p14:cNvContentPartPr/>
                <p14:nvPr/>
              </p14:nvContentPartPr>
              <p14:xfrm>
                <a:off x="4608947" y="1995387"/>
                <a:ext cx="267480" cy="21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36578C-2529-2AA5-B318-AD66938758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04627" y="1991067"/>
                  <a:ext cx="27612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46CA6F2-E340-C384-3621-83F9B957088E}"/>
              </a:ext>
            </a:extLst>
          </p:cNvPr>
          <p:cNvGrpSpPr/>
          <p:nvPr/>
        </p:nvGrpSpPr>
        <p:grpSpPr>
          <a:xfrm>
            <a:off x="7452587" y="1443867"/>
            <a:ext cx="1626120" cy="457920"/>
            <a:chOff x="7452587" y="1443867"/>
            <a:chExt cx="162612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BD5AD1-8C7E-F823-0D92-C70E7E206484}"/>
                    </a:ext>
                  </a:extLst>
                </p14:cNvPr>
                <p14:cNvContentPartPr/>
                <p14:nvPr/>
              </p14:nvContentPartPr>
              <p14:xfrm>
                <a:off x="7591187" y="1663467"/>
                <a:ext cx="25560" cy="238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BD5AD1-8C7E-F823-0D92-C70E7E20648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86867" y="1659147"/>
                  <a:ext cx="34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F207C9-BD8E-EA4E-091C-D87C6D07225D}"/>
                    </a:ext>
                  </a:extLst>
                </p14:cNvPr>
                <p14:cNvContentPartPr/>
                <p14:nvPr/>
              </p14:nvContentPartPr>
              <p14:xfrm>
                <a:off x="7452587" y="1542867"/>
                <a:ext cx="435960" cy="9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F207C9-BD8E-EA4E-091C-D87C6D0722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48267" y="1538547"/>
                  <a:ext cx="444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73CBF8-F9E3-E03F-0430-1CE9CF18CD7C}"/>
                    </a:ext>
                  </a:extLst>
                </p14:cNvPr>
                <p14:cNvContentPartPr/>
                <p14:nvPr/>
              </p14:nvContentPartPr>
              <p14:xfrm>
                <a:off x="7776947" y="1695867"/>
                <a:ext cx="100440" cy="139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73CBF8-F9E3-E03F-0430-1CE9CF18CD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72627" y="1691547"/>
                  <a:ext cx="109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26512F-7668-63B6-CDAE-ADC61DEB5316}"/>
                    </a:ext>
                  </a:extLst>
                </p14:cNvPr>
                <p14:cNvContentPartPr/>
                <p14:nvPr/>
              </p14:nvContentPartPr>
              <p14:xfrm>
                <a:off x="7910867" y="1697307"/>
                <a:ext cx="112320" cy="101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26512F-7668-63B6-CDAE-ADC61DEB53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06547" y="1692987"/>
                  <a:ext cx="120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04488C-2AC8-94B8-10D7-0DBE1030C93F}"/>
                    </a:ext>
                  </a:extLst>
                </p14:cNvPr>
                <p14:cNvContentPartPr/>
                <p14:nvPr/>
              </p14:nvContentPartPr>
              <p14:xfrm>
                <a:off x="8077187" y="1682187"/>
                <a:ext cx="130680" cy="83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04488C-2AC8-94B8-10D7-0DBE1030C9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72867" y="1677867"/>
                  <a:ext cx="139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05F66D-B2E9-A160-5276-AA1DDE2DE920}"/>
                    </a:ext>
                  </a:extLst>
                </p14:cNvPr>
                <p14:cNvContentPartPr/>
                <p14:nvPr/>
              </p14:nvContentPartPr>
              <p14:xfrm>
                <a:off x="8269067" y="1547187"/>
                <a:ext cx="213840" cy="209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05F66D-B2E9-A160-5276-AA1DDE2DE9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64747" y="1542867"/>
                  <a:ext cx="222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CE64A3-D861-9A4A-AB74-11850C1EDC83}"/>
                    </a:ext>
                  </a:extLst>
                </p14:cNvPr>
                <p14:cNvContentPartPr/>
                <p14:nvPr/>
              </p14:nvContentPartPr>
              <p14:xfrm>
                <a:off x="8494787" y="1674987"/>
                <a:ext cx="5400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CE64A3-D861-9A4A-AB74-11850C1EDC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90467" y="1670667"/>
                  <a:ext cx="62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8EC35BD-FC5A-3316-A242-62214E632F6B}"/>
                    </a:ext>
                  </a:extLst>
                </p14:cNvPr>
                <p14:cNvContentPartPr/>
                <p14:nvPr/>
              </p14:nvContentPartPr>
              <p14:xfrm>
                <a:off x="8642387" y="1443867"/>
                <a:ext cx="196560" cy="29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8EC35BD-FC5A-3316-A242-62214E632F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38067" y="1439547"/>
                  <a:ext cx="2052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330A19-AB83-9819-A38C-9116048C80AD}"/>
                    </a:ext>
                  </a:extLst>
                </p14:cNvPr>
                <p14:cNvContentPartPr/>
                <p14:nvPr/>
              </p14:nvContentPartPr>
              <p14:xfrm>
                <a:off x="8856227" y="1642227"/>
                <a:ext cx="222480" cy="93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330A19-AB83-9819-A38C-9116048C80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51907" y="1637907"/>
                  <a:ext cx="23112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BCC5E9-CC82-6386-1C04-152BFC94D6BA}"/>
              </a:ext>
            </a:extLst>
          </p:cNvPr>
          <p:cNvGrpSpPr/>
          <p:nvPr/>
        </p:nvGrpSpPr>
        <p:grpSpPr>
          <a:xfrm>
            <a:off x="9440867" y="1404627"/>
            <a:ext cx="697320" cy="558720"/>
            <a:chOff x="9440867" y="1404627"/>
            <a:chExt cx="69732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49AD5B-630D-DF17-AD40-9B7B4F97A6AB}"/>
                    </a:ext>
                  </a:extLst>
                </p14:cNvPr>
                <p14:cNvContentPartPr/>
                <p14:nvPr/>
              </p14:nvContentPartPr>
              <p14:xfrm>
                <a:off x="9440867" y="1587507"/>
                <a:ext cx="108720" cy="59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49AD5B-630D-DF17-AD40-9B7B4F97A6A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36547" y="1583187"/>
                  <a:ext cx="117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EDBB80-D053-CDAE-14B2-29AFD335ECC4}"/>
                    </a:ext>
                  </a:extLst>
                </p14:cNvPr>
                <p14:cNvContentPartPr/>
                <p14:nvPr/>
              </p14:nvContentPartPr>
              <p14:xfrm>
                <a:off x="9556067" y="1555107"/>
                <a:ext cx="86760" cy="12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EDBB80-D053-CDAE-14B2-29AFD335EC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51747" y="1550787"/>
                  <a:ext cx="95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AF80F91-3313-1705-EE33-3E7EC3493E20}"/>
                    </a:ext>
                  </a:extLst>
                </p14:cNvPr>
                <p14:cNvContentPartPr/>
                <p14:nvPr/>
              </p14:nvContentPartPr>
              <p14:xfrm>
                <a:off x="9699347" y="1577067"/>
                <a:ext cx="68400" cy="54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AF80F91-3313-1705-EE33-3E7EC3493E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95027" y="1572747"/>
                  <a:ext cx="77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5862829-4951-0AE4-E4F1-1A2DF0C7E46C}"/>
                    </a:ext>
                  </a:extLst>
                </p14:cNvPr>
                <p14:cNvContentPartPr/>
                <p14:nvPr/>
              </p14:nvContentPartPr>
              <p14:xfrm>
                <a:off x="9896987" y="1404627"/>
                <a:ext cx="87120" cy="231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5862829-4951-0AE4-E4F1-1A2DF0C7E46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92667" y="1400307"/>
                  <a:ext cx="95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DB4DE8F-F9B2-14A6-AB47-1173811F1EA7}"/>
                    </a:ext>
                  </a:extLst>
                </p14:cNvPr>
                <p14:cNvContentPartPr/>
                <p14:nvPr/>
              </p14:nvContentPartPr>
              <p14:xfrm>
                <a:off x="9863867" y="1524147"/>
                <a:ext cx="166680" cy="1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DB4DE8F-F9B2-14A6-AB47-1173811F1EA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59547" y="1519827"/>
                  <a:ext cx="175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FC4DDD-3DC1-B56E-468D-4F6BDD207333}"/>
                    </a:ext>
                  </a:extLst>
                </p14:cNvPr>
                <p14:cNvContentPartPr/>
                <p14:nvPr/>
              </p14:nvContentPartPr>
              <p14:xfrm>
                <a:off x="10112267" y="1519827"/>
                <a:ext cx="25920" cy="4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FC4DDD-3DC1-B56E-468D-4F6BDD20733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07947" y="1515507"/>
                  <a:ext cx="34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3CFBE9-6686-E79B-BE3C-4AA2EB0E6BF1}"/>
                    </a:ext>
                  </a:extLst>
                </p14:cNvPr>
                <p14:cNvContentPartPr/>
                <p14:nvPr/>
              </p14:nvContentPartPr>
              <p14:xfrm>
                <a:off x="9972947" y="1711707"/>
                <a:ext cx="165240" cy="251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3CFBE9-6686-E79B-BE3C-4AA2EB0E6BF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68627" y="1707387"/>
                  <a:ext cx="17388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3E258D8-21CF-3CC2-06EA-0383D2EE879B}"/>
              </a:ext>
            </a:extLst>
          </p:cNvPr>
          <p:cNvGrpSpPr/>
          <p:nvPr/>
        </p:nvGrpSpPr>
        <p:grpSpPr>
          <a:xfrm>
            <a:off x="7843187" y="2409387"/>
            <a:ext cx="783720" cy="299880"/>
            <a:chOff x="7843187" y="2409387"/>
            <a:chExt cx="78372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E9A919-8C92-4C1E-C77C-7EDCEEE4576A}"/>
                    </a:ext>
                  </a:extLst>
                </p14:cNvPr>
                <p14:cNvContentPartPr/>
                <p14:nvPr/>
              </p14:nvContentPartPr>
              <p14:xfrm>
                <a:off x="7843187" y="2575707"/>
                <a:ext cx="161280" cy="133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E9A919-8C92-4C1E-C77C-7EDCEEE4576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38867" y="2571387"/>
                  <a:ext cx="169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FDEB773-9888-C0F9-FFFC-B72F98650816}"/>
                    </a:ext>
                  </a:extLst>
                </p14:cNvPr>
                <p14:cNvContentPartPr/>
                <p14:nvPr/>
              </p14:nvContentPartPr>
              <p14:xfrm>
                <a:off x="8030387" y="2552307"/>
                <a:ext cx="90000" cy="99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FDEB773-9888-C0F9-FFFC-B72F986508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26067" y="2547987"/>
                  <a:ext cx="98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9CCD6A3-DF6D-8040-05ED-457E21059731}"/>
                    </a:ext>
                  </a:extLst>
                </p14:cNvPr>
                <p14:cNvContentPartPr/>
                <p14:nvPr/>
              </p14:nvContentPartPr>
              <p14:xfrm>
                <a:off x="8213627" y="2539707"/>
                <a:ext cx="95400" cy="105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9CCD6A3-DF6D-8040-05ED-457E2105973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09307" y="2535387"/>
                  <a:ext cx="104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297830-E145-7C60-2485-B4C32B0EC51E}"/>
                    </a:ext>
                  </a:extLst>
                </p14:cNvPr>
                <p14:cNvContentPartPr/>
                <p14:nvPr/>
              </p14:nvContentPartPr>
              <p14:xfrm>
                <a:off x="8440787" y="2409387"/>
                <a:ext cx="75600" cy="204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297830-E145-7C60-2485-B4C32B0EC5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36467" y="2405067"/>
                  <a:ext cx="84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B14956-757C-9043-BEF6-CC5D06386101}"/>
                    </a:ext>
                  </a:extLst>
                </p14:cNvPr>
                <p14:cNvContentPartPr/>
                <p14:nvPr/>
              </p14:nvContentPartPr>
              <p14:xfrm>
                <a:off x="8437547" y="2508027"/>
                <a:ext cx="189360" cy="37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B14956-757C-9043-BEF6-CC5D0638610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33227" y="2503707"/>
                  <a:ext cx="198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74F8EAD-EBB9-A47A-9E0E-5152C4733371}"/>
              </a:ext>
            </a:extLst>
          </p:cNvPr>
          <p:cNvGrpSpPr/>
          <p:nvPr/>
        </p:nvGrpSpPr>
        <p:grpSpPr>
          <a:xfrm>
            <a:off x="8835707" y="2310027"/>
            <a:ext cx="1158480" cy="544320"/>
            <a:chOff x="8835707" y="2310027"/>
            <a:chExt cx="115848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6C1384D-3870-90D9-CB54-F36294826727}"/>
                    </a:ext>
                  </a:extLst>
                </p14:cNvPr>
                <p14:cNvContentPartPr/>
                <p14:nvPr/>
              </p14:nvContentPartPr>
              <p14:xfrm>
                <a:off x="8838947" y="2517747"/>
                <a:ext cx="85320" cy="1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6C1384D-3870-90D9-CB54-F362948267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34627" y="2513427"/>
                  <a:ext cx="93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5EE3C1-D10B-E9EC-A052-47B5FA19B733}"/>
                    </a:ext>
                  </a:extLst>
                </p14:cNvPr>
                <p14:cNvContentPartPr/>
                <p14:nvPr/>
              </p14:nvContentPartPr>
              <p14:xfrm>
                <a:off x="8835707" y="2545467"/>
                <a:ext cx="156240" cy="31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5EE3C1-D10B-E9EC-A052-47B5FA19B7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31387" y="2541147"/>
                  <a:ext cx="164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D202808-57DA-2060-D2DE-391051CC79F2}"/>
                    </a:ext>
                  </a:extLst>
                </p14:cNvPr>
                <p14:cNvContentPartPr/>
                <p14:nvPr/>
              </p14:nvContentPartPr>
              <p14:xfrm>
                <a:off x="9159347" y="2429187"/>
                <a:ext cx="204480" cy="99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D202808-57DA-2060-D2DE-391051CC79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55027" y="2424867"/>
                  <a:ext cx="213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73DFED-FA92-433C-F4B9-CC623954B755}"/>
                    </a:ext>
                  </a:extLst>
                </p14:cNvPr>
                <p14:cNvContentPartPr/>
                <p14:nvPr/>
              </p14:nvContentPartPr>
              <p14:xfrm>
                <a:off x="9407027" y="2421987"/>
                <a:ext cx="194760" cy="65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73DFED-FA92-433C-F4B9-CC623954B7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02707" y="2417667"/>
                  <a:ext cx="203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BA1D07-4F5C-3526-378C-D1171126654B}"/>
                    </a:ext>
                  </a:extLst>
                </p14:cNvPr>
                <p14:cNvContentPartPr/>
                <p14:nvPr/>
              </p14:nvContentPartPr>
              <p14:xfrm>
                <a:off x="9658667" y="2318307"/>
                <a:ext cx="75960" cy="18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BA1D07-4F5C-3526-378C-D117112665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54347" y="2313987"/>
                  <a:ext cx="84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1720DE-15E5-2709-EC21-F8EE90359382}"/>
                    </a:ext>
                  </a:extLst>
                </p14:cNvPr>
                <p14:cNvContentPartPr/>
                <p14:nvPr/>
              </p14:nvContentPartPr>
              <p14:xfrm>
                <a:off x="9793667" y="2310027"/>
                <a:ext cx="85320" cy="186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1720DE-15E5-2709-EC21-F8EE903593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89347" y="2305707"/>
                  <a:ext cx="93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1C1367-8CF1-40E2-1EDA-22F2455C187D}"/>
                    </a:ext>
                  </a:extLst>
                </p14:cNvPr>
                <p14:cNvContentPartPr/>
                <p14:nvPr/>
              </p14:nvContentPartPr>
              <p14:xfrm>
                <a:off x="9946667" y="2408667"/>
                <a:ext cx="11520" cy="41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1C1367-8CF1-40E2-1EDA-22F2455C187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42347" y="2404347"/>
                  <a:ext cx="20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42C05AD-2818-7859-C35A-F6D469EB6527}"/>
                    </a:ext>
                  </a:extLst>
                </p14:cNvPr>
                <p14:cNvContentPartPr/>
                <p14:nvPr/>
              </p14:nvContentPartPr>
              <p14:xfrm>
                <a:off x="9766667" y="2584707"/>
                <a:ext cx="227520" cy="269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42C05AD-2818-7859-C35A-F6D469EB65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62347" y="2580387"/>
                  <a:ext cx="236160" cy="27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404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0D0EA-9B95-8232-7D43-FE3A4A13027B}"/>
              </a:ext>
            </a:extLst>
          </p:cNvPr>
          <p:cNvSpPr txBox="1"/>
          <p:nvPr/>
        </p:nvSpPr>
        <p:spPr>
          <a:xfrm>
            <a:off x="762000" y="4334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30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10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20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40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50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25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5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3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4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35</a:t>
            </a:r>
            <a:r>
              <a:rPr lang="en-ZA" sz="3600" dirty="0"/>
              <a:t>,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45</a:t>
            </a:r>
            <a:r>
              <a:rPr lang="en-ZA" sz="3600" dirty="0"/>
              <a:t>, and </a:t>
            </a:r>
            <a:r>
              <a:rPr lang="en-ZA" sz="3600" b="0" u="none" strike="noStrike" dirty="0">
                <a:effectLst/>
                <a:latin typeface="Courier New" panose="02070309020205020404" pitchFamily="49" charset="0"/>
              </a:rPr>
              <a:t>2</a:t>
            </a:r>
            <a:endParaRPr lang="en-ZA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F4F5DCB-5405-C827-89C0-9D48F4A309DB}"/>
                  </a:ext>
                </a:extLst>
              </p14:cNvPr>
              <p14:cNvContentPartPr/>
              <p14:nvPr/>
            </p14:nvContentPartPr>
            <p14:xfrm>
              <a:off x="863147" y="758240"/>
              <a:ext cx="411120" cy="20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F4F5DCB-5405-C827-89C0-9D48F4A309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3507" y="578600"/>
                <a:ext cx="5907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F8A276C-3008-3345-A538-254089C78C9F}"/>
                  </a:ext>
                </a:extLst>
              </p14:cNvPr>
              <p14:cNvContentPartPr/>
              <p14:nvPr/>
            </p14:nvContentPartPr>
            <p14:xfrm>
              <a:off x="5654027" y="2985560"/>
              <a:ext cx="781560" cy="658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F8A276C-3008-3345-A538-254089C78C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49707" y="2981240"/>
                <a:ext cx="790200" cy="6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3B1BC98-8500-8E1C-2682-037EB3C2510C}"/>
                  </a:ext>
                </a:extLst>
              </p14:cNvPr>
              <p14:cNvContentPartPr/>
              <p14:nvPr/>
            </p14:nvContentPartPr>
            <p14:xfrm>
              <a:off x="5568347" y="3505760"/>
              <a:ext cx="192960" cy="243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3B1BC98-8500-8E1C-2682-037EB3C251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4027" y="3501440"/>
                <a:ext cx="2016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A98E9D9-F350-0510-8D53-69DBB1FDC57F}"/>
                  </a:ext>
                </a:extLst>
              </p14:cNvPr>
              <p14:cNvContentPartPr/>
              <p14:nvPr/>
            </p14:nvContentPartPr>
            <p14:xfrm>
              <a:off x="4642427" y="3933080"/>
              <a:ext cx="15120" cy="720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A98E9D9-F350-0510-8D53-69DBB1FDC5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8107" y="3928760"/>
                <a:ext cx="2376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B2DB67C-2F15-8746-3E31-47D237733C6B}"/>
                  </a:ext>
                </a:extLst>
              </p14:cNvPr>
              <p14:cNvContentPartPr/>
              <p14:nvPr/>
            </p14:nvContentPartPr>
            <p14:xfrm>
              <a:off x="4599587" y="4219640"/>
              <a:ext cx="1177920" cy="102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B2DB67C-2F15-8746-3E31-47D237733C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95267" y="4215320"/>
                <a:ext cx="11865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E6672BE-6B3E-259A-7322-538A45711943}"/>
                  </a:ext>
                </a:extLst>
              </p14:cNvPr>
              <p14:cNvContentPartPr/>
              <p14:nvPr/>
            </p14:nvContentPartPr>
            <p14:xfrm>
              <a:off x="4680227" y="4027040"/>
              <a:ext cx="1141200" cy="82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E6672BE-6B3E-259A-7322-538A457119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75907" y="4022720"/>
                <a:ext cx="11498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4D70FE8-C5EF-E522-A1F9-F6A5B5FC8FC0}"/>
                  </a:ext>
                </a:extLst>
              </p14:cNvPr>
              <p14:cNvContentPartPr/>
              <p14:nvPr/>
            </p14:nvContentPartPr>
            <p14:xfrm>
              <a:off x="5139947" y="4283000"/>
              <a:ext cx="50040" cy="425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4D70FE8-C5EF-E522-A1F9-F6A5B5FC8F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5627" y="4278680"/>
                <a:ext cx="586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7C69346-D53B-3960-4EED-364A4D971E8A}"/>
                  </a:ext>
                </a:extLst>
              </p14:cNvPr>
              <p14:cNvContentPartPr/>
              <p14:nvPr/>
            </p14:nvContentPartPr>
            <p14:xfrm>
              <a:off x="4890107" y="4453640"/>
              <a:ext cx="62280" cy="54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7C69346-D53B-3960-4EED-364A4D971E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85787" y="4449320"/>
                <a:ext cx="709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13EF7F9-0DBF-D260-279E-9EB79661E538}"/>
                  </a:ext>
                </a:extLst>
              </p14:cNvPr>
              <p14:cNvContentPartPr/>
              <p14:nvPr/>
            </p14:nvContentPartPr>
            <p14:xfrm>
              <a:off x="4912787" y="3935600"/>
              <a:ext cx="40320" cy="144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13EF7F9-0DBF-D260-279E-9EB79661E5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08467" y="3931280"/>
                <a:ext cx="489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AEF5553-2BB8-EF2C-6963-F6AC4FFEC2A8}"/>
                  </a:ext>
                </a:extLst>
              </p14:cNvPr>
              <p14:cNvContentPartPr/>
              <p14:nvPr/>
            </p14:nvContentPartPr>
            <p14:xfrm>
              <a:off x="5035547" y="3933080"/>
              <a:ext cx="115560" cy="114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AEF5553-2BB8-EF2C-6963-F6AC4FFEC2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31227" y="3928760"/>
                <a:ext cx="1242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B70ED60-7709-FB3D-AE92-EC88DF3F5E2E}"/>
                  </a:ext>
                </a:extLst>
              </p14:cNvPr>
              <p14:cNvContentPartPr/>
              <p14:nvPr/>
            </p14:nvContentPartPr>
            <p14:xfrm>
              <a:off x="4444787" y="3677120"/>
              <a:ext cx="1389960" cy="1162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B70ED60-7709-FB3D-AE92-EC88DF3F5E2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40467" y="3672800"/>
                <a:ext cx="1398600" cy="117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1753A7B3-D77A-45B7-C591-ABBDD97AFD51}"/>
              </a:ext>
            </a:extLst>
          </p:cNvPr>
          <p:cNvGrpSpPr/>
          <p:nvPr/>
        </p:nvGrpSpPr>
        <p:grpSpPr>
          <a:xfrm>
            <a:off x="6019067" y="1421907"/>
            <a:ext cx="1138320" cy="1740240"/>
            <a:chOff x="6019067" y="1421907"/>
            <a:chExt cx="1138320" cy="174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11DC08-F5D2-3A7C-BB0B-D4375904012D}"/>
                    </a:ext>
                  </a:extLst>
                </p14:cNvPr>
                <p14:cNvContentPartPr/>
                <p14:nvPr/>
              </p14:nvContentPartPr>
              <p14:xfrm>
                <a:off x="6019067" y="1628907"/>
                <a:ext cx="196200" cy="137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11DC08-F5D2-3A7C-BB0B-D437590401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14747" y="1624587"/>
                  <a:ext cx="204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C256C6-1E9E-CA39-E953-BC9666F58016}"/>
                    </a:ext>
                  </a:extLst>
                </p14:cNvPr>
                <p14:cNvContentPartPr/>
                <p14:nvPr/>
              </p14:nvContentPartPr>
              <p14:xfrm>
                <a:off x="6317507" y="1609107"/>
                <a:ext cx="50760" cy="77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C256C6-1E9E-CA39-E953-BC9666F580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3187" y="1604787"/>
                  <a:ext cx="59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678945-12D2-63EC-D247-31396F143367}"/>
                    </a:ext>
                  </a:extLst>
                </p14:cNvPr>
                <p14:cNvContentPartPr/>
                <p14:nvPr/>
              </p14:nvContentPartPr>
              <p14:xfrm>
                <a:off x="6448547" y="1610187"/>
                <a:ext cx="65160" cy="7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678945-12D2-63EC-D247-31396F1433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44227" y="1605867"/>
                  <a:ext cx="73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96B2BD-6C5F-595D-7EB3-BC2344DC2203}"/>
                    </a:ext>
                  </a:extLst>
                </p14:cNvPr>
                <p14:cNvContentPartPr/>
                <p14:nvPr/>
              </p14:nvContentPartPr>
              <p14:xfrm>
                <a:off x="6673907" y="1421907"/>
                <a:ext cx="86760" cy="233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96B2BD-6C5F-595D-7EB3-BC2344DC22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69587" y="1417587"/>
                  <a:ext cx="95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4D4397-F8D1-BBDD-1F47-343635AE132B}"/>
                    </a:ext>
                  </a:extLst>
                </p14:cNvPr>
                <p14:cNvContentPartPr/>
                <p14:nvPr/>
              </p14:nvContentPartPr>
              <p14:xfrm>
                <a:off x="6692627" y="1543227"/>
                <a:ext cx="74160" cy="21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4D4397-F8D1-BBDD-1F47-343635AE13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88307" y="1538907"/>
                  <a:ext cx="82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58D949-B541-1096-8955-4EAD3090CAF1}"/>
                    </a:ext>
                  </a:extLst>
                </p14:cNvPr>
                <p14:cNvContentPartPr/>
                <p14:nvPr/>
              </p14:nvContentPartPr>
              <p14:xfrm>
                <a:off x="6294467" y="1852467"/>
                <a:ext cx="38880" cy="223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58D949-B541-1096-8955-4EAD3090CA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90147" y="1848147"/>
                  <a:ext cx="47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C339D10-7EFF-A30D-165B-83661DB06497}"/>
                    </a:ext>
                  </a:extLst>
                </p14:cNvPr>
                <p14:cNvContentPartPr/>
                <p14:nvPr/>
              </p14:nvContentPartPr>
              <p14:xfrm>
                <a:off x="6328307" y="1740147"/>
                <a:ext cx="618840" cy="299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C339D10-7EFF-A30D-165B-83661DB064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23987" y="1735827"/>
                  <a:ext cx="6274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940E2F-761D-CC7B-0756-02600D975D56}"/>
                    </a:ext>
                  </a:extLst>
                </p14:cNvPr>
                <p14:cNvContentPartPr/>
                <p14:nvPr/>
              </p14:nvContentPartPr>
              <p14:xfrm>
                <a:off x="6576707" y="1912587"/>
                <a:ext cx="13320" cy="383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940E2F-761D-CC7B-0756-02600D975D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72387" y="1908267"/>
                  <a:ext cx="219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C5EF4A-1E34-CBED-988A-D72DDEE98BBC}"/>
                    </a:ext>
                  </a:extLst>
                </p14:cNvPr>
                <p14:cNvContentPartPr/>
                <p14:nvPr/>
              </p14:nvContentPartPr>
              <p14:xfrm>
                <a:off x="6506507" y="2226507"/>
                <a:ext cx="96480" cy="87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C5EF4A-1E34-CBED-988A-D72DDEE98B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02187" y="2222187"/>
                  <a:ext cx="105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1E22A6-A643-209A-8566-452914DE72E8}"/>
                    </a:ext>
                  </a:extLst>
                </p14:cNvPr>
                <p14:cNvContentPartPr/>
                <p14:nvPr/>
              </p14:nvContentPartPr>
              <p14:xfrm>
                <a:off x="6607667" y="2265387"/>
                <a:ext cx="48600" cy="8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1E22A6-A643-209A-8566-452914DE72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03347" y="2261067"/>
                  <a:ext cx="57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9387732-34F0-517B-57FC-1B48234E84AB}"/>
                    </a:ext>
                  </a:extLst>
                </p14:cNvPr>
                <p14:cNvContentPartPr/>
                <p14:nvPr/>
              </p14:nvContentPartPr>
              <p14:xfrm>
                <a:off x="6212387" y="2519187"/>
                <a:ext cx="30600" cy="64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9387732-34F0-517B-57FC-1B48234E84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08067" y="2514867"/>
                  <a:ext cx="3924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9ACEFF-F8C2-1BB0-8FF0-E25EEB7E854E}"/>
                    </a:ext>
                  </a:extLst>
                </p14:cNvPr>
                <p14:cNvContentPartPr/>
                <p14:nvPr/>
              </p14:nvContentPartPr>
              <p14:xfrm>
                <a:off x="6152987" y="2373747"/>
                <a:ext cx="1004400" cy="78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9ACEFF-F8C2-1BB0-8FF0-E25EEB7E85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48667" y="2369427"/>
                  <a:ext cx="101304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21D133-EAC1-A85D-A2C3-E7E4B07A95CB}"/>
                    </a:ext>
                  </a:extLst>
                </p14:cNvPr>
                <p14:cNvContentPartPr/>
                <p14:nvPr/>
              </p14:nvContentPartPr>
              <p14:xfrm>
                <a:off x="6253787" y="2645907"/>
                <a:ext cx="840600" cy="2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21D133-EAC1-A85D-A2C3-E7E4B07A95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49467" y="2641587"/>
                  <a:ext cx="849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3DAAD41-B6F4-F8F8-6507-7B0071F684E5}"/>
                    </a:ext>
                  </a:extLst>
                </p14:cNvPr>
                <p14:cNvContentPartPr/>
                <p14:nvPr/>
              </p14:nvContentPartPr>
              <p14:xfrm>
                <a:off x="6684347" y="2862267"/>
                <a:ext cx="55440" cy="299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3DAAD41-B6F4-F8F8-6507-7B0071F684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80027" y="2857947"/>
                  <a:ext cx="640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34F82C-9FD3-8D2A-0ED9-0F0524F102B8}"/>
                    </a:ext>
                  </a:extLst>
                </p14:cNvPr>
                <p14:cNvContentPartPr/>
                <p14:nvPr/>
              </p14:nvContentPartPr>
              <p14:xfrm>
                <a:off x="6206987" y="2657787"/>
                <a:ext cx="71280" cy="1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34F82C-9FD3-8D2A-0ED9-0F0524F102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02667" y="2653467"/>
                  <a:ext cx="79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FE68FA-18D2-2295-7188-24C7DA237310}"/>
                    </a:ext>
                  </a:extLst>
                </p14:cNvPr>
                <p14:cNvContentPartPr/>
                <p14:nvPr/>
              </p14:nvContentPartPr>
              <p14:xfrm>
                <a:off x="6551867" y="2441067"/>
                <a:ext cx="105480" cy="105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FE68FA-18D2-2295-7188-24C7DA2373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47547" y="2436747"/>
                  <a:ext cx="114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4F24CC9-2926-863A-FCC0-01607E50DD0E}"/>
                    </a:ext>
                  </a:extLst>
                </p14:cNvPr>
                <p14:cNvContentPartPr/>
                <p14:nvPr/>
              </p14:nvContentPartPr>
              <p14:xfrm>
                <a:off x="6725387" y="2422347"/>
                <a:ext cx="121320" cy="129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4F24CC9-2926-863A-FCC0-01607E50DD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21067" y="2418027"/>
                  <a:ext cx="129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CD6933-5B58-7209-7558-65B5EF317591}"/>
                    </a:ext>
                  </a:extLst>
                </p14:cNvPr>
                <p14:cNvContentPartPr/>
                <p14:nvPr/>
              </p14:nvContentPartPr>
              <p14:xfrm>
                <a:off x="6852827" y="2965947"/>
                <a:ext cx="65880" cy="56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CD6933-5B58-7209-7558-65B5EF3175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48507" y="2961627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86BDCE-E07F-2920-E7CE-E9ADC1C7E629}"/>
                    </a:ext>
                  </a:extLst>
                </p14:cNvPr>
                <p14:cNvContentPartPr/>
                <p14:nvPr/>
              </p14:nvContentPartPr>
              <p14:xfrm>
                <a:off x="6179987" y="2839760"/>
                <a:ext cx="912240" cy="9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86BDCE-E07F-2920-E7CE-E9ADC1C7E6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75667" y="2835440"/>
                  <a:ext cx="92088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1DFCA3D-4D76-0335-E60D-0ADE941F9E66}"/>
                  </a:ext>
                </a:extLst>
              </p14:cNvPr>
              <p14:cNvContentPartPr/>
              <p14:nvPr/>
            </p14:nvContentPartPr>
            <p14:xfrm>
              <a:off x="2910827" y="4375520"/>
              <a:ext cx="121680" cy="554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1DFCA3D-4D76-0335-E60D-0ADE941F9E6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906507" y="4371200"/>
                <a:ext cx="1303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10A5FBB-E010-AA6D-80DA-6832F1A9953B}"/>
                  </a:ext>
                </a:extLst>
              </p14:cNvPr>
              <p14:cNvContentPartPr/>
              <p14:nvPr/>
            </p14:nvContentPartPr>
            <p14:xfrm>
              <a:off x="8771987" y="3876920"/>
              <a:ext cx="114840" cy="23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10A5FBB-E010-AA6D-80DA-6832F1A9953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67667" y="3872600"/>
                <a:ext cx="123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6CBE360-FA6F-A5F9-C7F3-9DB4B8D1BCD1}"/>
                  </a:ext>
                </a:extLst>
              </p14:cNvPr>
              <p14:cNvContentPartPr/>
              <p14:nvPr/>
            </p14:nvContentPartPr>
            <p14:xfrm>
              <a:off x="1565867" y="728000"/>
              <a:ext cx="516600" cy="86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6CBE360-FA6F-A5F9-C7F3-9DB4B8D1BCD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475867" y="548000"/>
                <a:ext cx="696240" cy="36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9C62CCE-BB08-8AFC-F442-6BE4DED08352}"/>
              </a:ext>
            </a:extLst>
          </p:cNvPr>
          <p:cNvGrpSpPr/>
          <p:nvPr/>
        </p:nvGrpSpPr>
        <p:grpSpPr>
          <a:xfrm>
            <a:off x="7198067" y="2161880"/>
            <a:ext cx="1955520" cy="685440"/>
            <a:chOff x="7198067" y="2161880"/>
            <a:chExt cx="1955520" cy="68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F8E0AB-E701-8932-ED6F-BCC3D5F1B77A}"/>
                    </a:ext>
                  </a:extLst>
                </p14:cNvPr>
                <p14:cNvContentPartPr/>
                <p14:nvPr/>
              </p14:nvContentPartPr>
              <p14:xfrm>
                <a:off x="8551307" y="2284280"/>
                <a:ext cx="95040" cy="135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F8E0AB-E701-8932-ED6F-BCC3D5F1B7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46987" y="2279960"/>
                  <a:ext cx="103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6FED08D-F36A-9CA9-1901-D5B62DD09AAF}"/>
                    </a:ext>
                  </a:extLst>
                </p14:cNvPr>
                <p14:cNvContentPartPr/>
                <p14:nvPr/>
              </p14:nvContentPartPr>
              <p14:xfrm>
                <a:off x="8701427" y="2291120"/>
                <a:ext cx="68760" cy="43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6FED08D-F36A-9CA9-1901-D5B62DD09A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97107" y="2286800"/>
                  <a:ext cx="77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A95E7A1-14D7-CAC4-CE53-F4D796673CB8}"/>
                    </a:ext>
                  </a:extLst>
                </p14:cNvPr>
                <p14:cNvContentPartPr/>
                <p14:nvPr/>
              </p14:nvContentPartPr>
              <p14:xfrm>
                <a:off x="8841467" y="2265920"/>
                <a:ext cx="78120" cy="60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A95E7A1-14D7-CAC4-CE53-F4D796673C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37147" y="2261600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3E28F0F-7AD0-30FA-A82B-558634672589}"/>
                    </a:ext>
                  </a:extLst>
                </p14:cNvPr>
                <p14:cNvContentPartPr/>
                <p14:nvPr/>
              </p14:nvContentPartPr>
              <p14:xfrm>
                <a:off x="9018587" y="2161880"/>
                <a:ext cx="113400" cy="134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3E28F0F-7AD0-30FA-A82B-55863467258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14267" y="2157560"/>
                  <a:ext cx="122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6BC6E65-F24A-6522-6094-A822BF1150B1}"/>
                    </a:ext>
                  </a:extLst>
                </p14:cNvPr>
                <p14:cNvContentPartPr/>
                <p14:nvPr/>
              </p14:nvContentPartPr>
              <p14:xfrm>
                <a:off x="9041267" y="2222000"/>
                <a:ext cx="112320" cy="28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6BC6E65-F24A-6522-6094-A822BF1150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36947" y="2217680"/>
                  <a:ext cx="12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D926464-AA05-864E-6A31-A516AD829491}"/>
                    </a:ext>
                  </a:extLst>
                </p14:cNvPr>
                <p14:cNvContentPartPr/>
                <p14:nvPr/>
              </p14:nvContentPartPr>
              <p14:xfrm>
                <a:off x="8626907" y="2543120"/>
                <a:ext cx="10080" cy="143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D926464-AA05-864E-6A31-A516AD8294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22587" y="2538800"/>
                  <a:ext cx="18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34937E1-BE11-993D-2E3B-4CF87FC63796}"/>
                    </a:ext>
                  </a:extLst>
                </p14:cNvPr>
                <p14:cNvContentPartPr/>
                <p14:nvPr/>
              </p14:nvContentPartPr>
              <p14:xfrm>
                <a:off x="8653907" y="2407760"/>
                <a:ext cx="496800" cy="281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34937E1-BE11-993D-2E3B-4CF87FC6379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49587" y="2403440"/>
                  <a:ext cx="505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20731D-B177-62B8-56FC-29EF9BFDC909}"/>
                    </a:ext>
                  </a:extLst>
                </p14:cNvPr>
                <p14:cNvContentPartPr/>
                <p14:nvPr/>
              </p14:nvContentPartPr>
              <p14:xfrm>
                <a:off x="7210307" y="2556800"/>
                <a:ext cx="1579320" cy="227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20731D-B177-62B8-56FC-29EF9BFDC9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05987" y="2552480"/>
                  <a:ext cx="158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D24874A-BD68-2CF9-BBD0-0748250ED3BA}"/>
                    </a:ext>
                  </a:extLst>
                </p14:cNvPr>
                <p14:cNvContentPartPr/>
                <p14:nvPr/>
              </p14:nvContentPartPr>
              <p14:xfrm>
                <a:off x="7198067" y="2702960"/>
                <a:ext cx="128880" cy="144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D24874A-BD68-2CF9-BBD0-0748250ED3B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93747" y="2698640"/>
                  <a:ext cx="13752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7BA1CBC-C715-7C3A-FDE1-51630F4E64DA}"/>
                  </a:ext>
                </a:extLst>
              </p14:cNvPr>
              <p14:cNvContentPartPr/>
              <p14:nvPr/>
            </p14:nvContentPartPr>
            <p14:xfrm>
              <a:off x="8125427" y="4944680"/>
              <a:ext cx="138240" cy="313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7BA1CBC-C715-7C3A-FDE1-51630F4E64D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121107" y="4940360"/>
                <a:ext cx="1468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4809127-1883-FE36-2B47-F1315A31ADEA}"/>
              </a:ext>
            </a:extLst>
          </p:cNvPr>
          <p:cNvGrpSpPr/>
          <p:nvPr/>
        </p:nvGrpSpPr>
        <p:grpSpPr>
          <a:xfrm>
            <a:off x="6066587" y="5339600"/>
            <a:ext cx="1294920" cy="1094400"/>
            <a:chOff x="6066587" y="5339600"/>
            <a:chExt cx="1294920" cy="10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83736E2-39A0-E43E-83C1-2AE98FE82B86}"/>
                    </a:ext>
                  </a:extLst>
                </p14:cNvPr>
                <p14:cNvContentPartPr/>
                <p14:nvPr/>
              </p14:nvContentPartPr>
              <p14:xfrm>
                <a:off x="6066587" y="5462360"/>
                <a:ext cx="52200" cy="848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83736E2-39A0-E43E-83C1-2AE98FE82B8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62267" y="5458040"/>
                  <a:ext cx="6084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C596C12-31DA-3F04-61CD-5C08CA960BC3}"/>
                    </a:ext>
                  </a:extLst>
                </p14:cNvPr>
                <p14:cNvContentPartPr/>
                <p14:nvPr/>
              </p14:nvContentPartPr>
              <p14:xfrm>
                <a:off x="6128147" y="5339600"/>
                <a:ext cx="1011240" cy="1075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C596C12-31DA-3F04-61CD-5C08CA960BC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23827" y="5335280"/>
                  <a:ext cx="1019880" cy="10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B3559BF-B7B8-D06E-97A0-059855F29BD3}"/>
                    </a:ext>
                  </a:extLst>
                </p14:cNvPr>
                <p14:cNvContentPartPr/>
                <p14:nvPr/>
              </p14:nvContentPartPr>
              <p14:xfrm>
                <a:off x="6196907" y="6301520"/>
                <a:ext cx="1164600" cy="132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B3559BF-B7B8-D06E-97A0-059855F29BD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92587" y="6297200"/>
                  <a:ext cx="1173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ABA230E-E086-9AE1-D362-A066DF30D526}"/>
                    </a:ext>
                  </a:extLst>
                </p14:cNvPr>
                <p14:cNvContentPartPr/>
                <p14:nvPr/>
              </p14:nvContentPartPr>
              <p14:xfrm>
                <a:off x="6127427" y="5808320"/>
                <a:ext cx="1009440" cy="75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ABA230E-E086-9AE1-D362-A066DF30D5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23107" y="5804000"/>
                  <a:ext cx="1018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D7A135C-5627-9339-6A09-51C3860428AF}"/>
                    </a:ext>
                  </a:extLst>
                </p14:cNvPr>
                <p14:cNvContentPartPr/>
                <p14:nvPr/>
              </p14:nvContentPartPr>
              <p14:xfrm>
                <a:off x="6086747" y="6027200"/>
                <a:ext cx="1112400" cy="86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D7A135C-5627-9339-6A09-51C3860428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82427" y="6022880"/>
                  <a:ext cx="1121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427C6AD-6EE6-87B7-5FED-D275A547A688}"/>
                    </a:ext>
                  </a:extLst>
                </p14:cNvPr>
                <p14:cNvContentPartPr/>
                <p14:nvPr/>
              </p14:nvContentPartPr>
              <p14:xfrm>
                <a:off x="6598307" y="6105320"/>
                <a:ext cx="30600" cy="292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427C6AD-6EE6-87B7-5FED-D275A547A6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93987" y="6101000"/>
                  <a:ext cx="39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3D36318-402A-FA87-E274-9A819FB578C3}"/>
                    </a:ext>
                  </a:extLst>
                </p14:cNvPr>
                <p14:cNvContentPartPr/>
                <p14:nvPr/>
              </p14:nvContentPartPr>
              <p14:xfrm>
                <a:off x="6366467" y="6233840"/>
                <a:ext cx="69840" cy="64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3D36318-402A-FA87-E274-9A819FB578C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62147" y="6229520"/>
                  <a:ext cx="78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6FFD1C3-FE2E-DBF5-394F-DA6267F6172F}"/>
                    </a:ext>
                  </a:extLst>
                </p14:cNvPr>
                <p14:cNvContentPartPr/>
                <p14:nvPr/>
              </p14:nvContentPartPr>
              <p14:xfrm>
                <a:off x="6771467" y="6196760"/>
                <a:ext cx="49680" cy="61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6FFD1C3-FE2E-DBF5-394F-DA6267F6172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67147" y="6192440"/>
                  <a:ext cx="58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AA80143-E6D1-FE46-4F08-BE168A00DA82}"/>
                    </a:ext>
                  </a:extLst>
                </p14:cNvPr>
                <p14:cNvContentPartPr/>
                <p14:nvPr/>
              </p14:nvContentPartPr>
              <p14:xfrm>
                <a:off x="6500027" y="5545880"/>
                <a:ext cx="162000" cy="113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AA80143-E6D1-FE46-4F08-BE168A00DA8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5707" y="5541560"/>
                  <a:ext cx="170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9DFF5C3-1C6C-D654-5994-FB9CEB647C39}"/>
                    </a:ext>
                  </a:extLst>
                </p14:cNvPr>
                <p14:cNvContentPartPr/>
                <p14:nvPr/>
              </p14:nvContentPartPr>
              <p14:xfrm>
                <a:off x="6702347" y="5548040"/>
                <a:ext cx="135360" cy="123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9DFF5C3-1C6C-D654-5994-FB9CEB647C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8027" y="5543720"/>
                  <a:ext cx="144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DEA52C5-F503-7B7D-63B1-B0FCCB7672F4}"/>
                    </a:ext>
                  </a:extLst>
                </p14:cNvPr>
                <p14:cNvContentPartPr/>
                <p14:nvPr/>
              </p14:nvContentPartPr>
              <p14:xfrm>
                <a:off x="6523427" y="5853320"/>
                <a:ext cx="134280" cy="129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DEA52C5-F503-7B7D-63B1-B0FCCB7672F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19107" y="5849000"/>
                  <a:ext cx="14292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5D739E6-D555-801F-17AA-CC08F7053E8E}"/>
              </a:ext>
            </a:extLst>
          </p:cNvPr>
          <p:cNvGrpSpPr/>
          <p:nvPr/>
        </p:nvGrpSpPr>
        <p:grpSpPr>
          <a:xfrm>
            <a:off x="5494547" y="4496840"/>
            <a:ext cx="1084680" cy="830160"/>
            <a:chOff x="5494547" y="4496840"/>
            <a:chExt cx="1084680" cy="83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5200727-3ADD-2B7B-473C-9D24329CF912}"/>
                    </a:ext>
                  </a:extLst>
                </p14:cNvPr>
                <p14:cNvContentPartPr/>
                <p14:nvPr/>
              </p14:nvContentPartPr>
              <p14:xfrm>
                <a:off x="5494547" y="4496840"/>
                <a:ext cx="1022760" cy="781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5200727-3ADD-2B7B-473C-9D24329CF91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90227" y="4492520"/>
                  <a:ext cx="103140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A4AD78F-38AE-06F3-9FCB-1505766524B5}"/>
                    </a:ext>
                  </a:extLst>
                </p14:cNvPr>
                <p14:cNvContentPartPr/>
                <p14:nvPr/>
              </p14:nvContentPartPr>
              <p14:xfrm>
                <a:off x="6391307" y="5167520"/>
                <a:ext cx="168480" cy="139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A4AD78F-38AE-06F3-9FCB-1505766524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86987" y="5163200"/>
                  <a:ext cx="177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CFC25E4-B7D2-9578-2E98-E74B8881A2D1}"/>
                    </a:ext>
                  </a:extLst>
                </p14:cNvPr>
                <p14:cNvContentPartPr/>
                <p14:nvPr/>
              </p14:nvContentPartPr>
              <p14:xfrm>
                <a:off x="6523787" y="5118560"/>
                <a:ext cx="55440" cy="208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CFC25E4-B7D2-9578-2E98-E74B8881A2D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19467" y="5114240"/>
                  <a:ext cx="64080" cy="21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3C93ACD-E38C-6F31-E659-66E4335693DD}"/>
                  </a:ext>
                </a:extLst>
              </p14:cNvPr>
              <p14:cNvContentPartPr/>
              <p14:nvPr/>
            </p14:nvContentPartPr>
            <p14:xfrm>
              <a:off x="5116547" y="4112360"/>
              <a:ext cx="13680" cy="1213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3C93ACD-E38C-6F31-E659-66E4335693D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107907" y="4103360"/>
                <a:ext cx="3132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2DFFC5E-725C-EF97-A4BB-00158EEBF5A8}"/>
              </a:ext>
            </a:extLst>
          </p:cNvPr>
          <p:cNvGrpSpPr/>
          <p:nvPr/>
        </p:nvGrpSpPr>
        <p:grpSpPr>
          <a:xfrm>
            <a:off x="6538907" y="2722400"/>
            <a:ext cx="197640" cy="117360"/>
            <a:chOff x="6538907" y="2722400"/>
            <a:chExt cx="19764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0457123-511C-F27A-890F-4D35E45C6F40}"/>
                    </a:ext>
                  </a:extLst>
                </p14:cNvPr>
                <p14:cNvContentPartPr/>
                <p14:nvPr/>
              </p14:nvContentPartPr>
              <p14:xfrm>
                <a:off x="6538907" y="2782160"/>
                <a:ext cx="82080" cy="30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0457123-511C-F27A-890F-4D35E45C6F4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29907" y="2773520"/>
                  <a:ext cx="99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81FBF9C-499E-9A42-FCED-11CCEE21125F}"/>
                    </a:ext>
                  </a:extLst>
                </p14:cNvPr>
                <p14:cNvContentPartPr/>
                <p14:nvPr/>
              </p14:nvContentPartPr>
              <p14:xfrm>
                <a:off x="6718187" y="2722400"/>
                <a:ext cx="18360" cy="117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81FBF9C-499E-9A42-FCED-11CCEE21125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09187" y="2713400"/>
                  <a:ext cx="3600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DC54EB5-A1AF-D68F-648C-2147A6421A73}"/>
                  </a:ext>
                </a:extLst>
              </p14:cNvPr>
              <p14:cNvContentPartPr/>
              <p14:nvPr/>
            </p14:nvContentPartPr>
            <p14:xfrm>
              <a:off x="5639627" y="3076640"/>
              <a:ext cx="156960" cy="2041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DC54EB5-A1AF-D68F-648C-2147A6421A7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630627" y="3068000"/>
                <a:ext cx="1746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959AE32-1C4C-0F65-31E1-D2B99860B919}"/>
                  </a:ext>
                </a:extLst>
              </p14:cNvPr>
              <p14:cNvContentPartPr/>
              <p14:nvPr/>
            </p14:nvContentPartPr>
            <p14:xfrm>
              <a:off x="6173147" y="4489280"/>
              <a:ext cx="225360" cy="2779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959AE32-1C4C-0F65-31E1-D2B99860B91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64507" y="4480640"/>
                <a:ext cx="2430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98F93FD-6189-58DC-3CB0-A66062044761}"/>
                  </a:ext>
                </a:extLst>
              </p14:cNvPr>
              <p14:cNvContentPartPr/>
              <p14:nvPr/>
            </p14:nvContentPartPr>
            <p14:xfrm>
              <a:off x="6018347" y="4775120"/>
              <a:ext cx="507960" cy="4046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98F93FD-6189-58DC-3CB0-A6606204476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014027" y="4770800"/>
                <a:ext cx="516600" cy="41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31CBEA3-2DEC-E882-CDA4-46D558F1C10E}"/>
              </a:ext>
            </a:extLst>
          </p:cNvPr>
          <p:cNvGrpSpPr/>
          <p:nvPr/>
        </p:nvGrpSpPr>
        <p:grpSpPr>
          <a:xfrm>
            <a:off x="5857787" y="3097160"/>
            <a:ext cx="506520" cy="626040"/>
            <a:chOff x="5857787" y="3097160"/>
            <a:chExt cx="506520" cy="6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BA7754B-0100-4A50-F56C-F4FF58769205}"/>
                    </a:ext>
                  </a:extLst>
                </p14:cNvPr>
                <p14:cNvContentPartPr/>
                <p14:nvPr/>
              </p14:nvContentPartPr>
              <p14:xfrm>
                <a:off x="5857787" y="3097160"/>
                <a:ext cx="377640" cy="530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BA7754B-0100-4A50-F56C-F4FF5876920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53467" y="3092840"/>
                  <a:ext cx="3862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3449779-B720-72E4-D751-5A6A3AEDB507}"/>
                    </a:ext>
                  </a:extLst>
                </p14:cNvPr>
                <p14:cNvContentPartPr/>
                <p14:nvPr/>
              </p14:nvContentPartPr>
              <p14:xfrm>
                <a:off x="6110147" y="3513320"/>
                <a:ext cx="254160" cy="209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3449779-B720-72E4-D751-5A6A3AEDB50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05827" y="3509000"/>
                  <a:ext cx="2628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7271083-6707-37B9-FA44-3ACF536CFD77}"/>
              </a:ext>
            </a:extLst>
          </p:cNvPr>
          <p:cNvGrpSpPr/>
          <p:nvPr/>
        </p:nvGrpSpPr>
        <p:grpSpPr>
          <a:xfrm>
            <a:off x="8712947" y="3439520"/>
            <a:ext cx="2313360" cy="888840"/>
            <a:chOff x="8712947" y="3439520"/>
            <a:chExt cx="2313360" cy="88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607B0AA-8D16-5D95-0769-D02DA5EB39FA}"/>
                    </a:ext>
                  </a:extLst>
                </p14:cNvPr>
                <p14:cNvContentPartPr/>
                <p14:nvPr/>
              </p14:nvContentPartPr>
              <p14:xfrm>
                <a:off x="8712947" y="3703760"/>
                <a:ext cx="169920" cy="243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607B0AA-8D16-5D95-0769-D02DA5EB39F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08627" y="3699440"/>
                  <a:ext cx="178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42729-905F-BD90-32C9-ADEF374B23D2}"/>
                    </a:ext>
                  </a:extLst>
                </p14:cNvPr>
                <p14:cNvContentPartPr/>
                <p14:nvPr/>
              </p14:nvContentPartPr>
              <p14:xfrm>
                <a:off x="9017507" y="3623120"/>
                <a:ext cx="273960" cy="279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42729-905F-BD90-32C9-ADEF374B23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13187" y="3618800"/>
                  <a:ext cx="2826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F8EA48E-0EFC-6E9D-FF88-6553E920BA34}"/>
                    </a:ext>
                  </a:extLst>
                </p14:cNvPr>
                <p14:cNvContentPartPr/>
                <p14:nvPr/>
              </p14:nvContentPartPr>
              <p14:xfrm>
                <a:off x="9453827" y="3748760"/>
                <a:ext cx="110160" cy="16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F8EA48E-0EFC-6E9D-FF88-6553E920BA3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49507" y="3744440"/>
                  <a:ext cx="118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B93B427-43D2-E2C8-DAE8-16C3A528BEDC}"/>
                    </a:ext>
                  </a:extLst>
                </p14:cNvPr>
                <p14:cNvContentPartPr/>
                <p14:nvPr/>
              </p14:nvContentPartPr>
              <p14:xfrm>
                <a:off x="9782507" y="3611240"/>
                <a:ext cx="31320" cy="129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B93B427-43D2-E2C8-DAE8-16C3A528BE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78187" y="3606920"/>
                  <a:ext cx="39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86D5224-D6B5-EBF0-8A45-389E3A141C71}"/>
                    </a:ext>
                  </a:extLst>
                </p14:cNvPr>
                <p14:cNvContentPartPr/>
                <p14:nvPr/>
              </p14:nvContentPartPr>
              <p14:xfrm>
                <a:off x="9696107" y="3545000"/>
                <a:ext cx="194400" cy="266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86D5224-D6B5-EBF0-8A45-389E3A141C7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91787" y="3540680"/>
                  <a:ext cx="203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F0A837-2E82-CCE1-0801-8434571915F5}"/>
                    </a:ext>
                  </a:extLst>
                </p14:cNvPr>
                <p14:cNvContentPartPr/>
                <p14:nvPr/>
              </p14:nvContentPartPr>
              <p14:xfrm>
                <a:off x="9942707" y="3596840"/>
                <a:ext cx="338400" cy="146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F0A837-2E82-CCE1-0801-8434571915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38387" y="3592520"/>
                  <a:ext cx="347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C302C98-1DE3-8A67-6804-1B2DD7155984}"/>
                    </a:ext>
                  </a:extLst>
                </p14:cNvPr>
                <p14:cNvContentPartPr/>
                <p14:nvPr/>
              </p14:nvContentPartPr>
              <p14:xfrm>
                <a:off x="10298027" y="3453200"/>
                <a:ext cx="94320" cy="28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C302C98-1DE3-8A67-6804-1B2DD715598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93707" y="3448880"/>
                  <a:ext cx="1029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5B12954-09B3-4010-E888-3CB9D9F25E60}"/>
                    </a:ext>
                  </a:extLst>
                </p14:cNvPr>
                <p14:cNvContentPartPr/>
                <p14:nvPr/>
              </p14:nvContentPartPr>
              <p14:xfrm>
                <a:off x="10499627" y="3439520"/>
                <a:ext cx="84240" cy="283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5B12954-09B3-4010-E888-3CB9D9F25E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95307" y="3435200"/>
                  <a:ext cx="92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C51BCF4-0446-9C8F-A1A7-3ADD97BC76B5}"/>
                    </a:ext>
                  </a:extLst>
                </p14:cNvPr>
                <p14:cNvContentPartPr/>
                <p14:nvPr/>
              </p14:nvContentPartPr>
              <p14:xfrm>
                <a:off x="10585307" y="3620240"/>
                <a:ext cx="109800" cy="129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C51BCF4-0446-9C8F-A1A7-3ADD97BC76B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80987" y="3615920"/>
                  <a:ext cx="118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0911E2F-E08B-494F-A2DE-F0572EBA7C36}"/>
                    </a:ext>
                  </a:extLst>
                </p14:cNvPr>
                <p14:cNvContentPartPr/>
                <p14:nvPr/>
              </p14:nvContentPartPr>
              <p14:xfrm>
                <a:off x="9832907" y="4018040"/>
                <a:ext cx="252360" cy="310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0911E2F-E08B-494F-A2DE-F0572EBA7C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28587" y="4013720"/>
                  <a:ext cx="2610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704E3F4-102A-D1B5-74E5-1E3C96647C59}"/>
                    </a:ext>
                  </a:extLst>
                </p14:cNvPr>
                <p14:cNvContentPartPr/>
                <p14:nvPr/>
              </p14:nvContentPartPr>
              <p14:xfrm>
                <a:off x="10067267" y="4180760"/>
                <a:ext cx="97200" cy="92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704E3F4-102A-D1B5-74E5-1E3C96647C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062947" y="4176440"/>
                  <a:ext cx="105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543AD02-0044-5DA4-0D4C-3FDFB3A7BC0C}"/>
                    </a:ext>
                  </a:extLst>
                </p14:cNvPr>
                <p14:cNvContentPartPr/>
                <p14:nvPr/>
              </p14:nvContentPartPr>
              <p14:xfrm>
                <a:off x="10260587" y="3966200"/>
                <a:ext cx="77760" cy="257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543AD02-0044-5DA4-0D4C-3FDFB3A7BC0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56267" y="3961880"/>
                  <a:ext cx="86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9E033DC-3490-0103-9EA7-094667F2E713}"/>
                    </a:ext>
                  </a:extLst>
                </p14:cNvPr>
                <p14:cNvContentPartPr/>
                <p14:nvPr/>
              </p14:nvContentPartPr>
              <p14:xfrm>
                <a:off x="10262747" y="4110560"/>
                <a:ext cx="272160" cy="106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9E033DC-3490-0103-9EA7-094667F2E71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58427" y="4106240"/>
                  <a:ext cx="280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ADAAAD7-9BF9-F7DD-9DBC-0E1CBF9036C9}"/>
                    </a:ext>
                  </a:extLst>
                </p14:cNvPr>
                <p14:cNvContentPartPr/>
                <p14:nvPr/>
              </p14:nvContentPartPr>
              <p14:xfrm>
                <a:off x="10569827" y="3943880"/>
                <a:ext cx="106560" cy="306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ADAAAD7-9BF9-F7DD-9DBC-0E1CBF9036C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5507" y="3939560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2A49AD-B99F-231E-5742-67C43C4E5CDB}"/>
                    </a:ext>
                  </a:extLst>
                </p14:cNvPr>
                <p14:cNvContentPartPr/>
                <p14:nvPr/>
              </p14:nvContentPartPr>
              <p14:xfrm>
                <a:off x="10538147" y="4124240"/>
                <a:ext cx="194760" cy="76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2A49AD-B99F-231E-5742-67C43C4E5C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33827" y="4119920"/>
                  <a:ext cx="203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5CEB4B0-1683-E3DF-AE84-A146030767F1}"/>
                    </a:ext>
                  </a:extLst>
                </p14:cNvPr>
                <p14:cNvContentPartPr/>
                <p14:nvPr/>
              </p14:nvContentPartPr>
              <p14:xfrm>
                <a:off x="10748027" y="4062680"/>
                <a:ext cx="7200" cy="36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5CEB4B0-1683-E3DF-AE84-A146030767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43707" y="4058360"/>
                  <a:ext cx="15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232A1E4-4371-57C3-4C2D-96D5C29AD964}"/>
                    </a:ext>
                  </a:extLst>
                </p14:cNvPr>
                <p14:cNvContentPartPr/>
                <p14:nvPr/>
              </p14:nvContentPartPr>
              <p14:xfrm>
                <a:off x="10753427" y="4102640"/>
                <a:ext cx="272880" cy="119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232A1E4-4371-57C3-4C2D-96D5C29AD96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49107" y="4098320"/>
                  <a:ext cx="28152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898DC22B-3EF8-2461-E147-10978F4B9AC2}"/>
              </a:ext>
            </a:extLst>
          </p:cNvPr>
          <p:cNvGrpSpPr/>
          <p:nvPr/>
        </p:nvGrpSpPr>
        <p:grpSpPr>
          <a:xfrm>
            <a:off x="9948107" y="4672880"/>
            <a:ext cx="173520" cy="203400"/>
            <a:chOff x="9948107" y="4672880"/>
            <a:chExt cx="17352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8B0DF06-399D-7AA7-BA02-D927BF6C60B5}"/>
                    </a:ext>
                  </a:extLst>
                </p14:cNvPr>
                <p14:cNvContentPartPr/>
                <p14:nvPr/>
              </p14:nvContentPartPr>
              <p14:xfrm>
                <a:off x="9948107" y="4672880"/>
                <a:ext cx="50040" cy="203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8B0DF06-399D-7AA7-BA02-D927BF6C60B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43787" y="4668560"/>
                  <a:ext cx="58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1D6F7CA-6C08-3948-0E67-55D05480C136}"/>
                    </a:ext>
                  </a:extLst>
                </p14:cNvPr>
                <p14:cNvContentPartPr/>
                <p14:nvPr/>
              </p14:nvContentPartPr>
              <p14:xfrm>
                <a:off x="9970787" y="4745960"/>
                <a:ext cx="150840" cy="85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1D6F7CA-6C08-3948-0E67-55D05480C13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66467" y="4741640"/>
                  <a:ext cx="1594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F915B63-141A-ABA0-0660-FB91FB350439}"/>
              </a:ext>
            </a:extLst>
          </p:cNvPr>
          <p:cNvGrpSpPr/>
          <p:nvPr/>
        </p:nvGrpSpPr>
        <p:grpSpPr>
          <a:xfrm>
            <a:off x="10469747" y="4479920"/>
            <a:ext cx="1515960" cy="408600"/>
            <a:chOff x="10469747" y="4479920"/>
            <a:chExt cx="151596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8E5774C-94E3-DC5B-FC9D-0CE97E71780F}"/>
                    </a:ext>
                  </a:extLst>
                </p14:cNvPr>
                <p14:cNvContentPartPr/>
                <p14:nvPr/>
              </p14:nvContentPartPr>
              <p14:xfrm>
                <a:off x="10469747" y="4540760"/>
                <a:ext cx="163440" cy="347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8E5774C-94E3-DC5B-FC9D-0CE97E71780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65427" y="4536440"/>
                  <a:ext cx="172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A3E5AE9-3271-ADA1-0542-C98A0014E26C}"/>
                    </a:ext>
                  </a:extLst>
                </p14:cNvPr>
                <p14:cNvContentPartPr/>
                <p14:nvPr/>
              </p14:nvContentPartPr>
              <p14:xfrm>
                <a:off x="10629947" y="4713560"/>
                <a:ext cx="152280" cy="73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A3E5AE9-3271-ADA1-0542-C98A0014E2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25627" y="4709240"/>
                  <a:ext cx="160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E573D8-6C39-D9EE-587F-E77B9B06D716}"/>
                    </a:ext>
                  </a:extLst>
                </p14:cNvPr>
                <p14:cNvContentPartPr/>
                <p14:nvPr/>
              </p14:nvContentPartPr>
              <p14:xfrm>
                <a:off x="10820747" y="4533560"/>
                <a:ext cx="92160" cy="286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E573D8-6C39-D9EE-587F-E77B9B06D71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16427" y="4529240"/>
                  <a:ext cx="100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FC338DF-BEDA-3997-47CB-5F5006E7C8A7}"/>
                    </a:ext>
                  </a:extLst>
                </p14:cNvPr>
                <p14:cNvContentPartPr/>
                <p14:nvPr/>
              </p14:nvContentPartPr>
              <p14:xfrm>
                <a:off x="10951427" y="4704560"/>
                <a:ext cx="114120" cy="96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FC338DF-BEDA-3997-47CB-5F5006E7C8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47107" y="4700240"/>
                  <a:ext cx="122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A4BFB3E-C3EA-FBEF-1797-DE5743B6932A}"/>
                    </a:ext>
                  </a:extLst>
                </p14:cNvPr>
                <p14:cNvContentPartPr/>
                <p14:nvPr/>
              </p14:nvContentPartPr>
              <p14:xfrm>
                <a:off x="11101547" y="4723280"/>
                <a:ext cx="102240" cy="81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A4BFB3E-C3EA-FBEF-1797-DE5743B693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97227" y="4718960"/>
                  <a:ext cx="110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0F7F05C-A737-BFC0-E6C6-C9FB130A8A9D}"/>
                    </a:ext>
                  </a:extLst>
                </p14:cNvPr>
                <p14:cNvContentPartPr/>
                <p14:nvPr/>
              </p14:nvContentPartPr>
              <p14:xfrm>
                <a:off x="11079947" y="4479920"/>
                <a:ext cx="65160" cy="348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0F7F05C-A737-BFC0-E6C6-C9FB130A8A9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75627" y="4475600"/>
                  <a:ext cx="73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DD13671-8AC2-AD92-6570-8F7F0ED9830A}"/>
                    </a:ext>
                  </a:extLst>
                </p14:cNvPr>
                <p14:cNvContentPartPr/>
                <p14:nvPr/>
              </p14:nvContentPartPr>
              <p14:xfrm>
                <a:off x="11178587" y="4696640"/>
                <a:ext cx="807120" cy="125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DD13671-8AC2-AD92-6570-8F7F0ED9830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74267" y="4692320"/>
                  <a:ext cx="81576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334DA210-0841-8B59-C4CA-6EEA1211F45A}"/>
                  </a:ext>
                </a:extLst>
              </p14:cNvPr>
              <p14:cNvContentPartPr/>
              <p14:nvPr/>
            </p14:nvContentPartPr>
            <p14:xfrm>
              <a:off x="2387387" y="728000"/>
              <a:ext cx="406800" cy="1101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334DA210-0841-8B59-C4CA-6EEA1211F45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297387" y="548360"/>
                <a:ext cx="58644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2754A87-5BA8-3F95-F64C-B02930E4B801}"/>
                  </a:ext>
                </a:extLst>
              </p14:cNvPr>
              <p14:cNvContentPartPr/>
              <p14:nvPr/>
            </p14:nvContentPartPr>
            <p14:xfrm>
              <a:off x="3175067" y="719720"/>
              <a:ext cx="465840" cy="33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2754A87-5BA8-3F95-F64C-B02930E4B80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085067" y="539720"/>
                <a:ext cx="645480" cy="39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714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6F994A1-865B-A813-F1EE-33A47AC81B90}"/>
              </a:ext>
            </a:extLst>
          </p:cNvPr>
          <p:cNvGrpSpPr/>
          <p:nvPr/>
        </p:nvGrpSpPr>
        <p:grpSpPr>
          <a:xfrm>
            <a:off x="3721547" y="474387"/>
            <a:ext cx="570600" cy="308520"/>
            <a:chOff x="3721547" y="474387"/>
            <a:chExt cx="57060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0977D9-0AB2-4A3B-0978-4AF999F1D400}"/>
                    </a:ext>
                  </a:extLst>
                </p14:cNvPr>
                <p14:cNvContentPartPr/>
                <p14:nvPr/>
              </p14:nvContentPartPr>
              <p14:xfrm>
                <a:off x="3721547" y="620907"/>
                <a:ext cx="80280" cy="162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0977D9-0AB2-4A3B-0978-4AF999F1D4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7227" y="616587"/>
                  <a:ext cx="88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98E2716-815E-9339-7E9F-4629C3F4B2DA}"/>
                    </a:ext>
                  </a:extLst>
                </p14:cNvPr>
                <p14:cNvContentPartPr/>
                <p14:nvPr/>
              </p14:nvContentPartPr>
              <p14:xfrm>
                <a:off x="3855467" y="659787"/>
                <a:ext cx="85320" cy="99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98E2716-815E-9339-7E9F-4629C3F4B2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1147" y="655467"/>
                  <a:ext cx="939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D33474-AC94-116E-3613-72C6683C2DAB}"/>
                    </a:ext>
                  </a:extLst>
                </p14:cNvPr>
                <p14:cNvContentPartPr/>
                <p14:nvPr/>
              </p14:nvContentPartPr>
              <p14:xfrm>
                <a:off x="3992627" y="635667"/>
                <a:ext cx="96840" cy="68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D33474-AC94-116E-3613-72C6683C2D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88307" y="631347"/>
                  <a:ext cx="105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8A2F20-5890-FA47-BE82-857479F1564E}"/>
                    </a:ext>
                  </a:extLst>
                </p14:cNvPr>
                <p14:cNvContentPartPr/>
                <p14:nvPr/>
              </p14:nvContentPartPr>
              <p14:xfrm>
                <a:off x="4171547" y="474387"/>
                <a:ext cx="72720" cy="235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8A2F20-5890-FA47-BE82-857479F156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67227" y="470067"/>
                  <a:ext cx="81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3D467E-7312-EA82-A0A4-708CBF694D42}"/>
                    </a:ext>
                  </a:extLst>
                </p14:cNvPr>
                <p14:cNvContentPartPr/>
                <p14:nvPr/>
              </p14:nvContentPartPr>
              <p14:xfrm>
                <a:off x="4157147" y="573747"/>
                <a:ext cx="135000" cy="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3D467E-7312-EA82-A0A4-708CBF694D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52827" y="569427"/>
                  <a:ext cx="14364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7594C5-10F6-CF1B-3CF2-49773AE0BA0C}"/>
              </a:ext>
            </a:extLst>
          </p:cNvPr>
          <p:cNvGrpSpPr/>
          <p:nvPr/>
        </p:nvGrpSpPr>
        <p:grpSpPr>
          <a:xfrm>
            <a:off x="4528667" y="593547"/>
            <a:ext cx="209160" cy="476640"/>
            <a:chOff x="4528667" y="593547"/>
            <a:chExt cx="20916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952028-6948-0983-D314-7B0063FA0384}"/>
                    </a:ext>
                  </a:extLst>
                </p14:cNvPr>
                <p14:cNvContentPartPr/>
                <p14:nvPr/>
              </p14:nvContentPartPr>
              <p14:xfrm>
                <a:off x="4571867" y="593547"/>
                <a:ext cx="165960" cy="45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952028-6948-0983-D314-7B0063FA03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67547" y="589227"/>
                  <a:ext cx="1746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7ADF09-1E37-0843-3234-425069DEAEED}"/>
                    </a:ext>
                  </a:extLst>
                </p14:cNvPr>
                <p14:cNvContentPartPr/>
                <p14:nvPr/>
              </p14:nvContentPartPr>
              <p14:xfrm>
                <a:off x="4528667" y="935187"/>
                <a:ext cx="124200" cy="95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7ADF09-1E37-0843-3234-425069DEAE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4347" y="930867"/>
                  <a:ext cx="132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A83064-FA00-D89B-DC07-9B68EA0336EC}"/>
                    </a:ext>
                  </a:extLst>
                </p14:cNvPr>
                <p14:cNvContentPartPr/>
                <p14:nvPr/>
              </p14:nvContentPartPr>
              <p14:xfrm>
                <a:off x="4652507" y="967587"/>
                <a:ext cx="77040" cy="10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A83064-FA00-D89B-DC07-9B68EA0336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48187" y="963267"/>
                  <a:ext cx="85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5AB904-92D1-B318-C0B0-DFBC02FB7993}"/>
              </a:ext>
            </a:extLst>
          </p:cNvPr>
          <p:cNvGrpSpPr/>
          <p:nvPr/>
        </p:nvGrpSpPr>
        <p:grpSpPr>
          <a:xfrm>
            <a:off x="3203147" y="1018520"/>
            <a:ext cx="4289760" cy="2765880"/>
            <a:chOff x="3203147" y="1018520"/>
            <a:chExt cx="4289760" cy="27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D99992-B745-0D32-249C-AB7731324DA1}"/>
                    </a:ext>
                  </a:extLst>
                </p14:cNvPr>
                <p14:cNvContentPartPr/>
                <p14:nvPr/>
              </p14:nvContentPartPr>
              <p14:xfrm>
                <a:off x="4184867" y="1101320"/>
                <a:ext cx="127440" cy="86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D99992-B745-0D32-249C-AB7731324D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0547" y="1097000"/>
                  <a:ext cx="13608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685F43-A247-B228-7B60-03FBB07050C9}"/>
                    </a:ext>
                  </a:extLst>
                </p14:cNvPr>
                <p14:cNvContentPartPr/>
                <p14:nvPr/>
              </p14:nvContentPartPr>
              <p14:xfrm>
                <a:off x="4153547" y="1018520"/>
                <a:ext cx="1256040" cy="962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685F43-A247-B228-7B60-03FBB07050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49227" y="1014200"/>
                  <a:ext cx="1264680" cy="9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97A39E-5ED6-169F-8434-63B85863B41A}"/>
                    </a:ext>
                  </a:extLst>
                </p14:cNvPr>
                <p14:cNvContentPartPr/>
                <p14:nvPr/>
              </p14:nvContentPartPr>
              <p14:xfrm>
                <a:off x="4203587" y="1367720"/>
                <a:ext cx="1202040" cy="22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97A39E-5ED6-169F-8434-63B85863B4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99267" y="1363400"/>
                  <a:ext cx="1210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D07833-F7DF-3044-D76A-F6AF3E33E2B7}"/>
                    </a:ext>
                  </a:extLst>
                </p14:cNvPr>
                <p14:cNvContentPartPr/>
                <p14:nvPr/>
              </p14:nvContentPartPr>
              <p14:xfrm>
                <a:off x="4209347" y="1572560"/>
                <a:ext cx="1018080" cy="15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D07833-F7DF-3044-D76A-F6AF3E33E2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05027" y="1568240"/>
                  <a:ext cx="1026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B9877E-7DFC-EDEC-3789-44B445D44961}"/>
                    </a:ext>
                  </a:extLst>
                </p14:cNvPr>
                <p14:cNvContentPartPr/>
                <p14:nvPr/>
              </p14:nvContentPartPr>
              <p14:xfrm>
                <a:off x="4817747" y="1703240"/>
                <a:ext cx="47880" cy="255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B9877E-7DFC-EDEC-3789-44B445D449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13427" y="1698920"/>
                  <a:ext cx="56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711C429-5BDC-F013-5F93-B43DDE63A91B}"/>
                    </a:ext>
                  </a:extLst>
                </p14:cNvPr>
                <p14:cNvContentPartPr/>
                <p14:nvPr/>
              </p14:nvContentPartPr>
              <p14:xfrm>
                <a:off x="4642787" y="1783880"/>
                <a:ext cx="41040" cy="61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711C429-5BDC-F013-5F93-B43DDE63A9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38467" y="1779560"/>
                  <a:ext cx="49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A2A4269-0858-89CD-24CD-063B7012AE79}"/>
                    </a:ext>
                  </a:extLst>
                </p14:cNvPr>
                <p14:cNvContentPartPr/>
                <p14:nvPr/>
              </p14:nvContentPartPr>
              <p14:xfrm>
                <a:off x="5019347" y="1754000"/>
                <a:ext cx="46440" cy="33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A2A4269-0858-89CD-24CD-063B7012AE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15027" y="1749680"/>
                  <a:ext cx="55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2801A2-2492-D300-B1F4-C94F33BB025A}"/>
                    </a:ext>
                  </a:extLst>
                </p14:cNvPr>
                <p14:cNvContentPartPr/>
                <p14:nvPr/>
              </p14:nvContentPartPr>
              <p14:xfrm>
                <a:off x="3317987" y="2961080"/>
                <a:ext cx="20880" cy="74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2801A2-2492-D300-B1F4-C94F33BB02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13667" y="2956760"/>
                  <a:ext cx="29520" cy="7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A74BB45-7BFF-ECF9-A7FB-0AC61621E31C}"/>
                    </a:ext>
                  </a:extLst>
                </p14:cNvPr>
                <p14:cNvContentPartPr/>
                <p14:nvPr/>
              </p14:nvContentPartPr>
              <p14:xfrm>
                <a:off x="3203147" y="2668760"/>
                <a:ext cx="1506600" cy="111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A74BB45-7BFF-ECF9-A7FB-0AC61621E3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8827" y="2664440"/>
                  <a:ext cx="151524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2CEF5A-1C7F-251B-FE27-D8D1A1DDDEEE}"/>
                    </a:ext>
                  </a:extLst>
                </p14:cNvPr>
                <p14:cNvContentPartPr/>
                <p14:nvPr/>
              </p14:nvContentPartPr>
              <p14:xfrm>
                <a:off x="3357227" y="3170960"/>
                <a:ext cx="1177920" cy="145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2CEF5A-1C7F-251B-FE27-D8D1A1DDDE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52907" y="3166640"/>
                  <a:ext cx="1186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D0189E-7E70-3DA9-414D-139EE95820CD}"/>
                    </a:ext>
                  </a:extLst>
                </p14:cNvPr>
                <p14:cNvContentPartPr/>
                <p14:nvPr/>
              </p14:nvContentPartPr>
              <p14:xfrm>
                <a:off x="3279107" y="2926880"/>
                <a:ext cx="1209240" cy="181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D0189E-7E70-3DA9-414D-139EE95820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74787" y="2922560"/>
                  <a:ext cx="1217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B4DEDD-9D3A-EE24-66A0-617CAAE0889D}"/>
                    </a:ext>
                  </a:extLst>
                </p14:cNvPr>
                <p14:cNvContentPartPr/>
                <p14:nvPr/>
              </p14:nvContentPartPr>
              <p14:xfrm>
                <a:off x="3873467" y="3255200"/>
                <a:ext cx="61200" cy="416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B4DEDD-9D3A-EE24-66A0-617CAAE088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69147" y="3250880"/>
                  <a:ext cx="6984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509106-AAE0-5578-CAED-7818C1594322}"/>
                    </a:ext>
                  </a:extLst>
                </p14:cNvPr>
                <p14:cNvContentPartPr/>
                <p14:nvPr/>
              </p14:nvContentPartPr>
              <p14:xfrm>
                <a:off x="3635867" y="3509000"/>
                <a:ext cx="100800" cy="9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509106-AAE0-5578-CAED-7818C15943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31547" y="3504680"/>
                  <a:ext cx="109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289705-2FC9-3529-295C-6C61CA649506}"/>
                    </a:ext>
                  </a:extLst>
                </p14:cNvPr>
                <p14:cNvContentPartPr/>
                <p14:nvPr/>
              </p14:nvContentPartPr>
              <p14:xfrm>
                <a:off x="4176947" y="3422960"/>
                <a:ext cx="67320" cy="53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289705-2FC9-3529-295C-6C61CA6495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72627" y="3418640"/>
                  <a:ext cx="75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725B12-140F-C582-0A2C-AE2D075BEFCD}"/>
                    </a:ext>
                  </a:extLst>
                </p14:cNvPr>
                <p14:cNvContentPartPr/>
                <p14:nvPr/>
              </p14:nvContentPartPr>
              <p14:xfrm>
                <a:off x="6158387" y="2692880"/>
                <a:ext cx="47160" cy="751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725B12-140F-C582-0A2C-AE2D075BEF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54067" y="2688560"/>
                  <a:ext cx="5580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21D71D-CFCB-961E-6474-0735A6F1065D}"/>
                    </a:ext>
                  </a:extLst>
                </p14:cNvPr>
                <p14:cNvContentPartPr/>
                <p14:nvPr/>
              </p14:nvContentPartPr>
              <p14:xfrm>
                <a:off x="6092507" y="2411360"/>
                <a:ext cx="1365840" cy="124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21D71D-CFCB-961E-6474-0735A6F106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88187" y="2407040"/>
                  <a:ext cx="1374480" cy="12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899BBF-8D28-FE09-380D-1D9F15D0CC6F}"/>
                    </a:ext>
                  </a:extLst>
                </p14:cNvPr>
                <p14:cNvContentPartPr/>
                <p14:nvPr/>
              </p14:nvContentPartPr>
              <p14:xfrm>
                <a:off x="6147227" y="2917160"/>
                <a:ext cx="1345680" cy="10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899BBF-8D28-FE09-380D-1D9F15D0CC6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42907" y="2912840"/>
                  <a:ext cx="1354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4B45FFE-F4B4-EF30-D3AE-A6A4C0668929}"/>
                    </a:ext>
                  </a:extLst>
                </p14:cNvPr>
                <p14:cNvContentPartPr/>
                <p14:nvPr/>
              </p14:nvContentPartPr>
              <p14:xfrm>
                <a:off x="6081347" y="3162320"/>
                <a:ext cx="1089360" cy="122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4B45FFE-F4B4-EF30-D3AE-A6A4C06689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77027" y="3158000"/>
                  <a:ext cx="1098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8EC176-4290-70EE-7171-5160FF618479}"/>
                    </a:ext>
                  </a:extLst>
                </p14:cNvPr>
                <p14:cNvContentPartPr/>
                <p14:nvPr/>
              </p14:nvContentPartPr>
              <p14:xfrm>
                <a:off x="7060547" y="3156920"/>
                <a:ext cx="18648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8EC176-4290-70EE-7171-5160FF61847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56227" y="3152600"/>
                  <a:ext cx="195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6D8D8C-2B5D-F444-8687-ACDC05E79355}"/>
                    </a:ext>
                  </a:extLst>
                </p14:cNvPr>
                <p14:cNvContentPartPr/>
                <p14:nvPr/>
              </p14:nvContentPartPr>
              <p14:xfrm>
                <a:off x="6804587" y="3209840"/>
                <a:ext cx="25200" cy="314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6D8D8C-2B5D-F444-8687-ACDC05E7935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00267" y="3205520"/>
                  <a:ext cx="33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F19544-3945-7840-3B67-F59BB06C1432}"/>
                    </a:ext>
                  </a:extLst>
                </p14:cNvPr>
                <p14:cNvContentPartPr/>
                <p14:nvPr/>
              </p14:nvContentPartPr>
              <p14:xfrm>
                <a:off x="6499667" y="3375440"/>
                <a:ext cx="82440" cy="80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F19544-3945-7840-3B67-F59BB06C14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95347" y="3371120"/>
                  <a:ext cx="91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A9D89C-E1CA-9CD8-0B03-BA0D1D5EA149}"/>
                    </a:ext>
                  </a:extLst>
                </p14:cNvPr>
                <p14:cNvContentPartPr/>
                <p14:nvPr/>
              </p14:nvContentPartPr>
              <p14:xfrm>
                <a:off x="7003667" y="3340880"/>
                <a:ext cx="80280" cy="4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A9D89C-E1CA-9CD8-0B03-BA0D1D5EA1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99347" y="3336560"/>
                  <a:ext cx="88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6638D2-EF44-F919-F405-00384AD0AEF9}"/>
                    </a:ext>
                  </a:extLst>
                </p14:cNvPr>
                <p14:cNvContentPartPr/>
                <p14:nvPr/>
              </p14:nvContentPartPr>
              <p14:xfrm>
                <a:off x="4205027" y="1793960"/>
                <a:ext cx="432720" cy="82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6638D2-EF44-F919-F405-00384AD0AE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00707" y="1789640"/>
                  <a:ext cx="44136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D7772A-7C42-06A8-A238-CF3A51D76BC5}"/>
                    </a:ext>
                  </a:extLst>
                </p14:cNvPr>
                <p14:cNvContentPartPr/>
                <p14:nvPr/>
              </p14:nvContentPartPr>
              <p14:xfrm>
                <a:off x="4109627" y="2445560"/>
                <a:ext cx="264240" cy="248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D7772A-7C42-06A8-A238-CF3A51D76B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05307" y="2441240"/>
                  <a:ext cx="272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012846-B9BA-0FBD-8A9C-69950527BEB2}"/>
                    </a:ext>
                  </a:extLst>
                </p14:cNvPr>
                <p14:cNvContentPartPr/>
                <p14:nvPr/>
              </p14:nvContentPartPr>
              <p14:xfrm>
                <a:off x="5007107" y="1722320"/>
                <a:ext cx="1074600" cy="77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012846-B9BA-0FBD-8A9C-69950527BE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02787" y="1718000"/>
                  <a:ext cx="108324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C48E1F-531E-40D6-713E-671088660FE1}"/>
                    </a:ext>
                  </a:extLst>
                </p14:cNvPr>
                <p14:cNvContentPartPr/>
                <p14:nvPr/>
              </p14:nvContentPartPr>
              <p14:xfrm>
                <a:off x="5945987" y="2333240"/>
                <a:ext cx="197280" cy="19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C48E1F-531E-40D6-713E-671088660FE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1667" y="2328920"/>
                  <a:ext cx="205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D01ADA-FCD3-C4B1-3C16-0FC3CD3D4C39}"/>
                    </a:ext>
                  </a:extLst>
                </p14:cNvPr>
                <p14:cNvContentPartPr/>
                <p14:nvPr/>
              </p14:nvContentPartPr>
              <p14:xfrm>
                <a:off x="3920267" y="3049280"/>
                <a:ext cx="101160" cy="10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D01ADA-FCD3-C4B1-3C16-0FC3CD3D4C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15947" y="3044960"/>
                  <a:ext cx="109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4413D8F-5A7F-AC85-897A-77CB07B19E56}"/>
                    </a:ext>
                  </a:extLst>
                </p14:cNvPr>
                <p14:cNvContentPartPr/>
                <p14:nvPr/>
              </p14:nvContentPartPr>
              <p14:xfrm>
                <a:off x="3865907" y="2708000"/>
                <a:ext cx="35640" cy="19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4413D8F-5A7F-AC85-897A-77CB07B19E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61587" y="2703680"/>
                  <a:ext cx="44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C2DB6B-3B12-44C7-E83B-C6B9A0C45FD2}"/>
                    </a:ext>
                  </a:extLst>
                </p14:cNvPr>
                <p14:cNvContentPartPr/>
                <p14:nvPr/>
              </p14:nvContentPartPr>
              <p14:xfrm>
                <a:off x="3994787" y="2723120"/>
                <a:ext cx="103680" cy="144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C2DB6B-3B12-44C7-E83B-C6B9A0C45FD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90467" y="2718800"/>
                  <a:ext cx="112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AA8286-41B5-918D-081F-F2E87D497682}"/>
                    </a:ext>
                  </a:extLst>
                </p14:cNvPr>
                <p14:cNvContentPartPr/>
                <p14:nvPr/>
              </p14:nvContentPartPr>
              <p14:xfrm>
                <a:off x="6613067" y="2652200"/>
                <a:ext cx="136080" cy="227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AA8286-41B5-918D-081F-F2E87D49768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08747" y="2647880"/>
                  <a:ext cx="144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86FD1B-4976-B7B8-7087-8FD68810117D}"/>
                    </a:ext>
                  </a:extLst>
                </p14:cNvPr>
                <p14:cNvContentPartPr/>
                <p14:nvPr/>
              </p14:nvContentPartPr>
              <p14:xfrm>
                <a:off x="6848867" y="2634200"/>
                <a:ext cx="116280" cy="145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86FD1B-4976-B7B8-7087-8FD6881011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44547" y="2629880"/>
                  <a:ext cx="124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7553D2-495D-ED5A-4912-48715D005CC1}"/>
                    </a:ext>
                  </a:extLst>
                </p14:cNvPr>
                <p14:cNvContentPartPr/>
                <p14:nvPr/>
              </p14:nvContentPartPr>
              <p14:xfrm>
                <a:off x="4621547" y="1221920"/>
                <a:ext cx="232200" cy="19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7553D2-495D-ED5A-4912-48715D005C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7227" y="1217600"/>
                  <a:ext cx="240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22335E-D411-9F3D-3C7F-61FF382B8FF1}"/>
                    </a:ext>
                  </a:extLst>
                </p14:cNvPr>
                <p14:cNvContentPartPr/>
                <p14:nvPr/>
              </p14:nvContentPartPr>
              <p14:xfrm>
                <a:off x="4927907" y="1145600"/>
                <a:ext cx="113760" cy="156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22335E-D411-9F3D-3C7F-61FF382B8F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23587" y="1141280"/>
                  <a:ext cx="12240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CF5AA30-0E6C-2BBB-EC0C-6B045C242D7D}"/>
                  </a:ext>
                </a:extLst>
              </p14:cNvPr>
              <p14:cNvContentPartPr/>
              <p14:nvPr/>
            </p14:nvContentPartPr>
            <p14:xfrm>
              <a:off x="6748427" y="3021200"/>
              <a:ext cx="13680" cy="140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CF5AA30-0E6C-2BBB-EC0C-6B045C242D7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739787" y="3012560"/>
                <a:ext cx="313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E4E10BD-1EF4-EF30-2A74-814958769EBB}"/>
                  </a:ext>
                </a:extLst>
              </p14:cNvPr>
              <p14:cNvContentPartPr/>
              <p14:nvPr/>
            </p14:nvContentPartPr>
            <p14:xfrm>
              <a:off x="4803707" y="1515320"/>
              <a:ext cx="25920" cy="97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E4E10BD-1EF4-EF30-2A74-814958769EB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94707" y="1506320"/>
                <a:ext cx="4356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B9120AF-297B-703B-E8FC-4F6386CAE163}"/>
              </a:ext>
            </a:extLst>
          </p:cNvPr>
          <p:cNvGrpSpPr/>
          <p:nvPr/>
        </p:nvGrpSpPr>
        <p:grpSpPr>
          <a:xfrm>
            <a:off x="5544947" y="454040"/>
            <a:ext cx="1764000" cy="825480"/>
            <a:chOff x="5544947" y="454040"/>
            <a:chExt cx="1764000" cy="82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7F46DA6-B961-5D07-D897-880D74741DFB}"/>
                    </a:ext>
                  </a:extLst>
                </p14:cNvPr>
                <p14:cNvContentPartPr/>
                <p14:nvPr/>
              </p14:nvContentPartPr>
              <p14:xfrm>
                <a:off x="6565187" y="952280"/>
                <a:ext cx="25920" cy="175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7F46DA6-B961-5D07-D897-880D74741DF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56547" y="943640"/>
                  <a:ext cx="43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980771D-137A-75AC-8AF2-29651B5307EA}"/>
                    </a:ext>
                  </a:extLst>
                </p14:cNvPr>
                <p14:cNvContentPartPr/>
                <p14:nvPr/>
              </p14:nvContentPartPr>
              <p14:xfrm>
                <a:off x="6563387" y="833480"/>
                <a:ext cx="516600" cy="29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980771D-137A-75AC-8AF2-29651B5307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54387" y="824840"/>
                  <a:ext cx="534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DA1251-AB23-0E0B-120E-32A9D1D51AA3}"/>
                    </a:ext>
                  </a:extLst>
                </p14:cNvPr>
                <p14:cNvContentPartPr/>
                <p14:nvPr/>
              </p14:nvContentPartPr>
              <p14:xfrm>
                <a:off x="6598307" y="565640"/>
                <a:ext cx="134280" cy="135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DA1251-AB23-0E0B-120E-32A9D1D51A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89667" y="557000"/>
                  <a:ext cx="151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A10F72A-3A0A-1357-1DC7-CC98F8FD20CA}"/>
                    </a:ext>
                  </a:extLst>
                </p14:cNvPr>
                <p14:cNvContentPartPr/>
                <p14:nvPr/>
              </p14:nvContentPartPr>
              <p14:xfrm>
                <a:off x="6750587" y="582200"/>
                <a:ext cx="80280" cy="93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A10F72A-3A0A-1357-1DC7-CC98F8FD20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41947" y="573200"/>
                  <a:ext cx="97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D9807C-2FBB-ADD7-0C7E-E30ED938BE5A}"/>
                    </a:ext>
                  </a:extLst>
                </p14:cNvPr>
                <p14:cNvContentPartPr/>
                <p14:nvPr/>
              </p14:nvContentPartPr>
              <p14:xfrm>
                <a:off x="6910427" y="535760"/>
                <a:ext cx="67680" cy="99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D9807C-2FBB-ADD7-0C7E-E30ED938BE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01427" y="527120"/>
                  <a:ext cx="85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3E07EEE-D7AF-0E02-6F53-D7565E13CD8A}"/>
                    </a:ext>
                  </a:extLst>
                </p14:cNvPr>
                <p14:cNvContentPartPr/>
                <p14:nvPr/>
              </p14:nvContentPartPr>
              <p14:xfrm>
                <a:off x="7124267" y="454040"/>
                <a:ext cx="93240" cy="157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3E07EEE-D7AF-0E02-6F53-D7565E13CD8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15627" y="445400"/>
                  <a:ext cx="110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1CA71B-9C3A-4076-AE52-DD3355042DA3}"/>
                    </a:ext>
                  </a:extLst>
                </p14:cNvPr>
                <p14:cNvContentPartPr/>
                <p14:nvPr/>
              </p14:nvContentPartPr>
              <p14:xfrm>
                <a:off x="7160987" y="485000"/>
                <a:ext cx="147960" cy="12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1CA71B-9C3A-4076-AE52-DD3355042D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51987" y="476000"/>
                  <a:ext cx="165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3A7CE4D-5C59-0FFC-DE4C-DD7C3E60151B}"/>
                    </a:ext>
                  </a:extLst>
                </p14:cNvPr>
                <p14:cNvContentPartPr/>
                <p14:nvPr/>
              </p14:nvContentPartPr>
              <p14:xfrm>
                <a:off x="5704427" y="1010240"/>
                <a:ext cx="932760" cy="205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3A7CE4D-5C59-0FFC-DE4C-DD7C3E6015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95787" y="1001600"/>
                  <a:ext cx="950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A62B0F-B508-87F5-6FE9-9A04EABBCA4B}"/>
                    </a:ext>
                  </a:extLst>
                </p14:cNvPr>
                <p14:cNvContentPartPr/>
                <p14:nvPr/>
              </p14:nvContentPartPr>
              <p14:xfrm>
                <a:off x="5544947" y="1136600"/>
                <a:ext cx="135000" cy="142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A62B0F-B508-87F5-6FE9-9A04EABBCA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35947" y="1127960"/>
                  <a:ext cx="15264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1FFB12-CBF4-F1B2-2E41-AAD0DB4DD555}"/>
              </a:ext>
            </a:extLst>
          </p:cNvPr>
          <p:cNvGrpSpPr/>
          <p:nvPr/>
        </p:nvGrpSpPr>
        <p:grpSpPr>
          <a:xfrm>
            <a:off x="7925267" y="389240"/>
            <a:ext cx="734040" cy="777960"/>
            <a:chOff x="7925267" y="389240"/>
            <a:chExt cx="73404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273736D-5896-F12F-62D6-A14891028EBF}"/>
                    </a:ext>
                  </a:extLst>
                </p14:cNvPr>
                <p14:cNvContentPartPr/>
                <p14:nvPr/>
              </p14:nvContentPartPr>
              <p14:xfrm>
                <a:off x="7925267" y="616760"/>
                <a:ext cx="188640" cy="87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273736D-5896-F12F-62D6-A14891028E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6267" y="607760"/>
                  <a:ext cx="206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453E035-35EB-7245-71EF-4E36D70E1138}"/>
                    </a:ext>
                  </a:extLst>
                </p14:cNvPr>
                <p14:cNvContentPartPr/>
                <p14:nvPr/>
              </p14:nvContentPartPr>
              <p14:xfrm>
                <a:off x="8168987" y="389240"/>
                <a:ext cx="263160" cy="270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453E035-35EB-7245-71EF-4E36D70E11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60347" y="380600"/>
                  <a:ext cx="280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CF2549-5E79-9BFD-5ACC-BDC9323BC9C9}"/>
                    </a:ext>
                  </a:extLst>
                </p14:cNvPr>
                <p14:cNvContentPartPr/>
                <p14:nvPr/>
              </p14:nvContentPartPr>
              <p14:xfrm>
                <a:off x="8068907" y="936440"/>
                <a:ext cx="27360" cy="216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CF2549-5E79-9BFD-5ACC-BDC9323BC9C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60267" y="927800"/>
                  <a:ext cx="45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AD79CE-D996-E8BF-F018-ADD427DF2DA1}"/>
                    </a:ext>
                  </a:extLst>
                </p14:cNvPr>
                <p14:cNvContentPartPr/>
                <p14:nvPr/>
              </p14:nvContentPartPr>
              <p14:xfrm>
                <a:off x="8104187" y="749600"/>
                <a:ext cx="555120" cy="41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AD79CE-D996-E8BF-F018-ADD427DF2D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95547" y="740600"/>
                  <a:ext cx="5727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ACAAB03-B2D9-1876-7F39-042E0D89E204}"/>
                    </a:ext>
                  </a:extLst>
                </p14:cNvPr>
                <p14:cNvContentPartPr/>
                <p14:nvPr/>
              </p14:nvContentPartPr>
              <p14:xfrm>
                <a:off x="8174387" y="967400"/>
                <a:ext cx="101520" cy="115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ACAAB03-B2D9-1876-7F39-042E0D89E2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65387" y="958760"/>
                  <a:ext cx="119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AD4BF0-4DCE-165C-8223-3B449EEF9727}"/>
                    </a:ext>
                  </a:extLst>
                </p14:cNvPr>
                <p14:cNvContentPartPr/>
                <p14:nvPr/>
              </p14:nvContentPartPr>
              <p14:xfrm>
                <a:off x="8224067" y="929960"/>
                <a:ext cx="97560" cy="8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AD4BF0-4DCE-165C-8223-3B449EEF972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15067" y="920960"/>
                  <a:ext cx="115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A7BC077-91CE-F13E-6691-D9CAD8A16CFE}"/>
                    </a:ext>
                  </a:extLst>
                </p14:cNvPr>
                <p14:cNvContentPartPr/>
                <p14:nvPr/>
              </p14:nvContentPartPr>
              <p14:xfrm>
                <a:off x="8304347" y="909440"/>
                <a:ext cx="130680" cy="10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A7BC077-91CE-F13E-6691-D9CAD8A16CF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95707" y="900800"/>
                  <a:ext cx="14832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56FA77B-9336-E780-938C-7FF95210B78E}"/>
              </a:ext>
            </a:extLst>
          </p:cNvPr>
          <p:cNvGrpSpPr/>
          <p:nvPr/>
        </p:nvGrpSpPr>
        <p:grpSpPr>
          <a:xfrm>
            <a:off x="7532867" y="1887200"/>
            <a:ext cx="1767600" cy="997560"/>
            <a:chOff x="7532867" y="1887200"/>
            <a:chExt cx="1767600" cy="9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99C619-6094-28F1-CC3A-64626D65ED30}"/>
                    </a:ext>
                  </a:extLst>
                </p14:cNvPr>
                <p14:cNvContentPartPr/>
                <p14:nvPr/>
              </p14:nvContentPartPr>
              <p14:xfrm>
                <a:off x="8644547" y="2412440"/>
                <a:ext cx="28080" cy="172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799C619-6094-28F1-CC3A-64626D65ED3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35907" y="2403440"/>
                  <a:ext cx="45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8224A2A-2AEE-47C1-4C04-0E73E19AC33D}"/>
                    </a:ext>
                  </a:extLst>
                </p14:cNvPr>
                <p14:cNvContentPartPr/>
                <p14:nvPr/>
              </p14:nvContentPartPr>
              <p14:xfrm>
                <a:off x="8678747" y="2255480"/>
                <a:ext cx="509400" cy="324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8224A2A-2AEE-47C1-4C04-0E73E19AC33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70107" y="2246840"/>
                  <a:ext cx="527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42FF647-2ECF-94B4-E187-2F3DA1C0A9EA}"/>
                    </a:ext>
                  </a:extLst>
                </p14:cNvPr>
                <p14:cNvContentPartPr/>
                <p14:nvPr/>
              </p14:nvContentPartPr>
              <p14:xfrm>
                <a:off x="8755427" y="2098520"/>
                <a:ext cx="197280" cy="156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42FF647-2ECF-94B4-E187-2F3DA1C0A9E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6427" y="2089520"/>
                  <a:ext cx="214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C975956-83EB-C0B5-7A46-DF31A8E9CAC9}"/>
                    </a:ext>
                  </a:extLst>
                </p14:cNvPr>
                <p14:cNvContentPartPr/>
                <p14:nvPr/>
              </p14:nvContentPartPr>
              <p14:xfrm>
                <a:off x="9061427" y="2048840"/>
                <a:ext cx="46440" cy="59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C975956-83EB-C0B5-7A46-DF31A8E9CAC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52787" y="2039840"/>
                  <a:ext cx="64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5CA972F-C1EE-08B8-5AF2-E2AD7AB131D6}"/>
                    </a:ext>
                  </a:extLst>
                </p14:cNvPr>
                <p14:cNvContentPartPr/>
                <p14:nvPr/>
              </p14:nvContentPartPr>
              <p14:xfrm>
                <a:off x="9235307" y="1887200"/>
                <a:ext cx="65160" cy="202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5CA972F-C1EE-08B8-5AF2-E2AD7AB131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26667" y="1878200"/>
                  <a:ext cx="82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868F336-4302-924A-0B17-FFE7751C34BF}"/>
                    </a:ext>
                  </a:extLst>
                </p14:cNvPr>
                <p14:cNvContentPartPr/>
                <p14:nvPr/>
              </p14:nvContentPartPr>
              <p14:xfrm>
                <a:off x="9206867" y="2001320"/>
                <a:ext cx="88560" cy="7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868F336-4302-924A-0B17-FFE7751C34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97867" y="1992680"/>
                  <a:ext cx="106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31E5CF-EAAE-36FB-83FB-2CB2C7E86A96}"/>
                    </a:ext>
                  </a:extLst>
                </p14:cNvPr>
                <p14:cNvContentPartPr/>
                <p14:nvPr/>
              </p14:nvContentPartPr>
              <p14:xfrm>
                <a:off x="7634027" y="2407760"/>
                <a:ext cx="1181160" cy="40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31E5CF-EAAE-36FB-83FB-2CB2C7E86A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5027" y="2399120"/>
                  <a:ext cx="1198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E8AA7A-8FC8-5BD5-69A4-8170C472D383}"/>
                    </a:ext>
                  </a:extLst>
                </p14:cNvPr>
                <p14:cNvContentPartPr/>
                <p14:nvPr/>
              </p14:nvContentPartPr>
              <p14:xfrm>
                <a:off x="7532867" y="2718440"/>
                <a:ext cx="100440" cy="166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E8AA7A-8FC8-5BD5-69A4-8170C472D3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24227" y="2709800"/>
                  <a:ext cx="1180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0B7C778-C96C-7F71-19CB-4F7BB9A4B6A6}"/>
              </a:ext>
            </a:extLst>
          </p:cNvPr>
          <p:cNvGrpSpPr/>
          <p:nvPr/>
        </p:nvGrpSpPr>
        <p:grpSpPr>
          <a:xfrm>
            <a:off x="9626627" y="1730960"/>
            <a:ext cx="727200" cy="742680"/>
            <a:chOff x="9626627" y="1730960"/>
            <a:chExt cx="727200" cy="74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01D25D-B1D3-D8A2-FA68-7B80DEFB3D9D}"/>
                    </a:ext>
                  </a:extLst>
                </p14:cNvPr>
                <p14:cNvContentPartPr/>
                <p14:nvPr/>
              </p14:nvContentPartPr>
              <p14:xfrm>
                <a:off x="9626627" y="2321720"/>
                <a:ext cx="14760" cy="151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01D25D-B1D3-D8A2-FA68-7B80DEFB3D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17987" y="2313080"/>
                  <a:ext cx="32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45B1C0A-1CDC-63FA-F186-D70C0A0A678D}"/>
                    </a:ext>
                  </a:extLst>
                </p14:cNvPr>
                <p14:cNvContentPartPr/>
                <p14:nvPr/>
              </p14:nvContentPartPr>
              <p14:xfrm>
                <a:off x="9630227" y="2121200"/>
                <a:ext cx="623160" cy="348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45B1C0A-1CDC-63FA-F186-D70C0A0A67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621587" y="2112200"/>
                  <a:ext cx="640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2BA6B98-5723-C0B1-3E37-96676A168720}"/>
                    </a:ext>
                  </a:extLst>
                </p14:cNvPr>
                <p14:cNvContentPartPr/>
                <p14:nvPr/>
              </p14:nvContentPartPr>
              <p14:xfrm>
                <a:off x="9786467" y="1944440"/>
                <a:ext cx="138240" cy="136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2BA6B98-5723-C0B1-3E37-96676A16872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77467" y="1935800"/>
                  <a:ext cx="155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7B6072-F1F3-6613-8DE8-FD3856DFB8C1}"/>
                    </a:ext>
                  </a:extLst>
                </p14:cNvPr>
                <p14:cNvContentPartPr/>
                <p14:nvPr/>
              </p14:nvContentPartPr>
              <p14:xfrm>
                <a:off x="10004627" y="1730960"/>
                <a:ext cx="349200" cy="292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7B6072-F1F3-6613-8DE8-FD3856DFB8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95987" y="1721960"/>
                  <a:ext cx="366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583C153-6DF2-49A9-0059-9F0085A5BDCC}"/>
                    </a:ext>
                  </a:extLst>
                </p14:cNvPr>
                <p14:cNvContentPartPr/>
                <p14:nvPr/>
              </p14:nvContentPartPr>
              <p14:xfrm>
                <a:off x="9828587" y="2262680"/>
                <a:ext cx="60120" cy="92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583C153-6DF2-49A9-0059-9F0085A5BDC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19587" y="2253680"/>
                  <a:ext cx="77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13179C4-6396-DCBA-2463-58E37522DABF}"/>
                    </a:ext>
                  </a:extLst>
                </p14:cNvPr>
                <p14:cNvContentPartPr/>
                <p14:nvPr/>
              </p14:nvContentPartPr>
              <p14:xfrm>
                <a:off x="9854147" y="2230280"/>
                <a:ext cx="100440" cy="6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13179C4-6396-DCBA-2463-58E37522DAB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45147" y="2221280"/>
                  <a:ext cx="118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9997BC1-392F-4AAA-D699-8263F0F04D5C}"/>
                    </a:ext>
                  </a:extLst>
                </p14:cNvPr>
                <p14:cNvContentPartPr/>
                <p14:nvPr/>
              </p14:nvContentPartPr>
              <p14:xfrm>
                <a:off x="9981947" y="2197520"/>
                <a:ext cx="56520" cy="93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9997BC1-392F-4AAA-D699-8263F0F04D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72947" y="2188520"/>
                  <a:ext cx="741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6412F79-E5EC-7EEA-6463-2F539629655A}"/>
                  </a:ext>
                </a:extLst>
              </p14:cNvPr>
              <p14:cNvContentPartPr/>
              <p14:nvPr/>
            </p14:nvContentPartPr>
            <p14:xfrm>
              <a:off x="9695387" y="6098840"/>
              <a:ext cx="48600" cy="5439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6412F79-E5EC-7EEA-6463-2F539629655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686387" y="6090200"/>
                <a:ext cx="6624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34D1293-4716-24BA-2EA8-E5A4FFAF6D9F}"/>
                  </a:ext>
                </a:extLst>
              </p14:cNvPr>
              <p14:cNvContentPartPr/>
              <p14:nvPr/>
            </p14:nvContentPartPr>
            <p14:xfrm>
              <a:off x="9723827" y="6503120"/>
              <a:ext cx="819000" cy="52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34D1293-4716-24BA-2EA8-E5A4FFAF6D9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715187" y="6494120"/>
                <a:ext cx="8366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5625E9B-2EF2-241E-857E-7E3087CDE75F}"/>
                  </a:ext>
                </a:extLst>
              </p14:cNvPr>
              <p14:cNvContentPartPr/>
              <p14:nvPr/>
            </p14:nvContentPartPr>
            <p14:xfrm>
              <a:off x="10130267" y="6525800"/>
              <a:ext cx="19440" cy="1630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5625E9B-2EF2-241E-857E-7E3087CDE75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121267" y="6516800"/>
                <a:ext cx="370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EE68C58-9FDD-7269-F24B-ECAF0BB28EBB}"/>
                  </a:ext>
                </a:extLst>
              </p14:cNvPr>
              <p14:cNvContentPartPr/>
              <p14:nvPr/>
            </p14:nvContentPartPr>
            <p14:xfrm>
              <a:off x="9949187" y="6654320"/>
              <a:ext cx="56520" cy="396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EE68C58-9FDD-7269-F24B-ECAF0BB28EB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940187" y="6645320"/>
                <a:ext cx="74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C36B835A-BA51-67E8-1655-008069D137EF}"/>
                  </a:ext>
                </a:extLst>
              </p14:cNvPr>
              <p14:cNvContentPartPr/>
              <p14:nvPr/>
            </p14:nvContentPartPr>
            <p14:xfrm>
              <a:off x="10265627" y="6603200"/>
              <a:ext cx="60120" cy="37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C36B835A-BA51-67E8-1655-008069D137E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256627" y="6594200"/>
                <a:ext cx="777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3DFAFD16-F2B9-6922-600A-8FD8EA4D9216}"/>
                  </a:ext>
                </a:extLst>
              </p14:cNvPr>
              <p14:cNvContentPartPr/>
              <p14:nvPr/>
            </p14:nvContentPartPr>
            <p14:xfrm>
              <a:off x="9653987" y="6314840"/>
              <a:ext cx="973080" cy="59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3DFAFD16-F2B9-6922-600A-8FD8EA4D921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644987" y="6306200"/>
                <a:ext cx="9907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3629FBD-32BD-C07D-E51E-55BE58135C79}"/>
                  </a:ext>
                </a:extLst>
              </p14:cNvPr>
              <p14:cNvContentPartPr/>
              <p14:nvPr/>
            </p14:nvContentPartPr>
            <p14:xfrm>
              <a:off x="10072307" y="6416360"/>
              <a:ext cx="78480" cy="615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3629FBD-32BD-C07D-E51E-55BE58135C7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063307" y="6407360"/>
                <a:ext cx="961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5F460C4-C9E7-9E81-289D-3EC8F0675261}"/>
                  </a:ext>
                </a:extLst>
              </p14:cNvPr>
              <p14:cNvContentPartPr/>
              <p14:nvPr/>
            </p14:nvContentPartPr>
            <p14:xfrm>
              <a:off x="9990227" y="6147080"/>
              <a:ext cx="88560" cy="1530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5F460C4-C9E7-9E81-289D-3EC8F067526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981587" y="6138440"/>
                <a:ext cx="1062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C091CF2-9090-D441-748A-1A5F5D48EB36}"/>
                  </a:ext>
                </a:extLst>
              </p14:cNvPr>
              <p14:cNvContentPartPr/>
              <p14:nvPr/>
            </p14:nvContentPartPr>
            <p14:xfrm>
              <a:off x="10001387" y="6069680"/>
              <a:ext cx="121680" cy="604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C091CF2-9090-D441-748A-1A5F5D48EB3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992747" y="6060680"/>
                <a:ext cx="1393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1A5CDC0-485D-F554-0226-3329CD21DC6B}"/>
                  </a:ext>
                </a:extLst>
              </p14:cNvPr>
              <p14:cNvContentPartPr/>
              <p14:nvPr/>
            </p14:nvContentPartPr>
            <p14:xfrm>
              <a:off x="10132427" y="6076520"/>
              <a:ext cx="102600" cy="946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1A5CDC0-485D-F554-0226-3329CD21DC6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123787" y="6067520"/>
                <a:ext cx="1202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046859A-617D-FA7C-02FE-03431185EF89}"/>
                  </a:ext>
                </a:extLst>
              </p14:cNvPr>
              <p14:cNvContentPartPr/>
              <p14:nvPr/>
            </p14:nvContentPartPr>
            <p14:xfrm>
              <a:off x="9621587" y="5910200"/>
              <a:ext cx="1190880" cy="10213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046859A-617D-FA7C-02FE-03431185EF8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612947" y="5901560"/>
                <a:ext cx="1208520" cy="10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D3C723B-0769-2FAA-DDA7-D560B0A64FD8}"/>
                  </a:ext>
                </a:extLst>
              </p14:cNvPr>
              <p14:cNvContentPartPr/>
              <p14:nvPr/>
            </p14:nvContentPartPr>
            <p14:xfrm>
              <a:off x="9114347" y="5163587"/>
              <a:ext cx="1014840" cy="7592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D3C723B-0769-2FAA-DDA7-D560B0A64FD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105347" y="5154587"/>
                <a:ext cx="1032480" cy="7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B35FE2BE-A9F3-1240-A213-82C367D8C141}"/>
                  </a:ext>
                </a:extLst>
              </p14:cNvPr>
              <p14:cNvContentPartPr/>
              <p14:nvPr/>
            </p14:nvContentPartPr>
            <p14:xfrm>
              <a:off x="9939827" y="5720507"/>
              <a:ext cx="221400" cy="2026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B35FE2BE-A9F3-1240-A213-82C367D8C14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931187" y="5711867"/>
                <a:ext cx="239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C33132F7-6F5C-3B3B-4A1D-E71499E1B46C}"/>
                  </a:ext>
                </a:extLst>
              </p14:cNvPr>
              <p14:cNvContentPartPr/>
              <p14:nvPr/>
            </p14:nvContentPartPr>
            <p14:xfrm>
              <a:off x="8734907" y="4769747"/>
              <a:ext cx="21600" cy="15444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C33132F7-6F5C-3B3B-4A1D-E71499E1B46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726267" y="4761107"/>
                <a:ext cx="392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56ADBE9-AA55-C11C-5C45-F6319E3AC762}"/>
                  </a:ext>
                </a:extLst>
              </p14:cNvPr>
              <p14:cNvContentPartPr/>
              <p14:nvPr/>
            </p14:nvContentPartPr>
            <p14:xfrm>
              <a:off x="7854347" y="3398147"/>
              <a:ext cx="266760" cy="3211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56ADBE9-AA55-C11C-5C45-F6319E3AC76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845707" y="3389507"/>
                <a:ext cx="2844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DB8FA6B9-E330-D0B8-F287-4C0A412FF05C}"/>
                  </a:ext>
                </a:extLst>
              </p14:cNvPr>
              <p14:cNvContentPartPr/>
              <p14:nvPr/>
            </p14:nvContentPartPr>
            <p14:xfrm>
              <a:off x="9960707" y="5067467"/>
              <a:ext cx="213120" cy="2491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DB8FA6B9-E330-D0B8-F287-4C0A412FF05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952067" y="5058827"/>
                <a:ext cx="2307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0ABE19DF-29C9-4C10-2BF2-8747AE223888}"/>
              </a:ext>
            </a:extLst>
          </p:cNvPr>
          <p:cNvGrpSpPr/>
          <p:nvPr/>
        </p:nvGrpSpPr>
        <p:grpSpPr>
          <a:xfrm>
            <a:off x="6487787" y="3365720"/>
            <a:ext cx="3039480" cy="2361987"/>
            <a:chOff x="6487787" y="3365720"/>
            <a:chExt cx="3039480" cy="236198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A4BC01B-3A80-056F-00D7-653E9E912237}"/>
                    </a:ext>
                  </a:extLst>
                </p14:cNvPr>
                <p14:cNvContentPartPr/>
                <p14:nvPr/>
              </p14:nvContentPartPr>
              <p14:xfrm>
                <a:off x="7023827" y="3365720"/>
                <a:ext cx="970560" cy="770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A4BC01B-3A80-056F-00D7-653E9E9122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14827" y="3357080"/>
                  <a:ext cx="98820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604F03-D2A3-2E9A-9329-617BBB280214}"/>
                    </a:ext>
                  </a:extLst>
                </p14:cNvPr>
                <p14:cNvContentPartPr/>
                <p14:nvPr/>
              </p14:nvContentPartPr>
              <p14:xfrm>
                <a:off x="7894667" y="3943880"/>
                <a:ext cx="270000" cy="34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604F03-D2A3-2E9A-9329-617BBB28021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86027" y="3934880"/>
                  <a:ext cx="2876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39F03B-956C-50E8-5284-0BFEF6CAF3BE}"/>
                    </a:ext>
                  </a:extLst>
                </p14:cNvPr>
                <p14:cNvContentPartPr/>
                <p14:nvPr/>
              </p14:nvContentPartPr>
              <p14:xfrm>
                <a:off x="8007707" y="4353920"/>
                <a:ext cx="87480" cy="1091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39F03B-956C-50E8-5284-0BFEF6CAF3B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99067" y="4344920"/>
                  <a:ext cx="10512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0D9FD65-B2C5-D9D4-FB3E-A6CA71F3DF6C}"/>
                    </a:ext>
                  </a:extLst>
                </p14:cNvPr>
                <p14:cNvContentPartPr/>
                <p14:nvPr/>
              </p14:nvContentPartPr>
              <p14:xfrm>
                <a:off x="8023907" y="4055120"/>
                <a:ext cx="1503360" cy="1429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0D9FD65-B2C5-D9D4-FB3E-A6CA71F3DF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14907" y="4046120"/>
                  <a:ext cx="1521000" cy="14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35D49B-FDAB-B3F7-6EEF-CF15CCA170F5}"/>
                    </a:ext>
                  </a:extLst>
                </p14:cNvPr>
                <p14:cNvContentPartPr/>
                <p14:nvPr/>
              </p14:nvContentPartPr>
              <p14:xfrm>
                <a:off x="8041907" y="4545440"/>
                <a:ext cx="1316160" cy="32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35D49B-FDAB-B3F7-6EEF-CF15CCA170F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33267" y="4536440"/>
                  <a:ext cx="1333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CC65DA-457D-6BD1-6413-EB761533E8A4}"/>
                    </a:ext>
                  </a:extLst>
                </p14:cNvPr>
                <p14:cNvContentPartPr/>
                <p14:nvPr/>
              </p14:nvContentPartPr>
              <p14:xfrm>
                <a:off x="8053427" y="4828040"/>
                <a:ext cx="1245600" cy="241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CC65DA-457D-6BD1-6413-EB761533E8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44787" y="4819040"/>
                  <a:ext cx="1263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F1C81CB-6689-0861-5C7F-9B6E98E2D94D}"/>
                    </a:ext>
                  </a:extLst>
                </p14:cNvPr>
                <p14:cNvContentPartPr/>
                <p14:nvPr/>
              </p14:nvContentPartPr>
              <p14:xfrm>
                <a:off x="8774867" y="4951520"/>
                <a:ext cx="42480" cy="359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F1C81CB-6689-0861-5C7F-9B6E98E2D94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66227" y="4942520"/>
                  <a:ext cx="60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B7E858-C17F-BA64-03B8-B394B12B5B1F}"/>
                    </a:ext>
                  </a:extLst>
                </p14:cNvPr>
                <p14:cNvContentPartPr/>
                <p14:nvPr/>
              </p14:nvContentPartPr>
              <p14:xfrm>
                <a:off x="8611427" y="5215400"/>
                <a:ext cx="42480" cy="43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B7E858-C17F-BA64-03B8-B394B12B5B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02787" y="5206760"/>
                  <a:ext cx="60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08F464-3F78-66C1-CC18-487E292A33A1}"/>
                    </a:ext>
                  </a:extLst>
                </p14:cNvPr>
                <p14:cNvContentPartPr/>
                <p14:nvPr/>
              </p14:nvContentPartPr>
              <p14:xfrm>
                <a:off x="8510267" y="4387040"/>
                <a:ext cx="162720" cy="91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08F464-3F78-66C1-CC18-487E292A33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01627" y="4378040"/>
                  <a:ext cx="180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FED77C-EC28-0572-C300-1346D1BE1D0D}"/>
                    </a:ext>
                  </a:extLst>
                </p14:cNvPr>
                <p14:cNvContentPartPr/>
                <p14:nvPr/>
              </p14:nvContentPartPr>
              <p14:xfrm>
                <a:off x="8611427" y="4378760"/>
                <a:ext cx="34920" cy="155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FED77C-EC28-0572-C300-1346D1BE1D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02787" y="4369760"/>
                  <a:ext cx="52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7067229-9006-8992-6500-0E9EC4D3278C}"/>
                    </a:ext>
                  </a:extLst>
                </p14:cNvPr>
                <p14:cNvContentPartPr/>
                <p14:nvPr/>
              </p14:nvContentPartPr>
              <p14:xfrm>
                <a:off x="8735267" y="4311800"/>
                <a:ext cx="108000" cy="134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7067229-9006-8992-6500-0E9EC4D327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726267" y="4303160"/>
                  <a:ext cx="125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A4B83EB-69FB-7C13-C181-513E0054F1D8}"/>
                    </a:ext>
                  </a:extLst>
                </p14:cNvPr>
                <p14:cNvContentPartPr/>
                <p14:nvPr/>
              </p14:nvContentPartPr>
              <p14:xfrm>
                <a:off x="6598667" y="4704587"/>
                <a:ext cx="1041120" cy="1023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A4B83EB-69FB-7C13-C181-513E0054F1D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89667" y="4695947"/>
                  <a:ext cx="105876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2F54D91-F673-88F6-2820-985735E28A23}"/>
                    </a:ext>
                  </a:extLst>
                </p14:cNvPr>
                <p14:cNvContentPartPr/>
                <p14:nvPr/>
              </p14:nvContentPartPr>
              <p14:xfrm>
                <a:off x="6487787" y="5240267"/>
                <a:ext cx="249480" cy="186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2F54D91-F673-88F6-2820-985735E28A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79147" y="5231267"/>
                  <a:ext cx="267120" cy="20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34955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D76E3D-B915-C2BE-C231-57DC7BD40D4A}"/>
                  </a:ext>
                </a:extLst>
              </p14:cNvPr>
              <p14:cNvContentPartPr/>
              <p14:nvPr/>
            </p14:nvContentPartPr>
            <p14:xfrm>
              <a:off x="3721547" y="620907"/>
              <a:ext cx="80280" cy="162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D76E3D-B915-C2BE-C231-57DC7BD40D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7227" y="616587"/>
                <a:ext cx="889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554EE5-EF3E-FD1F-0919-8A5610F4833F}"/>
                  </a:ext>
                </a:extLst>
              </p14:cNvPr>
              <p14:cNvContentPartPr/>
              <p14:nvPr/>
            </p14:nvContentPartPr>
            <p14:xfrm>
              <a:off x="3855467" y="659787"/>
              <a:ext cx="85320" cy="99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554EE5-EF3E-FD1F-0919-8A5610F483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1147" y="655467"/>
                <a:ext cx="939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025D62-E8AA-5702-5AA4-EEA3FF06AD24}"/>
                  </a:ext>
                </a:extLst>
              </p14:cNvPr>
              <p14:cNvContentPartPr/>
              <p14:nvPr/>
            </p14:nvContentPartPr>
            <p14:xfrm>
              <a:off x="3992627" y="635667"/>
              <a:ext cx="96840" cy="6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025D62-E8AA-5702-5AA4-EEA3FF06AD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88307" y="631347"/>
                <a:ext cx="1054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94D6CB-DDCE-0CBA-0E4F-755FE310B68C}"/>
                  </a:ext>
                </a:extLst>
              </p14:cNvPr>
              <p14:cNvContentPartPr/>
              <p14:nvPr/>
            </p14:nvContentPartPr>
            <p14:xfrm>
              <a:off x="4171547" y="474387"/>
              <a:ext cx="72720" cy="235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94D6CB-DDCE-0CBA-0E4F-755FE310B6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67227" y="470067"/>
                <a:ext cx="813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BE297C-7C58-D8CF-2CC1-A66A5CFB6A1F}"/>
                  </a:ext>
                </a:extLst>
              </p14:cNvPr>
              <p14:cNvContentPartPr/>
              <p14:nvPr/>
            </p14:nvContentPartPr>
            <p14:xfrm>
              <a:off x="4157147" y="573747"/>
              <a:ext cx="135000" cy="3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BE297C-7C58-D8CF-2CC1-A66A5CFB6A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52827" y="569427"/>
                <a:ext cx="14364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674FBD-A3BD-7D02-370E-18AC0B441B4C}"/>
                  </a:ext>
                </a:extLst>
              </p14:cNvPr>
              <p14:cNvContentPartPr/>
              <p14:nvPr/>
            </p14:nvContentPartPr>
            <p14:xfrm>
              <a:off x="4571867" y="593547"/>
              <a:ext cx="165960" cy="45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674FBD-A3BD-7D02-370E-18AC0B441B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67547" y="589227"/>
                <a:ext cx="17460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5F0924-6A36-0D8F-67ED-453A72702D26}"/>
                  </a:ext>
                </a:extLst>
              </p14:cNvPr>
              <p14:cNvContentPartPr/>
              <p14:nvPr/>
            </p14:nvContentPartPr>
            <p14:xfrm>
              <a:off x="4528667" y="935187"/>
              <a:ext cx="124200" cy="9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5F0924-6A36-0D8F-67ED-453A72702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24347" y="930867"/>
                <a:ext cx="132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E60408-8E93-219E-C4BF-4DD4D4842563}"/>
                  </a:ext>
                </a:extLst>
              </p14:cNvPr>
              <p14:cNvContentPartPr/>
              <p14:nvPr/>
            </p14:nvContentPartPr>
            <p14:xfrm>
              <a:off x="4652507" y="967587"/>
              <a:ext cx="77040" cy="10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E60408-8E93-219E-C4BF-4DD4D48425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48187" y="963267"/>
                <a:ext cx="856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54F19B-82B3-C483-8221-D407ACC6582A}"/>
                  </a:ext>
                </a:extLst>
              </p14:cNvPr>
              <p14:cNvContentPartPr/>
              <p14:nvPr/>
            </p14:nvContentPartPr>
            <p14:xfrm>
              <a:off x="4184867" y="1101320"/>
              <a:ext cx="127440" cy="864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54F19B-82B3-C483-8221-D407ACC658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80547" y="1097000"/>
                <a:ext cx="13608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D8880B-B4C7-C754-8177-241ACA5DF82F}"/>
                  </a:ext>
                </a:extLst>
              </p14:cNvPr>
              <p14:cNvContentPartPr/>
              <p14:nvPr/>
            </p14:nvContentPartPr>
            <p14:xfrm>
              <a:off x="4153547" y="1018520"/>
              <a:ext cx="1256040" cy="96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D8880B-B4C7-C754-8177-241ACA5DF8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49227" y="1014200"/>
                <a:ext cx="126468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590D9A-93B5-626E-067E-90A476BAC5B0}"/>
                  </a:ext>
                </a:extLst>
              </p14:cNvPr>
              <p14:cNvContentPartPr/>
              <p14:nvPr/>
            </p14:nvContentPartPr>
            <p14:xfrm>
              <a:off x="4203587" y="1367720"/>
              <a:ext cx="1202040" cy="22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590D9A-93B5-626E-067E-90A476BAC5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99267" y="1363400"/>
                <a:ext cx="12106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D42A50-DCE6-B596-2EAA-DA2193DD1C53}"/>
                  </a:ext>
                </a:extLst>
              </p14:cNvPr>
              <p14:cNvContentPartPr/>
              <p14:nvPr/>
            </p14:nvContentPartPr>
            <p14:xfrm>
              <a:off x="4209347" y="1572560"/>
              <a:ext cx="1018080" cy="156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D42A50-DCE6-B596-2EAA-DA2193DD1C5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05027" y="1568240"/>
                <a:ext cx="10267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FAA9ED-B363-B928-5A6F-1C5B56FDC877}"/>
                  </a:ext>
                </a:extLst>
              </p14:cNvPr>
              <p14:cNvContentPartPr/>
              <p14:nvPr/>
            </p14:nvContentPartPr>
            <p14:xfrm>
              <a:off x="4817747" y="1703240"/>
              <a:ext cx="47880" cy="255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FAA9ED-B363-B928-5A6F-1C5B56FDC8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13427" y="1698920"/>
                <a:ext cx="565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A9C1786-A138-958F-394C-D2B93E12260C}"/>
                  </a:ext>
                </a:extLst>
              </p14:cNvPr>
              <p14:cNvContentPartPr/>
              <p14:nvPr/>
            </p14:nvContentPartPr>
            <p14:xfrm>
              <a:off x="4642787" y="1783880"/>
              <a:ext cx="41040" cy="61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A9C1786-A138-958F-394C-D2B93E12260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38467" y="1779560"/>
                <a:ext cx="496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CE8753-2303-37CB-7B51-6A2EE11621E9}"/>
                  </a:ext>
                </a:extLst>
              </p14:cNvPr>
              <p14:cNvContentPartPr/>
              <p14:nvPr/>
            </p14:nvContentPartPr>
            <p14:xfrm>
              <a:off x="5019347" y="1754000"/>
              <a:ext cx="46440" cy="33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CE8753-2303-37CB-7B51-6A2EE11621E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15027" y="1749680"/>
                <a:ext cx="550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19E8B66-0E65-0DF7-5AC7-63666F48D904}"/>
                  </a:ext>
                </a:extLst>
              </p14:cNvPr>
              <p14:cNvContentPartPr/>
              <p14:nvPr/>
            </p14:nvContentPartPr>
            <p14:xfrm>
              <a:off x="3317987" y="2961080"/>
              <a:ext cx="20880" cy="745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19E8B66-0E65-0DF7-5AC7-63666F48D9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13667" y="2956760"/>
                <a:ext cx="2952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D04340F-90CA-4F25-A6E1-86345602FA1E}"/>
                  </a:ext>
                </a:extLst>
              </p14:cNvPr>
              <p14:cNvContentPartPr/>
              <p14:nvPr/>
            </p14:nvContentPartPr>
            <p14:xfrm>
              <a:off x="3203147" y="2668760"/>
              <a:ext cx="1506600" cy="1115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D04340F-90CA-4F25-A6E1-86345602FA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8827" y="2664440"/>
                <a:ext cx="15152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133DFC-AA66-65F6-0DE9-608878E9273A}"/>
                  </a:ext>
                </a:extLst>
              </p14:cNvPr>
              <p14:cNvContentPartPr/>
              <p14:nvPr/>
            </p14:nvContentPartPr>
            <p14:xfrm>
              <a:off x="3357227" y="3170960"/>
              <a:ext cx="1177920" cy="145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133DFC-AA66-65F6-0DE9-608878E9273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52907" y="3166640"/>
                <a:ext cx="11865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25F452F-8A54-FCAF-563C-4A2D829D940B}"/>
                  </a:ext>
                </a:extLst>
              </p14:cNvPr>
              <p14:cNvContentPartPr/>
              <p14:nvPr/>
            </p14:nvContentPartPr>
            <p14:xfrm>
              <a:off x="3279107" y="2926880"/>
              <a:ext cx="1209240" cy="181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25F452F-8A54-FCAF-563C-4A2D829D94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74787" y="2922560"/>
                <a:ext cx="12178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565B376-40EB-9B3A-7886-D50B76ADAF8B}"/>
                  </a:ext>
                </a:extLst>
              </p14:cNvPr>
              <p14:cNvContentPartPr/>
              <p14:nvPr/>
            </p14:nvContentPartPr>
            <p14:xfrm>
              <a:off x="3873467" y="3255200"/>
              <a:ext cx="61200" cy="416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565B376-40EB-9B3A-7886-D50B76ADAF8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69147" y="3250880"/>
                <a:ext cx="6984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448842-6755-36D3-F3AC-B9F92B54CA68}"/>
                  </a:ext>
                </a:extLst>
              </p14:cNvPr>
              <p14:cNvContentPartPr/>
              <p14:nvPr/>
            </p14:nvContentPartPr>
            <p14:xfrm>
              <a:off x="3635867" y="3509000"/>
              <a:ext cx="100800" cy="91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448842-6755-36D3-F3AC-B9F92B54CA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31547" y="3504680"/>
                <a:ext cx="109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92E7F77-22E9-25A6-E2BD-337ED165726F}"/>
                  </a:ext>
                </a:extLst>
              </p14:cNvPr>
              <p14:cNvContentPartPr/>
              <p14:nvPr/>
            </p14:nvContentPartPr>
            <p14:xfrm>
              <a:off x="4176947" y="3422960"/>
              <a:ext cx="67320" cy="53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92E7F77-22E9-25A6-E2BD-337ED165726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72627" y="3418640"/>
                <a:ext cx="759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0C7B01-8048-0D1A-84D2-9588A679B1F4}"/>
                  </a:ext>
                </a:extLst>
              </p14:cNvPr>
              <p14:cNvContentPartPr/>
              <p14:nvPr/>
            </p14:nvContentPartPr>
            <p14:xfrm>
              <a:off x="4998453" y="4818013"/>
              <a:ext cx="47160" cy="75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0C7B01-8048-0D1A-84D2-9588A679B1F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94133" y="4813693"/>
                <a:ext cx="55800" cy="7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59426E3-FD12-B94C-F8E4-007E9ABC814C}"/>
                  </a:ext>
                </a:extLst>
              </p14:cNvPr>
              <p14:cNvContentPartPr/>
              <p14:nvPr/>
            </p14:nvContentPartPr>
            <p14:xfrm>
              <a:off x="4932573" y="4536493"/>
              <a:ext cx="1365840" cy="1247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59426E3-FD12-B94C-F8E4-007E9ABC814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28253" y="4532173"/>
                <a:ext cx="1374480" cy="12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DEF8AD-20D4-988E-B128-A084E091CAF4}"/>
                  </a:ext>
                </a:extLst>
              </p14:cNvPr>
              <p14:cNvContentPartPr/>
              <p14:nvPr/>
            </p14:nvContentPartPr>
            <p14:xfrm>
              <a:off x="4987293" y="5042293"/>
              <a:ext cx="1345680" cy="100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DEF8AD-20D4-988E-B128-A084E091CAF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82973" y="5037973"/>
                <a:ext cx="13543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3E96FA5-6BFA-F287-B105-0FAD036C0B66}"/>
                  </a:ext>
                </a:extLst>
              </p14:cNvPr>
              <p14:cNvContentPartPr/>
              <p14:nvPr/>
            </p14:nvContentPartPr>
            <p14:xfrm>
              <a:off x="4921413" y="5287453"/>
              <a:ext cx="1089360" cy="122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3E96FA5-6BFA-F287-B105-0FAD036C0B6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17093" y="5283133"/>
                <a:ext cx="10980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4E37388-E971-882D-E3C1-948A53D9ADEE}"/>
                  </a:ext>
                </a:extLst>
              </p14:cNvPr>
              <p14:cNvContentPartPr/>
              <p14:nvPr/>
            </p14:nvContentPartPr>
            <p14:xfrm>
              <a:off x="5900613" y="5282053"/>
              <a:ext cx="186480" cy="33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4E37388-E971-882D-E3C1-948A53D9ADE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96293" y="5277733"/>
                <a:ext cx="1951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6FCB365-4E53-9501-3718-39476216FBF7}"/>
                  </a:ext>
                </a:extLst>
              </p14:cNvPr>
              <p14:cNvContentPartPr/>
              <p14:nvPr/>
            </p14:nvContentPartPr>
            <p14:xfrm>
              <a:off x="5644653" y="5334973"/>
              <a:ext cx="25200" cy="314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6FCB365-4E53-9501-3718-39476216FBF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40333" y="5330653"/>
                <a:ext cx="3384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3AA378F-1E33-664D-4ED8-D5288C92B4E5}"/>
                  </a:ext>
                </a:extLst>
              </p14:cNvPr>
              <p14:cNvContentPartPr/>
              <p14:nvPr/>
            </p14:nvContentPartPr>
            <p14:xfrm>
              <a:off x="5339733" y="5500573"/>
              <a:ext cx="82440" cy="80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3AA378F-1E33-664D-4ED8-D5288C92B4E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35413" y="5496253"/>
                <a:ext cx="910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1943BD-91B4-331F-A3AC-D64412773F2F}"/>
                  </a:ext>
                </a:extLst>
              </p14:cNvPr>
              <p14:cNvContentPartPr/>
              <p14:nvPr/>
            </p14:nvContentPartPr>
            <p14:xfrm>
              <a:off x="5843733" y="5466013"/>
              <a:ext cx="80280" cy="424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1943BD-91B4-331F-A3AC-D64412773F2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39413" y="5461693"/>
                <a:ext cx="88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4336F68-E818-D5E2-98FB-025BFC72E871}"/>
                  </a:ext>
                </a:extLst>
              </p14:cNvPr>
              <p14:cNvContentPartPr/>
              <p14:nvPr/>
            </p14:nvContentPartPr>
            <p14:xfrm>
              <a:off x="4205027" y="1793960"/>
              <a:ext cx="432720" cy="829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4336F68-E818-D5E2-98FB-025BFC72E87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00707" y="1789640"/>
                <a:ext cx="44136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46513E5-4507-A95C-620E-95446FAAA215}"/>
                  </a:ext>
                </a:extLst>
              </p14:cNvPr>
              <p14:cNvContentPartPr/>
              <p14:nvPr/>
            </p14:nvContentPartPr>
            <p14:xfrm>
              <a:off x="4109627" y="2445560"/>
              <a:ext cx="264240" cy="248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46513E5-4507-A95C-620E-95446FAAA21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105307" y="2441240"/>
                <a:ext cx="2728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3EDDBED-B53D-9AE4-9805-A957DDA5C9EA}"/>
                  </a:ext>
                </a:extLst>
              </p14:cNvPr>
              <p14:cNvContentPartPr/>
              <p14:nvPr/>
            </p14:nvContentPartPr>
            <p14:xfrm>
              <a:off x="5007107" y="1722320"/>
              <a:ext cx="1074600" cy="770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3EDDBED-B53D-9AE4-9805-A957DDA5C9E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02787" y="1718000"/>
                <a:ext cx="1083240" cy="7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07293B5-34B6-0BA7-A7DC-2BA68D537694}"/>
                  </a:ext>
                </a:extLst>
              </p14:cNvPr>
              <p14:cNvContentPartPr/>
              <p14:nvPr/>
            </p14:nvContentPartPr>
            <p14:xfrm>
              <a:off x="5945987" y="2333240"/>
              <a:ext cx="197280" cy="190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07293B5-34B6-0BA7-A7DC-2BA68D53769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941667" y="2328920"/>
                <a:ext cx="2059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1251C7B-1213-FCC2-D8B7-8D83DEFA2A39}"/>
                  </a:ext>
                </a:extLst>
              </p14:cNvPr>
              <p14:cNvContentPartPr/>
              <p14:nvPr/>
            </p14:nvContentPartPr>
            <p14:xfrm>
              <a:off x="3920267" y="3049280"/>
              <a:ext cx="101160" cy="103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1251C7B-1213-FCC2-D8B7-8D83DEFA2A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915947" y="3044960"/>
                <a:ext cx="1098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9FB44D2-DD46-5AF8-C1B9-E0487279D5DA}"/>
                  </a:ext>
                </a:extLst>
              </p14:cNvPr>
              <p14:cNvContentPartPr/>
              <p14:nvPr/>
            </p14:nvContentPartPr>
            <p14:xfrm>
              <a:off x="3865907" y="2708000"/>
              <a:ext cx="35640" cy="194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9FB44D2-DD46-5AF8-C1B9-E0487279D5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61587" y="2703680"/>
                <a:ext cx="442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EEE156A-BE7E-B619-EBF3-DD44F6061712}"/>
                  </a:ext>
                </a:extLst>
              </p14:cNvPr>
              <p14:cNvContentPartPr/>
              <p14:nvPr/>
            </p14:nvContentPartPr>
            <p14:xfrm>
              <a:off x="3994787" y="2723120"/>
              <a:ext cx="103680" cy="144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EEE156A-BE7E-B619-EBF3-DD44F606171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90467" y="2718800"/>
                <a:ext cx="1123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92753D2-AF03-F914-1102-77A77A6700F0}"/>
                  </a:ext>
                </a:extLst>
              </p14:cNvPr>
              <p14:cNvContentPartPr/>
              <p14:nvPr/>
            </p14:nvContentPartPr>
            <p14:xfrm>
              <a:off x="5453133" y="4777333"/>
              <a:ext cx="136080" cy="227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92753D2-AF03-F914-1102-77A77A6700F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448813" y="4773013"/>
                <a:ext cx="1447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02A208A-6D6A-2DD2-30E9-614D7CD13F2A}"/>
                  </a:ext>
                </a:extLst>
              </p14:cNvPr>
              <p14:cNvContentPartPr/>
              <p14:nvPr/>
            </p14:nvContentPartPr>
            <p14:xfrm>
              <a:off x="5688933" y="4759333"/>
              <a:ext cx="116280" cy="145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02A208A-6D6A-2DD2-30E9-614D7CD13F2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684613" y="4755013"/>
                <a:ext cx="1249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52EEAFC-EE40-C8DB-3F4C-E046E6398212}"/>
                  </a:ext>
                </a:extLst>
              </p14:cNvPr>
              <p14:cNvContentPartPr/>
              <p14:nvPr/>
            </p14:nvContentPartPr>
            <p14:xfrm>
              <a:off x="4621547" y="1221920"/>
              <a:ext cx="232200" cy="190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52EEAFC-EE40-C8DB-3F4C-E046E639821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17227" y="1217600"/>
                <a:ext cx="2408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1902767-2694-9A76-7277-01A69600C815}"/>
                  </a:ext>
                </a:extLst>
              </p14:cNvPr>
              <p14:cNvContentPartPr/>
              <p14:nvPr/>
            </p14:nvContentPartPr>
            <p14:xfrm>
              <a:off x="4927907" y="1145600"/>
              <a:ext cx="113760" cy="156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1902767-2694-9A76-7277-01A69600C8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23587" y="1141280"/>
                <a:ext cx="1224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CC69471-CED0-321B-E6A8-48BE6873C868}"/>
                  </a:ext>
                </a:extLst>
              </p14:cNvPr>
              <p14:cNvContentPartPr/>
              <p14:nvPr/>
            </p14:nvContentPartPr>
            <p14:xfrm>
              <a:off x="4803707" y="1515320"/>
              <a:ext cx="25920" cy="97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CC69471-CED0-321B-E6A8-48BE6873C86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94707" y="1506320"/>
                <a:ext cx="435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F99E07E-EB7F-CFC2-1D64-C703D175E892}"/>
                  </a:ext>
                </a:extLst>
              </p14:cNvPr>
              <p14:cNvContentPartPr/>
              <p14:nvPr/>
            </p14:nvContentPartPr>
            <p14:xfrm>
              <a:off x="8002053" y="4202306"/>
              <a:ext cx="48600" cy="543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F99E07E-EB7F-CFC2-1D64-C703D175E89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993053" y="4193666"/>
                <a:ext cx="6624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8EF5FA6-C64E-B44E-0EB9-FBF2DAFBEF27}"/>
                  </a:ext>
                </a:extLst>
              </p14:cNvPr>
              <p14:cNvContentPartPr/>
              <p14:nvPr/>
            </p14:nvContentPartPr>
            <p14:xfrm>
              <a:off x="8030493" y="4606586"/>
              <a:ext cx="819000" cy="52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8EF5FA6-C64E-B44E-0EB9-FBF2DAFBEF2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21853" y="4597586"/>
                <a:ext cx="8366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2B9E972-AAA9-E4E3-584D-D27C503C1D9E}"/>
                  </a:ext>
                </a:extLst>
              </p14:cNvPr>
              <p14:cNvContentPartPr/>
              <p14:nvPr/>
            </p14:nvContentPartPr>
            <p14:xfrm>
              <a:off x="8436933" y="4629266"/>
              <a:ext cx="19440" cy="163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2B9E972-AAA9-E4E3-584D-D27C503C1D9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427933" y="4620266"/>
                <a:ext cx="370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9E62DAB-0D1C-06B4-634F-B9AA1751AC3D}"/>
                  </a:ext>
                </a:extLst>
              </p14:cNvPr>
              <p14:cNvContentPartPr/>
              <p14:nvPr/>
            </p14:nvContentPartPr>
            <p14:xfrm>
              <a:off x="8255853" y="4757786"/>
              <a:ext cx="56520" cy="39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9E62DAB-0D1C-06B4-634F-B9AA1751AC3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46853" y="4748786"/>
                <a:ext cx="74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3315B70-24C0-BC84-D853-1BA21103C20B}"/>
                  </a:ext>
                </a:extLst>
              </p14:cNvPr>
              <p14:cNvContentPartPr/>
              <p14:nvPr/>
            </p14:nvContentPartPr>
            <p14:xfrm>
              <a:off x="8572293" y="4706666"/>
              <a:ext cx="60120" cy="37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3315B70-24C0-BC84-D853-1BA21103C20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63293" y="4697666"/>
                <a:ext cx="777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DE435F9-EA62-45AC-5D6E-1BF4F07B4D53}"/>
                  </a:ext>
                </a:extLst>
              </p14:cNvPr>
              <p14:cNvContentPartPr/>
              <p14:nvPr/>
            </p14:nvContentPartPr>
            <p14:xfrm>
              <a:off x="7960653" y="4418306"/>
              <a:ext cx="973080" cy="597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DE435F9-EA62-45AC-5D6E-1BF4F07B4D5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951653" y="4409666"/>
                <a:ext cx="9907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2521F4D-2EC4-C28A-1317-437CD6064894}"/>
                  </a:ext>
                </a:extLst>
              </p14:cNvPr>
              <p14:cNvContentPartPr/>
              <p14:nvPr/>
            </p14:nvContentPartPr>
            <p14:xfrm>
              <a:off x="8378973" y="4519826"/>
              <a:ext cx="78480" cy="615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2521F4D-2EC4-C28A-1317-437CD606489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69973" y="4510826"/>
                <a:ext cx="961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FDAD30C-F8D6-08FF-9CDF-19DF1C393AD4}"/>
                  </a:ext>
                </a:extLst>
              </p14:cNvPr>
              <p14:cNvContentPartPr/>
              <p14:nvPr/>
            </p14:nvContentPartPr>
            <p14:xfrm>
              <a:off x="8296893" y="4250546"/>
              <a:ext cx="88560" cy="153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FDAD30C-F8D6-08FF-9CDF-19DF1C393AD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288253" y="4241906"/>
                <a:ext cx="1062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B3268CB-57A6-2700-11A4-F4A163F221F9}"/>
                  </a:ext>
                </a:extLst>
              </p14:cNvPr>
              <p14:cNvContentPartPr/>
              <p14:nvPr/>
            </p14:nvContentPartPr>
            <p14:xfrm>
              <a:off x="8308053" y="4173146"/>
              <a:ext cx="121680" cy="604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B3268CB-57A6-2700-11A4-F4A163F221F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299413" y="4164146"/>
                <a:ext cx="1393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8E2E603-37EF-D703-A89D-1BD3BCFF7959}"/>
                  </a:ext>
                </a:extLst>
              </p14:cNvPr>
              <p14:cNvContentPartPr/>
              <p14:nvPr/>
            </p14:nvContentPartPr>
            <p14:xfrm>
              <a:off x="8439093" y="4179986"/>
              <a:ext cx="102600" cy="94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8E2E603-37EF-D703-A89D-1BD3BCFF795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430453" y="4170986"/>
                <a:ext cx="1202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64589F5-E94D-923F-D7D5-31A38992C718}"/>
                  </a:ext>
                </a:extLst>
              </p14:cNvPr>
              <p14:cNvContentPartPr/>
              <p14:nvPr/>
            </p14:nvContentPartPr>
            <p14:xfrm>
              <a:off x="7928253" y="4013666"/>
              <a:ext cx="1190880" cy="1021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64589F5-E94D-923F-D7D5-31A38992C71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19613" y="4005026"/>
                <a:ext cx="1208520" cy="10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3B35D26-868A-19B6-04A0-19E8A5730FB1}"/>
                  </a:ext>
                </a:extLst>
              </p14:cNvPr>
              <p14:cNvContentPartPr/>
              <p14:nvPr/>
            </p14:nvContentPartPr>
            <p14:xfrm>
              <a:off x="7023827" y="3365720"/>
              <a:ext cx="970560" cy="7700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3B35D26-868A-19B6-04A0-19E8A5730FB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014827" y="3357080"/>
                <a:ext cx="988200" cy="78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44016A1-8BB4-1850-453A-51159C2454CB}"/>
                  </a:ext>
                </a:extLst>
              </p14:cNvPr>
              <p14:cNvContentPartPr/>
              <p14:nvPr/>
            </p14:nvContentPartPr>
            <p14:xfrm>
              <a:off x="5786467" y="2292880"/>
              <a:ext cx="270000" cy="3495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44016A1-8BB4-1850-453A-51159C2454C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777827" y="2283880"/>
                <a:ext cx="28764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85D4812-F6E9-6921-73FD-6F6EF9E386A0}"/>
                  </a:ext>
                </a:extLst>
              </p14:cNvPr>
              <p14:cNvContentPartPr/>
              <p14:nvPr/>
            </p14:nvContentPartPr>
            <p14:xfrm>
              <a:off x="5899507" y="2702920"/>
              <a:ext cx="87480" cy="1091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85D4812-F6E9-6921-73FD-6F6EF9E386A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890867" y="2693920"/>
                <a:ext cx="105120" cy="11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71C8F92-4547-E93F-3285-08EDADB853C4}"/>
                  </a:ext>
                </a:extLst>
              </p14:cNvPr>
              <p14:cNvContentPartPr/>
              <p14:nvPr/>
            </p14:nvContentPartPr>
            <p14:xfrm>
              <a:off x="5915707" y="2404120"/>
              <a:ext cx="1503360" cy="14295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71C8F92-4547-E93F-3285-08EDADB853C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906707" y="2395120"/>
                <a:ext cx="1521000" cy="14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9C21517-D6B7-FC9F-F734-A107F79FACC3}"/>
                  </a:ext>
                </a:extLst>
              </p14:cNvPr>
              <p14:cNvContentPartPr/>
              <p14:nvPr/>
            </p14:nvContentPartPr>
            <p14:xfrm>
              <a:off x="5933707" y="2894440"/>
              <a:ext cx="1316160" cy="320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9C21517-D6B7-FC9F-F734-A107F79FACC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25067" y="2885440"/>
                <a:ext cx="13338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C4E5EEB-08DD-664D-7D4A-82AD5F8E0B39}"/>
                  </a:ext>
                </a:extLst>
              </p14:cNvPr>
              <p14:cNvContentPartPr/>
              <p14:nvPr/>
            </p14:nvContentPartPr>
            <p14:xfrm>
              <a:off x="5945227" y="3177040"/>
              <a:ext cx="1245600" cy="241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C4E5EEB-08DD-664D-7D4A-82AD5F8E0B3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36587" y="3168040"/>
                <a:ext cx="12632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2AD059F-D1E7-456E-539B-30B6471D1E7A}"/>
                  </a:ext>
                </a:extLst>
              </p14:cNvPr>
              <p14:cNvContentPartPr/>
              <p14:nvPr/>
            </p14:nvContentPartPr>
            <p14:xfrm>
              <a:off x="6666667" y="3300520"/>
              <a:ext cx="42480" cy="359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2AD059F-D1E7-456E-539B-30B6471D1E7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658027" y="3291520"/>
                <a:ext cx="601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14624A7-9A49-959D-D21B-214A0B7F962C}"/>
                  </a:ext>
                </a:extLst>
              </p14:cNvPr>
              <p14:cNvContentPartPr/>
              <p14:nvPr/>
            </p14:nvContentPartPr>
            <p14:xfrm>
              <a:off x="6402067" y="2736040"/>
              <a:ext cx="162720" cy="918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14624A7-9A49-959D-D21B-214A0B7F962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393427" y="2727040"/>
                <a:ext cx="1803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4DC2F4C-6051-65E7-F342-88F905487224}"/>
                  </a:ext>
                </a:extLst>
              </p14:cNvPr>
              <p14:cNvContentPartPr/>
              <p14:nvPr/>
            </p14:nvContentPartPr>
            <p14:xfrm>
              <a:off x="6503227" y="2727760"/>
              <a:ext cx="34920" cy="155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4DC2F4C-6051-65E7-F342-88F90548722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494587" y="2718760"/>
                <a:ext cx="525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D1DEF1C-AC12-773B-50A4-6EFC5D1EC0C7}"/>
                  </a:ext>
                </a:extLst>
              </p14:cNvPr>
              <p14:cNvContentPartPr/>
              <p14:nvPr/>
            </p14:nvContentPartPr>
            <p14:xfrm>
              <a:off x="6627067" y="2660800"/>
              <a:ext cx="108000" cy="1342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D1DEF1C-AC12-773B-50A4-6EFC5D1EC0C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618067" y="2652160"/>
                <a:ext cx="1256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A472A24-92C4-8CCA-1854-6C6E93F21FF3}"/>
                  </a:ext>
                </a:extLst>
              </p14:cNvPr>
              <p14:cNvContentPartPr/>
              <p14:nvPr/>
            </p14:nvContentPartPr>
            <p14:xfrm>
              <a:off x="5800907" y="3522320"/>
              <a:ext cx="559800" cy="10342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A472A24-92C4-8CCA-1854-6C6E93F21FF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791907" y="3513320"/>
                <a:ext cx="57744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3B28070-63B7-A66A-0F89-F0F980A1DC2E}"/>
                  </a:ext>
                </a:extLst>
              </p14:cNvPr>
              <p14:cNvContentPartPr/>
              <p14:nvPr/>
            </p14:nvContentPartPr>
            <p14:xfrm>
              <a:off x="5585267" y="5126840"/>
              <a:ext cx="142920" cy="1429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3B28070-63B7-A66A-0F89-F0F980A1DC2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76267" y="5117840"/>
                <a:ext cx="1605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F4C82BA-2D65-244D-9ACF-69D5C59E57D2}"/>
                  </a:ext>
                </a:extLst>
              </p14:cNvPr>
              <p14:cNvContentPartPr/>
              <p14:nvPr/>
            </p14:nvContentPartPr>
            <p14:xfrm>
              <a:off x="6550787" y="3116600"/>
              <a:ext cx="141840" cy="1137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F4C82BA-2D65-244D-9ACF-69D5C59E57D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542147" y="3107960"/>
                <a:ext cx="159480" cy="1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891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149</Words>
  <Application>Microsoft Office PowerPoint</Application>
  <PresentationFormat>Widescreen</PresentationFormat>
  <Paragraphs>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Trees and Rotations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2026-07-30T15:44:40Z</dcterms:created>
  <dcterms:modified xsi:type="dcterms:W3CDTF">2026-08-07T07:52:09Z</dcterms:modified>
</cp:coreProperties>
</file>