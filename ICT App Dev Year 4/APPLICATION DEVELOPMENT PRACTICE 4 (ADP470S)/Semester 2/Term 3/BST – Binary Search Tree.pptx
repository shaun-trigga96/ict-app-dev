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0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0 112 1585,'1'6'29138,"10"-8"-28967,0 1 0,0-2-1,-1 0 1,1 0 0,-1-1-1,0 0 1,15-8 0,10-4-45,-8 3-118,2 2 0,-1 0 0,2 2 0,-1 2 0,1 0 0,0 2 0,34-1 0,-61 6 2,0 0 1,0 1 0,1-1-1,-1 1 1,0 0-1,0 0 1,0 0 0,-1 0-1,1 1 1,0-1-1,0 1 1,-1-1 0,1 1-1,-1 0 1,1 0-1,-1 0 1,0 1-1,0-1 1,0 0 0,0 1-1,0-1 1,0 1-1,-1 0 1,1 0 0,-1 0-1,0-1 1,0 1-1,1 7 1,3 7 39,-2 0-1,0 0 1,1 34 0,-4-42-68,4 175 18,-6-154 0,-1 0 0,-1 0 0,-2-1 0,-10 34 0,-12 21 0,4 1 0,4 0 0,3 2 0,-9 158 0,25-213 0,-1 0 0,-2 1 0,-10 37 0,18-122-1011,-4 28-3471,0-8-4031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1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1 220 11221,'0'0'17475,"15"-9"-16291,49-27-229,-63 35-911,1 0-1,-1 0 0,0 1 0,1-1 0,-1 0 0,1 1 0,-1-1 1,1 1-1,-1-1 0,1 1 0,0 0 0,-1 0 0,1 0 1,-1 0-1,1 0 0,0 0 0,-1 0 0,1 0 0,-1 1 0,1-1 1,-1 1-1,1-1 0,-1 1 0,1-1 0,-1 1 0,1 0 0,-1 0 1,0 0-1,1 0 0,0 1 0,1 1 8,-1 1 0,1-1 0,-1 1 1,0 0-1,0-1 0,-1 1 0,3 8 0,-1-4 73,3 13-109,0 0 0,-2 1 1,3 34-1,-10-140-15,1 40 0,5-69 0,-3 106 0,1 1 0,0 0 0,1 0 0,-1 0 0,1 0 0,1 0 0,-1 0 0,1 0 0,0 0 0,0 1 0,1 0 0,0-1 0,0 1 0,9-8 0,-12 12-167,0 0 1,0 0-1,0 1 0,1-1 0,-1 1 1,0-1-1,1 1 0,-1 0 0,1-1 1,-1 1-1,0 0 0,1 0 1,-1 0-1,1 0 0,-1 0 0,1 0 1,-1 0-1,0 0 0,1 1 0,-1-1 1,0 1-1,3 0 0,26 19-8010,-18-10 4697,9 3-2766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1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11 12806,'0'0'13729,"-7"6"-12361,2-1-1257,0 0-1,0 0 1,1 1-1,0-1 1,0 1-1,0 0 1,1 0-1,-1 0 0,1 1 1,1-1-1,0 1 1,-1-1-1,2 1 1,-2 11-1,1-9-111,1-1 0,1 1 0,0 0 0,0 0 0,2 12 0,-2-19-4,1-1-1,-1 0 0,0 1 1,1-1-1,-1 0 0,1 1 0,0-1 1,-1 0-1,1 0 0,0 0 0,0 1 1,0-1-1,0 0 0,0 0 1,0 0-1,0 0 0,2 1 0,-2-2-2,1 1 0,0-1 0,0 1 0,-1-1 0,1 0 0,0 0 0,0 1 0,-1-1 0,1-1 0,0 1 0,0 0 0,0 0 0,-1-1 0,1 1 0,0-1 0,-1 1 0,1-1 0,1-1 0,2 0 18,-1-1 1,1 0-1,-1 0 0,0 0 1,0-1-1,0 1 0,-1-1 1,1 0-1,-1 0 1,0 0-1,0-1 0,4-7 1,1-2 170,-1-1 0,8-28-1,-13 37 83,-1 0-1,1 0 1,-1 0-1,-1 0 1,1 0 0,-1 0-1,0 0 1,-1 0-1,-1-9 1,1 14-507,0 0 0,0 0 0,-1 1 1,1-1-1,0 0 0,0 1 0,-1-1 1,1 1-1,-1 0 0,1-1 0,0 1 1,-1 0-1,1 0 0,-1 0 0,1 0 1,-1 0-1,1 0 0,0 0 0,-3 1 1,1-1-625,1 0 0,-1 0 0,0 1-1,1-1 1,-1 1 0,1-1 0,-1 1 0,0 0 0,-3 2 0,1 4-7389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2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1 10485,'0'0'17651,"-10"3"-16627,4-2-837,1 1-66,0-1 0,1 0 0,-1 1 0,0 0 0,1 0 0,0 1 0,-1-1 0,1 1 0,0 0 0,0 0 0,0 0 0,1 0 0,-6 7 0,1 0-24,1 1 1,0-1-1,0 1 0,1 1 1,1-1-1,0 1 1,1 0-1,0 0 0,0 0 1,2 0-1,-1 1 0,2-1 1,-1 16-1,28-27-430,-23-1 341,1 0 0,-1 0 0,1-1 0,0 1 0,-1-1 0,1 0 0,-1 0 0,1-1 0,-1 1 0,0 0 0,0-1 0,1 0 0,-1 0 0,0 0 0,-1 0 0,1-1 0,0 1 0,-1-1 0,1 1 0,-1-1 1,0 0-1,0 0 0,0 0 0,0 0 0,0 0 0,-1-1 0,1 1 0,0-5 0,1-2 43,0-1 1,-1 0-1,0 0 1,-1 0-1,0 0 1,-1 0-1,0 0 1,-2-14-1,-7 13 1190,7 9-4641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2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 15671,'0'0'14610,"-10"24"-12772,-32 80-1249,31-79-583,1 1 0,1 1 0,1-1 0,2 1 0,0 1 0,2-1-1,1 1 1,2 0 0,2 45 0,0-72-56,-1 0 0,1 0 0,-1 0 0,1 0 0,-1 0 0,1 0 0,0 0 0,0 0-1,0 0 1,-1 0 0,1 0 0,0 0 0,0-1 0,0 1 0,0 0 0,0-1 0,0 1 0,1 0 0,-1-1 0,0 0 0,0 1 0,0-1 0,0 0 0,1 1 0,-1-1-1,0 0 1,0 0 0,2 0 0,43 2-5224,-37-2 3794,31-4-5484,3-11-3702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2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17592,'0'0'7059,"111"0"-6050,-65 0-849,6 0-160,8 4-945,5 0-4913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3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919 222 13718,'0'0'12854,"-12"-20"-11394,-40-61-71,50 78-1268,0-1 0,0 1-1,0 0 1,0 0 0,-1 0-1,1 1 1,-1-1 0,0 0-1,1 1 1,-1 0-1,-1 0 1,1 0 0,0 0-1,0 0 1,-1 0 0,1 1-1,-1 0 1,1 0 0,-1 0-1,0 0 1,1 0-1,-1 1 1,0 0 0,0-1-1,1 1 1,-1 1 0,-7 0-1,-10 0-152,0 0 32,0 1 0,0 1 0,0 1 0,1 1 0,-1 1 0,1 0 0,-31 16 0,-130 77 0,167-90 0,-17 10 0,2 1 0,0 2 0,1 1 0,1 1 0,1 1 0,-35 44 0,47-49 0,0 0 0,2 0 0,0 1 0,1 1 0,1 0 0,1 0 0,2 1 0,0 0 0,1 1 0,-5 42 0,8-32 0,1-1 0,4 45 0,0-62 0,0 0 0,1 0 0,0-1 0,2 1 0,0-1 0,0 0 0,9 15 0,5 4 0,2-1 0,2 0 0,0-2 0,2-1 0,2-1 0,0-1 0,2-2 0,40 30 0,-41-36 0,1-2 0,0 0 0,1-2 0,1-1 0,1-2 0,0-1 0,0-1 0,1-2 0,59 9 0,-44-13 0,94-3 0,-117-3 0,0-2 0,0-1 0,-1-1 0,0-1 0,37-14 0,-6-5 0,-1-2 0,-2-2 0,75-56 0,127-129 0,-222 184 0,-1-1 0,-2-1 0,-1-1 0,36-58 0,-55 75 0,0-1 0,-1 0 0,-1 0 0,0 0 0,-1-1 0,-1 0 0,-1 0 0,-1-1 0,0 1 0,-1-1 0,-1 0 0,-1 1 0,-3-21 0,0 22 0,-1 0 0,0 0 0,-2 1 0,0 0 0,0 0 0,-2 0 0,0 1 0,-1 0 0,0 1 0,-1 0 0,0 0 0,-2 1 0,-19-19 0,-1 4 0,0 1 0,-2 2 0,-1 1 0,-54-29 0,31 25 0,-1 1 0,-1 4 0,-1 2 0,-1 3 0,-87-14 0,118 26 0,1 2 0,-2 1 0,1 2 0,0 0 0,-36 6 0,65-5-1,-1 1 1,1-1-1,0 1 1,0 0-1,0 0 0,0 0 1,0 1-1,0-1 1,0 0-1,0 1 0,0-1 1,0 1-1,1-1 1,-1 1-1,1 0 0,-1 0 1,1 0-1,0 0 1,-1 0-1,1 0 0,0 0 1,0 0-1,1 0 1,-1 1-1,0-1 0,1 0 1,0 1-1,-1-1 1,1 0-1,0 1 0,0-1 1,0 0-1,1 5 1,-1-1-592,1 0 0,0 0 0,0-1 0,1 1 0,3 9 0,-4-11-934,1 0 1,0 0 0,0 0 0,1-1-1,-1 1 1,6 6 0,21 17-16545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4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42 7299,'0'0'7791,"3"-4"-7367,0 1-57,13-16 133,-10 3 14982,-7 40-14578,-1-3-904,-2 0 0,0-1 0,-1 1 0,-15 36 0,-5 17 0,12-40 0,15-33 0,-1 0 0,1-1 0,-1 1 0,1-1 0,-1 1 0,1-1 0,-1 0 0,1 1 0,0-1 0,-1 0 0,1 0 0,-1 0 0,1 0 0,1-1 0,-2 1 0,83-3 0,-44 0 0,44 4 0,-81-1 0,0 0 0,0 1 0,0-1 0,0 1 0,0 0 0,1 0 0,-1 0 0,-1 0 0,1 1 0,0-1 0,0 1 0,0 0 0,-1-1 0,1 1 0,-1 1 0,0-1 0,1 0 0,-1 0 0,0 1 0,0 0 0,0-1 0,-1 1 0,1 0 0,-1 0 0,1-1 0,-1 1 0,0 0 0,0 1 0,0-1 0,-1 0 0,1 0 0,-1 0 0,0 0 0,0 1 0,0-1 0,0 0 0,0 0 0,-1 0 0,1 0 0,-1 1 0,0-1 0,0 0 0,0 0 0,0 0 0,-1 0 0,1-1 0,-1 1 0,-2 3 0,-3 5 0,-2 0 0,1 0 0,-2-1 0,1 0 0,-1 0 0,-1-1 0,0-1 0,0 0 0,0 0 0,-1-1 0,-18 8 0,12-8 0,0 0 0,0-1 0,0-1 0,-1 0 0,1-2 0,-1 0 0,-33 0 0,50-3 9,0 0 0,0-1 1,-1 1-1,1-1 0,0 1 0,0-1 1,0 0-1,0 0 0,0 0 0,0 0 1,0 0-1,0 0 0,1-1 0,-1 1 1,0-1-1,1 1 0,-1-1 0,1 1 1,-1-1-1,1 0 0,0 0 0,0 0 0,0 0 1,0 0-1,0 0 0,0 0 0,0 0 1,1 0-1,-1 0 0,1 0 0,-1-3 1,-1-10-639,0 0 0,1 1 0,1-25 0,0 24-1662,1-12-5340,4-4-4590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5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11941,'0'0'19204,"4"-2"-17809,13-1-1359,-1 0 0,1 1-1,0 1 1,0 1-1,23 1 1,4 0-23,-32-1-9,-1 1-1,1-1 1,16 5-1,-24-5-14,-1 1 0,0 0 0,1 1 1,-1-1-1,0 0 0,0 1 0,0 0 0,0 0 0,0 0 0,0 0 0,0 0 0,-1 0 1,1 1-1,-1 0 0,4 4 0,-3-4-2596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1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10341,'2'3'18458,"7"16"-16611,24 42-710,-19-36-1079,20 45 1,-31-63-49,0 1 0,-1-1 0,0 1 0,0 0 0,-1-1 0,0 1 0,-1 0-1,1 0 1,-1 0 0,-3 15 0,3-21-9,-1-1-1,0 0 1,1 0-1,-1 0 1,0 1-1,0-1 1,0 0-1,0 0 1,0 0-1,0 0 1,0 0-1,0-1 1,0 1-1,0 0 1,0 0-1,-1-1 1,1 1-1,0-1 1,0 1-1,-1-1 1,1 1-1,0-1 1,-1 0-1,1 0 1,-1 0-1,1 1 1,0-1-1,-1-1 1,1 1-1,-1 0 1,1 0-1,-2-1 1,-1 1-2,3 0-3,0-1-1,1 1 0,-1 0 0,0-1 1,1 1-1,-1-1 0,0 1 1,1-1-1,-1 0 0,1 1 0,-1-1 1,1 1-1,-1-1 0,1 0 0,-1 1 1,1-1-1,0 0 0,-1 0 1,1 1-1,0-1 0,0 0 0,0 0 1,0 0-1,-1-1 0,-3-26-157,3 22 114,-1-12 43,0 1 0,1-1-1,1 0 1,1 0 0,0 0 0,1 0-1,1 1 1,7-25 0,-7 34-136,1-1 0,0 1 0,0 0 0,0 0 1,1 0-1,0 1 0,11-13 0,-10 14-303,1 0 0,-1 1 0,1 0 0,0 0 1,0 0-1,1 1 0,-1 0 0,1 0 0,11-3 0,24-4-4647,-14 6-2240,-8 3-296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1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43 4770,'0'0'22034,"-4"3"-21143,-1 0-805,0 1-1,0 0 0,1 0 0,-1 0 1,1 0-1,0 1 0,0-1 0,1 1 1,-1 0-1,1 1 0,-3 5 1,1 1-45,0 0 1,1 0 0,1 0 0,-4 23 0,0 10-141,0 70 0,7-114 84,0-1 0,0 1 0,1-1 0,-1 0 0,0 1 0,0-1 0,0 1 0,0-1 0,0 0 0,0 1 0,1-1 0,-1 0 0,0 1 0,0-1 0,1 0 0,-1 1 0,0-1 0,0 0 0,1 0 0,-1 1 0,0-1-1,1 0 1,-1 0 0,0 0 0,1 1 0,-1-1 0,0 0 0,1 0 0,-1 0 0,1 0 0,-1 0 0,0 0 0,1 0 0,-1 0 0,1 0 0,-1 0 0,1 0 0,16-4-214,-4-7 238,-1-1 1,0 0-1,-1 0 0,0-1 0,-1 0 0,10-18 1,-8 13-22,-6 9 11,0-1 0,0 0 0,-1-1-1,0 1 1,-1-1 0,0 0-1,-1 0 1,0 0 0,1-18-1,-3 25 17,-1 0-1,0 0 0,1-1 0,-2 1 1,1 0-1,-1 0 0,1 0 0,-1 0 1,0 0-1,0 0 0,-1 0 0,1 0 1,-1 0-1,0 0 0,0 1 0,0-1 1,-1 1-1,1 0 0,-1-1 0,0 1 1,0 0-1,0 0 0,0 1 0,0-1 1,-1 1-1,1 0 0,-1-1 0,-7-2 1,10 5-34,1-1 0,-1 1 1,0-1-1,0 1 0,0 0 0,1 0 1,-1-1-1,0 1 0,0 0 1,0 0-1,0 0 0,0 0 0,0 0 1,1 0-1,-1 0 0,0 0 1,0 0-1,0 0 0,0 0 0,0 0 1,1 1-1,-1-1 0,0 0 1,0 1-1,0-1 0,1 1 0,-1-1 1,0 1-1,0-1 0,1 1 1,-1-1-1,1 1 0,-1 0 0,0-1 1,1 1-1,-1 0 0,1 0 1,-1-1-1,1 1 0,0 0 0,-1 0 1,1 0-1,0-1 0,0 1 1,-1 0-1,1 2 0,-1 4-1229,0 0 1,1 1-1,0-1 0,2 13 0,-2-11-1819,2 8-3574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2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7507,'0'0'16333,"-12"3"-15047,3-1-1045,3-1-128,1 0 0,-1 1 1,1-1-1,0 1 0,-1 0 0,1 1 1,0-1-1,0 1 0,0 0 0,0 0 0,1 1 1,-6 5-1,2 1-94,0 0 1,0 0-1,1 1 0,1 1 1,0-1-1,0 1 0,1 0 1,0 0-1,2 0 0,-1 1 1,1-1-1,1 1 0,0 0 1,1 0-1,1 22 0,0-34-57,0 0 0,0-1 0,0 1 0,1 0 0,-1 0 0,0 0 0,1 0 0,-1 0 0,1-1 0,-1 1 0,1 0 0,-1 0 0,1-1 0,-1 1 0,1 0 0,0-1 0,-1 1 0,1-1 0,0 1 0,0-1 0,0 1 0,-1-1 0,1 1 0,0-1 0,0 0 0,0 1 0,0-1 0,0 0 0,-1 0 0,1 0 0,0 0 0,0 0 0,0 0 0,2 0 0,-1 0-12,0 0 0,0 0 0,0 0 0,0 0 0,0 0 0,0-1 0,-1 1 0,1-1 1,0 1-1,0-1 0,0 0 0,0 0 0,-1 0 0,1 0 0,0 0 0,2-3 0,6-10 45,-1-1 1,0 0 0,-1 0-1,-1-1 1,6-18-1,4-8 32,-16 39 23,2-3 220,0 0-1,-1 0 0,1 0 0,-1 0 0,-1 0 0,1-1 1,-1 1-1,0-9 0,-22 15-325,5 3-2017,8 5-3562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2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1 16488,'0'0'9657,"-18"20"-7549,-59 69-521,63-71-1024,1 0 0,1 1-1,0 0 1,-16 39 0,12-23-471,2-8-102,2 1 0,1 1-1,1 0 1,1 1 0,2 0 0,1 0 0,1 0 0,0 47 0,5-76-87,0 1 0,0 0 1,0-1-1,0 1 0,1 0 0,-1-1 1,1 1-1,-1 0 0,1-1 0,0 1 1,0-1-1,-1 1 0,1-1 0,0 1 1,0-1-1,0 0 0,1 0 0,-1 1 0,2 0 1,0 1-191,0-1 0,1 0 0,-1 0 1,1-1-1,0 1 0,-1-1 0,1 0 1,5 1-1,7 1-1220,0-1 0,1-1 0,18 0 1,-27-1 686,44-4-4569,-2-11-2414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2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14663,'0'0'11381,"127"0"-11301,-77 0-80,7 0 0,7 0-1537,-1-2-4145,-8-8-5219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3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1 266 10085,'0'0'8022,"21"-14"-6200,2-1-1326,2-1 130,1 0 1,1 2-1,35-14 1,34-10 99,1 5 0,1 3 0,147-23 1,-214 49-578,1 1 1,46 2-1,-76 1-126,-1 0 0,0 1 0,0-1 0,1 0 0,-1 1 0,0-1 0,0 1 0,0 0 0,0-1 0,0 1 0,0 0 0,0 0 0,0-1 0,0 1 0,0 0 0,0 0 1,0 0-1,0 0 0,-1 0 0,1 1 0,-1-1 0,1 0 0,0 0 0,-1 0 0,0 0 0,1 1 0,-1-1 0,0 0 0,0 0 0,1 3 0,0 46 724,-1-36-460,0 16 440,0 1 1,-3-1 0,-7 43-1,-19 61 630,13-56-1123,-39 119 0,48-177-226,1 0 0,0 1 0,2 0 0,-4 34 0,6 10-2345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3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12070,'0'0'13723,"5"5"-12103,116 127 3136,-119-129-4920,1-1-1,0 1 0,-1-1 0,1 1 0,0-1 0,1 0 0,-1 0 1,0-1-1,0 1 0,1-1 0,-1 1 0,5 0 0,8 1-5205,2-3-5360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3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0 13094,'0'0'16351,"-5"2"-14816,-4 1-1301,0 1 0,1 0 0,-1 1 0,1 0 0,0 1 0,0-1 0,-7 8 0,-56 55-417,56-54 281,15-13-109,-50 54 378,47-51-705,0 0-1,1 0 1,-1 0 0,1 0-1,0 1 1,0-1 0,0 1 0,0 0-1,1-1 1,0 1 0,0 0-1,0 6 1,1-5-7513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5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1104 48 7123,'0'0'11470,"0"-6"-9848,0-20-27,0 25-1472,0 1 0,0-1 0,-1 0 0,1 0 0,0 1 1,0-1-1,-1 0 0,1 1 0,0-1 0,-1 1 0,1-1 0,0 0 0,-1 1 0,1-1 0,-1 1 0,1-1 1,-1 1-1,1-1 0,-1 1 0,1 0 0,-1-1 0,0 1 0,1 0 0,-1-1 0,1 1 0,-1 0 1,0 0-1,1-1 0,-1 1 0,0 0 0,0 0 0,0 0 0,-26 0 909,19 1-558,-21 0 9,1 2 0,0 0 0,1 2-1,-50 15 1,-105 49 998,119-42-1113,1 3 1,2 2-1,-83 59 0,107-64-365,2 1 0,0 2 0,2 2 0,1 1 0,2 1 0,-33 49 0,50-63-3,0 1 0,1 1 0,1 0 0,1 1 0,1 0 0,1 0 0,-5 36 0,4-2 0,1 113 0,7-159 0,1 1 0,0 0 0,1-1 0,0 1 0,0-1 0,2 0 0,-1 1 0,1-1 0,1-1 0,0 1 0,0-1 0,1 0 0,0 0 0,1 0 0,0-1 0,1 0 0,0-1 0,0 1 0,1-2 0,18 14 0,-10-10 0,1 0 0,1-1 0,-1-2 0,2 1 0,-1-2 0,1-1 0,0 0 0,1-2 0,30 4 0,19-2 0,101-5 0,-155-1 0,35-3 0,0-2 0,0-3 0,-1-1 0,61-20 0,-30 1 0,135-64 0,-181 74 0,0-1 0,-2-2 0,0-1 0,-1-2 0,-2-1 0,34-35 0,-48 43 0,-1 0 0,-1-1 0,-1-1 0,0 0 0,-2-1 0,0-1 0,-1 1 0,-1-2 0,-1 1 0,-1-1 0,-1 0 0,4-25 0,-7 24 0,-1 0 0,0 0 0,-2 0 0,-1 0 0,0 1 0,-2-1 0,-7-29 0,6 38 0,-1-1 0,0 1 0,-1 0 0,-1 0 0,0 1 0,-1 0 0,-1 0 0,0 1 0,0 0 0,-1 0 0,-22-19 0,12 15 0,0 1 0,-2 1 0,0 0 0,0 2 0,-1 0 0,-48-16 0,-151-27 0,47 15 0,171 39-6,2 1 3,1-1 1,-1 1-1,1 0 0,-1 0 0,1-1 1,-1 1-1,1-1 0,-1 1 0,1-1 1,-1 0-1,1 0 0,0 1 0,-1-1 1,1 0-1,0 0 0,0 0 0,0 0 1,0-1-1,0 1 0,0 0 0,0 0 0,0-1 1,-1-2-1,14 6-13083,-3 10 104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6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3 11221,'0'0'14401,"0"0"-14284,0 0-1,0 0 1,0-1-1,1 1 1,-1 0 0,0 0-1,0 0 1,1-1-1,-1 1 1,0 0-1,0 0 1,0 0-1,1 0 1,-1 0-1,0-1 1,1 1-1,-1 0 1,0 0-1,0 0 1,1 0-1,-1 0 1,0 0-1,1 0 1,-1 0-1,0 0 1,0 0-1,1 0 1,-1 0-1,0 0 1,1 0 0,-1 0-1,0 1 1,0-1-1,1 0 1,-1 0-1,0 0 1,0 0-1,1 0 1,-1 1-1,0 7 141,-1 1-1,0-1 0,-1 0 0,1 1 1,-2-1-1,1 0 0,-1 0 1,-1-1-1,-5 11 0,-6 8-316,-26 32-1,-9 16 103,48-71-42,1-2 0,0 0 0,1-1 0,-1 1 0,1 0 0,-1 0 0,1 0 0,-1 0 0,1-1 0,0 1 0,-1 0 0,1 0 0,0 0 0,0 0 0,0 0 0,0 0 0,-1 0 0,1 0 0,1 0 0,-1 0 0,0 0 0,0 0 0,1 2 0,21-3 0,17-2 0,0-2 0,0-2 0,58-16 0,24-4 0,-118 26 2111,0-1-5963,-1-15-21187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6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16536,'0'0'13414,"-106"141"-11125,74-79-1761,9 1-528,9 2 0,3-9 0,3-6 0,8-8 0,0-8 0,0-5 0,0-2-1409,0-8-4577,-2-5-6372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6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890 1 14487,'0'0'15164,"-2"10"-13091,-1 5-1943,0 0 1,-1-1-1,-1 1 0,-1-1 1,0 0-1,-1-1 1,-9 16-1,-236 305-130,35-52 0,167-202 0,-65 143 0,17-28 0,77-157 0,-64 103 0,87-155 0,27-23-1173,-9 13-1669,8-18-5325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7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986 112 8420,'0'0'15311,"4"-13"-12675,14-44-291,-17 56-2241,-1 0 1,1 0 0,-1 0-1,1 0 1,-1-1 0,0 1-1,0 0 1,0 0 0,0 0-1,0 0 1,0 0 0,0-1-1,0 1 1,0 0 0,0 0-1,-1 0 1,1 0-1,0 0 1,-1 0 0,1 0-1,-1 0 1,1 0 0,-1 0-1,1 0 1,-1 0 0,0 0-1,0 0 1,1 0 0,-1 0-1,0 1 1,0-1 0,0 0-1,-2-1 1,0 1-50,-1 0 1,1 0-1,-1 0 1,0 1-1,1-1 1,-1 1-1,-6 0 1,3 0-22,-11-1-31,0 1-1,0 1 0,1 1 0,-1 1 1,1 0-1,-1 2 0,1-1 0,-20 10 1,-15 9-4,-61 37 0,50-24 1,2 3 0,1 3 0,3 2 0,-86 85 0,116-100 0,0 2 0,3 1 0,0 1 0,-19 36 0,31-44 0,0 0 0,1 0 0,2 1 0,0 0 0,2 0 0,-6 47 0,7-18 0,2-1 0,6 79 0,0-102 0,2-1 0,1 1 0,2-1 0,1-1 0,21 53 0,-25-72 0,1 0 0,0 0 0,1-1 0,0 1 0,1-1 0,0 0 0,0-1 0,1 0 0,0 0 0,0-1 0,1 0 0,0 0 0,0-1 0,1 0 0,0-1 0,0 0 0,0 0 0,0-1 0,1 0 0,0-1 0,0-1 0,0 1 0,0-2 0,17 2 0,-1-2 0,1-1 0,0-1 0,0-2 0,-1 0 0,0-2 0,45-14 0,-33 6 0,-1-2 0,-1-2 0,68-42 0,-31 8 0,-3-4 0,-2-3 0,89-97 0,-108 103 0,-1-3 0,44-67 0,-79 101 0,-1 0 0,-1-1 0,-1 0 0,-1-1 0,0 0 0,-2-1 0,-1 0 0,-1 0 0,5-47 0,-10 59 0,-1 0 0,-1-1 0,0 1 0,0 0 0,-2-1 0,1 1 0,-1 0 0,-1 1 0,0-1 0,-1 1 0,-7-13 0,2 8 0,0 0 0,-1 0 0,-1 1 0,0 1 0,-2 0 0,-23-20 0,5 10 0,-2 1 0,0 1 0,-1 3 0,-1 0 0,-1 2 0,-47-14 0,66 25-43,0 0 1,0 1-1,0 1 0,-1 1 1,-25-2-1,34 5-2577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8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8756,'0'0'14887,"13"23"-8623,-3 15-4716,8 31-1111,3 0 1,42 93-1,-7-59-437,99 136 0,11 17 0,-22 19 0,-36-64 0,-75-146 0,30 47 0,-62-109 0,1-1 0,-1 0 0,1 0 0,0 0 0,0 0 0,0 0 0,0-1 0,0 1 0,0-1 0,0 1 0,0-1 0,1 0 0,4 2 0,3 2 0,-8-3 0,0 0 0,0 0 0,0 0 0,-1 0 0,1 0 0,-1 0 0,1 1 0,-1-1 0,0 0 0,0 1 0,0-1 0,0 4 0,10 30 0,-9 12 112,-2-23-8108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19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709 226 10805,'0'0'10858,"-8"-19"-7939,1 1-2133,-1 1 0,-16-27 0,22 41-650,-1 1 0,1 0 0,-1-1-1,0 1 1,0 0 0,0 1 0,0-1 0,0 0-1,0 1 1,0 0 0,0-1 0,-1 1-1,1 1 1,0-1 0,-1 0 0,1 1 0,-1 0-1,1-1 1,-1 1 0,1 1 0,0-1-1,-1 0 1,-3 2 0,-10-1 482,-1 0-388,0 1 1,0 0 0,1 2-1,-1 0 1,1 1 0,0 0-1,0 2 1,-28 14 0,3 3-273,1 2 0,-38 31 0,59-42 42,1 2 0,0 0 0,1 1 0,1 1 0,1 0 0,-25 40 0,31-41 0,0 0 0,2 1 0,0 0 0,1 1 0,1 0 0,1 0 0,1 0 0,-3 37 0,4-13 0,2 0 0,2-1 0,7 45 0,-4-62 0,2 1 0,0-1 0,2-1 0,1 1 0,1-1 0,15 26 0,-9-21 0,2-1 0,1-1 0,1-1 0,1 0 0,1-2 0,31 28 0,-39-42 0,-1 0 0,1 0 0,1-2 0,0 0 0,0 0 0,1-2 0,0 0 0,0 0 0,1-2 0,0 0 0,0-1 0,0-1 0,31 3 0,-33-6 0,-1 0 0,1-1 0,-1-1 0,0 0 0,0-1 0,0-1 0,0 0 0,16-7 0,-4-1 0,-1-1 0,-1-2 0,30-22 0,5-9 0,-2-2 0,-1-2 0,56-67 0,-76 74 0,-2-2 0,-2-1 0,-2-1 0,47-99 0,-68 122 0,-1-1 0,-1-1 0,-1 1 0,-1-1 0,-1 0 0,-2 0 0,0-44 0,-2 55 0,-1 0 0,-1 0 0,0 0 0,-1 1 0,0-1 0,-1 1 0,-1 0 0,0 0 0,-1 0 0,-1 0 0,-16-24 0,11 22 0,-1-1 0,-1 2 0,-1 0 0,0 1 0,-1 0 0,0 1 0,-35-20 0,19 15 0,-2 2 0,0 1 0,0 2 0,-2 1 0,1 2 0,-1 2 0,-1 1 0,0 1 0,-49 0 0,-26 5 0,136 9-5418,7-3-5860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8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0 109 6867,'0'0'9071,"15"0"1048,-9-1-10668,41-44 1098,-37 37-466,0 1 0,1 0-1,0 1 1,0 0 0,1 1-1,-1 0 1,1 1 0,0 0 0,0 1-1,1 1 1,-1-1 0,26 0-1,-37 4-79,0 0-1,0-1 0,-1 1 1,1 0-1,0-1 0,-1 1 0,1 0 1,0 0-1,-1 0 0,1 0 1,-1-1-1,1 1 0,-1 0 0,1 0 1,-1 0-1,0 0 0,1 0 1,-1 0-1,0 0 0,0 0 0,0 1 1,0-1-1,0 0 0,0 0 1,0 0-1,0 1 0,-1 42 76,1-31-63,-1-3-14,0 1-1,-1 0 0,0 0 1,-1-1-1,0 1 1,0-1-1,-1 0 1,-1 0-1,0 0 1,-7 10-1,-11 16 9,-36 40 0,39-51 8,4-6 0,11-14-12,0 0 0,0 0 0,1 1 0,0 0 0,0 0 0,0 0 0,1 0 0,-4 10 0,7-15 14,0-1 0,0 0 0,0 1 0,0-1 1,0 0-1,0 0 0,0 1 0,0-1 0,0 0 1,0 1-1,0-1 0,1 0 0,-1 0 0,0 1 1,0-1-1,0 0 0,0 0 0,1 1 1,-1-1-1,0 0 0,0 0 0,0 0 0,1 1 1,-1-1-1,0 0 0,0 0 0,1 0 0,-1 0 1,0 0-1,1 0 0,-1 1 0,0-1 0,0 0 1,1 0-1,18 2 1506,18-6 1134,-36 4-2639,71-12 231,109-33 0,-174 43-426,0 1 1,-1 0-1,1 0 1,0 0-1,-1 1 1,10 1-1,1-1-3507,5 0-4060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9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89 7684,'0'0'12106,"11"-13"-10243,34-38 92,-29 30 2189,-17 18-860,-2 10-1553,-18 45-1731,-15 60 0,1 0 0,34-111 0,1-1 0,-1 1 0,1 0 0,0-1 0,0 1 0,-1-1 0,1 1 0,0 0 0,0-1 0,0 1 0,-1 0 0,1 0 0,0-1 0,0 1 0,0 0 0,0-1 0,0 1 0,1 0 0,-1-1 0,0 1 0,0 0 0,0 0 0,0-1 0,1 1 0,-1-1 0,0 1 0,1 0 0,-1-1 0,1 1 0,-1-1 0,0 1 0,1-1 0,0 2 0,23 0 0,-13-3 0,10 0 0,-1-1 0,0-1 0,22-6 0,-20 4 0,1 0 0,30-1 0,58 6 0,-110 0 0,-1 0 0,1 0 0,0 0 0,0 0 0,-1 0 0,1 0 0,0 0 0,0 0 0,-1 1 0,1-1 0,0 0 0,0 1 0,-1-1 0,1 0 0,0 1 0,-1-1 0,1 1 0,-1-1 0,1 1 0,-1-1 0,1 1 0,-1-1 0,1 1 0,-1 0 0,1-1 0,-1 1 0,1 0 0,-1-1 0,0 1 0,1 1 0,-1 0 0,1 1 0,-1-1 0,0 1 0,0-1 0,0 1 0,0-1 0,-1 1 0,1-1 0,-2 5 0,0 0 0,0-1 0,0 0 0,-1 1 0,0-1 0,0 0 0,-7 10 0,-7 1 0,-1 1 0,0-2 0,-1-1 0,0 0 0,-2-1 0,0-1 0,0-1 0,-1-1 0,0-1 0,-25 7 0,44-16 0,1-1 0,-1 1 0,0-1 0,1 0 0,-1 0 0,0 0 0,1 0 0,-1 0 0,0 0 0,1-1 0,-1 1 0,0-1 0,1 0 0,-1 0 0,1 0 0,-1 0 0,1 0 0,0-1 0,-1 1 0,1-1 0,0 1 0,0-1 0,-3-3 0,-1-2 0,0-1 0,1 0 0,0 0 0,0 0 0,-5-13 0,7 15-188,0-1-1,1 0 1,0 0 0,1 0-1,-1 0 1,0-12 0,1-25-5300,1 3-3169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29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9060,'0'0'19703,"18"-10"-16953,59-32-1643,-74 40-1099,0 0-1,0 0 1,1 1-1,-1-1 1,0 1-1,0 0 1,1 0-1,-1 0 1,1 1-1,-1-1 1,1 1-1,-1 0 1,0 0-1,1 0 1,-1 0 0,1 0-1,5 2 1,3 0 3,10 1-73,89 8 200,-97-11-260,-1 0 1,0 0 0,1-2-1,-1 0 1,0 0 0,15-5-1,-23 5-747,0 0 0,0-1-1,0 0 1,0 1 0,-1-1-1,5-4 1,24-25-14858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2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0 280 3618,'0'0'13937,"4"-4"-11448,2-2-1555,14-15 2667,-10 6 4160,-10 15-7387,-1 0-373,1 0 0,0 0 1,0-1-1,-1 1 0,1 0 1,0 0-1,0-1 0,0 1 1,-1 0-1,1 0 0,0-1 1,0 1-1,0 0 1,0 0-1,0-1 0,0 1 1,-1 0-1,1-1 0,0 1 1,0 0-1,0 0 0,0-1 1,0 1-1,0 0 0,0-1 1,0 1-1,0 0 0,1-1 1,-1 1-1,0 0 0,0 0 1,0-1-1,0 1 1,0 0-1,0-1 0,1 1 1,-1 0-1,0 0 0,0-1 1,0 1-1,1 0 0,-1 0 1,7-13-7,-6 13 5,-1 0 0,1-1 0,0 1 0,-1-1 0,1 1 0,0 0 0,0 0 0,-1-1 0,1 1 0,0 0 0,0 0 0,-1 0 0,1 0 0,0 0 0,0 0 0,-1 0 0,1 0 0,0 0 0,0 0 0,-1 0 0,1 1 0,0-1 0,0 0 0,-1 0 0,1 1 0,0-1 0,-1 0 0,1 1 0,0-1 0,-1 1 0,1-1 0,-1 1 0,1-1 0,-1 1 0,1-1 0,-1 1 0,1 0 0,-1-1 0,0 1 0,1 0 0,-1-1 0,0 1 0,1 0 0,-1 0 0,0-1 0,0 1 0,0 0 0,0 0 0,0-1 0,0 1 0,0 1 0,1 6 0,0 1 0,-1-1 0,-2 16 0,1-12 0,2 0 0,0 20 0,-1-31 0,0 0 0,0 0 0,0 1 0,-1-1 0,1 0 0,0 0 0,0 0 0,-1 0 0,1 0 0,0 0 0,-1 0 0,1 0 0,-1 0 0,0 0 0,1 0 0,-1 0 0,0 0 0,1 0 0,-3 1 0,3-2 0,-1 0 0,1 1 0,-1-1 0,1 0 0,0 0 0,-1 1 0,1-1 0,-1 0 0,1 0 0,-1 0 0,1 0 0,-1 0 0,1 0 0,-1 0 0,1 0 0,-1 0 0,1 0 0,-1 0 0,1 0 0,-1 0 0,1 0 0,-1-1 0,1 1 0,-1 0 0,1 0 0,0 0 0,-1-1 0,1 1 0,-1 0 0,1-1 0,0 1 0,-1 0 0,1-1 0,0 1 0,-1 0 0,1-1 0,0 1 0,-1-1 0,1 1 0,0-1 0,0 1 0,0-1 0,-4-19 0,4 5 0,0 0 0,0 1 0,2-1 0,0 1 0,0-1 0,2 1 0,0 0 0,0 0 0,1 0 0,8-14 0,-6 14 3,1 0 0,0 1 0,1 0 0,1 0 0,0 1 0,15-14 1,-19 20-24,1 1 1,0 0 0,0 0 0,1 1 0,-1 0 0,1 0 0,0 1 0,0 0 0,0 1 0,0-1 0,1 1 0,-1 1 0,12-1 0,-13 1-116,33 1-4495,-38 0 4118,-1 1-1,1-1 1,-1 1-1,1-1 0,-1 1 1,1-1-1,-1 1 0,1 0 1,-1 0-1,0 0 0,1 0 1,-1 0-1,0 0 0,0 0 1,0 0-1,0 0 0,0 0 1,0 1-1,0-1 0,1 3 1,9 19-7500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3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98 9973,'0'0'21172,"-3"-6"-19795,3 5-1367,0 0 0,-1 0 1,1-1-1,-1 1 1,1 0-1,-1 0 1,0 0-1,1 0 1,-1 0-1,0 0 1,0 0-1,0 0 1,0 0-1,0 0 1,0 0-1,0 0 0,0 1 1,0-1-1,0 0 1,0 1-1,0-1 1,-1 1-1,1-1 1,-2 1-1,0 0-11,0 1 0,1 0 0,-1 0 0,0 0 0,1 0 0,-1 0 0,1 0 0,0 1-1,-1-1 1,1 1 0,0-1 0,0 1 0,0 0 0,-2 3 0,-3 1 1,1 1 0,0-1 0,1 1 0,0 0 0,0 1 0,0-1 0,1 1 0,0 0 0,1 0 0,0 0 0,0 1 0,1-1 0,0 1 0,0-1 0,1 1 0,0 0 0,0 0 0,1-1 0,0 1 0,3 13 0,-3-19 0,0 0 0,1 1 0,-1-1 0,1 0 0,0 0 0,0 0 0,1 0 0,-1 0 0,1 0 0,-1 0 0,1 0 0,0 0 0,0 0 0,0-1 0,0 1 0,1-1 0,-1 0 0,5 4 0,-2-3 0,0 0 0,1-1 0,-1 1 0,0-1 0,1 0 0,-1-1 0,1 1 0,0-1 0,-1 0 0,8 0 0,-2-1 0,0 0 0,0 0 0,0-1 0,0-1 0,-1 0 0,1 0 0,0-1 0,-1 0 0,0-1 0,0 0 0,12-7 0,-14 6 0,1-1 0,-1-1 0,0 1 0,-1-1 0,1-1 0,-2 1 0,1-1 0,-1 0 0,6-11 0,-8 12 0,-1 1 0,0-1 0,0-1 0,-1 1 0,0 0 0,0-1 0,-1 1 0,0-1 0,0 1 0,-1-1 0,0 1 0,-1-15 0,-1 16 0,1 0 0,-1 1 0,1-1 0,-2 1 0,1 0 0,-1-1 0,1 1 0,-1 0 0,-1 0 0,1 1 0,-1-1 0,1 1 0,-1 0 0,-1 0 0,1 0 0,-1 0 0,1 1 0,-1-1 0,-8-3 0,4 2 0,-1 1 0,0-1 0,0 1 0,-1 1 0,1 0 0,-1 1 0,0 0 0,0 0 0,-15 0 0,25 2-134,-1 1-1,1-1 1,0 0 0,-1 1 0,1-1-1,0 1 1,0-1 0,-1 1 0,1 0-1,0-1 1,0 1 0,0 0-1,0 0 1,0 0 0,0 0 0,0 0-1,0 0 1,0 0 0,0 0-1,1 0 1,-1 0 0,0 0 0,1 1-1,-1-1 1,1 0 0,-1 1 0,1-1-1,0 0 1,-1 3 0,0 1-1083,1 0 0,-1 0 0,1 0 0,-1 0 0,2 0 0,-1 0 0,1 6 0,8 12-6981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3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69 16680,'0'0'14369,"-4"0"-12990,-1 1-1369,-1 0-1,0 0 0,0 0 1,1 0-1,-1 1 1,1 0-1,-1 0 0,1 1 1,0-1-1,0 1 1,0 0-1,0 0 1,0 1-1,1 0 0,-1 0 1,1 0-1,0 0 1,1 0-1,-1 1 0,1 0 1,-1-1-1,1 2 1,1-1-1,-1 0 0,1 0 1,0 1-1,0-1 1,0 1-1,1 0 1,0-1-1,0 1 0,1 0 1,-1 0-1,1-1 1,2 12-1,-2-15-9,1 0 0,-1-1 0,1 1 0,0 0 0,0 0 0,-1-1 0,1 1 0,0-1 0,1 1 0,-1-1 0,0 1 0,0-1 0,1 0 0,-1 1 0,1-1 0,-1 0 0,1 0 0,-1 0 0,1 0 0,0 0 0,-1-1 0,1 1 0,0 0 0,0-1 0,-1 1 0,1-1 0,3 0 0,7 2 0,-1-1 0,1 0 0,15-1 0,-14 0 0,0 0 0,0 1 0,0-1 0,0-1 0,0-1 0,0 0 0,0 0 0,-1-1 0,1-1 0,-1 0 0,0-1 0,0 0 0,13-8 0,-23 12 0,0-1 0,0 0 0,0 1 0,0-1 0,0 0 0,0 0 0,0 0 0,-1-1 0,1 1 0,-1 0 0,0-1 0,1 1 0,-1-1 0,0 1 0,0-1 0,-1 1 0,1-1 0,-1 0 0,1 1 0,-1-1 0,0 0 0,0 1 0,0-1 0,0 0 0,0 1 0,-1-1 0,1 0 0,-1 1 0,0-1 0,0 0 0,-2-4 0,0-1 0,-1 1 0,-1-1 0,1 1 0,-1 0 0,0 0 0,-1 1 0,1-1 0,-13-9 0,15 14 0,-49-37 0,48 36 0,-1 0 0,1 0 0,-1 1 0,0 0 0,0 0 0,0 0 0,0 1 0,0-1 0,0 1 0,-6 0 0,10 1-199,1 0-1,-1 0 1,0 1 0,0-1 0,0 0-1,1 1 1,-1-1 0,0 1-1,1-1 1,-1 1 0,0-1-1,1 1 1,-1 0 0,1-1 0,-1 1-1,1 0 1,-1-1 0,1 1-1,0 0 1,-1 0 0,1 0-1,0-1 1,-1 1 0,1 0 0,0 0-1,0 0 1,0-1 0,0 1-1,0 0 1,0 0 0,0 0 0,0 0-1,0-1 1,0 1 0,0 0-1,1 0 1,-1 1 0,0 2-1205,0 16-6843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3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0 22554,'0'0'8874,"-11"22"-7676,-38 76-1057,37-71-141,-12 43 0,5-16 0,14-43 0,0 1 0,1-1 0,0 1 0,1 0 0,0 1 0,1-1 0,0 0 0,1 1 0,0-1 0,1 1 0,2 16 0,-1-28 1,-1 0 1,1 1-1,-1-1 0,1 0 1,0 0-1,0 0 0,-1 0 1,1 0-1,0 0 0,0-1 1,0 1-1,0 0 0,0 0 1,0-1-1,0 1 1,0 0-1,1-1 0,-1 1 1,0-1-1,0 0 0,0 1 1,0-1-1,1 0 0,-1 0 1,3 0-1,35 1-313,-32-2-41,-5 1-197,1 0 0,0 0-1,-1-1 1,1 1-1,-1-1 1,1 0-1,-1 1 1,1-1-1,-1 0 1,1-1 0,-1 1-1,0 0 1,0-1-1,1 1 1,-1-1-1,0 0 1,0 0 0,-1 0-1,1 0 1,0 0-1,1-2 1,15-30-12307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4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23115,'0'0'7379,"119"21"-7059,-58-4-320,12-3-3217,0-1-6532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4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1 193 24603,'0'0'6083,"6"-18"-4528,-2 6-1422,-3 7-116,0-1 1,1 0-1,0 1 1,0-1-1,0 1 1,1 0-1,0 0 1,0 0-1,0 0 1,1 0-1,0 1 1,-1-1-1,1 1 1,1 0-1,-1 0 1,1 1-1,-1-1 1,1 1-1,0 0 1,1 0 0,5-2-1,34-10-16,1 2 1,0 3-1,1 1 0,0 2 1,92-1-1,-136 8-3,0 0 0,0 0 0,0 0 0,0 1 1,0 0-1,0-1 0,0 1 0,-1 0 0,1 1 0,0-1 0,0 0 0,-1 1 0,1 0 1,-1-1-1,1 1 0,2 3 0,-1 0 0,0-1 1,-1 1-1,1-1 0,-1 1 1,0 0-1,-1 1 1,1-1-1,1 7 0,2 10 11,0 1-1,-2 0 1,2 34-1,-4-43 5,4 262-13,-8-174 0,1-46 0,-3 0 0,-3-1 0,-2 1 0,-2-2 0,-34 100 0,31-114 0,2 2 0,2 0 0,2 0 0,2 0 0,1 1 0,2 44 0,0 102-237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4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10325,'0'0'22442,"81"39"-22442,-41-9 0,-5-1 0,-1 4 0,-3-3 0,-6-5 0,-6-4 0,-4-7 0,-3-5-2337,-1-5-2673,-5-4-3602,4 0-5235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5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0 24971,'0'0'7796,"-126"61"-7796,97-28 0,0 3 0,-1 0 0,3-5 0,6-4 0,0 2 0,3-8 0,-5-6-2001,-5-13-14999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6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1396 134 10965,'0'0'9863,"-24"0"-6952,-157 1 1171,-115 24 84,171-7-3776,-190 53 0,276-60-390,2 2 0,-1 1 0,2 1 0,0 3 0,-60 39 0,82-48 0,1 1 0,1 1 0,-1 0 0,2 1 0,0 0 0,0 1 0,1 0 0,1 0 0,0 1 0,1 0 0,0 1 0,2 0 0,-1 0 0,2 1 0,0-1 0,-5 30 0,5-14 0,2 0 0,1 0 0,2 0 0,0-1 0,3 1 0,0 0 0,2 0 0,1-1 0,2 0 0,0 0 0,2-1 0,2 0 0,0-1 0,2 0 0,19 29 0,-4-18 0,2-2 0,1 0 0,1-2 0,2-2 0,74 54 0,-38-38 0,2-4 0,113 52 0,-139-75 0,0-2 0,1-2 0,1-2 0,0-3 0,1-1 0,101 9 0,-112-18 0,1-2 0,-1-2 0,1-1 0,-1-3 0,0 0 0,67-20 0,-51 5 0,-1-2 0,-1-2 0,-1-3 0,88-61 0,-109 65 0,-1-1 0,-1-1 0,-1-1 0,-2-2 0,0-1 0,-2-1 0,-2-1 0,27-47 0,-26 31 0,-3-2 0,-2 0 0,-1-1 0,-3 0 0,-3-1 0,-1-1 0,-3 0 0,-2 0 0,-2-62 0,-3 85 0,-1 0 0,-1 1 0,-2 0 0,-13-50 0,11 58 0,-1 0 0,-2 1 0,0-1 0,0 1 0,-2 1 0,-1 0 0,-13-16 0,5 11 0,-2 1 0,0 1 0,-1 1 0,-1 1 0,-1 1 0,0 2 0,-1 0 0,-1 1 0,-1 2 0,-55-19 0,27 15 0,-1 2 0,-1 3 0,0 2 0,-99-4 0,126 13 0,-1 1 0,0 2 0,-44 7 0,60-5 0,-1 0 0,1 1 0,-1 1 0,2 1 0,-1 0 0,1 1 0,-27 18 0,25-13-343,0 0 0,-21 23 0,-2 12-6690,23-27-2929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7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 10149,'0'0'22707,"-5"8"-22796,-85 90 89,54-62 0,1 2 0,-48 70 0,62-68 0,20-37 0,0-1 0,0 1 0,0-1 0,1 1 0,-1 0 0,1-1 0,0 1 0,-1-1 0,1 1 0,0 0 0,1-1 0,-1 1 0,0 0 0,2 4 0,-1-6 0,0 0 0,0-1 0,0 1 0,0 0 0,0 0 0,0 0 0,0 0 0,0-1 0,0 1 0,1-1 0,-1 1 0,0-1 0,0 1 0,1-1 0,-1 0 0,0 1 0,1-1 0,1 0 0,30 3 0,-26-3 0,79 3 0,101-9 0,-143 2 0,0-2 0,0-2 0,-1-2 0,50-18 0,-87 27 0,-2 1-77,-3 0-804,-26-4-28911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7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0 21498,'0'0'11093,"-44"130"-10917,31-71-176,3 1 0,4-5 0,1-7 0,5-5 0,0-7 0,0-7 0,0-4 0,0 0 0,0-4-256,0-4-7668,0-4-6786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8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603 1 8756,'0'0'23891,"-6"4"-23771,-61 65-120,-99 133 0,128-147 0,2 2 0,3 1 0,-35 83 0,38-71 0,-2-2 0,-4-1 0,-54 77 0,90-144 0,0 1 0,0-1 0,0 0 0,0 0 0,0 1 0,0-1 0,0 0 0,0 0 0,1 1 0,-1-1 0,0 0 0,0 0 0,0 0 0,0 1 0,0-1 0,1 0 0,-1 0 0,0 0 0,0 1 0,0-1 0,1 0 0,-1 0 0,0 0 0,0 0 0,0 0 0,1 1 0,-1-1 0,0 0 0,0 0 0,1 0 0,-1 0 0,0 0 0,0 0 0,1 0 0,-1 0 0,0 0 0,0 0 0,1 0 0,-1 0 0,0 0 0,1 0 0,-1 0 0,0 0 0,0 0 0,1-1 0,-1 1 0,0 0 0,17-1 0,-12 0-95,0 0 1,1-1-1,-1 1 1,0-1-1,7-4 0,0-1-2948,-1-1-3844,4-7-10084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39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71 112 15367,'0'0'12222,"6"-3"-11299,205-70 2186,-176 63-2961,0 2 1,1 1 0,0 2-1,46 0 1,-81 5-147,0 0 1,0 0-1,0 0 0,0 1 0,1-1 1,-1 0-1,0 1 0,0-1 0,0 1 0,0-1 1,0 1-1,-1 0 0,1-1 0,0 1 1,0 0-1,0 0 0,0 0 0,-1-1 1,1 1-1,0 0 0,-1 0 0,1 0 1,-1 0-1,1 0 0,-1 0 0,1 0 0,-1 0 1,0 1-1,0-1 0,1 0 0,-1 0 1,0 0-1,0 0 0,0 0 0,0 2 1,-3 45 251,3-48-250,-3 14 4,-1 0-1,0 0 1,-1-1 0,0 1 0,-1-1-1,-1-1 1,0 1 0,-17 22 0,-9 6-11,-39 39 0,-113 92 3,64-63 0,114-103 0,3-2 0,0-1 0,0 0 0,0 1 0,0 0 0,1 0 0,-1 0 0,1 0 0,0 1 0,1-1 0,-1 1 0,1 0 0,0 0 0,0 0 0,0 0 0,-2 10 0,5-14 0,-1 1 0,0-1 0,1 1 0,-1 0 0,1-1 0,-1 1 0,1-1 0,-1 1 0,1-1 0,0 1 0,0-1 0,0 0 0,0 1 0,0-1 0,0 0 0,0 0 0,1 0 0,-1 0 0,0 0 0,1 0 0,-1 0 0,0 0 0,1 0 0,-1-1 0,1 1 0,0-1 0,-1 1 0,1-1 0,-1 1 0,1-1 0,0 0 0,2 0 0,10 2 0,1 0 0,25-2 0,-29 0 0,63 0 0,0-3 0,97-16 0,-155 16 0,-8 2 0,0-1 0,0 0 0,-1 0 0,15-5 0,-22 7-11,-1 0-1,1 0 1,0 0-1,0-1 1,0 1-1,0 0 1,0 0-1,-1 0 1,1 0 0,0 0-1,0 0 1,0 0-1,0 0 1,0 0-1,0 0 1,-1 0-1,1 0 1,0 0 0,0-1-1,0 1 1,0 0-1,0 0 1,0 0-1,0 0 1,0 0-1,0 0 1,0-1-1,-1 1 1,1 0 0,0 0-1,0 0 1,0 0-1,0 0 1,0 0-1,0-1 1,0 1-1,0 0 1,0 0 0,0 0-1,0 0 1,0 0-1,0-1 1,0 1-1,0 0 1,1 0-1,-1 0 1,0 0 0,0 0-1,0-1 1,0 1-1,0 0 1,0 0-1,0 0 1,0 0-1,0 0 1,0 0 0,1 0-1,-1 0 1,0-1-1,0 1 1,0 0-1,-44-2-13236,14 0-1703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0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1398 4 11621,'0'0'4378,"-23"-1"-1040,7 0-2755,2 0-149,0 0 0,-1 1 0,1 1 1,-1 0-1,1 0 0,0 2 1,0 0-1,0 0 0,0 2 0,-14 6 1,-235 131 5504,9 20-3815,235-150-2141,-44 30 22,2 3 0,1 2 1,3 3-1,-86 95 0,114-109-5,1 0 0,2 2-1,2 1 1,1 1 0,2 1 0,2 1 0,2 0-1,2 1 1,-11 48 0,11-10 0,3 1 0,3 0 0,5 1 0,7 105 0,-1-159 0,2-1 0,1-1 0,2 1 0,0-1 0,2 0 0,1-1 0,1 0 0,1 0 0,1-1 0,1-1 0,2 0 0,0-1 0,1-1 0,2 0 0,32 29 0,-14-18 0,1-2 0,1-2 0,2-2 0,1-1 0,1-2 0,1-2 0,1-2 0,54 16 0,-66-26 0,0-2 0,0-2 0,0 0 0,1-3 0,-1 0 0,1-3 0,55-4 0,-36-4 0,0-2 0,-1-2 0,0-2 0,55-24 0,38-21 0,-3-6 0,169-106 0,-225 116 0,-2-5 0,-2-2 0,-4-5 0,106-114 0,-156 149 0,-1-2 0,-1-1 0,22-41 0,-36 53 0,0-1 0,-2 0 0,0-1 0,-2 0 0,0-1 0,4-30 0,-8 26 0,-1 1 0,-1-1 0,-2 0 0,0 0 0,-2 1 0,-2-1 0,-1 0 0,0 1 0,-3 0 0,0 1 0,-2 0 0,-18-38 0,4 20 0,-3 1 0,-1 2 0,-2 1 0,-2 1 0,-1 2 0,-78-70 0,77 81 0,0 2 0,-2 1 0,-1 2 0,-1 1 0,-1 2 0,0 2 0,-1 2 0,-71-19 0,65 25 0,0 2 0,-1 2 0,1 2 0,-55 3 0,96 1 10,0 0 1,0 1-1,0 0 1,0 0-1,0 1 1,1-1-1,-1 1 1,0 0-1,1 0 1,0 1-1,-1-1 1,1 1-1,0 0 1,0 0-1,1 1 1,-7 5-1,-19 29-1105,5 2-3518,15-24 1240,-14 22-8790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1086 93 11541,'0'0'10832,"3"-5"-9578,56-78 5408,-58 78-4887,-8 8-1072,-28 31-703,0 2 0,-35 48 0,15-16 0,-475 502 0,483-525 0,-147 153 0,167-167 0,2 1 0,1 1 0,2 1 0,-31 61 0,49-87 0,0 1 0,1-1 0,0 1 0,0-1 0,1 1 0,0 0 0,-1 18 0,3-27 0,0 1 0,0-1 0,0 1 0,0-1 0,0 1 0,0-1 0,1 1 0,-1-1 0,0 1 0,0-1 0,1 1 0,-1-1 0,0 0 0,1 1 0,-1-1 0,0 1 0,1-1 0,-1 0 0,1 1 0,-1-1 0,1 0 0,-1 0 0,0 1 0,1-1 0,-1 0 0,1 0 0,-1 0 0,1 1 0,-1-1 0,1 0 0,0 0 0,-1 0 0,1 0 0,-1 0 0,1 0 0,-1 0 0,1 0 0,-1 0 0,1 0 0,-1-1 0,1 1 0,-1 0 0,1 0 0,-1 0 0,1-1 0,0 1 0,0 0 0,3-1-54,0 0 1,0 0-1,0 0 0,0-1 1,0 0-1,0 1 0,-1-1 1,1 0-1,0-1 0,-1 1 1,0-1-1,6-4 0,19-25-6697,-3 3-9043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2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19049,'0'0'9460,"-10"25"-5898,-2 4-3116,-1 1-384,2 1 1,1 0-1,-8 42 1,9-17-63,0 63 0,6-66 0,-15 77 0,16-111-73,0-1-1,0 37 1,2-43-267,0-12 182,0 1 0,0-1 0,0 0 0,0 0 1,0 1-1,0-1 0,0 0 0,0 1 0,0-1 1,0 0-1,0 0 0,0 1 0,0-1 0,0 0 0,0 0 1,0 1-1,0-1 0,0 0 0,0 0 0,1 1 0,-1-1 1,0 0-1,0 0 0,0 1 0,0-1 0,1 0 1,-1 0-1,0 0 0,0 1 0,0-1 0,1 0 0,-1 0 1,0 0-1,0 0 0,1 0 0,-1 1 0,0-1 0,0 0 1,1 0-1,-1 0 0,0 0 0,1 0 0,-1 0 1,0 0-1,0 0 0,1 0 0,-1 0 0,0 0 0,1 0 1,1 0-1450,5 0-7800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2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980 151 6707,'-20'0'10221,"6"0"-9016,-3-1-446,1 1 1,-1 1-1,0 0 0,1 2 0,-1 0 0,1 0 0,-23 9 0,6 3 552,1 1 1,1 1 0,0 1 0,-41 35-1,35-22-630,1 2-1,-56 68 0,39-31-690,2 3 1,4 2-1,-48 105 1,59-105 9,4 3 0,-42 155 0,62-178 0,1 1 0,4-1 0,1 1 0,4 0 0,5 74 0,0-101 0,1 0 0,2-1 0,1 1 0,2-1 0,0-1 0,2 0 0,1 0 0,1-2 0,26 41 0,-24-44 0,1-1 0,2 0 0,0-1 0,0-1 0,2-1 0,1-1 0,0 0 0,1-2 0,0 0 0,39 17 0,-40-23 0,0-2 0,1 0 0,0-1 0,0-2 0,1 0 0,-1-1 0,1-2 0,0 0 0,-1-1 0,24-4 0,-12 0 0,-1-2 0,1-2 0,-2 0 0,1-3 0,61-28 0,-34 7 0,-1-3 0,-1-3 0,79-68 0,138-152 0,-205 188 0,-4-3 0,87-124 0,-128 159 0,-1-1 0,-3-1 0,-1-1 0,-2-1 0,-1 0 0,-3-1 0,16-79 0,-23 75 0,-1 0 0,-3 0 0,-1-1 0,-3 1 0,-1-1 0,-18-88 0,13 107 0,-1 1 0,-1 0 0,-2 0 0,-1 1 0,-1 0 0,-1 1 0,-1 1 0,-1 0 0,-2 1 0,0 1 0,-1 1 0,-27-24 0,24 26 12,-1 1 0,-1 2-1,-1 0 1,-38-20 0,49 30-79,0 1 1,0 1 0,0 0-1,-1 1 1,0 0-1,0 1 1,0 1-1,0 1 1,0 0-1,-24 1 1,22 4-4931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3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4706,'0'0'16168,"0"6"-13693,0 0-1596,-2 10 7,6-3 3347,6 5-612,5 12-3822,65 172 201,-20-60 0,126 280 0,-139-336 0,4-2 0,103 130 0,-115-163 0,-16-20 0,31 29 0,-53-59 0,1 0 0,-1 1 0,0-1 0,0 0 0,0 0 0,0 1 0,0-1 0,0 1 0,0-1 0,0 1 0,0-1 0,-1 1 0,1 0 0,-1-1 0,1 1 0,-1 0 0,0-1 0,1 1 0,-1 0 0,0-1 0,0 1 0,0 0 0,-1 2 0,1-3-22,0-1 1,-1 1-1,1-1 0,0 0 1,-1 1-1,1-1 1,0 1-1,-1-1 0,1 0 1,0 1-1,-1-1 0,1 0 1,-1 0-1,1 1 0,-1-1 1,1 0-1,-1 0 1,1 0-1,-1 1 0,1-1 1,-1 0-1,1 0 0,-1 0 1,1 0-1,-1 0 0,1 0 1,-1 0-1,1 0 1,-1 0-1,1-1 0,-1 1 1,1 0-1,-1 0 0,1 0 1,-1 0-1,1-1 0,-1 1 1,0-1-139,-14-8-6979,0-9-9904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8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0 107 5811,'0'0'9711,"5"-11"5589,-4 4-15916,0 5 649,0 0 0,-1 0 0,1-1 0,0 1 0,0 0 0,0 0 0,1 0 0,-1 0 0,0 0 0,1 1 0,0-1 0,-1 0 0,1 0 0,0 1 1,-1 0-1,1-1 0,0 1 0,0 0 0,0 0 0,1 0 0,-1 0 0,4-2 0,57-17-81,-59 19 67,51-10-7,1 3 0,0 2 0,98 3 0,-153 3-8,0 0 1,0 1-1,0-1 1,0 0-1,0 0 0,0 1 1,0-1-1,0 1 1,0-1-1,0 1 1,0-1-1,0 1 0,-1-1 1,1 1-1,0 0 1,0-1-1,0 1 1,-1 0-1,1 0 1,-1 0-1,1 0 0,0 0 1,-1-1-1,1 1 1,-1 0-1,0 0 1,1 0-1,-1 0 0,0 0 1,0 0-1,1 1 1,-1-1-1,0 1 1,0 2 41,0-1 0,0 1 1,0 0-1,0-1 1,-1 1-1,1-1 1,-1 1-1,0-1 1,0 1-1,-2 3 0,-8 11 139,-1-1 0,0 0 0,-2-1 0,0 0 0,-31 26 0,30-28-174,-67 53-11,26-23 0,42-28 0,14-15 0,0-1 0,0 0 0,0 1 0,0-1 0,0 0 0,0 0 0,0 1 0,0-1 0,0 0 0,0 1 0,1-1 0,-1 0 0,0 0 0,0 1 0,0-1 0,0 0 0,0 1 0,1-1 0,-1 0 0,0 0 0,0 0 0,0 1 0,1-1 0,-1 0 0,0 0 0,0 0 0,1 1 0,-1-1 0,0 0 0,0 0 0,1 0 0,-1 0 0,0 0 0,1 0 0,38 2 0,-26-2 0,57-1 0,87 3 0,-154-2 0,0 0 0,-1 1 0,1-1 0,-1 1 0,1 0 0,-1 0 0,0 0 0,1 0 0,-1 0 0,0 0 0,1 1 0,-1-1 0,0 1 0,0-1 0,0 1 0,0 0 0,-1 0 0,1 0 0,0 0 0,-1 0 0,1 0 0,-1 0 0,0 1 0,0-1 0,0 0 0,0 1 0,0-1 0,0 1 0,0 2 0,1 9 0,0 0 0,0 0 0,-2 1 0,0 17 0,0-13 0,-1-16 0,1 0 0,-1 1 0,0-1 0,0 0 0,0 0 0,0 1 0,-1-1 0,1 0 0,-1 0 0,0 0 0,0-1 0,0 1 0,0 0 0,0-1 0,0 1 0,-1-1 0,1 0 0,-1 0 0,0 0 0,0 0 0,0 0 0,0 0 0,0-1 0,0 0 0,0 1 0,-4 0 0,-10 4 0,-1-1 0,0 0 0,-26 2 0,-5-2 0,-71-3 0,82-2 0,28-2-2969,12-3 311,-1 3 1314,11-18-8861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48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1193 1 9828,'0'0'15226,"-17"15"-13540,-2 2-1153,-4 5 321,-1-1 0,-45 29 0,-100 52 1686,-60 41-2105,182-110-450,2 2 1,-72 71 0,65-49 14,3 2 0,2 2 0,4 2 0,2 1 0,2 3 0,4 1 0,-36 98 0,57-119 0,1 0 0,3 1 0,1 0 0,3 1 0,2 0 0,3 76 0,3-96 0,1 1 0,1-1 0,1-1 0,2 1 0,0-1 0,3 0 0,0-1 0,1 0 0,2-1 0,0 0 0,2-1 0,1 0 0,1-1 0,1-1 0,32 31 0,-13-18 0,1-2 0,2-2 0,1-1 0,1-2 0,74 37 0,-78-47 0,0-3 0,2-1 0,-1-2 0,2-1 0,0-2 0,0-2 0,53 3 0,-55-9 0,0-1 0,0-2 0,0-2 0,0-2 0,-1-1 0,0-2 0,0-1 0,68-28 0,-19-1 0,-3-4 0,-2-4 0,-1-3 0,122-98 0,-153 104 0,-1-1 0,-3-3 0,-1-2 0,-3-2 0,-2-2 0,-2-1 0,45-87 0,-72 116 0,-1 0 0,-1-1 0,-1 0 0,-2 0 0,0-1 0,-2 1 0,-1-1 0,-1 0 0,-1 0 0,-2-1 0,-1 1 0,0 0 0,-2 1 0,-2-1 0,0 1 0,-1 0 0,-2 0 0,-1 1 0,-13-27 0,-11-7 0,-2 2 0,-2 1 0,-3 2 0,-2 2 0,-74-70 0,42 54 0,-2 4 0,-3 4 0,-93-54 0,156 104 0,-2-2 0,-33-15 0,47 25 0,0 0 0,-1 0 0,1 0 0,0 1 0,0 0 0,-1 0 0,1 0 0,-1 1 0,1 0 0,-1 0 0,-9 2 0,11-1 8,1 0 0,0 0-1,0 1 1,0 0 0,0-1 0,0 1 0,0 1-1,1-1 1,-1 0 0,0 0 0,1 1 0,0 0-1,0-1 1,-3 5 0,-27 49-1565,17-27-3603,-1-4-8377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0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7812,'0'0'11872,"6"-6"-7437,1 0 3535,8 40-7310,-10-20-642,79 176-18,121 198 0,158 138 0,-40-63 0,-293-419 0,-3 2 0,-2 1 0,-2 1 0,-1 1 0,-3 1 0,-3 1 0,11 53 0,-12 23 0,-15-134-18,0 0 0,-1 1 0,0-1 0,0 1 0,-1-1 1,0 1-1,0-1 0,-5-9 0,-10-10-6277,2 9-10236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1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1029 269 8356,'0'0'6509,"13"-18"-3051,38-59-267,-47 70-2578,1 1 1,-2-2 0,1 1-1,-1 0 1,2-9-1,-4 14-244,-1 0-1,1-1 1,-1 1-1,0-1 0,0 1 1,0 0-1,0-1 0,0 1 1,0-1-1,-1 1 1,1 0-1,-3-5 0,2 6-262,0 0 0,0-1 0,0 1 0,0 0 0,0 1 0,0-1 0,-1 0 0,1 0-1,0 0 1,-1 1 0,1-1 0,0 1 0,-1-1 0,1 1 0,-1-1 0,1 1 0,-1 0-1,1 0 1,-1 0 0,1 0 0,-1 0 0,1 0 0,-3 0 0,-2 0 34,-26 0-127,1 1 1,-1 2 0,1 1 0,0 1 0,0 2-1,0 1 1,-42 17 0,-7 9-19,-113 66 1,140-70 4,1 3 0,2 1 0,-69 63 0,97-77 0,2 2 0,0 0 0,1 1 0,1 1 0,1 1 0,2 1 0,0 0 0,2 1 0,-13 35 0,14-24 0,2 0 0,2 1 0,-4 51 0,3 119 0,10-171 0,0 0 0,3 1 0,1-1 0,1-1 0,3 1 0,1-1 0,1-1 0,2 0 0,23 43 0,-18-44 0,3 0 0,0-2 0,2-1 0,2-1 0,1-1 0,57 52 0,-64-66 0,1 0 0,0-2 0,1 0 0,1-2 0,0 0 0,1-1 0,0-2 0,0 0 0,1-1 0,0-2 0,1 0 0,28 2 0,-13-6 0,-1-2 0,0-2 0,1-1 0,-1-2 0,-1-2 0,1-2 0,67-24 0,-30 3 0,0-4 0,118-73 0,-133 69 0,-1-3 0,-3-2 0,65-61 0,-99 81 0,0-1 0,-2-1 0,-1-1 0,-1 0 0,-1-2 0,-1 0 0,-2-1 0,0 0 0,14-47 0,-17 26 0,-2-1 0,-3 0 0,-2-1 0,-2 1 0,-5-70 0,0 85 0,-2 0 0,-1 1 0,-1 0 0,-3 0 0,0 0 0,-3 1 0,0 1 0,-2 0 0,-2 1 0,-1 0 0,-1 1 0,-2 1 0,-42-49 0,35 49 0,-2 1 0,-1 2 0,-1 1 0,-1 1 0,-2 2 0,0 1 0,-1 2 0,-1 2 0,-1 0 0,0 3 0,-79-21 0,73 25 0,-2 3 0,1 1 0,-1 3 0,0 1 0,-82 6 0,121-2 3,0 0 0,0 0 1,0 0-1,0 1 0,0 0 0,1 0 1,-1 0-1,1 1 0,-1-1 0,1 2 0,0-1 1,0 0-1,0 1 0,0 0 0,1 0 1,0 0-1,-1 1 0,2-1 0,-6 9 0,4-4-75,0 0-1,1 0 1,1 1-1,0-1 1,0 1-1,1 0 1,0 0-1,0 0 0,1 0 1,1 17-1,4 4-4364,-3-29 3657,0 0 0,0 0 0,1 0 0,-1-1 1,0 1-1,1 0 0,-1 0 0,1-1 0,-1 1 0,1-1 1,2 2-1,23 12-15345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1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0 16968,'0'0'14748,"-21"1"-13774,14-1-953,-5 0-16,0 0-1,1 1 1,-1 0 0,1 1-1,-1 0 1,1 1 0,0 1-1,0-1 1,0 2 0,0-1-1,-16 12 1,15-9-5,1 2 0,0 0 0,-18 19 0,26-24 0,0 0 0,-1 1 0,2-1 0,-1 1 0,0-1 0,1 1 0,0 0 0,0 0 0,1 0 0,-1 0 0,1 0 0,0 0 0,0 8 0,1-10 0,0-1 0,1 1 0,-1-1 0,1 1 0,0-1 0,-1 1 0,1-1 0,0 0 0,0 1 0,1-1 0,-1 0 0,0 0 0,1 0 0,0 0 0,-1 0 0,1 0 0,0 0 0,0-1 0,0 1 0,0-1 0,0 1 0,0-1 0,1 0 0,-1 0 0,0 0 0,1 0 0,4 1 0,8 3 0,0-1 0,1 0 0,19 1 0,-31-4 0,69 7 0,-43-7 0,-1 3 0,-1 0 0,1 2 0,-1 0 0,44 18 0,-67-22 0,-1 0 0,0 0 0,0 0 0,0 1 0,0 0 0,0 0 0,0 0 0,-1 0 0,0 0 0,1 1 0,-1 0 0,4 7 0,-5-8 0,-1 1 0,1-1 0,-1 1 0,0-1 0,0 1 0,-1-1 0,1 1 0,-1 0 0,0-1 0,0 1 0,0 0 0,0 0 0,-1-1 0,1 1 0,-1-1 0,0 1 0,-1 3 0,-1-1 0,0 1 0,-1-1 0,1-1 0,-1 1 0,0 0 0,-1-1 0,1 0 0,-1 0 0,0 0 0,0-1 0,-1 1 0,-8 4 0,-14 9 0,-38 17 0,41-22 0,-104 53 0,116-62 0,13-4 0,-1 0 0,1 0 0,-1 0 0,1 0 0,0 0 0,-1 0 0,1 0 0,0 0 0,-1-1 0,1 1 0,0 0 0,-1 0 0,1 0 0,0-1 0,-1 1 0,1 0 0,0 0 0,0-1 0,-1 1 0,1 0 0,0 0 0,0-1 0,-1 1 0,1 0 0,0-1 0,0 1 0,0 0 0,0-1 0,0 1 0,0-1 0,-1 1 0,1 0 0,0-1 0,0 1 0,0 0 0,0-1 0,0 1 0,0-1 0,0 1 0,1 0 0,-1-1 0,0 1 0,0 0 0,0-1 0,0 1 0,1-1 0,-1 0 0,-1-37-725,0 16-2013,1 0-3515,0-11-6201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1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18168,'0'0'14599,"171"-23"-14599,-95 19 0,-7 0 0,-7 2 0,-7-2 0,-7 0 0,-9-3 0,-9 3 0,-14 2 0,-7 2 0,-24 0-21466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2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72 11429,'0'0'11213,"-2"-8"-10383,-4-23-620,6 29-12,-1 1 0,1-1-1,0 0 1,-1 1 0,1-1-1,-1 1 1,0-1 0,1 1-1,-1-1 1,0 1 0,0-1-1,0 1 1,0 0 0,0-1-1,0 1 1,0 0 0,0 0 0,-1 0-1,1 0 1,0 0 0,-1 0-1,-3-1 4242,5 2-4433,-1 0 0,1 0 0,0 0-1,0 0 1,0 0 0,0 0 0,0 1 0,-1-1-1,1 0 1,0 0 0,0 0 0,0 0 0,0 0 0,0 0-1,0 1 1,-1-1 0,1 0 0,0 0 0,0 0 0,0 0-1,0 1 1,0-1 0,0 0 0,0 0 0,0 0-1,0 0 1,0 1 0,0-1 0,0 0 0,0 0 0,0 0-1,0 1 1,0-1 0,0 0 0,0 0 0,0 0-1,0 0 1,0 1 0,0-1 0,0 0 0,0 0 0,0 0-1,1 0 1,-1 1 0,0-1 0,0 0 0,0 0 0,0 0-1,0 0 1,1 0 0,8 19-6,2-1 0,1-1 0,0 0 0,1 0 0,27 26 0,-11-12 0,103 116 0,156 182 0,-227-251 0,-3 3 0,65 121 0,-50-51 0,-46-90 0,3-1 0,2-1 0,56 75 0,-84-129 0,0-1 0,0-1 0,1 1 0,-1-1 0,1 1 0,0-1 0,10 4 0,4 4 0,-15-10-1369,-7-1-2262,-10 0-14131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3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15431,'0'0'7377,"23"-4"-3720,150-24 1786,5 21-4606,-152 7-815,-16-1-22,1 2 0,0 0 0,-1 0 0,1 1 0,19 5 0,-26-5 0,-1-1 0,1 1 0,-1-1 0,0 1 0,1 0 0,-1 0 0,0 1 0,0-1 0,0 0 0,-1 1 0,1 0 0,0 0 0,-1 0 0,0 0 0,0 0 0,0 0 0,0 1 0,0-1 0,2 8 0,-1 1 0,-1 0 0,0 0 0,0 1 0,-1-1 0,-1 1 0,0-1 0,-1 1 0,-3 18 0,-5 12 0,-15 44 0,18-67 0,-25 96 0,5 2 0,6 1 0,4 0 0,1 195 0,14-309 0,2 1 0,-1 0 0,0 0 0,1-1 0,0 1 0,3 6 0,-4-11 0,1 0 0,-1 1 0,1-1 0,0 0 0,-1 1 0,1-1 0,0 0 0,0 0 0,0 0 0,0 0 0,0 0 0,0 0 0,0 0 0,0 0 0,1 0 0,-1-1 0,0 1 0,0 0 0,1-1 0,-1 1 0,0-1 0,1 1 0,-1-1 0,1 0 0,-1 0 0,0 1 0,1-1 0,1 0 0,-2-1-122,0 1 0,0-1 0,0 1 0,0-1 0,-1 1 0,1-1 0,0 1 0,0-1 0,-1 0 0,1 0 0,0 1 0,0-1 0,-1 0 0,1 0 0,-1 0 0,1 0 0,-1 1 0,1-1 0,-1 0 0,0 0 0,1 0 0,-1 0 0,0 0 1,0 0-1,0 0 0,0 0 0,0 0 0,0 0 0,0 0 0,0 0 0,0 0 0,-1-2 0,2 0-871,-1-20-7835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3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23211,'0'0'6018,"144"-76"-2480,-75 62-3538,0 8 0,0 6 0,-2 0 0,-2 2 0,0 8 0,-1 1 0,1-11 0,-6 0-5282,-11-17-10278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7:54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1887 18 19737,'0'0'2575,"-25"-2"-353,6-1-1607,-156-8 5042,48 10-5003,0 5-1,-148 25 1,195-13-654,1 3 0,1 3 0,1 4 0,1 3 0,2 3 0,1 4 0,-77 50 0,110-58 0,2 0 0,0 3 0,3 1 0,0 2 0,-47 61 0,60-65 0,1 1 0,2 1 0,1 1 0,2 0 0,1 2 0,1-1 0,-16 73 0,19-47 0,2 1 0,4 0 0,2 0 0,2 1 0,12 86 0,-3-100 0,1-1 0,3 0 0,2-1 0,36 81 0,-11-47 0,83 127 0,-84-149 0,2-2 0,3-2 0,97 95 0,-120-133 0,1-1 0,0-1 0,0-1 0,1-1 0,1-1 0,0 0 0,1-2 0,0-1 0,0-1 0,1-1 0,45 6 0,-35-9 0,0-2 0,0-1 0,0-1 0,0-2 0,0-2 0,-1-1 0,0-2 0,34-12 0,489-220 0,-544 233 0,355-185 0,-274 135 0,152-121 0,-220 156 0,0-1 0,-2-1 0,26-33 0,-40 43 0,0 0 0,-1-1 0,-1 0 0,0-1 0,-1 1 0,-1-1 0,0-1 0,4-20 0,-4 5 0,-2 0 0,-1 0 0,-1 0 0,-2 0 0,-7-55 0,0 41 0,-3 1 0,-1 1 0,-25-63 0,0 23 0,-5 1 0,-3 3 0,-76-107 0,87 141 0,-1 2 0,-2 1 0,-2 2 0,-2 2 0,-44-35 0,60 56 0,0 0 0,-2 2 0,1 2 0,-2 0 0,0 1 0,0 2 0,-1 1 0,-1 1 0,0 1 0,0 2 0,-31-4 0,17 7 0,-66 2 0,92 2 0,0 1 0,0 1 0,0 0 0,0 1 0,0 1 0,-24 11 0,13-3 0,-51 34 0,70-40 0,-1 0 0,1 0 0,1 1 0,-1 0 0,1 0 0,1 1 0,-1 0 0,-7 13 0,15-21 3,-1 0-1,0 0 1,0 0 0,1 0-1,-1 0 1,1 0 0,-1 0-1,1 0 1,-1 0-1,1 0 1,0 0 0,-1 0-1,1 1 1,0-1 0,0 0-1,0 0 1,0 0 0,0 0-1,0 0 1,0 1 0,0-1-1,0 0 1,1 0-1,-1 0 1,0 0 0,1 0-1,-1 0 1,1 1 0,0 0-1,2 0-100,-1-1 0,0 0 0,1 0 0,-1-1 0,0 1 0,1 0 0,-1-1 0,1 0 0,-1 1 0,1-1 0,-1 0 0,4-1 0,29 1-5878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6 174 14150,'-6'-1'17372,"6"1"-17285,82-43 674,81-38-596,-139 71-159,0 1-1,0 2 0,1 0 0,49-7 1,-67 14-6,0-1 1,0 1 0,0 0-1,0 0 1,0 0 0,0 1-1,0 1 1,6 1 0,-9-2-2,-1 1 1,0 0 0,1 0 0,-1 0 0,0 0-1,0 0 1,-1 0 0,1 1 0,0-1 0,-1 1-1,0 0 1,1 0 0,-1 0 0,0 0 0,0 0-1,1 5 1,6 13 3,-1 0-1,-1 0 1,-1 0-1,-1 1 1,-1-1-1,1 28 1,0 139 20,-5-136-21,-1 29 1,-4 0 1,-3 0-1,-33 142 0,-3-57 124,-31 130-103,63-231-25,2 1-1,-1 107 1,12-149-1044,0-55-16030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12630,'0'0'13467,"5"-2"-10524,-3 2-2803,-1 0 0,0-1 0,1 1 0,-1 0 1,0 0-1,0 0 0,1-1 0,-1 1 0,0 1 0,1-1 0,-1 0 0,0 0 0,1 0 1,-1 1-1,0-1 0,0 1 0,1-1 0,-1 1 0,0-1 0,0 1 0,2 1 0,19 27 571,-18-22-777,21 31 66,1-2 0,2 0 0,1-2 0,2-2 0,1 0 0,62 46 0,-76-70-1338,-17-8 1006,-1 0 0,1 0-1,-1 0 1,1-1 0,-1 1 0,1 0 0,-1-1-1,1 1 1,-1 0 0,1-1 0,-1 1 0,0 0-1,1-1 1,-1 1 0,0-1 0,1 1 0,-1-1 0,0 1-1,0-1 1,1 1 0,-1-1 0,0 1 0,0-1-1,0 1 1,0-1 0,0 1 0,0-1 0,0 0-1,0 1 1,0-1 0,0 1 0,0-1 0,0 0 0,0-20-10263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 14102,'0'0'15007,"-24"18"-12726,-78 62-1101,84-65-1153,0 1 1,1 1-1,1 1 1,1 0-1,0 1 1,-22 40-1,35-55-22,-8 13 25,0 0 1,2 1-1,0 0 1,1 0-1,1 0 1,-8 37-1,10-18-4075,2 2-4382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7 6627,'-1'-3'17506,"-7"0"-15134,-2 4-1890,0 0-1,0 0 0,1 1 1,-1 1-1,1 0 0,-1 0 0,-12 6 1,-66 39 809,65-34-851,-38 22-355,3 3 0,1 3 0,2 1 0,2 4 0,3 1 0,1 3 0,-63 85 0,94-110-85,2 0 0,1 2 0,1 0 0,1 0 0,2 1 0,1 1 0,-11 51 0,13-37 0,3 0 0,1 1 0,3 0 0,6 76 0,-1-98 0,0 1 0,1-1 0,2 0 0,0-1 0,2 0 0,0 0 0,1 0 0,2-1 0,0-1 0,1 0 0,1-1 0,28 30 0,-17-22 0,2-1 0,1-2 0,1 0 0,1-2 0,1-2 0,1 0 0,45 19 0,-54-29 0,0-2 0,1-1 0,0 0 0,0-2 0,1 0 0,-1-2 0,1-1 0,0-1 0,0-1 0,-1-1 0,1-1 0,0-2 0,-1 0 0,0-1 0,0-2 0,0 0 0,-1-2 0,34-17 0,-4-4 0,0-3 0,58-50 0,87-89 0,-159 137 0,-2-3 0,-1-1 0,47-68 0,-64 78 0,-2-1 0,-1 0 0,-1-1 0,-1-1 0,-3 0 0,13-52 0,-16 52 0,-3-1 0,0-1 0,-2 1 0,-2 0 0,-1-1 0,-1 1 0,-2-1 0,-11-49 0,10 64 0,-2 1 0,0 0 0,-1 0 0,0 0 0,-2 1 0,0 0 0,-1 1 0,-1 0 0,0 1 0,-1 0 0,-1 0 0,0 1 0,-1 1 0,-1 0 0,0 1 0,-20-12 0,13 12 0,-1 0 0,-1 2 0,0 0 0,0 2 0,-1 0 0,0 2 0,-52-6 0,-7 6 0,-91 4 0,145 3 0,-163 9 0,192-10 0,1 0 0,0 0 0,-1 0 0,1 1 0,0-1 0,-1 0 0,1 0 0,0 1 0,0-1 0,-1 0 0,1 0 0,0 1 0,-1-1 0,1 0 0,0 1 0,0-1 0,0 0 0,0 1 0,-1-1 0,1 0 0,0 1 0,0-1 0,0 1 0,0-1 0,0 0 0,0 1 0,0-1 0,0 0 0,0 1 0,0-1 0,0 1 0,0 0 0,1 13 0,-1-13 0,1 3-527,0 0-1,1 1 1,-1-1 0,1 0-1,0 0 1,2 4 0,-1-2-1139,6 15-6807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73 9700,'0'0'13337,"-6"1"-11363,-10 3-1061,7-3-77,0 1 0,0 1 0,0-1 0,0 2 0,1-1 0,-1 1 0,-8 5 0,1 4-802,-1 1 0,2 1-1,0 1 1,-24 31 0,13-9-41,-26 49 0,37-60 7,2 1 0,1 0 0,1 1 0,2 0 0,1 1 0,1 0 0,1 0 0,2 0 0,1 1 0,1 0 0,3 41 0,0-67 0,-1 0 0,1 1 0,0-1 0,0 0 0,1 0 0,-1 0 0,1 0 0,0-1 0,1 1 0,-1 0 0,1-1 0,0 1 0,0-1 0,0 0 0,0 0 0,1 0 0,0-1 0,-1 1 0,2-1 0,-1 0 0,0 0 0,0 0 0,1-1 0,0 1 0,-1-1 0,1 0 0,0-1 0,0 1 0,10 1 0,2-1 0,0 0 0,0-1 0,0-1 0,0-1 0,0 0 0,0-1 0,0-1 0,0-1 0,-1 0 0,1-1 0,-1-1 0,0 0 0,-1-1 0,1-1 0,15-11 0,-7 4 0,-1-2 0,0-1 0,-1-1 0,-1 0 0,-1-2 0,-1 0 0,-1-1 0,20-32 0,-26 34 0,-2 0 0,0-1 0,-1 0 0,-1-1 0,-1 0 0,-1 0 0,3-27 0,-5 18 0,-1 0 0,-2-1 0,-1 1 0,-6-52 0,4 73 0,0 0 0,0 1 0,-1-1 0,0 1 0,0 0 0,-1 0 0,0 0 0,-1 1 0,0-1 0,-9-10 0,10 13 0,-1 1 0,0 0 0,0 1 0,0-1 0,0 1 0,-1 0 0,1 1 0,-1-1 0,0 1 0,0 0 0,-1 0 0,1 1 0,-1 0 0,1 0 0,-12-1 0,7 1 6,0 1-1,0 1 1,-1 0 0,1 1-1,0 0 1,0 0 0,0 1-1,1 1 1,-20 6 0,25-7-33,1 0 0,0 0-1,0 1 1,0-1 0,0 1 0,0 0 0,1 0 0,-1 0 0,1 0 0,0 0 0,0 1-1,0 0 1,0 0 0,0 0 0,1 0 0,0 0 0,0 0 0,0 0 0,0 1-1,1-1 1,0 1 0,0-1 0,0 1 0,0 0 0,0 7 0,5 21-3921,-3-30 3332,0-1 1,0 0-1,1 1 1,-1-1-1,0 0 1,1 0 0,-1 0-1,1 0 1,0 0-1,0 0 1,3 2 0,37 20-10903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16968,'0'0'13334,"-108"140"-11221,72-105-1761,-4-3-352,5-3 0,3-6-480,5-11-5715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4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67 9076,'0'0'15866,"5"-11"-13089,17-34-77,-16 34-758,-6 15-1544,-1 14-396,-1 0 0,-1-1 0,-7 26 0,0 1-2,-50 284 0,47-227 0,-1 133 0,13-194 0,3 41 0,-2-80-9,0 0 0,0 0 1,0 0-1,1-1 0,-1 1 0,0 0 0,0 0 0,1 0 0,-1-1 1,0 1-1,1 0 0,-1-1 0,1 1 0,-1 0 0,1-1 1,-1 1-1,1-1 0,0 1 0,-1 0 0,1-1 0,0 0 1,-1 1-1,1-1 0,0 1 0,0-1 0,-1 0 0,3 1 1,22 0-3016,-18-1 1474,25-2-7635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5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49 9476,'0'0'17053,"-8"-5"-14235,8 5-2786,-3-2 108,0 0-1,1 0 1,-1 0-1,0 0 0,0 1 1,0 0-1,0-1 1,-1 1-1,1 0 0,0 0 1,0 1-1,-1-1 1,1 1-1,-1 0 0,1-1 1,0 1-1,-1 1 1,1-1-1,0 0 0,-1 1 1,1 0-1,-6 2 1,-4 3-112,1 1 0,-1 0 0,2 1 0,-1 0 1,1 1-1,-18 18 0,24-22-29,1 0 0,-1 1 0,1-1 0,0 1 0,0 0 0,1 1 0,0-1 0,0 0 0,0 1 0,1 0 0,0 0 0,0-1 0,0 1 0,1 0 0,0 8 0,1-13 1,0-1 0,0 0 0,0 1 0,0-1 0,1 1 0,-1-1 0,1 1 0,-1-1 0,1 0 0,-1 1 0,1-1 0,0 0 0,-1 0 0,1 1 0,0-1 0,0 0 0,0 0 0,0 0 0,0 0 0,2 1 0,-1 0 0,1 0 0,0-1 0,0 1 0,0-1 0,0 0 0,1 0 0,-1 0 0,6 1 0,7-1 0,0 0 0,-1-1 0,18-3 0,-23 3 0,2-2 0,0 0 0,0 0 0,0-2 0,0 1 0,-1-1 0,1-1 0,-1 0 0,0-1 0,-1 0 0,15-10 0,-20 12 0,0-1 0,0 1 0,-1 0 0,1-1 0,-1 0 0,0 0 0,0-1 0,-1 1 0,5-11 0,-6 12 0,-1 0 0,1 0 0,-1 0 0,0 0 0,-1 0 0,1-1 0,-1 1 0,0 0 0,0 0 0,0-1 0,-1 1 0,1 0 0,-1 0 0,0-1 0,-3-6 0,2 7 0,-1 0 0,1 1 0,-1-1 0,1 1 0,-1 0 0,0 0 0,-1 0 0,1 0 0,0 1 0,-1-1 0,0 1 0,1 0 0,-1 0 0,0 0 0,0 1 0,0-1 0,0 1 0,-6-1 0,-4-2 0,0 1 0,0 1 0,-1 0 0,-15 0 0,19 2-116,-10 0 340,21 0-282,-1 1 1,1-1-1,-1 0 1,1 0-1,-1 0 1,1 1-1,-1-1 1,1 0-1,-1 0 1,1 1-1,0-1 1,-1 0-1,1 1 0,-1-1 1,1 1-1,0-1 1,-1 0-1,1 1 1,0-1-1,0 1 1,-1-1-1,1 1 1,0-1-1,0 1 1,0-1-1,0 1 1,0-1-1,-1 1 1,1-1-1,0 1 1,0-1-1,0 1 1,0 0-292,0-1 1,0 1-1,0 0 0,0-1 1,0 1-1,0 0 1,1-1-1,-1 1 0,0-1 1,0 1-1,0 0 1,0-1-1,1 1 0,-1-1 1,0 1-1,1-1 1,-1 1-1,0-1 0,1 1 1,0 0-1,22 7-12086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55 241 20713,'0'0'11568,"3"19"-11114,14 93-422,-16-109-32,-1 0 0,0 1 0,1-1 0,-1 0 0,0 1 0,-1-1 0,1 0 0,-1 5 0,1-8 0,-1 1 0,1-1 0,0 1 0,0-1 0,-1 1 0,1-1 0,0 1 0,0-1 0,-1 1 0,1-1 0,-1 1 0,1-1 0,0 1 0,-1-1 0,1 0 0,-1 1 0,1-1 0,-1 0 0,1 1 0,-1-1 0,1 0 0,-1 0 0,0 1 0,1-1 0,-1 0 0,1 0 0,-1 0 0,0 0 0,1 0 0,-1 0 0,1 0 0,-1 0 0,1 0 0,-1 0 0,0 0 0,1 0 0,-1-1 0,1 1 0,-1 0 0,1 0 0,-1-1 0,1 1 0,-1 0 0,1-1 0,-1 1 0,1 0 0,-1-1 0,1 1 0,-1-1 0,-3-2 0,1 0 0,0-1 0,0 1 0,0-1 0,0 1 0,1-1 0,-1 0 0,1 0 0,0 0 0,0 0 0,0-1 0,-1-8 0,-2-1 0,2-1 0,-3-26 0,5 33 0,0 0 0,1 0 0,0-1 0,1 1 0,-1 0 0,2 0 0,-1 0 0,4-11 0,-2 13 0,0 0 0,0 0 0,1 1 0,-1-1 0,1 1 0,0 0 0,1 0 0,-1 0 0,1 1 0,9-8 0,11-5-182,1 1 1,1 2-1,0 0 1,36-12-1,-16 6-3472,12-7-9872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67 144 18953,'0'0'11229,"20"-16"-9007,68-53-1859,-76 61-363,0 1 0,0 0 0,0 1 0,1 0 0,0 1 0,1 1 0,-1 0 0,1 0 0,0 1 0,0 1 0,0 1 0,0 0 0,0 0 0,0 2 0,14 1 0,-26-1 0,0-1 0,-1 0 0,1 1 0,0 0 0,-1-1 0,1 1 0,-1 0 0,1 0 0,-1-1 0,0 1 0,1 0 0,-1 1 0,0-1 0,0 0 0,0 0 0,1 0 0,-1 1 0,0-1 0,-1 1 0,1-1 0,0 1 0,0-1 0,-1 1 0,1-1 0,-1 1 0,1-1 0,-1 1 0,1 3 0,0 5 0,0 1 0,0-1 0,-2 18 0,1-15 0,-1 5 0,-2 0 0,1 0 0,-2-1 0,-1 1 0,0-1 0,-1 0 0,0 0 0,-2-1 0,0 0 0,-1 0 0,0-1 0,-17 20 0,-17 18 0,-99 92 0,54-60 0,84-81 0,-8 9 0,0 0 0,-11 16 0,20-25 0,1 0 0,-1 1 0,1-1 0,0 1 0,0-1 0,1 1 0,-1 0 0,1 0 0,0 0 0,0 0 0,0 8 0,1-11 0,0-1 0,1 1 0,-1-1 0,0 1 0,0-1 0,1 1 0,-1-1 0,1 0 0,-1 1 0,1-1 0,0 1 0,0-1 0,-1 0 0,1 0 0,0 1 0,0-1 0,0 0 0,0 0 0,0 0 0,2 1 0,0 0 0,1 0 0,-1 0 0,1 0 0,0-1 0,-1 1 0,1-1 0,7 1 0,8 1 0,-1-1 0,33-2 0,-36 0 0,30-2-135,-1-2-1,1-2 1,-1-2-1,-1-2 1,1-1-1,-2-3 1,0-1-1,66-35 1,-41 13-5961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70 4834,'0'0'2759,"19"-4"-1281,24-4 537,78-24 1,-99 25 58,13-11 15338,-52 19-17392,1 1-1,0 0 1,0 1-1,0 1 0,1 1 1,-1 0-1,1 1 1,0 1-1,-23 13 1,9-1-24,0 0 0,1 2 0,-38 36 0,58-50 4,1 0 0,-1 1 0,1-1 0,0 2 0,1-1 0,0 1 0,0-1 0,1 2 0,0-1 0,1 0 0,0 1 0,0 0 0,1 0 0,1 0 0,-3 14 0,5-21 0,0 0 0,0 1 0,0-1 0,1 0 0,-1 0 0,1 1 0,0-1 0,0 0 0,0 0 0,0 0 0,0 0 0,1 0 0,0 0 0,-1-1 0,1 1 0,0 0 0,0-1 0,0 1 0,1-1 0,-1 0 0,0 0 0,1 0 0,0 0 0,-1 0 0,1 0 0,0-1 0,0 1 0,0-1 0,0 0 0,0 0 0,6 1 0,9 2 0,1 0 0,-1-1 0,1-1 0,23-1 0,-41-1 0,46 1-97,0-1 0,1-3 0,-1-2 0,69-16-1,8-16-4458,-45 5-3843,9-15-8958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3474,'0'0'21951,"-19"9"-18048,13-6-3549,-5 1-97,0 2 0,0-1 0,0 1 0,0 1 0,1 0 0,0 1 1,1 0-1,-1 0 0,2 1 0,-1 0 0,-9 14 0,-3 12-257,2 1 0,1 1 0,2 1 0,2 0 0,1 0 0,2 2 0,-10 77 0,8 4 0,5 162 0,11-279 0,2-8 0,-4 3 0,23-29 0,2 2 0,1 1 0,51-40 0,-78 67 0,0 0 0,-1 0 0,1 1 0,0-1 0,0 0 0,0 0 0,0 1 0,0-1 0,0 0 0,0 0 0,1 1 0,-1-1 0,0 0 0,0 0 0,0 1 0,0-1 0,0 0 0,0 0 0,0 1 0,0-1 0,1 0 0,-1 0 0,0 0 0,0 1 0,0-1 0,1 0 0,-1 0 0,0 0 0,0 0 0,0 1 0,1-1 0,-1 0 0,0 0 0,0 0 0,1 0 0,-1 0 0,0 0 0,0 0 0,1 0 0,-1 0 0,0 0 0,0 0 0,1 0 0,-1 0 0,0 0 0,0 0 0,1 0 0,-1 0 0,0 0 0,0 0 0,1 0 0,-1 0 0,0 0 0,0 0 0,1 0 0,-1-1 0,0 1 0,0 0 0,0 0 0,1-1 0,-1 3 0,-1 27 0,0-16 0,0-1 0,2 0 0,2 24 0,-2-33 0,0 1 0,0-1 0,0 0 0,0 0 0,0 1 0,1-1 0,-1 0 0,1 0 0,0 0 0,0 0 0,0-1 0,0 1 0,1-1 0,-1 1 0,1-1 0,0 0 0,-1 0 0,6 3 0,3 0-62,-1 0 0,1-1-1,0 0 1,0-1 0,1-1 0,-1 1 0,1-2-1,11 1 1,17-1-2782,-1-2-3495,15-2-6360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7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22442,'0'0'10325,"-43"106"-10325,43-95 0,0-5 0,10-6 0,3 0 0,-1 0-208,-1-6-4834,-7-11-2802,-2-2-5314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17576,'0'0'12294,"38"-60"-14391,-15 72-2770,6-1-5953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18729,'0'0'5522,"-75"146"-1328,37-45 128,3 7-4322,1 1 0,7-11 0,4-12 0,10-17 0,11-15 0,2-16 0,0-15 0,19-17 0,8-6 0,7-6-1088,1-21-7973,7-7-9267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298 768 8580,'0'0'22058,"-7"-3"-20220,-6-2-1789,1 0-1,-1 1 1,0 0-1,0 1 1,-21-2-1,21 5-48,1 0 0,0 0 0,0 1 0,0 1 0,0 0 0,0 1 0,0 0 0,-12 5 0,19-6 0,1 0 0,0 1 0,-1-1 0,1 1 0,0 0 0,0 0 0,1 0 0,-1 1 0,1-1 0,0 1 0,-1 0 0,2 0 0,-1 0 0,0 0 0,1 0 0,0 1 0,0-1 0,0 1 0,0-1 0,1 1 0,0 0 0,0 0 0,-1 5 0,2-8 0,0 0 0,-1 0 0,1 0 0,0 0 0,0 0 0,0 1 0,0-1 0,0 0 0,0 0 0,1 0 0,-1 0 0,1 0 0,-1 0 0,1 0 0,0 0 0,0-1 0,0 1 0,0 0 0,0 0 0,0-1 0,0 1 0,0 0 0,1-1 0,2 3 0,0-2 0,1 0 0,-1 0 0,1-1 0,-1 0 0,1 0 0,-1 0 0,1 0 0,0-1 0,-1 0 0,7 0 0,-1 0 0,1 0 0,-1-1 0,1 0 0,-1 0 0,1-1 0,-1-1 0,0 0 0,0 0 0,0-1 0,0-1 0,-1 1 0,1-1 0,-1-1 0,0 0 0,-1 0 0,0-1 0,0 0 0,11-12 0,19-21-105,-3-1 0,-1-1 0,-2-3 0,-2 0 0,-2-2 0,-2-1-1,-2-1 1,-2 0 0,-3-2 0,-1-1 0,-3 0 0,15-104 0,-27 132 427,-1 0 0,-1-30 0,-1 53-313,0 1 1,0-1-1,0 1 1,0 0-1,0-1 1,0 1-1,0-1 1,0 1-1,-1-1 1,1 1-1,0-1 1,0 1-1,0 0 1,-1-1-1,1 1 1,0-1-1,0 1 1,-1 0-1,1-1 1,0 1-1,-1 0 1,1 0-1,0-1 1,-1 1-1,1 0 1,-1 0-1,1-1 0,0 1 1,-1 0-1,1 0 1,-1 0-1,1 0 1,-1 0-1,1-1 1,-1 1-1,1 0 1,0 0-1,-1 0 1,1 0-1,-1 0 1,1 1-1,-1-1 1,0 0-1,-18 8-26,8 0 17,0 1 0,1 1 0,0-1 0,1 1 0,0 1 0,-12 19 0,0 4 0,-20 41 0,25-38 0,2 1 0,1 1 0,2 0 0,2 1 0,2 0 0,1 0 0,2 0 0,1 1 0,3-1 0,8 72 0,-5-93 56,0 0-1,1 0 1,2 0-1,12 30 1,-14-39-495,1 1 1,1-1-1,0 0 1,0 0 0,1-1-1,1 0 1,-1 0-1,17 14 1,8-4-8812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37 230 16776,'0'0'9593,"-4"22"-5559,-3 6-3100,-3 16-219,-6 49 0,16-134-715,0-66 0,1 90 0,1 1 0,0-1 0,1 1 0,8-27 0,-6 29 8,1 0-1,0 0 0,2 1 1,-1 0-1,2 0 1,11-14-1,-16 23-43,0-1 0,0 1 0,1 0 0,-1 0 0,1 0 0,0 1 0,0-1 0,1 1-1,-1 1 1,1-1 0,-1 1 0,1 0 0,0 0 0,0 0 0,-1 1 0,1 0 0,12-1-1,-14 2-389,14 1-3440,1 2-3548,3 6-7110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74 218 14615,'0'0'7726,"22"-7"-5301,69-25-1104,-77 26-998,0 0 1,-1 0-1,1-2 0,13-9 1,-22 13 77,1-1-1,-1 1 1,0-1 0,-1 0-1,1-1 1,-1 1 0,0-1 0,6-10-1,-9 14-329,0 0 1,1 0-1,-1 0 0,-1-1 0,1 1 0,0 0 0,-1 0 0,1-1 0,-1 1 0,1 0 1,-1-1-1,0 1 0,0 0 0,0-1 0,-1 1 0,1 0 0,0-1 0,-2-2 0,1 3-57,0 0 1,0 0-1,-1 1 0,1-1 0,0 1 0,-1-1 0,1 1 0,-1-1 0,1 1 0,-1 0 0,0 0 0,0 0 0,0 0 0,1 0 1,-1 0-1,-4-1 0,-6-1-44,-1 1 0,1 0 0,-1 0 0,0 1 0,-16 1 0,25 0 76,-7 0-46,-1 1 0,0 0 0,0 0 0,1 1 0,-1 1 0,1 0 0,0 0 0,-13 6 0,19-6 0,0-1 0,0 1 0,0 1 0,1-1 0,-1 1 0,1-1 0,-1 1 0,1 1 0,0-1 0,1 0 0,-1 1 0,1 0 0,0 0 0,0 0 0,0 0 0,1 0 0,0 1 0,-3 8 0,4-8 2,-1 0 0,1 0 0,0 0 0,0 0 0,1 0 0,0 1 0,0-1 0,1 0 1,-1 0-1,1 0 0,0 0 0,1 0 0,0 0 0,0 0 0,0 0 0,1-1 0,-1 1 0,8 10 0,-5-10-37,1 0 1,0 0-1,0 0 1,0-1-1,1 0 0,-1 0 1,1 0-1,0-1 1,1 0-1,-1-1 0,1 1 1,0-1-1,14 3 0,32 3-3398,6-6-5270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9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13702,'0'0'17843,"2"2"-16712,-1 0-1124,1 0-1,-1 1 1,0-1-1,0 1 0,0-1 1,0 1-1,-1-1 1,1 1-1,-1-1 1,1 1-1,-1 0 0,0-1 1,0 1-1,-1 4 1,-7 47-15,1-11 10,7-7-2,0-36 0,0 1 0,0-1 0,0 0 0,0 1 0,0-1 0,0 0 0,0 1 0,0-1 0,0 0 0,0 1 0,0-1 0,0 0 0,1 1 0,-1-1 0,0 0 0,0 1 0,0-1 0,0 0 0,1 1 0,-1-1 0,0 0 0,0 1 0,1-1 0,-1 0 0,0 0 0,1 0 0,-1 1 0,0-1 0,0 0 0,1 0 0,-1 0 0,0 0 0,1 1 0,-1-1 0,1 0 0,-1 0 0,0 0 0,1 0 0,-1 0 0,0 0 0,1 0 0,-1 0 0,0 0 0,1 0 0,11-5 0,1-4 0,0 0 0,-2-1 0,1-1 0,11-14 0,5-3 0,-15 14 0,-11 11 0,1 0 0,-1 0 0,1 1 0,-1-1 0,1 1 0,0 0 0,0 0 0,5-3 0,-7 6 0,-1 1 0,0 0 0,0-1 0,0 1 0,0 0 0,0-1 0,0 1 0,0 0 0,0-1 0,-1 4 0,-6 18 0,4-16 0,0 1 0,1-1 0,1 1 0,-1-1 0,0 14 0,2-20 4,0 0-1,1 0 1,-1 0 0,0 0-1,0 0 1,0 0 0,1 0-1,-1-1 1,1 1-1,-1 0 1,0 0 0,1 0-1,-1-1 1,1 1 0,0 0-1,-1-1 1,1 1 0,-1 0-1,1-1 1,0 1 0,0-1-1,-1 1 1,1-1 0,0 1-1,0-1 1,0 0 0,-1 1-1,1-1 1,1 0-1,27 4-1826,-29-4 1782,25 1-8737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0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14 10373,'0'0'15972,"0"-14"-11073,0 68-4355,-11 699 435,10-747-1205,1 17 278,0-2-2631,0-53-3896,0-22-3122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12166,'0'0'8193,"20"-7"-4490,64-21-851,-80 27-2682,-1 0 0,1 0 0,-1 0 1,1 1-1,-1-1 0,1 1 1,0 0-1,-1 0 0,1 0 0,0 1 1,-1-1-1,1 1 0,-1 0 1,1 0-1,-1 0 0,1 0 0,-1 1 1,0-1-1,0 1 0,0 0 1,0 0-1,0 0 0,0 0 0,0 1 1,0-1-1,-1 1 0,0-1 0,1 1 1,-1 0-1,0 0 0,0 0 1,1 4-1,1 1-149,-1 0 0,0 0 1,0 0-1,-1 0 0,0 0 1,0 1-1,-1-1 0,0 1 0,-1-1 1,0 16-1,-1-21-21,1 1 0,-1-1 0,0 0 0,0 1 0,0-1 0,-1 0 0,1 0 0,-1 0 0,1 0 0,-1 0 0,0 0 0,0-1 0,0 1 0,-1 0 0,-3 3 0,0-2 0,1 0 0,-1-1 0,0 1 0,0-1 0,-1 0 0,1 0 0,-9 2 0,-5 0 0,0-1 0,1-1 0,-1-1 0,-30 0 0,19-3-498,44-4-3951,28-9-4517,11-8-9504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90 14215,'0'0'11698,"20"2"-10545,65 6-534,-80-7-581,0 0 0,0-1 0,0 0 0,0 0 0,1 0 0,-1-1 0,-1 1 0,11-4 0,-14 4-30,0-1-1,0 0 0,0 0 1,0 0-1,0 1 1,0-1-1,0 0 0,-1 0 1,1 0-1,0 0 0,-1 0 1,1 0-1,0-1 0,-1 1 1,1 0-1,-1 0 1,0 0-1,1 0 0,-1-1 1,0 1-1,0 0 0,0 0 1,0-1-1,0 1 1,0 0-1,0-2 0,-1 1 22,1 0 0,-1 0-1,0 0 1,1 1 0,-1-1 0,0 0-1,0 0 1,-1 0 0,1 1 0,0-1-1,0 1 1,-1-1 0,1 1-1,-1-1 1,1 1 0,-1 0 0,0 0-1,1 0 1,-1 0 0,0 0-1,0 0 1,0 0 0,0 0 0,-3 0-1,-57-15 392,54 14-317,-10-2 345,1 1 0,-1 0 0,1 2 1,-1 0-1,0 1 0,-22 3 0,39-3-441,-1 0 0,1 1 0,0-1 0,0 1 0,-1 0 0,1-1-1,0 1 1,0 0 0,0 0 0,0-1 0,0 1 0,0 0 0,0 0-1,0 0 1,0 0 0,1 1 0,-1-1 0,0 0 0,1 0 0,-1 0 0,1 0-1,-1 1 1,1-1 0,-1 0 0,1 3 0,-2 37-37,2-31 44,0 0 15,1 0 1,0 1-1,0-1 1,1 0-1,1 0 0,-1 0 1,2-1-1,-1 1 1,1-1-1,1 1 0,0-1 1,0-1-1,1 1 1,0-1-1,0 0 0,1 0 1,10 9-1,-7-9-378,-1 0-1,1-1 0,0 0 1,1-1-1,-1 0 1,13 4-1,-10-5-1377,-1-1 0,1 0 0,0-1 0,0 0 0,22 0 0,20-2-10932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37 177 20281,'0'0'3530,"-6"19"-507,-17 64-299,21-73-2320,0 1 1,0 0 0,1 0 0,0-1 0,1 19 0,1-7 314,-1-22-718,0 0 0,0 1 0,0-1 0,0 0 0,1 0 0,-1 0 0,0 1 0,0-1 0,0 0 0,0 0 0,1 0 0,-1 1 0,0-1 0,0 0 0,0 0 0,1 0 0,-1 0 0,0 0 0,0 0 0,0 0 0,1 1 0,-1-1 0,0 0 0,0 0 0,1 0 0,-1 0 0,0 0 0,0 0 0,1 0 0,-1 0 0,0 0 0,0 0 0,1 0 0,-1 0 0,0 0 0,0-1 0,0 1 0,1 0 0,-1 0 0,0 0 0,0 0 0,0 0 0,1 0 0,-1-1 0,0 1 0,0 0 0,0 0 0,1 0 0,-1 0 0,0-1 0,0 1 0,0 0 0,0 0 0,0 0 0,0-1 0,1 1 0,-1 0 0,0 0 0,0-1 0,0 1 0,4-13-1,-1-1 0,0 0 0,0 0 0,-2 1 0,1-1 0,-2-17 0,0 14 0,1 0 0,0 1 0,1-1 0,8-26 0,-6 30 0,1 0 0,1 1 0,0 0 0,0 0 0,1 0 0,1 1 0,0 0 0,0 1 0,1 0 0,1 0 0,14-12 0,-22 21-49,0 0 0,0-1-1,0 1 1,0 0 0,1 0-1,-1 0 1,0 1 0,1-1 0,-1 1-1,0-1 1,6 1 0,6 1-5173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9973,'0'0'18525,"0"-8"-15843,-1 8-2637,1-1 1,0 1-1,0-1 1,0 1-1,0 0 1,0-1-1,0 1 1,0-1-1,0 1 1,0-1-1,0 1 1,0-1-1,0 1 1,0 0-1,0-1 1,0 1 0,1-1-1,-1 1 1,0 0-1,0-1 1,0 1-1,1-1 1,-1 1-1,0 0 1,0-1-1,1 1 1,-1 0-1,0-1 1,1 1-1,7 11 331,12 35-670,-15-35 434,19 42-140,-20-48 0,-4-5 0,1 0 0,-1 0 0,1 0 0,-1 0 0,0 0 0,1 0 0,-1 0 0,0 0 0,1 0 0,-1-1 0,0 1 0,1 0 0,-1 0 0,0 0 0,1 0 0,-1 0 0,0-1 0,1 1 0,-1 0 0,0 0 0,0-1 0,1 1 0,-1 0 0,0 0 0,0-1 0,0 1 0,1 0 0,-1-1 0,0 1 0,1-1 0,16-18 0,2 1 0,0 1 0,26-19 0,-23 21 0,-2-2 0,0 0 0,19-22 0,-42 43 0,0 1 0,0-1 0,1 1 0,0 0 0,0 0 0,0 0 0,1 0 0,0 0 0,0 0 0,-1 9 0,-1 60 0,3-58 0,0-13 13,0-1 0,1 0 0,-1 1 0,0-1-1,1 0 1,-1 0 0,1 1 0,-1-1 0,1 0 0,0 0 0,0 0 0,0 0 0,0 0 0,1 0-1,-1 0 1,0 0 0,1 0 0,2 2 0,16 8-1090,6-6-3552,-2-5-4365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43 22474,'0'0'6878,"-21"11"-4263,-64 35-1882,83-45-731,-1 1 1,1-1-1,0 1 0,-1 0 0,1 0 0,0 0 0,0 0 0,1 0 0,-1 0 1,0 0-1,1 1 0,-1-1 0,1 1 0,0-1 0,0 1 0,0-1 0,0 1 1,0 0-1,0-1 0,1 1 0,-1 0 0,1 0 0,0 0 0,0-1 0,0 1 1,0 0-1,0 0 0,1 2 0,0 9 3,-1-11-5,1 0 0,-1 0 0,0 0 0,1 0 0,0-1 0,-1 1 0,1 0 0,0 0 0,1-1 0,-1 1 0,0-1 0,1 1 0,-1-1 0,1 1 0,0-1 0,0 0 0,0 0 0,0 0 0,0 0 0,0 0 0,1-1 0,-1 1 0,1-1 0,-1 1 0,1-1 0,-1 0 0,1 0 0,0 0 0,-1 0 0,6 1 0,-3-1 0,0-1 0,-1 1 0,1-1 0,0 0 0,-1 0 0,1 0 0,0 0 0,0-1 0,-1 0 0,1 0 0,-1 0 0,1-1 0,-1 1 0,0-1 0,1 0 0,-1 0 0,0-1 0,5-3 0,-2-1 0,0 1 0,-1-1 0,0-1 0,0 1 0,-1-1 0,0 0 0,0 0 0,-1 0 0,0-1 0,0 1 0,-1-1 0,0 0 0,-1 0 0,0 0 0,0-1 0,-1 1 0,-1 0 0,1-1 0,-1 1 0,-2-15 0,1 22 15,1 0 1,-1 0-1,0 0 0,0 0 1,0 0-1,0 0 0,0 0 1,0 1-1,-1-1 0,1 0 0,-1 1 1,1-1-1,-1 1 0,1-1 1,-1 1-1,0 0 0,0 0 1,0 0-1,0 0 0,0 0 1,0 0-1,0 0 0,-2 0 1,-26-3-2002,28 4 1248,0 0 0,0 1 0,0-1 0,-1 1 0,1-1 0,0 1 1,0 0-1,0 0 0,0-1 0,-2 3 0,-8 11-9472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261 878 14054,'0'0'15608,"-22"-5"-12946,-73-17-2219,88 20-443,1 1 0,0 0 0,-1 1 0,1 0 0,0 0 0,-1 0 0,1 1 0,0-1 0,-11 4 0,13-3 0,1 1 0,0-1 0,-1 1 0,1 0 0,0 0 0,0 0 0,0 0 0,0 0 0,0 1 0,0-1 0,1 1 0,-5 5 0,3-1 0,1 0 0,-1 1 0,1-1 0,0 1 0,1 0 0,0 0 0,0 0 0,1 0 0,0 0 0,0 0 0,1 14 0,0-21 0,0 1 0,1-1 0,-1 1 0,0-1 0,1 1 0,-1-1 0,1 1 0,0-1 0,-1 1 0,1-1 0,0 0 0,0 1 0,0-1 0,0 0 0,0 0 0,0 0 0,0 0 0,0 0 0,0 0 0,1 0 0,-1 0 0,0 0 0,1 0 0,-1-1 0,0 1 0,1 0 0,-1-1 0,1 1 0,-1-1 0,1 0 0,-1 0 0,1 1 0,0-1 0,2 0 0,1 0 0,1 0 0,-1 0 0,1-1 0,0 1 0,-1-1 0,0 0 0,1-1 0,-1 1 0,9-4 0,-2-3 0,1 0 0,-1 0 0,0-2 0,-1 1 0,0-1 0,-1-1 0,12-14 0,61-89 0,-82 113 0,37-60 0,-3-2 0,-3-2 0,-2-1 0,-3-1 0,-4-1 0,-2-2 0,21-128 0,-38 164 0,1-54 0,-5 87 0,0 0 0,0 0 0,0 0 0,0-1 0,0 1 0,0 0 0,0 0 0,0 0 0,0 0 0,-1 0 0,1 0 0,0 0 0,-1 0 0,1 0 0,-1 0 0,1 0 0,-1 0 0,1 0 0,-1 1 0,0-1 0,1 0 0,-1 0 0,0 0 0,0 1 0,1-1 0,-1 0 0,0 1 0,0-1 0,0 1 0,0-1 0,0 1 0,0-1 0,0 1 0,0 0 0,0 0 0,0-1 0,0 1 0,0 0 0,-2 0 0,0 0 0,0 1 0,0-1 0,0 1 0,0 0 0,0 0 0,0 0 0,0 0 0,0 1 0,0-1 0,0 1 0,1 0 0,-5 3 0,-3 5 0,1-1 0,1 1 0,0 1 0,1 0 0,0 0 0,0 0 0,1 1 0,1 0 0,0 0 0,-4 14 0,-3 13 0,-11 77 0,9 25 0,8 273 0,6-408 15,1 0-1,-1 0 1,1-1-1,0 1 1,0 0-1,0-1 1,3 7-1,11 5-2303,-14-16 1647,1 0 0,0 0-1,-1 0 1,1 0-1,0-1 1,0 1-1,-1-1 1,1 1-1,0-1 1,0 0 0,3 0-1,14 0-9100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2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59 139 11013,'0'0'16293,"16"1"-15327,9 2-532,61 2 1949,-85-6-2327,0 1 0,0 0 0,-1-1 0,1 1 0,0-1 0,0 1 0,-1-1 0,1 1 0,0-1 0,-1 1 0,1-1 0,-1 0 0,1 1 0,0-1 0,-1 0 0,0 0 0,1 1 0,-1-1 0,1 0 0,-1 0 0,0 0 0,1 1 0,-1-1 0,0 0 0,0-1 0,6-30 116,-5 22-122,5-12-50,1-22 0,-8 43 0,1 0 0,-1 0 0,1 0 0,-1 0 0,1 0 0,-1 0 0,0 0 0,1 0 0,-1 0 0,0 1 0,0-1 0,0 0 0,0 1 0,0-1 0,0 0 0,0 1 0,0-1 0,0 1 0,0 0 0,0-1 0,0 1 0,0 0 0,0-1 0,0 1 0,0 0 0,-1 0 0,0 0 0,-38-3 0,37 3 0,-4-1 0,1 1 0,-1 0 0,1 0 0,0 1 0,-1 0 0,1 0 0,0 1 0,-1 0 0,-6 2 0,9-1 0,0-1 0,0 1 0,0 0 0,0 0 0,1 0 0,-1 0 0,1 1 0,0-1 0,0 1 0,0 0 0,0 0 0,-4 9 0,1 1 0,1 1 0,0-1 0,1 1 0,1 1 0,0-1 0,1 0 0,1 1 0,0-1 0,1 1 0,0-1 0,2 1 0,3 20 0,-3-29 18,1 0 1,-1 0-1,1 0 1,0-1-1,1 1 1,0-1-1,0 0 1,0 1-1,1-2 1,0 1-1,7 7 1,-9-11-141,0 1 1,0 0 0,0-1-1,1 1 1,-1-1 0,1 0-1,-1 0 1,1-1 0,0 1-1,0-1 1,-1 1 0,1-1-1,0-1 1,0 1 0,0 0-1,0-1 1,0 0 0,0 0-1,0 0 1,1 0 0,-1-1-1,5-1 1,19-14-10100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51 10997,'0'0'12681,"0"-5"-11590,1 2-1091,-2-22 1897,1 25-1779,0-1-1,0 0 1,0 0 0,0 0-1,0 1 1,-1-1 0,1 0 0,0 0-1,-1 1 1,1-1 0,0 0-1,-1 1 1,1-1 0,-1 0-1,1 1 1,-1-1 0,1 1 0,-1-1-1,0 1 1,1-1 0,-1 1-1,1-1 1,-1 1 0,0 0-1,0-1 1,1 1 0,-1 0 0,0 0-1,0-1 1,1 1 0,-1 0-1,-1 0 1,-11 1 59,1 0 1,-1 1-1,1 0 1,0 1-1,0 0 1,0 1-1,0 0 1,1 1-1,-16 9 1,3 0-68,2 1 1,-1 1-1,-26 25 1,45-36-111,-1-1 0,1 1 0,0 0 0,0 0 0,-6 10 0,9-13 0,0 0 0,0 1 0,0-1 0,0 1 0,1-1 0,-1 0 0,0 1 0,1-1 0,0 1 0,0-1 0,-1 1 0,1-1 0,1 1 0,-1-1 0,0 1 0,1-1 0,-1 1 0,2 2 0,-1-3 0,0 0 0,1 0 0,0 0 0,-1-1 0,1 1 0,0 0 0,0-1 0,0 1 0,0-1 0,0 1 0,0-1 0,0 0 0,0 0 0,1 0 0,-1 0 0,0-1 0,1 1 0,-1 0 0,3-1 0,49 5 0,-53-5 0,11 1 0,0-1 0,-1-1 0,1 0 0,17-4 0,-25 3 0,1 1 0,-1-1 0,-1 0 0,1 0 0,0 0 0,0 0 0,-1-1 0,1 1 0,-1-1 0,0 0 0,0 0 0,0 0 0,0-1 0,0 1 0,-1-1 0,3-4 0,2-6 0,1-2 0,-2 1 0,0-1 0,-2 0 0,1 0 0,-2 0 0,0-1 0,1-23 0,-4 53 0,0 0 0,1 0 0,0 0 0,1 0 0,4 16 0,-4-24 0,0 0 0,0 0 0,1-1 0,-1 1 0,1-1 0,0 1 0,0-1 0,1 0 0,-1 0 0,1-1 0,0 1 0,0-1 0,0 0 0,0 0 0,1 0 0,7 3 0,4 2 0,0-1 0,0-1 0,1-1 0,0 0 0,0-1 0,0-1 0,1 0 0,-1-2 0,33 0 0,-21-1-220,-11 0-3196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6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1434 1 10389,'0'0'12915,"-5"3"-11458,-13 8 2420,-32 25 1,3 6-3627,-210 194-251,162-151 0,-215 176 0,-185 177 0,350-280 0,144-157 0,-7 3 0,6-5 0,1-2-878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541 255 5138,'0'0'3482,"18"-21"-1510,61-66 351,-72 80-1739,-1-1-1,1 0 0,-1 0 0,7-14 1,-11 18 295,-1 0 0,0 0 1,0 0-1,-1 0 1,1 0-1,-1 0 1,0 0-1,0-5 0,0 6-40,-1 2-675,1 0 1,-1 1 0,0-1 0,1 1 0,-1-1-1,1 1 1,-1-1 0,0 1 0,0-1 0,1 1-1,-1 0 1,0-1 0,0 1 0,0 0 0,1 0-1,-1 0 1,0-1 0,0 1 0,0 0 0,0 0-1,1 0 1,-1 0 0,0 1 0,-1-1 0,-28 1 1087,28 0-1073,-10 1 61,0 1 0,1 0 0,-1 1 0,1 1 0,-1 0 0,1 0 0,1 1 0,-1 1 0,1-1 0,-12 12 0,1-4-249,-22 17 9,1 2 0,2 2 0,1 1 0,1 2 0,3 1 0,-59 85 0,74-93 0,2 2 0,0 0 0,3 1 0,0 1 0,3 0 0,0 1 0,3 0 0,1 0 0,1 1 0,-2 66 0,8-17 0,4-1 0,19 124 0,-14-166 0,2 0 0,1-1 0,3-1 0,1 0 0,2 0 0,38 64 0,-46-91 0,0 0 0,1-1 0,1 0 0,0 0 0,1-1 0,1-1 0,-1 0 0,2-1 0,-1 0 0,1-1 0,1-1 0,28 13 0,-29-16 0,1-1 0,-1 0 0,1 0 0,0-2 0,0 0 0,0-1 0,1 0 0,-1-1 0,0-1 0,0 0 0,0-1 0,0-1 0,0 0 0,21-8 0,-7-1 0,0-1 0,-1-1 0,-1-2 0,36-25 0,97-88 0,-129 103 0,105-93 0,-6-7 0,165-201 0,-259 282 0,48-81 0,-73 106 0,-1 1 0,-1-2 0,-1 1 0,0-1 0,-2 0 0,0-1 0,3-30 0,-7 32 0,-1 0 0,0-1 0,-2 1 0,-3-20 0,2 28 0,0 1 0,-1 0 0,0 0 0,-1 0 0,-1 1 0,1-1 0,-2 1 0,-8-14 0,-5 0 0,0 1 0,-1 0 0,-2 1 0,0 2 0,-28-21 0,-133-77 0,150 99 0,-1 2 0,-1 2 0,0 1 0,-1 1 0,-45-9 0,62 18 0,0 1 0,0 0 0,0 2 0,0 0 0,0 1 0,0 1 0,0 1 0,0 1 0,1 0 0,-1 1 0,1 1 0,-26 11 0,19-3 0,0 2 0,1 1 0,0 0 0,2 2 0,0 1 0,1 1 0,1 0 0,0 2 0,2 0 0,1 1 0,1 1 0,0 0 0,-15 35 0,27-48-226,0 1-1,0-1 1,1 0 0,1 1-1,0 0 1,0 14 0,2-6-4420,2-2-3893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 7059,'0'0'16840,"0"-4"-14690,0 40 4685,7 145-6952,-3-127 117,14 255 0,-18-329 0,1 1 0,0 0 0,1 0 0,1 0 0,10-33 0,-10 45 0,0 0 0,0 0 0,0 0 0,1 1 0,-1 0 0,2 0 0,-1 0 0,1 0 0,0 0 0,0 1 0,0 0 0,1 0 0,0 0 0,0 1 0,0 0 0,0 0 0,1 1 0,12-6 0,-7 6 0,0-1 0,0 2 0,0 0 0,0 0 0,1 1 0,-1 1 0,0 0 0,17 2 0,-27-2 0,1 1 0,-1 0 0,0-1 0,0 1 0,0 0 0,0 0 0,0 0 0,0 0 0,0 1 0,0-1 0,0 0 0,0 1 0,0-1 0,-1 1 0,1 0 0,-1 0 0,1-1 0,-1 1 0,0 0 0,0 0 0,0 0 0,0 0 0,0 0 0,0 1 0,0-1 0,-1 0 0,1 0 0,-1 5 0,2 7 0,0 0 0,-1 0 0,-2 23 0,0-17 0,1-9 0,0-1 0,-1 0 0,0 0 0,-1 0 0,0 0 0,-1 0 0,0 0 0,0-1 0,-1 1 0,-1-1 0,-5 10 0,7-14 0,-1 0 0,1-1 0,-1 0 0,0 1 0,0-1 0,0-1 0,-1 1 0,0-1 0,1 1 0,-1-1 0,0-1 0,-1 1 0,1-1 0,0 0 0,-1 0 0,1 0 0,-1-1 0,0 0 0,1 0 0,-12 0 0,1 0 0,0-1 0,0-1 0,0-1 0,-23-5 0,30 5 0,1-1 0,-1 0 0,1 0 0,0-1 0,0 0 0,0 0 0,1-1 0,0 0 0,-11-10 0,17 14 1,0 1 1,1 0-1,-1-1 1,0 1-1,1-1 0,-1 0 1,0 1-1,1-1 0,-1 1 1,1-1-1,-1 0 1,1 0-1,-1 1 0,1-1 1,-1 0-1,1 0 0,0 1 1,0-1-1,-1 0 1,1 0-1,0 0 0,0 0 1,0 1-1,0-1 0,0 0 1,0 0-1,0 0 1,0 0-1,0 0 0,0 1 1,0-1-1,1 0 1,-1 0-1,0 0 0,1 0 1,-1 1-1,0-1 0,1 0 1,-1 0-1,1 1 1,1-2-1,1-1-93,1 0 1,1 1-1,-1-1 0,0 1 1,1 0-1,5-2 0,6-3-1485,15-11-7179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44 4594,'0'0'6654,"0"-4"-4493,3-11-315,1-10 15186,-14 25-16552,9 1-480,1 0 0,0-1 0,-1 1 0,1 0 0,0 0 0,0-1 0,0 1 0,0 0 0,0 0 0,0 0 0,0-1 0,0 1 0,0 0 0,0 0 0,0 0 0,0-1 0,0 1 0,1 0 0,-1 0 0,0-1 0,1 1 0,0 1 0,42 106 0,125 293 0,-126-314 0,4-3 0,87 121 0,-44-90 0,-39-54 0,-3 1 0,-3 3 0,46 91 0,-72-118 0,61 122 0,-62-130 0,1-2 0,1 0 0,30 32 0,-46-58-47,-1 0-1,0 1 1,0-1 0,0 0-1,0 1 1,-1-1 0,1 1-1,-1 0 1,0 0 0,1-1-1,-1 1 1,0 0 0,-1 0 0,1 0-1,0 0 1,-1 0 0,0 0-1,0 4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1 130 976,'0'0'7812,"79"-46"-7636,-73 32-176,3-3-80,-1 2-720,1-6-1041,-1 5-1137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1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75 5555,'0'0'9903,"4"-9"-7844,14-55 11682,-19 63-13411,-8 0 1556,-14 10-2593,7 1 707,0 0 0,1 2 0,1-1 0,-22 24 0,8-5 0,-27 38 0,46-55 0,1 0 0,0 0 0,-11 27 0,16-35 0,1 0 0,0 1 0,1-1 0,0 1 0,-1 0 0,2-1 0,-1 1 0,1 0 0,0 0 0,0 0 0,0-1 0,1 1 0,2 9 0,-2-12 0,1 0 0,-1 0 0,1-1 0,0 1 0,-1-1 0,1 1 0,1-1 0,-1 0 0,0 0 0,0 0 0,1 0 0,-1 0 0,1 0 0,0-1 0,0 1 0,-1-1 0,1 0 0,0 0 0,0 0 0,0 0 0,0 0 0,5 0 0,10 1 0,-1 0 0,34-1 0,-33-2 0,0 2 0,0-2 0,1 0 0,-1-1 0,0-1 0,0-1 0,0 0 0,-1-1 0,1-1 0,-1-1 0,31-17 0,-29 7 587,-14 6-2565,-9 0-7321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29 10117,'0'0'12016,"-16"-7"-9965,4 2-1656,9 3-304,0 0 1,-1 0-1,0 0 1,1 0 0,-1 1-1,0 0 1,0 0 0,0 0-1,0 0 1,0 0-1,0 1 1,0 0 0,0-1-1,0 2 1,0-1 0,0 0-1,0 1 1,0 0-1,0 0 1,0 0 0,1 0-1,-1 1 1,0-1 0,0 1-1,1 0 1,-6 3-1,-33 32 1063,1 2-1,1 2 1,3 1-1,-56 82 0,66-83-1161,3 1-1,1 1 0,2 1 0,2 0 1,-24 89-1,31-70 9,2 0 0,3 1 0,3 0 0,2 0 0,9 85 0,-2-114 0,1-1 0,2 1 0,1-1 0,2-1 0,1 0 0,1 0 0,2-1 0,1-1 0,2-1 0,1 0 0,1-1 0,32 34 0,-31-40 0,1 0 0,1-1 0,1-2 0,0 0 0,2-1 0,0-2 0,1-1 0,1-1 0,0-1 0,1-1 0,1-2 0,0-1 0,59 11 0,-61-16 0,0-3 0,0 0 0,0-1 0,0-2 0,0-1 0,0-1 0,0-1 0,0-2 0,-1-1 0,0-1 0,0-1 0,42-21 0,-27 6 0,-1-1 0,-2-3 0,0-1 0,-2-1 0,-2-3 0,0 0 0,44-59 0,-48 51 0,-1-1 0,-2-2 0,-3 0 0,-1-2 0,-2-1 0,29-94 0,-40 99 0,-3-1 0,-1 0 0,-3 0 0,-1-1 0,-2 1 0,-8-73 0,5 93 0,-2 0 0,-1 0 0,0 0 0,-2 1 0,-1 0 0,0 0 0,-2 1 0,0 0 0,-2 1 0,0 0 0,-1 1 0,-1 0 0,-1 1 0,0 1 0,-2 0 0,1 1 0,-2 1 0,0 0 0,-1 2 0,-1 0 0,0 1 0,0 1 0,-25-10 0,8 9 0,0 2 0,0 1 0,-1 2 0,-74-4 0,58 9 0,0 3 0,-105 16 0,-15 22 0,37-8 0,136-31-19,1 0 0,0 0 0,-1 0-1,1 0 1,-1 1 0,1-1 0,0 0 0,-1 0 0,1 0-1,0 0 1,-1 0 0,1 1 0,0-1 0,-1 0 0,1 0-1,0 0 1,0 1 0,-1-1 0,1 0 0,0 1 0,0-1-1,-1 0 1,1 0 0,0 1 0,0-1 0,0 0 0,-1 1-1,1-1 1,0 1 0,0-1 0,0 0 0,0 1 0,0-1-1,0 0 1,0 1 0,0-1 0,0 1 0,0-1 0,0 0-1,0 1 1,0-1 0,0 0 0,0 1 0,1 0 0,10 11-9254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2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12934,'0'0'11976,"0"7"-9764,10 166 3368,-1-41-5515,10 185-65,4 230 0,-10-573 0,-6 14 0,26-59 0,23-44 0,-49 102 0,1 1 0,0 0 0,1 1 0,1-1 0,0 2 0,17-15 0,-25 23 0,1 0 0,0 0 0,0 0 0,0 0 0,0 1 0,0 0 0,0-1 0,0 1 0,0 0 0,5 0 0,-7 1 0,0 0 0,0 0 0,0 0 0,0 0 0,0 0 0,1 0 0,-1 0 0,0 0 0,0 0 0,0 1 0,0-1 0,0 1 0,0-1 0,0 1 0,0-1 0,0 1 0,0-1 0,0 1 0,0 0 0,0 0 0,0-1 0,-1 1 0,1 0 0,0 0 0,0 0 0,-1 0 0,1 0 0,-1 0 0,1 0 0,-1 0 0,1 0 0,-1 2 0,3 9 0,-1 0 0,0 0 0,-1 0 0,0 0 0,-2 21 0,0-6 0,1-19 0,0 1 0,-1-1 0,0 0 0,-1 0 0,0 0 0,0 0 0,-1 0 0,0 0 0,0-1 0,-1 1 0,1-1 0,-2 0 0,1 0 0,-1 0 0,0-1 0,-1 1 0,-11 10 0,9-11 0,0 0 0,0 0 0,-1-1 0,0 0 0,0-1 0,0 1 0,0-2 0,-1 1 0,0-1 0,1-1 0,-1 0 0,0 0 0,0-1 0,-14 0 0,16-1 0,0 0 0,0 0 0,-1-1 0,1 0 0,0 0 0,0-1 0,-13-4 0,19 5 0,0-1 0,0 1 0,0 0 0,0-1 0,1 1 0,-1-1 0,0 1 0,1-1 0,-1 0 0,1 0 0,0 0 0,0 0 0,-1 0 0,1 0 0,0 0 0,1 0 0,-1 0 0,0 0 0,1 0 0,-1-1 0,1 1 0,0 0 0,-1 0 0,1-1 0,0 1 0,1 0 0,-1-1 0,0 1 0,1 0 0,-1 0 0,1 0 0,1-4 0,-1 3 0,0 0 1,1 1-1,-1-1 0,1 0 0,-1 1 1,1-1-1,0 1 0,0 0 0,0 0 1,1-1-1,-1 1 0,0 1 0,1-1 1,-1 0-1,5-2 0,47-21-35,-41 20-9,31-13-1730,4-1-6902,5-5-7963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843 0 15543,'0'0'16232,"-11"7"-15320,-88 52-841,-270 153-62,302-178-9,3-3 0,2 3 0,-92 66 0,149-96 0,4-3 0,1-1 0,-1 1 0,0-1 0,0 1 0,1-1 0,-1 1 0,0-1 0,1 1 0,-1 0 0,1-1 0,-1 1 0,1 0 0,-1-1 0,1 1 0,-1 0 0,1 0 0,0 0 0,-1-1 0,1 1 0,0 0 0,0 1 0,1-1 0,0-1 0,0 1 0,1-1 0,-1 0 0,0 1 0,1-1 0,-1 0 0,0 0 0,1 0 0,-1 1 0,0-2 0,1 1 0,1 0 0,-1 0 0,124-2 0,-55-1 0,1 3 0,0 3 0,110 19 0,-123-8 0,-12-2 0,1-2 0,0-3 0,65 3 0,-113-10 0,1 0 0,-1 0 0,1 0 0,-1 0 0,1 0 0,0 0 0,-1 0 0,1 1 0,-1-1 0,1 0 0,-1 0 0,1 0 0,-1 1 0,1-1 0,-1 0 0,1 1 0,-1-1 0,1 0 0,-1 1 0,1-1 0,-1 1 0,0-1 0,1 1 0,-1-1 0,0 1 0,1-1 0,-1 1 0,0-1 0,0 1 0,0-1 0,1 1 0,-1 0 0,0-1 0,0 1 0,0-1 0,0 1 0,0-1 0,0 1 0,0 0 0,0-1 0,0 1 0,0-1 0,0 1 0,-1-1 0,1 1 0,0 0 0,0-1 0,-1 1 0,1-1 0,-1 1 0,0 3 0,-1 0 0,1-1 0,-1 1 0,0-1 0,0 0 0,-5 6 0,-17 16-107,-28 21 1,70-61-3501,13-13-10373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40 10053,'-3'-5'22416,"-8"-5"-22118,6 6-298,-1 1 0,0 0 0,1 1 0,-1-1 0,0 1 0,0 0 0,0 1 0,-1-1 0,1 1 0,0 0 0,0 1 0,-1 0 0,1 0 0,0 0 0,-1 1 0,1 0 0,0 0 0,-7 2 0,-4 7 0,0 0 0,0 1 0,1 1 0,1 1 0,-22 21 0,18-16 0,16-15 0,-21 19 0,1 0 0,-25 32 0,43-46 0,-1-1 0,1 0 0,1 1 0,0 0 0,0 0 0,0 1 0,1-1 0,0 1 0,1-1 0,0 1 0,0 0 0,-1 17 0,4-24 0,-1 0 0,0 0 0,0 0 0,1 0 0,-1 0 0,1 0 0,0 0 0,0 0 0,0 0 0,-1 0 0,2-1 0,-1 1 0,0 0 0,0-1 0,0 1 0,1-1 0,-1 1 0,1-1 0,-1 0 0,1 0 0,0 1 0,-1-1 0,1 0 0,0 0 0,0-1 0,0 1 0,0 0 0,0-1 0,0 1 0,3 0 0,8 1 0,-1 0 0,1-1 0,23 0 0,-28-1 0,1-1 0,0-1 0,1 1 0,-1-1 0,0-1 0,0 0 0,0 0 0,-1-1 0,1 0 0,-1 0 0,0-1 0,0 0 0,0-1 0,13-12 0,7-9 0,48-57 0,-75 83 0,82-96 0,-79 90 0,-7 8 0,-8 7 0,4-1 0,1 0 0,-1 1 0,2 0 0,-1 0 0,1 1 0,0 0 0,0 0 0,1 0 0,1 0 0,0 0 0,0 1 0,0 0 0,1-1 0,1 1 0,0 0 0,0 18 0,1-23 0,1-1 0,0 0 0,1 1 0,-1-1 0,1 0 0,0 0 0,0 0 0,0 0 0,0 0 0,1-1 0,-1 1 0,1-1 0,0 1 0,0-1 0,1 0 0,-1 0 0,1 0 0,-1-1 0,1 1 0,7 3 0,9 5 0,1-1 0,36 12 0,-48-19 0,104 30-1166,-59-23-4663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6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8436,'0'0'3271,"19"-14"-1422,-9 8-1422,65-43 869,-6 11 3517,-45 29-2206,7-5 6236,-33 14-8781,0-1-1,1 1 0,-1 0 0,0-1 0,0 1 0,1 0 0,-1 0 0,0 0 0,0 0 1,1 1-1,-1-1 0,0 0 0,1 1 0,-1-1 0,0 1 0,1 0 0,-1-1 1,1 1-1,-1 0 0,1 0 0,-3 2 0,-31 26-285,29-23 328,-13 11-104,1 1 0,1 1 0,-17 23 0,29-35 0,0 1 0,0 0 0,0 0 0,1 0 0,0 1 0,1 0 0,0-1 0,1 1 0,-1 0 0,2 1 0,-2 16 0,3-26 0,0 1 0,0-1 0,0 1 0,0-1 0,0 1 0,0-1 0,1 1 0,-1-1 0,0 1 0,0-1 0,1 0 0,-1 1 0,0-1 0,0 1 0,1-1 0,-1 0 0,1 1 0,-1-1 0,0 0 0,1 1 0,-1-1 0,1 0 0,-1 0 0,0 0 0,1 1 0,-1-1 0,1 0 0,-1 0 0,1 0 0,-1 0 0,1 0 0,-1 0 0,1 0 0,22 0 0,-15 0 0,2-1 0,0 0 0,0-1 0,0 0 0,0-1 0,0 1 0,-1-2 0,1 0 0,-1 0 0,0 0 0,0-1 0,-1-1 0,1 1 0,-1-2 0,12-10 0,9-12 0,-1 0 0,31-44 0,-43 53 0,-16 19 0,0 1 0,0 0 0,0 0 0,0 0 0,0 0 0,0 0 0,0 0 0,0 0 0,0-1 0,0 1 0,0 0 0,0 0 0,1 0 0,-1 0 0,0 0 0,0 0 0,0 0 0,0 0 0,0 0 0,0 0 0,0 0 0,0 0 0,1-1 0,-1 1 0,0 0 0,0 0 0,0 0 0,0 0 0,0 0 0,0 0 0,1 0 0,-1 0 0,0 0 0,0 0 0,0 0 0,0 0 0,0 0 0,0 1 0,1-1 0,-1 0 0,0 0 0,0 0 0,0 0 0,0 0 0,0 0 0,0 0 0,0 0 0,0 0 0,1 0 0,-1 0 0,0 0 0,0 1 0,0-1 0,0 0 0,0 0 0,0 0 0,0 0 0,0 0 0,0 0 0,0 0 0,0 1 0,0-1 0,0 0 0,0 0 0,0 0 0,2 17 0,-3 37 0,0-27 0,1-21 0,0-1 0,0 0 0,0 1 0,1-1 0,0 0 0,0 0 0,1 0 0,-1 1 0,1-1 0,4 7 0,-4-9 0,0 0 0,1 0 0,0 0 0,-1 0 0,1-1 0,0 1 0,0-1 0,0 0 0,0 0 0,1 0 0,-1 0 0,1-1 0,-1 1 0,1-1 0,7 2 0,-4-1-182,0 0 0,1-1 1,-1 0-1,1 0 0,0 0 0,-1-1 1,1 0-1,-1-1 0,1 0 0,11-2 0,-14 1-719,1 0 0,0-1 0,-1 0-1,1 1 1,-1-2 0,0 1 0,0 0-1,0-1 1,0 0 0,-1 0-1,0-1 1,0 1 0,6-8 0,29-48-7636,-13 19 8072,6-11 9704,-10 26-1512,-10 22-1319,-5 43-6163,-6-32-245,1 0 0,0 0 0,0-1 0,1 1 0,0-1 0,5 8 0,-7-12 0,1 0 0,0 0 0,-1 0 0,1 0 0,0 0 0,0-1 0,0 1 0,0-1 0,0 1 0,0-1 0,0 0 0,1 0 0,-1 0 0,0 0 0,1 0 0,-1-1 0,1 1 0,-1-1 0,1 1 0,-1-1 0,4 0 0,3-1 0,0 0 0,-1 0 0,1-1 0,0 0 0,-1 0 0,1-1 0,-1 0 0,0-1 0,14-7 0,6-7 0,34-27 0,-25 17 0,-33 24 0,6-3 0,0 0 0,1 0 0,17-7 0,-28 14 0,0 0 0,0 0 0,0 0 0,0 0 0,1 0 0,-1 0 0,0 0 0,0 0 0,0 0 0,0 0 0,0 0 0,0 0 0,0 0 0,1 0 0,-1 0 0,0 0 0,0 0 0,0 0 0,0 0 0,0 0 0,0 0 0,0 1 0,0-1 0,1 0 0,-1 0 0,0 0 0,0 0 0,0 0 0,0 0 0,0 0 0,0 1 0,0-1 0,0 0 0,0 0 0,0 0 0,0 0 0,0 0 0,0 0 0,0 1 0,0-1 0,0 0 0,0 0 0,0 0 0,0 0 0,0 0 0,0 0 0,0 1 0,0-1 0,0 0 0,0 0 0,0 0 0,0 0 0,0 0 0,-1 0 0,1 0 0,0 0 0,0 1 0,0-1 0,0 0 0,0 0 0,0 0 0,0 0 0,0 0 0,0 0 0,-1 0 0,1 0 0,-2 5 1,0-1 0,0 1 0,0-1 0,0 1-1,1 0 1,0 0 0,0-1 0,0 1 0,1 0 0,0 0 0,0 0 0,0 0 0,0 0 0,1 0-1,0 0 1,2 9 0,-1-10-10,0-1 0,0 1 0,0 0 0,0-1 0,1 1 0,0-1 0,-1 0 0,1 0 0,0 0 0,1 0 0,-1-1 0,0 1 0,1-1 0,-1 0 0,1 0 1,0 0-1,0 0 0,0-1 0,0 1 0,7 0 0,26 5-3419,-11-5-4998,7-2-9305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215 666 18809,'0'0'12339,"-13"-5"-10891,-46-11-1277,55 15-171,1 1 0,0 0 0,0-1 0,-1 2 0,1-1 0,0 0 0,0 1 0,0-1 0,-1 1 0,1 0 0,0 0 0,0 0 0,0 0 0,0 1 0,0-1 0,-2 3 0,-2 1 0,1 0 0,0 1 0,0-1 0,-6 10 0,8-12 0,-1 4 0,0 0 0,0 0 0,1 1 0,0-1 0,0 1 0,0 0 0,1 0 0,0 0 0,1 0 0,0 1 0,0-1 0,1 1 0,0-1 0,0 1 0,1 0 0,0-1 0,1 1 0,2 14 0,-2-20 0,0-1 0,0 1 0,1 0 0,-1-1 0,0 1 0,1-1 0,0 1 0,-1-1 0,1 0 0,0 0 0,0 0 0,1 0 0,-1 0 0,0 0 0,1 0 0,-1-1 0,1 1 0,-1-1 0,1 0 0,-1 0 0,1 0 0,0 0 0,0 0 0,0-1 0,0 1 0,4 0 0,0-1 0,-1 1 0,0-1 0,1 0 0,-1-1 0,1 1 0,-1-1 0,0 0 0,1-1 0,-1 0 0,0 0 0,9-4 0,2-4 0,0-2 0,-1 1 0,-1-2 0,28-28 0,50-68 0,-85 100 0,31-41 0,-2-2 0,-2-2 0,-3-1 0,-2-2 0,-3-1 0,-2-1 0,-3-1 0,15-63 0,-33 105 0,-1-1 0,0 1 0,0-29 0,-3 46 0,0 0 0,0 1 0,0-1 0,0 0 0,1 0 0,-1 0 0,0 0 0,0 1 0,-1-1 0,1 0 0,0 0 0,0 0 0,0 0 0,0 1 0,-1-1 0,1 0 0,0 0 0,-1 0 0,1 1 0,-1-1 0,1 0 0,-1 1 0,1-1 0,-1 0 0,1 1 0,-1-1 0,0 1 0,1-1 0,-2 0 0,-10 6 0,11-4 0,-6 3 0,1 0 0,-1 1 0,1 0 0,0 1 0,0-1 0,1 1 0,0 0 0,-7 10 0,-35 62 0,38-62 0,-7 14 0,1 1 0,2 0 0,1 1 0,2 1 0,-9 46 0,10-29 0,3 1 0,2 100 0,5-131 0,1 1 0,0-1 0,2 1 0,1-1 0,8 25 0,-9-34 0,0-1 0,0-1 0,1 1 0,0-1 0,1 1 0,0-2 0,0 1 0,1-1 0,0 1 0,1-2 0,15 14 0,-18-19-65,0 1 0,0 0-1,0-1 1,0 0 0,1 0 0,-1-1 0,0 0-1,1 0 1,-1 0 0,1 0 0,-1-1 0,7 0-1,23-2-6324,10-7-16738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11717,'0'0'16795,"11"4"-13882,-3-2-2474,-5-1-398,0 0 0,0-1 0,0 1 0,0 0 0,-1 0 0,1 1 0,0-1 0,-1 0 0,1 1 0,0 0 0,-1 0 0,0-1 1,0 1-1,1 1 0,-1-1 0,0 0 0,-1 0 0,1 1 0,0-1 0,-1 1 0,3 4 0,21 95-41,-23-100 0,0-32 0,-1 15 0,-1 9 0,0-1 0,0 1 0,0 0 0,0 0 0,-2-7 0,1 12 0,1-1 0,-1 1 0,1 0 0,-1-1 0,1 1 0,-1 0 0,0-1 0,0 1 0,0 0 0,0 0 0,0 0 0,0-1 0,0 1 0,0 0 0,0 0 0,0 1 0,0-1 0,-1 0 0,1 0 0,0 1 0,-1-1 0,1 0 0,-1 1 0,1 0 0,0-1 0,-2 1 0,-7-1 0,1 0 0,-1 1 0,1 0 0,-1 1 0,1 0 0,-1 1 0,1 0 0,0 0 0,0 1 0,0 0 0,0 1 0,0-1 0,1 2 0,-1-1 0,1 1 0,-10 9 0,2-2 0,0 2 0,1-1 0,1 2 0,0 0 0,1 1 0,-18 28 0,26-38 0,2 1 0,-1 0 0,1 1 0,0-1 0,0 1 0,1-1 0,0 1 0,0 0 0,1 0 0,0-1 0,1 12 0,0-15 0,0 0 0,0 0 0,1-1 0,0 1 0,0 0 0,0-1 0,0 1 0,0 0 0,1-1 0,0 0 0,-1 1 0,1-1 0,1 0 0,-1 0 0,0 0 0,1 0 0,-1 0 0,1 0 0,0-1 0,0 0 0,0 1 0,0-1 0,1 0 0,5 2 0,4 1 0,0 0 0,0-1 0,1-1 0,0 0 0,-1-1 0,17 0 0,88-2 0,-78-2 0,-1-2-1235,-5-10-4941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2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14359,'-2'0'17517,"2"0"-17502,-1 0 0,1-1 0,0 1 0,-1 0-1,1 0 1,-1 1 0,1-1 0,-1 0 0,1 0 0,-1 0 0,1 0 0,-1 0 0,1 0 0,0 1 0,-1-1-1,1 0 1,-1 0 0,1 0 0,0 1 0,-1-1 0,1 0 0,0 1 0,-1-1 0,1 0 0,0 1 0,-1-1-1,1 1 1,0-1 0,0 0 0,0 1 0,-1-1 0,1 1 0,0-1 0,0 0 0,0 1 0,0-1 0,0 1-1,0-1 1,0 1 0,0-1 0,0 1 0,0-1 0,0 1 0,0-1 0,0 0 0,0 1 0,0-1 0,0 1-1,1-1 1,-1 1 0,0-1 0,0 0 0,0 1 0,1 0 0,-1 0 56,1 1-71,-1 0 0,1 0 0,-1 0 0,1 0 0,0-1 0,0 1 0,0 0 0,0 0 0,0-1 0,0 1 0,0 0 0,0-1 0,1 1 0,-1-1 0,1 1 0,-1-1 0,1 0 0,0 0 0,1 2 0,40 17 0,-34-16 0,78 27 0,1-4 0,105 17 0,-157-36 0,78 14 0,1-5 0,225 3 0,-333-20 0,-3-1 0,-1 1 0,0 0 0,1 0 0,-1 0 0,0 0 0,0 0 0,1 1 0,-1-1 0,0 1 0,5 2 0,-8-3 0,0 1 0,-1 0 0,1-1 0,-1 1 0,1 0 0,-1-1 0,1 1 0,-1-1 0,1 1 0,-1-1 0,0 1 0,1-1 0,-1 1 0,1-1 0,-1 1 0,0-1 0,0 0 0,1 0 0,-1 1 0,-1-1 0,-1 1 0,-55 19 0,-100 22 0,69-20 0,62-16 0,-123 39 0,133-39 0,0 1 0,0 1 0,1 1 0,1 0 0,-1 1 0,-20 17 0,34-25 0,-1 0 0,1 0 0,0 1 0,0-1 0,0 0 0,0 1 0,0-1 0,0 1 0,0 0 0,1-1 0,0 1 0,-1 0 0,1 0 0,0 0 0,0 0 0,1 0 0,-1 0 0,1 0 0,-1 7 0,5-9 0,-1-1 0,1 1 0,0 0 0,0-1 0,0 0 0,-1 0 0,1 0 0,0 0 0,7-2 0,-8 1-62,1 0 0,0 0 0,-1 0 0,1 0 0,-1-1 0,0 1 0,1-1 0,4-3 0,13-14-4035,8-15-13098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48 6403,'0'0'12248,"21"-5"-10631,10-2-794,47-10 697,-22 1 5461,-84 15-3685,6-1-3417,8 2 121,0 1 0,1 0 0,-1 1 0,0 0 0,1 2 0,0-1 0,0 1 0,0 1 0,0 0 0,0 1 0,1 1 0,0 0 0,-15 11 0,20-13 0,1 1 0,-1-1 0,1 1 0,0 0 0,0 1 0,1-1 0,0 1 0,0 0 0,1 0 0,-7 16 0,7-12 0,0 0 0,1 1 0,1 0 0,0 0 0,0 0 0,1 0 0,1 12 0,0-22 0,0 0 0,0 0 0,0 0 0,1 0 0,-1-1 0,0 1 0,1 0 0,0 0 0,-1 0 0,1-1 0,0 1 0,0 0 0,0-1 0,0 1 0,0-1 0,0 1 0,0-1 0,1 1 0,-1-1 0,2 2 0,1-1 0,-1 0 0,0-1 0,0 1 0,1-1 0,-1 1 0,1-1 0,-1 0 0,1 0 0,7 0 0,-1 0 0,-1-1 0,1 0 0,0-1 0,-1 0 0,1 0 0,-1-1 0,16-5 0,-2-4 0,-1-1 0,-1-1 0,0-1 0,0-1 0,-2 0 0,0-2 0,19-20 0,-35 34 0,-1 1 0,1-1 0,0 0 0,-1 0 0,0 0 0,0 0 0,0 0 0,0 0 0,0-1 0,-1 1 0,1-1 0,-1 1 0,0-1 0,0 0 0,1-7 0,-3 11 0,1 0 0,0 0 0,-1 0 0,1 0 0,-1 0 0,1 0 0,-1 0 0,1 0 0,-1 0 0,1 0 0,0 0 0,-1 0 0,1 0 0,-1 1 0,1-1 0,0 0 0,-1 0 0,1 0 0,-1 1 0,1-1 0,0 0 0,-1 0 0,1 1 0,0-1 0,-1 0 0,1 1 0,0-1 0,-1 1 0,-3 4 0,0 0 0,0 0 0,0 0 0,1 1 0,0 0 0,0 0 0,0 0 0,1 0 0,0 0 0,0 0 0,0 0 0,1 1 0,-1 10 0,2-12 0,-1 0 0,1 0 0,0 0 0,1 0 0,-1 0 0,1 0 0,0 0 0,0 0 0,1 0 0,0 0 0,-1-1 0,1 1 0,1 0 0,-1-1 0,1 0 0,0 0 0,0 0 0,4 5 0,1-2 0,1 0 0,0-1 0,0 0 0,0-1 0,0 1 0,1-2 0,0 0 0,0 0 0,0 0 0,1-2 0,16 4 0,9-2 0,0-1 0,40-3 0,-39 0 0,22-3-579,-9-11-2316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3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14743,'0'0'12509,"16"19"-11260,48 59-48,-36-36 427,-25-16-344,-3-20-1131,0-6-153,0 0 0,0 0 0,0 1 0,0-1 0,0 0 0,-1 0 0,1 0 0,0 1 0,0-1 0,0 0 0,0 0 0,-1 0 0,1 0 0,0 0 0,0 1 0,0-1 0,-1 0 0,1 0 0,0 0 0,0 0 0,0 0 0,-1 0 0,1 0 0,0 0 0,0 0 0,-1 0 0,1 0 0,0 0 0,0 0 0,0 0 0,-1 0 0,1 0 0,0 0 0,0 0 0,-1 0 0,1 0 0,0 0 0,0 0 0,0 0 0,-1 0 0,1-1 0,0 1 0,0 0 0,0 0 0,-1 0 0,1 0 0,0-1 0,0 1 0,0 0 0,0 0 0,0 0 0,-1-1 0,-9-7 0,7 4 0,1-1 0,-1 0 0,1 0 0,1 0 0,-1 0 0,1 0 0,0 0 0,0-1 0,0-9 0,1-55 0,2 34 0,-3 16 0,2 0 0,0 1 0,1-1 0,1 0 0,1 1 0,1 0 0,1 0 0,10-26 0,-15 44 0,0 0 0,-1 0 0,1-1 0,0 1 0,0 0 0,0 0 0,0 0 0,0 0 0,0 0 0,0 0 0,0 0 0,0 1 0,0-1 0,0 0 0,0 0 0,1 1-1,-1-1 1,0 1 0,1-1 0,-1 1 0,0 0 0,1 0 0,-1-1 0,1 1 0,-1 0 0,0 0 0,3 0 0,2 1-641,0 1-1,0-1 0,1 1 1,10 5-1,1-1-3875,20 3-6213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3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32 14695,'0'0'17378,"-18"17"-16780,-61 56-502,73-67-96,0 0 0,1 0 0,0 0 0,0 1 0,0-1 0,1 1 0,0 1 0,0-1 0,1 0 0,0 1 0,0 0 0,1-1 0,0 1 0,0 0 0,0 0 0,2 0 0,-1 1 0,1-1 0,0 0 0,1 8 0,-1-15 0,0 0 0,0 0 0,0 0 0,1 0 0,-1 0 0,0-1 0,0 1 0,1 0 0,-1 0 0,0 0 0,1-1 0,-1 1 0,1 0 0,-1-1 0,1 1 0,-1 0 0,1-1 0,0 1 0,-1 0 0,1-1 0,0 1 0,-1-1 0,1 1 0,0-1 0,1 1 0,1 0 0,-1-1 0,1 1 0,-1-1 0,1 1 0,-1-1 0,1 0 0,0 0 0,-1 0 0,4-1 0,-1 0 0,1 0 0,-1 0 0,1-1 0,-1 1 0,1-1 0,-1-1 0,0 1 0,6-4 0,0-4 0,0-1 0,0 0 0,-1 0 0,-1-1 0,0 0 0,0-1 0,-1 0 0,-1 0 0,0 0 0,-1-1 0,0 0 0,-1-1 0,-1 1 0,0-1 0,-1 0 0,-1 0 0,1-29 0,-3 43 0,0 0 0,0 0 0,0 0 0,0 1 0,-1-1 0,1 0 0,0 0 0,-1 0 0,1 1 0,0-1 0,-1 0 0,1 0 0,-1 1 0,1-1 0,-1 1 0,0-1 0,1 0 0,-1 1 0,1-1 0,-1 1 0,0-1 0,0 1 0,1 0 0,-1-1 0,0 1 0,0 0 0,1-1 0,-1 1 0,0 0 0,0 0 0,-1-1 0,-31 0 0,26 1 0,6 0-17,1 0 1,-1 0-1,1 0 0,-1 0 1,0 0-1,1 1 0,-1-1 1,1 0-1,-1 0 0,1 1 1,-1-1-1,0 0 0,1 1 1,0-1-1,-1 1 1,1-1-1,-1 1 0,1-1 1,-1 1-1,1-1 0,0 1 1,-1-1-1,1 1 0,0-1 1,0 1-1,-1-1 0,1 1 1,0 0-1,0-1 0,0 1 1,0-1-1,0 1 0,0 0 1,0-1-1,0 1 0,0-1 1,0 2-1,0 0-452,0 0-1,0-1 1,1 1 0,-1-1-1,0 1 1,1 0 0,-1-1-1,1 1 1,0-1 0,-1 1-1,1-1 1,0 1 0,0-1-1,0 0 1,2 2 0,24 12-9925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3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81 17464,'0'0'14292,"-9"-1"-13409,4 1-877,-1 0-1,0 0 1,1 1-1,-1 0 1,1 0-1,0 0 1,-1 0-1,1 1 1,0 0 0,0 0-1,0 1 1,0-1-1,0 1 1,1 0-1,-1 1 1,1-1 0,0 1-1,0 0 1,0 0-1,0 0 1,1 0-1,-5 6 1,5-2-6,-1-1 0,1 1 0,0 0 0,1 0 0,-1 0 0,2 0 0,-1 0 0,1 0 0,0 0 0,1 1 0,0-1 0,0 0 0,1 0 0,3 15 0,-3-21 0,0 1 0,1-1 0,-1 0 0,1 0 0,-1 0 0,1 0 0,0 0 0,0-1 0,0 1 0,0-1 0,0 1 0,0-1 0,0 1 0,1-1 0,-1 0 0,0 0 0,1 0 0,-1-1 0,1 1 0,-1 0 0,1-1 0,-1 0 0,5 1 0,2-1 0,0 1 0,0-1 0,1-1 0,-1 1 0,12-4 0,-12 2 0,0-1 0,-1-1 0,0 1 0,1-2 0,-2 1 0,1-1 0,0 0 0,-1 0 0,0-1 0,0 0 0,0 0 0,6-10 0,-2 4 0,-1-1 0,-1-1 0,0 0 0,-1 0 0,12-29 0,-16 33 0,-2 0 0,1-1 0,-2 1 0,1 0 0,-1-1 0,-1-19 0,0 25 0,-1 4 0,1-1 0,0 1 0,0 0 0,-1 0 0,1 0 0,-1-1 0,1 1 0,-1 0 0,1 0 0,-1 0 0,0 0 0,0 0 0,1 0 0,-1 0 0,0 0 0,0 1 0,0-1 0,0 0 0,0 0 0,0 1 0,0-1 0,0 0 0,0 1 0,-1-1 0,1 1 0,0 0 0,0-1 0,0 1 0,-1 0 0,1 0 0,0 0 0,-3 0 0,-49 0 0,40 0 0,9 1 46,-1-1 0,0 1 1,0 0-1,0 0 0,0 0 0,1 1 0,-1-1 1,-6 4-1,9-4-147,0 0 0,0 1-1,1-1 1,-1 1 0,0-1 0,0 1 0,1-1 0,-1 1 0,1 0 0,0 0 0,-2 2 0,-2 16-3843,8-12-3198,9-3-2841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3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17144,'0'0'11200,"-12"23"-7519,-2 6-3173,-9 17-391,-18 50 0,30-62-117,1-1 0,1 1 0,2 0 0,1 1 0,2-1 0,1 1 0,2 0 0,4 49 0,-2-82 0,-1 0 0,1 0 0,0 0 0,0 0 0,0-1 0,0 1 0,0 0 0,0-1 0,0 1 0,1 0 0,-1-1 0,0 0 0,1 1 0,-1-1 0,1 0 0,0 0 0,-1 0 0,1 0 0,0 0 0,0 0 0,0 0 0,-1 0 0,5 0 0,48 10 0,-49-10 0,16 2-193,-1-1 1,1 0-1,0-2 1,0 0-1,34-5 1,-54 4-254,0 1 1,1-1 0,-1 1-1,0-1 1,0 0 0,1 1-1,-1-1 1,0 0 0,0 0-1,0 0 1,0 0-1,0 0 1,0 0 0,1-2-1,8-16-11007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3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18633,'0'0'14134,"131"0"-14134,-74 0 0,5 0 0,7 0 0,-2 0 0,-6 0 0,-11-10-16568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47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78 14359,'0'0'18408,"46"0"-18408,-37 0 0,1 0 0,5 0 0,4 0 0,6 0 0,0-9 0,2-12-624,0 0-6452,9-6-6210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47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0 110 13190,'0'0'17688,"65"-34"-17688,-42 26-32,-4 0-176,8-3-1953,-2-4-1201,0-1-1968,-4-1-3890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47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0 107 16087,'0'0'11974,"42"-44"-11974,-23 31-448,4 1-2194,-4-5-2928,6-4-2450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48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583 0 16760,'0'0'14753,"-14"8"-13686,-46 26-880,58-33-187,0 0 0,0 0 0,0 0 0,0 1 0,0-1 0,0 0 0,1 1 0,-1 0 0,1-1 0,-1 1 0,1 0 0,-1 0 0,1 0 0,-1 3 0,1-5 0,1 1 0,0-1 0,0 1 0,-1-1 0,1 1 0,0-1 0,-1 1 0,1-1 0,0 1 0,-1-1 0,1 1 0,-1-1 0,1 1 0,-1-1 0,1 0 0,-1 1 0,1-1 0,-1 0 0,0 0 0,1 1 0,-2-1 0,-63 23 0,-93 46 0,122-50 0,1 2 0,1 1 0,-56 47 0,82-62 0,0 1 0,0 1 0,1-1 0,0 1 0,-9 16 0,17-30 0,0 3 0,-1-1 0,1 1 0,-1 0 0,1-1 0,0 1 0,0 0 0,0-1 0,0 1 0,2-2 0,10-12 0,1 0 0,1 2 0,0 0 0,23-17 0,77-44 0,-67 44 0,-23 14 0,3-1 0,39-20 0,-58 33 0,1 1 0,0 0 0,0 1 0,0 0 0,0 1 0,0 0 0,1 1 0,13-1 0,-23 2 0,1 0 0,-1 0 0,1 0 0,-1 1 0,0-1 0,1 0 0,-1 1 0,0-1 0,1 1 0,-1-1 0,0 1 0,1 0 0,-1 0 0,0-1 0,0 1 0,0 0 0,0 0 0,0 0 0,0 0 0,1 2 0,0 0 0,0 0 0,0 0 0,0 1 0,-1-1 0,0 1 0,1-1 0,0 8 0,1 5 0,-2 1 0,1 29 0,-3-39 0,0 115 0,3 132 0,8-196 0,-10-58-13,0-1 0,0 1 0,0 0 0,0 0 0,0 0 0,0 0 0,0-1 0,0 1 0,0 0 0,0 0 0,0 0 0,0 0 0,0-1 0,0 1 0,0 0 0,0 0 0,0 0 0,0 0 0,0 0 0,1-1 0,-1 1 0,0 0 0,0 0 0,0 0 0,0 0 0,0 0 0,0 0 0,1 0 0,-1 0 0,0 0 0,0-1 0,0 1 0,0 0 0,1 0 0,-1 0 0,0 0 0,0 0 0,0 0 0,0 0 0,1 0 0,-1 0 0,0 0 0,0 0 0,0 0 0,0 0 0,1 0 0,-1 1 0,0-1 0,0 0 0,0 0 0,0 0 0,0 0 0,1 0 0,-1 0 0,0 0 0,0 0 0,0 0 0,0 1 0,0-1 0,0 0 0,1 0 0,-1 0 0,0 0 0,0 0 0,0 1 0,0-1 0,0 0 0,0 0 0,5-10-3295,0-7-6445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0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33 11829,'0'0'16184,"2"-2"-14189,-1 2-1932,-1-1 0,1 1-1,-1 0 1,1 0 0,-1-1-1,1 1 1,-1 0 0,1-1-1,-1 1 1,1-1 0,-1 1-1,0 0 1,1-1 0,-1 1-1,0-1 1,1 1 0,-1-1-1,0 1 1,0-1 0,0 1-1,1-1 1,-1 1 0,0-1-1,0 0 1,0 1 0,0-1-1,0 1 1,0-1 0,0 1-1,0-1 1,0 1 0,0-1-1,0 0 1,0 1 0,-1-1-1,1 1 1,0-1 0,0 1-1,-1-2 1,-1 1-46,1 0 0,-1 0-1,1 0 1,-1 0 0,1 1 0,-1-1 0,0 0-1,0 1 1,1-1 0,-1 1 0,0-1 0,0 1-1,0 0 1,-3 0 0,-5-1-17,0 1 0,0 0 0,-14 2 0,21-1 0,-1 0 0,1 0 0,0 0 0,0 0 0,0 0 0,0 1 0,0-1 0,1 1 0,-1 0 0,0 0 0,1 0 0,-1 0 0,1 0 0,-3 3 0,-1 4 0,0-1 0,0 1 0,0 0 0,1 0 0,1 1 0,0 0 0,0 0 0,1 0 0,0 0 0,-1 12 0,1-3 0,1 0 0,1 1 0,1-1 0,3 32 0,-1-44 1,-1 0 0,1 0 0,0 0 0,0 0 0,1-1 0,0 1 0,0-1 0,1 1 0,-1-1 0,1 0 0,1 0 0,-1-1 0,1 0 0,0 1 0,0-1 0,1-1 0,-1 1 0,1-1 0,0 0 0,1 0 0,10 4 0,-6-3-20,0-1-1,-1 0 0,1-1 0,1 0 1,-1-1-1,0 0 0,1-1 1,-1 0-1,0-1 0,1 0 1,-1-1-1,1 0 0,14-4 1,-19 3-440,0-1 1,0 0-1,0 0 1,0 0-1,0-1 1,-1 0-1,9-7 1,-6 3-1719,1 0 1,-2 0-1,17-20 1,3-17-9240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0.9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0 19129,'0'0'9167,"-3"25"-6782,-22 356-299,14-207-2086,-7 218 0,18-391 0,0-1 0,0 0 0,1 1 0,-1-1 0,0 0 0,0 1 0,0-1 0,1 0 0,-1 0 0,0 1 0,0-1 0,0 0 0,1 0 0,-1 0 0,0 1 0,1-1 0,-1 0 0,0 0 0,0 0 0,1 0 0,-1 0 0,0 0 0,1 1 0,-1-1 0,0 0 0,1 0 0,-1 0 0,0 0 0,1 0 0,-1 0 0,0 0 0,1 0 0,-1 0 0,0-1 0,1 1 0,-1 0 0,0 0 0,1 0 0,14-6 0,-4-7 0,0-1 0,-1 0 0,0 0 0,9-20 0,5-5 0,-15 25 0,3-5 0,0 1 0,26-29 0,-38 47 0,0 0 0,1 0 0,-1-1 0,0 1 0,0 0 0,1 0 0,-1 0 0,0-1 0,0 1 0,1 0 0,-1 0 0,0 0 0,1 0 0,-1 0 0,0 0 0,1 0 0,-1-1 0,0 1 0,1 0 0,-1 0 0,0 0 0,1 0 0,-1 0 0,0 1 0,1-1 0,-1 0 0,0 0 0,1 0 0,-1 0 0,0 0 0,0 0 0,1 0 0,-1 1 0,0-1 0,1 0 0,-1 0 0,0 0 0,0 1 0,0-1 0,1 0 0,-1 0 0,0 1 0,0-1 0,0 0 0,1 1 0,-1-1 0,0 0 0,0 0 0,0 1 0,0-1 0,0 0 0,0 1 0,0-1 0,0 1 0,4 12 0,-1-5-77,0 0 0,0 0-1,1-1 1,0 1 0,1-1 0,0 0 0,0-1-1,0 1 1,1-1 0,-1 0 0,2 0 0,-1-1-1,1 0 1,11 8 0,24 6-3870,3-10-3943,-11-8-2758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1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20057,'0'0'12710,"0"140"-12710,0-111 0,0-6 0,0-8 0,0-11 0,2 0 0,-2-8-3153,0-19-2802,0-8-4882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1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91 18585,'0'0'14182,"0"-90"-14182,4 90-304,1 0-3746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1.7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12902,'0'0'11464,"4"19"-8513,30 118 2099,-21-77-4950,-3 0 0,-2 0 0,0 72 0,-6 121-100,-2-247-219,1 1 0,-1-1 1,1 0-1,1 0 0,-1 0 0,3 7 1,9 9-4105,-12-20 3516,1-1-1,-1 0 1,1 1 0,-1-1-1,1 0 1,-1 0 0,1 0-1,0 0 1,0 0 0,3 1-1,11 0-6147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2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163 614 10885,'0'0'20103,"-21"-11"-18324,15 12-1779,1 0 0,-1 0 0,0 0 0,1 1 0,0-1 0,-1 2 0,1-1 0,0 0 0,0 1 0,0 0 0,0 0 0,1 0 0,-1 1 0,1 0 0,0-1 0,0 2 0,0-1 0,0 0 0,-4 8 0,3-5 0,0 1 0,0 0 0,1 0 0,0 0 0,1 1 0,-1-1 0,2 1 0,-1 0 0,1 0 0,0 0 0,0 15 0,2-23 0,0 1 0,1-1 0,-1 0 0,0 1 0,1-1 0,-1 0 0,0 1 0,1-1 0,0 0 0,-1 0 0,1 0 0,0 1 0,0-1 0,-1 0 0,1 0 0,0 0 0,0 0 0,0 0 0,0-1 0,0 1 0,1 0 0,-1 0 0,0-1 0,0 1 0,0-1 0,1 1 0,-1-1 0,0 1 0,1-1 0,-1 0 0,3 1 0,0-1 0,0 1 0,0-1 0,1 0 0,-1 0 0,0 0 0,0-1 0,0 1 0,0-1 0,0 0 0,5-2 0,2-3 0,0-1 0,-1 0 0,0-1 0,0 0 0,0 0 0,-1-1 0,-1 0 0,11-14 0,-5 6 0,49-54 0,102-151 0,-150 197 0,0 0 0,-2-1 0,-1 0 0,-1-1 0,-1 0 0,-1-1 0,-1 0 0,-2-1 0,-1 1 0,2-49 0,-7 35 0,0 41 0,0 0 0,0 0 0,0 0 0,0 0 0,0 1 0,0-1 0,0 0 0,0 0 0,0 0 0,0 1 0,-1-1 0,1 0 0,0 0 0,-1 1 0,1-1 0,0 0 0,-1 0 0,1 1 0,-1-1 0,1 1 0,-1-1 0,1 0 0,-1 1 0,0-1 0,1 1 0,-1-1 0,0 1 0,1-1 0,-1 1 0,0 0 0,0-1 0,1 1 0,-1 0 0,0 0 0,-1-1 0,0 1 0,0 0 0,0 1 0,0-1 0,0 0 0,0 1 0,1-1 0,-1 1 0,0-1 0,0 1 0,0 0 0,1 0 0,-1 0 0,0 0 0,-2 2 0,-4 6 0,1-1 0,0 1 0,1 1 0,0-1 0,0 1 0,-7 18 0,8-17 0,-8 18 0,2 1 0,1 0 0,1 0 0,2 1 0,1 0 0,1 0 0,2 1 0,1-1 0,3 43 0,0-61 0,0 1 0,1-1 0,1 1 0,0-1 0,0 0 0,2 0 0,8 19 0,-9-23 0,1-1 0,-1 1 0,2-1 0,-1-1 0,1 1 0,0-1 0,0 0 0,1 0 0,0-1 0,1 1 0,12 7 0,-4-8 956,-4-4-3745,-9-26-26256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2.8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15335,'0'0'10757,"4"155"-8868,-2-61 128,2 6-80,4 0-1105,1-8-832,-1-14 0,1-13 0,1-17 0,-8-15 0,-2-12 0,0-11 0,0-20-17016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3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50 10885,'0'0'14727,"12"13"-13567,38 42-13,-48-52-1048,1 0 0,0 0-1,0 0 1,0 0 0,1 0-1,-1-1 1,1 0-1,-1 0 1,1 0 0,0 0-1,0 0 1,0-1-1,0 0 1,0 1 0,0-1-1,0-1 1,0 1-1,0-1 1,0 0 0,1 0-1,-1 0 1,0 0 0,0-1-1,0 1 1,0-1-1,6-2 1,-7 2-71,-1-1 1,0 1-1,0 0 1,0-1-1,0 0 1,0 1-1,-1-1 1,1 0-1,0 0 0,-1 0 1,1 0-1,-1 0 1,0 0-1,0-1 1,0 1-1,0 0 1,0-1-1,0 1 0,0-6 1,2-1 252,-2-2 0,1 1 1,-1-17-1,-1 25-263,0 0 0,-1 0 0,0 0-1,1 0 1,-1 0 0,0 0 0,0 0 0,0 0-1,0 1 1,0-1 0,0 0 0,-1 1-1,1-1 1,0 1 0,-1-1 0,1 1 0,-1-1-1,0 1 1,1 0 0,-1 0 0,0 0 0,0 0-1,0 0 1,0 1 0,0-1 0,0 0 0,0 1-1,0-1 1,-3 1 0,-7-3-29,0 2 1,-1-1-1,-18 1 0,28 1 11,1 0 0,-1 1 0,0-1 0,1 1 0,-1-1 0,1 1 0,-1 0 0,1 0 0,0 0 0,-1 0 0,1 0 0,0 1 0,0-1 0,-1 1 0,1-1 0,0 1 0,1 0 0,-1 0 0,0 0 0,0 0 0,1 0 0,-1 0 0,1 0 0,0 1 0,0-1 0,0 0 0,0 1 0,0-1 0,0 1 0,1-1 0,-1 4 0,-2 10 0,1 0 0,0 0 0,2 0 0,0 16 0,1-12 0,-1-13 0,1 0 0,0 0 0,0 0 0,1 0 0,0 0 0,0 0 0,0-1 0,1 1 0,0-1 0,1 0 0,-1 0 0,1 0 0,0 0 0,1 0 0,-1-1 0,1 0 0,0 0 0,1 0 0,-1-1 0,1 0 0,0 0 0,0 0 0,0-1 0,0 1 0,1-2 0,-1 1 0,1-1 0,0 0 0,-1 0 0,1-1 0,12 2 0,1-2-490,-1 0 0,1-1 0,36-6 0,-42 4-1312,0-2 1,0 0-1,19-8 0,40-24-9985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3.6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375 132 16231,'0'0'13865,"-17"-18"-11592,-55-56-1875,68 69-398,-1 2 0,0-1 0,1 0 0,-2 1 0,1 0 0,0 0 0,-1 1 0,1-1 0,-1 1 0,0 0 0,1 1 0,-1-1 0,0 1 0,0 0 0,0 1 0,0 0 0,0-1 0,0 2 0,-1-1 0,1 1 0,0 0 0,-6 2 0,8-2 0,-2 0 0,0 1 0,1 0 0,-1 0 0,0 1 0,1 0 0,0 0 0,-1 0 0,1 1 0,0-1 0,1 1 0,-1 1 0,1-1 0,0 0 0,0 1 0,0 0 0,-6 10 0,3-3 0,0 1 0,0 0 0,2 0 0,-1 1 0,2-1 0,-5 19 0,4-2 0,2 1 0,0 0 0,2-1 0,2 1 0,6 49 0,39 153 0,-4-23 0,-40-192 0,-1-13 0,-1 0 0,1 1 0,0-1 0,0 0 0,0 0 0,3 6 0,-2-10-792,-2-5-6126,0-14-24,-2-8-7651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3.8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95 1505,'0'0'31054,"115"-31"-31038,-83 31-32,7 0-624,5-2-2562,7-9-303,5-10-3042,0-8-5267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4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 18392,'0'0'9968,"-6"21"-6815,-1 1-2658,1-3-344,1 1 1,0 0 0,1 0 0,-2 38 0,5 162-152,1-124 0,0-95-2,0 1-1,1-1 1,-1 1-1,0-1 1,0 1-1,1-1 1,-1 1-1,1-1 1,-1 1-1,1-1 1,0 1 0,0-1-1,-1 0 1,1 1-1,0-1 1,0 0-1,0 0 1,0 1-1,3 0 1,-1 0 11,0 0 1,0 0-1,0 0 0,0-1 1,0 0-1,1 0 0,-1 0 0,7 1 1,6 0-72,1 0 0,0-2 0,19-1 0,-15 0-379,15 0-3798,-5-6-4538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4.2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72 19369,'0'0'13398,"138"-2"-13398,-96-2 0,6-3 0,2-5 0,5-5-3025,-3-12-11126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5.3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39 10389,'0'0'7958,"-2"-7"-4282,-6-18 59,6 19 2215,14 10-4891,6 7-1059,-1 1 0,0 1 0,18 17 0,-18-14 0,1-2 0,35 23 0,-36-28-297,1-1 1,24 8-1,11 1-3790,-34-12 1407,36 12-6967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5.5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11621,'0'0'12502,"120"25"-12054,-87-20-272,5 1-176,1-6-1072,1 0-2642,-2 0-3281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5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11701,'0'0'21066,"63"59"-21066,-59-55 0,-2-4 0,-2 4 0,-10-4-9700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6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557 1 12230,'0'0'13891,"1"8"-12325,1 1-1026,3 24 3280,-19-37-3100,-4-3-720,-1 0 0,1 1 0,-1 1 0,-1 1 0,1 0 0,0 2 0,-1 0 0,-21 1 0,-20 1 0,-118 17 0,152-14 0,-55 0 0,77-3 0,2 0 0,12 1 0,-8-1 0,0-1 0,0 1 0,-1 0 0,1 0 0,0 0 0,0 0 0,0 0 0,0 0 0,0 1 0,0-1 0,0 0 0,0 0 0,0 1 0,0-1 0,-1 0 0,1 1 0,0-1 0,0 1 0,0-1 0,1 2 0,10 16 0,0 0 0,18 39 0,-11-20 0,134 268 0,-134-267 0,-2 1 0,-2 1 0,17 64 0,-32-104 5,0 1 0,0 0 0,0 0 1,0-1-1,0 1 0,0 0 0,1-1 0,-1 1 0,0 0 1,1-1-1,-1 1 0,0-1 0,1 1 0,-1-1 0,1 1 1,-1 0-1,1-1 0,-1 1 0,1-1 0,-1 0 0,1 1 1,-1-1-1,1 1 0,0-1 0,-1 0 0,1 0 0,0 1 0,-1-1 1,1 0-1,0 0 0,-1 0 0,1 0 0,0 0 0,-1 0 1,1 0-1,0 0 0,-1 0 0,1 0 0,0 0 0,-1 0 1,1 0-1,1-1 0,-1 1-327,1-1 1,0 0 0,-1 0-1,1 0 1,0 0-1,-1 0 1,1 0-1,-1 0 1,1-1 0,-1 1-1,0-1 1,0 1-1,0-1 1,2-2 0,9-16-12688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7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34 164 16071,'0'0'15917,"4"22"-15213,-1-2-663,1 10-30,2-1 1,17 54-1,-4-33-11,-10-28 0,-1 1 0,10 42 0,-38-85 0,8 3 0,0-1 0,1 0 0,1-1 0,1 0 0,1 0 0,0-1 0,-8-33 0,9 16 0,1 0 0,2 0 0,0-57 0,4 86 0,1 0 0,0 0 0,0 0 0,0 0 0,1 0 0,5-11 0,-7 17 0,1 0 0,-1 1 0,1-1 0,0 0 0,-1 1 0,1-1 0,0 1 0,0-1 0,0 1 0,1-1 0,-1 1 0,0 0 0,0-1 0,1 1 0,-1 0 0,1 0 0,-1 0 0,1 0 0,-1 0 0,1 1 0,0-1 0,-1 0 0,1 1 0,0-1 0,0 1 0,-1-1 0,1 1 0,0 0 0,0 0 0,0 0 0,-1 0 0,1 0 0,0 0 0,0 1 0,2 0 0,0 0-151,-1 1 0,1 0 1,-1 0-1,0 1 0,0-1 0,0 1 1,0-1-1,0 1 0,0 0 0,3 4 1,12 13-7124,5-3-8317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7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15703,'0'0'17064,"21"113"-17064,-21-96 0,0-1 0,2-5 0,0-7 0,0-4 0,-2-17 0,0-6-2337,0-8-6419,-2-9-9524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7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24827,'0'0'7940,"29"105"-7940,-3-55-3169,3 0-4003,2-4-8195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8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116 672 23195,'0'0'4423,"-17"5"-162,0 0-3965,1 0 0,-22 10 0,37-14-296,-1 1 0,0-1 0,0 1 0,0-1 0,1 1 0,-1 0 0,1-1 0,0 1 0,-1 0 0,1 0 0,0 0 0,0 0 0,0 1 0,0-1 0,0 0 0,1 0 0,-1 0 0,1 1 0,-1-1 0,1 0 0,0 1 0,0-1 0,0 0 0,0 1 0,1 3 0,-1 8 0,-2 8 0,-1 14 0,3 71 0,1-96 0,0 0 0,1 0 0,1 0 0,0 0 0,0 0 0,1-1 0,0 1 0,1-1 0,0 0 0,11 15 0,4 0 0,2-1 0,30 26 0,-27-26 0,35 41 0,-58-62 0,0 0 0,0-1 0,0 1 0,0 1 0,0-1 0,-1 0 0,1 0 0,-1 1 0,0-1 0,0 1 0,-1-1 0,1 1 0,-1-1 0,1 5 0,-1-7 0,0 0 0,0 0 0,-1 0 0,1-1 0,0 1 0,0 0 0,-1 0 0,1-1 0,-1 1 0,1 0 0,-1 0 0,1-1 0,-1 1 0,1 0 0,-1-1 0,1 1 0,-1-1 0,0 1 0,1-1 0,-1 1 0,0-1 0,1 1 0,-1-1 0,0 0 0,0 1 0,0-1 0,1 0 0,-1 0 0,0 1 0,0-1 0,0 0 0,-1 0 0,-33 1 0,25-1 0,3 0 0,1 0 0,0-1 0,-1 0 0,1 0 0,0 0 0,0 0 0,0-1 0,0 0 0,0 0 0,0-1 0,1 0 0,-1 0 0,-7-6 0,10 7 0,0-1 0,0 0 0,1 0 0,-1 0 0,1 0 0,0 0 0,0-1 0,0 1 0,0-1 0,1 1 0,-1-1 0,1 1 0,0-1 0,0 0 0,1 0 0,-1 0 0,1 0 0,-1 0 0,1 1 0,0-1 0,1 0 0,-1 0 0,2-5 0,1-2 0,0 0 0,1 1 0,1 0 0,0 0 0,0 0 0,1 1 0,0-1 0,0 2 0,1-1 0,12-11 0,8-14 0,15-23-911,66-120 1,-71 103-1205,-4-1 0,-3-2 0,-4 0 0,-3-2 0,25-154 0,-38 112 2709,-10 82 2290,-2-1 3566,2 39-6336,0 1 0,0 0 1,0-1-1,0 1 1,0-1-1,0 1 1,0 0-1,-1-1 1,1 1-1,0 0 1,0-1-1,0 1 1,0 0-1,-1-1 0,1 1 1,0 0-1,0-1 1,-1 1-1,1 0 1,0 0-1,0-1 1,-1 1-1,1 0 1,0 0-1,-1 0 1,1 0-1,0-1 0,-1 1 1,1 0-1,0 0 1,-1 0-1,1 0 1,-1 0-1,1 0 1,0 0-1,-1 0 1,1 0-1,0 0 0,-1 0 1,-15 8-110,10 0-5,0 1 0,1-1 0,-1 1 0,2 0 0,-1 0 0,-4 18 0,-17 65 0,24-84 0,-9 56 0,2 1 0,3 0 0,3 1 0,8 89 0,-4-127 0,1 0 0,2 0 0,1 0 0,1-1 0,1 1 0,1-1 0,15 30 0,-23-56 0,0-1 0,1 1 0,-1-1 0,0 1 0,1-1 0,-1 1 0,1-1 0,-1 1 0,0-1 0,1 1 0,-1-1 0,1 1 0,-1-1 0,1 0 0,-1 1 0,1-1 0,0 0 0,-1 0 0,1 1 0,-1-1 0,1 0 0,0 0 0,-1 0 0,1 0 0,-1 0 0,1 0 0,0 0 0,-1 0 0,1 0 0,-1 0 0,1 0 0,0 0 0,-1 0 0,1 0 0,0-1 0,-1 1 0,1 0 0,-1 0 0,1-1 0,-1 1 0,1 0 0,0-1 0,23-21 0,-19 17 0,139-117 0,-132 157 0,-7-22 7,1-1-1,0 0 1,1 0 0,0 0-1,1-1 1,0 0-1,11 11 1,-14-17-46,0-1 1,0 1-1,1-1 0,-1 0 0,1-1 1,0 1-1,0-1 0,0-1 0,0 1 1,1-1-1,-1 0 0,1 0 0,-1-1 1,1 0-1,0 0 0,8 0 0,-12-1-392,-1 0 0,0 0 0,1 0 0,-1-1-1,0 1 1,1-1 0,-1 1 0,0-1-1,0 0 1,4-1 0,-4 0-581,1 0-1,-1 0 1,0 0-1,1 0 1,-1 0-1,0-1 1,3-4-1,18-32-12718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8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0 22538,'0'0'10229,"-94"130"-10229,85-70 0,9 1 0,0 0 0,6-7 0,20-8 0,3-6 0,0-9 0,-2-10 0,3-9 0,-1-7 0,6-5 0,13 0 0,0-15-6163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8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18777,'0'0'8900,"144"-4"-4546,-50 0-3618,6 4-736,-4-4-4482,-14-3-11125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9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333 21 12950,'0'0'18520,"-15"-6"-17383,11 5-1108,0-2-24,0 1 0,-1 0 1,1 1-1,-1-1 0,0 1 0,1 0 1,-1 0-1,0 1 0,0-1 0,0 1 1,0 0-1,1 0 0,-1 1 0,0-1 1,0 1-1,0 0 0,1 1 0,-1-1 1,1 1-1,-1 0 0,1 0 0,-1 0 1,1 0-1,-5 5 0,-14 11-5,0 1 0,1 1 0,1 1 0,-20 26 0,33-37 0,1-1 0,1 2 0,-1-1 0,2 1 0,-1-1 0,2 2 0,-1-1 0,1 0 0,1 1 0,0 0 0,1 0 0,-2 23 0,5-32 0,-1-1 0,0 1 0,1 0 0,-1-1 0,1 1 0,0-1 0,0 1 0,0-1 0,0 0 0,0 1 0,0-1 0,1 0 0,-1 0 0,1 0 0,0 0 0,-1 0 0,1 0 0,0 0 0,0-1 0,0 1 0,0-1 0,1 1 0,-1-1 0,0 0 0,0 0 0,1 0 0,-1 0 0,1 0 0,2 0 0,9 3 0,1-1 0,-1-1 0,30 1 0,-4-1 205,-1-2 1,71-8-1,-91 4-731,1 0 0,31-12 0,-35 9-1536,0 0 1,-1-1 0,24-16 0,21-24-13944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8:59.8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1 24603,'0'0'6465,"-1"30"-4937,-1 205-1357,-6-70-171,2 85 0,6-249 0,1-1 0,-1 1 0,0 0 0,0 0 0,1 0 0,-1 0 0,1 0 0,-1 0 0,1 0 0,-1-1 0,1 1 0,-1 0 0,1 0 0,0-1 0,-1 1 0,1 0 0,0-1 0,0 1 0,-1-1 0,1 1 0,0-1 0,0 1 0,0-1 0,0 0 0,0 1 0,0-1 0,-1 0 0,1 0 0,0 0 0,0 1 0,0-1 0,0 0 0,0 0 0,0-1 0,0 1 0,0 0 0,0 0 0,0 0 0,2-1 0,1 0 0,1 0 0,-1 0 0,0 0 0,1-1 0,-1 0 0,0 1 0,6-5 0,19-16 0,32-32 0,-36 31 0,45-33 0,-70 55 0,0 1 0,0 0 0,0 0 0,1-1 0,-1 1 0,0 0 0,0 0 0,1 0 0,-1-1 0,0 1 0,0 0 0,1 0 0,-1 0 0,0 0 0,1 0 0,-1 0 0,0 0 0,0-1 0,1 1 0,-1 0 0,0 0 0,1 0 0,-1 0 0,0 0 0,1 0 0,-1 0 0,0 1 0,1-1 0,-1 0 0,0 0 0,0 0 0,1 0 0,-1 0 0,0 0 0,1 0 0,-1 1 0,0-1 0,0 0 0,1 0 0,-1 0 0,0 1 0,0-1 0,0 0 0,1 0 0,-1 1 0,0-1 0,0 0 0,0 1 0,2 15 0,-2-12 0,-1 7 2,2 0 0,-1 1-1,2-1 1,-1 0 0,1 0 0,1 0-1,4 11 1,-6-19-8,1 1-1,0-1 1,-1 0-1,1 0 1,0 0-1,1 0 1,-1-1-1,0 1 1,1 0 0,-1-1-1,1 0 1,0 0-1,0 1 1,0-2-1,0 1 1,0 0-1,0-1 1,1 1 0,-1-1-1,0 0 1,1 0-1,-1 0 1,1-1-1,-1 1 1,1-1-1,6 0 1,15-2-2638,2-6-7534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9:00.0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0 25132,'0'0'7635,"-23"103"-7635,29-101 0,11-2 0,-1 0 0,3-17 0,-6-12-6067,-9-13-11557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9:00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27437,'0'0'5330,"27"104"-5330,8-93-5955,1-11-8035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9:00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0 25756,'0'0'3105,"-38"134"801,28-54-3906,7-3 0,1-2 0,2 3 0,0-3 0,5 0 0,9-6 0,-3-6 0,-1-13 0,1-8 0,-3-17 0,9-13 0,6-12 0,8-4-4034,4-25-14630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19:01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332 729 20297,'0'0'9122,"4"0"-5819,-4 0-3302,0 0 0,1 0 1,-1 0-1,0 0 0,0 0 0,1 0 0,-1 0 1,0 0-1,0 0 0,1 0 0,-1 0 0,0 0 0,1 0 1,-1 0-1,0 0 0,0 0 0,1-1 0,-1 1 1,0 0-1,0 0 0,1 0 0,-1 0 0,0 0 0,0-1 1,1 1-1,-1 0 0,0 0 0,0 0 0,0-1 1,0 1-1,1 0 0,-1 0 0,0-1 0,0 1 0,0 0 1,0 0-1,0-1 0,-6-1-1,-1 0 0,0 0 0,0 1 0,0 0 0,0 0 0,0 1 0,1 0 0,-1 0 0,-8 1 0,-8 0 0,10-1 0,1 2 0,-1-1 0,0 1 0,0 1 0,1 1 0,0-1 0,0 2 0,-22 10 0,25-10 0,1 0 0,0 0 0,0 0 0,1 1 0,-1 0 0,1 1 0,0 0 0,1 0 0,0 0 0,0 1 0,0-1 0,-7 17 0,11-21 0,0 1 0,1-1 0,-1 1 0,1-1 0,0 1 0,0 0 0,1 0 0,-1-1 0,1 1 0,0 0 0,0 0 0,0 0 0,0 0 0,1-1 0,-1 1 0,1 0 0,0 0 0,0-1 0,0 1 0,1 0 0,0-1 0,-1 0 0,1 1 0,0-1 0,0 0 0,1 0 0,-1 0 0,1 0 0,0 0 0,-1-1 0,1 1 0,0-1 0,0 0 0,1 1 0,-1-1 0,0-1 0,1 1 0,4 1 0,0 0 0,0 0 0,1 0 0,-1-1 0,0 0 0,1-1 0,0 0 0,-1 0 0,1-1 0,0 0 0,-1 0 0,1-1 0,0 0 0,-1-1 0,10-3 0,-7 1 0,0 0 0,0-1 0,-1-1 0,0 0 0,0 0 0,0-1 0,-1 0 0,0 0 0,-1-1 0,9-9 0,13-19 0,-1 0 0,-2-2 0,-2-1 0,28-57 0,-27 41 0,-3-2 0,31-110 0,-43 119 0,-2-1 0,-2 0 0,-2 0 0,-3-1 0,-4-62 0,2 111 0,0 0 0,1 0 0,-1 0 0,-1-1 0,1 1 0,0 0 0,0 0 0,0 0 0,-1 0 0,1 0 0,0 1 0,-1-1 0,1 0 0,-1 0 0,1 0 0,-1 0 0,1 0 0,-1 0 0,0 1 0,1-1 0,-1 0 0,0 0 0,0 1 0,1-1 0,-1 1 0,0-1 0,-2 0 0,2 1 0,0 0 0,-1 0 0,1 1 0,0-1 0,-1 0 0,1 1 0,0 0 0,0-1 0,-1 1 0,1-1 0,0 1 0,0 0 0,0 0 0,0 0 0,0 0 0,0 0 0,0 0 0,0 0 0,0 0 0,1 0 0,-1 0 0,0 2 0,-10 15 0,1 0 0,0 1 0,2 0 0,0 0 0,-8 33 0,-17 108 0,19-64 0,5 0 0,4 114 0,6-188 0,0 1 0,2 0 0,0 0 0,2-1 0,1 1 0,10 25 0,-13-39 0,1 0 0,1-1 0,0 0 0,0 0 0,0 0 0,1 0 0,12 11 0,-13-15 0,-1 0 0,1 0 0,0-1 0,1 1 0,-1-1 0,1 0 0,-1-1 0,1 0 0,0 0 0,0 0 0,0 0 0,0-1 0,6 1 0,-2-1 0,0 0 0,0-1 0,1 0 0,-1-1 0,0 0 0,0 0 0,0-1 0,-1 0 0,1-1 0,0 0 0,-1-1 0,0 0 0,0 0 0,0-1 0,0 0 0,-1-1 0,1 0 0,-1 0 0,12-13 0,-6-3-720,-11 2-2882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9188,'0'0'11339,"19"1"-8647,-15 3-2433,1 0 0,-1 0 0,-1 0 0,1 1 0,-1-1 0,1 1 0,-1 0 0,0 0 0,-1 0 1,0 1-1,1-1 0,-2 0 0,2 7 0,4 13 362,4 36 1,-11-61-621,3 59 269,-4-34 178,0-20 114,0-7 325,0-3-876,-5-18 4,1 0 1,1-1-1,1 1 0,0-41 1,3 62-23,1 0 1,-1 0 0,0-1 0,1 1-1,-1 0 1,1 0 0,0 0 0,0-1-1,0 1 1,0 0 0,0 0 0,0 1-1,1-1 1,-1 0 0,1 0 0,-1 1-1,4-4 1,-1 2-36,1 0 0,-1 1 0,0-1 0,1 1 0,0 0 0,-1 0 0,10-1 0,4-1-851,1 1 1,-1 2 0,27-1 0,2 2-6242,-29 0 971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12758,'0'0'11637,"-18"10"-11002,-59 34-184,74-42-416,0 0 1,0 0-1,0 0 0,0 0 0,0 1 1,0 0-1,0-1 0,1 1 1,0 0-1,-1 0 0,1 0 0,0 1 1,0-1-1,1 0 0,-1 1 0,1-1 1,0 1-1,0-1 0,-1 8 1,-1 2 64,1-10-83,1 1 0,0-1 0,1 1 0,-1-1 1,1 1-1,-1-1 0,1 1 0,0 0 0,0-1 1,1 1-1,-1-1 0,2 6 0,-1-7-11,0 0-1,0-1 1,1 1-1,-1-1 1,0 1-1,0-1 0,1 0 1,-1 1-1,1-1 1,0 0-1,-1 0 1,1 0-1,0 0 1,-1 0-1,1-1 1,0 1-1,0 0 1,0-1-1,0 1 1,0-1-1,0 0 1,0 0-1,3 0 1,5 1-4,-1-1 0,0-1 0,1 0 0,-1 0 1,0 0-1,0-1 0,1-1 0,-2 0 1,1 0-1,0 0 0,-1-1 0,1-1 1,12-8-1,-15 9 4,-1 0 0,0 0 1,0 0-1,0-1 0,0 0 0,-1 0 1,0 0-1,0 0 0,-1-1 0,1 1 1,-1-1-1,0 0 0,0 0 0,-1 0 1,0-1-1,0 1 0,-1 0 1,1-1-1,-1 1 0,0-8 0,-1 12 42,-1 0 0,1 1 0,0-1 0,-1 1-1,1-1 1,0 1 0,-1-1 0,0 1 0,1-1 0,-1 1-1,0 0 1,0-1 0,0 1 0,0 0 0,0 0-1,0-1 1,0 1 0,0 0 0,0 0 0,-1 0 0,1 1-1,0-1 1,-1 0 0,1 0 0,-1 1 0,1-1 0,-1 1-1,1-1 1,-1 1 0,1-1 0,-1 1 0,-1 0 0,-9-2-23,1 1 0,-1 1 0,-17 1 1,11-1-478,18 0 378,0 0 0,-1 0 0,1 0 0,-1 0 1,1 0-1,0 0 0,-1 0 0,1 0 0,-1 0 1,1 0-1,0 0 0,-1 0 0,1 0 0,-1 1 1,1-1-1,0 0 0,-1 0 0,1 0 1,0 0-1,-1 1 0,1-1 0,0 0 0,-1 0 1,1 1-1,0-1 0,0 0 0,-1 1 0,1-1 1,0 1-1,-1 7-4526,1-4 1988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0 12582,'0'0'12806,"-19"2"-11339,-63 5-413,75-6-850,-1 1 0,1 0 0,0 1 0,0-1 0,0 1 1,0 1-1,0 0 0,0-1 0,1 2 0,0-1 0,0 1 0,-7 7 1,3-4 30,6-4-172,0-1-1,0 0 1,0 1-1,0 0 1,1 0-1,0 0 1,0 0-1,0 0 1,0 1-1,0 0 1,1-1-1,0 1 1,0 0-1,0 0 1,1 0-1,0 0 1,0 0-1,0 0 1,0 1 0,1-1-1,0 0 1,1 9-1,-1-13-60,1 1 0,-1-1 1,1 0-1,0 0 0,-1 1 0,1-1 0,0 0 1,0 0-1,0 0 0,0 0 0,0 0 0,0 0 0,0 0 1,0 0-1,0 0 0,0 0 0,0-1 0,1 1 0,-1 0 1,0-1-1,1 1 0,-1-1 0,0 0 0,1 1 1,-1-1-1,1 0 0,1 0 0,49 3-51,-41-4 34,-2 1-26,0 0-1,0-1 1,0 0-1,-1-1 0,1 0 1,0 0-1,-1-1 1,0 0-1,0-1 0,10-5 1,-13 6-29,0 0 1,0-1-1,0 0 0,0 0 1,-1 0-1,1-1 0,-1 1 1,0-1-1,-1 0 1,1 0-1,-1-1 0,0 1 1,0-1-1,-1 1 1,4-12-1,-5 14 61,0 1 0,-1-1 0,1 0-1,0 0 1,-1 0 0,1 0 0,-1 0 0,0 0 0,0 0 0,0 0 0,-1 0-1,1 0 1,-1 0 0,0 0 0,-1-5 0,0 6-79,1 1 0,-1-1 1,1 1-1,-1-1 0,1 1 1,-1 0-1,0 0 0,0 0 0,1 0 1,-1 0-1,0 0 0,0 1 1,0-1-1,0 0 0,0 1 0,0 0 1,0-1-1,0 1 0,0 0 1,0 0-1,0 0 0,-3 0 0,-2 0-849,-11 0-2101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7475,'0'0'22099,"-20"21"-20373,-65 73-494,75-81-1208,0 0 0,1 0 0,0 1 0,2 0 0,-1 0 0,2 1 0,0 0 0,-6 21-1,4-12-3,-38 139-20,41-141 0,1 0 0,1 0 0,2 0 0,0 0 0,3 35 0,-1-55-6,-1-1 0,1 1 0,-1-1 0,1 1 0,0 0 0,0-1 0,0 0 0,0 1 0,0-1 0,0 1 0,0-1 0,0 0 0,0 0 0,1 0 0,-1 0 1,0 0-1,1 0 0,-1 0 0,1 0 0,-1 0 0,1-1 0,-1 1 0,1 0 0,0-1 0,-1 0 0,1 1 0,2-1 0,50 4-3641,-49-4 2816,0 0 96,27-2-4605,-10-5-1511,1-11-6792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11189,'0'0'15383,"115"-12"-14983,-69 12-400,6 0-128,1 0-3553,-3-2-6468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15047,'0'0'12734,"-6"12"-11352,-4 9-711,1 1 0,1 1 0,1 0 1,-6 31-1,-12 252-350,26-178-5047,-1-127 4396,0 0 0,0 0 1,0-1-1,0 1 0,0 0 0,0 0 0,0 0 0,0 0 1,0-1-1,0 1 0,1 0 0,-1 0 0,0-1 0,1 1 0,-1 0 1,0 0-1,1-1 0,-1 1 0,1 0 0,-1-1 0,1 1 0,-1-1 1,1 1-1,0 0 0,-1-1 0,1 0 0,0 1 0,-1-1 0,1 1 1,0-1-1,0 0 0,-1 1 0,1-1 0,0 0 0,1 0 0,13 2-9858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206 107 8612,'0'0'9298,"21"0"-7738,125-2 585,49 0-1384,288-39-1,-381 25-1793,13-3 450,198-8 1,-310 28 778,0-1 0,0 0 1,0 1-1,0-1 1,0 1-1,0 0 1,1 0-1,-2 0 1,1 1-1,0-1 1,0 1-1,0-1 0,-1 1 1,1 0-1,-1 0 1,1 0-1,-1 1 1,0-1-1,0 0 1,0 1-1,0 0 1,0-1-1,-1 1 0,1 0 1,-1 0-1,0 0 1,1 0-1,-1 0 1,-1 0-1,1 0 1,0 4-1,3 13 712,-2 1 1,0-1-1,-2 39 1,-1-33-278,1 6-311,-1 1-1,-1-1 1,-9 36-1,-2 10-319,4 0 0,3 1 0,4 89 0,2-152 0,-1-19 0,-1 0 0,0 1 0,-1-1 0,1 1 0,0-1 0,-1 1 0,1 0 0,-1 0 0,0 0 0,0 0 0,0 1 0,0-1 0,-4-1 0,-23-8-1,-1 1 0,0 2 0,0 0 0,-47-3 0,39 5-10,-637-57-518,498 52 567,-303-4 469,507 16-525,8-1-2186,-2-1-5277,-15-3 472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0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49 31166,'0'0'0,"-1"0"0,1 1 0,-1 0 0,1 0 0,-1 0 0,1 0 0,0 0 0,-1 0 0,1 0 0,0 0 0,0 1 0,0-1 0,0 0 0,0 1 0,0-1 0,0 1 0,1 0 0,-1-1 0,1 1 0,-1-1 0,1 1 0,0 0 0,-1-1 0,2 0 0,-1 1 0,0-1 0,0 0 0,0 1 0,1-2 0,-1 1 0,1 0 0,-1 0 0,0-1 0,1 1 0,-1-1 0,2 0 0,-2 0 0,1-1 0,0 1 0,-1-1 0,1 0 0,-1 0 0,1 0 0,0 0 0,-1-1 0,0 1 0,1-1 0,-1 1 0,0-2 0,1 2 0,-2-2 0,1 1 0,0-1 0,0 1 0,0 0 0,-1-1 0,1 1 0,0-1 0,-1 0 0,1 1 0,-1-1 0,1 1 0,-1-1 0,0 0 0,0 1 0,0 0 0,0-1 0,0 1 0,0-1 0,0 2 0,0-2 0,-1 2 0,1-2 0,0 2 0,0-1 0,0 1 0,-1 0 0,1-1 0,0 1 0,0 0 0,0 0 0,0 0 0,-1 0 0,1 1 0,0-1 0,0 0 0,0 0 0,1 1 0,-1-1 0,0 2 0,-1-1 0,0 0 0,1 0 0,-1 0 0,0 0 0,0 0 0,0 0 0,1-1 0,-1 1 0,-1 0 0,1 0 0,0 0 0,-1 0 0,1 0 0,-1 0 0,0 0 0,0 0 0,0 0 0,0 0 0,0 0 0,-1 0 0,1 0 0,-1 0 0,1 0 0,0 0 0,-1 0 0,0 0 0,1 0 0,-1 1 0,1 0 0,-1-1 0,0 1 0,1 0 0,-1-1 0,1 1 0,0 0 0,-1 1 0,2-2 0,-2 2 0,2-1 0,-2 0 0,2 1 0,-1-1 0,1 0 0,0 1 0,0 0 0,0-1 0,0 1 0,0-1 0,1 1 0,0 0 0,0-1 0,0 2 0,0-2 0,0 1 0,0-1 0,1 0 0,0 1 0,0-1 0,0 1 0,0-1 0,0 0 0,1 0 0,-1 0 0,0 0 0,1 0 0,-1-1 0,1 1 0,-1 0 0,1-1 0,0 1 0,-1-1 0,1 1 0,-1-1 0,1 0 0,0 0 0,-2 0 0,2 0 0,0-1 0,-2 1 0,1 0 0,1-1 0,-1 1 0,-1 0 0,1-1 0,0 1 0,-1-1 0,1 1 0,0 0 0,-1 0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7988,'0'0'15511,"9"-6"-14815,28-16-18,-36 21-545,0 1 1,1-1-1,-1 0 1,0 1-1,0 0 1,0-1-1,1 1 1,-1-1-1,0 1 1,0 0-1,1 0 0,-1 0 1,3 0-1,-4 0-89,1 0 0,-1 0-1,1 1 1,-1-1-1,1 0 1,-1 0-1,0 1 1,1-1-1,-1 0 1,1 1-1,-1-1 1,1 0-1,-1 1 1,0-1 0,1 1-1,-1-1 1,0 1-1,0-1 1,1 0-1,-1 1 1,0-1-1,0 2 1,2 28 695,-3-23-509,1 259 2504,-4-258-2718,4-9-13,-1 1 0,1 0-1,0 0 1,0 0 0,-1-1-1,1 1 1,0 0 0,-1 0-1,1-1 1,0 1 0,0 0-1,0-1 1,-1 1 0,1 0-1,0 0 1,0-1 0,0 1-1,0 0 1,0-1 0,0 1-1,-1-1 1,1 1 0,0 0-1,0-1 1,0 1 0,0 0-1,0-1 1,0 1 0,0 0-1,1-1 1,-1 1 0,0-1-1,-1-24 94,2-1-1,1 0 1,1 1-1,1 0 0,1-1 1,1 2-1,16-41 0,-13 43-15,33-71 213,-38 85-299,1 0-1,-1 1 0,2 0 1,-1 0-1,0 1 1,1-1-1,1 1 0,-1 0 1,9-5-1,-14 10-74,-1 1-1,1-1 1,0 1-1,-1 0 0,1-1 1,0 1-1,-1 0 1,1 0-1,0 0 1,0 0-1,-1 0 0,1 0 1,0 0-1,0 0 1,0 0-1,-1 0 1,1 0-1,0 0 0,0 0 1,-1 0-1,1 1 1,0-1-1,-1 0 1,1 1-1,0-1 1,-1 0-1,1 1 0,0-1 1,-1 1-1,1-1 1,-1 1-1,2 1 1,16 26-4209,-5-7-1086,6-2-2673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2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30 121 12758,'0'0'13499,"0"0"-13434,0 0 0,1 0 0,-1 1 1,0-1-1,1 0 0,-1 1 0,0-1 0,0 0 0,1 1 0,-1-1 0,0 1 0,0-1 0,0 0 0,1 1 0,-1-1 0,0 1 0,0-1 0,0 1 0,0-1 0,0 0 0,0 1 0,0-1 0,0 1 0,0-1 0,0 1 0,0-1 0,0 1 1,-1-1-1,-14 48 1000,12-39-1022,-1 1 0,1-1 0,0 1 0,-1 11 0,4-15-38,-1 22 3,2-28-7,-1 1-1,0 0 1,0 0 0,1-1-1,-1 1 1,1 0 0,-1 0-1,0-1 1,1 1-1,-1-1 1,1 1 0,0 0-1,-1-1 1,1 1 0,-1-1-1,1 1 1,0-1 0,-1 1-1,1-1 1,0 0-1,0 1 1,-1-1 0,1 0-1,0 1 1,0-1 0,-1 0-1,1 0 1,0 0 0,1 0-1,14 1 29,0 0-1,0-1 0,-1-1 1,1 0-1,0-2 1,0 0-1,15-5 1,-21 5-22,-1 0-1,1-1 1,-1 0 0,0-1 0,-1 0 0,1 0 0,-1-1 0,0 0 0,0-1 0,-1 1 0,0-1 0,9-11 0,-13 13 35,1-1 1,-1 1-1,-1-1 1,1 0-1,-1 1 1,0-1-1,0 0 1,-1 0 0,1 0-1,-2-1 1,1 1-1,0 0 1,-1 0-1,0-1 1,-2-6-1,2 9 30,-1 0 0,1 0 0,-1 0 0,0 1 0,0-1 0,-1 0 0,1 1 0,-1-1 0,0 1-1,0 0 1,0-1 0,0 1 0,0 0 0,-1 0 0,1 0 0,-1 1 0,0-1 0,0 1 0,0-1 0,0 1-1,0 0 1,-1 0 0,1 0 0,-6-2 0,-2 1-122,0 0 0,0 1 0,0 0 0,0 0 0,0 1 0,0 1-1,0 0 1,-12 1 0,22 0-108,0-1 0,0 1 1,0-1-1,0 1 0,0-1 0,0 1 0,0 0 0,0-1 0,0 1 0,1 0 0,-1 0 1,0 0-1,0-1 0,1 1 0,-1 0 0,1 0 0,-1 0 0,1 0 0,-1 0 0,1 0 1,0 0-1,-1 0 0,1 0 0,0 3 0,-1 13-4270,6-3-3802,12 0-4885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8836,'0'0'15015,"-5"6"-13545,0-1-1190,-11 13 995,-22 32-1,34-44-1206,0 1 0,1-1-1,0 0 1,0 1 0,0 0 0,1 0 0,0 0 0,0 0-1,0 0 1,0 13 0,3-18-65,-1 0-1,1 0 1,0 0-1,0 0 1,0 0 0,0-1-1,0 1 1,0 0-1,0 0 1,1-1 0,-1 1-1,1-1 1,-1 1 0,1-1-1,-1 0 1,1 1-1,0-1 1,0 0 0,0 0-1,-1 0 1,1-1 0,0 1-1,0 0 1,0-1-1,3 1 1,7 3 18,0-1 0,24 3 0,-27-5 23,1 0 0,0 0 1,0-1-1,0 0 0,0-1 1,12-2-1,-20 2-13,1 0 1,-1 0-1,1 0 0,-1 0 0,0 0 1,0 0-1,0-1 0,1 1 0,-1-1 1,0 1-1,-1-1 0,1 0 0,0 0 1,0 0-1,-1 0 0,1 0 0,-1 0 1,0 0-1,0-1 0,0 1 0,0 0 0,0-1 1,0 1-1,0-1 0,-1 1 0,1-1 1,-1 1-1,0-5 0,1-1 103,0-1-1,-1 1 1,0 0 0,0-1-1,-1 1 1,0 0-1,-1 0 1,-4-15 0,5 20-125,-1 0 1,1 0 0,-1 0-1,0 0 1,-1 0 0,1 0-1,0 0 1,-1 1 0,1-1-1,-1 1 1,0 0 0,0 0-1,0 0 1,0 0 0,0 0-1,-1 1 1,1-1 0,0 1-1,-1 0 1,1 0 0,-1 0-1,-6 0 1,3 0-23,0 0 0,-1 0 0,1 1 1,-14 0-1,1 8-2757,19-7 2245,0 0 0,0 0 0,0 0 1,0 0-1,0 0 0,1 0 0,-1 0 0,1 0 0,-1 0 0,0 0 0,1 0 0,0 1 0,-1-1 0,1 0 0,0 0 0,-1 2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3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15911,'0'0'3442,"-9"19"608,-58 137 3297,51-119-6199,-82 200-279,92-214-869,1 1 0,0 0 0,2 0 0,1 1 0,1 46 0,1-62 0,0-7-13,0 0-1,1 0 1,-1 0-1,0 1 1,1-1-1,-1 0 1,1 0 0,-1 0-1,1 0 1,0 0-1,0 0 1,0 0-1,0-1 1,1 1-1,-1 0 1,0 0 0,1-1-1,1 3 1,0-2 64,1 1 0,-1-1 0,1 0 0,-1 0 0,1-1 0,0 1 1,-1-1-1,1 0 0,5 1 0,9 1-737,0-1 0,0-1-1,28-2 1,-30 0-1310,-12 1 904,1 0-1,0 0 1,-1-1-1,1 0 1,8-2-1,20-19-8420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3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14615,'0'0'11685,"142"-2"-10853,-96 6-543,4 2-289,6 2-129,1-6-2352,10-2-5890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4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9812,'0'0'11619,"0"9"-10002,-5 32-86,-1 0 0,-2-1 1,-23 70-1,18-71-1108,1 1 0,3-1 1,1 2-1,-4 69 0,12-43-631,0-66 76,0 0 0,0 0 0,0-1 0,0 1 0,0 0 0,1-1 0,-1 1 0,0 0 0,0 0 0,1-1 0,-1 1 0,0 0 0,1-1 0,-1 1 0,1-1 0,-1 1 0,1 0 0,-1-1 0,1 1 0,-1-1 0,1 0 0,0 1 0,-1-1 0,2 1 0,-2-1-138,1 0-1,-1 0 1,1 0 0,-1 0 0,0 0 0,1 0-1,-1 0 1,1 0 0,-1 0 0,1 0 0,-1 0 0,1 0-1,-1 0 1,0-1 0,1 1 0,-1 0 0,1 0-1,-1 0 1,0-1 0,1 1 0,-1 0 0,0 0-1,1-1 1,-1 1 0,0 0 0,1-1 0,-1 1 0,0-1-1,0 1 1,1 0 0,-1-1 0,0 1 0,0-1-1,0 1 1,0 0 0,0-1 0,0 1 0,1-1 0,-1 1-1,0-1 1,0 1 0,0-1 0,-1 0 0,4-26-9172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78 7299,'0'0'9439,"8"-2"-8377,55-7 265,0 3 0,89 4 1,-14 0-1145,-98 0-58,514-35 1553,-532 34-1526,164-12 3839,-186 15-3947,1 0 0,-1 0 0,1 0 0,-1 0-1,0 0 1,1 1 0,-1-1 0,1 0-1,-1 0 1,0 0 0,1 0 0,-1 1-1,1-1 1,-1 0 0,0 0 0,0 1-1,1-1 1,-1 0 0,0 1 0,1-1-1,-1 0 1,0 1 0,0-1 0,1 0 0,-1 1-1,0-1 1,0 1 0,0-1 0,0 0-1,0 1 1,1-1 0,-1 1 0,0 0-1,0 18 713,-1-11-374,0 6-100,-1 0 0,-1 0 0,0-1 0,-1 1 1,-1-1-1,0 0 0,-9 19 0,-5 12-309,4-7 27,3 1 0,1 0 0,2 1 0,2 0 0,1 1 0,-1 70 0,13 158 0,-6-267 0,-1-1 0,1 1 0,-1-1 0,1 0 0,-1 1 0,1-1 0,-1 1 0,1-1 0,-1 0 0,1 0 0,-1 1 0,1-1 0,-1 0 0,0 0 0,1 0 0,-1 0 0,0 1 0,1-1 0,-1 0 0,1 0 0,-1 0 0,0 0 0,1-1 0,-1 1 0,0 0 0,0 0 0,0 0 0,-14-1 0,0-1 0,0 0 0,1-1 0,-1-1 0,-22-8 0,-28-8 0,-371-42 0,240 39 0,-561-30 0,743 54 0,-18 0 0,70 1 26,62-2-1,-61-2-354,68 6-1,-77-1-2994,1-2-3997,2-1-4701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3858,'0'0'21847,"35"12"-20841,114 2-91,-128-11-916,0-2-1,0 0 1,30-3 0,2 0-23,746 2-102,-639-9 214,-47 1-82,-39 5 81,337-8 1234,-214 12-1289,206-3 94,-268-12 2814,-72 12-2460,-36 0-426,1 2 0,-1 0 0,40 7 0,-65-7-54,-1 1 0,0-1 0,0 0 0,1 1 0,-1-1 0,0 1 0,0 0 0,0-1 0,0 1 0,0 0 0,1 0 0,-1-1 0,-1 1 0,1 0 0,0 0 0,0 0 0,0 0 0,0 0 0,-1 1 0,2 1 0,-1 0 0,0 0 0,0 0 0,-1 0 0,1 0 0,-1 0 0,1 0 0,-1 0 0,-1 6 0,-1 6 0,-1 0 0,0 0 0,-6 14 0,5-15 0,-2 19 0,1 1 0,1-1 0,2 1 0,3 60 0,-1 40 0,-24 31 0,14-111 0,2-1 0,0 62 0,8 549 0,-7-595 0,22-99 0,-15 4-1784,0 15-2912,0-8-5552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13414,'0'0'14335,"6"4"-12897,1 0-1080,-1 1 0,1 1 0,-1-1 0,0 1 0,-1 0 0,0 1 0,0-1 0,0 1 0,4 8 0,-2 2-358,2 0 0,0 0 0,0-1 0,2 0 0,0-1 0,1 0 0,0 0 0,1-2 0,1 1 0,0-2 0,0 0 0,32 19 0,-46-31-5,36 16-345,-23-15-3283,-1-4-4942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6 15975,'0'0'15973,"0"0"-15944,0 0 0,0-1 1,-1 1-1,1 0 0,0 0 0,0-1 1,0 1-1,0 0 0,-1-1 0,1 1 1,0 0-1,0 0 0,0-1 0,-1 1 1,1 0-1,0 0 0,-1-1 0,1 1 1,0 0-1,0 0 0,-1 0 0,1 0 1,0 0-1,-1-1 0,1 1 0,0 0 1,-1 0-1,-3 1-29,0-1 0,-1 1 0,1 0 0,0 1 0,0-1 0,0 1 0,1-1 0,-1 1 0,0 0 0,1 0 0,-1 1 0,1-1 0,-4 5 0,-46 45 0,31-28 0,-32 28 0,-62 67 0,114-116-75,-1 0 0,1 1 0,-1-1 0,1 1 0,0 0 0,1 0 0,-1 0 0,1 0 0,-1 0-1,1 0 1,0 0 0,1 0 0,-1 0 0,0 9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19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11797,'0'0'13201,"0"17"-11792,-13 203 4228,-37 89-4843,-11 81-865,14 242 71,46-625 0,0 18 0,2-23 0,0-15 0,1 0-63,0 1 1,1-1-1,9-22 1,4-15-2129,-1-23-5821,-1-14-5354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21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34 8468,'0'0'9335,"7"0"-7796,81 1 3659,49-7-2723,11 0-1811,1107-4 3303,-352 9-2859,-468 2-1095,6-14-13,-420 13 0,-54 58 0,22-33 0,2 0 0,1 0 0,1 1 0,1-1 0,1 2 0,-2 33 0,4 164 0,4-127 0,-29 369 0,7-216 0,15-195 0,-3 0 0,-24 80 0,18-85 0,3 1 0,2 1 0,-2 52 0,4-10 0,7-93 0,1-1 0,0 0 0,0 1 0,-1-1 0,1 0 0,0 1 0,0-1 0,-1 0 0,1 1 0,0-1 0,-1 0 0,1 0 0,0 0 0,-1 1 0,1-1 0,-1 0 0,1 0 0,0 0 0,-1 0 0,1 1 0,-1-1 0,1 0 0,-1 0 0,1 0 0,0 0 0,-1 0 0,1 0 0,-1 0 0,1 0 0,-1 0 0,0-1 0,-13-1 0,-99-20 0,-125-10 0,99 16 0,-611-49 0,-5 38 0,-106-5 0,747 24 0,-359-12 0,475 20-64,0 0 0,0 0 0,0 0 0,0-1-1,0 1 1,0-1 0,0 1 0,0-1 0,0 0 0,-1 0 0,1 0 0,0 0-1,0 0 1,-1 0 0,1 0 0,1-2 0,13-14-4462,-7 5-127,22-23-12258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6931,'0'0'9236,"17"0"-7347,3-1-1505,102 1 6604,137 7-2655,-56-3-3189,476 4-538,-463-9-521,372-17 836,2 1-671,-93 22-250,-449-4 0,1-2 0,51-8 0,47-5 0,-47 11 0,-100 3-14,0 0-1,0 0 1,0 0 0,1 1-1,-1-1 1,0 0 0,0 0-1,0 1 1,0-1 0,0 0-1,0 0 1,0 1-1,0-1 1,0 0 0,0 1-1,0-1 1,0 0 0,0 0-1,0 1 1,0-1 0,0 0-1,0 0 1,0 1 0,0-1-1,0 0 1,0 0 0,0 1-1,0-1 1,-1 0 0,1 0-1,0 1 1,0-1 0,0 0-1,0 0 1,-1 0 0,1 1-1,0-1 1,0 0-1,0 0 1,-1 0 0,1 0-1,0 1 1,0-1 0,-1 0-1,1 0 1,0 0 0,0 0-1,-1 0 1,1 0 0,0 0-1,-1 0 1,1 0 0,-7 2-1871,0 0 1,0-1 0,-1 0 0,1-1 0,0 1 0,-8-2-1,14 1 1797,-41 0-14255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2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12 4274,'0'0'8785,"-4"-1"-6512,3 1-1930,0 0-99,0-1-1,0 1 0,0 0 1,0-1-1,-1 1 1,1 0-1,0-1 1,0 1-1,0-1 1,0 0-1,0 1 1,0-1-1,0 0 1,0 0-1,0 1 1,0-3-1,0 19 8517,1 0-4506,-2-5-4266,1 0 0,-1 0 0,-1 0-1,-6 18 1,-8 22 12,2 1 0,-15 103 0,5 113 0,4-30 0,-12 21 0,33-169 0,0-90 0,0 1 0,0-1 0,1 0 0,-1 0 0,0 1 0,0-1 0,1 0 0,-1 0 0,0 1 0,1-1 0,-1 0 0,0 0 0,1 0 0,-1 0 0,0 1 0,1-1 0,-1 0 0,0 0 0,1 0 0,-1 0 0,0 0 0,1 0 0,-1 0 0,0 0 0,1 0 0,-1 0 0,1 0 0,-1 0 0,0 0 0,1 0 0,-1-1 0,0 1 0,1 0 0,-1 0 0,0 0 0,1 0 0,-1-1 0,0 1 0,15-7 0,-8-1-113,-3 5 13,0-2-1,0 1 1,0 0 0,-1-1 0,0 0 0,1 0 0,-2 0-1,1 0 1,-1 0 0,1 0 0,1-10 0,-3-4-6477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2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7700,'0'0'9497,"3"0"-8227,15 0 2948,-18 1-4049,0-1 0,0 1 0,0 0 0,0-1 1,0 1-1,0-1 0,0 1 0,0 0 0,0-1 0,0 1 0,0-1 0,0 1 0,0-1 0,-1 1 0,1 0 1,0-1-1,0 1 0,-1-1 0,1 1 0,-1 0 0,-5 4 193,-1 0-1,1-1 1,-1 0-1,0 0 1,0-1 0,-10 4-1,-10 5 422,3 2-491,1 0 1,0 2-1,1 0 1,1 2-1,0 0 1,1 1-1,1 1 1,1 1-1,1 1 1,-18 30-1,29-43-292,0 0 0,2 0 0,-1 1 0,1 0 0,0 0 0,1 0 0,0 0 0,1 0 0,0 1 0,0-1 0,1 20 0,2-27 0,0-1 0,0 0 0,0 1 0,0-1 0,1 0 0,-1 1 0,1-1 0,-1 0 0,1 0 0,0 0 0,0 0 0,0-1 0,0 1 0,0 0 0,3 1 0,37 22 0,-41-25 0,7 4 0,1-1 0,-1-1 0,1 1 0,-1-2 0,1 1 0,0-1 0,0 0 0,0-1 0,0 0 0,0 0 0,13-3 0,-20 2 0,0 0 0,1 0 0,-1 0 0,0 0 0,0 0 0,0 0 0,0 0 0,-1-1 0,1 1 0,0-1 0,0 0 0,-1 1 0,1-1 0,-1 0 0,0 0 0,1 0 0,-1 0 0,0 0 0,0 0 0,0 0 0,0-1 0,-1 1 0,1-3 0,1 0 0,-1-1 0,0 1 0,0-1 0,-1 0 0,0 1 0,0-1 0,0 1 0,-2-10 0,1 12 0,0 1 0,0-1 0,0 1 0,0 0 0,-1-1 0,1 1 0,-1 0 0,1 0 0,-1 0 0,0 0 0,0 0 0,0 0 0,0 0 0,0 1 0,0-1 0,0 1 0,-1 0 0,1-1 0,0 1 0,-1 0 0,1 0 0,-1 1 0,1-1 0,-6-1 0,-6 0 0,1 1 0,-1-1 0,-20 2 0,22 0 0,-42 0 0,72-1 0,13 3 0,-30 0-87,0 0 0,-1 1 0,1-1 0,-1 0 0,1 1 0,-1-1 0,0 0 0,0 1 0,0-1 0,0 0 0,-1 1 0,0 3 1,-3 5-7932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2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64 139 9108,'0'0'12038,"9"-6"-10440,31-18-147,-29 18 950,-11 27 1796,-1-19-4114,0 0 0,0-1-1,1 1 1,-1 0 0,0-1 0,0 1 0,0-1 0,-1 1 0,1-1 0,0 1 0,-1-1-1,1 0 1,0 0 0,-1 0 0,0 0 0,1 0 0,-1 0 0,0 0 0,1 0 0,-1-1 0,0 1-1,0 0 1,1-1 0,-5 1 0,-48 2-279,47-3 294,6 0-98,0 0 0,0 0 0,0 0 0,0 0 0,1 0 0,-1-1 0,0 1 0,0 0 0,0-1 0,1 1 0,-1 0 0,0-1 0,1 1 0,-1-1 0,0 1 0,1-1 0,-1 0 0,1 1 0,-1-1 0,0 0 0,1 1 0,0-1 0,-1 0 0,1 1 0,-1-2 0,-5-28 0,6 24 0,0-1 0,0 1 0,1-1 0,0 1 0,0-1 0,4-11 0,-2 14 0,0-1 0,0 1 0,1 0 0,-1 0 0,1 0 0,0 1 0,0 0 0,0-1 0,1 1 0,-1 0 0,1 1 0,0-1 0,-1 1 0,1 0 0,0 0 0,0 1 0,0-1 0,1 1 0,-1 0 0,0 1 0,0-1 0,1 1 0,7 1 0,-11-1 0,-1 0 0,1 1 0,0-1 0,-1 1 0,1-1 0,0 1 0,-1 0 0,1 0 0,-1-1 0,1 1 0,-1 0 0,1 1 0,-1-1 0,0 0 0,1 0 0,-1 1 0,0-1 0,0 0 0,0 1 0,0-1 0,0 1 0,0-1 0,-1 1 0,1 0 0,0-1 0,-1 1 0,1 0 0,-1-1 0,0 1 0,1 3 0,1 8 0,-1 0 0,0-1 0,-1 15 0,0-20 0,0 4 0,0-7 0,1 0 0,-2 0 0,1 0 0,0-1 0,-1 1 0,1 0 0,-3 5 0,3-8 0,-1 0 0,1 0 0,-1 0 0,0 0 0,0 0 0,1 0 0,-1 0 0,0-1 0,0 1 0,0 0 0,0 0 0,0-1 0,0 1 0,0 0 0,-1-1 0,1 1 0,0-1 0,0 0 0,0 1 0,0-1 0,-1 0 0,1 0 0,0 0 0,0 0 0,-1 0 0,1 0 0,-1 0 0,-1 0 0,0 0 0,1 0 0,-1 0 0,1-1 0,-1 1 0,0-1 0,1 0 0,-1 1 0,1-1 0,0 0 0,-1-1 0,1 1 0,0 0 0,0-1 0,0 1 0,-4-4 0,1-1 0,0 0 0,1 0 0,0 0 0,-6-11 0,6 8 0,2 7 0,1 1 0,0-1 0,0 0 0,0 0 0,0 0 0,1 0 0,-1-1 0,0 1 0,1 0 0,0 0 0,-1 0 0,1 0 0,0-1 0,0 1 0,0 0 0,1 0 0,-1 0 0,0-1 0,2-1 0,-2 2 0,1 1 0,1-1 0,-1 1 0,0 0 0,0-1 0,0 1 0,1 0 0,-1 0 0,1 0 0,-1 0 0,1 0 0,-1 0 0,1 0 0,-1 1 0,1-1 0,0 0 0,-1 1 0,1 0 0,0-1 0,0 1 0,-1 0 0,1 0 0,3 0 0,2-1 0,-2 1 0,0-1 0,0 1 0,0 0 0,0 0 0,0 1 0,0-1 0,9 3 0,-13-2 0,1 0 0,-1 0 0,1 0 0,-1 0 0,0 1 0,1-1 0,-1 0 0,0 1 0,0-1 0,0 0 0,0 1 0,0-1 0,0 1 0,0 0 0,-1-1 0,1 1 0,-1 0 0,1-1 0,-1 1 0,0 0 0,1 0 0,-1-1 0,0 1 0,0 0 0,0 3 0,0 7 0,1-4 0,-1 1 0,0 0 0,0 0 0,-1 0 0,-3 17 0,3-24 0,1 0 0,-1-1 0,0 1 0,0 0 0,1-1 0,-1 1 0,0-1 0,0 1 0,-1-1 0,1 0 0,0 1 0,0-1 0,-1 0 0,1 0 0,-1 0 0,1 0 0,-1 0 0,1 0 0,-1 0 0,0-1 0,1 1 0,-1 0 0,0-1 0,1 0 0,-1 1 0,0-1 0,0 0 0,0 0 0,1 0 0,-1 0 0,0 0 0,0 0 0,0-1 0,1 1 0,-1 0 0,-2-2 0,-17-9 0,21 10 0,-1 1 0,1-1 0,-1 1 0,0-1 0,1 1 0,-1-1 0,1 1 0,-1-1 0,1 0 0,-1 1 0,1-1 0,0 0 0,-1 0 0,1 1 0,0-1 0,-1 0 0,1 0 0,0 1 0,0-1 0,0 0 0,0 0 0,0 0 0,0 1 0,0-1 0,0 0 0,0 0 0,0 0 0,0 0 0,1 0-14,1 0 0,-1 1 0,0-1-1,0 0 1,0 1 0,0-1 0,1 1 0,-1 0 0,0-1 0,0 1-1,1 0 1,-1 0 0,0 0 0,3 0 0,2-1-289,23-4-3979,1-6-7345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27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61 7075,'1'-1'19156,"-16"13"-14171,4 6-3466,-7 8-1487,16-24-32,-1 0 0,0 0 0,0 0 0,0-1 0,0 1 0,0-1 0,0 0 0,0 0 0,-1 0 0,1 0 0,0 0 0,-1-1 0,1 0 0,0 1 0,-1-1 0,1-1 0,0 1 0,-1 0 0,1-1 0,-1 1 0,1-1 0,0 0 0,0 0 0,0-1 0,0 1 0,-1-1 0,2 1 0,-1-1 0,0 0 0,0 0 0,1 0 0,-1 0 0,1-1 0,-1 1 0,1-1 0,0 1 0,0-1 0,0 0 0,0 0 0,1 0 0,-1 0 0,1 0 0,0 0 0,0 0 0,0-1 0,-1-3 0,2 4 0,0 1 0,0 0 0,0-1 0,1 1 0,-1 0 0,0 0 0,1-1 0,0 1 0,-1 0 0,1 0 0,0 0 0,0-1 0,0 1 0,1 0 0,-1 0 0,0 1 0,1-1 0,-1 0 0,1 0 0,0 1 0,-1-1 0,1 1 0,0-1 0,0 1 0,0 0 0,0 0 0,0 0 0,0 0 0,1 0 0,2-1 0,6 0 0,-1-1 0,0 1 0,1 1 0,0 0 0,16 0 0,-26 1 0,0 0 0,1 1 0,-1-1 0,0 0 0,1 1 0,-1-1 0,0 1 0,0 0 0,0-1 0,0 1 0,0 0 0,1 0 0,-1-1 0,-1 1 0,1 0 0,0 0 0,0 0 0,0 0 0,0 1 0,-1-1 0,1 0 0,0 0 0,-1 0 0,1 0 0,-1 1 0,1-1 0,-1 0 0,0 1 0,0-1 0,1 0 0,-1 2 0,3 48 0,-4-43 0,1-6 0,0 0 0,0 0 0,0 0 0,-1 0 0,1 0 0,0-1 0,-1 1 0,0 0 0,1 0 0,-1-1 0,0 1 0,0 0 0,0-1 0,0 1 0,0-1 0,-1 1 0,1-1 0,0 0 0,-1 0 0,1 1 0,-1-1 0,1 0 0,-1 0 0,1 0 0,-1 0 0,0-1 0,1 1 0,-1 0 0,0-1 0,-2 1 0,-6 1 0,0 0 0,0-1 0,0 0 0,-14-1 0,16 0 0,7 0 0,-1 0 0,1-1 0,0 1 0,-1 0 0,1 0 0,0-1 0,0 1 0,-1-1 0,1 1 0,0-1 0,0 0 0,0 1 0,-1-1 0,1 0 0,0 0 0,0 0 0,0 0 0,1 0 0,-1 0 0,0 0 0,0 0 0,0 0 0,1 0 0,-1-1 0,1 1 0,-1 0 0,1 0 0,-1-1 0,1 1 0,0 0 0,-1-3 0,0-4 0,0-1 0,0 1 0,1-17 0,0 14 0,1 10 0,-1-1 0,1 1 0,-1-1 0,1 0 0,-1 1 0,1-1 0,0 1 0,0 0 0,0-1 0,0 1 0,0 0 0,0-1 0,0 1 0,0 0 0,0 0 0,1 0 0,-1 0 0,1 0 0,-1 0 0,0 0 0,1 1 0,-1-1 0,1 1 0,0-1 0,-1 1 0,1-1 0,-1 1 0,1 0 0,0 0 0,2-1 0,10 0 0,0 0 0,21 0 0,-25 2 0,-6-2 0,1 1 0,-1 1 0,0-1 0,1 1 0,-1-1 0,0 1 0,0 1 0,1-1 0,-1 0 0,0 1 0,0 0 0,0 0 0,4 3 0,-6-3 0,1 1 0,-1-1 0,0 1 0,0-1 0,0 1 0,0 0 0,0 0 0,0 0 0,-1 0 0,1 0 0,-1 0 0,0 0 0,0 1 0,0-1 0,-1 0 0,1 1 0,-1 4 0,1-4 0,-1 1 0,0-1 0,0 0 0,0 1 0,-1-1 0,0 0 0,1 1 0,-1-1 0,-1 0 0,1 0 0,-1 1 0,0-1 0,0 0 0,0-1 0,-4 7 0,2-5 0,-1-1 0,1 1 0,-1-1 0,0 0 0,-1 0 0,1 0 0,0-1 0,-1 1 0,0-2 0,-7 4 0,5-3 0,0 0 0,0-1 0,0 0 0,0 0 0,-1-1 0,1 0 0,0 0 0,-1-1 0,1 0 0,-13-2 0,20 1 0,-1 0 0,1 0 0,0-1 0,0 1 0,0 0 0,1 0 0,-1-1 0,0 1 0,0 0 0,1-1 0,-1 1 0,1-1 0,-1 1 0,1-1 0,-1 1 0,1-1 0,0 1 0,0-1 0,0 1 0,0-1 0,0-2 0,3-35 0,-2 36 0,0 1 0,0 0 0,0 0 0,0 0 0,1 0 0,-1 1 0,1-1 0,0 0 0,-1 0 0,1 1 0,0-1 0,0 1 0,0 0 0,0 0 0,0-1 0,1 1 0,-1 0 0,0 1 0,0-1 0,1 0 0,-1 1 0,0-1 0,4 1 0,8-3 0,0 2 0,22 0 0,-36 1 0,1 0 0,-1 0 0,1 0 0,-1 0 0,0 1 0,1-1 0,-1 0 0,0 0 0,1 1 0,-1-1 0,0 0 0,1 1 0,-1-1 0,0 0 0,1 1 0,-1-1 0,0 0 0,0 1 0,0-1 0,1 1 0,-1-1 0,0 0 0,0 1 0,0-1 0,0 1 0,0-1 0,0 1 0,0-1 0,0 0 0,0 1 0,0 0 0,0 19 0,0-13 0,0 50-960,0-29-3843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8324,'0'0'19443,"1"-8"-17805,3-24 233,-4 31-1845,0 1 0,0 0 0,0-1 0,1 1 0,-1-1 1,0 1-1,0-1 0,0 1 0,1 0 0,-1-1 0,0 1 1,0 0-1,1-1 0,-1 1 0,0 0 0,1-1 0,-1 1 1,0 0-1,1 0 0,-1-1 0,1 1 0,-1 0 0,1 0 1,-1 0-1,0-1 0,1 1 0,-1 0 0,1 0 0,-1 0 1,1 0-1,-1 0 0,1 0 0,-1 0 0,0 0 0,1 0 1,-1 0-1,1 0 0,-1 0 0,1 0 0,-1 1 0,1-1 1,-1 0-1,0 0 0,1 0 0,-1 1 0,0-1 0,1 0 0,-1 1 1,1-1-1,-1 0 0,0 0 0,0 1 0,1-1 0,-1 1 1,0-1-1,1 1 0,3 12-26,-1 1 0,0-1 0,-1 1 0,1 22 0,-1-12 0,2 61 0,-6-83 0,-3-8 0,-3-9 0,3-6 0,2 0 0,0-1 0,1 1 0,1-1 0,1 0 0,3-21 0,-2 34 0,0 1 0,1-1 0,0 0 0,1 1 0,0-1 0,0 1 0,1 0 0,0 0 0,0 0 0,1 1 0,0 0 0,0-1 0,1 2 0,0-1 0,0 1 0,1 0 0,11-9 0,-8 8 0,0-1 0,1 2 0,-1 0 0,1 0 0,1 1 0,-1 0 0,1 1 0,0 0 0,0 1 0,0 0 0,25-1 0,-19 3-154,34 1-802,-17 4-5706,-6 5-4615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47 18697,'0'0'11973,"-15"14"-10169,-42 49-1511,55-61-293,1 1 0,-1-1 0,0 0 0,1 1 0,0-1 0,0 1 0,-1-1 0,1 1 0,1-1 0,-1 1 0,0 0 0,1 0 0,-1-1 0,1 1 0,0 0 0,0 0 0,0-1 0,0 1 0,1 4 0,0 3 0,-1-6 0,1 0 0,-1 0 0,1-1 0,0 1 0,0 0 0,0-1 0,0 1 0,1-1 0,-1 0 0,1 1 0,0-1 0,0 0 0,0 0 0,1 0 0,-1 0 0,1 0 0,-1-1 0,1 1 0,0-1 0,0 1 0,0-1 0,0 0 0,0-1 0,1 1 0,-1 0 0,1-1 0,-1 0 0,1 0 0,-1 0 0,1 0 0,0 0 0,-1-1 0,1 1 0,0-1 0,0 0 0,-1 0 0,1-1 0,0 1 0,-1-1 0,1 0 0,0 0 0,-1 0 0,1 0 0,-1-1 0,1 1 0,-1-1 0,0 0 0,0 0 0,0 0 0,0-1 0,0 1 0,0-1 0,4-4 0,-1-1 0,0-1 0,0 1 0,-1-1 0,0-1 0,0 1 0,-1-1 0,0 0 0,-1 0 0,0 0 0,-1 0 0,0 0 0,0-1 0,-1 1 0,0-1 0,-1 1 0,-1-1 0,-1-12 0,1 20 0,0 1 0,0-1 0,0 0 0,-1 0 0,1 0 0,-1 1 0,0-1 0,1 1 0,-1-1 0,-1 1 0,1 0 0,0 0 0,0 0 0,-1 0 0,1 0 0,-1 0 0,0 1 0,1-1 0,-1 1 0,0 0 0,0-1 0,0 1 0,0 1 0,0-1 0,0 0 0,-6 1 0,5-1 0,0 0 0,0 1 0,0 0 0,0 0 0,0 1 0,0-1 0,0 1 0,0-1 0,1 1 0,-1 0 0,0 1 0,0-1 0,1 1 0,-1 0 0,1 0 0,-1 0 0,1 0 0,0 0 0,0 1 0,-5 4 0,5-4-163,1 1 0,-1 0 0,1 0 0,0 0 0,0 1 0,0-1 0,1 0 0,-3 9 1,1 22-6693,3-14-1632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8708,'0'0'22341,"-6"0"-20847,3 0-1479,1 1 0,-1-1 0,0 1 0,0 0 0,0-1 0,0 1 0,0 1 0,0-1 0,1 0 0,-1 1 0,1-1 1,-1 1-1,-4 4 0,1-1-10,0 1 1,1 1-1,-1-1 1,1 1-1,-4 7 1,2-4-9,2 1 1,-1 0-1,1 0 1,1 0-1,0 0 1,1 1-1,-4 22 1,7-32 2,0 0 0,0 1 0,0-1 0,0 1 0,0-1 0,1 0 0,-1 1 0,1-1 0,0 0 0,-1 0 0,1 1 0,0-1 0,0 0 0,0 0 0,1 0 0,-1 0 0,0 0 0,1 0 0,0 0 0,-1-1 0,1 1 0,0 0 0,0-1 0,0 0 0,0 1 0,0-1 0,0 0 0,0 0 0,0 0 0,0 0 0,1 0 0,-1-1 0,0 1 0,1-1 0,3 1 0,10 1 0,-1-1 0,1-1 0,0 0 0,21-3 0,-29 2 0,-1 0 0,0 0 0,0-1 0,0 1 0,0-2 0,0 1 0,0-1 0,-1 0 0,1 0 0,-1 0 0,0-1 0,0 0 0,0-1 0,0 1 0,8-10 0,-11 10 0,1 0 0,-1 0 0,0 0 0,0-1 0,0 0 0,-1 1 0,0-1 0,0 0 0,0 0 0,0 0 0,-1-1 0,0 1 0,0 0 0,0 0 0,-1-1 0,0 1 0,0-1 0,0 1 0,0 0 0,-2-8 0,1 11 0,1 0 0,-1 0 0,0 0 0,0 0 0,0 0 0,0 1 0,0-1 0,0 0 0,-1 0 0,1 1 0,-1-1 0,1 1 0,-1-1 0,1 1 0,-1-1 0,0 1 0,-2-1 0,-1-1 0,0 1 0,0-1 0,0 1 0,-1 1 0,1-1 0,-9 0 0,1 0 0,0 1 0,0 0 0,0 1 0,0 0 0,-14 3 0,25-2-28,0-1 0,-1 1 0,1 0 0,0 0 0,0 0 0,0 0 0,0 0 1,0 0-1,0 0 0,0 1 0,1-1 0,-1 1 0,0-1 0,1 1 0,-1 0 0,1-1 0,-1 1 0,0 2 0,1-2-424,0-1-1,1 1 0,-1 0 0,0-1 1,1 1-1,0-1 0,-1 1 1,1 0-1,0 0 0,0-1 0,0 1 1,0 0-1,0-1 0,0 1 1,1 2-1,-1-4 124,0 1 1,0-1-1,0 1 1,0-1-1,1 1 1,-1-1-1,0 1 1,1-1 0,-1 1-1,0-1 1,1 1-1,-1-1 1,0 0-1,1 1 1,-1-1-1,1 0 1,-1 1-1,0-1 1,1 0-1,-1 1 1,1-1-1,-1 0 1,1 0-1,0 1 1,26 2-11875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20121,'0'0'8143,"-19"14"-4392,4-4-3366,5-3-352,0 0 1,0 1-1,0 0 0,1 0 1,0 1-1,1 0 1,-1 1-1,2 0 0,0 0 1,-11 21-1,4-2-33,3 1 0,0 1 0,2 0 0,2 1 0,0-1 0,2 1 0,2 0 0,0 58 0,3-87 0,0 0 0,0 0 0,0 0 0,1 0 0,-1 0 0,1 0 0,0 0 0,0 0 0,0 0 0,0 0 0,0 0 0,1-1 0,-1 1 0,1 0 0,0-1 0,-1 0 0,1 1 0,0-1 0,1 0 0,-1 0 0,0 0 0,1 0 0,-1 0 0,1 0 0,-1-1 0,1 1 0,3 0 0,5 1 0,0 0 0,0-1 0,0 0 0,0-1 0,0-1 0,14 0 0,-20 0-359,0 0 0,0 0 0,0 0 0,0-1 0,-1 0 1,1 0-1,0 0 0,6-3 0,-9 3-471,-1 0 1,1 0-1,0-1 1,0 1-1,0 0 0,-1-1 1,1 1-1,-1-1 1,1 0-1,-1 1 1,0-1-1,0 0 0,2-3 1,5-21-16502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23179,'0'0'6467,"115"-8"-3698,-63 8-2577,7 6-192,12 13-464,-2-2-3458,-2-5-7251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3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15799,'0'0'12779,"-9"10"-9260,2 0-3444,-1-1-1,1 1 1,1 0-1,0 1 0,0-1 1,1 1-1,1 1 1,-7 19-1,-3 49-74,4 0 0,2 1 0,5 100 0,3-180 0,-1 5 0,1-1 0,0 0 0,0 0 0,1 0 0,-1 0 0,1 1 0,0-1 0,1 0 0,-1 0 0,1-1 0,0 1 0,0 0 0,3 5 0,-4-9-74,-1-1 1,1 1-1,-1-1 1,1 1-1,0 0 0,-1-1 1,1 1-1,0-1 0,-1 1 1,1-1-1,0 0 1,-1 1-1,1-1 0,0 0 1,0 1-1,0-1 0,-1 0 1,1 0-1,0 0 1,0 0-1,0 0 0,-1 0 1,1 0-1,0 0 0,0 0 1,0 0-1,0 0 1,-1 0-1,1-1 0,0 1 1,0 0-1,-1-1 1,1 1-1,0 0 0,0-1 1,-1 1-1,1-1 0,0 1 1,-1-1-1,1 0 1,-1 1-1,1-1 0,0-1 1,2-1-1216,0-1 0,0 0 0,0 0 0,-1 0 0,5-8 0,8-32-9780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58 15799,'0'0'2903,"18"-7"306,-11 4-2840,14-5 733,1 1 0,1 0-1,-1 2 1,44-6 0,167 1 3020,120 12-3269,-122 0-850,-231-2-3,1 0 0,0 1 0,-1-1 0,1 1 0,0-1 0,-1 1 0,1-1 0,-1 1 0,1-1 0,0 1 0,-1 0 0,0-1 0,1 1 0,-1 0 0,1 0 0,-1-1 0,0 1 0,0 0 0,1 0 0,-1-1 0,0 1 0,0 0 0,0 0 0,0 0 0,0-1 0,0 1 0,0 0 0,0 1 0,0 34 0,-1-24 0,-7 105 0,-1 4 0,23 182 0,-11-272 0,-3 55 0,-1-85 0,1 0 0,0 1 0,-1-1 0,0 0 0,1 0 0,-1 0 0,1 0 0,-1 0 0,0 0 0,0 0 0,0 0 0,0 0 0,0 0 0,0 0 0,0-1 0,0 1 0,0 0 0,0-1 0,0 1 0,0-1 0,0 1 0,-1-1 0,1 1 0,0-1 0,0 0 0,0 0 0,-1 1 0,-1-1 0,-44 2 0,39-2 0,-124-1 0,0 7 0,-139 22 0,208-17 0,1 2 0,0 4 0,-92 35 0,148-49 0,-24 13 0,29-15 0,0 0 0,0 0 0,0-1 0,0 1 0,0 1 0,0-1 0,0 0 0,1 0 0,-1 0 0,0 0 0,1 0 0,-1 1 0,1-1 0,-1 0 0,1 1 0,-1-1 0,1 0 0,0 1 0,-1 2 0,2-3 0,-1 0 0,1-1 0,-1 1 0,1 0 0,-1 0 0,1 0 0,-1 0 0,1-1 0,0 1 0,0 0 0,-1-1 0,1 1 0,0 0 0,0-1 0,0 1 0,-1-1 0,1 1 0,0-1 0,0 0 0,0 1 0,0-1 0,0 0 0,0 0 0,0 0 0,0 1 0,0-1 0,0 0 0,0 0 0,0-1 0,0 1 0,0 0 0,1 0 0,3 0 0,56 2-1324,-18-8-3187,-29 2 293,-1-1 0,20-10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5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1 505 10005,'0'0'13038,"8"0"-11192,42-2 537,76-12 0,57-25-1544,244-36-740,-169 37-115,605-140-81,-619 125 151,-137 33 774,186-9 0,110 23-25,-304 6-1029,425 0 226,-521 0 0,7 0 0,0 0 0,0 0 0,0-1 0,16-4 0,-24 5 0,-1-1 0,1 1 0,0-1 0,0 0 0,-1 0 0,1 1 0,-1-1 0,1 0 0,0 0 0,-1-1 0,0 1 0,1 0 0,-1 0 0,0-1 0,0 1 0,1-1 0,-1 1 0,0-1 0,-1 1 0,1-1 0,0 0 0,0 1 0,-1-1 0,1 0 0,-1 1 0,1-1 0,-1 0 0,0 0 0,0 0 0,0-2 0,0 4 0,0 0 0,0 0 0,0-1 0,0 1 0,-1 0 0,1 0 0,0 0 0,0 0 0,0 0 0,0 0 0,-1 0 0,1-1 0,0 1 0,0 0 0,-1 0 0,1 0 0,0 0 0,0 0 0,0 0 0,-1 0 0,1 0 0,0 0 0,0 0 0,0 0 0,-1 0 0,1 0 0,0 1 0,0-1 0,0 0 0,-1 0 0,1 0 0,0 0 0,0 0 0,0 0 0,-1 0 0,1 1 0,0-1 0,0 0 0,0 0 0,0 0 0,0 0 0,-1 1 0,1-1 0,0 0 0,0 0 0,0 0 0,0 1 0,0-1 0,0 0 0,0 0 0,-20 20 0,2 1 0,1 1 0,0 0 0,2 1 0,0 0 0,2 2 0,-12 26 0,-61 190 0,79-216 0,0 0 0,2 1 0,1 0 0,1 0 0,0 41 0,3-67-17,0 1 0,0-1 0,-1 1 0,1-1 0,0 0 0,0 1 0,-1-1 0,1 1 0,0-1-1,-1 0 1,1 1 0,0-1 0,-1 0 0,1 1 0,0-1 0,-1 0 0,1 0 0,-1 1 0,1-1 0,0 0 0,-1 0 0,1 0 0,-1 0 0,1 0 0,-1 1 0,1-1 0,-1 0-1,1 0 1,-1 0 0,1 0 0,0 0 0,-1 0 0,1-1 0,-1 1 0,1 0 0,-1 0 0,1 0 0,-1-1 0,-2 1-1073,-14 0-7688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18601,'0'0'13352,"12"1"-12613,-3-2-697,-6 1-40,0 0-1,0 0 1,0 0-1,0 0 1,0 0-1,0 1 1,0-1 0,0 1-1,0 0 1,0 0-1,-1 0 1,1 0-1,0 0 1,0 1 0,-1-1-1,1 1 1,-1 0-1,1-1 1,-1 1-1,4 4 1,12 16 9,2 0 1,1-2-1,1 0 1,32 22-1,-42-34-75,0-1-1,0 0 1,1 0 0,0-2-1,0 1 1,1-2 0,-1 0-1,1 0 1,0-1-1,28 1 1,9-3-6470,-33-1 2503,19 0-6779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6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19625,'0'0'11557,"-109"8"-9972,72 17-1585,3 4 0,7 3 0,10 1 0,3 0 0,5-3 0,3-1 0,4-6 0,-2 0 0,4 0 0,-2-4 0,-4-5-5218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30 6371,'0'0'13313,"-12"-5"-10733,-49-20 1701,58 39-407,-38 193-1304,21-117-2681,-12 121 0,20 375 111,13-410 0,-9-116 0,10-59-229,-1-1 1,1 1-1,0-1 1,0 0-1,-1 0 0,1 1 1,0-1-1,0 0 1,0-1-1,0 1 0,-1 0 1,1 0-1,0-1 1,0 1-1,2-2 0,-1-2-1209,0 1 0,0-1 0,0 0-1,0 0 1,-1 0 0,0 0 0,0-1-1,0 1 1,2-8 0,9-26-11944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10165,'0'0'9633,"15"-1"-7874,396 11 5442,-150 2-6586,296-10-681,0-38-1044,-431 21 925,514-37 1600,-217 52 1925,-429 1-3340,-1 0 0,1 0 0,0 0 0,0 0 0,0 1 0,1 0 0,-1 0 0,0 1 0,1 0 0,-1 0 0,1 0 0,0 0 0,0 1 0,0 0 0,1 0 0,-1 1 0,1-1 0,0 1 0,0 0 0,1 0 0,-1 0 0,-4 11 0,-6 10 0,2 1 0,1 1 0,-10 42 0,16-54 0,-266 862 0,256-821 0,2 0 0,-5 67 0,2 115 0,10-121 0,5-110 0,-4 47 0,4-51 0,1 0 0,-1 0 0,0 0 0,0-1 0,-1 1 0,1 0 0,-1-1 0,0 1 0,0-1 0,-4 7 0,5-10 0,1 1 0,-1 0 0,0-1 0,1 1 0,-1 0 0,1-1 0,-1 1 0,0-1 0,0 1 0,1-1 0,-1 0 0,0 1 0,0-1 0,0 0 0,1 1 0,-1-1 0,0 0 0,0 0 0,0 0 0,0 1 0,0-1 0,0 0 0,1 0 0,-1-1 0,0 1 0,0 0 0,0 0 0,0 0 0,0 0 0,1-1 0,-1 1 0,0 0 0,0-1 0,0 1 0,1-1 0,-1 1 0,-1-2 0,-1-1 0,0-1 0,0 1 0,0-1 0,1 0 0,-5-8 0,-4-7 0,5 14 0,-1-1 0,1 1 0,-1 0 0,1 1 0,-2 0 0,1 0 0,0 0 0,-1 1 0,1 0 0,-13-3 0,-11-2 0,-45-4 0,31 6 0,-530-78 0,-1 46 0,567 38 0,-253 2 0,199 1 0,1 4 0,-71 16 0,89-13 0,0-2 0,0-2 0,-66 1 0,110-7 0,0 0 0,-1 0 0,1 1 0,-1-1 0,1 0 0,0 0 0,-1 0 0,1 0 0,-1 0 0,1 0 0,0 0 0,-1 0 0,1 0 0,-1 0 0,1 0 0,0 0 0,-1 0 0,1-1 0,-1 1 0,1 0 0,0 0 0,-1 0 0,1 0 0,0-1 0,-1 1 0,1 0 0,0 0 0,-1-1 0,1 1 0,0 0 0,0-1 0,-1 1 0,1 0 0,0-1 0,0 1 0,-1 0 0,1-1 0,0 1 0,0-1 0,0 1 0,0 0 0,0-1 0,0 1 0,0-1 0,0 1 0,0 0 0,0-1 0,0 1 0,0-1 0,0 1 0,0 0 0,0-1 0,0 1 0,0-1 0,0 0 0,1 0 0,0 0 0,0 0 0,-1 0 0,1 0 0,0 0 0,0 0 0,0 0 0,0 0 0,0 1 0,0-1 0,0 0 0,0 1 0,1-1 0,-1 0 0,0 1 0,3-1 0,24-4-1126,-2 1-3089,9-4-6163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8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38 239 8516,'0'0'9316,"-7"-6"-8409,-21-17-616,28 23-271,0 0 0,0 0 0,0 0 0,-1 0 0,1 0 0,0 0 0,0 0 0,0 0 0,0-1 0,0 1 0,-1 0 0,1 0-1,0 0 1,0 0 0,0-1 0,0 1 0,0 0 0,0 0 0,0 0 0,0 0 0,-1-1 0,1 1 0,0 0 0,0 0 0,0 0 0,0-1 0,0 1 0,0 0 0,0 0 0,0 0 0,0-1 0,0 1 0,0 0-1,0 0 1,1 0 0,-1-1 0,0 1 0,0 0 0,0 0 0,0 0 0,0 0 0,0-1 0,0 1 0,0 0 0,1 0 0,-1 0 0,0 0 0,0 0 0,0-1 0,0 1 0,0 0 0,1 0 0,-1 0 0,0 0 0,0 0-1,0 0 1,1 0 0,-1 0 0,0 0 0,0 0 0,0 0 0,0 0 0,1 0 0,-1 0 0,0 0 0,0 0 0,0 0 0,1 0 0,15-2 756,-14 2-581,143-15 3408,321-23-14,287 26-915,325-16-1151,-920 14-1523,262-57 0,-417 70 0,-2 1 0,-1 0 0,1 0 0,0 0 0,0 0 0,-1 0 0,1 0 0,0 0 0,0 0 0,-1 0 0,1-1 0,0 1 0,-1 0 0,1-1 0,0 1 0,-1 0 0,1-1 0,0 1 0,-1-1 0,1 1 0,-1-1 0,1 1 0,-1-1 0,1 1 0,-1-1 0,1 0 0,-1 1 0,1-2 0,-2 2 0,0-1 0,1 0 0,-1 1 0,0-1 0,0 1 0,0-1 0,1 1 0,-1-1 0,0 1 0,0-1 0,0 1 0,0 0 0,0-1 0,0 1 0,0 0 0,0 0 0,0 0 0,-2 0 0,-21-3 0,-76 3 0,96 0 0,1 1 0,0 0 0,-1 0 0,1 0 0,0 0 0,0 1 0,0-1 0,0 1 0,0 0 0,0 0 0,-4 3 0,-31 33 0,9-10 0,3-11-1652,-5-4-5065,-11 1-5547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32 8468,'0'0'15511,"3"-5"-13390,-1 2-1529,-2 1-374,1 1 1,0-1-1,0 1 0,-1-1 1,1 1-1,0-1 1,0 1-1,0 0 1,0 0-1,1-1 1,-1 1-1,0 0 1,0 0-1,1 0 1,-1 0-1,3-1 1,-4 2-175,0 0 0,0 0 0,1 0 0,-1 0 0,0 0 0,0 0 0,0 0 0,1 0 0,-1 0 0,0 0 0,0 0 0,0 0 0,1 0 0,-1 1 0,0-1 0,0 0 0,0 0 0,1 0-1,-1 0 1,0 0 0,0 0 0,0 1 0,0-1 0,0 0 0,1 0 0,-1 0 0,0 1 0,0-1 0,0 0 0,0 0 0,0 0 0,0 1 0,0-1 0,0 0 0,0 0 0,0 0 0,0 1 0,0-1 0,0 0 0,0 0 0,0 0 0,0 1 0,0-1 0,0 0 0,0 0 0,0 1 0,0-1 0,0 0 0,0 0 0,0 0 0,0 1 0,-1-1 0,1 1-14,-3 19-30,0-1 0,-10 30 0,6-26 0,-6 41 0,6 185 0,8-173 0,0-58 0,0 0 0,6 20 0,0 7 0,-7-43 0,1-1 0,-1 0 0,1 0 0,0 0 0,-1 0 0,1 0 0,0 0 0,0 0 0,-1 0 0,1 0 0,0 0 0,0 0 0,0 0 0,0-1 0,0 1 0,0 0 0,1-1 0,-1 1 0,0-1 0,0 1 0,0-1 0,0 0 0,1 1 0,-1-1 0,0 0 0,0 0 0,1 0 0,-1 0 0,3 0 0,-2 0 0,-1 0 0,1 0 0,0 0 0,0 0 0,0 0 0,0 0 0,-1-1 0,1 1 0,0-1 0,0 1 0,-1-1 0,1 0 0,0 1 0,-1-1 0,1 0 0,-1 0 0,1 0 0,-1-1 0,1 1 0,1-2 0,9-31-178,-9 10-2824,-3-5-5920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3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3 7732,'0'0'11893,"4"-1"-9337,10-1-415,-23 5 541,-29 9 160,-61 39 46,51-22-2877,0 3 0,-68 59 0,105-81-11,0 1 0,0 0 0,1 0 0,-9 14 0,16-20 0,-1 1 0,1 0 0,0 0 0,1 0 0,-1 0 0,1 0 0,1 1 0,-1-1 0,1 1 0,0-1 0,0 11 0,1-8 0,-1-2 0,1 0 0,1 0 0,-1 0 0,4 11 0,-3-15 0,0 0 0,0 0 0,0 0 0,1-1 0,-1 1 0,1 0 0,0-1 0,0 1 0,0-1 0,0 0 0,0 0 0,1 0 0,3 3 0,2 0 0,-1 0 0,1-1 0,0 0 0,1 0 0,-1-1 0,1 0 0,-1 0 0,1-1 0,0-1 0,0 1 0,0-1 0,0-1 0,13 0 0,-19-1 0,1 0 0,-1 0 0,1 0 0,-1-1 0,0 1 0,1-1 0,-1 0 0,0 0 0,0 0 0,0 0 0,0-1 0,0 1 0,-1-1 0,1 0 0,-1 1 0,0-1 0,0 0 0,0-1 0,0 1 0,2-4 0,-3 5 0,1-1 0,-1 1 0,0 0 0,0-1 0,0 1 0,0 0 0,0-1 0,-1 1 0,1-1 0,0 1 0,-1-1 0,0 0 0,0 1 0,0-1 0,0 1 0,0-1 0,0 0 0,-1 1 0,1-1 0,-1 1 0,0-1 0,0 1 0,0-1 0,0 1 0,0 0 0,0-1 0,-1 1 0,1 0 0,-1 0 0,-2-2 0,-4-2 0,-1 1 0,0 0 0,0 1 0,0 0 0,-1 0 0,1 1 0,-1 0 0,0 1 0,-10-2 0,-16 0 0,-36-1 0,39 4 0,36 1 37,0 1 0,0 0 0,0 0 0,0 0 0,0 1 0,0-1 0,0 1 0,0-1 0,-1 1 0,1 0 0,-1 0 0,1 0-1,-1 0 1,0 0 0,2 3 0,7 6-2902,1-2-4327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4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5939,'0'0'9572,"1"-14"-8190,2-40 163,6 12 5026,-3 13-214,-6 29-6338,0 0 0,0 0 0,0 0 0,0 0 0,0 0 0,-1 0 0,1 0 0,0 0 0,1-1 0,-1 1 0,0 0 0,0 0 0,0 0 0,0 0 0,0 0 0,0 0 0,0 0 0,0 0 0,0-1 0,0 1 0,0 0 0,0 0 0,0 0 0,0 0 0,0 0 0,0 0 0,0 0 0,0 0 0,0 0 0,1 0 0,-1 0 0,0 0 0,0 0 0,0 0 0,0 0 0,0 0 0,0-1 0,0 1 0,0 0 0,0 0 0,1 0 0,-1 0 0,0 0 0,0 0 0,0 0 0,0 0 0,0 0 0,0 0 0,0 0 0,0 1 0,1-1 0,-1 0 0,0 0 0,0 0 0,0 0 0,0 0 0,0 0 0,0 0 0,9 7 376,15 19-593,-12-12 281,24 20-83,3-1 0,0-1 0,2-3 0,1-1 0,2-2 0,0-2 0,1-2 0,53 18 0,-35-15 0,96 54 0,50 48 0,-197-119 0,136 76 0,-121-72 0,0 0 0,1-2 0,49 12 0,-124-21-1051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4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7603,'0'0'19297,"6"3"-16994,0 1-1566,-5-3-571,0 0 0,1 0 1,-1 0-1,1 0 0,0 0 1,-1 0-1,1 0 0,0-1 1,0 1-1,-1-1 0,1 0 0,0 1 1,0-1-1,0 0 0,-1 0 1,3 0-1,-3 0-166,0 0 0,-1 0 0,1 1 0,-1-1 0,1 0 0,-1 1 0,1-1 0,-1 0 0,1 1 0,-1-1 0,1 0 0,-1 1 0,0-1 0,1 1 0,-1-1 0,1 0 0,-1 1 0,0-1 0,0 1 0,1 0 0,-1-1 0,0 1 0,0-1 0,0 1 0,1-1 0,-1 1 0,0-1 0,0 1 0,0 0 0,0-1 0,0 2 0,0 20 0,0-19 0,0 19 0,1 1 0,1-1 0,1 0 0,11 43 0,-9-50 0,0-1 0,2 1 0,0-1 0,0 0 0,1-1 0,1 0 0,19 22 0,-11-16 0,1-2 0,1 0 0,0-2 0,1 0 0,25 14 0,-66-21 0,-54 5 0,-1-4 0,-105 0 0,171-8 0,2-2 0,0 1 0,0 0 0,0 1 0,0-1 0,0 2 0,0-1 0,0 1 0,0 1 0,0-1 0,-12 7 0,20-9-10,-1 1-1,0 0 1,1-1-1,-1 1 1,0 0 0,1 0-1,-1 0 1,1-1-1,-1 1 1,1 0 0,-1 0-1,1 0 1,0 0-1,0 0 1,-1 0 0,1 0-1,0 0 1,0 0-1,0 0 1,0 0 0,0 0-1,0 0 1,0-1-1,0 1 1,0 0 0,1 0-1,-1 0 1,0 0-1,1 0 1,0 1 0,8 12-2313,2-5-3356,19 4-8791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4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44 12774,'0'0'15089,"-1"-7"-13205,-4-21-35,5 27-1819,-1 1 0,1-1 0,0 1 0,-1-1 0,1 1 0,0-1 0,-1 1 0,1-1 0,-1 1 0,1-1 0,-1 1 0,1 0 0,-1-1 0,1 1 0,-1 0 0,1-1 0,-1 1 0,1 0 0,-1 0 0,0 0 0,1-1 0,-1 1 0,1 0 0,-1 0 0,0 0 0,1 0 0,-1 0 0,1 0 0,-1 0 0,0 0 0,1 1 0,-1-1 0,1 0 0,-1 0 0,0 0 0,1 1 0,-1-1 0,1 0 0,-1 0 0,1 1 0,-1 0 0,-22 14-119,12-4 89,1 0 0,0 1 0,1 1 0,1-1 0,0 2 0,1-1 0,-10 25 0,-31 109 0,46-141 0,-14 58 0,2 1 0,3 1 0,-4 127 0,16-98 0,3-1 0,21 109 0,-19-146 202,-6-44-4027,1 1-4144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4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11573,'0'0'11944,"22"-3"-10196,-4 0-1441,19-3 207,-1 2 0,47 0 0,359 15 645,4 1-824,153-12-518,-343 0 4245,-239-1-3878,-11 1-176,1-1 0,0 1 0,-1 0 0,1 1 0,0-1 0,-1 1 0,1 0 0,-1 1 0,1 0 0,-1 0 0,12 6 0,-17-7-8,1 1 0,-1 0 0,0-1 0,0 1 0,0 0 0,0 0 0,-1 0 0,1 0 0,0-1 0,-1 1 0,1 0 0,-1 0 0,0 0 0,0 0 0,0 0 0,0 4 0,-3 35 0,3-40 0,-2 11 0,-1-1 0,0 0 0,-1 0 0,0 0 0,-8 15 0,-4 10 0,-45 131 0,6 2 0,9 2 0,6 3 0,9 1 0,7 1 0,-2 326 0,26-504 0,0 1 0,0-1 0,-1 0 0,1 0 0,0 1 0,-1-1 0,1 1 0,-1-1 0,1 0 0,-1 1 0,0-1 0,0 1 0,0-1 0,0 1 0,0 0 0,0-1 0,0 1 0,0 0 0,0 0 0,-1-1 0,1 1 0,0 0 0,-1 1 0,1-1 0,-1 0 0,1 0 0,-3 0 0,-4-2 0,0 1 0,-1 0 0,1 0 0,-13 0 0,1-1 0,-295-20 0,202 19 0,-812-23 0,922 27 0,-11 0 0,0 0 0,0 0 0,0 2 0,0 0 0,0 0 0,-17 6 0,31-8-40,0 0 0,-1 0 1,1 0-1,0 0 0,0 0 0,-1 0 0,1 0 1,0 0-1,-1 0 0,1 0 0,0 0 0,0 0 1,-1 1-1,1-1 0,0 0 0,0 0 0,-1 0 1,1 0-1,0 1 0,0-1 0,0 0 0,0 0 1,-1 1-1,1-1 0,0 0 0,0 0 0,0 1 1,0-1-1,0 0 0,0 0 0,-1 1 0,1-1 1,0 0-1,0 0 0,0 1 0,0-1 0,0 0 1,0 1-1,0-1 0,0 0 0,0 0 0,0 1 1,1-1-1,-1 0 0,0 1 0,0-1 0,0 0 1,0 0-1,0 1 0,1-1 0,13 7-8658,10-6-3529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4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168 218 5635,'0'0'7782,"-20"1"-6536,-67 3-208,82-4-862,1 0 1,0 1-1,0-1 1,0 1-1,-1 0 1,1 1-1,0-1 1,-5 3-1,-8 0 2016,42-3 4202,15 0-4728,53-6 1,616-76 1964,-222 27-3703,-433 48 72,39-4 0,-1-3 0,144-41 0,-212 45 0,-20 5 0,-15 2 0,-13 3-328,-47 9 0,22-2-3931,-1-4-6220,14-4-1307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4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9 4306,'0'0'13910,"-19"-9"-13317,11 9-401,-3 0-192,-3 11-1073,3 1-3057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50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83 9124,'0'0'14273,"14"-11"-11589,44-35-195,-56 45-2092,1-1 0,-1 0 0,0 0 0,0 0 0,0 0 0,-1-1-1,1 1 1,2-5 0,-3 5 297,-2 8-763,-1 16 69,-1 0 0,-1 0 0,-1-1 0,-9 25 0,2-2 0,-21 80 0,5 1 0,-15 186 0,39-272 0,2-27 0,1-23 0,1 3-29,1-34-599,4 14-3080,6-3-5757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51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5298,'0'0'8423,"1"40"10511,202-27-18822,-133-13-112,-70 1 0,0 0 0,1 0 0,-1 1 0,0-1 0,0 0 0,1 0 0,-1 1 0,0-1 0,0 0 0,0 0 0,-1 1 0,1-1 0,0 0 0,0 0 0,-1 1 0,1-1 0,-1 0 0,0 2 0,-108 151 0,59-87 0,44-60-21,1 0-1,-1 0 1,1 1 0,1 0-1,0 0 1,0 0 0,0 1-1,1-1 1,1 1 0,-1 0-1,-1 16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5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8996,'0'0'13027,"0"-6"-10551,3-14 649,4 17 14,6 12-1292,-6-3-1834,-1-1 0,1 0 0,0-1 1,0 0-1,0 0 0,0-1 1,1 1-1,0-2 0,-1 1 1,1-1-1,0 0 0,13 1 0,13 0-27,57-1-1,-57-3 29,21 1-14,-54 1 0,-1-1 0,0 0 0,0 0 0,0 1 0,0-1 0,0 0 0,0 1 0,0-1 0,0 0 0,0 1 0,0-1 0,0 0 0,0 0 0,0 1 0,0-1 0,0 0 0,0 1 0,0-1 0,0 0-1,-1 1 1,1-1 0,0 0 0,0 0 0,0 1 0,0-1 0,-1 0 0,1 0 0,0 1 0,0-1 0,0 0 0,-1 0 0,1 0 0,0 0 0,0 1 0,-1-1 0,1 0 0,0 0 0,-1 0 0,1 0 0,0 0 0,-1 0 0,-11 11-124,-30 21-4338,-5 3-6507,19-16 1313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52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1409,'0'0'11333,"11"-8"-9682,-5 3-1607,50-36 3599,-11 12 4849,-42 27-7929,-1 1 0,1-1 1,0 1-1,-1 0 0,1 0 0,0 0 0,0 1 0,0-1 1,0 1-1,3-1 0,-5 4-563,-1-1 0,1 1 0,-1 0 0,1-1 0,-1 1 0,0 0 0,0-1 0,-1 5 0,1-6 0,1 3 0,-1-1 0,0 1 0,0-1 0,0 1 0,-1 0 0,1-1 0,-1 1 0,0-1 0,0 1 0,0-1 0,0 1 0,-1-1 0,0 0 0,1 0 0,-1 0 0,-3 4 0,5-6 0,-1-1 0,1 1 0,-1-1 0,1 1 0,-1 0 0,1-1 0,-1 1 0,1-1 0,-1 1 0,1-1 0,-1 1 0,0-1 0,1 0 0,-1 1 0,0-1 0,0 0 0,1 0 0,-1 1 0,0-1 0,0 0 0,1 0 0,-1 0 0,0 0 0,0 0 0,1 0 0,-1 0 0,0 0 0,0 0 0,1 0 0,-1-1 0,0 1 0,0 0 0,1 0 0,-1-1 0,0 1 0,1-1 0,-2 0 0,1 0 0,-1-1 0,1 0 0,0 1 0,0-1 0,1 0 0,-1 1 0,0-1 0,1 0 0,-1 0 0,1 0 0,-1 0 0,1 0 0,0 0 0,0-3 0,0-34 0,1 24 0,-1 13 0,0 1 0,0 0 0,0 0 0,0 0 0,0 0 0,1 0 0,-1 0 0,0 0 0,1 0 0,-1 0 0,1 0 0,-1 1 0,1-1 0,-1 0 0,1 0 0,-1 0 0,1 0 0,0 1 0,-1-1 0,1 0 0,0 0 0,0 1 0,0-1 0,0 1 0,0-1 0,-1 1 0,3-1 0,29-4 0,-32 7 0,1 1 0,0-1 0,-1 0 0,0 1 0,1-1 0,-1 0 0,0 1 0,0-1 0,-1 3 0,1-4 0,0 0 0,0 1 0,0-1 0,0 0 0,0 1 0,0-1 0,0 0 0,-1 1 0,1-1 0,0 0 0,-1 0 0,1 0 0,-1 1 0,1-1 0,-1 0 0,0 0 0,1 0 0,-1 0 0,0 0 0,0 0 0,0 0 0,0 0 0,0 0 0,0 0 0,0-1 0,0 1 0,0 0 0,0-1 0,-1 1 0,1-1 0,-2 1 0,-3 1 0,0-2 0,0 1 0,0-1 0,0 1 0,-10-2 0,-1 0 0,57 19-1723,5-1-6895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5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127 109 8308,'1'0'20505,"3"0"-18411,-27 2-441,14-1-1630,0 0 0,0-1 0,0 0 0,0 0 0,0-1 0,0 0 0,0 0 0,-16-6 0,24 7-23,0-1 0,0 0 0,0 1 0,1-1 0,-1 0 0,0 0 0,0 0 0,1 0 0,-1 0 0,1 0 0,-1 0 0,1 0 0,-1 0 0,1 0 0,-1 0 0,1 0 0,0 0 0,0 0 0,-1-1 0,1 1 0,0 0 0,0 0 0,0 0 0,0 0 0,1-1 0,-1 1 0,0 0 0,0 0 0,1 0 0,-1 0 0,1 0 0,0-2 0,0 0 0,1 0 0,-1 0 0,1 0 0,0 0 0,0 0 0,0 0 0,1 0 0,-1 1 0,4-3 0,1 0 0,1 0 0,1 1 0,-1 0 0,0 0 0,1 1 0,0 0 0,0 1 0,0 0 0,0 0 0,0 1 0,0 0 0,16 1 0,-25 0 0,1 1 0,0-1 0,-1 1 0,1 0 0,-1-1 0,1 1 0,-1 0 0,0-1 0,1 1 0,-1 0 0,0 0 0,1 0 0,-1-1 0,0 1 0,0 0 0,0 0 0,0 0 0,0-1 0,0 1 0,0 0 0,0 0 0,0 0 0,0 1 0,-3 22 0,1-21 0,0-1 0,1 0 0,-1 1 0,0-1 0,0 0 0,0 0 0,-1 0 0,1 0 0,0 0 0,-1-1 0,1 1 0,-1-1 0,0 0 0,1 0 0,-1 0 0,0 0 0,-3 1 0,-5 0 0,0 0 0,0-1 0,-20 0 0,18 6 99,7-2-2400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5:42:5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70 3554,'0'0'12435,"-3"-7"-10549,-2-1-904,-4-10-352,7-4 11409,7 38-10798,5 4-1241,-8-17 0,0 0 0,0 0 0,-1 0 0,1 0 0,-1 0 0,0 0 0,0 0 0,0 1 0,-1-1 0,1 4 0,-2-7 0,0 1 0,0 0 0,0-1 0,0 1 0,0-1 0,0 1 0,0-1 0,0 1 0,-1-1 0,1 0 0,0 1 0,0-1 0,0 0 0,-1 0 0,1 0 0,0 0 0,-3-1 0,3 1 0,-4 1 0,-1 0 0,1-1 0,-1 0 0,1 0 0,-1-1 0,1 0 0,-1 0 0,1 0 0,0 0 0,-1-1 0,1 0 0,0 0 0,0 0 0,0-1 0,1 0 0,-1 0 0,0 0 0,1 0 0,0-1 0,0 0 0,0 1 0,0-2 0,-5-6 0,9 10 0,-1 0 0,0 0 0,0 1 0,1-1 0,-1 0 0,0 0 0,1 0 0,-1 0 0,1 0 0,0 0 0,-1 0 0,1 0 0,0 0 0,-1 0 0,1-1 0,0 1 0,0 0 0,0 0 0,0 0 0,0 0 0,0 0 0,0 0 0,1 0 0,-1 0 0,1-2 0,0 2 0,0 0 0,0 0 0,0 0 0,0 0 0,0 0 0,0 0 0,1 1 0,-1-1 0,0 0 0,0 1 0,1-1 0,-1 1 0,0-1 0,1 1 0,-1 0 0,3-1 0,5 1 0,0-1 0,0 2 0,0-1 0,17 4 0,-22-3 0,0 0 0,-1 0 0,1 0 0,-1 1 0,1 0 0,-1 0 0,0 0 0,0 0 0,0 0 0,0 1 0,0-1 0,4 5 0,-6-6 0,0 1 0,0-1 0,0 1 0,0 0 0,0-1 0,0 1 0,0 0 0,0-1 0,-1 1 0,1 0 0,0 0 0,-1 0 0,0-1 0,1 1 0,-1 0 0,0 0 0,0 0 0,0 0 0,0 0 0,-1 0 0,1-1 0,0 1 0,-1 0 0,1 0 0,-1 0 0,-1 2 0,0-2 0,1 0 0,-1-1 0,0 1 0,1-1 0,-1 0 0,0 1 0,0-1 0,0 0 0,0 0 0,0 0 0,0 0 0,0-1 0,0 1 0,-1-1 0,1 1 0,0-1 0,-3 1 0,-2-1 0,1 1 0,-1-1 0,1 0 0,-1 0 0,1-1 0,-9-2 0,19 10-1652,2-2-2291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35 19209,'0'0'12208,"-4"-4"-11674,-3-10-201,10 6-39,1 6-270,0 1-1,0 0 1,0 0 0,0 1-1,1-1 1,-1 1-1,5 0 1,-9-1-24,24 0 0,1 0 0,36 4 0,-56-3 0,0 1 0,1 0 0,-1 0 0,0 0 0,0 0 0,0 1 0,0 0 0,0 0 0,-1 0 0,1 1 0,0-1 0,-1 1 0,0 0 0,0 1 0,0-1 0,0 1 0,0 0 0,4 6 0,-7-8 0,0 0 0,0 0 0,0 0 0,-1 0 0,1 0 0,0 0 0,-1 0 0,0 0 0,0 0 0,1 0 0,-1 1 0,-1-1 0,1 0 0,0 0 0,0 0 0,-1 0 0,1 0 0,-1 1 0,0-1 0,1 0 0,-1 0 0,0-1 0,0 1 0,-1 0 0,1 0 0,0 0 0,0-1 0,-1 1 0,1 0 0,-1-1 0,0 0 0,-2 2 0,-7 6 0,0 0 0,-1-2 0,-23 13 0,22-13 0,-31 14 0,29-14 0,1 0 0,0 1 0,0 0 0,-14 12 0,27-19 0,0-1 0,0 1 0,0 0 0,-1 0 0,2 0 0,-1 0 0,0 0 0,0 0 0,0 0 0,0 1 0,1-1 0,-1 0 0,0 0 0,1 1 0,-1-1 0,1 0 0,-1 1 0,1-1 0,0 0 0,0 1 0,0-1 0,0 1 0,0-1 0,0 0 0,0 1 0,0-1 0,0 1 0,0-1 0,1 0 0,-1 1 0,1-1 0,-1 0 0,1 1 0,0-1 0,-1 0 0,1 0 0,0 0 0,0 1 0,0-1 0,-1 0 0,1 0 0,1 0 0,0 1 0,7 4 0,-1 0 0,1 0 0,-1 0 0,18 6 0,-17-7 0,13 6 0,1 0 0,-2 2 0,0 1 0,22 19 0,-38-30 0,-1 1 0,0 0 0,1 0 0,-2 1 0,1-1 0,0 1 0,-1-1 0,0 1 0,0 0 0,-1 1 0,1-1 0,-1 0 0,0 1 0,0-1 0,-1 1 0,0-1 0,0 1 0,0 0 0,0 0 0,-1 0 0,0-1 0,-1 1 0,1 0 0,-3 8 0,2-11 0,0 1 0,-1-1 0,0 0 0,0 1 0,0-1 0,0 0 0,0 0 0,-1-1 0,0 1 0,1 0 0,-1-1 0,0 1 0,0-1 0,0 0 0,0 0 0,-1 0 0,-4 1 0,-8 4 0,-1 0 0,-23 4 0,32-9 0,-28 6 0,0-3 0,-1-1 0,0-1 0,-43-3 0,55 0 0,23 0 10,-1 0-1,1 0 1,-1 0 0,1 0-1,-1-1 1,1 1 0,-1-1 0,1 1-1,-1-1 1,1 0 0,-1 0-1,1 0 1,0 0 0,0-1-1,0 1 1,-1-1 0,1 1 0,1-1-1,-1 0 1,0 1 0,0-1-1,1 0 1,-1 0 0,1-1-1,-1 1 1,1 0 0,-1-3-1,-7-31-1311,7-4-4166,2 1-3240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3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1208 63 11941,'0'0'2927,"-28"-11"53,6 2-2193,6 1-174,-2 1-1,1 1 1,-1 0-1,0 2 1,0 0-1,0 0 1,-1 2 0,1 1-1,-24 0 1,13 4 166,0 1 1,0 1-1,1 2 1,0 1 0,0 1-1,-46 22 1,19-3 46,1 3 1,-58 43 0,67-40-812,1 2 0,2 1 0,1 2 0,-56 72 0,71-77-16,2 0 0,2 2 0,1 1 1,2 0-1,1 2 0,-22 74 0,24-43 1,2 1 0,4 1 0,3-1 0,4 2 0,9 129 0,-3-168 0,2-1 0,1 1 0,1-1 0,2-1 0,2 1 0,0-2 0,2 0 0,18 31 0,-20-44 0,1 0 0,0-1 0,1 0 0,1-1 0,31 28 0,-33-34 0,1-1 0,-1 0 0,1-2 0,0 1 0,1-1 0,0-1 0,0-1 0,1 0 0,15 4 0,0-4 0,1-2 0,0 0 0,0-2 0,0-2 0,0 0 0,-1-2 0,1-2 0,-1 0 0,1-2 0,-2-2 0,53-21 0,-18 1 0,-2-2 0,-1-3 0,-2-3 0,66-53 0,-89 61 0,0-2 0,-2-1 0,-1-1 0,-2-2 0,-1-1 0,-2-1 0,-2-2 0,-1-1 0,-2 0 0,-2-2 0,-2-1 0,-2 0 0,-1-1 0,-3-1 0,-1 0 0,-2-1 0,3-51 0,-7 34 0,-3-1 0,-9-109 0,4 148 0,-2 1 0,0 0 0,-2 0 0,-1 0 0,-1 1 0,-1 0 0,0 0 0,-2 1 0,-1 0 0,-17-23 0,23 37 6,-1 0 0,-1 1-1,1 0 1,-1 0 0,0 1 0,-1 0-1,0 0 1,0 1 0,0 0 0,0 1 0,-1 0-1,0 0 1,0 1 0,0 0 0,0 1-1,0 0 1,0 0 0,-1 1 0,-16 1-1,6 1-192,0 0 0,1 2-1,-1 0 1,0 2-1,1 0 1,0 1-1,0 1 1,-33 17 0,-27 23-4097,3 6-3553,3 3-4387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4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584 100 9780,'0'0'10859,"15"-13"-8989,5-4-1109,11-9 120,5-3 2607,-30 23-1579,4-2 224,-10 8-2115,0 0 0,0 0 0,1 0 0,-1 0 0,0 0 0,0 0 0,0 0 0,0 0 0,1 0 1,-1 0-1,0 0 0,0 0 0,0 0 0,0 0 0,0 1 0,1-1 0,-1 0 0,0 0 1,0 0-1,0 0 0,0 0 0,0 0 0,0 0 0,0 1 0,1-1 0,-1 0 0,0 0 1,0 0-1,0 0 0,0 1 0,0-1 0,0 0 0,0 0 0,0 0 0,0 0 0,0 1 1,0-1-1,0 0 0,0 0 0,0 0 0,0 0 0,0 0 0,0 1 0,0-1 0,0 0 1,0 0-1,0 0 0,-1 0 0,1 1 0,0-1 0,0 0 0,0 0 0,0 0 0,0 0 0,0 0 1,0 0-1,-1 1 0,1-1 0,0 0 0,-2 8-18,-1 0 0,0-1 0,-1 1 0,1-1 0,-1 0 0,-1 0 0,-5 7 0,-40 48 0,41-52 0,-347 347 0,328-330 0,-2 2 0,2 2 0,1 0 0,1 2 0,2 1 0,2 1 0,1 1 0,-25 58 0,45-91-514,0 0 1093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14 12950,'0'0'14375,"3"-5"-12631,4-4-793,-2 11-172,-2 23 319,-7 52-316,-77 343-695,81-417-86,-1 2-1,-6 21 0,7-25 0,0 0 0,0 0 0,-1 0 0,1 0 0,0-1 0,-1 1 0,1 0 0,0 0 0,-1 0 0,1 0 0,-1-1 0,1 1 0,-1 0 0,0 0 0,1-1 0,-1 1 0,0-1 0,1 1 0,-2 0 0,1-2-79,0-1 0,1 1-1,-1-1 1,1 1 0,0-1 0,0 1-1,-1-1 1,1 1 0,0-1 0,0 0 0,1 1-1,-1-2 1,0-1-508,0-31-6344,0-9-4690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5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1192 80 14054,'0'0'5456,"-19"-9"-2201,4 0-2515,4 4-382,1-1 0,-1 1 0,0 1 0,0 0 0,-1 0 1,1 1-1,-1 1 0,1 0 0,-1 0 0,-16 1 1,7 2 66,1 1 1,-1 0 0,1 2 0,0 1-1,0 0 1,0 2 0,-30 13-1,-4 7 472,-71 47 0,66-34-874,2 1-1,2 4 0,1 1 0,3 3 1,-83 101-1,106-112-23,1 1 0,1 1 0,3 1-1,1 1 1,2 1 0,2 1 0,2 1 0,2 0 0,-14 79 0,21-71 1,2-1 0,2 1 0,7 83 0,-1-108 0,1 0 0,1-1 0,1 0 0,2-1 0,1 1 0,1-1 0,1-1 0,22 39 0,-15-38 0,1-1 0,0-1 0,2 0 0,1-1 0,1-2 0,1 0 0,1-2 0,0 0 0,2-2 0,0-1 0,0-1 0,2-1 0,0-2 0,0-1 0,1-1 0,0-1 0,1-2 0,0-1 0,0-1 0,1-2 0,-1-1 0,0-2 0,1-1 0,-1-1 0,1-2 0,-1-1 0,0-1 0,42-15 0,-27 3 0,-1-1 0,0-3 0,-2-1 0,55-39 0,-40 18 0,-1-2 0,65-69 0,-89 79 0,-1-2 0,-2-1 0,-1-1 0,-2-2 0,-3-1 0,-1-1 0,-2-1 0,28-86 0,-33 74 0,-2 0 0,-3-1 0,-3 0 0,-2-1 0,-3 0 0,-2 1 0,-8-66 0,3 91 0,-2-1 0,-1 1 0,-1 1 0,-2-1 0,-1 1 0,-2 1 0,-24-45 0,24 54 0,0 1 0,-1 1 0,-2 0 0,0 1 0,-1 0 0,0 1 0,-2 1 0,0 1 0,-1 1 0,-37-22 0,46 31 0,0 0 0,0 1 0,0 1 0,-1-1 0,0 2 0,0 0 0,0 0 0,0 1 0,0 1 0,0 0 0,-1 0 0,1 1 0,-16 3 0,25-3-6,1 0 0,-1 1 0,1 0 0,0-1 0,-1 1 0,1 0 0,0 0 0,0 0 0,0 0 0,0 1 1,0-1-1,0 1 0,0-1 0,0 1 0,0 0 0,1-1 0,-1 1 0,1 0 0,-1 0 0,1 0 0,-2 3 0,1 1-800,0 0 0,0 1 0,1-1 0,-1 0 0,1 1 0,0-1 0,1 7 0,-1 30-10703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15 337 9989,'0'0'17077,"0"0"-17003,0 1 1,0-1 0,0 0-1,0 0 1,0 0 0,0 0-1,0 0 1,0 0 0,0 0-1,0 1 1,1-1 0,-1 0-1,0 0 1,0 0 0,0 0-1,0 0 1,0 0 0,0 0-1,1 0 1,-1 0 0,0 0-1,0 0 1,0 0 0,0 0-1,0 0 1,1 0 0,-1 0-1,0 0 1,0 0 0,0 0-1,0 0 1,0 0-1,1 0 1,-1 0 0,0 0-1,0 0 1,0 0 0,0 0-1,0 0 1,0 0 0,1 0-1,-1 0 1,0 0 0,0 0-1,0-1 1,0 1 0,0 0-1,0 0 1,0 0 0,0 0-1,0 0 1,1 0 0,-1 0-1,0-1 1,0 1 0,0 0-1,0 0 1,0 0 0,0 0-1,0 0 1,0-1 0,0 1-1,0 0 1,0 232 848,-10-259-923,5-10 0,1 1 0,3-1 0,0 0 0,3 0 0,5-37 0,-2 52 0,0 0 0,1 0 0,1 1 0,1 0 0,13-24 0,-16 35 0,0 0 0,1 1 0,0 0 0,1 0 0,0 1 0,0 0 0,0 0 0,1 0 0,0 1 0,1 0 0,0 1 0,17-10 0,-18 13-26,1 0-1,0 0 1,-1 1 0,1 1 0,10-2-1,15 4-2012,-6 7-3946,-12 5-1408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0 13798,'0'0'15968,"-19"8"-14368,14-6-1453,-17 8 147,0 0-1,1 1 0,-26 18 1,41-25-290,1 0 0,-1 0 0,1 0 1,0 1-1,0 0 0,0 0 0,0 1 1,1-1-1,0 1 0,1 0 0,-1 0 0,1 0 1,0 1-1,0-1 0,1 1 0,0 0 1,0-1-1,-1 13 0,2-14-4,1-1 0,0 0 0,0 1 0,1-1 0,-1 1 0,1-1 0,0 0 0,0 1 0,3 5 0,-3-8 0,0 0 0,0-1 0,0 1 0,1 0 0,-1-1 0,1 1 0,-1-1 0,1 1 0,0-1 0,0 0 0,-1 0 0,1 0 0,0 0 0,0 0 0,0 0 0,0-1 0,0 1 0,0 0 0,0-1 0,0 0 0,4 1 0,1 0 0,0 0 0,1-1 0,-1 0 0,0 0 0,0-1 0,0 1 0,0-2 0,0 1 0,0-1 0,0 0 0,0 0 0,0-1 0,-1 0 0,8-4 0,-8 2 0,1 0 0,-1 0 0,0-1 0,0 0 0,0-1 0,-1 1 0,0-1 0,0 0 0,-1 0 0,1 0 0,-2-1 0,4-8 0,-3 7 0,0-1 0,0 0 0,-1 0 0,-1 0 0,1 0 0,-2 0 0,1-11 0,-18 18-5087,5 3-1767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61 19369,'0'0'11200,"-19"1"-10435,-61 8 86,73-7-820,0-1 0,0 2-1,1-1 1,-1 1-1,1 0 1,-1 0 0,1 0-1,0 1 1,1 0 0,-1 0-1,0 1 1,1 0-1,0 0 1,0 0 0,1 0-1,0 1 1,0 0-1,-6 9 1,8-11-31,0 0 0,0-1 0,1 1 0,-1 0 0,1 0 0,0 0 0,0 0 0,0 0 0,1 0 0,-1 1 0,1-1 0,0 0 0,0 0 0,1 0 0,0 6 0,0-7 0,0-1 0,-1 0 0,1 0 0,0 0 0,1 0 0,-1 0 0,0 0 0,1 0 0,-1 0 0,1 0 0,-1-1 0,1 1 0,0-1 0,0 1 0,-1-1 0,1 1 0,0-1 0,0 0 0,1 0 0,-1 0 0,0 0 0,0-1 0,0 1 0,1 0 0,-1-1 0,0 0 0,4 1 0,3 0-40,-1-1 0,1 1-1,-1-2 1,1 1 0,-1-1 0,1 0 0,-1-1-1,1 0 1,-1 0 0,0-1 0,0 0 0,0 0-1,9-6 1,-11 4 49,0 1-1,0-1 1,-1 0 0,0 0-1,0-1 1,0 1 0,-1-1-1,1 0 1,-1 0-1,-1-1 1,1 1 0,-1-1-1,0 0 1,-1 0 0,0 0-1,2-7 1,0-10 95,0 1 0,-2-1 0,0-33 0,-2 57-131,0 0-1,0-1 1,-1 1 0,1 0-1,0-1 1,-1 1 0,1 0-1,0 0 1,0-1 0,-1 1-1,1 0 1,-1 0 0,1 0-1,0 0 1,-1 0 0,1-1-1,0 1 1,-1 0 0,1 0-1,-1 0 1,1 0 0,0 0-1,-1 0 1,1 0 0,-1 0-1,1 0 1,0 0 0,-1 0-1,1 1 1,0-1 0,-1 0-1,1 0 1,0 0 0,-1 0-1,0 1 1,1-1-43,-3 2-671,0-1-1,1 1 0,-1 0 1,0 0-1,1 0 0,0 0 0,-1 0 1,1 1-1,0-1 0,-3 5 1,-4 6-7431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1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163 127 7700,'0'0'7128,"6"-13"-5914,1-3-597,18-40 1411,-13 14 5510,-30 100-971,-35 52-6884,20-42 609,22-43-292,-56 134 0,60-138 0,0 1 0,2 1 0,1-1 0,0 1 0,0 35 0,4-56-86,1 0 0,-1 1 1,0-1-1,0 0 0,1 0 0,0 0 0,-1 0 1,1 0-1,0 0 0,0 0 0,0 0 0,0-1 1,0 1-1,0 0 0,1 0 0,-1-1 0,0 1 1,1-1-1,3 3 0,-1-1-244,1 0 0,0 0 0,0-1-1,0 0 1,0 0 0,0 0 0,9 2 0,8-1-2617,0 0-1,42-1 1,-62-2 2617,39 0-6935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13206,'0'0'6547,"159"-27"-3233,-95 22-2450,1-1-864,-2 6-752,2 0-5123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19321,'0'0'7006,"25"-13"-5926,1-2-924,-9 5-93,0 0 1,1 1 0,0 1-1,0 1 1,1 1-1,0 0 1,22-3 0,-15 5 128,0 2 0,0 0 0,41 3 0,-65 0-162,-1-1-1,1 0 1,0 1 0,-1 0-1,1-1 1,0 1 0,-1 0-1,1 0 1,-1-1 0,1 1-1,-1 0 1,0 1 0,1-1 0,-1 0-1,0 0 1,0 1 0,0-1-1,0 0 1,0 1 0,0-1-1,0 1 1,0-1 0,-1 1-1,1 0 1,-1-1 0,1 1 0,-1 0-1,1-1 1,-1 1 0,0 0-1,0 2 1,1 8 216,0 1 1,-1 0-1,-2 17 0,1-14 47,-1 2-70,-1 0 1,0 0-1,-2 0 1,0-1 0,-1 1-1,-13 26 1,-60 99-89,65-121-136,-28 46 1,-56 99 0,79-130 0,2 1 0,-21 67 0,30-70-8,5-22-79,0 0-1,-1-1 1,0 1-1,-8 15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2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18585,'0'0'14182,"113"25"-14182,-82 0 0,1 0 0,1 0 0,-2 0 0,-1 0 0,-7-4 0,0-4 0,-4-5 0,-1 1-2385,1-7-2545,4-4-3986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2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16263,'0'0'16504,"-138"134"-16504,94-103 0,4-1 0,-2-3 0,0-2 0,3-2 0,1-2 0,2 0 0,9-9-6211,11-10-8307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6 10149,'2'-2'19916,"1"-1"-18687,-21 11-859,0 1 0,0 1-1,-16 13 1,-16 8-376,-36 17 6,33-21 0,2 3 0,-77 58 0,122-82 0,-1 0 0,1 1 0,0-1 0,1 1 0,0 0 0,0 1 0,0-1 0,1 1 0,0 0 0,0 0 0,-4 17 0,7-20 0,0-1 0,0 1 0,0-1 0,1 1 0,0-1 0,0 1 0,0 0 0,0-1 0,1 1 0,0-1 0,0 1 0,0-1 0,0 1 0,1-1 0,0 0 0,-1 0 0,2 0 0,-1 0 0,0 0 0,1 0 0,0 0 0,0-1 0,0 1 0,5 3 0,-2-1 0,2-1 0,-1 1 0,1-2 0,-1 1 0,2-1 0,-1 0 0,0-1 0,1 0 0,8 2 0,0-1 0,1-1 0,0-2 0,28 1 0,-44-2 0,0 0 0,0 0 0,1 0 0,-1 0 0,0 0 0,0-1 0,0 1 0,1-1 0,-1 1 0,0-1 0,0 0 0,0 0 0,0 0 0,0 0 0,0 0 0,0-1 0,0 1 0,-1 0 0,1-1 0,0 1 0,-1-1 0,1 0 0,-1 0 0,0 1 0,1-1 0,-1 0 0,0 0 0,1-4 0,0-2 0,0-1 0,0 1 0,-1-1 0,0 0 0,-1 1 0,-1-11 0,1 6 0,0 7 0,0 0 0,-1-1 0,0 1 0,-1 0 0,1 0 0,-1 0 0,0 0 0,0 0 0,-1 0 0,-4-6 0,6 9 0,-1 1 0,0-1 0,1 1 0,-1-1 0,-1 1 0,1 0 0,0-1 0,0 1 0,-1 0 0,1 1 0,-1-1 0,0 0 0,0 1 0,1-1 0,-1 1 0,0 0 0,0 0 0,0 0 0,0 0 0,0 1 0,-6-1 0,-3 1-55,-24 1 170,35-1-143,-1 0-1,1 0 1,0 1-1,0-1 1,0 0-1,-1 1 1,1-1-1,0 1 1,0-1-1,0 1 1,0-1-1,0 1 1,0 0-1,0 0 0,0 0 1,0-1-1,0 1 1,0 0-1,1 0 1,-1 0-1,0 0 1,1 0-1,-2 2 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1170 114 12454,'0'0'10879,"-23"-5"-9222,-78-16-179,86 18-1108,1 2 0,0 0 0,-1 0 0,1 2 0,0-1 0,-1 2 0,1 0 0,0 1 0,-23 7 0,6-1 124,-54 13 263,0 3 0,-141 66 1,192-74-777,0 1 1,1 2-1,1 1 1,0 2-1,2 1 1,1 1-1,1 2 1,-46 56-1,58-59 19,2 0 0,0 0 0,2 1 0,0 1 0,2 0 0,1 0 0,1 1 0,-7 43 0,7-16 0,3 0 0,2 1 0,5 75 0,0-112 0,1 0 0,1 0 0,0-1 0,1 0 0,1 0 0,1 0 0,0 0 0,1-1 0,1-1 0,0 1 0,1-1 0,1-1 0,18 20 0,-17-21 0,0-1 0,1 0 0,1-1 0,-1 0 0,2-1 0,0-1 0,0 0 0,1-1 0,-1-1 0,2 0 0,-1-2 0,1 1 0,33 5 0,-3-7 0,1-3 0,-1-1 0,1-2 0,-1-2 0,1-3 0,-2-1 0,72-23 0,-60 12 0,-2-3 0,0-3 0,-2-1 0,-1-3 0,77-56 0,-97 60 0,-2-2 0,-1-1 0,-2-1 0,0-1 0,-2-2 0,-2 0 0,34-58 0,-41 58 0,-2 1 0,0-2 0,-2 0 0,-2-1 0,-1 0 0,-1 0 0,-2-1 0,-2 0 0,1-38 0,-5 41 0,-1 0 0,-2 0 0,-1 0 0,-2 0 0,-11-43 0,11 59 0,-1 0 0,0 0 0,-2 1 0,1 0 0,-2 0 0,0 1 0,-1 0 0,0 1 0,-1 0 0,0 0 0,-1 1 0,-14-10 0,11 11 0,-1 0 0,0 1 0,-1 1 0,0 1 0,0 0 0,-1 1 0,1 1 0,-22-4 0,4 3 0,0 1 0,0 2 0,-49 1 0,82 3-120,-39 4 337,25 5-2973,15-8 2062,0 0 0,0 0 0,0 1 0,1-1 0,-1 0 0,0 0 0,1 0 1,-1 1-1,1-1 0,-1 0 0,1 1 0,0 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888 95 9732,'0'0'11798,"-20"7"-636,20-8-11157,0 0-1,0 0 0,-1 0 1,1 0-1,0 0 1,1 0-1,-1 0 0,0 0 1,0 0-1,0 0 1,0 0-1,1 0 0,-1 0 1,1 0-1,-1 1 1,1-2-1,30-56-4,-18 32 0,-33 25 0,10 5 0,0 1 0,-1 0 0,2 0 0,-1 1 0,1 0 0,-1 1 0,2 0 0,-12 11 0,-5 3 0,-410 359 0,418-364 0,-237 195 0,246-204 0,0 0 0,1 0 0,0 1 0,0 0 0,1 0 0,0 1 0,0 0 0,-6 13 0,15-28 0,-2 2 0,0 1 0,1 0 0,-1-1 0,1 1 0,0 0 0,0 0 0,0 1 0,4-6 0,-2 4-3,0 1-1,0 0 1,0 0 0,0 0 0,0 0-1,1 1 1,6-4 0,10-1-5531,-9 1-5105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8980,'0'0'12846,"6"0"-10952,13 0-733,-5 0 4796,-15 11-4063,-5 5-1888,0-1-1,-1 1 1,-1-1-1,0-1 0,-20 25 1,5-5-4,-14 20-2,-19 30 0,50-73 0,0 0 0,1 0 0,0 1 0,0-1 0,-4 22 0,9-31 0,-1 0 0,1 0 0,-1 0 0,1 0 0,0 1 0,-1-1 0,1 0 0,0 0 0,1 0 0,-1 0 0,0 0 0,1 0 0,-1 0 0,1 1 0,-1-1 0,1 0 0,0-1 0,0 1 0,0 0 0,0 0 0,0 0 0,0 0 0,1-1 0,1 3 0,2-1 0,0-1 0,0 0 0,0 1 0,0-1 0,1-1 0,-1 1 0,0-1 0,9 1 0,30 3 0,2-1 0,68-3 0,-54-2 0,-46 1 0,0-1 0,0-1 0,-1 0 0,1-1 0,0 0 0,-1-1 0,0 0 0,17-8 0,-29 11 0,0 1 0,0-1 0,0 1 0,0-1 0,0 1 0,0-1 0,0 1 0,0-1 0,0 0 0,0 0 0,0 1 0,0-1 0,-1 0 0,1 0 0,0 0 0,0 0 0,-1 0 0,1 0 0,0-2 0,-9 1-2262,-10 2-2735,-4 0-2935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18248,'0'0'14519,"-63"110"-14519,42-47 0,0 4 0,3-2 0,-3-5 0,4-1 0,4-5 0,5-8 0,2-4 0,2-11 0,4-6 0,0-10-4002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29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1202 69 13142,'-31'0'2342,"-5"-1"-1659,-12-1 934,1 3 0,-82 11 0,77-1 114,1 3 1,-88 34-1,-87 62 1769,179-84-2848,1 2-1,2 2 1,-63 55 0,88-68-608,2 1 1,0 1 0,1 0 0,1 1 0,1 1 0,0 0-1,2 1 1,1 0 0,-16 44 0,17-33-45,2 0 0,1 2 0,2-1 0,2 0 0,0 1 0,3-1 0,0 1 0,3 0 0,1-1 0,1 0 0,2 0 0,1 0 0,2-1 0,24 56 0,-22-63 0,0-2 0,2 0 0,1-1 0,0 0 0,2-1 0,0 0 0,2-2 0,0 0 0,1-2 0,1 0 0,1-1 0,1-1 0,0-1 0,1-1 0,0-1 0,1-1 0,0-1 0,52 14 0,-40-18 0,-1-1 0,1-2 0,0-2 0,0-1 0,0-2 0,0-1 0,-1-2 0,52-13 0,2-6 0,0-5 0,93-42 0,-127 47 0,0-3 0,-2-2 0,-1-3 0,83-64 0,-112 76 0,-2 0 0,-1-2 0,0-1 0,-2-1 0,0-1 0,-2 0 0,0-1 0,-2-1 0,-1 0 0,-1-1 0,16-48 0,-19 36 0,-1 0 0,6-73 0,-9-82 0,-6 164 0,-1 1 0,-2 0 0,-1 0 0,-1 0 0,-10-31 0,8 40 0,-1 1 0,0 0 0,-1 1 0,-1 0 0,-1 0 0,0 1 0,-1 1 0,-17-18 0,13 17 2,-1 2 0,0-1 0,-1 2 0,-1 1 0,0 0 0,0 1 0,-2 1 0,1 1 0,-25-8 0,16 9-38,1 1 0,-2 1 0,1 2 0,-1 0 0,0 3 0,-45 0 0,61 3-453,-1 0 1,1 1-1,0 1 1,0 0-1,1 0 1,-20 9-1,12-3-2005,1 2 0,1 0 0,-26 18 0,-24 26-9490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898 1 8964,'0'3'23904,"0"18"-24005,0-16 101,-2 1 0,1-1 0,-1 1 0,0-1 0,0 0 0,0 0 0,-1 0 0,0 0 0,0 0 0,0 0 0,0-1 0,-1 0 0,0 1 0,-4 3 0,-7 9 0,-53 61 0,-91 83 0,-89 54 0,-24 25 0,264-233 0,-4 3 0,0 2 0,0 0 0,1 0 0,1 1 0,0 1 0,-8 15 0,21-41 0,8-12 0,-2 14-48,0-1 0,0 2 0,20-17-1,14-5-7815,-22 16-3752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3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86 193 7972,'0'0'4298,"0"-12"-3469,0-26 361,0 25 3288,0-5 4490,-2 13-8831,0 1-1,-1 0 1,1 0-1,-1 0 1,1 0-1,-1 0 1,0 1 0,-6-6-1,0-1-95,-4-4-49,8 10 3,1 0 0,0-1-1,1 1 1,-1-1 0,1 1-1,0-1 1,0 0 0,-3-6 1174,9 21 1696,18 35-3087,182 305 222,-93-151 0,-86-157 0,30 53 0,3-2 0,81 97 0,-131-180 0,0-1 0,-1 1 0,6 13 0,9 13 0,-19-34 0,0-31 0,-2 27 27,0 0-1,0-1 1,0 1-1,-1 0 1,1 0-1,0-1 1,-1 1-1,0 0 1,1 0-1,-1 0 1,0 0-1,0 0 1,0 0-1,-1 0 1,1 0-1,0 0 1,-1 0 0,1 1-1,-1-1 1,-2-1-1,-18-8-2306,-5 6-7738,6 2-4093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4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1138 166 11973,'0'0'7857,"-20"-15"-4354,4 3-2803,8 5-470,0 0-1,0 1 1,-1 0-1,0 1 1,0 0 0,0 0-1,-1 1 1,0 0-1,0 0 1,0 1-1,0 1 1,0 0-1,0 0 1,-18 0 0,-24 2 266,-1 3 0,1 3 1,1 1-1,-1 3 1,1 2-1,1 2 1,-62 26-1,78-25-386,1 1 0,0 1 0,1 2 0,0 1 0,2 1 0,1 2-1,0 1 1,2 1 0,1 2 0,1 0 0,-23 33 0,35-40-110,2 1 0,0-1 0,0 2 0,2-1 0,1 2 0,1-1 0,1 1 0,0 0 0,2 0 0,1 0 0,1 1 0,1-1 0,0 1 0,5 29 0,2-13 0,1 0 0,2-1 0,2 0 0,2-1 0,1 0 0,2-1 0,30 52 0,-6-20 0,66 86 0,-84-126 0,2-2 0,0-1 0,2-1 0,0-1 0,45 30 0,-53-43 0,0-1 0,1-1 0,0-1 0,1 0 0,-1-2 0,2 0 0,-1-1 0,1-1 0,-1-1 0,1-1 0,0-1 0,0 0 0,0-2 0,0 0 0,-1-2 0,1 0 0,38-12 0,-20 3 0,-1-2 0,-1-2 0,0-2 0,-1-1 0,-1-1 0,-1-2 0,-1-2 0,40-36 0,-45 33 0,-1 0 0,-1-2 0,-1-1 0,-2-1 0,-1-1 0,-2-1 0,-1-1 0,-1-1 0,17-50 0,-19 37 0,-3-1 0,-1 0 0,-3 0 0,-2-1 0,-2 0 0,-3-89 0,-4 108 0,0 0 0,-2 0 0,-2 0 0,-1 1 0,-1-1 0,-21-50 0,18 58 0,0 0 0,-2 1 0,-1 1 0,0 0 0,-2 1 0,0 0 0,-1 1 0,-35-28 0,28 28 0,0 2 0,-1 1 0,-1 0 0,0 2 0,-1 2 0,-1 0 0,0 1 0,-37-8 0,21 10 0,1 1 0,-1 3 0,0 2 0,-84 3 0,109 1 9,-1 2-1,1-1 1,0 2-1,0 1 1,1 0-1,-29 13 1,42-16-39,-1 0 0,1 1 1,-1 0-1,1 0 0,0 1 1,0 0-1,0-1 0,1 2 0,-1-1 1,1 0-1,0 1 0,0 0 1,1 0-1,-1 0 0,1 0 0,0 1 1,1-1-1,-1 1 0,1-1 1,0 1-1,1 0 0,-1 0 0,1 0 1,-1 8-1,2-13-285,0 1-1,0 0 1,-1 0 0,1-1-1,0 1 1,0 0 0,1 0 0,-1-1-1,0 1 1,1 0 0,-1-1-1,1 1 1,-1 0 0,1-1-1,0 1 1,-1-1 0,1 1-1,0-1 1,0 1 0,0-1 0,0 0-1,1 0 1,-1 1 0,0-1-1,0 0 1,1 0 0,-1 0-1,1 0 1,-1 0 0,1-1-1,2 2 1,31 10-9690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4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98 5635,'0'0'8750,"-3"-11"-8112,-1-8-242,-10-36 3276,25 63 2203,11-1-4747,22 0-1290,-13-4 507,0-1-1,1-1 1,-1-2 0,0-2 0,0 0-1,0-2 1,0-1 0,46-17 0,-77 23-295,0 0-1,0 0 1,0 0 0,1 0 0,-1 0 0,0 0 0,0 0 0,0 0 0,0 0-1,1 0 1,-1 0 0,0 0 0,0 0 0,0 0 0,0 0 0,1 0 0,-1 0-1,0 0 1,0 0 0,0 0 0,0 0 0,1 1 0,-1-1 0,0 0 0,0 0-1,0 0 1,0 0 0,0 0 0,1 0 0,-1 0 0,0 1 0,0-1 0,0 0-1,0 0 1,0 0 0,0 0 0,0 1 0,0-1 0,0 0 0,0 0 0,1 0-1,-1 0 1,0 1 0,0-1 0,-1 13 476,-5 15-420,-53 111 732,-3 13-820,20-42-18,28-78 0,1 1 0,2 1 0,-10 47 0,18-31-1384,4-72-12071,-1-3 5628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4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11669,'0'0'17926,"21"-2"-16635,5-2-970,-4 2 6,0 0 1,-1 1-1,30 3 0,209 0 261,-199-3-3354,0 1-3369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46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10773,'0'0'12878,"-11"0"-8500,11 18-3544,-1-5-483,1 0 0,0 0 0,0-1 0,2 1 0,0 0 0,0 0 0,1-1 0,0 0 0,1 1 0,11 20 0,14 14-329,55 67 0,-12-20-23,-54-64 1,-1 0 0,25 60 0,11 23 0,-26-79 0,-25-13 103,-2-12-2330,1-1-4069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4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865 441 15527,'0'0'2340,"-21"-4"189,-6-3-1415,11 2-369,-1 2 1,1 0-1,-1 0 1,0 2-1,-23 0 1,22 2-392,-1 1 1,1 1-1,0 0 1,0 1-1,0 1 1,1 1-1,0 0 1,0 1-1,0 1 1,-25 17-1,9-3 321,1 1-1,1 2 1,-53 56-1,54-47-651,2 1-1,1 2 1,2 1 0,1 1-1,2 0 1,2 2-1,1 1 1,-20 72-1,21-49-24,4 1-1,2 0 0,3 1 0,4 0 1,2 79-1,3-131 3,1 0 0,0 1 0,2-1 0,-1 0 0,2 0 0,0-1 0,11 27 0,-11-33 0,0-1 0,0 0 0,1 0 0,0 0 0,1 0 0,-1-1 0,1 0 0,1-1 0,-1 1 0,1-1 0,0 0 0,0-1 0,0 1 0,1-1 0,14 5 0,4-2 0,0-1 0,0-1 0,1-1 0,0-1 0,0-2 0,41-2 0,-54 1 0,19-2 0,0-2 0,0 0 0,-1-3 0,0 0 0,0-2 0,0-2 0,-2-1 0,52-27 0,14-16 0,111-85 0,-174 117 0,39-29 0,-2-4 0,81-82 0,-127 113 0,0-2 0,-1-1 0,-2 0 0,-1-2 0,-1 0 0,-2-1 0,-1-1 0,20-58 0,-28 59 0,-2-1 0,-1-1 0,-1 1 0,-2-1 0,-2 0 0,-6-59 0,3 68 0,-1 1 0,-2 1 0,0-1 0,-2 1 0,0 0 0,-1 0 0,-2 1 0,0 1 0,-1-1 0,-1 2 0,0 0 0,-2 0 0,0 2 0,-1 0 0,-25-21 0,0 5 0,-2 1 0,-1 2 0,-2 2 0,-1 2 0,-83-33 0,86 43 0,0 1 0,-1 2 0,-1 3 0,0 1 0,0 3 0,-90-2 0,129 8-55,1 0 1,-1 1-1,1 0 0,-1 0 1,1 0-1,0 1 0,0-1 0,-1 2 1,1-1-1,1 1 0,-1-1 1,0 2-1,1-1 0,-1 1 1,1 0-1,0 0 0,0 0 1,1 0-1,-1 1 0,1 0 0,0 0 1,0 0-1,1 1 0,-1-1 1,1 1-1,0 0 0,1 0 1,0 0-1,0 0 0,0 0 1,-1 9-1,2-5-1626,0-1-1,1 1 1,0-1 0,0 0 0,3 13 0,11 13-8588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48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88 16151,'0'0'10589,"-14"-14"-9690,-48-43 166,61 56-1006,-1-1 1,1 1-1,-1-1 1,1 1-1,-1 0 1,0 0-1,0 0 1,1 0-1,-1 0 1,0 0-1,0 0 1,0 1-1,0-1 1,0 1-1,0-1 1,0 1-1,0 0 1,0 0-1,0 0 1,0 0-1,0 0 1,-3 1-1,-4 0 200,1-1-93,0 2-1,-1-1 1,1 1-1,0 0 1,1 0-1,-1 1 1,0 0-1,1 1 0,-1-1 1,1 2-1,-11 7 1,4-1-76,0 0 0,0 1 0,1 1 0,-14 18 0,23-27-90,1 1 0,-1 0 0,1 0 0,0 0 0,1 0 0,-1 0 0,1 1 0,0-1 0,0 1 0,1-1 0,0 1 0,0 0 0,0 0 0,1 0 0,-1-1 0,2 1 0,-1 0 0,2 8 0,-1-10 0,0 1 0,1-1 0,-1 0 0,1 0 0,0 0 0,1 0 0,-1 0 0,1 0 0,-1 0 0,1-1 0,0 1 0,1-1 0,-1 0 0,0 0 0,1 0 0,0-1 0,0 1 0,-1-1 0,2 0 0,-1 0 0,0 0 0,0-1 0,8 3 0,0-2 0,1 1 0,-1-2 0,1 1 0,-1-2 0,1 0 0,-1 0 0,1-1 0,-1-1 0,1 0 0,-1-1 0,0 0 0,0-1 0,0 0 0,0-1 0,-1 0 0,0-1 0,0 0 0,0 0 0,-1-2 0,0 1 0,0-1 0,-1-1 0,10-11 0,-17 19 0,-1-1 0,1 0 0,0 0 0,-1 1 0,0-1 0,1 0 0,-1-1 0,0 1 0,0 0 0,0 0 0,-1 0 0,1-1 0,0 1 0,-1 0 0,0-1 0,1-2 0,-3 9 0,1 0 0,-1-1 0,0 1 0,0-1 0,0 1 0,-1-1 0,-3 4 0,-5 9 0,-6 11 0,3 2 0,0-1 0,-18 57 0,-16 97 0,45-146-1600,3-15-5875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5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1122 36 8548,'0'0'8209,"9"-7"-7787,33-21 9915,-41 33-8662,-6 8-2429,-14 17 1406,-2-1 0,-25 26-1,-3 5-120,-68 91 391,-188 185 0,3-10-922,249-261 0,4 3 0,3 2 0,-49 98 0,28-50 0,70-121 9,-1 0-1,1 0 1,0 0 0,0 0 0,0 1-1,0 0 1,6-4 0,5 1-4100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5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769 57 14391,'0'0'7446,"-24"2"-3839,14-1-3270,-11 0 232,1 1 0,-1 0 0,1 2-1,-1 1 1,1 0 0,0 2-1,-27 12 1,-10 9 295,1 3 0,-89 67 0,121-80-881,2 1 0,0 2-1,1 0 1,2 1-1,0 1 1,1 1 0,1 1-1,-17 33 1,18-22 17,1 0 0,2 2 0,1-1 0,2 1 0,2 1 0,1 0 0,2 0 0,2 0 0,1 1 0,2-1 0,6 45 0,-2-66 0,0 0 0,1 0 0,0 0 0,2-1 0,0 0 0,1 0 0,0 0 0,2-1 0,0-1 0,1 1 0,0-2 0,1 1 0,0-2 0,2 0 0,-1 0 0,2-1 0,16 11 0,-8-8 0,1-1 0,0-1 0,1-1 0,1-1 0,-1-1 0,1-1 0,1-2 0,0 0 0,0-2 0,52 3 0,-60-7 0,0 0 0,-1-2 0,1 0 0,0-1 0,-1-1 0,0 0 0,1-2 0,-1 0 0,-1-1 0,33-16 0,-2-6 0,-1-2 0,-2-3 0,61-55 0,-47 30 0,88-108 0,-125 137 0,-1 0 0,-1-2 0,-2 0 0,0-1 0,-3-1 0,-1-1 0,18-63 0,-27 80 0,-2-1 0,0 0 0,-1 0 0,-1 0 0,0 0 0,-1 0 0,-2 0 0,1 0 0,-2 0 0,-1 0 0,0 1 0,-1-1 0,-1 1 0,0 1 0,-1-1 0,-1 1 0,-16-24 0,5 13 9,-1 1 0,-1 1-1,-1 2 1,-2 0 0,0 1 0,-54-37 0,60 47-73,-2 1 0,1 1 0,-1 0 0,-1 1 1,0 2-1,0 0 0,0 1 0,-1 1 0,0 1 0,0 1 1,-25 0-1,80 3-4314,25-2-4130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5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 10709,'0'0'12899,"-6"0"-11053,4 0-1937,1-1 271,-1 1 1,1 0-1,-1 0 1,1 0-1,-1 0 0,1 0 1,-1 0-1,1 0 0,0 0 1,-1 1-1,1-1 0,-1 0 1,1 1-1,0-1 1,-1 1-1,1 0 0,0-1 1,0 1-1,-1 0 0,1 0 1,0 0-1,0 0 0,0 0 1,0 0-1,0 0 0,0 0 1,0 0-1,1 0 1,-1 1-1,0-1 0,1 0 1,-1 1-1,0-1 0,1 0 1,0 1-1,-1-1 0,1 1 1,0-1-1,0 2 1,-1 20-152,1 0 0,1 0 1,1 0-1,1 0 1,1-1-1,9 30 1,6 2-39,35 72 1,-11-41 8,86 126 0,74 66 0,-84-117 0,-78-103 0,-2 1 0,-2 2 0,-3 2 0,50 132 0,-77-175 0,0 1 0,1-1 0,20 35 0,-24-47 0,1-1 0,0 0 0,1 0 0,0 0 0,-1-1 0,2 1 0,-1-1 0,1-1 0,-1 1 0,1-1 0,1 0 0,13 5 0,-15-7 0,-1 0 0,1 0 0,0-1 0,0 0 0,0 0 0,11 1 0,-23-19 0,-24-44-2009,20 38-8036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5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1257 245 5330,'-22'-7'11958,"8"1"-10535,-11-3 160,0 1-1,-1 0 0,0 2 1,-45-4-1,20 7 1259,-64 7-1,70 0-2724,0 3 0,0 1-1,-66 22 1,57-11-116,0 2 0,1 2 0,-83 50 0,110-56 0,1 1 0,0 1 0,2 1 0,0 0 0,2 2 0,0 1 0,1 1 0,-27 42 0,31-37 0,1 0 0,2 1 0,1 0 0,1 1 0,2 1 0,-11 61 0,14-39 0,2 1 0,2-1 0,7 75 0,-2-102 0,0-1 0,2 0 0,1 0 0,1 0 0,20 47 0,-21-60 0,0-1 0,0-1 0,1 1 0,1-1 0,0 0 0,0-1 0,1 0 0,1 0 0,-1-1 0,2 0 0,-1-1 0,1 0 0,20 11 0,-10-10 0,0-1 0,0-1 0,1-1 0,0-1 0,0-1 0,42 3 0,136-9 0,-194 2 0,50-5 0,-1-1 0,0-4 0,72-21 0,154-69 0,-190 62 0,123-72 0,-168 82 0,-1-3 0,-1 0 0,-2-3 0,48-49 0,-79 71 0,-1 0 0,-1-1 0,1 0 0,-2 0 0,0-1 0,-1 0 0,0-1 0,-1 0 0,0 0 0,-2 0 0,0-1 0,0 1 0,-2-1 0,0 0 0,0 0 0,-2 0 0,0 0 0,0 0 0,-2 0 0,0 1 0,-1-1 0,0 0 0,-2 1 0,1 0 0,-2 0 0,0 0 0,-1 0 0,-13-19 0,-13-18 0,-3 3 0,-2 1 0,-60-59 0,-144-114 0,225 206 0,-5-5 0,0 2 0,-2 0 0,-30-17 0,44 30 0,-1 0 0,1 1 0,0 0 0,-1 1 0,0 0 0,0 0 0,0 1 0,0 1 0,0 0 0,0 0 0,-17 2 0,22 0 17,1 0 0,0 0 0,0 0 0,0 1 0,0 0 1,0 0-1,0 1 0,0-1 0,0 1 0,1 0 0,0 0 0,-1 0 0,1 1 0,1 0 0,-1-1 0,0 2 1,1-1-1,0 0 0,0 0 0,-4 9 0,2-3-462,0-1 0,1 1-1,0 1 1,1-1 0,0 0 0,0 1 0,2 0 0,-1-1 0,0 16-1,2-2-8619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5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243 135 13846,'0'0'11598,"-10"1"-10497,-5 1-398,0 2-1,1-1 0,-1 2 0,1 0 0,-27 13 0,36-15-619,1-1 1,-1 1 0,1 0 0,-1 0-1,1 0 1,0 0 0,0 1-1,0-1 1,1 1 0,-1 0 0,1 1-1,0-1 1,0 0 0,0 1 0,1 0-1,0 0 1,0-1 0,0 1-1,0 0 1,1 1 0,0-1 0,0 0-1,0 6 1,1-8-84,0 1 0,1-1 0,0 0 0,-1 1 0,1-1 0,0 0 0,1 1 0,-1-1 0,1 0 0,-1 0 0,1 0 0,0 0 0,0 0 0,0-1 0,1 1 0,2 2 0,6 5 0,0 0 0,20 12 0,3 2 0,-20-12 0,-1 1 0,1 0 0,-2 0 0,13 18 0,-22-27 0,0 1 0,0-1 0,-1 1 0,0 0 0,0 0 0,0 0 0,0 0 0,-1 0 0,1 0 0,-1 0 0,-1 1 0,1-1 0,-1 0 0,0 1 0,0-1 0,-1 0 0,1 1 0,-1-1 0,-2 6 0,1-6 0,0-1 0,0 0 0,-1 1 0,1-1 0,-1 0 0,0-1 0,0 1 0,0-1 0,-1 1 0,1-1 0,-1 0 0,0 0 0,0 0 0,0-1 0,0 1 0,0-1 0,-1 0 0,1 0 0,-7 1 0,-2 1 0,-1 0 0,1-1 0,-1-1 0,1 0 0,-22 0 0,31-2 0,1-1 0,0 1 0,0 0 0,-1-1 0,1 0 0,0 0 0,0 0 0,0 0 0,0 0 0,0-1 0,0 1 0,0-1 0,0 0 0,1 0 0,-1 0 0,1 0 0,-1 0 0,1-1 0,0 1 0,0-1 0,0 0 0,0 1 0,0-1 0,1 0 0,-1 0 0,1 0 0,0 0 0,0 0 0,0 0 0,0-1 0,0 1 0,0-5 0,-1-8 0,0 0 0,1 0 0,1-1 0,1 1 0,3-23 0,-3 28 0,2 1 0,-1-1 0,1 1 0,1 0 0,-1 0 0,2 1 0,0-1 0,0 1 0,0 0 0,1 0 0,12-13 0,3-1 0,2 2 0,39-30 0,-40 34 0,0 0 0,-1-2 0,33-38 0,-51 52 0,0 0 0,0 0 0,0 0 0,-1 0 0,0-1 0,0 1 0,0-1 0,-1 1 0,0-1 0,0 0 0,0 1 0,-1-1 0,0 0 0,0-7 0,0 11 0,0 0 0,-1-1 0,1 1 0,0-1 0,-1 1 0,0 0 0,1 0 0,-1-1 0,0 1 0,0 0 0,-1 0 0,1 0 0,0 0 0,-1 0 0,1 0 0,-1 0 0,1 1 0,-1-1 0,0 0 0,0 1 0,0 0 0,0-1 0,0 1 0,0 0 0,0 0 0,0 0 0,0 0 0,-1 0 0,1 1 0,0-1 0,0 1 0,-1-1 0,1 1 0,-5 0 0,-1 0 0,0 0 0,0 1 0,0 0 0,0 0 0,0 1 0,0 0 0,1 0 0,-12 6 0,15-6 0,1 0 0,0 0 0,0 0 0,-1 0 0,1 1 0,0-1 0,1 1 0,-1 0 0,0 0 0,1 0 0,0 0 0,0 0 0,0 0 0,0 1 0,0-1 0,0 1 0,1 0 0,0-1 0,0 1 0,-1 4 0,2-7-38,0 0 0,-1 0 0,1-1 0,0 1 0,0 0 0,0 0 0,0 0 0,0 0 0,0 0 0,0-1 0,0 1 0,0 0 0,1 0 0,-1 0 0,0 0 0,0 0 0,1-1 0,-1 1 0,1 0 0,-1 0 1,1-1-1,-1 1 0,1 0 0,-1-1 0,1 1 0,-1 0 0,1-1 0,0 1 0,-1-1 0,1 1 0,0-1 0,1 1 0,28 3-4197,-26-4 3664,42 1-7552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0:5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25 12230,'0'0'11490,"1"-6"-9782,4-13 376,-2 26 1306,-6 43-1525,-14 22-1865,10-45 0,-6 42 0,10-31 0,3-26 0,0-1 0,-1 0 0,0 0 0,-1 0 0,0 0 0,-1 0 0,-1 0 0,1 0 0,-2-1 0,1 0 0,-1 0 0,-9 12 0,-17 26 173,29-44-602,0 0 0,1 0 0,-1 0 0,1 0 1,0 0-1,0 0 0,0 0 0,1 0 0,-1 0 1,1 0-1,0 8 0,1-11 157,-1 0 0,1 0 0,-1-1 0,1 1 0,-1 0 1,1 0-1,-1-1 0,1 1 0,-1-1 0,1 1 0,0 0 0,0-1 0,-1 1 0,1-1 0,0 0 0,0 1 0,-1-1 1,1 0-1,0 1 0,0-1 0,0 0 0,0 0 0,-1 1 0,1-1 0,0 0 0,0 0 0,1 0 0,32-1-4709,-22 1 2062,21 0-5327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00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11605,'0'0'12475,"-2"14"-8526,-3-5-3288,1 0 1,-2 0 0,1 0-1,-1 0 1,0-1 0,-11 11-1,-6 8-554,5-3-107,1 1 0,1 1 0,-16 37 0,26-51 0,1 0 0,1 0 0,0 1 0,1-1 0,0 1 0,1 0 0,1 0 0,0 0 0,0 0 0,3 16 0,-2-27 0,0-1 0,1 1 0,-1-1 0,1 1 0,-1-1 0,1 1 0,-1-1 0,1 1 0,0-1 0,0 1 0,0-1 0,0 0 0,0 0 0,0 1 0,0-1 0,0 0 0,1 0 0,-1 0 0,3 1 0,0 0 0,0 0 0,0 0 0,0-1 0,0 0 0,0 1 0,1-2 0,5 2 0,7-1 0,1-1 0,31-3 0,-46 3 0,11-2 0,0-1 0,-1 0 0,1-1 0,-1 0 0,0-1 0,0-1 0,0 0 0,-1 0 0,0-1 0,0-1 0,15-13 0,-20 15 0,1 0 0,-1-1 0,0 0 0,-1-1 0,0 1 0,0-1 0,0-1 0,-1 1 0,-1-1 0,1 0 0,-1 0 0,-1 0 0,0 0 0,0-1 0,-1 1 0,2-18 0,-3 19 0,0-1 0,-1 1 0,-1-1 0,1 1 0,-1 0 0,-1 0 0,0-1 0,0 1 0,0 0 0,-5-10 0,3 12 0,0 1 0,0 0 0,0 0 0,0 0 0,-1 0 0,1 1 0,-1 0 0,0 0 0,-1 0 0,1 0 0,-1 1 0,0 0 0,-11-4 0,-1 1 0,0 1 0,0 2 0,0 0 0,0 0 0,0 2 0,-1 0 0,-29 3 0,43-2 0,2 0 0,-1 1 0,0-1 0,0 1 0,0-1 0,0 1 0,1 0 0,-1 1 0,0-1 0,1 1 0,-1-1 0,1 1 0,0 0 0,-6 4 0,7-4 0,1 0 0,-1 0 0,0 0 0,0 0 0,1 0 0,-1 0 0,1 1 0,0-1 0,0 0 0,0 1 0,0-1 0,0 1 0,0-1 0,1 1 0,-1 0 0,1-1 0,0 1 0,0 0 0,0-1 0,0 1 0,1 2 0,-1-3-184,0 0 0,1 0 1,0 0-1,-1 0 0,1 0 0,0 0 0,0 0 0,0-1 1,0 1-1,0 0 0,1-1 0,-1 1 0,0 0 0,1-1 1,-1 0-1,1 1 0,0-1 0,-1 0 0,1 0 0,2 1 1,17 11-9387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0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735 422 14807,'0'0'14201,"0"2"-13888,0-1 0,-1 1 1,1-1-1,0 1 0,-1-1 0,1 1 1,-1-1-1,1 1 0,-1-1 0,0 0 1,-1 3-1,-67 23-313,-1-2 0,-96 20 0,87-32 0,-1-2 0,-150-1 0,229-10 0,0 0 0,-1 0 0,1 0 0,0 0 0,0-1 0,-1 1 0,1 0 0,0-1 0,0 1 0,-1 0 0,1-1 0,0 0 0,0 1 0,0-1 0,0 0 0,0 1 0,0-1 0,0 0 0,0 0 0,0 0 0,0 0 0,1 0 0,-2-1 0,1-1 0,0 1 0,0-1 0,0 1 0,0-1 0,1 1 0,-1-1 0,1 1 0,0-1 0,0 0 0,0 1 0,0-4 0,1-1 0,0 0 0,0 0 0,1 0 0,0 0 0,0 0 0,1 0 0,-1 1 0,6-9 0,3 0 1,0 1 0,1 0 0,1 0-1,1 1 1,-1 1 0,25-16 0,101-57-47,-101 63-13,-3 2-166,69-40-210,169-72-1,-262 127 473,0 0-1,0 2 1,1-1 0,-1 2 0,1-1-1,0 2 1,0-1 0,22 2 0,-32 0-16,-1 1 0,0-1 1,0 1-1,1-1 1,-1 1-1,0 0 1,0-1-1,0 1 0,1 0 1,-1 0-1,0 0 1,0 0-1,0 0 0,-1 0 1,1 0-1,0 0 1,0 1-1,-1-1 1,1 0-1,0 0 0,-1 1 1,1-1-1,-1 0 1,0 1-1,1-1 0,-1 0 1,0 1-1,0-1 1,0 2-1,1 52 194,-1-39-216,-1 16 2,-2 0 1,-2 0-1,0 0 1,-2-1-1,-17 48 1,-72 150-4,59-147 3,-99 250-1,22-49 0,112-277-44,0-1-1,0 1 1,0 0-1,1 0 1,0 0-1,0 0 1,1 0-1,0 7 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1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19177,'0'0'12141,"5"7"-10847,-3-5-1261,1 1-25,0 0 0,0 1-1,0-1 1,0 1-1,-1 0 1,0 0 0,0 0-1,0 0 1,0 0-1,0 1 1,-1-1 0,0 1-1,0-1 1,0 1-1,0 7 1,0 9-8,-1-5 0,0 0 0,-5 31 0,6-47 0,-1 0 0,0 0 0,1 0 0,-1 1 0,0-1 0,0 0 0,1 0 0,-1 0 0,0 0 0,1 0 0,-1 0 0,0 0 0,1 0 0,-1 0 0,0 0 0,1 0 0,-1 0 0,0 0 0,1 0 0,-1 0 0,0 0 0,1 0 0,-1 0 0,0 0 0,0 0 0,1 0 0,-1-1 0,0 1 0,1 0 0,-1 0 0,0 0 0,0 0 0,1-1 0,-1 1 0,0 0 0,0 0 0,1-1 0,-1 1 0,0 0 0,0-1 0,0 1 0,1-1 0,0 0 0,26-16 0,1 1 0,1 1 0,0 1 0,60-19 0,-89 33 0,1 0 0,-1 0 0,1 0 0,-1-1 0,1 1 0,0 0 0,-1 0 0,1 0 0,-1 0 0,1 0 0,-1 0 0,1 0 0,0 0 0,-1 1 0,1-1 0,-1 0 0,1 0 0,-1 0 0,1 0 0,-1 1 0,1-1 0,-1 0 0,1 1 0,-1-1 0,1 0 0,-1 1 0,0-1 0,1 1 0,-1-1 0,0 0 0,1 1 0,-1-1 0,0 1 0,1-1 0,-1 1 0,0-1 0,0 1 0,0-1 0,1 1 0,-1-1 0,0 1 0,0 0 0,0-1 0,0 1 0,0-1 0,0 1 0,0-1 0,0 1 0,0-1 0,0 1 0,-1 0 0,1-1 0,0 1 0,0-1 0,0 1 0,-1-1 0,1 1 0,-13 35 0,12-34 0,-1 3-19,1-1 0,-1 0 0,1 0 0,0 0 0,0 1 0,1-1 1,-1 1-1,1-1 0,0 0 0,1 7 0,-1-10-268,0-1 0,1 0 0,-1 1 0,0-1 0,1 1 0,-1-1 0,1 0 0,-1 1 0,1-1 0,-1 0 0,1 1 0,-1-1 0,1 0 0,-1 0 1,1 1-1,-1-1 0,1 0 0,-1 0 0,1 0 0,0 0 0,-1 0 0,1 0 0,-1 0 0,1 0 0,-1 0 0,1 0 0,0 0 0,-1 0 0,1-1 0,3 1-3067,20 0-15657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8996,'0'0'22349,"-13"1"-21071,7-1-1226,-2 1-43,-1-1-1,1 1 0,0 1 1,0-1-1,0 2 0,0-1 1,0 1-1,1 0 0,-1 0 1,-8 6-1,2 1-8,1 1 0,0 0 0,1 1 0,1 0 0,0 1 0,-18 27 0,24-32 0,0-1 0,0 1 0,1 0 0,1 0 0,-1 1 0,1-1 0,1 1 0,-1 0 0,2 0 0,-1-1 0,1 1 0,0 0 0,1 0 0,1 15 0,0-23 0,-1 1 0,1-1 0,-1 1 0,1-1 0,0 0 0,-1 1 0,1-1 0,0 0 0,0 0 0,0 0 0,0 0 0,0 0 0,0 0 0,1 0 0,-1 0 0,0 0 0,0 0 0,1 0 0,-1-1 0,0 1 0,1-1 0,-1 1 0,1-1 0,-1 1 0,1-1 0,2 0 0,44 2 0,-37-2 0,4 0 0,0-1 0,-1 0 0,1-1 0,-1-1 0,1 0 0,21-8 0,-28 8 0,-1-1 0,0 1 0,0-1 0,0-1 0,0 1 0,0-1 0,-1 0 0,0-1 0,0 1 0,0-1 0,-1-1 0,0 1 0,6-10 0,-9 12 0,0 1 0,0-1 0,0 0 0,0 0 0,-1-1 0,1 1 0,-1 0 0,0 0 0,0-1 0,-1 1 0,0-1 0,1 1 0,-1 0 0,-1-1 0,1 1 0,-1-1 0,1 1 0,-1 0 0,-1-1 0,1 1 0,0 0 0,-1 0 0,0 0 0,0 0 0,0 0 0,-1 1 0,1-1 0,-1 1 0,0-1 0,0 1 0,0 0 0,0 0 0,-1 0 0,1 0 0,-1 1 0,0 0 0,1-1 0,-1 1 0,0 0 0,0 1 0,-1-1 0,1 1 0,0 0 0,0 0 0,-8-1 0,5 2-279,-18 1-400,24-1 332,0 0 1,1 0 0,-1 1-1,1-1 1,-1 0 0,0 0-1,1 1 1,-1-1 0,1 0-1,-1 1 1,1-1 0,0 1-1,-1-1 1,1 1 0,-1-1-1,1 1 1,0-1 0,-1 1-1,1-1 1,0 1 0,0 0-1,-1 0 1,0 13-10755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 20249,'0'0'10224,"1"20"-8290,-2 4-1687,1-5-209,1 0-1,4 27 1,-10-61-38,4 11 0,-1 0 0,1 0 0,0 0 0,0 0 0,0 0 0,1-6 0,-1-2 0,1 7 0,0 0 0,0 1 0,0-1 0,1 0 0,-1 1 0,3-7 0,-2 9 0,0 0 0,0 0 0,0 1 0,0-1 0,0 0 0,0 0 0,1 1 0,-1-1 0,1 1 0,-1-1 0,1 1 0,0-1 0,0 1 0,-1 0 0,1 0 0,0 0 0,3-1 0,44-13-830,-15 9-4551,5 2-6656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248 811 25276,'0'0'3382,"-19"-10"12,-59-31-2679,76 40-715,0 0 0,0 0 0,0 0 0,0 0 0,0 0 0,0 1 0,0-1 0,0 1 0,0 0 0,0-1 0,0 1 0,0 0 0,0 0 0,0 0 0,0 1 0,0-1 0,0 0 0,0 1 0,0-1 0,0 1 0,0 0 0,0 0 0,0 0 0,0 0 0,0 0 0,1 0 0,-1 0 0,0 0 0,1 1 0,-1-1 0,1 1 0,-1-1 0,-1 4 0,-3 2 0,1-2 0,-8 7 0,0 2 0,-10 15 0,20-25 0,0 0 0,0 1 0,1-1 0,0 1 0,0-1 0,0 1 0,0 0 0,1 0 0,-1 0 0,2 0 0,-1 0 0,0 6 0,1-10 0,0 0 0,0-1 0,1 1 0,-1 0 0,0 0 0,1-1 0,-1 1 0,0 0 0,1-1 0,-1 1 0,1 0 0,-1-1 0,1 1 0,-1 0 0,1-1 0,0 1 0,-1-1 0,1 1 0,0-1 0,-1 0 0,1 1 0,0-1 0,-1 0 0,1 1 0,0-1 0,0 0 0,0 0 0,-1 0 0,1 1 0,0-1 0,0 0 0,0 0 0,35 0 0,-26 0 0,5-1 0,0-1 0,0 0 0,0-1 0,0 0 0,0-2 0,-1 0 0,0 0 0,17-10 0,12-8 0,51-36 0,-58 33-19,-1-2 1,-1-2-1,-2-1 1,-1-1-1,-1-2 1,-2-1-1,31-50 1,-16 12-804,-3-2 0,56-149-1,-90 211 1043,-1-1-1,-1 0 0,0 0 0,-1 0 1,2-23-1,-5 36-162,0 0 0,1 1 0,-1-1 0,0 0 0,0 0 1,0 0-1,0 0 0,0 0 0,-1 0 0,1 0 0,0 0 1,0 0-1,-1 0 0,1 0 0,0 0 0,-1 0 0,1 0 0,-2-1 1,1 2-48,0-1 0,0 1 1,0-1-1,-1 1 1,1 0-1,0 0 0,0-1 1,-1 1-1,1 0 1,0 0-1,0 0 0,-1 0 1,1 1-1,0-1 1,0 0-1,0 0 0,-1 1 1,1-1-1,0 1 1,0-1-1,-1 2 1,-29 17-27,15-3 16,0 1 0,2 0 0,-1 1 0,2 1 0,1 0 0,-14 27 0,-51 132 0,51-109 0,3 1 0,3 0 0,3 2 0,3 0 0,3 1 0,-1 87 0,12-159-74,1-1 0,-1 1 1,0-1-1,0 1 0,0-1 0,1 1 0,-1-1 1,0 1-1,1-1 0,-1 1 0,0-1 0,1 1 1,-1-1-1,1 1 0,-1-1 0,1 0 1,-1 1-1,1-1 0,-1 0 0,1 0 0,-1 1 1,1-1-1,-1 0 0,1 0 0,0 0 0,-1 0 1,1 1-1,-1-1 0,1 0 0,0 0 0,-1 0 1,1 0-1,-1 0 0,1-1 0,0 1 0,-1 0 1,1 0-1,0 0 0,25-7-9235,7-18-6677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85 21210,'0'0'11362,"20"7"-11186,68 21-157,-82-26-19,0 0 0,0-1 0,1 1 0,-1-1 0,0-1 0,1 1 0,-1-1 0,1 0 0,-1-1 0,12-1 0,-16 1 0,0 0 0,0 0 0,0 0 0,-1 0 0,1 0 0,-1-1 0,1 1 0,-1 0 0,1-1 0,-1 1 0,0-1 0,0 1 0,1-1 0,-1 0 0,-1 1 0,1-1 0,0 0 0,0 0 0,0 0 0,-1 0 0,1 0 0,-1 0 0,0 0 0,0 0 0,1 0 0,-1 0 0,0 0 0,-1-3 0,1 2 0,0 1 0,0-1 0,-1 1 0,1 0 0,-1-1 0,1 1 0,-1-1 0,0 1 0,0 0 0,0 0 0,0-1 0,0 1 0,-1 0 0,1 0 0,-1 0 0,1 0 0,-1 1 0,-2-4 0,0 2 0,0 1 0,0-1 0,-1 0 0,1 1 0,-1 0 0,0 0 0,1 0 0,-9-1 0,-2 0 0,0 1 0,0 0 0,0 1 0,-1 1 0,-17 2 0,26-1 0,1 0 0,-1 0 0,1 1 0,-1 0 0,1 0 0,0 1 0,0 0 0,0 0 0,0 0 0,0 1 0,1-1 0,0 1 0,-1 1 0,2-1 0,-1 1 0,0 0 0,1 0 0,0 0 0,0 1 0,0-1 0,1 1 0,0 0 0,0 0 0,1 0 0,-1 1 0,1-1 0,1 0 0,-3 13 0,3-13 0,1-1 0,-1 1 0,1-1 0,0 1 0,1 0 0,-1-1 0,1 1 0,0-1 0,0 1 0,1-1 0,0 0 0,0 1 0,0-1 0,0 0 0,1 0 0,0-1 0,0 1 0,0 0 0,1-1 0,-1 0 0,1 0 0,0 0 0,1 0 0,8 6 0,-4-4-29,1 0 1,0-1-1,0 1 0,0-2 0,18 6 1,28 1-3538,-4-10-5454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56 111 13414,'0'0'18088,"-3"19"-16924,-21 114-1063,18-119-101,-2-17 0,6 1 0,1 0 0,-1 0 0,1 0 0,0 0 0,0-1 0,0 1 0,0 0 0,1-1 0,-2-3 0,1-6 0,0 0 0,0 1 0,1-1 0,1 0 0,0 1 0,0-1 0,6-18 0,-5 23 0,1-1 0,0 1 0,1 0 0,0 1 0,0-1 0,0 1 0,1 0 0,0 0 0,0 0 0,0 0 0,1 1 0,9-7 0,-9 7 12,1 1 1,0 0-1,0 0 0,1 0 0,-1 1 1,1 0-1,-1 1 0,10-3 0,6 1-678,37-1-1,-58 5 593,55-4-6409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22971,'0'0'9524,"-61"128"-9252,30-59-272,3 2 0,3 4 0,11-6 0,-3-2 0,7-13 0,-3-12 0,7-11 0,2-14 0,-3-11 0,1-6 0,-11 0 0,-4-29-9748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26924,'0'0'2513,"164"-34"817,-35 22-3330,20 1 0,12 5 0,2 2 0,-7 4 0,-16 0 0,-18 0 0,-28 0 0,-29 8 0,-22 5 0,-11 3 0,-11 7-768,-11 5-4803,-10 1-5186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60 167 14375,'0'0'17159,"-1"18"-16027,-11 137-1031,12-148-101,-7 29 0,7-35 0,0 0 0,0 0 0,-1 0 0,1 0 0,0-1 0,-1 1 0,1 0 0,-1 0 0,1 0 0,-1-1 0,1 1 0,-1 0 0,1 0 0,-1-1 0,0 1 0,1-1 0,-1 1 0,0 0 0,0-1 0,1 1 0,-1-1 0,0 0 0,0 1 0,0-1 0,0 0 0,1 1 0,-1-1 0,0 0 0,0 0 0,0 0 0,0 0 0,-1 0 0,1 0 0,0-1 0,0 1 0,0-1 0,0 0 0,1 1 0,-1-1 0,0 0 0,0 0 0,1 0 0,-1 1 0,0-1 0,1 0 0,-1 0 0,1 0 0,-1 0 0,1 0 0,-1 0 0,1 0 0,0 0 0,0 0 0,-1 0 0,1 0 0,0 0 0,0-2 0,-2-33 0,2 30 0,-1-5 0,1 0 0,0 0 0,1 1 0,0-1 0,0 0 0,1 1 0,1-1 0,0 1 0,0 0 0,1 0 0,0 0 0,1 0 0,0 1 0,1 0 0,0 0 0,0 0 0,8-8 0,1 0 11,0 1 0,1 1 1,0 0-1,31-20 0,-36 29-74,-1 0 0,1 0 0,-1 1 0,2 0 0,-1 1 0,0 0 0,1 1 0,0 1-1,-1 0 1,17-1 0,6 2-4659,1-1-6774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0 18472,'0'0'8695,"-22"2"-4079,1 0-4157,-5 0-328,0 1 0,0 1 1,-43 13-1,41-8-131,-50 24 0,70-30 0,1 2 0,-1-1 0,1 1 0,0 0 0,0 0 0,1 1 0,-1-1 0,1 2 0,0-1 0,1 1 0,-5 7 0,9-12 0,0-1 0,0 1 0,0 0 0,0 0 0,0-1 0,0 1 0,1 0 0,-1 0 0,1 0 0,0 0 0,-1 0 0,1 0 0,0 0 0,0 0 0,0 0 0,0 0 0,1 0 0,0 2 0,-1-3 0,1 1 0,0-1 0,0 0 0,0 0 0,0 1 0,0-1 0,0 0 0,0 0 0,0 0 0,0 0 0,1 0 0,-1-1 0,0 1 0,1 0 0,-1 0 0,0-1 0,1 1 0,1 0 0,9 1 0,-1 0 0,0-1 0,1 0 0,-1-1 0,13-1 0,-7 0 0,1 1 0,-1 0 0,0-1 0,1-1 0,-1-1 0,0-1 0,0 0 0,-1-1 0,1-1 0,-1 0 0,0-1 0,27-17 0,-32 11 0,-19 26 0,5-3 0,0 0 0,1 1 0,0-1 0,1 1 0,0 0 0,0 0 0,2 15 0,-1-25-16,0 1 0,1 0 0,-1-1 0,0 1 0,1 0 0,-1 0 0,1-1 0,-1 1-1,1-1 1,0 1 0,0 0 0,-1-1 0,1 0 0,0 1 0,0-1 0,1 1 0,-1-1 0,0 0 0,0 0 0,3 2 0,14 5-2807,3-4-4633,12-3-11301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53 20697,'0'0'10421,"-3"10"-8953,-3 8-1432,2 1 0,0 1 0,1-1 1,0 34-1,3-50-36,0 0 0,0 1 0,0 0 0,0 0 0,0 0 0,1-1 0,-1 1 0,1 0 0,0 0 0,1 3 0,0-6 0,-1 0 0,0 1 0,0-1 0,1 0 0,-1 0 0,0 0 0,1 0 0,-1 0 0,1-1 0,-1 1 0,1 0 0,-1-1 0,1 1 0,0-1 0,-1 0 0,1 1 0,0-1 0,-1 0 0,1 0 0,0 0 0,0 0 0,2-1 0,4 1 0,0-1 0,0-1 0,-1 0 0,1 0 0,0 0 0,-1-1 0,0 0 0,0 0 0,1-1 0,-2 0 0,1 0 0,0-1 0,9-9 0,-3 3 0,-1-1 0,-1 0 0,0-1 0,0 0 0,14-25 0,-22 32 17,-1 0 0,1 0 1,-1 0-1,-1 0 0,1-1 0,-1 1 0,0 0 0,0-1 1,0-6-1,-1-3-3278,0 0-3532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14823,'0'0'14433,"21"-3"-11512,38-4-2724,-1-3-1,67-21 1,-123 31-197,0 0 0,0-1 0,0 0 0,0 0 0,0 1 0,0-1 0,0 0 0,0-1 0,0 1 0,-1 0 0,1 0 0,0-1 0,-1 1 0,1-1 0,1-2 0,-3 4 0,0-1 0,0 0 0,0 1 0,0-1 0,0 0 0,0 1 0,0-1 0,0 1 0,0-1 0,-1 0 0,1 1 0,0-1 0,0 0 0,-1 1 0,1-1 0,0 1 0,-1-1 0,1 1 0,0-1 0,-1 1 0,1-1 0,-1 1 0,1-1 0,-1 1 0,1 0 0,-1-1 0,0 1 0,1 0 0,-1-1 0,0 1 0,-7-4 0,0 1 0,-1-1 0,1 2 0,-1-1 0,-13-1 0,4 1 0,0 1 0,-1 0 0,0 1 0,-35 4 0,50-3 0,0 0 0,1 1 0,-1 0 0,0 0 0,0 0 0,1 0 0,-1 1 0,1-1 0,-1 1 0,1 0 0,0 0 0,0 0 0,0 0 0,0 1 0,0-1 0,0 1 0,1 0 0,-1 0 0,1 0 0,-1 0 0,1 0 0,0 0 0,1 1 0,-1-1 0,1 1 0,-1-1 0,1 1 0,0-1 0,0 1 0,0 7 0,-1-2 15,2 0 1,-1 0-1,1 0 0,1-1 1,0 1-1,0 0 0,0 0 1,1-1-1,1 1 0,0-1 1,6 14-1,-5-15-209,0 0 0,1-1-1,0 0 1,0 0 0,0 0 0,1-1 0,0 0 0,0 0-1,0 0 1,1 0 0,-1-1 0,1 0 0,11 4 0,36 10-9040,12-6-7267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115 327 25900,'0'0'4026,"-13"12"-1609,-41 41-1993,52-51-424,0 0 0,0-1 0,0 1 0,1 0 0,-1 0 0,1 0 0,-1 1 0,1-1 0,0 0 0,0 0 0,0 1 0,0-1 0,0 1 0,0 2 0,-1 2 0,2-6 0,0-1 0,0 0 0,0 1 0,0-1 0,0 1 0,0-1 0,0 1 0,-1-1 0,1 1 0,0-1 0,0 0 0,0 1 0,-1-1 0,1 1 0,0-1 0,0 0 0,-1 1 0,1-1 0,0 0 0,-1 1 0,1-1 0,0 0 0,-1 0 0,1 1 0,-1-1 0,1 0 0,0 0 0,-1 0 0,1 1 0,-2-1 0,-2-4 0,2-3 0,0 0 0,0-1 0,0 1 0,1-1 0,0 1 0,0-1 0,1-13 0,6-57 0,-2 57 0,0 0 0,2 0 0,1 1 0,0 0 0,1 0 0,2 1 0,0 0 0,0 0 0,2 1 0,0 0 0,2 1 0,24-25 0,-36 40-24,0 1-1,0 0 1,0-1 0,0 1 0,0 0-1,0 0 1,0 0 0,0 0-1,0 0 1,0 1 0,1-1 0,-1 1-1,0-1 1,3 1 0,11 0-5314,-11 0 2786,15 0-11060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3 23339,'0'0'7046,"-22"0"-4867,-9-1-2029,9 0-132,0 0-1,-35 5 1,55-3-18,0-1 0,0 1 0,0 0 0,0-1 0,0 1 0,0 0 0,0 1 0,0-1 0,0 0 0,0 0 0,0 1 0,1-1 0,-1 1 0,0 0 0,1-1 0,0 1 0,-1 0 0,1 0 0,0 0 0,0 0 0,0 0 0,0 0 0,0 0 0,1 0 0,-1 0 0,1 1 0,-1-1 0,1 0 0,0 0 0,0 5 0,-1-2 0,1 1 0,0-1 0,0 1 0,1-1 0,-1 1 0,1-1 0,0 0 0,1 1 0,-1-1 0,1 0 0,0 0 0,4 6 0,28 25 0,1 1 0,-33-35 0,0 0 0,0 0 0,-1 1 0,1-1 0,-1 1 0,0-1 0,1 1 0,-1 0 0,0 0 0,-1-1 0,1 1 0,0 0 0,-1 3 0,0-5 0,-1 0 0,1 0 0,-1 0 0,1 0 0,-1 0 0,0 0 0,1 0 0,-1 0 0,0 0 0,0 0 0,0-1 0,0 1 0,1 0 0,-1-1 0,0 1 0,0-1 0,0 1 0,0-1 0,-1 1 0,1-1 0,0 0 0,0 1 0,0-1 0,-2 0 0,-34 7 0,32-6 0,-35 4-50,28-5-110,0 1-1,0 1 1,0 0-1,1 0 1,-1 1-1,1 1 1,-12 5-1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26796,'0'0'3503,"-21"1"-1403,3 0-1896,1-1-180,0 1-1,0 1 0,1 1 1,-1 0-1,1 1 1,-25 9-1,23-5-23,0 1 0,0 1 0,0 0 0,-21 18 0,32-23 0,0 1 0,0 1 0,0-1 0,1 1 0,0 0 0,0 1 0,1-1 0,0 1 0,0 0 0,0 1 0,-4 13 0,8-21 0,1 0 0,-1 0 0,1 0 0,0 0 0,-1 0 0,1 0 0,0 1 0,-1-1 0,1 0 0,0 0 0,0 0 0,0 1 0,0-1 0,0 0 0,1 0 0,-1 1 0,0-1 0,0 0 0,1 0 0,-1 0 0,1 0 0,-1 0 0,1 0 0,-1 1 0,1-1 0,0 0 0,0-1 0,-1 1 0,1 0 0,0 0 0,0 0 0,0 0 0,0-1 0,0 1 0,0 0 0,0-1 0,0 1 0,1 0 0,4 0 0,0 0 0,1 0 0,-1 0 0,0-1 0,0 0 0,9-1 0,2 1 0,12 0 0,1-2 0,38-5 0,-56 4 0,0 0 0,0 0 0,0-1 0,-1-1 0,1 0 0,-1 0 0,0-1 0,13-9 0,-17 7 0,-13 19 0,-21 62 0,25-68 0,1 1 0,0 0 0,0-1 0,0 1 0,0 0 0,1-1 0,0 1 0,0 0 0,1 0 0,0-1 0,2 9 0,-3-13-100,0-1-1,1 1 1,-1 0 0,0-1-1,1 1 1,-1-1 0,1 1-1,-1-1 1,1 1 0,-1-1-1,1 1 1,0-1 0,-1 1 0,1-1-1,-1 0 1,1 1 0,0-1-1,-1 0 1,1 0 0,0 1-1,-1-1 1,2 0 0,17 1-6020,-11-2 2611,31 1-16474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 25996,'0'0'6771,"-101"144"-6771,56-56 0,-4 4 0,1 4 0,0-6 0,2-2 0,7-7 0,7-8 0,9-14 0,9-13 0,9-15 0,5-12 0,15-11 0,31-8 0,15 0 0,37-2-22346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10 18985,'0'0'9665,"-18"-2"-6228,-5 0-3086,0-1-276,0 1-1,0 1 0,-1 1 1,-33 5-1,51-4-83,-1 1 0,1-1 0,0 1 0,-1 1 0,1-1 0,0 1 0,1 0 0,-1 0 0,-7 6 0,9-6 12,1 0 0,0 0 0,0 1 0,0-1 0,1 1 0,-1-1-1,1 1 1,0 0 0,0 0 0,0 0 0,0 0 0,1 0 0,-1 1 0,1-1 0,-1 8 0,1-8-3,1 1 0,-1 0 0,1 0 0,-1 0 0,1 0 0,1 0 0,-1-1 0,1 1 0,0 0 0,0 0 0,0-1 0,1 1 0,-1 0 0,1-1 0,0 1 0,1-1 0,-1 0 0,1 0 0,0 0 0,0 0 0,0 0 0,0-1 0,1 1 0,-1-1 0,1 0 0,0 0 0,0 0 0,0-1 0,0 1 0,1-1 0,-1 0 0,1 0 0,-1 0 0,8 1 0,6 1 0,0 0 0,1-1 0,-1 0 0,1-2 0,-1 0 0,1-2 0,35-4 0,-47 4 0,1-1 0,-1 0 0,0 0 0,0-1 0,0 0 0,-1 0 0,1-1 0,-1 0 0,1 0 0,-1 0 0,-1-1 0,7-6 0,-8 8 0,-1 0 0,0-1 0,0 0 0,0 0 0,0 0 0,-1 0 0,1 0 0,-1 0 0,0-1 0,0 1 0,-1-1 0,1 1 0,-1-1 0,0 0 0,-1 0 0,1 1 0,-1-1 0,0 0 0,0-9 0,-1 11 0,0 1 0,0-1 0,-1 0 0,1 1 0,0-1 0,-1 1 0,1 0 0,-1-1 0,0 1 0,0 0 0,0 0 0,0 0 0,0 0 0,0 0 0,-1 1 0,1-1 0,-1 1 0,1-1 0,-1 1 0,1 0 0,-1 0 0,0 0 0,0 1 0,1-1 0,-1 0 0,0 1 0,-3 0 0,-13-3 0,0 2 0,-36 1 0,42 1 0,10-1-160,0 0-1,0 0 1,0 0-1,0 1 1,0-1 0,0 1-1,-5 2 1,7-3-349,0 1 0,0-1 0,0 1 0,1-1 0,-1 1 0,0 0 0,1-1 0,-1 1 0,0 0 0,1 0 0,-1-1 1,1 1-1,-1 0 0,1 0 0,-1 0 0,1 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22202,'0'0'10007,"2"13"-9476,4 23-522,-2 1 0,-2 70 0,-2-119-9,-1-5 0,0 1 0,1-1 0,1 0 0,4-18 0,-1 23 0,0 1 0,0 0 0,1 0 0,1 0 0,0 0 0,1 1 0,0 0 0,0 0 0,1 1 0,0 0 0,0 1 0,1-1 0,1 2 0,-1-1 0,1 1 0,20-10 0,-16 10 0,1 0 0,0 1 0,0 1 0,0 1 0,1 0 0,-1 1 0,1 0 0,0 1 0,0 1 0,0 1 0,0 0 0,23 4 0,-14 0-2420,-6 0-9679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8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64 15527,'0'0'13155,"0"0"-13053,0-1 0,0 1 0,0 0 0,0 0-1,-1-1 1,1 1 0,0 0 0,0 0-1,0-1 1,-1 1 0,1 0 0,0 0 0,0-1-1,0 1 1,-1 0 0,1 0 0,0 0-1,-1 0 1,1-1 0,0 1 0,0 0-1,-1 0 1,1 0 0,0 0 0,-1 0 0,1 0-1,0 0 1,-1 0 0,1 0 0,0 0-1,-1 0 1,1 0 0,-1 0 0,0 5-26,1 0 0,-1-1 0,0 1 0,1 0 0,0 0 0,0 0 0,2 7 0,-2 0-60,4 42-16,2 0 0,16 70 0,-14-93 0,2 1 0,0-1 0,2-1 0,1 0 0,21 33 0,-19-43 0,-15-20 0,1 0 0,-1 1 0,1-1 0,-1 0 0,0 0 0,1 1 0,-1-1 0,1 0 0,-1 0 0,1 0 0,-1 0 0,1 1 0,-1-1 0,1 0 0,-1 0 0,1 0 0,-1 0 0,1 0 0,-1 0 0,1 0 0,-1 0 0,1-1 0,-1 1 0,1 0 0,-1 0 0,1 0 0,-1 0 0,1-1 0,-1 1 0,1 0 0,-1 0 0,0-1 0,1 1 0,-1 0 0,1-1 0,-1 1 0,0-1 0,1 1 0,-1 0 0,0-1 0,0 1 0,1-1 0,-1 1 0,0-1 0,0 1 0,0-1 0,1 0 0,226-456 0,-168 336 0,-56 128 0,-2 10 0,-11 18-2011,5-17-2312,-2 8-6855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16167,'0'0'16600,"-68"99"-16600,68-95 0,0-2 0,0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8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18745,'0'0'14022,"0"-7"-14022,0 37-720,4 5-3602,8-1-3810,3-3-4274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10117,'0'0'20193,"-22"1"-18075,-72 6-1779,87-6-339,-1 0 0,0 1 0,1 0 0,-1 0 0,1 0 0,-12 6 0,17-7 0,-1 1 0,1-1 0,-1 1 0,1 0 0,0 0 0,-1 0 0,1 0 0,0 0 0,0 1 0,0-1 0,1 0 0,-1 1 0,-1 3 0,2-5 0,1 1 0,-1 0 0,1-1 0,-1 1 0,1-1 0,0 1 0,0 0 0,0 0 0,0-1 0,0 1 0,0 0 0,0-1 0,0 1 0,1 0 0,-1-1 0,1 1 0,-1 0 0,1-1 0,0 1 0,-1-1 0,1 1 0,0-1 0,2 3 0,2 2 0,1 0 0,0 0 0,12 9 0,2 1 0,-15-11 0,-1 1 0,1-1 0,-1 1 0,0 0 0,0 0 0,-1 0 0,0 0 0,5 13 0,-7-18 0,-1 1 0,1 0 0,-1 0 0,1 0 0,-1 0 0,0 0 0,0 0 0,0 0 0,0 0 0,0 0 0,0 0 0,0 0 0,-1 0 0,1 0 0,-1 0 0,0 0 0,1 0 0,-1 0 0,0 0 0,0 0 0,0-1 0,0 1 0,0 0 0,-1-1 0,1 1 0,0-1 0,-1 1 0,1-1 0,-1 0 0,0 0 0,1 1 0,-1-1 0,0 0 0,-2 0 0,-3 3 0,0-1 0,0 0 0,0 0 0,-1-1 0,1 0 0,-1 0 0,-13 0 0,21-2-72,-1 0 0,1 0 0,0 0 0,0 0 0,-1 0 0,1 0 0,0 0 0,0 0 0,0 0 0,-1 0 0,1-1 0,0 1 0,0 0 0,0 0 0,-1 0 0,1 0 0,0 0 0,0-1 0,0 1 1,0 0-1,0 0 0,-1 0 0,1-1 0,0 1 0,0 0 0,0 0 0,0 0 0,0-1 0,0 1 0,0 0 0,0 0 0,0 0 0,0-1 0,0 1 0,0 0 0,0 0 0,0-1 0,0 1 0,0 0 0,0 0 0,0 0 0,0-1 0,0 1 0,0 0 0,0 0 0,0-1 0,1 1 0,3-10-3764,21-14-7842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10085,'0'0'22682,"-98"131"-22682,89-106 0,3-4 0,6-8 0,0-5 0,0-6 0,6-2 0,11-12-6067,-4-30-5746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20409,'0'0'12358,"30"67"-14007,-5-50-5634,10-11-7940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1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27677,'0'0'5090,"-90"167"-5090,69-95 0,2-1 0,5-2 0,3-5 0,3-7 0,-3-5 0,3-10 0,-3-4 0,-1-7 0,-5-6 0,3-10-1329,-3-11-12021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18841,'19'0'6808,"114"-1"-944,-96 3-5446,0 1 0,44 10 0,106 30-418,-184-42 0,18 8 0,-21-8 0,0-1 0,-1 1 0,1 0 0,0 0 0,-1 0 0,1 0 0,0-1 0,-1 1 0,1 0 0,-1 0 0,1-1 0,-1 1 0,1 0 0,-1-1 0,0 1 0,1-1 0,-1 1 0,0 0 0,1-1 0,-1 0 0,0 1 0,0-1 0,0 1 0,1-1 0,-1 0 0,0 0 0,-1 1 0,-10 6 0,-30 17 0,-40 31 0,70-45 0,0 0 0,1 1 0,0 0 0,0 0 0,1 1 0,1 0 0,-12 21 0,20-32 0,0 1 0,0-1 0,1 0 0,-1 0 0,1 0 0,-1 1 0,1-1 0,-1 0 0,1 1 0,0-1 0,-1 0 0,1 1 0,0-1 0,0 0 0,0 1 0,0-1 0,0 1 0,1-1 0,-1 0 0,1 3 0,0-3 0,-1 0 0,1 0 0,0 0 0,0 0 0,0 0 0,0-1 0,0 1 0,0 0 0,0-1 0,0 1 0,0-1 0,0 1 0,0-1 0,1 1 0,-1-1 0,0 0 0,0 0 0,3 1 0,5-1 0,1 0 0,0 0 0,0-1 0,16-4 0,-11 2 0,0-1 0,0 0 0,-1-2 0,1 0 0,-1 0 0,-1-1 0,1-1 0,-1 0 0,0-1 0,-1-1 0,21-19 0,-30 78 0,-2-17 0,-1-29-12,1 0 1,-1 1-1,1-1 1,0 0-1,0 0 1,0 0-1,0 1 1,0-1-1,1 0 1,-1-1-1,1 1 1,0 0-1,0 0 1,0-1-1,0 1 1,4 3-1,-2-3-351,-1-1-1,1 1 1,0-1 0,0 0-1,0 0 1,0 0 0,8 2-1,40 5-8747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19961,'0'0'12806,"-117"134"-12806,90-53 0,8 13 0,2 7 0,5-3 0,1-10 0,1-13 0,-1-21 0,1-14 0,2-15 0,-1-12 0,-1-13 0,-3 0 0,-6-21-12598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0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21754,'25'0'3460,"197"-6"3501,-57-4-6369,-116 7-592,-49 3 0,0 0 0,1 0 0,-1 0 0,0 0 0,1 1 0,-1-1 0,0 0 0,1 0 0,-1 0 0,0 0 0,1 0 0,-1 0 0,0 1 0,1-1 0,-1 0 0,0 0 0,0 0 0,1 1 0,-1-1 0,0 0 0,0 0 0,1 1 0,-1-1 0,0 0 0,0 0 0,0 1 0,0-1 0,1 0 0,-1 1 0,0-1 0,0 0 0,0 1 0,0-1 0,0 0 0,0 1 0,0-1 0,0 0 0,0 1 0,0 0 0,-3 11 0,3-11 0,-4 9 0,-1 1 0,0-1 0,-1 0 0,0 0 0,-1 0 0,-13 14 0,-12 19 0,14-18 0,12-18 0,1-1 0,0 2 0,0-1 0,0 1 0,1-1 0,0 1 0,-2 9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24731,'0'0'8036,"-12"61"-8036,12-26 0,8-1-7171,9-9-10197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53 18008,'-19'3'11029,"9"-1"-10201,-6 0-245,-1 1 1,0 1 0,1 1 0,-30 11 0,41-13-585,0-1 0,0 1 1,1 0-1,-1 0 0,0 0 0,1 1 1,0 0-1,0 0 0,0 0 1,1 0-1,-1 0 0,1 1 0,0-1 1,0 1-1,0 0 0,1 0 0,0 0 1,0 0-1,0 1 0,0-1 0,1 0 1,-1 8-1,1-9 1,1 1 0,0-1 0,-1 0 0,2 0 0,-1 0 0,0 1 0,1-1 0,0 0 0,0 0 0,0 0 0,0 0 0,0 0 0,1 0 0,0 0 0,0 0 0,4 5 0,-2-5 0,0 0 0,0-1 0,0 0 0,0 0 0,1 0 0,-1 0 0,1-1 0,0 0 0,0 0 0,-1 0 0,1 0 0,1-1 0,-1 0 0,5 1 0,7 1 0,0 0 0,0-2 0,0 0 0,0-1 0,0 0 0,0-1 0,0-1 0,0-1 0,18-5 0,-26 5 0,-1 0 0,0 0 0,-1-1 0,1 0 0,0-1 0,-1 1 0,0-1 0,0-1 0,-1 1 0,1-1 0,-1 0 0,0-1 0,-1 1 0,0-1 0,0 0 0,0-1 0,-1 1 0,0-1 0,0 0 0,2-8 0,-3 7 0,-1 1 0,0-1 0,-1 0 0,0 0 0,0 1 0,-1-1 0,0 0 0,0 0 0,-1 0 0,-3-15 0,3 21 0,0 0 0,1 0 0,-1 0 0,0 1 0,-1-1 0,1 0 0,0 0 0,-1 1 0,1-1 0,-1 1 0,0 0 0,0-1 0,0 1 0,0 0 0,0 0 0,0 0 0,-1 0 0,1 0 0,-1 1 0,1-1 0,-1 1 0,0 0 0,1 0 0,-1 0 0,0 0 0,0 0 0,0 0 0,0 1 0,0-1 0,0 1 0,0 0 0,0 0 0,0 0 0,0 0 0,-3 2 0,5-2-22,0 0-1,0 0 1,0 0 0,0 1 0,1-1-1,-1 0 1,0 1 0,0-1-1,1 1 1,-1-1 0,0 1 0,1-1-1,-1 1 1,1 0 0,-1-1-1,0 1 1,1-1 0,0 1-1,-1 0 1,1 0 0,-1-1 0,1 1-1,0 0 1,-1 0 0,1 0-1,0-1 1,0 2 0,-2 12-2704,3-2-3755,3 3-6691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1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18280,'0'0'12254,"2"19"-10325,5 153-1625,-7-103-304,0-61 0,3-8 0,-1 0 0,4-2 0,1 1 0,-1-1 0,1-1 0,-1 1 0,0-1 0,0 0 0,0 0 0,0-1 0,-1 0 0,0 0 0,1 0 0,5-7 0,9-5 0,194-170 0,-224 230 0,5-25 0,2 1 0,0 0 0,1 0 0,2 31 0,-1-50-31,1 1 0,0 0 0,0-1 0,0 1 0,0-1 0,0 1 0,0-1 0,0 1 0,1-1 0,-1 1 0,1-1-1,-1 1 1,1-1 0,-1 1 0,1-1 0,0 1 0,0-1 0,0 0 0,-1 0 0,1 1 0,1-1 0,-1 0 0,0 0 0,0 0 0,0 0 0,0 0 0,1 0 0,-1-1 0,0 1 0,1 0 0,-1-1 0,3 2 0,33 9-5092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31823,'0'0'944,"-53"121"-944,35-89 0,1-1 0,-2-8 0,4-6 0,3-5 0,6-10 0,1-2 0,5-29-15879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20009,'0'0'12758,"9"100"-12758,5-66 0,3-1-5795,4-1-8755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29790,'-18'0'2481,"-60"1"-1985,75-1-496,1 0 0,0 0 0,-1 0 0,1 0 0,-1 0 0,1 0 0,-1 1 0,1-1 0,0 1 0,-1 0 0,1 0 0,0 0 0,0 0 0,0 0 0,-1 0 0,1 1 0,0-1 0,1 1 0,-1-1 0,0 1 0,0 0 0,1 0 0,-1 0 0,-1 2 0,2 0 0,0 0 0,0 0 0,0 1 0,1-1 0,-1 0 0,1 1 0,0-1 0,0 0 0,2 9 0,0 5 0,-1-9 0,0 0 0,1 0 0,0 0 0,4 10 0,-3-11 0,-1 0 0,1 0 0,-2 0 0,1 0 0,0 11 0,-2-18 0,-1 0 0,1 0 0,0 0 0,0 0 0,0 0 0,-1 0 0,1 0 0,0 0 0,-1 0 0,1 0 0,-1 0 0,1 0 0,-1 0 0,1 0 0,-1-1 0,0 1 0,1 0 0,-1-1 0,0 1 0,0 0 0,1-1 0,-1 1 0,0-1 0,0 1 0,0-1 0,0 1 0,0-1 0,0 1 0,0-1 0,0 0 0,0 0 0,-1 1 0,-40 0 0,28-2 0,-112 1-1713,146 0-6851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2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3 14935,'0'0'16005,"-19"0"-14447,1-1-1399,10 1-151,0-1 1,0 1-1,0 0 1,0 1-1,0 0 1,0 0-1,0 0 1,0 1-1,1 1 1,-1-1-1,1 1 1,-14 7-1,17-7-8,-121 73 0,110-66 0,1 1 0,0 1 0,0 1 0,1 0 0,-21 27 0,33-38 0,0-1 0,-1 1 0,1 0 0,0 0 0,0 0 0,0 0 0,0 0 0,1 0 0,-1 0 0,1 0 0,-1 0 0,1 0 0,-1 4 0,1-6 0,1 1 0,-1 0 0,0 0 0,0-1 0,1 1 0,-1 0 0,0 0 0,1-1 0,-1 1 0,0 0 0,1-1 0,-1 1 0,1 0 0,0-1 0,-1 1 0,1-1 0,-1 1 0,1-1 0,0 1 0,-1-1 0,1 1 0,0-1 0,1 1 0,5 1 0,0-1 0,0 0 0,0 0 0,0 0 0,1-1 0,8-1 0,-3 1 0,5 1 0,-1-1 0,1-1 0,-1-1 0,1 0 0,-1-2 0,0 0 0,32-11 0,-41 11 0,9-2 0,-2-2 0,1 1 0,-1-2 0,0 0 0,0 0 0,-1-2 0,16-15 0,-20 14 0,-10 13 0,0-1 0,0 0 0,0 0 0,0 0 0,0 0 0,0 0 0,0 0 0,0 0 0,0 0 0,0 0 0,0 0 0,1 0 0,-1 0 0,0 0 0,0 0 0,0 0 0,0 0 0,0 0 0,0 0 0,0 0 0,0 0 0,0 0 0,0 0 0,1 0 0,-1 0 0,0 0 0,0 0 0,0 0 0,-2 23 0,4-1 0,0 0 0,2 1 0,0-2 0,1 1 0,1-1 0,2 1 0,0-2 0,0 1 0,2-1 0,1-1 0,1 0 0,0 0 0,1-1 0,17 18 0,-24-30-140,0-1 0,0 1 1,1-1-1,11 6 0,24 7-3355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21386,'0'0'8286,"-23"23"-5669,3-5-2361,7-7-236,0 0 0,1 2 0,0-1 1,1 1-1,0 1 0,1 0 0,1 1 0,0-1 1,1 2-1,-10 26 0,3 15-20,2 1 0,3 1 0,2 0 0,1 87 0,6-132-165,1-6-25,0 0 0,0 0 0,-1-1 0,0 1 0,-1 0 0,0-1 0,0 1 0,-3 7-1,9-27-7895,-1-2 3993,2-7 276,14-26-5283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3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46 13078,'0'0'5141,"20"-8"-904,63-24-281,-80 31-3714,0 0 1,0 0-1,0 0 0,0 0 1,0 1-1,0 0 0,0-1 0,0 1 1,0 1-1,0-1 0,0 0 0,0 1 1,0-1-1,0 1 0,0 0 1,0 0-1,-1 0 0,1 0 0,0 0 1,0 1-1,3 2 0,0 1-107,-1 0-1,-1 0 0,1 1 0,-1-1 1,0 1-1,5 10 0,-2-5-73,6 11-52,-1 1-1,15 36 1,-23-48-9,0 0 0,-1 1-1,0-1 1,-1 0 0,-1 1 0,1-1-1,-2 1 1,0 13 0,0-23 0,-1-1 0,1 1 0,-1-1 0,1 1 0,-1-1 0,0 1 0,0-1 0,0 0 0,0 1 0,0-1 0,0 0 0,0 0 0,0 1 0,0-1 0,0 0 0,-1 0 0,1 0 0,0 0 0,-1-1 0,1 1 0,-1 0 0,1-1 0,-1 1 0,1-1 0,-1 1 0,1-1 0,-1 0 0,0 1 0,-1-1 0,-10 1 0,1 0 0,-25-2 0,19 1 0,-219-7 0,234 7 0,0 1 0,0-1 0,-1 0 0,1 1 0,0-1 0,0 1 0,-1 0 0,1 0 0,0 0 0,0 1 0,0-1 0,0 1 0,1-1 0,-1 1 0,-4 4 0,6-5 0,0 0 0,0 1 0,0-1 0,0 1 0,0-1 0,0 1 0,1 0 0,-1-1 0,1 1 0,-1 0 0,1 0 0,-1-1 0,1 1 0,0 0 0,0 0 0,0-1 0,0 1 0,0 0 0,0 0 0,0 0 0,1-1 0,-1 1 0,1 0 0,-1-1 0,1 1 0,0 0 0,0-1 0,-1 1 0,1-1 0,0 1 0,2 1 0,6 8 0,0 1 0,1-2 0,1 0 0,-1 0 0,18 11 0,14 14 0,82 91 0,9 8 0,-131-133-33,0 1-1,0-1 1,0 1-1,0-1 1,0 0 0,0 0-1,0 0 1,0 0-1,0-1 1,1 1 0,-1 0-1,0-1 1,0 0 0,1 1-1,-1-1 1,0 0-1,1 0 1,1-1 0,-2 1-476,0 0 1,0-1-1,0 1 0,-1-1 1,1 0-1,0 1 1,0-1-1,-1 0 1,1 0-1,-1 0 1,1-1-1,-1 1 1,1 0-1,1-2 1,16-29-10295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59 13862,'0'0'17005,"19"15"-15372,62 44-1366,-72-53-267,0 0 0,0-1 0,1-1 0,0 0 0,0 0 0,0-1 0,1 0 0,-1 0 0,1-1 0,0-1 0,-1 0 0,1 0 0,0-1 0,18-3 0,6 2 0,-32 2 0,-1-1 0,1 0 0,-1 0 0,1 0 0,-1 0 0,1 0 0,-1-1 0,1 1 0,-1-1 0,1 0 0,-1 0 0,0 0 0,1 0 0,-1 0 0,0 0 0,0 0 0,0-1 0,0 1 0,0-1 0,0 1 0,0-1 0,0 0 0,-1 0 0,1 0 0,-1 0 0,1 0 0,-1 0 0,0 0 0,0-1 0,0 1 0,0 0 0,0-1 0,0 1 0,-1-1 0,1 1 0,-1 0 0,0-6 0,1 5 0,0-1 0,-1 0 0,0 1 0,0-1 0,0 1 0,0-1 0,-1 0 0,1 1 0,-1-1 0,0 1 0,0-1 0,0 1 0,0 0 0,-1-1 0,1 1 0,-1 0 0,0 0 0,0 0 0,0 0 0,0 0 0,-1 1 0,1-1 0,-1 0 0,0 1 0,1 0 0,-1 0 0,0 0 0,0 0 0,-1 0 0,1 1 0,-6-3 0,-4 0 0,0 0 0,-1 0 0,1 2 0,-1 0 0,-20-1 0,-69 5 0,90-1 0,-1 0 0,1 1 0,0 1 0,0 0 0,0 1 0,1 0 0,-14 7 0,22-9 0,-1 0 0,1 0 0,0 0 0,0 1 0,0 0 0,0 0 0,1 0 0,-1 0 0,1 1 0,0 0 0,0-1 0,0 1 0,0 0 0,1 0 0,-1 1 0,1-1 0,0 0 0,1 1 0,-1-1 0,1 1 0,0 0 0,-2 7 0,3 0 0,-1 0 0,1 0 0,1 0 0,0 0 0,1-1 0,0 1 0,1 0 0,0-1 0,7 16 0,-6-19 0,0 0 0,1 0 0,0-1 0,0 0 0,1 0 0,0 0 0,0 0 0,1-1 0,-1 0 0,1-1 0,1 1 0,-1-1 0,10 4 0,-4-2-27,0-1 1,1-1-1,0 0 0,0-1 0,0-1 1,21 3-1,47-1-3217,-6-4-5779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18200,'0'0'13337,"-54"50"-12107,47-40-1230,0 0 0,0 1 0,1 0 0,0 0 0,1 0 0,0 0 0,1 1 0,1 0 0,-1 0 0,2 0 0,0 0 0,-1 19 0,3-30 0,0-1 0,0 1 0,0 0 0,0-1 0,0 1 0,1 0 0,-1-1 0,0 1 0,1-1 0,-1 1 0,0 0 0,1-1 0,-1 1 0,0-1 0,1 1 0,-1-1 0,1 1 0,-1-1 0,1 1 0,-1-1 0,1 0 0,0 1 0,-1-1 0,1 0 0,-1 1 0,1-1 0,0 0 0,-1 0 0,1 0 0,0 1 0,24 1 0,-20-2 0,12 1 0,-1-2 0,0 0 0,1-1 0,-1 0 0,0-1 0,0-1 0,-1-1 0,1 0 0,-1-1 0,0-1 0,0 0 0,-1-1 0,0 0 0,-1-1 0,0-1 0,0 0 0,15-17 0,2-6 0,-27 33 0,-1 8 0,-1 11 0,-1-16 0,0-2 0,-1 7 0,1-1 0,1 1 0,0-1 0,3 14 0,-4-19 0,1 0 0,0 1 0,0-1 0,0 0 0,0-1 0,0 1 0,0 0 0,0 0 0,1 0 0,-1-1 0,1 1 0,-1 0 0,1-1 0,0 0 0,0 1 0,-1-1 0,1 0 0,0 0 0,0 0 0,0 0 0,0 0 0,3 0 0,6 1-62,0 0 1,1-1-1,-1 0 0,0-1 1,0 0-1,1-1 1,-1 0-1,0-1 0,16-5 1,-18 5-1745,-1-1-1,0 0 1,-1-1 0,9-4 0,13-13-11918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5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1313,'0'0'27247,"7"-3"-25121,6-4-1866,-1-1 0,0-1 0,-1 0 1,0-1-1,0 0 0,-1 0 0,16-22 0,3 2-260,6-9 0,-14 10 0,-20 43 0,-17 30 0,12-33 0,0 0 0,0-1 0,1 1 0,1 0 0,0 1 0,-1 18 0,2-25 0,1 0 0,0-1 0,1 1 0,-1 0 0,1-1 0,0 1 0,0-1 0,3 8 0,-3-10 0,0 0 0,1-1 0,-1 1 0,0 0 0,1-1 0,0 0 0,-1 1 0,1-1 0,0 0 0,0 1 0,0-1 0,0 0 0,0-1 0,0 1 0,0 0 0,0 0 0,0-1 0,0 0 0,0 1 0,1-1 0,2 0 0,26 3-38,40-3 0,-28-3-2402,8-4-9242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5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2 172 19849,'0'0'9143,"0"20"-5774,0-13-3243,-1 19-70,1 0 0,2-1 0,0 1 0,10 41 0,-8-55-56,0 1 0,1-1 0,7 11 0,-13-27 0,0-1 0,0 0 0,1 1 0,0-1 0,0 0 0,0 0 0,2-7 0,-1-8 0,-1-18 0,2-1 0,12-61 0,-10 81 0,1 1 0,0-1 0,1 1 0,1 1 0,1-1 0,1 1 0,14-21 0,-22 36 11,0 0 0,1 1 1,-1-1-1,1 0 0,-1 1 0,1-1 0,0 1 1,-1 0-1,1 0 0,0-1 0,0 1 0,0 1 1,0-1-1,0 0 0,0 0 0,3 0 0,35 1-5023,-39 0 4472,29 3-9817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21370,'-18'0'8345,"-118"9"-5238,117-7-3115,1 1 0,-1 1 0,0 0 0,1 1 1,0 2-1,-20 9 0,36-16 8,0 1 0,1 0 0,-1 0 0,1 0 0,-1 0 0,1 0 0,-1 0 0,1 1 0,0-1 0,0 0 0,-1 1 0,1-1 0,0 1 0,0-1 0,0 1 0,1 0 0,-1-1 0,0 1 0,0 0 0,1-1 0,-1 1 0,1 0 0,0 0 0,0 0 0,-1-1 0,1 3 0,1-2 0,-1 0 0,1 0 0,0 0 0,0 0 0,0 0 0,0 0 0,0-1 0,0 1 0,0 0 0,0 0 0,1-1 0,-1 1 0,1-1 0,-1 1 0,1-1 0,-1 0 0,1 0 0,0 0 0,0 0 0,0 0 0,3 1 0,31 12 0,-19-8 0,0 1 0,33 18 0,-47-23 0,1 0 0,-1 0 0,0 0 0,0 0 0,-1 1 0,1 0 0,0-1 0,-1 1 0,0 0 0,1 0 0,-1 0 0,0 0 0,-1 1 0,1-1 0,0 0 0,-1 1 0,0-1 0,0 1 0,0 0 0,0 4 0,-1-6 0,0 0 0,0-1 0,0 1 0,0-1 0,-1 1 0,1 0 0,0-1 0,-1 1 0,0-1 0,1 0 0,-1 1 0,0-1 0,0 1 0,0-1 0,0 0 0,0 0 0,0 1 0,0-1 0,0 0 0,0 0 0,0 0 0,-1 0 0,1 0 0,0-1 0,-1 1 0,1 0 0,-1-1 0,-2 2 0,-5 1 0,-1 0 0,0-1 0,-16 2 0,5-1 0,15-2-65,0 0 1,1 0-1,-1 1 1,1 0-1,0 0 1,-1 0-1,1 1 1,0 0-1,0 0 1,-4 3-1,38-5-15600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6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13190,'0'0'19577,"-50"117"-19577,44-90 0,0-4 0,-1-6 0,5-2 0,-2-5 0,4-6 0,-4-4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6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18969,'0'0'13798,"-11"100"-13798,11-58-592,0-4-7892,0-5-6579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17464,'0'0'14054,"3"22"-12888,13 72-1083,-14-83-83,1 0 0,0 0 0,1-1 0,0 1 0,9 16 0,-10-23 0,0 1 0,0-1 0,0 0 0,0 0 0,1 0 0,-1-1 0,1 1 0,0-1 0,0 0 0,8 5 0,-9-7 0,0 0 0,0 1 0,0-1 0,0 0 0,0 0 0,0-1 0,0 1 0,0-1 0,0 1 0,0-1 0,0 0 0,0 0 0,0-1 0,1 1 0,-1-1 0,0 1 0,0-1 0,0 0 0,0 0 0,0 0 0,-1 0 0,1-1 0,0 1 0,0-1 0,-1 0 0,1 0 0,-1 0 0,0 0 0,1 0 0,-1 0 0,0-1 0,3-4 0,6-9 0,0 0 0,-2-1 0,0 0 0,9-24 0,-7 15 0,10-17 0,-1-2 0,-3 0 0,-2-1 0,12-55 0,-37 126 0,7-18 0,0 0 0,0 0 0,0 0 0,1 0 0,0 1 0,-1 8 0,3-12-191,0 15 283,6-10-3037,13-3-8177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75 132 25484,'0'0'6301,"21"8"-5396,70 23-828,-84-29-77,1 1 0,0-1 0,1-1 0,-1 0 0,0 0 0,0 0 0,1-1 0,-1 0 0,0-1 0,1 0 0,-1 0 0,14-4 0,-19 4 0,-1 0 0,-1 0 0,1 0 0,0-1 0,0 1 0,0 0 0,0-1 0,-1 1 0,1-1 0,-1 0 0,1 1 0,-1-1 0,0 0 0,0 0 0,0 0 0,0 0 0,0 0 0,0 0 0,0 0 0,0-4 0,1-2 0,-1-1 0,0 1 0,0-17 0,-1 24 0,0-2 0,-1 0 0,1 1 0,0 0 0,-1-1 0,1 1 0,-1-1 0,0 1 0,0-1 0,0 1 0,0 0 0,0 0 0,0 0 0,-1-1 0,1 1 0,-1 0 0,1 1 0,-1-1 0,-3-3 0,0 1 0,0 1 0,0 0 0,-1 0 0,1 0 0,-1 1 0,1 0 0,-10-3 0,-5 0 0,1 2 0,-1 0 0,-37 1 0,50 1 0,1 1 0,-1 1 0,0 0 0,0 0 0,1 0 0,-1 0 0,0 1 0,1 0 0,0 1 0,-7 3 0,8-3 0,1 0 0,-1 0 0,1 1 0,0 0 0,0 0 0,1 0 0,-1 0 0,1 0 0,0 1 0,0 0 0,0 0 0,-4 8 0,3-2 0,0 0 0,1 0 0,0 1 0,0-1 0,2 1 0,-1-1 0,1 1 0,1 0 0,0 0 0,1-1 0,0 1 0,1 0 0,0-1 0,0 0 0,1 1 0,1-1 0,0 0 0,1 0 0,0-1 0,0 0 0,1 1 0,1-2 0,12 16 0,-5-12-62,0-1-1,2 0 1,-1-1 0,1 0-1,1-2 1,0 0 0,0 0-1,1-2 1,0 0 0,0-1 0,1-1-1,0-1 1,38 4 0,40 0-4300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8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10565,'0'0'19419,"-6"25"-18015,-95 366-25,60-199-1379,51-227-14292,7-11 5790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8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12966,'19'-9'3983,"-7"4"-3332,4-3 254,1 0 0,0 2 0,0 0-1,1 1 1,-1 0 0,28-2 0,-29 6-63,1-1 175,0 1 0,32 3 0,-46-2-897,1 0 0,-1 1-1,0-1 1,0 1 0,0 0 0,-1 0-1,1 0 1,0 0 0,0 0 0,0 1 0,-1-1-1,1 1 1,-1 0 0,1 0 0,-1 0 0,1 0-1,-1 0 1,0 0 0,0 0 0,0 1-1,-1-1 1,3 5 0,-2-2-11,0 0 0,0 0 0,0 0 0,-1 0 0,0 1 0,0-1 0,0 1 0,-1-1 0,1 1 0,-1-1 0,-1 0-1,1 1 1,-1-1 0,0 1 0,0-1 0,-1 0 0,-3 9 0,1-7-78,0 0 0,0-1 0,0 0 0,-1 0 0,0 0 0,-1 0 0,1-1 0,-1 0 0,0 0 0,0 0 0,-9 4 0,-6 2-49,0-1-1,0-1 1,-1-1-1,0 0 1,-1-2-1,1-1 1,-32 3-1,12-5-177,33-3-4023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20906,'0'0'9153,"4"25"-6864,1 0-2036,2 15-170,4 73 0,-9 14-83,-2-158 0,-1 6 0,1-1 0,1 1 0,1 0 0,2-1 0,10-40 0,-7 47 0,0-1 0,2 1 0,0 1 0,1 0 0,1 0 0,19-24 0,-20 31 0,1-1 0,-1 2 0,2-1 0,0 2 0,0 0 0,0 0 0,1 1 0,1 0 0,21-8 0,-32 14-11,0 1 0,0 0 0,1 0-1,-1 0 1,1 0 0,-1 0 0,1 1 0,0 0 0,-1-1 0,1 1 0,-1 1-1,1-1 1,-1 0 0,1 1 0,-1 0 0,6 1 0,16 13-2696,0 7-4507,-25-22 7181,27 22-11706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78 7924,'0'0'16172,"-22"6"-10742,-73 23-2635,90-27-2781,0 1 0,0-1 0,0 1 0,0 0 0,0 1 0,1-1 0,-1 1 0,1 0 0,0 0 0,0 0 0,0 1 0,1-1-1,-1 1 1,1 0 0,0 0 0,1 0 0,-1 0 0,1 1 0,0-1 0,0 1 0,1-1 0,0 1 0,0-1 0,0 1 0,1 0-1,-1 0 1,1 0 0,1-1 0,-1 1 0,1 0 0,1 5 0,-1-8-14,0 0 0,0-1 0,0 1 0,0 0 0,1-1 0,-1 1 0,1-1 0,0 0 0,-1 0 0,1 1 0,0-1 0,0 0 0,0-1 0,1 1 0,-1 0 0,0 0 0,1-1 0,-1 0 0,1 1 0,0-1 0,-1 0 0,1 0 0,0 0 0,-1-1 0,5 1 0,8 2 0,0-1 0,0-1 0,22 0 0,-32-1 0,7 0 0,-1 0 0,0-1 0,0 0 0,0-1 0,0 0 0,0-1 0,0 0 0,19-9 0,-25 10 0,0-1 0,-1 0 0,1-1 0,-1 1 0,1-1 0,-1 0 0,0 0 0,0 0 0,-1-1 0,1 1 0,-1-1 0,0 0 0,-1 0 0,1 0 0,-1 0 0,0-1 0,0 1 0,0 0 0,1-9 0,-1 4 0,-1 0 0,0 0 0,-1 0 0,1 0 0,-2 1 0,0-1 0,0 0 0,0 0 0,-2 0 0,-3-13 0,4 18 0,0 0 0,0 0 0,-1 1 0,1-1 0,-1 1 0,0-1 0,0 1 0,-1 0 0,1 0 0,-1 0 0,0 1 0,0-1 0,0 1 0,0 0 0,-1 0 0,1 0 0,-1 1 0,0-1 0,0 1 0,-10-3 0,-10 3-106,13 4-3040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9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5 16167,'0'0'5963,"-19"-1"-2575,-68-3 1038,81 5-4215,-1-1 0,1 1 0,-1 0 0,1 1 0,0-1 0,-1 1 0,1 0 0,0 1-1,0 0 1,1 0 0,-1 0 0,0 1 0,-5 4 0,2 0-233,0 0 1,1 1-1,0 0 0,1 0 1,-9 13-1,11-12 22,0 0 0,0 0 0,1 0 0,0 1 0,1-1 0,0 1 0,0 0 0,1 0 0,1 0 0,0 0 0,1 21 0,0-30 0,0 1 0,1-1 0,0 0 0,-1 1 0,1-1 0,0 0 0,0 0 0,0 0 0,0 0 0,0 0 0,1 0 0,-1 0 0,0 0 0,1 0 0,0 0 0,-1-1 0,1 1 0,0-1 0,0 1 0,0-1 0,0 0 0,0 0 0,0 0 0,0 0 0,1 0 0,1 1 0,9 2 0,0 0 0,0-1 0,19 3 0,45 0-1498,3-5-5257,-45-1 1853,32 0-6994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2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13 120 16744,'0'0'11648,"13"9"-10189,47 28-637,-54-34-800,-1-1 0,1 1 0,0-1 1,0 0-1,0-1 0,0 0 0,0 0 0,0 0 1,1-1-1,-1 1 0,0-1 0,8-2 0,8 1 5,-18 1-25,0 0 0,0 0 1,-1-1-1,1 0 0,0 1 1,0-2-1,-1 1 0,1 0 1,-1-1-1,1 1 0,-1-1 1,0 0-1,1 0 1,-1 0-1,0-1 0,0 1 1,-1-1-1,1 0 0,-1 0 1,1 1-1,-1-2 0,0 1 1,3-4-1,-3 1 51,1 1 0,-1-1 0,0 0 0,0 0 0,0 0 0,-1 0 0,0-1 0,0 1 0,0 0-1,-1-1 1,0 1 0,-1 0 0,-1-11 0,2 15-15,-1 0-1,0 1 0,0-1 0,1 0 1,-1 0-1,0 1 0,0-1 1,-1 0-1,1 1 0,0-1 1,-1 1-1,1 0 0,0-1 1,-1 1-1,0 0 0,1 0 1,-1 0-1,0 0 0,1 0 1,-1 0-1,0 1 0,0-1 1,0 0-1,0 1 0,-3-1 0,-7-1-41,1 1 0,-1 0 0,-14 1 0,14 1 32,3-1-28,-1 0 0,1 1 0,0 0 0,-1 1 0,1 0 0,0 0 0,0 1 0,0 0 0,0 1 0,1 0 0,-11 6 0,15-7 0,0 0 0,-1 1 0,1-1 0,1 1 0,-1 0 0,0 0 0,1 0 0,0 0 0,0 1 0,0-1 0,1 1 0,-1 0 0,1 0 0,0 0 0,1 0 0,-1 0 0,1 0 0,0 0 0,0 0 0,0 1 0,1 7 0,1-5-4,-1 0 0,2 0 0,-1-1 0,1 1 0,0 0 0,1-1 0,0 0 0,0 1 0,0-1-1,1 0 1,0-1 0,1 1 0,-1-1 0,1 0 0,0 0 0,1 0 0,0-1 0,-1 1 0,2-1 0,-1-1 0,1 1 0,7 3 0,3 2-986,0-1 0,1-1 0,21 7 0,-12-6-4718,37 6 1,9-7-8567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245 754 17432,'0'0'14319,"-10"-15"-13420,-33-44-782,41 57-117,-1-1 0,0 0 0,0 1 0,-1-1 0,1 1 0,0 0 0,-1 0 0,1 1 0,-1-1 0,0 1 0,0-1 0,1 1 0,-1 0 0,-5 0 0,-2 0 0,0 1 0,0 0 0,-14 1 0,7 1 0,16-2 0,0 0 0,0 0 0,0 0 0,0 1 0,0-1 0,0 1 0,0 0 0,0-1 0,0 1 0,0 0 0,0 0 0,1 0 0,-1 0 0,0 1 0,1-1 0,-1 0 0,1 1 0,-3 2 0,2-1 0,-1 1 0,1 0 0,0 0 0,1 0 0,-1 0 0,0 0 0,1 0 0,-1 7 0,-1 8 0,2-1 0,0 1 0,2 24 0,-1-30 0,0-10 0,0-1 0,1 1 0,-1 0 0,0-1 0,1 1 0,-1-1 0,1 1 0,0-1 0,0 1 0,0-1 0,0 1 0,0-1 0,1 0 0,-1 0 0,1 1 0,-1-1 0,1 0 0,0 0 0,0-1 0,0 1 0,0 0 0,0-1 0,0 1 0,0-1 0,1 0 0,-1 1 0,0-1 0,1 0 0,-1 0 0,1-1 0,-1 1 0,6 0 0,-2 0 0,0-1 0,0 0 0,0 0 0,0-1 0,0 1 0,0-1 0,0-1 0,0 1 0,0-1 0,0 0 0,-1 0 0,1-1 0,9-6 0,7-6 0,-1-2 1,-1 0-1,0-1 1,30-37-1,62-95-17,-81 107-8,128-198-2591,-139 205 2338,-2 0 0,-1-2 1,-1 0-1,19-79 0,-34 112 496,4-36 3193,-16 55-2995,-22 34-416,3 2 0,2 1 0,3 2 0,2 0 0,-25 84 0,30-72 0,4 0 0,2 2 0,3-1 0,-1 104 0,9-156-210,2 15 501,-1-29-477,0 1 0,1 0 0,-1 0 0,0 0 0,0 0 0,1-1 0,-1 1 0,1 0 0,-1 0 0,1-1 0,-1 1 0,1 0 0,-1-1 0,1 1 1,-1 0-1,1-1 0,0 1 0,-1-1 0,1 1 0,0-1 0,0 1 0,-1-1 0,1 0 0,0 1 0,2-1 0,16 2-8922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31 18376,'0'0'13532,"0"4"-12782,-3 116-641,3-118-109,0-1 0,0 0 0,0 1 0,0-1 0,0 0 0,1 0 0,-1 1 0,0-1 0,1 0 0,-1 0 0,0 0 0,1 1 0,-1-1 0,1 0 0,0 0 0,-1 0 0,1 0 0,0 0 0,0 0 0,0 0 0,0 0 0,0 0 0,0-1 0,2 3 0,-1-3 0,0 1 0,0 0 0,0-1 0,0 0 0,1 1 0,-1-1 0,0 0 0,0 0 0,0 0 0,1 0 0,-1-1 0,0 1 0,3-1 0,3-2 0,0 1 0,-1-1 0,1 0 0,0-1 0,-1 0 0,13-9 0,116-115 0,-110 102 0,-29 57 0,1-19 0,0 1 0,1-1 0,1 1 0,0 0 0,1-1 0,4 20 0,-4-27 0,0-1 0,1 1 0,-1-1 0,1 0 0,1 0 0,-1 0 0,0 0 0,1 0 0,0 0 0,0-1 0,0 1 0,0-1 0,1 0 0,-1 0 0,1 0 0,0 0 0,0-1 0,0 0 0,0 0 0,8 4 0,32 4-2031,-14-9-4283,6-1-6599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9 211 11429,'0'0'19711,"-1"18"-18201,-3 139-1393,2-233-117,1-46 0,2 109 0,0 0 0,1 0 0,1 1 0,0-1 0,1 0 0,1 1 0,6-15 0,-4 13 0,-5 9 0,0 0 0,0 0 0,0 1 0,1-1 0,-1 1 0,1-1 0,0 1 0,1 0 0,-1 0 0,1 0 0,5-4 0,5 7-6390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57 261 14006,'0'0'17875,"16"4"-17104,-5 0-708,-2 0-58,1-1-1,0 0 1,-1-1 0,1 0 0,0 0-1,0-1 1,0 0 0,0 0 0,0-2-1,13 0 1,-20-1-5,0 1 0,0 0 0,0-1 0,0 0 0,-1 0 0,1 0 0,0 0 0,-1 0 0,1 0 0,-1-1 0,0 1 0,0-1 0,0 1 0,0-1 0,0 0 0,-1 0 0,1 0 0,-1 0 0,0 0 0,0 0 0,0 0 0,0 0 0,0-7 0,2-8 0,-1 0 0,-1 0 0,-1-20 0,0 23 0,0 2 0,1 5 0,-1 1 0,-1 0 0,1-1 0,-1 1 0,-2-9 0,2 14 0,0-1 0,0 1 0,0 0 0,0 0 0,0 0 0,0 0 0,-1 0 0,1 0 0,-1 0 0,1 1 0,-1-1 0,0 0 0,0 1 0,1 0 0,-1-1 0,0 1 0,-1 0 0,1 0 0,0 0 0,-4-2 0,0 1 0,1 0 0,-1 1 0,1-1 0,-1 1 0,0 0 0,0 0 0,0 1 0,0 0 0,1 0 0,-1 0 0,0 1 0,0 0 0,0 0 0,1 0 0,-1 1 0,0 0 0,1 0 0,0 0 0,-1 1 0,1 0 0,0 0 0,0 0 0,0 0 0,1 1 0,-1 0 0,1 0 0,0 0 0,-6 8 0,3-1 0,0 0 0,0 1 0,1-1 0,1 2 0,0-1 0,0 0 0,2 1 0,-1 0 0,2 0 0,-1 0 0,1 24 0,1-22 0,0 0 0,2 1 0,0-1 0,1 0 0,0 0 0,6 18 0,-5-25 0,0-1 0,0 0 0,0 0 0,1-1 0,0 1 0,1-1 0,0 0 0,0 0 0,0 0 0,0-1 0,1 1 0,0-1 0,0-1 0,9 6 0,-5-4-126,0-1 0,0 0 0,0 0 0,1-1 0,17 4 0,1-3-2848,0-2-3389,17-3-8900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1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28029,'0'0'4738,"-2"0"-4738,0 4 0,-19 2 0,-14-4 0,-9-2-23371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8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43 3057,'0'0'11376,"-1"-7"-9554,-2-28 1497,3 50 3174,1 4-6023,-1 0 1,-2 20 0,-15 42 944,-3-1 1,-57 143-1,8-31-373,61-168-1040,8-25-7,4-9-8,8-6-2130,4 3-8952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3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18056,'0'0'14711,"0"19"-14711,0-17 0,-2-2 0,-3 0 0,5 4 0,0-2 0,0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5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532 126 672,'0'0'15864,"18"-6"-14154,57-17-62,-70 22-1202,0-1 0,-1 1-1,1-1 1,-1 0-1,0 0 1,5-4-1,-8 6-208,-1-1 0,1 0-1,-1 0 1,1 1 0,-1-1-1,1 0 1,-1 0 0,0 0-1,1 1 1,-1-1 0,0 0-1,0 0 1,0 0 0,1 0 0,-1 0-1,0 0 1,0 1 0,0-1-1,-1-2 1,1-1 400,0 3-549,0 0 1,-1 0 0,1 1-1,0-1 1,-1 0 0,1 0 0,-1 0-1,1 0 1,-1 1 0,0-1-1,1 0 1,-1 1 0,0-1-1,1 0 1,-1 1 0,0-1 0,0 1-1,1-1 1,-1 1 0,0-1-1,-1 1 1,-23-10 90,19 8-36,-20-6-146,0 1 0,0 1 0,-1 2 0,0 1 0,0 1 0,0 1 0,0 1 0,0 2 0,-49 8 0,60-6 3,2 0 1,-1 1-1,0 1 0,1 0 0,0 1 0,1 0 0,0 1 0,0 1 1,0 0-1,1 1 0,0 0 0,1 1 0,0 0 0,1 1 0,1 0 1,-16 25-1,13-16 3,2 0 0,0 1 0,1 0 0,2 0 1,0 1-1,1 0 0,2 0 0,0 1 0,1-1 1,1 33-1,2-30 12,-1-10-3,1 1 0,4 22 0,-4-34-7,1-1-1,0 0 0,0 0 0,0 0 0,1 0 1,0 0-1,0 0 0,0 0 0,0-1 0,0 1 1,1-1-1,-1 1 0,1-1 0,3 3 0,-3-4 16,0 0-1,0-1 0,0 1 0,0-1 0,0 0 1,0 0-1,0 0 0,0 0 0,1-1 0,-1 1 1,0-1-1,1 0 0,4 0 0,43-4 417,-35 0-354,0-1 0,0-1 1,-1 0-1,1-1 1,-2 0-1,1-1 0,-1-1 1,16-12-1,-17 13 6,-13 9-50,0 1 0,0 0 0,0-1 0,0 1-1,-1 0 1,1-1 0,0 1 0,-1-1 0,1 1-1,-1 0 1,-1 2 0,-53 92-38,36-66 0,-28 58 0,46-84-18,1-3 9,0 0 1,-1 0-1,1-1 1,0 1-1,0 0 1,-1 0 0,1-1-1,-1 1 1,1 0-1,-1-1 1,1 1-1,-1 0 1,1-1 0,-1 1-1,1-1 1,-1 1-1,0-1 1,1 1 0,-1-1-1,0 1 1,1-1-1,-1 0 1,0 1-1,0-1 1,-1 1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 9540,'0'0'14895,"-1"-1"-14783,1 1-1,-1 0 1,0-1-1,1 1 1,-1 0-1,1-1 1,-1 1-1,0 0 1,1 0 0,-1 0-1,0 0 1,1 0-1,-1 0 1,0 0-1,1 0 1,-1 0-1,0 0 1,1 0-1,-1 0 1,0 0-1,1 0 1,-1 0 0,0 1-1,1-1 1,-2 1-1,-7 7 305,0 2 0,1-1 1,0 1-1,1 0 0,0 1 0,0-1 0,-9 21 0,13-23-427,0 1-1,0-1 0,1 0 0,0 1 1,0-1-1,1 1 0,0 0 0,0 0 1,1-1-1,0 1 0,3 17 0,-2-25 4,-1 0-1,0 0 0,1 0 0,0 0 1,-1 0-1,1 0 0,-1 0 0,1 0 1,0-1-1,0 1 0,0 0 1,-1 0-1,1-1 0,0 1 0,0 0 1,0-1-1,0 1 0,0-1 0,0 1 1,0-1-1,0 1 0,0-1 1,1 0-1,-1 0 0,0 0 0,1 1 1,35-1-224,-26 0 206,-7 0 66,1-1 0,-1 0 0,1 0 0,-1 0 0,0 0 0,0-1 0,0 1 0,1-1 0,-1 0 0,-1 0 0,1-1 0,0 1 0,-1-1 0,1 0 0,-1 0 0,0 0-1,0 0 1,0-1 0,3-4 0,-2 2 59,0 0 0,0 0 0,-1 0 0,0 0 0,0 0 0,-1-1 0,0 1 0,0-1 0,0 0 0,-1 1 0,1-15 0,-2 4 325,1 12-379,-1-1 0,0 0 0,0 0 0,-1 0 1,1 0-1,-2 1 0,0-7 0,1 10-46,0 1 0,0-1-1,0 1 1,0-1 0,0 1 0,0 0-1,-1-1 1,1 1 0,0 0 0,-1 0-1,1 0 1,0 0 0,-1 0 0,0 0-1,1 0 1,-1 1 0,1-1 0,-1 0-1,0 1 1,0 0 0,1-1 0,-1 1-1,0 0 1,0 0 0,1 0 0,-1 0-1,-3 0 1,4 0-25,0 0-1,0 0 1,0 0 0,-1 0-1,1 0 1,0 0-1,0 0 1,0 0 0,0 1-1,-1-1 1,1 0 0,0 1-1,0-1 1,0 1 0,0-1-1,0 1 1,0 0-1,0-1 1,0 1 0,0 0-1,0 0 1,0-1 0,1 1-1,-1 0 1,-1 1-1,0 8-3644,1 3-4684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11957,'0'0'9549,"-5"9"-7903,-36 61 1456,-161 268 2917,149-258-5723,-84 133-98,137-213-198,0 1 0,-1-1 0,1 0 0,0 0 0,0 0 0,0 1 0,-1-1 0,1 0 0,0 0 0,0 1 0,0-1 0,0 0 0,-1 0 0,1 1 0,0-1 0,0 0 0,0 0 0,0 1 0,0-1 0,0 0 0,0 1 0,0-1 0,0 0 0,0 0 0,0 1 0,0-1 0,0 0 0,0 1 0,0-1 0,0 0 0,0 0 0,0 1 0,1-1 0,-1 0 0,0 1 0,0-1 0,0 0 0,0 0 0,0 0 0,1 1 0,-1-1 0,0 0 0,0 0 0,1 0 0,-1 1 0,0-1 0,0 0 0,1 0 0,-1 0 0,0 0 0,0 0 0,1 1 0,-1-1 0,1 0 0,12-1 0,-13 1 0,17-4 0,0 0 0,-1-2 0,28-11 0,-27 9 0,-1 1 0,2 2 0,19-6 0,-12 8 276,-1 1 0,28 1 0,17-1-2883,-24-5-7433,-27 3 1434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7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13814,'0'0'11870,"8"0"-10894,211 2 4256,-218-7-5203,0 0-1,0 1 1,-1-1-1,1 0 1,-1 0 0,-1-6-1,1 7-25,0-1 8,0 1 1,0-1 0,0 1 0,-1-1 0,1 0-1,-1 1 1,0-1 0,-1 1 0,1 0 0,-4-7-1,4 9 3,-1 0 0,0 0 0,0 0 0,1 1 0,-1-1 0,0 1 0,0-1 0,-1 1 0,1 0 0,0 0 0,0 0 0,-1 0 0,1 0 0,0 1 0,-1-1 0,1 1 0,-1-1 0,1 1 0,-1 0 0,1 0 0,-5 1 0,-8-1 106,10-1-104,-1 1 0,1 0 1,-1 0-1,1 1 0,-1 0 0,1 0 0,-7 2 0,10-2-16,0 0-1,0 1 0,0-1 0,0 1 1,0-1-1,0 1 0,0 0 0,0 0 1,1 0-1,-1 0 0,1 0 0,-1 0 1,1 0-1,0 1 0,0-1 0,0 0 1,0 1-1,-1 4 0,-2 7 1,0-1 0,2 1 0,-3 20 0,5-30 0,-1 1 0,1-1 0,0 0 0,1 1 0,-1-1 0,1 0 0,-1 0 0,1 1 0,1-1 0,-1 0 0,0 0 0,1 0 0,0 0 0,0-1 0,3 6 0,3-1-70,0 1-1,1-1 1,0 0 0,0-1-1,0 0 1,1-1 0,0 0-1,14 6 1,13 1-2883,5-8-3466,2-4-2625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8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531 217 6115,'0'0'19619,"-5"-18"-18415,-20-55-129,23 69-983,1 1 1,-1-1-1,0 1 1,0 0-1,0 0 1,-1 0-1,1 0 1,-1 0-1,0 1 1,0-1-1,0 1 1,0-1-1,0 1 1,-6-3-1,-2-2 255,-1-2-131,0 1-1,-1 0 1,0 1 0,0 0 0,-1 1-1,1 0 1,-1 1 0,0 1-1,-1 0 1,1 1 0,-1 1 0,1 0-1,-28 0 1,41 3-216,-1-1 0,1 1 0,-1-1 0,1 1 0,-1 0 0,1 0 0,-1 0 0,1 0 0,-1 0 0,1 0 0,0 0 0,0 0 0,0 0 0,0 1 0,0-1 0,0 0 0,0 1 0,0-1 0,0 1 0,-1 2 0,-14 40 0,14-36 0,-110 364 0,95-321 0,2 1 0,2 0 0,3 1 0,2 0 0,-1 56 0,9-109-61,1 1-1,-1-1 1,0 0 0,0 0-1,0 0 1,1 0-1,-1 1 1,0-1 0,0 0-1,1 0 1,-1 0 0,0 0-1,0 0 1,1 0 0,-1 0-1,0 0 1,0 0-1,1 0 1,-1 0 0,0 0-1,0 0 1,1 0 0,-1 0-1,0 0 1,1 0 0,-1 0-1,0 0 1,0 0 0,1 0-1,-1 0 1,0 0-1,0-1 1,0 1 0,1 0-1,-1 0 1,0 0 0,0 0-1,0-1 1,1 1 0,-1 0-1,0 0 1,0-1-1,13-43-12429,-4 8 1849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17288,'0'0'11205,"109"17"-10949,-92-15-240,4 0-16,10 0-352,0-2-1217,7 0-4113,-3 0-4051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12838,'0'0'16010,"-4"16"-13825,1-6-1867,-1 6-82,-2 0 0,1-1 0,-2 1 0,0-1 0,-9 15 0,-25 33-236,15-27 0,3 1 0,1 1 0,2 1 0,-16 44 0,33-76 0,1 0 0,0 1 0,0-1 0,1 1 0,0-1 0,0 1 0,0-1 0,1 1 0,2 11 0,-2-19 0,1 1 0,-1 0 0,1 0 0,-1-1 0,1 1 0,-1-1 0,1 1 0,-1-1 0,1 1 0,0-1 0,0 1 0,-1-1 0,1 1 0,0-1 0,-1 0 0,1 1 0,0-1 0,0 0 0,0 0 0,-1 0 0,1 0 0,0 0 0,0 1 0,1-2 0,27 1 0,-20 0 0,69 2-92,26 0-443,-36-8-6967,-40-1 1043,-10-1-1107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4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2081,'0'0'20908,"10"-5"-17978,106-9 4026,-72 10-7064,235-8 108,-276 11 0,-6 0-359,0 0-1,0 1 1,1-1-1,-1 1 1,0-1 0,0 1-1,-4 0 1,-25 8-10051,30-8 9326,-19 7-9182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96 11797,'0'0'15696,"5"-9"-13978,-3 4-1512,1 0 0,-1 1 0,1-1 0,0 0 0,1 1 0,-1 0 0,1 0 0,0 0 0,0 0 0,0 1 0,0-1 0,0 1 0,1 0 0,0 0 1,0 1-1,8-4 0,-3 2-195,-1 1 1,2 0-1,-1 0 1,19-2 0,-27 5-12,0 0-1,0 0 1,0 0 0,0 0 0,0 0 0,0 0 0,0 0 0,0 1-1,0-1 1,0 1 0,-1-1 0,1 1 0,0 0 0,0 0 0,-1 0 0,1 0-1,0 0 1,-1 0 0,1 0 0,-1 1 0,1-1 0,-1 0 0,0 1-1,0-1 1,1 1 0,-1-1 0,0 1 0,0 0 0,-1 0 0,1-1 0,0 1-1,0 0 1,-1 0 0,1 2 0,2 11 0,-1 1 0,0-1 0,-1 0 0,-1 1 0,0-1 0,-2 1 0,1-1 0,-2 0 0,0 1 0,-1-1 0,0-1 0,-1 1 0,-1-1 0,0 1 0,-1-2 0,-1 1 0,0-1 0,-11 14 0,4-8 0,-1-1 0,-1 0 0,0-1 0,-1-1 0,-1-1 0,0-1 0,-1 0 0,-1-1 0,0-2 0,-1 0 0,0-1 0,-1-1 0,1-1 0,-48 9 0,40-15 0,30-2 0,-1-1 0,1 1 0,-1 0 0,0 0 0,1-1 0,-1 1 0,1 0 0,-1-1 0,1 1 0,-1 0 0,1-1 0,-1 1 0,1-1 0,-1 1 0,1-1 0,0 1 0,-1-1 0,1 1 0,0-1 0,-1 0 0,1 1 0,0-1 0,0 1 0,0-1 0,-1 0 0,1 1 0,0-1 0,0 0 0,0 1 0,0-1 0,0 0 0,0 1 0,0-2 0,0-3 0,1 0 0,-1 0 0,0 0 0,1 0 0,0-1 0,1 1 0,-1 0 0,1 1 0,0-1 0,0 0 0,0 0 0,1 1 0,-1-1 0,1 1 0,5-6 0,-3 5 0,0 1 0,0-1 0,1 1 0,0 0 0,0 0 0,0 1 0,0 0 0,0 0 0,1 0 0,8-2 0,12-1 0,0 1 0,1 2 0,0 0 0,44 3 0,-62 0 0,46-1 0,62 2 0,-115-1-58,0 1 0,0 0 0,0 0 0,0 0 0,0 0 1,-1 0-1,1 1 0,0-1 0,0 1 0,-1 0 0,1 0 0,2 2 0,6 4-3482,1-1-4100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21914,'0'0'5821,"10"-8"-1595,32-26-3420,-27 23-1864,-10 10-210,0 1-904,16-6-10522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11269,'0'0'15199,"2"-10"-13756,-1 4-1217,6-18 619,-7 24-834,0-1 1,0 1-1,0 0 1,0 0 0,0 0-1,0 0 1,0 0 0,0 0-1,0 0 1,0 0-1,0 0 1,0-1 0,0 1-1,1 0 1,-1 0 0,0 0-1,0 0 1,0 0 0,0 0-1,0 0 1,0 0-1,0 0 1,0 0 0,1 0-1,-1 0 1,0 0 0,0 0-1,0 0 1,0 0-1,0 0 1,0 0 0,0 0-1,1 0 1,-1 0 0,0 0-1,0 0 1,0 0-1,0 0 1,0 0 0,0 0-1,0 0 1,0 0 0,1 0-1,-1 0 1,0 0-1,0 0 1,0 0 0,0 0-1,0 1 1,0-1 0,0 0-1,0 0 1,0 0 0,0 0-1,1 0 1,4 18 953,27 170 1383,-22-115-2438,36 134 1,-37-174 89,-6-21 0,0 0 0,0-1 0,2 1 0,-1 0 0,1-1 0,1 0 0,0 0 0,12 16 0,-17-26 0,0 0 0,0 0 0,0-1 0,0 1 0,0-1 0,0 1 0,0-1 0,0 1 0,0-1 0,0 1 0,0-1 0,0 0 0,0 0 0,1 0 0,-1 0 0,0 1 0,0-1 0,0-1 0,0 1 0,0 0 0,1 0 0,-1 0 0,0-1 0,0 1 0,0 0 0,0-1 0,0 1 0,0-1 0,0 1 0,0-1 0,0 0 0,1 0 0,2-3 0,0 1 0,0-1 0,0 1 0,0-1 0,5-7 0,34-51 0,49-95 0,21-75 0,-97 198 0,0 1 0,7-15 0,23-67 0,-34 74 0,-13 98-1129,-2-33-3526,2 2-3874,1-1-4402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14599,'0'0'17506,"0"19"-16865,0 59-620,0-74-21,0 1 0,-1 0 0,1 0 0,-1 0 0,0-1 0,0 1 0,0 0 0,-1-1 0,0 1 0,0-1 0,-2 5 0,-5 8 0,9-75-14919,6 22 5331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10181,'0'0'11205,"25"0"-11237,-25 21-2241,0-3-2674,0-1-8082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2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18056,'0'0'13502,"-21"7"-12386,-4 2-1054,-6 0-51,1 3-1,-43 21 0,72-33-10,0 1 0,0-1 0,0 0 0,0 1 0,1-1 0,-1 0 0,0 1 0,0-1 0,0 1 0,0 0 0,1-1 0,-1 1 0,0 0 0,1-1 0,-1 1 0,0 0 0,1 0 0,-1-1 0,1 1 0,-1 0 0,1 0 0,0 0 0,-1 0 0,1 0 0,0 0 0,0 0 0,-1 0 0,1 0 0,0 0 0,0 0 0,0-1 0,0 1 0,0 0 0,0 0 0,1 0 0,-1 0 0,0 0 0,0 0 0,1 1 0,2 2 0,0 0 0,1 0 0,-1-1 0,1 1 0,-1-1 0,9 5 0,15 18 0,-25-24 0,-1 0 0,0 0 0,1 0 0,-1 0 0,0 1 0,0-1 0,-1 0 0,1 1 0,0-1 0,-1 1 0,0-1 0,1 1 0,-1-1 0,0 1 0,0-1 0,0 1 0,-1-1 0,1 1 0,-1-1 0,1 1 0,-3 4 0,1-4 0,0 0 0,0 1 0,0-1 0,-1 0 0,0 0 0,1-1 0,-1 1 0,0 0 0,0-1 0,-1 0 0,1 0 0,-6 3 0,-2 1-35,-1-1 1,1 0-1,-1 0 0,0-2 1,0 1-1,-21 2 0,81-29-30232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18665,'0'0'14102,"-106"117"-14102,102-110 0,1-1 0,1-4 0,2-10-768,0-15-4435,0-5-1024,13-11-2000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11253,'0'0'10917,"35"-23"-11461,-31 34-2786,7-5-4081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10261,'0'0'20492,"-22"26"-18707,-71 83-1556,78-90-229,1-1 0,1 2 0,1 0 0,1 0 0,1 1 0,-10 27 0,12-27 0,-2 3 0,2 1 0,-7 34 0,12-46 0,1 0 0,1 0 0,0 0 0,1 0 0,0 0 0,4 23 0,-4-35 0,1 0 0,-1 0 0,1 0 0,-1 0 0,1-1 0,-1 1 0,1 0 0,0 0 0,-1 0 0,1-1 0,0 1 0,0 0 0,0-1 0,-1 1 0,1-1 0,0 1 0,0-1 0,0 1 0,0-1 0,0 1 0,0-1 0,0 0 0,0 0 0,0 0 0,0 1 0,1-1 0,33 1 0,-26-1 0,24 0 6,49-1-1314,-29-8-3860,1-15-5666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3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13190,'0'0'10053,"109"-10"-8917,-42 10-1136,8 0-496,3-2-2465,1-5-4243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13894,'0'0'13543,"-134"96"-9446,93-50-2864,1 2-1233,4 2 0,5-2 0,4 1 0,4-8 0,4-1 0,4-13 0,3-6 0,4-8 0,1-9-1024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21850,'0'0'7489,"1"26"-4603,-2 7-2516,0-4-327,2 1 0,1-1 0,7 39 0,-2-35-43,1 0 0,1 0 0,14 32 0,-17-52 0,0 1 0,1-1 0,1 0 0,-1-1 0,2 1 0,0-1 0,1-1 0,0 0 0,15 13 0,-23-22 0,0-1 0,1 1 0,-1 0 0,1 0 0,-1-1 0,1 0 0,0 1 0,0-1 0,-1 0 0,1 0 0,0 0 0,0-1 0,0 1 0,0-1 0,0 0 0,0 0 0,0 0 0,0 0 0,0 0 0,5-1 0,-4-1 0,0 0 0,0 0 0,0 0 0,0 0 0,0-1 0,0 1 0,-1-1 0,1 0 0,-1 0 0,0 0 0,0-1 0,4-4 0,4-8 0,-1-1 0,-1 0 0,0 0 0,-1-1 0,6-21 0,-3 1 0,-2-1 0,-2 0 0,-2-1 0,1-73 0,-5 111 0,-2-2 0,2 1 0,-1-1 0,0 1 0,1-1 0,-1 1 0,1 0 0,1-5 0,-1 8 0,0-1 0,-1 0 0,1 0 0,-1 1 0,1-1 0,0 0 0,-1 1 0,1-1 0,0 0 0,0 1 0,0-1 0,0 1 0,-1 0 0,1-1 0,0 1 0,0-1 0,0 1 0,0 0 0,0 0 0,0 0 0,0 0 0,0 0 0,0 0 0,0 0 0,0 0 0,0 0 0,0 0 0,0 0 0,1 1 0,0 0-59,-1-1-1,1 1 1,-1 0 0,1 0-1,0 1 1,-1-1 0,0 0-1,1 0 1,-1 1 0,0-1-1,0 1 1,1-1 0,-1 1-1,1 3 1,8 8-2554,11 3-6807,9-1-7623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4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 19001,'0'0'12227,"-20"0"-11168,-61-1-643,75 1-412,0 0 0,-1 1-1,1-1 1,0 1 0,0 0 0,0 1-1,0 0 1,0 0 0,0 0 0,0 1-1,0-1 1,1 1 0,0 1 0,-1-1-1,1 1 1,-8 7 0,12-9-4,-1-1 0,1 0 0,0 0 0,0 1 0,0-1 0,0 1 0,0-1 0,0 1 0,0-1 0,0 1 0,1 0 0,-1-1 0,1 1 0,-1 0 0,1-1 0,0 1 0,-1 0 0,1 0 0,0-1 0,0 1 0,0 0 0,0 0 0,1 0 0,-1-1 0,0 1 0,1 0 0,0-1 0,-1 1 0,2 3 0,0-3 0,0 1 0,0-1 0,0 1 0,0-1 0,0 0 0,0 1 0,1-1 0,-1-1 0,1 1 0,-1 0 0,1 0 0,0-1 0,0 0 0,0 1 0,4 0 0,7 2 0,0-1 0,1-1 0,-1 0 0,1-1 0,-1 0 0,19-3 0,-27 2 0,0 0 0,-1-1 0,1 0 0,0 0 0,-1-1 0,0 1 0,1-1 0,-1 0 0,0-1 0,0 1 0,0-1 0,0 0 0,0-1 0,-1 1 0,1-1 0,-1 0 0,0 0 0,6-8 0,-8 8 1,0 1 1,0-1-1,-1 0 0,1 0 0,-1 0 1,0 0-1,0 0 0,0-1 0,0-5 1,-1 9-7,0 0 0,0-1-1,0 1 1,0 0 0,0-1 0,0 1 0,0-1 0,-1 1 0,1 0 0,0-1 0,-1 1 0,1 0 0,-1 0 0,0-1 0,1 1 0,-1 0 0,0 0 0,0 0 0,1 0 0,-1 0-1,0 0 1,0 0 0,0 0 0,0 0 0,-1 0 0,1 0 0,0 0 0,0 1 0,0-1 0,-2 0 0,-21-3-3019,7 4-7596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323 905 4786,'0'0'24766,"-21"-17"-22042,-73-50-2233,90 64-491,-1 0 0,1 1 0,-1 0 0,1 0 0,-1 0 0,0 0 0,0 1 0,0 0 0,0 0 0,0 0 0,0 1 0,0-1 0,0 1 0,-8 1 0,-4 0 0,11-1 0,1 0 0,-1 0 0,1 1 0,-1 0 0,1 0 0,-1 0 0,1 1 0,0-1 0,-1 1 0,1 1 0,0-1 0,-6 4 0,8-3 0,1-1 0,-1 1 0,0 0 0,1-1 0,-1 1 0,1 0 0,0 0 0,0 1 0,0-1 0,1 0 0,-1 1 0,1-1 0,0 1 0,0-1 0,0 1 0,0 0 0,0-1 0,1 1 0,0 5 0,-1-7 0,1 1 0,0-1 0,-1 0 0,1 1 0,1-1 0,-1 1 0,0-1 0,0 0 0,1 1 0,-1-1 0,1 0 0,0 1 0,0-1 0,0 0 0,0 0 0,0 0 0,0 1 0,1-1 0,2 2 0,-1-2 0,0 0 0,0-1 0,1 0 0,-1 1 0,0-1 0,1-1 0,-1 1 0,1 0 0,0-1 0,-1 0 0,1 0 0,5 0 0,14-2 0,-1 0 0,0-2 0,-1 0 0,1-1 0,-1-1 0,0-2 0,0 0 0,-1 0 0,0-2 0,0-1 0,-1 0 0,-1-2 0,22-18 0,-7 3 0,0-2 0,-2-1 0,-2-2 0,-1 0 0,44-70 0,115-262 0,-116 215 0,-47 95 0,-61 95 0,-14 18 0,3 2 0,2 3 0,3 1 0,-40 82 0,63-106 0,2 2 0,2 0 0,2 1 0,2 1 0,1 0 0,3 0 0,1 1 0,-1 70 0,8-114 9,0 1 0,0-1-1,0 1 1,0 0 0,0-1 0,0 1 0,0-1 0,1 1-1,-1 0 1,0-1 0,1 1 0,-1-1 0,1 1-1,0-1 1,1 3 0,0-3-134,-1 0 0,1-1 0,-1 1 0,1-1 0,0 1 0,-1-1 0,1 0 0,0 1 0,0-1 0,-1 0 0,1 0 0,0 0 0,2-1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17496,'0'0'14081,"1"14"-13571,7 45-145,-8-57-352,1 0-1,0-1 1,-1 1 0,1 0-1,0-1 1,0 1 0,1-1-1,-1 1 1,0-1 0,0 1-1,1-1 1,-1 0-1,0 1 1,1-1 0,0 0-1,-1 0 1,1 0 0,0-1-1,-1 1 1,1 0 0,0 0-1,3 0 1,39 3 11,-38-4-24,20 0 0,-14 1 0,0-1 0,1 0 0,-1-1 0,25-4 0,-34 4 0,-1 0 0,1 0 0,0 0 0,-1 0 0,1 0 0,-1 0 0,1-1 0,-1 1 0,0-1 0,0 0 0,0 1 0,0-1 0,0 0 0,0 0 0,0-1 0,0 1 0,-1 0 0,1-1 0,-1 1 0,0-1 0,0 1 0,0-1 0,0 1 0,0-1 0,0 0 0,-1 1 0,1-6 0,0 1 0,0 1 0,-1-1 0,0 0 0,-1 1 0,1-1 0,-1 0 0,-1 1 0,1-1 0,-1 1 0,0-1 0,-1 1 0,-4-10 0,5 13 0,0 0 0,-1-1 0,1 1 0,-1 0 0,0 0 0,0 0 0,0 1 0,0-1 0,0 1 0,-1-1 0,1 1 0,-1 0 0,1 1 0,-1-1 0,0 1 0,0-1 0,0 1 0,0 0 0,0 0 0,0 1 0,-7-1 0,4 1 0,1-1 0,-1 1 0,0 1 0,1-1 0,-1 1 0,-9 3 0,12-3 0,1 1 0,0-1 0,0 1 0,0 0 0,0 0 0,0 0 0,1 0 0,-1 1 0,1-1 0,-1 1 0,1-1 0,0 1 0,-4 5 0,-1 6 0,0 0 0,1 0 0,1 0 0,0 1 0,1-1 0,0 1 0,1 0 0,1 1 0,1-1 0,0 0 0,2 25 0,-1-35 0,0 1 0,1-1 0,0 0 0,0 0 0,0 0 0,1 0 0,0 0 0,0 0 0,0-1 0,0 1 0,1-1 0,0 1 0,-1-1 0,2 0 0,-1 0 0,1 0 0,-1 0 0,1-1 0,0 1 0,0-1 0,0 0 0,1 0 0,-1-1 0,1 1 0,9 2 0,9 4 0,1-1 0,1-1 0,-1-1 0,27 3 0,-34-7 0,12 3-221,62 10 543,-32-10-3206,-41-4-5842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 8756,'0'0'18419,"-27"8"-13246,286-21-4754,-257 13-419,1 0 0,-1 0 0,0 0 0,0 0 0,0 0 0,0 0 0,0 0 0,0 1 0,1-1 0,-1 1 0,0 0 0,0-1 0,3 3 0,-4-1 0,0 0 0,-1-1 0,1 1 0,0 0 0,-1 0 0,1 0 0,-1 0 0,0 1 0,0-1 0,0 0 0,0 0 0,0 0 0,0 2 0,0-1 0,-1 4 0,0 0 0,-1 0 0,1 0 0,-1 0 0,0-1 0,-1 1 0,0-1 0,0 1 0,0-1 0,-1 0 0,1 0 0,-2 0 0,1-1 0,-6 7 0,-4 2 0,0-1 0,0 0 0,-33 21 0,41-30 0,-1 2 0,0-1 0,-1 0 0,1-1 0,-1 0 0,0 0 0,0-1 0,-1 0 0,1 0 0,-1-1 0,-8 2 0,84-6 0,-20 1 0,66 5 0,-108-3 0,0-1 0,-1 1 0,1 0 0,0 0 0,0 0 0,0 1 0,-1 0 0,1 0 0,-1 0 0,0 0 0,1 1 0,-1-1 0,0 1 0,0 0 0,-1 0 0,1 1 0,-1-1 0,1 1 0,-1 0 0,0 0 0,0 0 0,-1 0 0,1 0 0,-1 1 0,0-1 0,0 1 0,-1-1 0,1 1 0,-1 0 0,0 0 0,0 0 0,-1 0 0,1 6 0,-1-7 0,0 1 0,1 0 0,-1 0 0,0 0 0,0-1 0,-1 1 0,1 0 0,-1 0 0,0 0 0,-1-1 0,1 1 0,-1-1 0,0 1 0,0-1 0,0 1 0,0-1 0,-1 0 0,-4 5 0,-3 2 0,0-1 0,-1 0 0,0 0 0,0-1 0,-1-1 0,0 0 0,-1-1 0,1 0 0,-1-1 0,-1 0 0,1-1 0,-1-1 0,0 0 0,0 0 0,0-2 0,-1 0 0,1 0 0,-1-2 0,1 0 0,-1 0 0,-23-5 0,31 4 0,0 0 0,0-1 0,0-1 0,0 1 0,0-1 0,1 0 0,-1 0 0,1-1 0,0 0 0,0 0 0,0-1 0,1 1 0,0-1 0,-1 0 0,2-1 0,-1 1 0,-4-8 0,10 13 0,-1 0 0,1 0 0,-1 0 0,1-1 0,-1 1 0,1 0 0,-1 0 0,1 0 0,-1 0 0,1 0 0,-1 0 0,1 0 0,-1 0 0,1 0 0,-1 0 0,1 1 0,-1-1 0,1 0 0,-1 0 0,1 0 0,-1 1 0,0-1 0,1 0 0,0 1 0,23 18 99,7 2-4160,-14-17-9345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17752,'0'0'15015,"0"-2"-15015,0-3 0,2 5 0,6 0 0,0 0 0,5-4 0,-3 4 0,5-2-1249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502 128 9973,'0'0'12133,"-2"-19"-9057,-8-57-1118,9 74-1881,1 1 0,0-1-1,-1 0 1,1 1 0,-1-1-1,0 1 1,1-1-1,-1 1 1,0 0 0,0-1-1,0 1 1,0 0-1,0-1 1,0 1 0,0 0-1,0 0 1,-1 0 0,1 0-1,0 0 1,-1 0-1,1 1 1,-1-1 0,1 0-1,-1 1 1,1-1-1,-1 1 1,1-1 0,-1 1-1,1 0 1,-1-1 0,0 1-1,1 0 1,-1 0-1,0 0 1,1 1 0,-1-1-1,-2 1 1,-5-1 330,-9 1-255,0 1-1,0 1 1,1 0 0,-1 1-1,1 1 1,0 1-1,1 1 1,-1 0-1,1 1 1,0 0 0,1 1-1,0 1 1,1 1-1,0 0 1,-24 25-1,23-21-159,0 2 0,2-1-1,0 1 1,1 1-1,0 0 1,2 1 0,0 0-1,1 1 1,1 0 0,1 0-1,1 1 1,1 0-1,-3 23 1,5-23 8,2 1 0,0-1 0,1 1 0,1 0 0,6 28 0,-6-44 0,1 0 0,0 0 0,0 0 0,0 0 0,1 0 0,0-1 0,0 0 0,0 1 0,1-1 0,4 5 0,-4-7 0,-1 0 0,0 0 0,1-1 0,-1 1 0,1-1 0,0 0 0,0 0 0,0 0 0,0 0 0,0-1 0,0 0 0,0 0 0,0 0 0,1 0 0,-1-1 0,5 1 0,-2-1 0,1-1 0,-1 0 0,0 0 0,0 0 0,-1-1 0,1 0 0,0 0 0,0-1 0,-1 0 0,8-4 0,10-7 0,28-23 0,-7 5 0,-38 28 0,19-13 0,35-16 0,-61 33 0,0 0 0,0 0 0,0 0 0,0 0 0,0 0 0,1 0 0,-1 0 0,0 0 0,0 0 0,0 0 0,0 0 0,0 0 0,1 0 0,-1 0 0,0 0 0,0 0 0,0 0 0,0 0 0,1 0 0,-1 0 0,0 0 0,0 0 0,0 0 0,0 0 0,0 0 0,1 0 0,-1 0 0,0 0 0,0 1 0,0-1 0,0 0 0,0 0 0,0 0 0,0 0 0,1 0 0,-1 0 0,0 0 0,0 1 0,0-1 0,0 0 0,0 0 0,0 0 0,0 0 0,0 1 0,0-1 0,0 0 0,0 0 0,0 0 0,0 0 0,0 0 0,0 1 0,0-1 0,0 0 0,0 0 0,0 0 0,0 0 0,0 1 0,0-1 0,0 0 0,0 0 0,0 0 0,0 0 0,-1 0 0,1 0 0,0 1 0,0-1 0,0 0 0,0 0 0,0 0 0,-6 12 0,-37 60 0,-42 76 0,72-124 0,8-16 0,1 0 0,0 0 0,0 0 0,0 1 0,1-1 0,1 1 0,-1 0 0,2-1 0,-2 15 0,3-22-115,0-1 0,0 0 0,0 1 0,0-1 0,1 1 0,-1-1 0,0 0 0,0 1 1,1-1-1,-1 0 0,0 1 0,1-1 0,-1 0 0,0 0 0,1 1 0,-1-1 0,1 0 0,-1 0 0,0 0 0,1 0 0,-1 1 0,1-1 0,-1 0 0,0 0 1,1 0-1,-1 0 0,1 0 0,-1 0 0,1 0 0,0 0 0,18 0-4942,-15 0 3235,22 0-7009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81 100 19593,'0'0'11432,"-13"18"-10010,-37 60-1102,47-73-320,1-1 0,-1 1 0,1 0 0,1 0 0,-1 0 0,1 0 0,0 0 0,0 0 0,0 0 0,1 0 0,-1 1 0,1-1 0,1 0 0,-1 0 0,3 10 0,-3-10 0,1-3 0,-1-1 0,1 1 0,-1-1 0,1 1 0,0-1 0,-1 1 0,1-1 0,0 0 0,0 1 0,0-1 0,0 0 0,0 0 0,0 1 0,1-1 0,-1 0 0,0 0 0,1 0 0,-1-1 0,0 1 0,1 0 0,-1 0 0,1-1 0,-1 1 0,1-1 0,-1 1 0,4-1 0,4 2 0,0-1 0,0 0 0,15-1 0,-14 0 0,-2-1 0,1 1 0,-1-2 0,0 1 0,0-1 0,0 0 0,0 0 0,0-1 0,-1 0 0,1-1 0,-1 1 0,0-2 0,0 1 0,0-1 0,-1 0 0,1 0 0,-1 0 0,0-1 0,-1 0 0,1-1 0,-1 1 0,-1-1 0,1 0 0,-1 0 0,0 0 0,-1-1 0,0 1 0,0-1 0,0 0 0,-1 0 0,0 0 0,-1 0 0,0 0 0,1-13 0,-2 11 89,-1 0 0,0 0 0,0 0 0,-1 0 0,0 0 1,-1 0-1,-6-15 0,8 22-212,0 1 1,-1-1 0,1 1-1,-1-1 1,1 1 0,-1 0-1,0 0 1,0 0 0,0 0-1,0 0 1,-1 0 0,1 0 0,0 1-1,-1-1 1,1 1 0,-6-3-1,5 4-397,0-1 0,0 1 0,0-1 0,0 1 0,0 0 0,0 0 0,0 0 0,0 1 1,1-1-1,-1 1 0,0-1 0,-4 2 0,-9 7-9026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1:59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178 477 12470,'0'0'15748,"-17"21"-14590,-54 68-299,61-75-705,2-1-1,0 2 0,1-1 1,0 1-1,1 0 1,-7 27-1,-5 12-45,18-53-101,0-1-1,0 1 1,-1 0 0,1 0-1,0 0 1,0 0-1,-1-1 1,1 1 0,0 0-1,-1 0 1,1 0 0,-1-1-1,1 1 1,-1 0 0,0-1-1,1 1 1,-1-1-1,0 1 1,1 0 0,-1-1-1,-1 1 1,0-18 42,10-38-89,3 30-31,1 1 0,0 0 0,2 0 0,22-29 0,-9 13-97,8-13-12,130-181-2554,-141 205 2311,1 1-1,1 1 1,1 1 0,1 2 0,50-33 0,-69 51 427,0 0 1,1 1-1,0 0 1,1 1-1,-1 0 1,1 0-1,-1 1 1,1 1-1,0 0 1,0 0-1,0 1 1,12 0-1,-21 2 31,0-1-1,0 0 0,0 0 0,-1 1 0,1-1 1,0 0-1,0 1 0,-1 0 0,1 0 0,0-1 0,-1 1 1,1 0-1,-1 0 0,1 0 0,-1 1 0,1-1 1,-1 0-1,0 0 0,1 1 0,-1-1 0,0 1 0,0-1 1,0 1-1,0-1 0,-1 1 0,1 0 0,0 0 1,-1-1-1,1 1 0,0 3 0,1 6 181,0 0 1,-1 0-1,0 0 0,-1 12 1,0-9-53,1 13-3,0-7 253,-1 0 0,-1 0 0,-4 27 0,4-42-301,0 1 0,-1 0 0,1 0 0,-2-1 0,1 1 0,0-1 0,-1 0 0,0 0 0,0 0 0,-1 0 0,0 0 0,1-1 0,-1 1 0,-1-1 0,-8 6 0,3-3 30,-1-1-1,0 0 0,0-1 0,0 0 0,-1 0 0,0-2 0,0 1 1,-22 2-1,-10-1-182,-52-1 1,-31 3 59,109-5-19,-3 1 0,0 0 0,0 1 0,0 1 0,1 1 0,-40 17 0,58-22 0,0-1 0,1 1 0,-1 0 0,1 0 0,-1 0 0,1 0 0,0 1 0,-1-1 0,1 0 0,0 1 0,0-1 0,0 0 0,0 1 0,0-1 0,0 1 0,0 0 0,0-1 0,1 1 0,-1 0 0,1 0 0,-1-1 0,0 4 0,2-3 0,-1 1 0,0-1 0,1 1 0,0-1 0,-1 1 0,1-1 0,0 1 0,0-1 0,0 0 0,1 1 0,-1-1 0,0 0 0,4 3 0,5 6 0,0-1 0,0-1 0,1 0 0,16 10 0,-26-18 0,26 15 0,0-1 0,1-1 0,1-1 0,0-2 0,0-1 0,56 11 0,-63-10 0,-19-9 0,-1-1 0,1 1 0,0-1 0,0 1 0,-1-1 0,1 0 0,6 1 0,23 1-1418,1-3-3496,-11 0 324,17 0-5009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21594,'0'0'11173,"-17"127"-11173,11-106 0,6-4 0,-2-6 0,2-28-4162,8-15-4578,13-16-9060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9748,'0'0'20666,"0"113"-20586,-4-75-80,2 3-608,-1-1-2946,3-6-4113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1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291 667 24907,'0'0'3637,"-23"-6"-142,-79-17-2767,88 20-728,0 1 0,0 0 0,-1 1 0,1 1 0,-17 1 0,9 0 0,20-1 0,0 0 0,0 1 0,1-1 0,-1 0 0,0 1 0,0 0 0,1-1 0,-1 1 0,0 0 0,1-1 0,-1 1 0,1 0 0,-1 0 0,1 0 0,0 1 0,-1-1 0,1 0 0,0 0 0,0 1 0,0-1 0,0 1 0,0-1 0,0 1 0,0-1 0,0 1 0,0 0 0,1-1 0,-1 1 0,1 0 0,0 0 0,-1-1 0,1 4 0,-1 6 0,0 0 0,1 0 0,0 0 0,3 14 0,-2-16 0,1 4 0,0-1 0,1 0 0,0 0 0,1 0 0,0-1 0,7 13 0,41 65 0,-35-62 0,26 54 0,-42-78 0,1 0 0,-1 1 0,0 0 0,0-1 0,0 1 0,-1-1 0,1 6 0,-1-8 0,0 0 0,0 0 0,0-1 0,0 1 0,0 0 0,-1 0 0,1-1 0,0 1 0,0 0 0,-1-1 0,1 1 0,0 0 0,-1-1 0,1 1 0,-1-1 0,1 1 0,-1 0 0,1-1 0,-1 1 0,1-1 0,-1 0 0,0 1 0,1-1 0,-1 1 0,0-1 0,1 0 0,-1 1 0,0-1 0,1 0 0,-1 0 0,0 0 0,0 0 0,1 1 0,-1-1 0,0 0 0,-1 0 0,-1 0 0,-1 0 0,1 0 0,-1 0 0,1 0 0,0 0 0,-1-1 0,1 0 0,-1 1 0,1-1 0,0-1 0,-5-1 0,6 2 0,1-1 0,-1 1 0,0-1 0,1 1 0,-1-1 0,1 0 0,0 0 0,-1 1 0,1-1 0,0 0 0,0 0 0,0 0 0,0 0 0,1-1 0,-1 1 0,0 0 0,1 0 0,-1-5 0,0-1 0,0 0 0,0-1 0,1 1 0,0-1 0,1 1 0,0-1 0,0 1 0,0 0 0,1-1 0,1 1 0,-1 0 0,1 0 0,7-11 0,-2 6 0,1 0 0,1 0 0,0 1 0,0 0 0,2 0 0,16-13 0,60-42-1043,132-79-1,46-33-6484,-232 152 6568,-2-1 0,0-2 0,-2 0 0,-2-3 0,36-50 0,-13-1 547,-45 73 1166,-1 0-1,0 0 0,-1 0 0,-1 0 0,1 0 1,0-14-1,-3 25-537,-1-1 0,0 1 0,0-1 0,0 0 0,0 1 0,0-1 0,0 0 0,-1 1 0,1-1 0,0 0 1,0 1-1,0-1 0,0 0 0,-1 1 0,1-1 0,0 1 0,-1-1 0,1 0 0,0 1 0,-1-1 0,1 1 0,-1-1 0,1 1 0,-1 0 0,0-1 0,-18-4 2009,-23 11-485,34-3-1629,-1 0 1,1 1 0,-1 0 0,1 0 0,1 1 0,-1 0 0,1 1 0,-8 6 0,-51 56-141,45-42 30,1 1 0,1 0 0,2 2 0,0 0 0,-24 61 0,25-46 0,2 0 0,2 1 0,-11 80 0,20-89 0,1 38 0,2-73 0,0-1 0,0 0 0,0 0 0,0 1 0,0-1 0,0 0 0,0 0 0,0 1 0,0-1 0,0 0 0,0 1 0,0-1 0,0 0 0,0 0 0,0 1 0,1-1 0,-1 0 0,0 0 0,0 1 0,0-1 0,0 0 0,1 0 0,-1 1 0,0-1 0,0 0 0,0 0 0,1 0 0,-1 0 0,0 1 0,0-1 0,1 0 0,-1 0 0,0 0 0,0 0 0,1 0 0,-1 0 0,0 0 0,1 0 0,-1 0 0,14-5 0,11-14 0,-7-1 0,2 1 0,0 1 0,23-16 0,-42 33 0,0 0 0,-1 1 0,1 0 0,0-1 0,0 1 0,1-1 0,-1 1 0,0 0 0,0 0 0,0 0 0,0 0 0,0 0 0,0 0 0,0 0 0,0 0 0,0 0 0,0 0 0,0 0 0,0 1 0,0-1 0,0 0 0,0 1 0,0-1 0,0 1 0,0-1 0,0 1 0,0-1 0,0 1 0,0 0 0,0-1 0,-1 1 0,2 1 0,23 32 0,-17-22 0,4 6 130,1 0-1,28 27 1,-34-40-285,-1 0 0,1 0 1,-1 0-1,10 4 0,-10-6-492,-1-1 0,1 0 0,-1 0 0,1 0 0,0-1 0,10 2 0,20-2-8621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18440,'0'0'12115,"-17"24"-10186,-57 82-1646,57-81-283,2 2 0,1-1 0,1 2 0,-9 29 0,3-7 0,7-23 0,-15 42 0,25-63 0,0 0 0,1 1 0,-1-1 0,2 1 0,-1-1 0,1 1 0,0-1 0,1 12 0,-1-17 0,1 1 0,0-1 0,-1 0 0,1 0 0,0 0 0,0 1 0,0-1 0,0 0 0,0 0 0,0 0 0,0-1 0,0 1 0,0 0 0,1 0 0,-1 0 0,0-1 0,0 1 0,1-1 0,-1 1 0,0-1 0,1 1 0,-1-1 0,1 0 0,-1 0 0,0 0 0,3 0 0,44 2 0,-37-3 0,8 1 2,46-2-1767,-24-8-6285,-1-11-5732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22346,'0'0'10421,"136"0"-10421,-90 0 0,2 0 0,-8 0 0,-5 0 0,-8 0 0,-8 0 0,-8 0-2049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0 8564,'0'0'13684,"-25"17"-11756,0-1-1363,1 0 1,0 0 1,0 2 0,2 0-1,0 2 1,-19 23 0,1 4 520,3 3-1,1 0 1,-37 74 0,52-83-1041,2 0 1,2 1-1,2 1 1,1 1-1,-8 55 1,18-79-47,1 0 0,2 0 0,0 0 0,1 0 0,4 35 0,-2-47 0,0 1 0,0 0 0,1-1 0,0 1 0,0-1 0,1 0 0,0 0 0,1 0 0,0-1 0,0 1 0,0-1 0,1 0 0,0-1 0,13 11 0,-8-8 0,0-1 0,0-1 0,1 0 0,0-1 0,0 0 0,1-1 0,0 0 0,0-1 0,0 0 0,0-1 0,1 0 0,-1-2 0,20 2 0,-31-24-11661,-2 4-433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12614,'0'0'12678,"-46"142"-8629,27-69-623,2 4-3426,2 0 0,1-5 0,1-12 0,5-10 0,2-16 0,-1-11 0,3-6 0,0-11 0,2-6 0,0 0 0,0 0 0,0-6-5058,-1-24-4771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59 624,'0'0'21103,"23"-10"-17805,77-30-123,-95 38-2928,-1 1 1,1-1 0,0 1 0,-1 0 0,1 0-1,0 1 1,0-1 0,0 1 0,0 0-1,-1 0 1,1 1 0,0 0 0,0-1 0,6 4-1,-8-3-192,0 0 0,0 1-1,-1-1 1,1 1 0,-1 0-1,1 0 1,-1 0 0,0 0-1,0 0 1,0 1-1,0-1 1,0 1 0,0-1-1,-1 1 1,1 0 0,-1-1-1,2 5 1,-1-1-63,-1 0 1,1 1 0,-1-1-1,0 1 1,-1-1 0,0 1-1,0-1 1,0 1-1,-1 0 1,0-1 0,0 1-1,0-1 1,-1 0 0,0 1-1,0-1 1,-1 0-1,-3 6 1,1-4 7,-1-1 0,0-1 0,0 1 0,-1-1 0,0 0 0,0 0 0,0 0 0,0-1 0,-1-1 0,-15 8 0,12-7 0,0 0 0,-1-1 0,1 0 0,-1-1 0,0-1 0,0 1 0,-21 0 0,33-4-5,0 1 0,-1 0 0,1 0 1,-1 0-1,1 0 0,0 0 0,-1 0 0,1 1 0,-1-1 1,1 0-1,-1 0 0,1 0 0,0 0 0,-1 0 0,1 0 0,0 1 1,-1-1-1,1 0 0,0 0 0,-1 1 0,1-1 0,0 0 1,-1 1-1,1-1 0,0 0 0,0 0 0,-1 1 0,1-1 0,0 1 1,0-1-1,-1 10-5549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34 157 14006,'0'0'10154,"0"18"-6040,2 137 379,-2-155-4493,0 0 0,0 0 0,0 0 0,0 1 0,-1-1 0,1 0 0,0 0 0,0 0 0,0 1 0,0-1 0,0 0 0,0 0 0,0 0 0,-1 0 0,1 1 0,0-1 0,0 0 0,0 0 0,0 0 0,-1 0 0,1 0 0,0 0 0,0 1 0,0-1 0,0 0 0,-1 0 0,1 0 0,0 0 0,0 0 0,-1 0 0,1 0 0,0 0 0,0 0 0,0 0 0,-1 0 0,1 0 0,0 0 0,0 0 0,0 0 0,-1 0 0,1 0 0,0-1 0,0 1 0,0 0 0,-1 0 0,1 0 0,0 0 0,0 0 0,0 0 0,0 0 0,-1-1 0,1 1 0,0 0 0,0 0 0,0 0 0,0 0 0,0-1 0,0 1 0,0 0 0,-1-1 0,-10-12 0,7 3 0,1-1 0,1 0 0,0 0 0,0 0 0,1 0 0,1-1 0,0 1 0,0 0 0,1 0 0,0 0 0,1 0 0,1 0 0,-1 0 0,2 0 0,-1 0 0,2 1 0,9-18 0,-8 19 33,0 2 0,1-1 0,0 1 0,0 0 0,1 1 0,0-1 0,0 2 0,0-1 0,1 1 0,0 0 1,0 1-1,12-5 0,-7 5-347,0 1 1,0 0 0,24-2-1,21 2-3760,-36 3-2831,-6 0-2502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61 117 18841,'0'0'13926,"-61"95"-13926,61-98 0,0-20 0,11-8 0,5-9-2657,5-14-4755,2-7-5890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9524,'0'0'15896,"-10"146"-15704,10-106-192,0-3-1345,0-5-2993,0-7-3858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14182,'0'0'15432,"8"10"-13295,-4-6-1933,-1-1-170,-1 0 0,1 0-1,-1 0 1,1 0 0,-1 0 0,0 0 0,0 0 0,0 1-1,-1-1 1,1 1 0,-1-1 0,0 1 0,0 0 0,0 0 0,0-1-1,-1 1 1,0 0 0,1 0 0,-1 0 0,-1 0 0,1-1-1,0 1 1,-2 5 0,-5 17-34,7-26 0,0 0 0,0 0 0,0 1 0,0-1 0,0 0 0,1 1 0,-1-1 0,0 0 0,0 0 0,0 1 0,0-1 0,1 0 0,-1 0 0,0 1 0,0-1 0,0 0 0,1 0 0,-1 0 0,0 0 0,0 1 0,1-1 0,-1 0 0,0 0 0,0 0 0,1 0 0,-1 0 0,0 0 0,1 0 0,-1 0 0,0 1 0,1-1 0,-1 0 0,0 0 0,0 0 0,1-1 0,-1 1 0,0 0 0,1 0 0,11-1 0,-11 1 0,58-17 0,-47 13 0,1 0 0,-1 1 0,1 0 0,-1 0 0,17 0 0,-29 4 0,1-1 0,-1 0 0,0 0 0,1 1 0,-1-1 0,0 0 0,1 0 0,-1 1 0,0-1 0,1 0 0,-1 1 0,0-1 0,0 0 0,1 1 0,-1-1 0,0 0 0,0 1 0,0-1 0,1 1 0,-1-1 0,0 0 0,0 1 0,0-1 0,0 1 0,0-1 0,0 1 0,0-1 0,0 1 0,0-1 0,0 1 0,-1 15 0,1-14 0,0 12-860,1 29 2560,7-27-4619,-7-16 2359,0 1 1,-1 0 0,1-1-1,0 1 1,0-1-1,0 1 1,0-1-1,0 1 1,0-1 0,0 0-1,0 1 1,0-1-1,0 0 1,0 0 0,0 0-1,1 0 1,16 0-12919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25420,'0'0'2860,"-5"18"-19,3-11-2609,-9 31 475,-9 62 0,-29 173-707,49-272-33,-1 0 0,1 0-1,-1 0 1,1 0 0,0 0 0,-1 1-1,1-1 1,0 0 0,0 0 0,0 0-1,0 0 1,0 0 0,0 0 0,0 0 0,1 1-1,-1-1 1,0 0 0,0 0 0,1 0-1,-1 0 1,1 0 0,-1 0 0,1 0-1,-1 0 1,1 0 0,0 0 0,1 1 0,0-2-814,0 1 1,0 0-1,1 0 1,-1-1 0,0 0-1,1 1 1,-1-1-1,1 0 1,-1 0 0,3-1-1,3 1-2689,13 0-9931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22939,'0'0'6338,"150"-13"-5713,-95 13-625,-5 2-417,0 2-2256,-2-4-4354,0 0-7892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05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16408,'0'0'10041,"21"26"-7373,1 0-1891,6 7-79,-1 1 0,-2 1 1,31 56-1,-37-52-689,-1 1 0,-3 0 0,-1 2 0,-1-1-1,-3 2 1,-2-1 0,-1 2 0,2 78 0,-9-101-9,-1 0 0,-1-1 0,0 0 0,-1 1 0,-2-1 0,0 0 0,-1-1 0,-1 1 0,0-1 0,-2 0 0,0-1 0,-1 0 0,-1-1 0,-23 28 0,6-10 0,-3-2 0,0-1 0,-49 38 0,-114 72 0,155-116 0,28-18-40,1 0 0,0 1 0,-9 10 0,9-9-310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16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372 55 8500,'0'0'8913,"4"-8"-7685,-1-1-688,5-12-36,5 5 12418,-13 50-12762,-1-28-160,0 1 0,0 0 0,0 0 0,-1-1 0,0 1 0,0-1 0,-1 0 0,-4 10 0,-33 50 0,19-35 0,-124 180 0,-15 24 0,158-232 0,0 0 0,1-1 0,0 1 0,-1 0 0,1-1 0,0 1 0,0 0 0,0 0 0,1-1 0,-1 1 0,1 0 0,0 0 0,-1 3 0,5-5 0,0 0 0,-1-1 0,1 1 0,0-1 0,0 0 0,0 0 0,3 0 0,-5 0 0,33-2 0,60-11 0,-16 2 0,13-1 0,0-5 0,168-52 0,-260 69 0,0 0 0,0 0 0,-1 0 0,1 0 0,0 0 0,0 1 0,0-1 0,0 0 0,0 0 0,0 0 0,0 0 0,0 0 0,0 0 0,0 0 0,0 0 0,0 0 0,-1 0 0,1 0 0,0 0 0,0 0 0,0 1 0,0-1 0,0 0 0,0 0 0,0 0 0,0 0 0,0 0 0,0 0 0,0 0 0,0 0 0,0 0 0,0 1 0,0-1 0,0 0 0,0 0 0,0 0 0,0 0 0,0 0 0,0 0 0,0 0 0,0 0 0,0 0 0,1 1 0,-1-1 0,0 0 0,0 0 0,0 0 0,0 0 0,0 0 0,0 0 0,0 0 0,0 0 0,0 0 0,0 0 0,0 0 0,0 0 0,1 0 0,-1 0 0,0 0 0,0 0 0,0 0 0,0 0 0,-10 15 0,-8 9 0,15-23 617,0 4-2417,3 2-4050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29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155 137 5539,'0'0'8788,"7"-5"-7727,2-4-213,0 1 0,-1-1 0,0-1 0,0 1 0,-1-1 0,0-1-1,0 0 1,-2 1 0,8-19 0,-8 14 543,-7 22 1047,-10 27-600,-84 187 1438,52-113-3319,15-38 43,-29 106 0,58-174-945,-5 16 3353,4-11-3988,0-2-3666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30.3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5 244 7443,'0'0'8631,"-1"-3"-7756,0-2-397,-2-14 7272,3 38-4517,1-6-2857,1-1 0,0 0 0,1 0 0,0 0 0,1 0 0,0 0 0,0-1 0,2 1 0,-1-1 0,11 14 0,12 16-270,40 45 0,-64-81-97,19 21-9,-13-15 0,0 0 0,16 24 0,-25-33 0,0 0 0,0 0 0,0 0 0,0 0 0,1 0 0,-1-1 0,0 1 0,1 0 0,0-1 0,-1 1 0,1-1 0,0 1 0,0-1 0,0 0 0,0 0 0,0 0 0,0 0 0,0 0 0,0 0 0,5 1 0,-6-4 0,0 0 0,-1 0 0,1 0 0,0 1 0,-1-1 0,1 0 0,-1 0 0,1 0 0,-1 0 0,0 0 0,0 0 0,0-3 0,0 3 0,14-80 0,3 0 0,30-84 0,-30 110 0,-6 12 0,-3-1 0,5-67 0,-12 103 0,-1 14 0,-1-4 0,1 0 0,0 1 0,-1-1 0,1 0 0,-1 1 0,1-1 0,-1 0 0,0 0 0,0 0 0,1 1 0,-1-1 0,0 0 0,0 0 0,0 0 0,0 0 0,0-1 0,-2 2 0,2 1-41,1 0 0,-1 0-1,0 0 1,1 0 0,-1 0 0,1 1 0,0-1-1,0 0 1,1 6 0,0-6-974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31.2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2 3874,'1'-1'18830,"2"7"-17929,-3 10-131,-1 0 0,-1-1-1,0 1 1,-1-1 0,0 1 0,-6 14-1,-5 24 660,-29 111 785,-3 15-2083,44-162-146,2-15-207,0 0 0,-1 1-1,1-1 1,-1 0 0,1 0 0,-1 1-1,0-1 1,-1 0 0,1 0-1,-4 6 1,3-8-4507,1-18-9260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2:32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291 173 11621,'0'0'7756,"13"-20"-5873,44-62-250,-53 76-1258,1 1 0,-1-1 0,1 1 0,0 0 0,1 0 1,-1 1-1,1 0 0,0-1 0,0 2 0,1-1 0,-1 1 0,1 0 0,-1 0 0,1 1 0,0 0 0,0 0 0,0 1 0,0 0 0,0 0 0,1 0 0,-1 1 0,0 0 1,12 2-1,-17-1-334,-1 0 0,1 0 0,0 0-1,0 0 1,-1 0 0,1 0 0,0 1 0,-1-1 0,0 0 0,1 1 0,-1-1 0,0 1 0,1 0 0,-1-1 0,0 1 0,0 0 0,-1 0 0,1 0 0,0-1 0,-1 1 0,2 3 0,11 44-70,-10-30 29,-1 0 0,-1 0 0,-1 0 0,-2 25 0,2-42 0,-1 1 0,1-1 0,-1 0 0,1 1 0,-1-1 0,0 0 0,0 0 0,0 1 0,0-1 0,-1 0 0,1 0 0,0 0 0,-1 0 0,1 0 0,-1-1 0,0 1 0,-2 2 0,-1-1 0,0 0 0,0 0 0,0 0 0,0-1 0,-1 0 0,1 0 0,-7 2 0,-7 0 0,-1-1 0,0-1 0,-24 1 0,-2-1 0,-1 3 0,1 1 0,0 3 0,1 1 0,-59 22 0,98-29 0,1-1 0,-1 1 0,1 0 0,0 0 0,0 0 0,0 1 0,-7 6 0,11-9 0,0 0 0,1-1 0,-1 1 0,0 0 0,0 0 0,0 0 0,1 0 0,-1 0 0,0 0 0,1 0 0,-1 1 0,1-1 0,-1 0 0,1 0 0,0 0 0,-1 1 0,1-1 0,0 0 0,0 0 0,0 1 0,0-1 0,0 0 0,0 0 0,0 1 0,1-1 0,-1 0 0,0 0 0,1 0 0,-1 1 0,0-1 0,1 0 0,0 0 0,-1 0 0,1 0 0,0 0 0,-1 0 0,1 0 0,0 0 0,0 0 0,0 0 0,0-1 0,2 2 0,46 34 0,-24-19 0,33 30 0,65 87 0,-92-98 0,-15-18 0,1 0 0,1 0 0,1-2 0,0-1 0,1 0 0,0-1 0,1-1 0,1-1 0,28 11 0,-25-22 0,-25-1-54,2-4 93,-2-4-803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35 19209,'0'0'12208,"-4"-4"-11674,-3-10-201,10 6-39,1 6-270,0 1-1,0 0 1,0 0 0,0 1-1,1-1 1,-1 1-1,5 0 1,-9-1-24,24 0 0,1 0 0,36 4 0,-56-3 0,0 1 0,1 0 0,-1 0 0,0 0 0,0 0 0,0 1 0,0 0 0,0 0 0,-1 0 0,1 1 0,0-1 0,-1 1 0,0 0 0,0 1 0,0-1 0,0 1 0,0 0 0,4 6 0,-7-8 0,0 0 0,0 0 0,0 0 0,-1 0 0,1 0 0,0 0 0,-1 0 0,0 0 0,0 0 0,1 0 0,-1 1 0,-1-1 0,1 0 0,0 0 0,0 0 0,-1 0 0,1 0 0,-1 1 0,0-1 0,1 0 0,-1 0 0,0-1 0,0 1 0,-1 0 0,1 0 0,0 0 0,0-1 0,-1 1 0,1 0 0,-1-1 0,0 0 0,-2 2 0,-7 6 0,0 0 0,-1-2 0,-23 13 0,22-13 0,-31 14 0,29-14 0,1 0 0,0 1 0,0 0 0,-14 12 0,27-19 0,0-1 0,0 1 0,0 0 0,-1 0 0,2 0 0,-1 0 0,0 0 0,0 0 0,0 0 0,0 1 0,1-1 0,-1 0 0,0 0 0,1 1 0,-1-1 0,1 0 0,-1 1 0,1-1 0,0 0 0,0 1 0,0-1 0,0 1 0,0-1 0,0 0 0,0 1 0,0-1 0,0 1 0,0-1 0,1 0 0,-1 1 0,1-1 0,-1 0 0,1 1 0,0-1 0,-1 0 0,1 0 0,0 0 0,0 1 0,0-1 0,-1 0 0,1 0 0,1 0 0,0 1 0,7 4 0,-1 0 0,1 0 0,-1 0 0,18 6 0,-17-7 0,13 6 0,1 0 0,-2 2 0,0 1 0,22 19 0,-38-30 0,-1 1 0,0 0 0,1 0 0,-2 1 0,1-1 0,0 1 0,-1-1 0,0 1 0,0 0 0,-1 1 0,1-1 0,-1 0 0,0 1 0,0-1 0,-1 1 0,0-1 0,0 1 0,0 0 0,0 0 0,-1 0 0,0-1 0,-1 1 0,1 0 0,-3 8 0,2-11 0,0 1 0,-1-1 0,0 0 0,0 1 0,0-1 0,0 0 0,0 0 0,-1-1 0,0 1 0,1 0 0,-1-1 0,0 1 0,0-1 0,0 0 0,0 0 0,-1 0 0,-4 1 0,-8 4 0,-1 0 0,-23 4 0,32-9 0,-28 6 0,0-3 0,-1-1 0,0-1 0,-43-3 0,55 0 0,23 0 10,-1 0-1,1 0 1,-1 0 0,1 0-1,-1-1 1,1 1 0,-1-1 0,1 1-1,-1-1 1,1 0 0,-1 0-1,1 0 1,0 0 0,0-1-1,0 1 1,-1-1 0,1 1 0,1-1-1,-1 0 1,0 1 0,0-1-1,1 0 1,-1 0 0,1-1-1,-1 1 1,1 0 0,-1-3-1,-7-31-1311,7-4-4166,2 1-3240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1208 63 11941,'0'0'2927,"-28"-11"53,6 2-2193,6 1-174,-2 1-1,1 1 1,-1 0-1,0 2 1,0 0-1,0 0 1,-1 2 0,1 1-1,-24 0 1,13 4 166,0 1 1,0 1-1,1 2 1,0 1 0,0 1-1,-46 22 1,19-3 46,1 3 1,-58 43 0,67-40-812,1 2 0,2 1 0,1 2 0,-56 72 0,71-77-16,2 0 0,2 2 0,1 1 1,2 0-1,1 2 0,-22 74 0,24-43 1,2 1 0,4 1 0,3-1 0,4 2 0,9 129 0,-3-168 0,2-1 0,1 1 0,1-1 0,2-1 0,2 1 0,0-2 0,2 0 0,18 31 0,-20-44 0,1 0 0,0-1 0,1 0 0,1-1 0,31 28 0,-33-34 0,1-1 0,-1 0 0,1-2 0,0 1 0,1-1 0,0-1 0,0-1 0,1 0 0,15 4 0,0-4 0,1-2 0,0 0 0,0-2 0,0-2 0,0 0 0,-1-2 0,1-2 0,-1 0 0,1-2 0,-2-2 0,53-21 0,-18 1 0,-2-2 0,-1-3 0,-2-3 0,66-53 0,-89 61 0,0-2 0,-2-1 0,-1-1 0,-2-2 0,-1-1 0,-2-1 0,-2-2 0,-1-1 0,-2 0 0,-2-2 0,-2-1 0,-2 0 0,-1-1 0,-3-1 0,-1 0 0,-2-1 0,3-51 0,-7 34 0,-3-1 0,-9-109 0,4 148 0,-2 1 0,0 0 0,-2 0 0,-1 0 0,-1 1 0,-1 0 0,0 0 0,-2 1 0,-1 0 0,-17-23 0,23 37 6,-1 0 0,-1 1-1,1 0 1,-1 0 0,0 1 0,-1 0-1,0 0 1,0 1 0,0 0 0,0 1 0,-1 0-1,0 0 1,0 1 0,0 0 0,0 1-1,0 0 1,0 0 0,-1 1 0,-16 1-1,6 1-192,0 0 0,1 2-1,-1 0 1,0 2-1,1 0 1,0 1-1,0 1 1,-33 17 0,-27 23-4097,3 6-3553,3 3-4387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584 100 9780,'0'0'10859,"15"-13"-8989,5-4-1109,11-9 120,5-3 2607,-30 23-1579,4-2 224,-10 8-2115,0 0 0,0 0 0,1 0 0,-1 0 0,0 0 0,0 0 0,0 0 0,0 0 0,1 0 1,-1 0-1,0 0 0,0 0 0,0 0 0,0 0 0,0 1 0,1-1 0,-1 0 0,0 0 1,0 0-1,0 0 0,0 0 0,0 0 0,0 0 0,0 1 0,1-1 0,-1 0 0,0 0 1,0 0-1,0 0 0,0 1 0,0-1 0,0 0 0,0 0 0,0 0 0,0 0 0,0 1 1,0-1-1,0 0 0,0 0 0,0 0 0,0 0 0,0 0 0,0 1 0,0-1 0,0 0 1,0 0-1,0 0 0,-1 0 0,1 1 0,0-1 0,0 0 0,0 0 0,0 0 0,0 0 0,0 0 1,0 0-1,-1 1 0,1-1 0,0 0 0,-2 8-18,-1 0 0,0-1 0,-1 1 0,1-1 0,-1 0 0,-1 0 0,-5 7 0,-40 48 0,41-52 0,-347 347 0,328-330 0,-2 2 0,2 2 0,1 0 0,1 2 0,2 1 0,2 1 0,1 1 0,-25 58 0,45-91-514,0 0 1093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14 12950,'0'0'14375,"3"-5"-12631,4-4-793,-2 11-172,-2 23 319,-7 52-316,-77 343-695,81-417-86,-1 2-1,-6 21 0,7-25 0,0 0 0,0 0 0,-1 0 0,1 0 0,0-1 0,-1 1 0,1 0 0,0 0 0,-1 0 0,1 0 0,-1-1 0,1 1 0,-1 0 0,0 0 0,1-1 0,-1 1 0,0-1 0,1 1 0,-2 0 0,1-2-79,0-1 0,1 1-1,-1-1 1,1 1 0,0-1 0,0 1-1,-1-1 1,1 1 0,0-1 0,0 0 0,1 1-1,-1-2 1,0-1-508,0-31-6344,0-9-4690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1192 80 14054,'0'0'5456,"-19"-9"-2201,4 0-2515,4 4-382,1-1 0,-1 1 0,0 1 0,0 0 0,-1 0 1,1 1-1,-1 1 0,1 0 0,-1 0 0,-16 1 1,7 2 66,1 1 1,-1 0 0,1 2 0,0 1-1,0 0 1,0 2 0,-30 13-1,-4 7 472,-71 47 0,66-34-874,2 1-1,2 4 0,1 1 0,3 3 1,-83 101-1,106-112-23,1 1 0,1 1 0,3 1-1,1 1 1,2 1 0,2 1 0,2 1 0,2 0 0,-14 79 0,21-71 1,2-1 0,2 1 0,7 83 0,-1-108 0,1 0 0,1-1 0,1 0 0,2-1 0,1 1 0,1-1 0,1-1 0,22 39 0,-15-38 0,1-1 0,0-1 0,2 0 0,1-1 0,1-2 0,1 0 0,1-2 0,0 0 0,2-2 0,0-1 0,0-1 0,2-1 0,0-2 0,0-1 0,1-1 0,0-1 0,1-2 0,0-1 0,0-1 0,1-2 0,-1-1 0,0-2 0,1-1 0,-1-1 0,1-2 0,-1-1 0,0-1 0,42-15 0,-27 3 0,-1-1 0,0-3 0,-2-1 0,55-39 0,-40 18 0,-1-2 0,65-69 0,-89 79 0,-1-2 0,-2-1 0,-1-1 0,-2-2 0,-3-1 0,-1-1 0,-2-1 0,28-86 0,-33 74 0,-2 0 0,-3-1 0,-3 0 0,-2-1 0,-3 0 0,-2 1 0,-8-66 0,3 91 0,-2-1 0,-1 1 0,-1 1 0,-2-1 0,-1 1 0,-2 1 0,-24-45 0,24 54 0,0 1 0,-1 1 0,-2 0 0,0 1 0,-1 0 0,0 1 0,-2 1 0,0 1 0,-1 1 0,-37-22 0,46 31 0,0 0 0,0 1 0,0 1 0,-1-1 0,0 2 0,0 0 0,0 0 0,0 1 0,0 1 0,0 0 0,-1 0 0,1 1 0,-16 3 0,25-3-6,1 0 0,-1 1 0,1 0 0,0-1 0,-1 1 0,1 0 0,0 0 0,0 0 0,0 0 0,0 1 1,0-1-1,0 1 0,0-1 0,0 1 0,0 0 0,1-1 0,-1 1 0,1 0 0,-1 0 0,1 0 0,-2 3 0,1 1-800,0 0 0,0 1 0,1-1 0,-1 0 0,1 1 0,0-1 0,1 7 0,-1 30-10703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15 337 9989,'0'0'17077,"0"0"-17003,0 1 1,0-1 0,0 0-1,0 0 1,0 0 0,0 0-1,0 0 1,0 0 0,0 0-1,0 1 1,1-1 0,-1 0-1,0 0 1,0 0 0,0 0-1,0 0 1,0 0 0,0 0-1,1 0 1,-1 0 0,0 0-1,0 0 1,0 0 0,0 0-1,0 0 1,1 0 0,-1 0-1,0 0 1,0 0 0,0 0-1,0 0 1,0 0-1,1 0 1,-1 0 0,0 0-1,0 0 1,0 0 0,0 0-1,0 0 1,0 0 0,1 0-1,-1 0 1,0 0 0,0 0-1,0-1 1,0 1 0,0 0-1,0 0 1,0 0 0,0 0-1,0 0 1,1 0 0,-1 0-1,0-1 1,0 1 0,0 0-1,0 0 1,0 0 0,0 0-1,0 0 1,0-1 0,0 1-1,0 0 1,0 232 848,-10-259-923,5-10 0,1 1 0,3-1 0,0 0 0,3 0 0,5-37 0,-2 52 0,0 0 0,1 0 0,1 1 0,1 0 0,13-24 0,-16 35 0,0 0 0,1 1 0,0 0 0,1 0 0,0 1 0,0 0 0,0 0 0,1 0 0,0 1 0,1 0 0,0 1 0,17-10 0,-18 13-26,1 0-1,0 0 1,-1 1 0,1 1 0,10-2-1,15 4-2012,-6 7-3946,-12 5-1408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0 13798,'0'0'15968,"-19"8"-14368,14-6-1453,-17 8 147,0 0-1,1 1 0,-26 18 1,41-25-290,1 0 0,-1 0 0,1 0 1,0 1-1,0 0 0,0 0 0,0 1 1,1-1-1,0 1 0,1 0 0,-1 0 0,1 0 1,0 1-1,0-1 0,1 1 0,0 0 1,0-1-1,-1 13 0,2-14-4,1-1 0,0 0 0,0 1 0,1-1 0,-1 1 0,1-1 0,0 0 0,0 1 0,3 5 0,-3-8 0,0 0 0,0-1 0,0 1 0,1 0 0,-1-1 0,1 1 0,-1-1 0,1 1 0,0-1 0,0 0 0,-1 0 0,1 0 0,0 0 0,0 0 0,0 0 0,0-1 0,0 1 0,0 0 0,0-1 0,0 0 0,4 1 0,1 0 0,0 0 0,1-1 0,-1 0 0,0 0 0,0-1 0,0 1 0,0-2 0,0 1 0,0-1 0,0 0 0,0 0 0,0-1 0,-1 0 0,8-4 0,-8 2 0,1 0 0,-1 0 0,0-1 0,0 0 0,0-1 0,-1 1 0,0-1 0,0 0 0,-1 0 0,1 0 0,-2-1 0,4-8 0,-3 7 0,0-1 0,0 0 0,-1 0 0,-1 0 0,1 0 0,-2 0 0,1-11 0,-18 18-5087,5 3-1767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61 19369,'0'0'11200,"-19"1"-10435,-61 8 86,73-7-820,0-1 0,0 2-1,1-1 1,-1 1-1,1 0 1,-1 0 0,1 0-1,0 1 1,1 0 0,-1 0-1,0 1 1,1 0-1,0 0 1,0 0 0,1 0-1,0 1 1,0 0-1,-6 9 1,8-11-31,0 0 0,0-1 0,1 1 0,-1 0 0,1 0 0,0 0 0,0 0 0,0 0 0,1 0 0,-1 1 0,1-1 0,0 0 0,0 0 0,1 0 0,0 6 0,0-7 0,0-1 0,-1 0 0,1 0 0,0 0 0,1 0 0,-1 0 0,0 0 0,1 0 0,-1 0 0,1 0 0,-1-1 0,1 1 0,0-1 0,0 1 0,-1-1 0,1 1 0,0-1 0,0 0 0,1 0 0,-1 0 0,0 0 0,0-1 0,0 1 0,1 0 0,-1-1 0,0 0 0,4 1 0,3 0-40,-1-1 0,1 1-1,-1-2 1,1 1 0,-1-1 0,1 0 0,-1-1-1,1 0 1,-1 0 0,0-1 0,0 0 0,0 0-1,9-6 1,-11 4 49,0 1-1,0-1 1,-1 0 0,0 0-1,0-1 1,0 1 0,-1-1-1,1 0 1,-1 0-1,-1-1 1,1 1 0,-1-1-1,0 0 1,-1 0 0,0 0-1,2-7 1,0-10 95,0 1 0,-2-1 0,0-33 0,-2 57-131,0 0-1,0-1 1,-1 1 0,1 0-1,0-1 1,-1 1 0,1 0-1,0 0 1,0-1 0,-1 1-1,1 0 1,-1 0 0,1 0-1,0 0 1,-1 0 0,1-1-1,0 1 1,-1 0 0,1 0-1,-1 0 1,1 0 0,0 0-1,-1 0 1,1 0 0,-1 0-1,1 0 1,0 0 0,-1 0-1,1 1 1,0-1 0,-1 0-1,1 0 1,0 0 0,-1 0-1,0 1 1,1-1-43,-3 2-671,0-1-1,1 1 0,-1 0 1,0 0-1,1 0 0,0 0 0,-1 0 1,1 1-1,0-1 0,-3 5 1,-4 6-7431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163 127 7700,'0'0'7128,"6"-13"-5914,1-3-597,18-40 1411,-13 14 5510,-30 100-971,-35 52-6884,20-42 609,22-43-292,-56 134 0,60-138 0,0 1 0,2 1 0,1-1 0,0 1 0,0 35 0,4-56-86,1 0 0,-1 1 1,0-1-1,0 0 0,1 0 0,0 0 0,-1 0 1,1 0-1,0 0 0,0 0 0,0 0 0,0-1 1,0 1-1,0 0 0,1 0 0,-1-1 0,0 1 1,1-1-1,3 3 0,-1-1-244,1 0 0,0 0 0,0-1-1,0 0 1,0 0 0,0 0 0,9 2 0,8-1-2617,0 0-1,42-1 1,-62-2 2617,39 0-6935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13206,'0'0'6547,"159"-27"-3233,-95 22-2450,1-1-864,-2 6-752,2 0-5123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19321,'0'0'7006,"25"-13"-5926,1-2-924,-9 5-93,0 0 1,1 1 0,0 1-1,0 1 1,1 1-1,0 0 1,22-3 0,-15 5 128,0 2 0,0 0 0,41 3 0,-65 0-162,-1-1-1,1 0 1,0 1 0,-1 0-1,1-1 1,0 1 0,-1 0-1,1 0 1,-1-1 0,1 1-1,-1 0 1,0 1 0,1-1 0,-1 0-1,0 0 1,0 1 0,0-1-1,0 0 1,0 1 0,0-1-1,0 1 1,0-1 0,-1 1-1,1 0 1,-1-1 0,1 1 0,-1 0-1,1-1 1,-1 1 0,0 0-1,0 2 1,1 8 216,0 1 1,-1 0-1,-2 17 0,1-14 47,-1 2-70,-1 0 1,0 0-1,-2 0 1,0-1 0,-1 1-1,-13 26 1,-60 99-89,65-121-136,-28 46 1,-56 99 0,79-130 0,2 1 0,-21 67 0,30-70-8,5-22-79,0 0-1,-1-1 1,0 1-1,-8 15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18585,'0'0'14182,"113"25"-14182,-82 0 0,1 0 0,1 0 0,-2 0 0,-1 0 0,-7-4 0,0-4 0,-4-5 0,-1 1-2385,1-7-2545,4-4-3986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16263,'0'0'16504,"-138"134"-16504,94-103 0,4-1 0,-2-3 0,0-2 0,3-2 0,1-2 0,2 0 0,9-9-6211,11-10-8307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6 10149,'2'-2'19916,"1"-1"-18687,-21 11-859,0 1 0,0 1-1,-16 13 1,-16 8-376,-36 17 6,33-21 0,2 3 0,-77 58 0,122-82 0,-1 0 0,1 1 0,0-1 0,1 1 0,0 0 0,0 1 0,0-1 0,1 1 0,0 0 0,0 0 0,-4 17 0,7-20 0,0-1 0,0 1 0,0-1 0,1 1 0,0-1 0,0 1 0,0 0 0,0-1 0,1 1 0,0-1 0,0 1 0,0-1 0,0 1 0,1-1 0,0 0 0,-1 0 0,2 0 0,-1 0 0,0 0 0,1 0 0,0 0 0,0-1 0,0 1 0,5 3 0,-2-1 0,2-1 0,-1 1 0,1-2 0,-1 1 0,2-1 0,-1 0 0,0-1 0,1 0 0,8 2 0,0-1 0,1-1 0,0-2 0,28 1 0,-44-2 0,0 0 0,0 0 0,1 0 0,-1 0 0,0 0 0,0-1 0,0 1 0,1-1 0,-1 1 0,0-1 0,0 0 0,0 0 0,0 0 0,0 0 0,0 0 0,0-1 0,0 1 0,-1 0 0,1-1 0,0 1 0,-1-1 0,1 0 0,-1 0 0,0 1 0,1-1 0,-1 0 0,0 0 0,1-4 0,0-2 0,0-1 0,0 1 0,-1-1 0,0 0 0,-1 1 0,-1-11 0,1 6 0,0 7 0,0 0 0,-1-1 0,0 1 0,-1 0 0,1 0 0,-1 0 0,0 0 0,0 0 0,-1 0 0,-4-6 0,6 9 0,-1 1 0,0-1 0,1 1 0,-1-1 0,-1 1 0,1 0 0,0-1 0,0 1 0,-1 0 0,1 1 0,-1-1 0,0 0 0,0 1 0,1-1 0,-1 1 0,0 0 0,0 0 0,0 0 0,0 0 0,0 1 0,-6-1 0,-3 1-55,-24 1 170,35-1-143,-1 0-1,1 0 1,0 1-1,0-1 1,0 0-1,-1 1 1,1-1-1,0 1 1,0-1-1,0 1 1,0-1-1,0 1 1,0 0-1,0 0 0,0 0 1,0-1-1,0 1 1,0 0-1,1 0 1,-1 0-1,0 0 1,1 0-1,-2 2 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1170 114 12454,'0'0'10879,"-23"-5"-9222,-78-16-179,86 18-1108,1 2 0,0 0 0,-1 0 0,1 2 0,0-1 0,-1 2 0,1 0 0,0 1 0,-23 7 0,6-1 124,-54 13 263,0 3 0,-141 66 1,192-74-777,0 1 1,1 2-1,1 1 1,0 2-1,2 1 1,1 1-1,1 2 1,-46 56-1,58-59 19,2 0 0,0 0 0,2 1 0,0 1 0,2 0 0,1 0 0,1 1 0,-7 43 0,7-16 0,3 0 0,2 1 0,5 75 0,0-112 0,1 0 0,1 0 0,0-1 0,1 0 0,1 0 0,1 0 0,0 0 0,1-1 0,1-1 0,0 1 0,1-1 0,1-1 0,18 20 0,-17-21 0,0-1 0,1 0 0,1-1 0,-1 0 0,2-1 0,0-1 0,0 0 0,1-1 0,-1-1 0,2 0 0,-1-2 0,1 1 0,33 5 0,-3-7 0,1-3 0,-1-1 0,1-2 0,-1-2 0,1-3 0,-2-1 0,72-23 0,-60 12 0,-2-3 0,0-3 0,-2-1 0,-1-3 0,77-56 0,-97 60 0,-2-2 0,-1-1 0,-2-1 0,0-1 0,-2-2 0,-2 0 0,34-58 0,-41 58 0,-2 1 0,0-2 0,-2 0 0,-2-1 0,-1 0 0,-1 0 0,-2-1 0,-2 0 0,1-38 0,-5 41 0,-1 0 0,-2 0 0,-1 0 0,-2 0 0,-11-43 0,11 59 0,-1 0 0,0 0 0,-2 1 0,1 0 0,-2 0 0,0 1 0,-1 0 0,0 1 0,-1 0 0,0 0 0,-1 1 0,-14-10 0,11 11 0,-1 0 0,0 1 0,-1 1 0,0 1 0,0 0 0,-1 1 0,1 1 0,-22-4 0,4 3 0,0 1 0,0 2 0,-49 1 0,82 3-120,-39 4 337,25 5-2973,15-8 2062,0 0 0,0 0 0,0 1 0,1-1 0,-1 0 0,0 0 0,1 0 1,-1 1-1,1-1 0,-1 0 0,1 1 0,0 1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888 95 9732,'0'0'11798,"-20"7"-636,20-8-11157,0 0-1,0 0 0,-1 0 1,1 0-1,0 0 1,1 0-1,-1 0 0,0 0 1,0 0-1,0 0 1,0 0-1,1 0 0,-1 0 1,1 0-1,-1 1 1,1-2-1,30-56-4,-18 32 0,-33 25 0,10 5 0,0 1 0,-1 0 0,2 0 0,-1 1 0,1 0 0,-1 1 0,2 0 0,-12 11 0,-5 3 0,-410 359 0,418-364 0,-237 195 0,246-204 0,0 0 0,1 0 0,0 1 0,0 0 0,1 0 0,0 1 0,0 0 0,-6 13 0,15-28 0,-2 2 0,0 1 0,1 0 0,-1-1 0,1 1 0,0 0 0,0 0 0,0 1 0,4-6 0,-2 4-3,0 1-1,0 0 1,0 0 0,0 0 0,0 0-1,1 1 1,6-4 0,10-1-5531,-9 1-5105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8980,'0'0'12846,"6"0"-10952,13 0-733,-5 0 4796,-15 11-4063,-5 5-1888,0-1-1,-1 1 1,-1-1-1,0-1 0,-20 25 1,5-5-4,-14 20-2,-19 30 0,50-73 0,0 0 0,1 0 0,0 1 0,0-1 0,-4 22 0,9-31 0,-1 0 0,1 0 0,-1 0 0,1 0 0,0 1 0,-1-1 0,1 0 0,0 0 0,1 0 0,-1 0 0,0 0 0,1 0 0,-1 0 0,1 1 0,-1-1 0,1 0 0,0-1 0,0 1 0,0 0 0,0 0 0,0 0 0,0 0 0,1-1 0,1 3 0,2-1 0,0-1 0,0 0 0,0 1 0,0-1 0,1-1 0,-1 1 0,0-1 0,9 1 0,30 3 0,2-1 0,68-3 0,-54-2 0,-46 1 0,0-1 0,0-1 0,-1 0 0,1-1 0,0 0 0,-1-1 0,0 0 0,17-8 0,-29 11 0,0 1 0,0-1 0,0 1 0,0-1 0,0 1 0,0-1 0,0 1 0,0-1 0,0 0 0,0 0 0,0 1 0,0-1 0,-1 0 0,1 0 0,0 0 0,0 0 0,-1 0 0,1 0 0,0-2 0,-9 1-2262,-10 2-2735,-4 0-2935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18248,'0'0'14519,"-63"110"-14519,42-47 0,0 4 0,3-2 0,-3-5 0,4-1 0,4-5 0,5-8 0,2-4 0,2-11 0,4-6 0,0-10-4002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1202 69 13142,'-31'0'2342,"-5"-1"-1659,-12-1 934,1 3 0,-82 11 0,77-1 114,1 3 1,-88 34-1,-87 62 1769,179-84-2848,1 2-1,2 2 1,-63 55 0,88-68-608,2 1 1,0 1 0,1 0 0,1 1 0,1 1 0,0 0-1,2 1 1,1 0 0,-16 44 0,17-33-45,2 0 0,1 2 0,2-1 0,2 0 0,0 1 0,3-1 0,0 1 0,3 0 0,1-1 0,1 0 0,2 0 0,1 0 0,2-1 0,24 56 0,-22-63 0,0-2 0,2 0 0,1-1 0,0 0 0,2-1 0,0 0 0,2-2 0,0 0 0,1-2 0,1 0 0,1-1 0,1-1 0,0-1 0,1-1 0,0-1 0,1-1 0,0-1 0,52 14 0,-40-18 0,-1-1 0,1-2 0,0-2 0,0-1 0,0-2 0,0-1 0,-1-2 0,52-13 0,2-6 0,0-5 0,93-42 0,-127 47 0,0-3 0,-2-2 0,-1-3 0,83-64 0,-112 76 0,-2 0 0,-1-2 0,0-1 0,-2-1 0,0-1 0,-2 0 0,0-1 0,-2-1 0,-1 0 0,-1-1 0,16-48 0,-19 36 0,-1 0 0,6-73 0,-9-82 0,-6 164 0,-1 1 0,-2 0 0,-1 0 0,-1 0 0,-10-31 0,8 40 0,-1 1 0,0 0 0,-1 1 0,-1 0 0,-1 0 0,0 1 0,-1 1 0,-17-18 0,13 17 2,-1 2 0,0-1 0,-1 2 0,-1 1 0,0 0 0,0 1 0,-2 1 0,1 1 0,-25-8 0,16 9-38,1 1 0,-2 1 0,1 2 0,-1 0 0,0 3 0,-45 0 0,61 3-453,-1 0 1,1 1-1,0 1 1,0 0-1,1 0 1,-20 9-1,12-3-2005,1 2 0,1 0 0,-26 18 0,-24 26-9490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898 1 8964,'0'3'23904,"0"18"-24005,0-16 101,-2 1 0,1-1 0,-1 1 0,0-1 0,0 0 0,0 0 0,-1 0 0,0 0 0,0 0 0,0 0 0,0-1 0,-1 0 0,0 1 0,-4 3 0,-7 9 0,-53 61 0,-91 83 0,-89 54 0,-24 25 0,264-233 0,-4 3 0,0 2 0,0 0 0,1 0 0,1 1 0,0 1 0,-8 15 0,21-41 0,8-12 0,-2 14-48,0-1 0,0 2 0,20-17-1,14-5-7815,-22 16-3752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86 193 7972,'0'0'4298,"0"-12"-3469,0-26 361,0 25 3288,0-5 4490,-2 13-8831,0 1-1,-1 0 1,1 0-1,-1 0 1,1 0-1,-1 0 1,0 1 0,-6-6-1,0-1-95,-4-4-49,8 10 3,1 0 0,0-1-1,1 1 1,-1-1 0,1 1-1,0-1 1,0 0 0,-3-6 1174,9 21 1696,18 35-3087,182 305 222,-93-151 0,-86-157 0,30 53 0,3-2 0,81 97 0,-131-180 0,0-1 0,-1 1 0,6 13 0,9 13 0,-19-34 0,0-31 0,-2 27 27,0 0-1,0-1 1,0 1-1,-1 0 1,1 0-1,0-1 1,-1 1-1,0 0 1,1 0-1,-1 0 1,0 0-1,0 0 1,0 0-1,-1 0 1,1 0-1,0 0 1,-1 0 0,1 1-1,-1-1 1,-2-1-1,-18-8-2306,-5 6-7738,6 2-4093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1138 166 11973,'0'0'7857,"-20"-15"-4354,4 3-2803,8 5-470,0 0-1,0 1 1,-1 0-1,0 1 1,0 0 0,0 0-1,-1 1 1,0 0-1,0 0 1,0 1-1,0 1 1,0 0-1,0 0 1,-18 0 0,-24 2 266,-1 3 0,1 3 1,1 1-1,-1 3 1,1 2-1,1 2 1,-62 26-1,78-25-386,1 1 0,0 1 0,1 2 0,0 1 0,2 1 0,1 2-1,0 1 1,2 1 0,1 2 0,1 0 0,-23 33 0,35-40-110,2 1 0,0-1 0,0 2 0,2-1 0,1 2 0,1-1 0,1 1 0,0 0 0,2 0 0,1 0 0,1 1 0,1-1 0,0 1 0,5 29 0,2-13 0,1 0 0,2-1 0,2 0 0,2-1 0,1 0 0,2-1 0,30 52 0,-6-20 0,66 86 0,-84-126 0,2-2 0,0-1 0,2-1 0,0-1 0,45 30 0,-53-43 0,0-1 0,1-1 0,0-1 0,1 0 0,-1-2 0,2 0 0,-1-1 0,1-1 0,-1-1 0,1-1 0,0-1 0,0 0 0,0-2 0,0 0 0,-1-2 0,1 0 0,38-12 0,-20 3 0,-1-2 0,-1-2 0,0-2 0,-1-1 0,-1-1 0,-1-2 0,-1-2 0,40-36 0,-45 33 0,-1 0 0,-1-2 0,-1-1 0,-2-1 0,-1-1 0,-2-1 0,-1-1 0,-1-1 0,17-50 0,-19 37 0,-3-1 0,-1 0 0,-3 0 0,-2-1 0,-2 0 0,-3-89 0,-4 108 0,0 0 0,-2 0 0,-2 0 0,-1 1 0,-1-1 0,-21-50 0,18 58 0,0 0 0,-2 1 0,-1 1 0,0 0 0,-2 1 0,0 0 0,-1 1 0,-35-28 0,28 28 0,0 2 0,-1 1 0,-1 0 0,0 2 0,-1 2 0,-1 0 0,0 1 0,-37-8 0,21 10 0,1 1 0,-1 3 0,0 2 0,-84 3 0,109 1 9,-1 2-1,1-1 1,0 2-1,0 1 1,1 0-1,-29 13 1,42-16-39,-1 0 0,1 1 1,-1 0-1,1 0 0,0 1 1,0 0-1,0-1 0,1 2 0,-1-1 1,1 0-1,0 1 0,0 0 1,1 0-1,-1 0 0,1 0 0,0 1 1,1-1-1,-1 1 0,1-1 1,0 1-1,1 0 0,-1 0 0,1 0 1,-1 8-1,2-13-285,0 1-1,0 0 1,-1 0 0,1-1-1,0 1 1,0 0 0,1 0 0,-1-1-1,0 1 1,1 0 0,-1-1-1,1 1 1,-1 0 0,1-1-1,0 1 1,-1-1 0,1 1-1,0-1 1,0 1 0,0-1 0,0 0-1,1 0 1,-1 1 0,0-1-1,0 0 1,1 0 0,-1 0-1,1 0 1,-1 0 0,1-1-1,2 2 1,31 10-9690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98 5635,'0'0'8750,"-3"-11"-8112,-1-8-242,-10-36 3276,25 63 2203,11-1-4747,22 0-1290,-13-4 507,0-1-1,1-1 1,-1-2 0,0-2 0,0 0-1,0-2 1,0-1 0,46-17 0,-77 23-295,0 0-1,0 0 1,0 0 0,1 0 0,-1 0 0,0 0 0,0 0 0,0 0 0,0 0-1,1 0 1,-1 0 0,0 0 0,0 0 0,0 0 0,0 0 0,1 0 0,-1 0-1,0 0 1,0 0 0,0 0 0,0 0 0,1 1 0,-1-1 0,0 0 0,0 0-1,0 0 1,0 0 0,0 0 0,1 0 0,-1 0 0,0 1 0,0-1 0,0 0-1,0 0 1,0 0 0,0 0 0,0 1 0,0-1 0,0 0 0,0 0 0,1 0-1,-1 0 1,0 1 0,0-1 0,-1 13 476,-5 15-420,-53 111 732,-3 13-820,20-42-18,28-78 0,1 1 0,2 1 0,-10 47 0,18-31-1384,4-72-12071,-1-3 5628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11669,'0'0'17926,"21"-2"-16635,5-2-970,-4 2 6,0 0 1,-1 1-1,30 3 0,209 0 261,-199-3-3354,0 1-3369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10773,'0'0'12878,"-11"0"-8500,11 18-3544,-1-5-483,1 0 0,0 0 0,0-1 0,2 1 0,0 0 0,0 0 0,1-1 0,0 0 0,1 1 0,11 20 0,14 14-329,55 67 0,-12-20-23,-54-64 1,-1 0 0,25 60 0,11 23 0,-26-79 0,-25-13 103,-2-12-2330,1-1-4069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865 441 15527,'0'0'2340,"-21"-4"189,-6-3-1415,11 2-369,-1 2 1,1 0-1,-1 0 1,0 2-1,-23 0 1,22 2-392,-1 1 1,1 1-1,0 0 1,0 1-1,0 1 1,1 1-1,0 0 1,0 1-1,0 1 1,-25 17-1,9-3 321,1 1-1,1 2 1,-53 56-1,54-47-651,2 1-1,1 2 1,2 1 0,1 1-1,2 0 1,2 2-1,1 1 1,-20 72-1,21-49-24,4 1-1,2 0 0,3 1 0,4 0 1,2 79-1,3-131 3,1 0 0,0 1 0,2-1 0,-1 0 0,2 0 0,0-1 0,11 27 0,-11-33 0,0-1 0,0 0 0,1 0 0,0 0 0,1 0 0,-1-1 0,1 0 0,1-1 0,-1 1 0,1-1 0,0 0 0,0-1 0,0 1 0,1-1 0,14 5 0,4-2 0,0-1 0,0-1 0,1-1 0,0-1 0,0-2 0,41-2 0,-54 1 0,19-2 0,0-2 0,0 0 0,-1-3 0,0 0 0,0-2 0,0-2 0,-2-1 0,52-27 0,14-16 0,111-85 0,-174 117 0,39-29 0,-2-4 0,81-82 0,-127 113 0,0-2 0,-1-1 0,-2 0 0,-1-2 0,-1 0 0,-2-1 0,-1-1 0,20-58 0,-28 59 0,-2-1 0,-1-1 0,-1 1 0,-2-1 0,-2 0 0,-6-59 0,3 68 0,-1 1 0,-2 1 0,0-1 0,-2 1 0,0 0 0,-1 0 0,-2 1 0,0 1 0,-1-1 0,-1 2 0,0 0 0,-2 0 0,0 2 0,-1 0 0,-25-21 0,0 5 0,-2 1 0,-1 2 0,-2 2 0,-1 2 0,-83-33 0,86 43 0,0 1 0,-1 2 0,-1 3 0,0 1 0,0 3 0,-90-2 0,129 8-55,1 0 1,-1 1-1,1 0 0,-1 0 1,1 0-1,0 1 0,0-1 0,-1 2 1,1-1-1,1 1 0,-1-1 1,0 2-1,1-1 0,-1 1 1,1 0-1,0 0 0,0 0 1,1 0-1,-1 1 0,1 0 0,0 0 1,0 0-1,1 1 0,-1-1 1,1 1-1,0 0 0,1 0 1,0 0-1,0 0 0,0 0 1,-1 9-1,2-5-1626,0-1-1,1 1 1,0-1 0,0 0 0,3 13 0,11 13-8588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88 16151,'0'0'10589,"-14"-14"-9690,-48-43 166,61 56-1006,-1-1 1,1 1-1,-1-1 1,1 1-1,-1 0 1,0 0-1,0 0 1,1 0-1,-1 0 1,0 0-1,0 0 1,0 1-1,0-1 1,0 1-1,0-1 1,0 1-1,0 0 1,0 0-1,0 0 1,0 0-1,0 0 1,-3 1-1,-4 0 200,1-1-93,0 2-1,-1-1 1,1 1-1,0 0 1,1 0-1,-1 1 1,0 0-1,1 1 0,-1-1 1,1 2-1,-11 7 1,4-1-76,0 0 0,0 1 0,1 1 0,-14 18 0,23-27-90,1 1 0,-1 0 0,1 0 0,0 0 0,1 0 0,-1 0 0,1 1 0,0-1 0,0 1 0,1-1 0,0 1 0,0 0 0,0 0 0,1 0 0,-1-1 0,2 1 0,-1 0 0,2 8 0,-1-10 0,0 1 0,1-1 0,-1 0 0,1 0 0,0 0 0,1 0 0,-1 0 0,1 0 0,-1 0 0,1-1 0,0 1 0,1-1 0,-1 0 0,0 0 0,1 0 0,0-1 0,0 1 0,-1-1 0,2 0 0,-1 0 0,0 0 0,0-1 0,8 3 0,0-2 0,1 1 0,-1-2 0,1 1 0,-1-2 0,1 0 0,-1 0 0,1-1 0,-1-1 0,1 0 0,-1-1 0,0 0 0,0-1 0,0 0 0,0-1 0,-1 0 0,0-1 0,0 0 0,0 0 0,-1-2 0,0 1 0,0-1 0,-1-1 0,10-11 0,-17 19 0,-1-1 0,1 0 0,0 0 0,-1 1 0,0-1 0,1 0 0,-1-1 0,0 1 0,0 0 0,0 0 0,-1 0 0,1-1 0,0 1 0,-1 0 0,0-1 0,1-2 0,-3 9 0,1 0 0,-1-1 0,0 1 0,0-1 0,0 1 0,-1-1 0,-3 4 0,-5 9 0,-6 11 0,3 2 0,0-1 0,-18 57 0,-16 97 0,45-146-1600,3-15-5875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1122 36 8548,'0'0'8209,"9"-7"-7787,33-21 9915,-41 33-8662,-6 8-2429,-14 17 1406,-2-1 0,-25 26-1,-3 5-120,-68 91 391,-188 185 0,3-10-922,249-261 0,4 3 0,3 2 0,-49 98 0,28-50 0,70-121 9,-1 0-1,1 0 1,0 0 0,0 0 0,0 1-1,0 0 1,6-4 0,5 1-4100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769 57 14391,'0'0'7446,"-24"2"-3839,14-1-3270,-11 0 232,1 1 0,-1 0 0,1 2-1,-1 1 1,1 0 0,0 2-1,-27 12 1,-10 9 295,1 3 0,-89 67 0,121-80-881,2 1 0,0 2-1,1 0 1,2 1-1,0 1 1,1 1 0,1 1-1,-17 33 1,18-22 17,1 0 0,2 2 0,1-1 0,2 1 0,2 1 0,1 0 0,2 0 0,2 0 0,1 1 0,2-1 0,6 45 0,-2-66 0,0 0 0,1 0 0,0 0 0,2-1 0,0 0 0,1 0 0,0 0 0,2-1 0,0-1 0,1 1 0,0-2 0,1 1 0,0-2 0,2 0 0,-1 0 0,2-1 0,16 11 0,-8-8 0,1-1 0,0-1 0,1-1 0,1-1 0,-1-1 0,1-1 0,1-2 0,0 0 0,0-2 0,52 3 0,-60-7 0,0 0 0,-1-2 0,1 0 0,0-1 0,-1-1 0,0 0 0,1-2 0,-1 0 0,-1-1 0,33-16 0,-2-6 0,-1-2 0,-2-3 0,61-55 0,-47 30 0,88-108 0,-125 137 0,-1 0 0,-1-2 0,-2 0 0,0-1 0,-3-1 0,-1-1 0,18-63 0,-27 80 0,-2-1 0,0 0 0,-1 0 0,-1 0 0,0 0 0,-1 0 0,-2 0 0,1 0 0,-2 0 0,-1 0 0,0 1 0,-1-1 0,-1 1 0,0 1 0,-1-1 0,-1 1 0,-16-24 0,5 13 9,-1 1 0,-1 1-1,-1 2 1,-2 0 0,0 1 0,-54-37 0,60 47-73,-2 1 0,1 1 0,-1 0 0,-1 1 1,0 2-1,0 0 0,0 1 0,-1 1 0,0 1 0,0 1 1,-25 0-1,80 3-4314,25-2-4130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 10709,'0'0'12899,"-6"0"-11053,4 0-1937,1-1 271,-1 1 1,1 0-1,-1 0 1,1 0-1,-1 0 0,1 0 1,-1 0-1,1 0 0,0 0 1,-1 1-1,1-1 0,-1 0 1,1 1-1,0-1 1,-1 1-1,1 0 0,0-1 1,0 1-1,-1 0 0,1 0 1,0 0-1,0 0 0,0 0 1,0 0-1,0 0 0,0 0 1,0 0-1,1 0 1,-1 1-1,0-1 0,1 0 1,-1 1-1,0-1 0,1 0 1,0 1-1,-1-1 0,1 1 1,0-1-1,0 2 1,-1 20-152,1 0 0,1 0 1,1 0-1,1 0 1,1-1-1,9 30 1,6 2-39,35 72 1,-11-41 8,86 126 0,74 66 0,-84-117 0,-78-103 0,-2 1 0,-2 2 0,-3 2 0,50 132 0,-77-175 0,0 1 0,1-1 0,20 35 0,-24-47 0,1-1 0,0 0 0,1 0 0,0 0 0,-1-1 0,2 1 0,-1-1 0,1-1 0,-1 1 0,1-1 0,1 0 0,13 5 0,-15-7 0,-1 0 0,1 0 0,0-1 0,0 0 0,0 0 0,11 1 0,-23-19 0,-24-44-2009,20 38-8036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1257 245 5330,'-22'-7'11958,"8"1"-10535,-11-3 160,0 1-1,-1 0 0,0 2 1,-45-4-1,20 7 1259,-64 7-1,70 0-2724,0 3 0,0 1-1,-66 22 1,57-11-116,0 2 0,1 2 0,-83 50 0,110-56 0,1 1 0,0 1 0,2 1 0,0 0 0,2 2 0,0 1 0,1 1 0,-27 42 0,31-37 0,1 0 0,2 1 0,1 0 0,1 1 0,2 1 0,-11 61 0,14-39 0,2 1 0,2-1 0,7 75 0,-2-102 0,0-1 0,2 0 0,1 0 0,1 0 0,20 47 0,-21-60 0,0-1 0,0-1 0,1 1 0,1-1 0,0 0 0,0-1 0,1 0 0,1 0 0,-1-1 0,2 0 0,-1-1 0,1 0 0,20 11 0,-10-10 0,0-1 0,0-1 0,1-1 0,0-1 0,0-1 0,42 3 0,136-9 0,-194 2 0,50-5 0,-1-1 0,0-4 0,72-21 0,154-69 0,-190 62 0,123-72 0,-168 82 0,-1-3 0,-1 0 0,-2-3 0,48-49 0,-79 71 0,-1 0 0,-1-1 0,1 0 0,-2 0 0,0-1 0,-1 0 0,0-1 0,-1 0 0,0 0 0,-2 0 0,0-1 0,0 1 0,-2-1 0,0 0 0,0 0 0,-2 0 0,0 0 0,0 0 0,-2 0 0,0 1 0,-1-1 0,0 0 0,-2 1 0,1 0 0,-2 0 0,0 0 0,-1 0 0,-13-19 0,-13-18 0,-3 3 0,-2 1 0,-60-59 0,-144-114 0,225 206 0,-5-5 0,0 2 0,-2 0 0,-30-17 0,44 30 0,-1 0 0,1 1 0,0 0 0,-1 1 0,0 0 0,0 0 0,0 1 0,0 1 0,0 0 0,0 0 0,-17 2 0,22 0 17,1 0 0,0 0 0,0 0 0,0 1 0,0 0 1,0 0-1,0 1 0,0-1 0,0 1 0,1 0 0,0 0 0,-1 0 0,1 1 0,1 0 0,-1-1 0,0 2 1,1-1-1,0 0 0,0 0 0,-4 9 0,2-3-462,0-1 0,1 1-1,0 1 1,1-1 0,0 0 0,0 1 0,2 0 0,-1-1 0,0 16-1,2-2-8619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243 135 13846,'0'0'11598,"-10"1"-10497,-5 1-398,0 2-1,1-1 0,-1 2 0,1 0 0,-27 13 0,36-15-619,1-1 1,-1 1 0,1 0 0,-1 0-1,1 0 1,0 0 0,0 1-1,0-1 1,1 1 0,-1 0 0,1 1-1,0-1 1,0 0 0,0 1 0,1 0-1,0 0 1,0-1 0,0 1-1,0 0 1,1 1 0,0-1 0,0 0-1,0 6 1,1-8-84,0 1 0,1-1 0,0 0 0,-1 1 0,1-1 0,0 0 0,1 1 0,-1-1 0,1 0 0,-1 0 0,1 0 0,0 0 0,0 0 0,0-1 0,1 1 0,2 2 0,6 5 0,0 0 0,20 12 0,3 2 0,-20-12 0,-1 1 0,1 0 0,-2 0 0,13 18 0,-22-27 0,0 1 0,0-1 0,-1 1 0,0 0 0,0 0 0,0 0 0,0 0 0,-1 0 0,1 0 0,-1 0 0,-1 1 0,1-1 0,-1 0 0,0 1 0,0-1 0,-1 0 0,1 1 0,-1-1 0,-2 6 0,1-6 0,0-1 0,0 0 0,-1 1 0,1-1 0,-1 0 0,0-1 0,0 1 0,0-1 0,-1 1 0,1-1 0,-1 0 0,0 0 0,0 0 0,0-1 0,0 1 0,0-1 0,-1 0 0,1 0 0,-7 1 0,-2 1 0,-1 0 0,1-1 0,-1-1 0,1 0 0,-22 0 0,31-2 0,1-1 0,0 1 0,0 0 0,-1-1 0,1 0 0,0 0 0,0 0 0,0 0 0,0 0 0,0-1 0,0 1 0,0-1 0,0 0 0,1 0 0,-1 0 0,1 0 0,-1 0 0,1-1 0,0 1 0,0-1 0,0 0 0,0 1 0,0-1 0,1 0 0,-1 0 0,1 0 0,0 0 0,0 0 0,0 0 0,0-1 0,0 1 0,0-5 0,-1-8 0,0 0 0,1 0 0,1-1 0,1 1 0,3-23 0,-3 28 0,2 1 0,-1-1 0,1 1 0,1 0 0,-1 0 0,2 1 0,0-1 0,0 1 0,0 0 0,1 0 0,12-13 0,3-1 0,2 2 0,39-30 0,-40 34 0,0 0 0,-1-2 0,33-38 0,-51 52 0,0 0 0,0 0 0,0 0 0,-1 0 0,0-1 0,0 1 0,0-1 0,-1 1 0,0-1 0,0 0 0,0 1 0,-1-1 0,0 0 0,0-7 0,0 11 0,0 0 0,-1-1 0,1 1 0,0-1 0,-1 1 0,0 0 0,1 0 0,-1-1 0,0 1 0,0 0 0,-1 0 0,1 0 0,0 0 0,-1 0 0,1 0 0,-1 0 0,1 1 0,-1-1 0,0 0 0,0 1 0,0 0 0,0-1 0,0 1 0,0 0 0,0 0 0,0 0 0,0 0 0,-1 0 0,1 1 0,0-1 0,0 1 0,-1-1 0,1 1 0,-5 0 0,-1 0 0,0 0 0,0 1 0,0 0 0,0 0 0,0 1 0,0 0 0,1 0 0,-12 6 0,15-6 0,1 0 0,0 0 0,0 0 0,-1 0 0,1 1 0,0-1 0,1 1 0,-1 0 0,0 0 0,1 0 0,0 0 0,0 0 0,0 0 0,0 1 0,0-1 0,0 1 0,1 0 0,0-1 0,0 1 0,-1 4 0,2-7-38,0 0 0,-1 0 0,1-1 0,0 1 0,0 0 0,0 0 0,0 0 0,0 0 0,0 0 0,0-1 0,0 1 0,0 0 0,1 0 0,-1 0 0,0 0 0,0 0 0,1-1 0,-1 1 0,1 0 0,-1 0 1,1-1-1,-1 1 0,1 0 0,-1-1 0,1 1 0,-1 0 0,1-1 0,0 1 0,-1-1 0,1 1 0,0-1 0,1 1 0,28 3-4197,-26-4 3664,42 1-7552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25 12230,'0'0'11490,"1"-6"-9782,4-13 376,-2 26 1306,-6 43-1525,-14 22-1865,10-45 0,-6 42 0,10-31 0,3-26 0,0-1 0,-1 0 0,0 0 0,-1 0 0,0 0 0,-1 0 0,-1 0 0,1 0 0,-2-1 0,1 0 0,-1 0 0,-9 12 0,-17 26 173,29-44-602,0 0 0,1 0 0,-1 0 0,1 0 1,0 0-1,0 0 0,0 0 0,1 0 0,-1 0 1,1 0-1,0 8 0,1-11 157,-1 0 0,1 0 0,-1-1 0,1 1 0,-1 0 1,1 0-1,-1-1 0,1 1 0,-1-1 0,1 1 0,0 0 0,0-1 0,-1 1 0,1-1 0,0 0 0,0 1 0,-1-1 1,1 0-1,0 1 0,0-1 0,0 0 0,0 0 0,-1 1 0,1-1 0,0 0 0,0 0 0,1 0 0,32-1-4709,-22 1 2062,21 0-5327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11605,'0'0'12475,"-2"14"-8526,-3-5-3288,1 0 1,-2 0 0,1 0-1,-1 0 1,0-1 0,-11 11-1,-6 8-554,5-3-107,1 1 0,1 1 0,-16 37 0,26-51 0,1 0 0,1 0 0,0 1 0,1-1 0,0 1 0,1 0 0,1 0 0,0 0 0,0 0 0,3 16 0,-2-27 0,0-1 0,1 1 0,-1-1 0,1 1 0,-1-1 0,1 1 0,-1-1 0,1 1 0,0-1 0,0 1 0,0-1 0,0 0 0,0 0 0,0 1 0,0-1 0,0 0 0,1 0 0,-1 0 0,3 1 0,0 0 0,0 0 0,0 0 0,0-1 0,0 0 0,0 1 0,1-2 0,5 2 0,7-1 0,1-1 0,31-3 0,-46 3 0,11-2 0,0-1 0,-1 0 0,1-1 0,-1 0 0,0-1 0,0-1 0,0 0 0,-1 0 0,0-1 0,0-1 0,15-13 0,-20 15 0,1 0 0,-1-1 0,0 0 0,-1-1 0,0 1 0,0-1 0,0-1 0,-1 1 0,-1-1 0,1 0 0,-1 0 0,-1 0 0,0 0 0,0-1 0,-1 1 0,2-18 0,-3 19 0,0-1 0,-1 1 0,-1-1 0,1 1 0,-1 0 0,-1 0 0,0-1 0,0 1 0,0 0 0,-5-10 0,3 12 0,0 1 0,0 0 0,0 0 0,0 0 0,-1 0 0,1 1 0,-1 0 0,0 0 0,-1 0 0,1 0 0,-1 1 0,0 0 0,-11-4 0,-1 1 0,0 1 0,0 2 0,0 0 0,0 0 0,0 2 0,-1 0 0,-29 3 0,43-2 0,2 0 0,-1 1 0,0-1 0,0 1 0,0-1 0,0 1 0,1 0 0,-1 1 0,0-1 0,1 1 0,-1-1 0,1 1 0,0 0 0,-6 4 0,7-4 0,1 0 0,-1 0 0,0 0 0,0 0 0,1 0 0,-1 0 0,1 1 0,0-1 0,0 0 0,0 1 0,0-1 0,0 1 0,0-1 0,1 1 0,-1 0 0,1-1 0,0 1 0,0 0 0,0-1 0,0 1 0,1 2 0,-1-3-184,0 0 0,1 0 1,0 0-1,-1 0 0,1 0 0,0 0 0,0 0 0,0-1 1,0 1-1,0 0 0,1-1 0,-1 1 0,0 0 0,1-1 1,-1 0-1,1 1 0,0-1 0,-1 0 0,1 0 0,2 1 1,17 11-9387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3.2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19433,'0'0'11029,"0"70"-8724,6-78-2305,-2-63 0,3 76 0,-5 3 0,0 4 0,-2-1-1169,0 1-2192,0-5-2146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6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0 7780,'0'0'18395,"-2"19"-16813,-37 202 2054,-56 82-2200,10-38-1498,81-249-413,-10 39 206,10-19-8810,17-35-11256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7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241 107 15591,'0'0'4645,"20"-17"-3263,68-53-648,-85 68-673,0-1 0,0 1 0,0 1 0,0-1 0,0 0 0,0 1 0,1 0 0,-1-1 0,0 1 0,1 0 0,-1 1 0,1-1 0,-1 1 0,1 0 0,0-1 0,-1 1 0,7 1 0,3 0 284,-10 0-272,0-1 1,-1 0-1,1 1 0,0 0 1,-1-1-1,1 1 1,0 0-1,-1 0 0,1 0 1,-1 1-1,0-1 0,1 1 1,-1-1-1,0 1 1,0 0-1,0 0 0,0 0 1,0 0-1,0 0 1,-1 0-1,1 1 0,-1-1 1,1 0-1,-1 1 0,0-1 1,0 1-1,0 0 1,0-1-1,0 6 0,2 7 139,0-1-1,-1 1 0,-1 0 0,0 19 0,-2-20-163,0 0 0,-1 0 0,-1-1 0,0 1 0,0 0-1,-2-1 1,0 0 0,0 0 0,-1 0 0,-1-1 0,0 0 0,0 0-1,-1-1 1,-1 0 0,0 0 0,0-1 0,-1 0 0,-19 14 0,13-11 187,-1-1 0,0-1 0,-1-1 0,0-1 1,-1 0-1,0-1 0,0-1 0,-1-1 1,0 0-1,0-2 0,0 0 0,-24 0 1,-52-3 1511,96-1-1775,0 0-1,-1 0 1,1 0 0,0 0 0,0 0-1,0 0 1,-1 0 0,1 0-1,0 1 1,0-1 0,-1 0 0,1 0-1,0 0 1,0 0 0,0 0-1,0 0 1,-1 1 0,1-1-1,0 0 1,0 0 0,0 0 0,0 1-1,0-1 1,-1 0 0,1 0-1,0 0 1,0 1 0,0-1 0,0 0-1,0 0 1,0 0 0,0 1-1,0-1 1,0 0 0,0 0 0,0 1-1,0-1 1,0 0 0,0 0-1,0 1 1,0-1 0,0 0 0,0 0-1,0 0 1,0 1 0,0-1-1,1 0 1,-1 0 0,0 0-1,0 1 1,0-1 0,0 0 0,0 0-1,1 1 1,11 10-8434,2-9-137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7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60 334 13030,'0'0'17493,"-4"24"-15249,3-9-2244,0 1 0,-1-1 0,-5 24 0,5-32 0,0 0 0,0 0 0,-1 0 0,0 0 0,0-1 0,0 1 0,-1-1 0,0 0 0,-7 9 0,11-15 0,0 0 0,-1 0 0,1 0 0,0 0 0,0 0 0,0 0 0,0 0 0,0 1 0,-1-1 0,1 0 0,0 0 0,0 0 0,0 0 0,0 0 0,-1 0 0,1 0 0,0 0 0,0 0 0,0 0 0,0 0 0,-1 0 0,1 0 0,0 0 0,0 0 0,0 0 0,-1 0 0,1 0 0,0 0 0,0 0 0,0 0 0,0-1 0,0 1 0,-1 0 0,1 0 0,0 0 0,0 0 0,0 0 0,0 0 0,0 0 0,-1-1 0,1 1 0,0 0 0,0 0 0,0 0 0,0 0 0,0-1 0,0 1 0,0 0 0,0 0 0,0 0 0,0 0 0,0-1 0,0 1 0,0 0 0,0 0 0,0 0 0,0 0 0,0-1 0,0 1 0,0 0 0,0 0 0,0 0 0,0-1 0,0 1 0,0 0 0,0 0 0,0 0 0,0 0 0,1-1 0,-2-16 0,2-1 0,1 0 0,0 1 0,1 0 0,0-1 0,2 1 0,0 0 0,1 1 0,8-18 0,-5 17 0,20-41 0,2 1 0,74-101 0,-103 155-119,1 0 0,-1 0 0,1 1 0,0-1 0,0 1 1,0 0-1,0 0 0,0 0 0,0 0 0,1 0 0,-1 1 0,1-1 0,6-1 0,-7 3-731,0-1-1,1 1 1,-1 0-1,0 0 0,0 0 1,0 1-1,0-1 1,0 1-1,0-1 1,5 3-1,14 11-8585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7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12822,'0'0'19945,"5"122"-19945,-5-108 0,0-5 0,0-5 0,0 0 0,0-17-7299,0-18-7204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8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23691,'0'0'7155,"36"115"-10692,-21-84-3363,-1-1-6866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8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24555,'0'0'7262,"-4"19"-6373,-13 58-828,16-74-61,0 0 0,1 1 0,-1-1 0,1 0 0,0 0 0,0 1 0,0-1 0,0 0 0,0 1 0,1-1 0,-1 0 0,1 0 0,0 0 0,0 0 0,0 1 0,0-1 0,1 0 0,-1-1 0,1 1 0,0 0 0,0 0 0,0-1 0,0 1 0,0-1 0,1 0 0,-1 1 0,1-1 0,-1 0 0,1-1 0,5 4 0,-5-3 0,0 0 0,1 0 0,-1 0 0,-1 1 0,1-1 0,0 1 0,-1 0 0,1 0 0,-1 0 0,0 0 0,0 0 0,0 0 0,0 1 0,2 5 0,-2-1-971,3 10 2225,-2-14-6260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8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 24443,'0'0'4149,"-14"25"-918,-4 5-2689,4-8-461,2 0-1,0 1 0,1 0 1,-12 39-1,6-3-80,3 1 0,2 0 0,3 1 0,3 1 0,1 63 0,5-120 19,0-1-1,0 1 1,0-1-1,1 1 1,-1-1-1,1 0 1,0 1-1,1-1 1,-1 0 0,1 0-1,0 1 1,4 6-1,-4-9-184,0 0 0,1 0-1,-1 0 1,0 0 0,1 0 0,-1 0-1,1-1 1,0 0 0,0 1 0,-1-1-1,1 0 1,0 0 0,0 0 0,0-1-1,0 1 1,0-1 0,0 0-1,0 0 1,5 0 0,17 0-9172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8.8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 24411,'0'0'1953,"132"-13"240,-61 13-2193,12-2-1232,3-4-6340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9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266 76 29822,'0'0'2027,"-21"18"-1216,1-2-748,1-2-55,2 1-1,0 0 0,0 1 0,2 1 1,-25 33-1,27-29-7,0 0 0,1 1 0,1 0 0,2 0 0,0 1 0,1 1 0,1-1 0,2 1 0,0 1 0,2-1 0,0 0 0,2 1 0,2 43 0,0-61 0,-1-1 0,1 0 0,0 1 0,1-1 0,0 0 0,0 0 0,0 0 0,1-1 0,-1 1 0,1 0 0,1-1 0,-1 0 0,1 1 0,0-1 0,0-1 0,1 1 0,-1-1 0,6 5 0,-6-7 0,0 0 0,0 0 0,0 0 0,0 0 0,0-1 0,0 0 0,1 1 0,-1-1 0,0-1 0,1 1 0,-1-1 0,1 0 0,-1 0 0,0 0 0,1 0 0,-1-1 0,1 0 0,-1 0 0,0 0 0,0 0 0,1-1 0,-1 0 0,0 0 0,0 0 0,-1 0 0,1 0 0,4-4 0,4-4 0,0 0 0,0-1 0,0-1 0,-2 0 0,1-1 0,-2 0 0,0 0 0,0-1 0,7-17 0,4-11 0,27-87 0,-34 86 0,-2-1 0,-2-1 0,-2 0 0,-2 0 0,-1-62 0,-4 104 0,0 0 0,0 0 0,0 1 0,0-1 0,-1 0 0,0 0 0,1 0 0,-1 0 0,0 1 0,0-1 0,0 0 0,-1 1 0,1-1 0,-1 1 0,1-1 0,-1 1 0,0 0 0,0-1 0,0 1 0,-4-3 0,3 4 0,-1-1 0,1 0 0,0 1 0,-1 0 0,0 0 0,1 0 0,-1 0 0,0 1 0,1 0 0,-1-1 0,0 1 0,1 0 0,-1 1 0,0-1 0,-6 2 0,3 0 36,0 0-1,0 1 0,0 0 1,0 0-1,0 0 1,1 1-1,-1 0 1,1 0-1,0 1 1,1-1-1,-1 1 1,1 0-1,0 1 1,-8 11-1,6-9-363,1 2-1,1-1 1,-9 20-1,11-20-1066,-1 1 1,2 0-1,-1-1 0,0 13 0,1 26-10554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9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11621,'0'0'20076,"8"18"-19046,26 57-990,-31-69-40,-1 0 0,0 0 0,0 0 0,-1 0 0,0 1 0,0-1 0,0 7 0,-1-11 0,0 0 0,0 0 0,0 0 0,1 1 0,-1-1 0,1 0 0,-1 0 0,1 0 0,0 0 0,-1 0 0,1 0 0,0 0 0,1-1 0,0 3 0,1-3 0,0 1 0,1-2 0,-1 1 0,0 0 0,0 0 0,1-1 0,-1 0 0,0 0 0,1 0 0,-1 0 0,0 0 0,1-1 0,-1 1 0,5-3 0,5-2 0,-1-1 0,0-1 0,-1 0 0,0 0 0,0-1 0,20-18 0,15-12 0,-46 38 0,0 0 0,1 0 0,-1-1 0,1 1 0,-1 0 0,0 0 0,1 0 0,-1 0 0,1-1 0,-1 1 0,0 0 0,1 0 0,-1 0 0,1 0 0,-1 0 0,1 0 0,-1 0 0,0 0 0,1 0 0,-1 0 0,1 0 0,-1 1 0,1-1 0,-1 0 0,0 0 0,1 0 0,-1 0 0,1 1 0,-1-1 0,0 0 0,1 0 0,-1 1 0,0-1 0,0 0 0,1 1 0,-1-1 0,0 0 0,1 1 0,-1-1 0,0 1 0,10 23 0,-2-6 0,-5-14-11,0 0 0,1 0-1,0 0 1,0 0 0,0-1 0,0 0 0,0 0-1,0 0 1,1 0 0,0-1 0,-1 1 0,1-1-1,0 0 1,0-1 0,0 1 0,0-1 0,1 0 0,7 0-1,-5 0-817,0-1-1,0 0 1,0-1-1,15-3 1,-15 2-1426,0 0 0,0-1 1,0 0-1,12-6 0,27-20-14526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09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245 1 25404,'0'0'5762,"-132"152"-4161,92-78-1601,7 5 0,10 0 0,10-1 0,9-5 0,4-8 0,0-11 0,9-8 0,9-8 0,5-13 0,5-11 0,13-9 0,3-5 0,-2-9-4706,-11-24-11045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0.0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26396,'0'0'6371,"157"-6"-6371,-99 6 0,1 8 0,-5 0-3041,-2-5-6308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0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381 0 26412,'0'0'3554,"-61"123"-753,34-49-2801,-6 1 0,-1 4 0,-1-4 0,-1-1 0,5-10 0,1-9 0,7-5 0,0-8 0,5-7 0,3-8 0,4-8 0,7-10 0,25-24-22090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0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21690,'0'0'7691,"21"0"-4895,68 4-2206,-81-2-590,-1-1 0,0 1 0,0 1 0,0-1 0,0 1 0,-1 0 0,1 1 0,-1 0 0,1 0 0,-1 0 0,-1 1 0,1-1 0,-1 1 0,1 1 0,5 7 0,-8-10 0,0 0 0,-1 0 0,0 1 0,1-1 0,-1 1 0,0-1 0,0 1 0,-1-1 0,1 1 0,-1 0 0,0 0 0,0 0 0,0 0 0,0 0 0,-1 0 0,0 6 0,0-4 0,-1-1 0,0 1 0,-1-1 0,1 0 0,-1 1 0,0-1 0,0 0 0,-1 0 0,1 0 0,-7 8 0,-6 5 0,-1-1 0,0 0 0,-1-1 0,-30 21 0,33-26 0,-2 2 0,11-6-1176,7-5 212,6-5-1768,23-11-6707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0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24843,'0'0'3914,"0"18"-576,0 58-2666,0-73-672,-1 0 0,1 0 0,1 0 0,-1 0 0,0-1 0,1 1 0,0 0 0,-1 0 0,1-1 0,0 1 0,0 0 0,1-1 0,-1 1 0,0-1 0,1 1 0,0-1 0,-1 0 0,1 0 0,0 0 0,0 0 0,1 0 0,-1 0 0,0 0 0,0 0 0,1-1 0,-1 0 0,1 1 0,0-1 0,-1 0 0,6 1 0,4 1 0,-1-2 0,1 1 0,0-2 0,0 1 0,21-3 0,-7 0 0,-25 2 0,0 1 0,-1-1 0,1 0 0,0 0 0,0 0 0,0 1 0,-1-1 0,1 0 0,0 1 0,0-1 0,-1 0 0,1 1 0,0-1 0,-1 1 0,1-1 0,-1 1 0,1 0 0,0-1 0,-1 1 0,1 0 0,-1-1 0,0 1 0,1 0 0,-1-1 0,1 1 0,-1 0 0,0 0 0,0 0 0,0-1 0,1 1 0,-1 0 0,0 0 0,0 0 0,0-1 0,0 1 0,0 0 0,0 0 0,0 0 0,-1 0 0,1-1 0,0 2 0,-12 44 0,8-32 0,3-9 0,0 0 0,0 0 0,0-1 0,1 1 0,0 1 0,0 6 0,0-10 0,1-1 0,-1 0 0,1 0 0,-1 0 0,1 1 0,-1-1 0,1 0 0,0 0 0,-1 0 0,1 0 0,0 0 0,0 0 0,0 0 0,0 0 0,0 0 0,0 0 0,0-1 0,0 1 0,0 0 0,0-1 0,0 1 0,1-1 0,-1 1 0,0-1 0,0 0 0,0 1 0,1-1 0,-1 0 0,0 0 0,3 0 0,39 2-1951,-14-8-7949,0-12-7510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1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260 0 25308,'0'0'2710,"-12"23"22,3-7-2295,-11 20 90,2 0-1,-21 60 1,-96 411-527,126-470 0,2 0 0,2 1 0,0 49 0,5-85 3,0 1 0,1-1 0,-1 0 0,1 1 0,-1-1 0,1 1 0,0-1 0,0 0 0,0 0 0,0 1 0,1-1 0,-1 0 0,0 0 0,1 0 0,0 0 0,-1-1 0,1 1 0,0 0 0,0-1 0,0 1 0,0-1 0,0 1 0,0-1 0,1 0 0,-1 0 0,0 0 0,1 0 0,-1-1 0,0 1 0,1-1 0,-1 1 1,1-1-1,-1 0 0,4 0 0,1 1-113,0-1 1,0 0 0,1 0 0,-1-1 0,0 0 0,0 0 0,0-1 0,0 0 0,0 0 0,0 0 0,8-6 0,-9 5-1116,-1-1 1,-1 0-1,1 0 1,-1 0-1,8-9 0,18-30-12650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1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 15383,'0'0'17384,"117"-19"-17384,-67 19 0,-4 0 0,-2 11 0,0-3-1569,-2-6-6578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1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0 26572,'0'0'6195,"-40"73"-6195,40-56 0,0 0 0,0-1 0,0 3 0,0-4 0,-6 2-9268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1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0 29405,'0'0'3362,"-42"67"-3362,42-61 0,0 3 0,0-5 0,2-2 0,2-2 0,-2 0 0,-2-4-4066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15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1 9380,'-2'1'20089,"-6"6"-16932,8-3-3016,0 0-141,0-2 0,0 1 0,-2 9 0,0 0 0,0 0 0,-1 0 0,-1-1 0,0 1 0,0-1 0,-1 0 0,-1 0 0,0 0 0,-11 15 0,-12 23 0,-77 168 0,57-113 0,47-99 0,-1 4 0,17-8 0,-11-1 0,197-9 0,-142 6 0,107 1 0,-185 17-1583,10-6-5969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45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1 118 8724,'0'0'16074,"0"-34"-10781,0 20-4126,-1 8-1045,1 0 0,0-1 0,1 1 0,-1 0 0,1 0 0,0 0 1,1 0-1,-1 0 0,4-8 0,-6 18-87,1 1 0,-1 0 1,1 0-1,0 0 0,0 0 0,0 0 0,1 5 1,1 10-30,17 581-6,-18-585 0,-1-11 0,0 1 0,0-1 0,1 1 0,-1-1 0,4 11 0,0-13 0,0-3 0,-2-1 0,0 1 0,0-1 0,-1 0 0,1 0 0,0 0 0,0 0 0,-1-1 0,1 1 0,0 0 0,1-3 0,6-3 0,44-19 0,0 3 0,2 2 0,73-18 0,-44 19 0,136-13 0,-183 31 147,-10 0-631,-19 0-3765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3:53.0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61 5298,'0'0'16651,"1"-10"-15395,3-30 116,-3 30 2248,0 14-178,-3 15-2858,-45 255-40,6-60-544,17-93 0,21-106 0,1 0 0,1 27 0,4-41 0,-1-1 0,1 1 0,-1-1 0,1 0 0,-1 0 0,1 0 0,-1 0 0,1 0 0,2-1 0,150-30 0,-74 13 0,214-49 0,-291 66 0,-3 0 0,1 1 0,-1-1 0,1 1 0,-1-1 0,1 1 0,0-1 0,-1 1 0,1 0 0,0 0 0,-1 0 0,1 0 0,0 0 0,-1 0 0,1 0 0,0 0 0,2 2 0,-4-1 0,0 0 0,-1 1 0,1-1 0,0 0 0,-1 1 0,1-1 0,-1 0 0,0 0 0,1 1 0,-1-1 0,0 0 0,0 0 0,0 0 0,-2 2 0,-5 3 0,8-17 0,9-5-1997,0 5-4701,12-3-14429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02.5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252 34 944,'0'0'24604,"3"-7"-22977,12-20-56,-15 28-1495,0-1 0,0 0 0,0 0 0,0 0 0,0 0 0,0 1 0,0-1 0,0 0 0,0 0 0,0 0 0,0 0 0,0 0 0,0 1 0,0-1 0,0 0 0,0 0 0,1 0 0,-1 0 0,0 0 0,0 0 0,0 0 0,0 1 0,0-1 0,0 0 0,1 0 0,-1 0 0,0 0 0,0 0 0,0 0 0,0 0 0,0 0 0,1 0 0,-1 0 0,0 0 0,0 0 0,0 0 0,0 0 0,0 0 0,1 0 0,-1 0 0,0 0 0,0 0 0,0 0 0,0 0 0,1 0 0,-1 0 0,0 0 0,0 0 0,0 0 0,0 0 0,0 0 0,0-1 0,1 1 0,-1 0 0,0 0 0,0 0 0,0 0 0,1 18-786,-1-16 1033,-2 29-323,-1 0 0,-1 0 0,-1 0 0,-2-1 0,-20 54 0,-71 142 0,95-220 0,-46 80 0,34-63 0,2 1 0,0 0 0,-16 45 0,25-60 0,0 14 0,12-21 0,0-3 0,-1 0 0,1 0 0,-1 0 0,1-1 0,-1 0 0,0-1 0,11-4 0,53-31 0,-12 5 0,-35 22 0,1 0 0,1 2 0,-1 0 0,2 2 0,-1 1 0,1 1 0,0 1 0,38 0 0,-67 4 43,0 0-1,0 1 1,0-1-1,0 1 1,0-1-1,0 1 1,0 0-1,0 0 1,0 0-1,0 0 1,0 0-1,0 0 1,0 1-1,1-1 1,-1 1-1,-2 2 1,-7 5-1580,-1-5-5039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05.5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202 146 3217,'0'0'5376,"-1"-5"-3839,-3-17 1016,-1-53 13506,5 52-14120,0 2-1713,-2 32 1255,-28 97-1066,-5 20-451,5 39 36,12-54 0,-39 127 0,54-230 0,-7 20 0,6-28 0,3-19 0,0-9-36,1-7-3911,2-1-4753,5 0-3380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06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1 175 7331,'0'0'18017,"5"-2"-16214,-4 1-1710,0 0 1,0 1-1,1-1 0,-1 1 1,0 0-1,0-1 0,1 1 0,-1 0 1,0 0-1,0 0 0,1 0 1,-1 0-1,0 0 0,1 0 0,-1 0 1,0 0-1,0 1 0,1-1 1,-1 1-1,1 0 0,1 1 93,-1 0 0,0 0-1,0 0 1,0 0 0,0 1-1,0-1 1,-1 1 0,1 0 0,-1-1-1,2 6 1,9 19-7,1-2 1,1 1-1,1-2 0,1 0 1,1-1-1,1 0 0,1-2 1,28 25-1,-24-26-179,41 46 0,-56-57 0,-1 0 0,-1 0 0,0 1 0,0 0 0,0 0 0,-2 0 0,1 1 0,4 15 0,-8 0 0,-1-23 0,1-3 0,-1 0 0,0 0 0,0 0 0,1-1 0,-1 1 0,0 0 0,0 0 0,0 0 0,1 0 0,-1-1 0,0 1 0,0 0 0,0 0 0,0-1 0,1 1 0,-1 0 0,0 0 0,0 0 0,0-1 0,0 1 0,0 0 0,0-1 0,0 1 0,0 0 0,0 0 0,0-1 0,0 1 0,0 0 0,0 0 0,0-1 0,0 1 0,0 0 0,0 0 0,0-1 0,3-45 0,2 1 0,2-1 0,24-80 0,-19 82 0,-1-2 0,-2 1 0,5-87 0,-14 13 0,0 115 0,0 7 0,0 10-73,0-9-4293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08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0 7908,'1'1'17483,"12"9"-10123,-13-8-7344,0 5-16,-2-1 0,1 1 0,-1 0 0,0-1 0,-1 1 0,1-1 0,-1 0 0,-1 0 0,-6 10 0,-8 17 0,10-11 0,1 1 0,0 0 0,-5 42 0,-1 76 0,7-65 0,-5 23 0,-40 163 0,46-225-137,-1 65 1,6-104-85,0-2-4082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14.6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1 320 1088,'0'0'15250,"4"-7"-13564,-2 5-1573,1-5 616,1 1 1,0-1 0,0 1-1,1 0 1,0 0-1,0 0 1,7-5 0,7-19 6937,-18 33-7642,-1-1-1,1 0 0,-1 1 1,0-1-1,0 0 1,0 1-1,0-1 1,0 0-1,-1 4 1,0 3 37,1 34 55,-3 1 0,-2-1 0,-1 0 0,-2 0 0,-3-1 0,-18 50 0,28-89-117,1-3 0,-1 0 0,1-1 0,0 1 0,0 0 0,0 0 0,-1 0 0,1 0 0,0 0 0,0 0 0,0 0 0,-1-1 0,1 1 0,0 0 0,0 0 0,0 0 0,0 0 0,0-1 0,-1 1 0,1 0 0,0 0 0,0 0 0,0-1 0,0 1 0,0 0 0,0 0 0,0-1 0,0 1 0,0 0 0,0 0 0,0 0 0,0-1 0,0 1 0,0 0 0,0 0 0,0-1 0,0 1 0,0 0 0,0 0 0,0 0 0,0-1 0,0 0 0,0-22 0,1-1 0,0 0 0,2 1 0,1 0 0,13-46 0,103-226 0,-109 270 0,-7 17 0,0-1 0,0 1 0,1 0 0,0 1 0,0-1 0,0 1 0,9-9 0,-10 13 0,-1 0 0,1 0 0,0 1 0,0-1 0,0 1 0,0 0 0,0 0 0,0 0 0,0 1 0,1-1 0,-1 1 0,1 0 0,-1 1 0,1-1 0,8 0 0,-11 2 0,1-1 0,0 0 0,-1 1 0,1-1 0,0 1 0,-1 0 0,1 0 0,-1 0 0,1 0 0,-1 0 0,0 0 0,1 1 0,-1-1 0,0 1 0,0 0 0,0-1 0,0 1 0,0 0 0,0 0 0,-1 1 0,1-1 0,-1 0 0,1 0 0,-1 1 0,0-1 0,0 1 0,0-1 0,0 1 0,-1-1 0,1 1 0,0 2 0,1 9 0,0 0 0,-1 0 0,0-1 0,-2 26 0,0-35 0,0 1 0,0-1 0,-1 0 0,1 1 0,-1-1 0,0 0 0,0 0 0,0 0 0,-1 0 0,0-1 0,1 1 0,-1-1 0,0 1 0,-1-1 0,1 0 0,0 0 0,-1-1 0,0 1 0,0-1 0,-7 4 0,-10 5 0,0-2 0,-38 13 0,47-18 0,5-3 0,5 0 0,0-1 0,0 1 0,0 0 0,0-1 0,0 1 0,0 0 0,0 0 0,1 0 0,-1 1 0,0-1 0,0 0 0,-2 3 0,4-3 0,0 0 0,0-1 0,0 1 0,0 0 0,0 0 0,0-1 0,0 1 0,0 0 0,0 0 0,0-1 0,0 1 0,1 0 0,-1 0 0,0-1 0,1 1 0,-1 0 0,0-1 0,1 1 0,-1-1 0,1 1 0,-1 0 0,1 0 0,16 20 0,-13-16 0,58 85 0,-44-61 0,1 0 0,2-2 0,1 0 0,1-1 0,28 24 0,-47-46 0,0-1 0,1 0 0,0 0 0,0 0 0,0 0 0,0-1 0,0 0 0,0 0 0,1 0 0,-1-1 0,1 1 0,-1-1 0,1-1 0,7 1 0,-10 0 0,-1 0 0,-1 1 0,-1-1-44,1-1 0,-1 1 0,0-1 0,0 1 0,0-1 0,0 1 0,0-1 0,0 1 1,0-1-1,0 1 0,0-1 0,0 1 0,-1-1 0,1 1 0,0-1 0,0 1 0,0-1 0,-1 1 0,1-1 0,0 1 0,0-1 0,-1 1 0,1-1 0,0 0 1,-1 1-1,1-1 0,-1 1 0,1-1 0,0 0 0,-1 0 0,1 1 0,-1-1 0,0 1 0,-17 13-8264,-5 0-7534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30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21 4562,'0'0'9378,"0"-4"-8477,0 4-756,1-1 0,-1 1-1,0-1 1,0 0-1,0 1 1,0-1 0,0 1-1,0-1 1,0 0-1,0 1 1,0-1 0,0 1-1,0-1 1,-1 0-1,1 1 1,0-1 0,0 1-1,-1-1 1,1 1-1,0-1 1,0 1 0,-1-1-1,1 1 1,-1-1-1,1 1 1,0-1 0,-1 1-1,1 0 1,-1-1-1,0 1 1,0 0 14,0 0 0,0 0 1,0 1-1,0-1 0,0 1 0,0-1 0,1 1 0,-1-1 1,0 1-1,0 0 0,0-1 0,1 1 0,-1 0 1,0-1-1,0 3 0,-26 39 2096,17-12-2029,1 0 1,1 0-1,2 0 0,1 1 1,1 0-1,1 32 1,1-25 142,-1 0 1,-3-1-1,-14 60 0,6-60 191,9-25-425,0 0 1,1 1-1,1-1 0,0 1 0,-3 26 1,6-39-619,4-11-11509,1-12 4647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30.9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1 218 7395,'0'0'9442,"2"19"-7062,20 136 3057,-18-132-4344,1-1 0,1 0 0,1-1 0,1 1 0,21 39 0,-14-33-566,21 33 324,-34-57-836,1 0 0,0-1 0,0 1-1,1-1 1,-1 0 0,1 0-1,-1 0 1,1 0 0,0-1 0,0 1-1,9 2 1,-12-4-15,0 0 0,0-1 0,0 0 0,0 1 0,0-1 0,0 0 0,1 0 0,-1 1 0,0-1 0,0 0 0,0 0 0,0 0 0,1 0 0,-1-1 0,0 1 0,0 0 0,0 0 0,0-1 0,0 1 0,0-1 0,0 1 0,0-1 0,0 1 0,1-2 0,0 0 0,0 0 0,-1 0 0,1-1 0,-1 1 0,0-1 0,0 1 0,0-1 0,1-3 0,1-3 0,13-49 0,-2 0 0,8-84 0,-20 126 0,11-104 0,-1-141 0,-19 297-1586,-1-12-7374,0-7-5754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32.1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97 168 7267,'0'0'6355,"7"-18"-3225,1-1-1937,19-45 1064,-15 10 4316,-12 54-6414,0 0 0,0-1 1,0 1-1,1-1 0,-1 1 0,0-1 1,0 1-1,0 0 0,0-1 1,0 1-1,0-1 0,0 1 0,0-1 1,-1 1-1,1-1 0,0 1 0,0 0 1,0-1-1,0 1 0,-1-1 0,1 1 1,0 0-1,0-1 0,-1 1 0,1 0 1,0-1-1,0 1 0,-1 0 0,1-1 1,0 1-1,-1 0 0,1 0 0,-1-1 1,-14 6 840,-15 18-1423,15-4 651,1 1-1,1 0 1,-12 23 0,18-29-1114,1 0 0,-8 29 0,8 3-7753,6-37-5226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33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45 10853,'0'0'13265,"-7"-10"-11641,9 7 1626,77-9 368,-44 5-3566,1 2 1,35 0-1,-41 5-52,-20-2 0,0 2 0,0-1 0,0 2 0,-1-1 0,1 1 0,0 1 0,0-1 0,0 2 0,-1-1 0,13 6 0,-20-6 0,0 0 0,0 0 0,-1-1 0,1 1 0,0 0 0,-1 1 0,0-1 0,1 0 0,-1 0 0,0 1 0,0-1 0,0 1 0,0-1 0,-1 0 0,1 1 0,-1 0 0,1-1 0,-1 1 0,0-1 0,0 1 0,-1 5 0,1-3 0,-1 1 0,1 0 0,-2-1 0,1 1 0,0 0 0,-1-1 0,0 1 0,-5 8 0,-1-2 0,-1 0 0,-1-1 0,0 0 0,0-1 0,-1 0 0,0 0 0,-1-1 0,-24 14 0,19-14 0,0 0 0,0-2 0,-1 1 0,0-2 0,0-1 0,-28 5 0,42-9 0,6 0 0,18 1 0,-5-2 0,0 1 0,0 1 0,0 0 0,24 8 0,-12 4 0,0 2 0,-2 1 0,0 1 0,-1 1 0,0 2 0,22 25 0,-42-42 0,-1 0 0,1 0 0,-1 0 0,0 1 0,-1-1 0,1 1 0,-1-1 0,0 1 0,0 0 0,0 0 0,-1 0 0,1 0 0,-1 1 0,-1-1 0,1 0 0,-1 0 0,0 1 0,0-1 0,0 0 0,-1 0 0,-1 8 0,1-11 0,0-1 0,0 1 0,0-1 0,0 0 0,-1 0 0,1 1 0,0-1 0,-1 0 0,1 0 0,-1 0 0,1 0 0,-1 0 0,1-1 0,-1 1 0,0 0 0,1-1 0,-1 1 0,-3 0 0,-35 4 0,38-5 0,-70 3 0,-1-4 0,1-3 0,-94-17 0,130 18 0,34 3 0,5 0 0,10 0 0,4 0-1016,-5 0-3541,1 0-9031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37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76 5731,'0'0'8646,"0"-9"-8000,-1-30-33,2 38-459,-1 0-1,0 0 0,-1 0 0,1 0 0,0 0 0,0 0 0,0 0 1,-1 0-1,1 0 0,0 0 0,-1 0 0,1 0 0,-1 0 0,1 0 0,-1 0 1,0 0-1,1 1 0,-1-1 0,0 0 0,1 0 0,-1 1 0,0-1 0,-1 0 1,2 1-76,-1 0 1,1-1 0,-1 1 0,1 0-1,0 0 1,-1 0 0,1 0-1,-1 0 1,1 0 0,0 0 0,-1 0-1,1 0 1,-1 1 0,1-1 0,0 0-1,-1 0 1,1 0 0,-1 0-1,1 1 1,0-1 0,-1 0 0,1 0-1,0 0 1,-1 1 0,1-1 0,0 0-1,0 1 1,-1-1 0,1 0 0,0 1-1,0-1 1,-1 0 0,1 1-1,0-1 1,0 1 0,0-1 0,0 0-1,0 1 1,-1-1 0,1 1 0,0-1-1,0 0 1,0 1 0,0-1-1,0 1 1,-13 347 4778,13-288-4720,0-50-122,1 3 44,-2 0 1,1 0 0,-4 16 0,3-56 1413,0 9-1520,1-1 1,3-25 0,9-4-273,2 0-1,30-68 1,-37 99 239,0 0 1,2 0-1,0 1 1,1 0-1,21-25 0,-26 35 79,0 1-1,0 0 1,0 1-1,1-1 1,0 1 0,0 0-1,0 1 1,1-1-1,-1 1 1,1 0-1,-1 1 1,1 0-1,0 0 1,0 0-1,0 1 1,1 0-1,12 0 1,-17 1-6,1 0 0,0 0 0,-1 0 0,1 0 0,0 1 0,-1-1 0,1 1 0,-1 0 0,1 0 0,-1 1 0,0-1 0,5 3 0,-5-1 12,1 1-1,-1-1 1,0 1 0,1 0 0,-2 0 0,1 0-1,0 0 1,2 7 0,-1-3 25,0 1 1,-1 0-1,0 0 0,0 0 1,-1 1-1,-1-1 0,1 0 1,-1 1-1,-1-1 1,0 1-1,0-1 0,-4 18 1,4-25-24,-1 0 0,0 0 0,0 0 0,0 0 0,0 0 0,0-1 0,0 1 0,0 0 0,-1-1 0,1 1 0,-1-1 0,1 1 0,-1-1 0,0 0 0,1 1 0,-1-1 0,0 0 1,0 0-1,0-1 0,0 1 0,0 0 0,0 0 0,0-1 0,-2 1 0,-9 2 27,0-1 1,-23 1-1,19-2-25,-18 2 6,25-3-6,-1 0 1,0 1-1,0 0 0,1 1 0,-1 1 1,-19 6-1,30-9 21,0 1 0,-1-1-1,1 0 1,0 0 0,0 1 0,0-1 0,-1 0 0,1 0 0,0 1-1,0-1 1,0 0 0,0 1 0,0-1 0,0 0 0,0 1 0,0-1-1,0 0 1,-1 1 0,1-1 0,1 0 0,-1 0 0,0 1 0,0-1-1,0 0 1,0 1 0,0-1 0,0 0 0,0 1 0,0-1 0,0 0 0,1 0-1,-1 1 1,0-1 0,0 0 0,0 1 0,1-1 0,-1 0 0,0 0-1,0 0 1,1 1 0,-1-1 0,0 0 0,12 12 561,1 0-322,-1 1 0,-1 1-1,0 0 1,0 0-1,-2 1 1,0 1 0,7 16-1,31 47-293,-42-71 25,28 35 0,-31-41 0,0 0 0,0 0 0,0 0 0,0 0 0,0-1 0,1 1 0,-1-1 0,0 1 0,1-1 0,-1 0 0,1 0 0,0 0 0,-1 0 0,1 0 0,5 0 0,-8-1-2,1-1 0,-1 1-1,0 0 1,1-1 0,-1 1 0,1 0 0,-1-1-1,0 1 1,1-1 0,-1 1 0,0-1 0,0 1-1,0-1 1,1 1 0,-1-1 0,0 1 0,0-1-1,0 1 1,0-1 0,0 1 0,0-1 0,0 1 0,0-1-1,0 0 1,0 1 0,0-1 0,0-17-3864,0 16 1642,0-9-8547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42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82 236 1921,'0'0'16656,"3"-3"-15712,8-9-117,-8 9 1825,-3 13-1561,-2 18-367,-2 0 1,-1-1-1,0 1 0,-19 49 0,11-36-192,-8 45 0,17-48-425,3-26 209,-1 0 1,0 0-1,0 1 0,-5 11 1,7-24-295,0 0 0,0 0 1,0 0-1,-1 0 0,1 0 1,0 0-1,0 0 1,0 0-1,0-1 0,0 1 1,0 0-1,0 0 0,0 0 1,0 0-1,0 0 1,0 0-1,-1 0 0,1 0 1,0 0-1,0 0 0,0 0 1,0 0-1,0 0 0,0 0 1,0 0-1,0 0 1,0 0-1,-1 0 0,1 0 1,0 0-1,0 0 0,0 0 1,0 0-1,0 0 1,0 0-1,0 0 0,0 0 1,0 1-1,0-1 0,-1 0 1,1 0-1,0 0 0,0 0 1,0 0-1,0 0 1,0 0-1,0 0 0,0 0 1,0 0-1,0 0 0,0 1 1,0-1-1,0 0 1,0 0-1,0 0 0,-2-16 265,3-25-292,6 2 74,2 1 0,1 0 0,2 0 1,21-44-1,-8 19-79,-19 48 16,0 1 0,2-1 0,-1 1 0,2 1 0,0-1 0,15-16 0,-24 29-5,1 1-1,-1-1 0,1 0 0,-1 1 0,1-1 0,0 1 0,-1-1 0,1 1 0,0-1 0,-1 1 0,1-1 1,0 1-1,0 0 0,-1 0 0,1-1 0,0 1 0,0 0 0,0 0 0,-1 0 0,1 0 0,0 0 0,0 0 1,0 0-1,-1 0 0,1 0 0,0 0 0,0 0 0,0 0 0,-1 1 0,1-1 0,0 0 0,0 1 0,-1-1 0,1 0 1,0 1-1,-1-1 0,1 1 0,0-1 0,-1 1 0,1 0 0,-1-1 0,1 1 0,-1-1 0,1 1 0,-1 0 1,1 0-1,0 0 0,20 42 11,-18-36-8,12 34-2,-3 1 0,-1 0 0,-2 0 0,6 68 0,3 14-99,-18-123 101,0 0 1,0 0-1,1 0 1,-1 0-1,0 0 0,1 0 1,-1 0-1,1 0 1,-1-1-1,1 1 1,0 0-1,-1 0 0,1 0 1,0-1-1,-1 1 1,1 0-1,0 0 1,0-1-1,0 1 1,0-1-1,0 1 0,-1-1 1,1 1-1,0-1 1,0 0-1,0 1 1,0-1-1,0 0 0,1 0 1,-1 0-1,0 0 1,0 0-1,0 0 1,0 0-1,0 0 1,0 0-1,0 0 0,0-1 1,1 1-1,1-1 21,0 0-1,0 0 0,-1 0 1,1 0-1,0 0 0,-1-1 1,1 1-1,-1-1 0,1 0 1,-1 1-1,0-1 0,0 0 1,3-3-1,10-19-23,-1-1 0,-1-1 0,-1 0 0,-2 0 0,0-1 0,8-39 0,21-176 0,-23 124 0,-2 70 0,-12 42 0,-9 55 0,7-48 0,-5 14 0,-1-1 0,-1 0 0,0 0 0,-1 0 0,-18 23 0,24-51-3836,2-5-4910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44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291 1 17400,'0'0'14148,"0"9"-13116,1 0-927,-1-6-100,1 0-1,-1 1 1,0-1 0,0 1-1,0-1 1,-1 1-1,1-1 1,-1 1-1,0-1 1,0 0-1,0 1 1,0-1-1,-1 0 1,1 0-1,-1 0 1,0 0-1,-2 4 1,-21 19-5,-1-1 0,-46 35 0,39-34 0,-47 48 0,75-69-89,0 1 0,1-1-1,-1 1 1,2 0 0,-7 12 0,8-14-862,1 0 0,0 0 0,0-1 0,0 1 0,1 0 0,-1 0 1,1 5-1,0 1-8995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45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307 33 15927,'0'0'14295,"9"-7"-12740,-3 1-1320,16-13 334,-22 19-563,0 0 0,0 0 0,0 0 0,0 0 0,0 0 0,0 0 0,0 0 0,0 0 0,0 0 0,0 0 0,0 0 0,1 0 0,-1 0 0,0 0 0,0 0 0,0 0 0,0 0 0,0 0 0,0 0 0,0 0 0,0 0 0,0 0-1,0 0 1,0 0 0,-14 17 31,-268 322-37,279-336 0,-31 52 0,32-51 0,0-1 0,1 0 0,0 1 0,-1-1 0,1 1 0,1-1 0,-1 1 0,0-1 0,1 1 0,0 0 0,0-1 0,0 1 0,0 0 0,0-1 0,2 5 0,-1-6 0,0-1 0,0 0 0,0 0 0,0 1 0,0-1 0,1 0 0,-1 0 0,0 0 0,1 0 0,-1 0 0,1-1 0,-1 1 0,1 0 0,-1-1 0,1 1 0,-1-1 0,1 1 0,-1-1 0,1 0 0,0 0 0,-1 0 0,1 0 0,0 0 0,2 0 0,6 0 0,92 8 0,106-6 0,-14-1 0,-144 6 0,-35-4 0,-15-3 0,0 0 0,0 1 0,-1-1 0,1 0 0,0 0 0,0 0 0,0 0 0,0 0 0,0 0 0,-1 0 0,1 0 0,0 1 0,0-1 0,0 0 0,0 0 0,0 0 0,0 0 0,0 0 0,0 1 0,0-1 0,-1 0 0,1 0 0,0 0 0,0 0 0,0 1 0,0-1 0,0 0 0,0 0 0,0 0 0,0 1 0,0-1 0,0 0 0,0 0 0,0 0 0,1 0 0,-1 1 0,0-1 0,0 0 0,0 0 0,0 0 0,0 0 0,0 0 0,0 1 0,0-1 0,0 0 0,1 0 0,-1 0 0,0 0 0,0 0 0,0 0 0,0 1 0,0-1 0,1 0 0,-1 0 0,0 0 0,0 0 0,0 0 0,0 0 0,0 0 0,1 0 0,-1 0 0,0 0 0,0 0 0,0 0 0,1 0 0,-1 0 0,0 0 0,-31 2 71,16-6-3071,5-7-6453,4-5-2144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45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0 24555,'0'0'6419,"-94"130"-4626,65-76-1793,6 3 0,2-5 0,8-4 0,1-11 0,3-5 0,3-3 0,6-4 0,-2-2 0,2 2 0,0 2 0,0 3 0,0 3-2433,0 3-4242,0 1-4674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48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46 194 4066,'0'0'10655,"3"-3"-8835,11-7-134,-10 8-301,-6 123 5959,0-42-6945,-22 134 0,24-211-386,0-1 0,0 1-1,0 0 1,0 0 0,0 0-1,-1-1 1,1 1 0,-1 0 0,0-1-1,1 1 1,-1 0 0,0-1 0,0 1-1,0-1 1,0 1 0,0-1 0,0 1-1,0-1 1,-1 0 0,1 1 0,0-1-1,-1 0 1,1 0 0,-1 0-1,0 0 1,1-1 0,-1 1 0,1 0-1,-1-1 1,-3 2 0,4-5 24,0 0-1,0 0 1,1 0-1,-1 0 1,0 1 0,1-1-1,0 0 1,0 0 0,0 0-1,1-6 1,-1 6-11,0-18 8,-1-21 14,7-41 0,-4 68-47,0 0-1,2 0 1,0 1-1,1-1 1,0 1-1,10-19 1,15-19-37,2 2 0,2 1 1,3 1-1,69-70 0,-105 118 28,-1-1 0,1 0 0,-1 0 0,1 1 0,0-1 0,-1 0 0,1 1 0,0-1 0,0 1 0,-1-1 0,1 1 0,0-1 0,0 1 0,0 0 0,0-1 0,0 1 0,-1 0 0,1 0 0,0 0 0,0-1 0,0 1 0,0 0 0,0 0 0,1 0 0,-1 1 6,-1 0 1,1-1-1,0 1 0,-1 0 1,1-1-1,0 1 0,-1 0 1,1 0-1,-1-1 0,1 1 1,-1 0-1,0 0 0,1 0 1,-1 0-1,0-1 0,1 1 1,-1 0-1,0 0 0,0 1 1,1 10 12,0-1 0,-1 1 1,-2 11-1,2-15-42,-1-3 47,0 0 0,0 1-1,0-1 1,0 0 0,-1 0 0,0 0-1,0 0 1,0 0 0,-1 0-1,0-1 1,0 1 0,0-1 0,0 0-1,-1 0 1,1 0 0,-1 0-1,0-1 1,0 1 0,-1-1-1,1 0 1,-7 3 0,2-1 15,0 0 0,-1-1-1,0 0 1,0-1 0,0 0 0,0 0 0,0-1-1,-1-1 1,-18 1 0,28-2 34,-1 0 1,0 0-1,1 0 1,-1 0 0,1 0-1,-1 0 1,0 0-1,1 1 1,-1-1-1,1 0 1,-1 1-1,1-1 1,-1 1-1,1 0 1,-1-1-1,1 1 1,0 0-1,-1 0 1,1 0-1,0 0 1,-2 2-1,2 0 86,0 0 0,0-1-1,0 1 1,1 0 0,-1 0 0,1 0-1,0 0 1,0 0 0,0 0-1,0 3 1,0 6-353,1-7 251,-1 0 0,1-1-1,0 1 1,0-1 0,1 1-1,-1-1 1,1 0 0,0 0 0,0 1-1,0-1 1,1 0 0,0-1-1,-1 1 1,7 5 0,6 7 50,35 26 0,-2 0-126,-31-25 27,-11-12 0,0 1 0,0 0 0,0 0 0,-1 0 0,0 1 0,0 0 0,4 8 0,-9-36 484,2 1-6008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53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145 119 2305,'0'0'15300,"0"-1"-15124,0 1-1,0 0 1,1 0-1,-1 0 0,0 0 1,0 0-1,0 0 0,0-1 1,0 1-1,1 0 1,-1 0-1,0 0 0,0 0 1,0 0-1,0 0 1,1 0-1,-1 0 0,0 0 1,0 0-1,0 0 0,0 0 1,1 0-1,-1 0 1,0 0-1,0 0 0,0 0 1,0 0-1,1 0 1,-1 0-1,0 0 0,0 0 1,0 0-1,0 0 0,1 0 1,-1 0-1,0 1 1,0-1-1,0 0 0,0 0 1,0 0-1,1 0 1,-1 0-1,0 0 0,0 1 1,0-1-1,-20 41 276,1 1 0,3 1 0,-12 45 0,-26 68-217,43-136-68,11-20-159,0 0 0,0 0 0,0 0 1,0 0-1,0 0 0,0 0 0,0 0 0,0 0 0,0 0 1,0-1-1,0 1 0,0 0 0,0 0 0,0 0 0,0 0 1,0 0-1,0 0 0,0 0 0,0 0 0,0-1 0,0 1 0,0 0 1,0 0-1,0 0 0,0 0 0,0 0 0,0 0 0,0 0 1,0 0-1,0 0 0,0-1 0,0 1 0,0 0 0,0 0 1,-1 0-1,1 0 0,0 0 0,0 0 0,0 0 0,0 0 1,0 0-1,0 0 0,0 0 0,0 0 0,0 0 0,-1 0 1,1 0-1,0 0 0,0 0 0,0 0 0,0 0 0,0 0 1,0 0-1,0 0 0,0 0 0,-1 0 0,1 0 0,0 0 0,0 0 1,0 0-1,0 0 0,0 0 0,0 0 0,0 0 0,0 0 1,0-4 41,1-1 1,0 1-1,0-1 0,0 1 1,1 0-1,2-7 1,61-131 47,-47 97-80,2 1-1,2 0 0,39-56 1,-60 98-13,1 1 1,-1-1-1,0 0 1,1 1 0,-1 0-1,1-1 1,0 1 0,-1 0-1,1 0 1,0 0-1,0 0 1,2-1 0,-3 2-3,0 0 0,0 0 1,-1-1-1,1 1 0,0 0 1,0 0-1,0 0 0,0 0 1,-1 1-1,1-1 0,0 0 1,0 0-1,-1 0 0,1 1 1,0-1-1,0 0 0,-1 1 0,1-1 1,0 1-1,0-1 0,-1 1 1,1-1-1,-1 1 0,1-1 1,-1 1-1,1-1 0,-1 1 1,1 0-1,-1-1 0,1 1 1,-1 0-1,0 0 0,1-1 1,-1 2-1,32 78 251,-17-40-156,24 46 1,-33-75-38,0 1-1,2-1 0,-1-1 0,1 1 1,1-1-1,0-1 0,0 1 0,14 9 1,-20-17 114,1 1 0,0-1 0,0 1 0,0-1 0,0-1 0,0 1 0,0 0 0,0-1 0,0 0 1,1 0-1,-1 0 0,1 0 0,-1-1 0,1 0 0,7 0 0,-12-1-174,1 1 0,-1 0 0,1-1 0,-1 1 0,1-1 0,-1 1 0,1 0 0,-1-1 0,1 1 0,-1-1 0,0 1 0,1-1 0,-1 1 0,0-1 0,1 0 0,-1 1 0,0-1 0,0 1 0,1-1 0,-1 0 0,0 1 0,0-1 0,0-1 0,4-22 0,-3 16 0,8-39 0,65-280 0,-74 338-173,-1 17 363,-8-10-3947,2-13-6109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55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356 0 13158,'0'0'17480,"-56"111"-15527,33-69-1777,-4 2-176,-7 0 0,-3 4 0,-7-4 0,0-3 0,4-3 0,9-7 0,12-8 0,19-14-7587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55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709 24 7347,'0'0'16194,"8"-4"-15110,23-14-225,-40 17 6545,-43 5-7525,-11 12 121,1 3 0,-104 47 0,136-52 0,1 2 0,1 1 0,0 1 0,2 1 0,0 1 0,1 2 0,-30 32 0,40-35 0,1 0 0,1 0 0,1 1 0,1 1 0,0 0 0,2 0 0,1 1 0,-10 35 0,10-19 0,1 0 0,2 0 0,2 1 0,1 52 0,2-86 0,1 0 0,-1 0 0,1 1 0,0-1 0,0 0 0,0 0 0,1-1 0,0 1 0,0 0 0,0 0 0,0-1 0,1 1 0,0-1 0,0 0 0,6 7 0,-4-6 0,1-1 0,-1 1 0,1-1 0,0-1 0,0 1 0,0-1 0,1 0 0,-1 0 0,1-1 0,8 2 0,10 1 0,0-2 0,-1 0 0,1-2 0,0-1 0,34-4 0,-53 4 0,-1-1 0,0-1 0,0 1 0,0-1 0,0 0 0,0 0 0,-1 0 0,1 0 0,0-1 0,-1 0 0,0 0 0,0 0 0,0-1 0,0 0 0,0 1 0,-1-1 0,1 0 0,2-5 0,-4 6 0,0 0 0,0 0 0,-1 0 0,1-1 0,-1 1 0,1 0 0,-1-1 0,0 1 0,-1-1 0,1 1 0,-1-1 0,1 1 0,-1-1 0,0 1 0,0-1 0,-1 1 0,1-1 0,-1 1 0,1-1 0,-1 1 0,0-1 0,-1 1 0,1 0 0,0-1 0,-1 1 0,0 0 0,-3-5 0,-3 0 0,1 0 0,-1 1 0,0 0 0,-1 0 0,0 1 0,0 0 0,0 1 0,-1 0 0,-19-7 0,-11-2 0,-47-10 0,74 21 0,-10-3 0,-1 1 0,0 1 0,-44-1 0,68 5 0,-1 0 0,1 0 0,0 0 0,0 0 0,0 0 0,0 0 0,-1 0 0,1 0 0,0 0 0,0 0 0,0 0 0,0 0 0,0 0 0,-1 0 0,1 0 0,0 1 0,0-1 0,0 0 0,0 0 0,0 0 0,0 0 0,-1 0 0,1 0 0,0 0 0,0 1 0,0-1 0,0 0 0,0 0 0,0 0 0,0 0 0,0 0 0,0 1 0,0-1 0,0 0 0,0 0 0,0 0 0,0 0 0,-1 0 0,1 1 0,0-1 0,1 0 0,-1 0 0,0 0 0,0 0 0,0 1 0,0-1 0,0 0 0,0 0 0,0 0 0,0 0 0,0 0 0,0 1 0,0-1 0,0 0 0,0 0 0,0 0 0,1 0 0,-1 0 0,0 0 0,0 0 0,0 1 0,0-1 0,0 0 0,0 0 0,1 0 0,-1 0 0,0 0 0,4 4 9,0-1 1,0 0-1,1 0 1,-1 0-1,1-1 0,0 1 1,0-1-1,0 0 0,0 0 1,0-1-1,6 2 1,6 0-481,0 0 0,21 0 1,6-2-8473,3-1-11085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56.8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464 1 9492,'0'0'15698,"10"2"-13985,32 10-38,-41-12-1603,1 1 1,-1 0-1,0 0 0,0 0 0,0 1 0,0-1 0,0 0 0,0 0 0,0 1 0,0-1 0,0 0 0,0 1 0,-1-1 0,1 1 0,-1-1 0,1 1 0,-1-1 0,1 1 0,-1-1 0,0 1 0,0 0 0,0-1 0,0 1 0,0-1 1,0 1-1,0 0 0,0-1 0,-1 2 0,0 6 250,1 1-188,-2 1 0,1-1 0,-1 0-1,-1 0 1,0 0 0,0 0 0,-1 0-1,0-1 1,-1 1 0,0-1 0,0 0 0,-1-1-1,-10 12 1,-10 10-183,-2-1-1,-35 28 1,54-49 101,-27 24-163,-175 144-1152,161-144-6295,1-12-8690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4:59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131 152 9364,'0'0'11446,"0"18"-7426,-1-2-3622,-1-1 0,-1 0 0,0 0 0,-11 28 1,-1 5 75,-70 235 567,81-276-813,2-7-99,0-18-78,7-33-110,13-8 50,45-96-1,-48 122 29,-4 8 2,1-1-1,1 2 1,2 0-1,0 0 1,22-23-1,-28 36-20,2 0 0,-1 1-1,1 1 1,1 0 0,0 0 0,0 1-1,1 1 1,0 0 0,0 1 0,0 0-1,22-6 1,-28 10 0,6-2-12,0 0 0,0 1-1,1 0 1,-1 1 0,1 1-1,0 0 1,26 2-1,-39-1 13,-1 1 0,1-1 0,0 1 0,0-1-1,0 1 1,0 0 0,0-1 0,0 1 0,-1 0-1,1 0 1,0 0 0,-1-1 0,1 1-1,0 0 1,-1 0 0,1 0 0,-1 0 0,0 0-1,1 0 1,-1 0 0,0 0 0,0 0 0,1 0-1,-1 0 1,0 1 0,0 0 0,1 35 1,-2-28-2,1-5 13,0 0-1,-1 0 1,0-1-1,0 1 1,0 0-1,0 0 1,-1-1-1,1 1 1,-1 0 0,0-1-1,0 0 1,0 1-1,-1-1 1,1 0-1,-1 0 1,1 0-1,-1-1 1,0 1-1,0-1 1,0 1 0,-1-1-1,1 0 1,-4 2-1,-11 4 49,0 0 1,0 0-1,-28 6 0,26-9-23,-175 53 1550,194-57-1511,1 0 0,-1-1 0,0 1 0,0 0-1,1 0 1,-1-1 0,0 1 0,1 0 0,-1 0-1,0 0 1,1 0 0,-1 0 0,1 0 0,0 0-1,-1 0 1,1 0 0,0 0 0,0 0 0,0 0-1,-1 0 1,1 0 0,0 0 0,1 2 0,-1 34-26,1-25 4,0-7-54,-1-1 0,1 1 0,1 0 0,-1 0 0,1-1 0,-1 1 0,1-1 0,1 1 0,-1-1 0,1 0 0,-1 0 0,1 0 0,1 0 0,-1 0 0,0-1 0,5 4 0,7 6 0,0-1 0,28 17 0,-11-11 0,0-2 0,44 15 0,-46-19 0,0 0 0,-1 2 0,33 21 0,-54-27 0,7 5 0,-15-44-514,0 20-2675,0-5-8219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02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40 8116,'0'0'13571,"5"-6"-12242,2 0-923,-4 3-215,-1 1 0,0 0-1,1-1 1,-1 0 0,0 1 0,0-1 0,0 0 0,3-3 6860,-3 14-5961,-2 9-1717,-6 12 697,-1-2 1,-2 1-1,-12 28 1,-8 25-49,-24 104-22,51-182 0,27-3 0,94-48 0,-74 32 0,-9 2 0,0 2 0,60-11 0,-97 23 0,1 1 0,-1-1 0,1 0 0,0 0 0,-1 1 0,1-1 0,0 0 0,0 1 0,-1-1 0,1 0 0,0 1 0,0-1 0,-1 0 0,1 1 0,0-1 0,0 1 0,0-1 0,-1 0 0,1 1 0,0-1 0,0 1 0,0-1 0,0 1 0,0-1 0,0 0 0,0 1 0,0-1 0,0 1 0,0-1 0,0 1 0,0-1 0,1 0 0,-1 1 0,0-1 0,0 1 0,0-1 0,0 0 0,1 1 0,-1-1 0,0 0 0,1 1 0,-1-1 0,0 0 0,0 1 0,1-1 0,-1 0 0,0 0 0,1 1 0,-1-1 0,1 0 0,-1 0 0,1 1 0,-5 3 0,-6 2 0,7-6-240,-8 1-1850,6-4-6166,2-7-6001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21.4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201 127 7139,'0'0'10936,"2"-2"-10085,1-2-1957,0-4 5081,-5 6 514,-6 7-2795,2 1-1490,1 2-1,-1-1 0,1 1 1,0-1-1,1 1 1,0 1-1,-5 13 1,1-3-143,-13 34 365,-18 68 1,26-72-13,-3-2-1,-24 53 1,27-81 272,12-20-677,1 1 1,0 0 0,-1 0-1,1-1 1,0 1-1,-1 0 1,1-1 0,0 1-1,0 0 1,-1-1-1,1 1 1,0 0 0,0-1-1,0 1 1,0 0 0,0-1-1,-1 1 1,1-1-1,0 1 1,0 0 0,0-1-1,0 1 1,0-1-1,0 1 1,0 0 0,0-1-1,0 1 1,1-1-1,-1 1 1,6-50 22,5 15-32,2 0 0,2 0 0,1 2 0,28-46 0,-28 50 0,0 0 0,2 1 0,0 0 0,2 2 0,27-29 0,-47 55 0,0-1 0,1 1 0,-1 0 0,1-1 0,-1 1 0,1 0 0,0-1 0,-1 1 0,1 0 0,-1-1 0,1 1 0,0 0 0,-1 0 0,1 0 0,-1 0 0,1-1 0,0 1 0,-1 0 0,1 0 0,0 0 0,-1 0 0,1 1 0,0-1 0,-1 0 0,1 0 0,-1 0 0,1 0 0,0 1 0,-1-1 0,1 0 0,-1 0 0,1 1 0,-1-1 0,1 1 0,-1-1 0,1 0 0,-1 1 0,1-1 0,-1 1 0,1-1 0,-1 1 0,1 0 0,14 26 0,-14-26 0,6 15 0,77 150 0,-74-150 0,0 0 0,2-1 0,-1 0 0,2-1 0,0-1 0,1 0 0,27 20 0,-40-32 0,0 0 0,0 0 0,1 0 0,-1-1 0,0 1 0,0-1 0,1 1 0,-1-1 0,0 1 0,1-1 0,-1 0 0,0 0 0,1 1 0,-1-1 0,0 0 0,1 0 0,-1 0 0,1-1 0,-1 1 0,0 0 0,1 0 0,-1-1 0,0 1 0,0-1 0,1 1 0,-1-1 0,0 0 0,0 1 0,1-1 0,-1 0 0,0 0 0,0 0 0,0 0 0,0 0 0,0 0 0,-1 0 0,1 0 0,0 0 0,0 0 0,-1-1 0,1 1 0,0 0 0,-1 0 0,1-2 0,3-8 0,0 0 0,0 0 0,-1 0 0,1-14 0,-3 22 0,19-133 0,-12 75 0,26-104 0,-34 157 0,0 7 0,0 1 0,0-1 0,0 0 0,0 1 0,0-1 0,0 0 0,0 1 0,1-1 0,-1 0 0,0 1 0,0-1 0,0 1 0,1-1 0,-1 0 0,0 1 0,1-1 0,-1 1 0,0-1 0,1 1 0,-1-1 0,1 1 0,-1-1 0,1 1 0,-1-1 0,1 1 0,0-1 0,-1 2-163,0-1 0,1 0-1,-1 1 1,0-1 0,1 1 0,-1-1 0,0 1-1,1-1 1,-1 1 0,0-1 0,0 1 0,0-1-1,0 1 1,0 0 0,1-1 0,-1 1 0,0-1-1,0 1 1,0-1 0,0 1 0,0-1 0,-1 2-1,1 8-8936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23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2 122 8548,'0'0'8308,"0"-4"-6668,0-3-2587,-1 5 1508,1 1 0,0 0 0,0 0 1,0-1-1,0 1 0,0 0 0,0 0 0,0-1 0,0 1 0,0 0 0,1 0 0,-1-1 0,0 1 0,1 0 0,-1 0 1,1 0-1,1-2 0,9-2 1075,131-23-1200,23-4 118,-83 22-322,108-1 0,-188 11-215,-1 0 0,0 1-1,0-1 1,0 1-1,0-1 1,1 1 0,-1-1-1,0 1 1,0-1 0,0 1-1,0 0 1,0 0-1,-1 0 1,1-1 0,0 1-1,0 0 1,0 0-1,-1 0 1,1 0 0,0 0-1,-1 0 1,1 1 0,-1-1-1,0 0 1,1 0-1,-1 0 1,0 0 0,1 1-1,-1-1 1,0 0-1,0 0 1,0 1 0,0-1-1,0 0 1,-1 2 0,1 6 252,-1 0 0,0 0 1,-4 17-1,-61 174 83,-24 85-352,-14 53 0,97-317 0,5-16 0,1 1 0,-1-1 0,1 1 0,0 0 0,0 8 0,1-13-37,1-1 1,0 1-1,0-1 1,0 0-1,0 1 1,0-1-1,0 0 0,0 0 1,0 0-1,0 0 1,-1 0-1,1 0 1,0 0-1,0 0 0,0 0 1,0 0-1,0 0 1,0-1-1,0 1 1,0 0-1,0-1 0,0 1 1,1-1-1,1-6-3666,-2-2-3711,-1-1-3433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23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18681,'0'0'14086,"147"23"-14086,-93-20 0,3-3 0,3 0 0,3 0 0,6 0 0,0 0 0,-4 0 0,0 0-1841,-5 0-5842,-18 0-8373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23.4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278 1 15575,'0'0'13526,"-29"135"-11285,15-97-816,-12 0-1425,1 6 0,-6-11 0,0-2 0,4-6 0,1-4 0,3-2 0,3-6-2449,-6-5-9557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25.9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77 195 9396,'0'0'14474,"-2"2"-14048,0 1-265,1-1 0,-1 1-1,1 0 1,0 0 0,-1 0-1,1 0 1,1 0-1,-1 0 1,0 0 0,1 0-1,-1 0 1,1 0-1,0 3 1,1 55 1670,1-31-1140,-5 23 339,-2 0 1,-15 66 0,2-20-690,10-58-187,3-33-44,3-26-107,-1-52 1,9-114-1,-3 159-13,1 1 0,1 1 0,1-1 0,1 1 0,1 0 0,1 0 0,1 1 0,19-31 0,-15 33-12,0 0 1,1 1-1,0 0 0,2 1 0,27-22 0,-36 33 7,-1 1 0,1 1-1,0-1 1,1 2-1,0-1 1,-1 1 0,1 0-1,0 1 1,1 0 0,-1 0-1,1 1 1,-1 0 0,1 1-1,0 0 1,-1 1-1,15 0 1,-22 1 11,0 0 1,0 0-1,1 0 1,-1 0-1,0 0 0,0 0 1,0 0-1,0 1 0,0-1 1,-1 1-1,1-1 0,0 1 1,-1 0-1,1 0 0,-1 0 1,1 0-1,-1 0 0,0 0 1,0 0-1,0 0 1,0 0-1,0 0 0,0 3 1,1 3 1,0 0 0,0 0 0,0 0 0,-1 0 0,0 11 0,-1-3 4,1-8 1,-1-1 0,0 1 0,-1-1 0,0 1 0,-2 8 0,2-13 1,0 0-1,0-1 1,-1 1 0,1-1 0,-1 1 0,1-1 0,-1 1 0,0-1 0,0 0 0,0 0-1,0 0 1,-1 0 0,1 0 0,0 0 0,-1-1 0,-4 3 0,-101 46 104,-3 1-67,110-49-29,-1-1-1,1 1 1,-1-1-1,1 1 1,0-1 0,0 1-1,-1 0 1,1 0-1,0-1 1,1 1 0,-1 0-1,0 0 1,0 0-1,1 0 1,-1 0-1,1 0 1,0 0 0,0 0-1,0 0 1,0 0-1,0 0 1,0 4 0,1-2-7,-1-1 1,0 1-1,1-1 1,0 1-1,0-1 1,0 1 0,0-1-1,0 0 1,1 0-1,-1 0 1,1 1-1,3 3 1,14 9-6,0 0 0,1-1 0,41 22 0,-40-25 0,0 1 0,-1 0 0,-1 2 0,25 23 0,-4 12 0,-27-32 0,28 30 0,-33-41 0,-8-12 0,-1-9 0,1-9-3526,0 8-6701,0 0-7474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30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229 15 10309,'0'0'11245,"2"-3"-10621,-2 2-316,0 1 0,1-1 0,-1 1-1,0-1 1,0 1 0,0-1 0,1 0 0,-1 1-1,0-1 1,1 1 0,-1-1 0,1 1-1,-1 0 1,1-1 0,-1 1 0,1-1 0,-1 1-1,1 0 1,-1-1 0,1 1 0,-1 0 0,1 0-1,-1-1 1,1 1 0,0 0 0,-1 0 0,1 0-1,-1 0 1,2 0 0,-6 19 1556,-17 35-2373,-35 48 509,-69 116 0,120-212 0,1 1 0,-1 0 0,1 0 0,0 1 0,1-1 0,0 1 0,0 0 0,1 0 0,-3 12 0,5-17 0,34-3 0,13-2 0,-1-3 0,61-13 0,50-5 0,37 19 0,-179 4 0,-49 18 0,31-17-257,1 0 0,0 0-1,0 0 1,-1 0 0,1-1 0,0 1 0,-1-1 0,1 1-1,-4-1 1,-2 0-9529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34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337 24 6259,'0'0'17717,"3"-4"-16068,10-12-40,-10 13 1632,-3 9-1933,0 8-1226,-1 1 0,0-1 0,-2 1 0,1-1 0,-2 0 0,0 0 0,0 0 0,-1-1 0,-1 0 0,-1 0 0,-7 13 0,-110 160-82,81-127 0,-67 122 0,109-178 0,-3 5 0,0-1 0,0 1 0,1 0 0,0 1 0,1-1 0,0 0 0,-2 17 0,4-25 0,0 1 0,0-1 0,1 0 0,-1 1 0,0-1 0,1 0 0,-1 0 0,0 0 0,1 1 0,-1-1 0,0 0 0,1 0 0,-1 0 0,0 0 0,1 1 0,-1-1 0,0 0 0,1 0 0,-1 0 0,1 0 0,-1 0 0,0 0 0,1 0 0,-1 0 0,1 0 0,-1 0 0,0 0 0,1 0 0,-1-1 0,0 1 0,1 0 0,-1 0 0,1 0 0,-1 0 0,0-1 0,1 1 0,13-6 0,21-11 0,1 1 0,73-22 0,79-6 0,-52 14 0,-133 28 0,-13 3 0,7 0 0,1-1 0,-1 1 0,0 0 0,1 0 0,-1 0 0,1 0 0,-1 1 0,1-1 0,0 0 0,-4 4 0,-2-1-687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36.8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50 8212,'0'0'9980,"8"-10"-7837,30-29 8650,-40 48-9172,-7 15-1915,-19 35 398,3 1 0,-26 95 0,45-137-104,0 1 0,-1-2 0,0 1 0,-2-1 0,0 0 0,-12 16 0,19-29 0,3-10 0,0 0 0,-1 0 0,1-1 0,-1 1 0,-2-9 0,1-8 0,2-4 0,0 1 0,2 0 0,2-1 0,0 2 0,1-1 0,2 1 0,0 0 0,2 0 0,22-40 0,-31 64 0,-1 0 0,1-1 0,0 1 0,-1 0 0,1 0 0,0 0 0,0 0 0,0 0 0,0 0 0,0 0 0,0 0 0,0 1 0,0-1 0,1 0 0,-1 0 0,0 1 0,3-2 0,-3 2 0,0 0 0,-1 1 0,1-1 0,0 0 0,0 0 0,0 0 0,0 0 0,0 1 0,0-1 0,0 0 0,-1 1 0,1-1 0,0 1 0,0-1 0,-1 1 0,1-1 0,0 1 0,0-1 0,-1 1 0,1 1 0,4 4 0,0 0 0,-1 1 0,0-1 0,-1 1 0,4 8 0,-2-4 0,19 38 0,49 73 0,-60-105 0,0 0 0,1-1 0,1 0 0,1-1 0,0-1 0,0-1 0,23 14 0,-38-26 0,-1 0 0,1-1 0,0 1 0,0 0 0,-1-1 0,1 1 0,0-1 0,0 1 0,0-1 0,0 0 0,0 1 0,0-1 0,0 0 0,0 1 0,0-1 0,0 0 0,0 0 0,0 0 0,0 0 0,0 0 0,-1 0 0,1 0 0,0-1 0,0 1 0,0 0 0,0 0 0,0-1 0,0 1 0,0-1 0,0 1 0,0 0 0,0-1 0,-1 0 0,1 1 0,0-1 0,1-1 0,0-2 0,0 0 0,0 0 0,-1 0 0,1 0 0,-1 0 0,0-1 0,0-4 0,4-11 0,7-20 0,0 3 0,-1-2 0,-1 0 0,-3 0 0,6-76 0,-15 123 0,1 0 0,-1 0 0,-1 0 0,1 0 0,-8 14 0,-6 22 0,14-39-152,0 3-247,2-3-3775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38.4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480 69 6915,'0'0'20988,"11"-10"-18709,29-28-452,-30 26-1175,-11 5-480,-15 5-299,13 2 188,-27 0-61,1 1 0,-1 2 0,1 1 0,0 1 0,-35 11 0,22-3 0,0 2 0,-72 39 0,104-49 0,0 1 0,1 1 0,0-1 0,0 1 0,1 1 0,0-1 0,0 2 0,1-1 0,-12 19 0,17-24 0,0 0 0,0 0 0,1 0 0,-1 1 0,1-1 0,0 0 0,0 1 0,0-1 0,1 1 0,-1-1 0,1 1 0,0-1 0,0 1 0,0-1 0,0 1 0,1-1 0,-1 1 0,1-1 0,0 1 0,0-1 0,0 1 0,1-1 0,-1 0 0,1 0 0,-1 0 0,1 0 0,0 0 0,1 0 0,-1 0 0,0-1 0,1 1 0,-1-1 0,1 0 0,0 1 0,3 1 0,29 19 0,0-2 0,49 22 0,48 27 0,-118-61 0,0 1 0,-1 0 0,0 1 0,-1 0 0,0 1 0,17 22 0,-25-28 0,-1-1 0,1 1 0,-1 0 0,0 0 0,-1 0 0,1 1 0,-1-1 0,0 1 0,-1-1 0,0 1 0,0 0 0,0-1 0,-1 1 0,0 11 0,-1-13 0,0-1 0,0 1 0,0 0 0,0 0 0,-1 0 0,0-1 0,0 1 0,0-1 0,0 1 0,-1-1 0,0 0 0,0 0 0,0 0 0,0 0 0,-1-1 0,1 1 0,-1-1 0,0 0 0,-7 5 0,-6 1 0,0-1 0,0 0 0,-1-2 0,0 0 0,0 0 0,-35 4 0,15-5 0,0-2 0,-53-3 0,89 0 0,1 0 0,-1-1 0,1 1 0,-1-1 0,1 1 0,-1-1 0,1 0 0,0 1 0,-1-1 0,1 0 0,0 0 0,0 0 0,0 0 0,-1 0 0,1 0 0,0 0 0,0-1 0,1 1 0,-1 0 0,0 0 0,0-1 0,1 1 0,-1-1 0,0 1 0,1 0 0,0-1 0,-1 1 0,1-1 0,0 1 0,0-1 0,-1 1 0,1-1 0,0 0 0,1 1 0,-1-3 0,1-5 0,-1 0 0,1 0 0,1 1 0,0-1 0,4-12 0,2 0 0,2 1 0,1 0 0,0 1 0,1 0 0,29-33 0,84-80 0,-122 129 0,282-263 0,-280 261 0,-1 2 0,-1 0 0,1 0 0,-1 0 0,0-1 0,0 0 0,0 1 0,0-1 0,0 0 0,-1 0 0,0 0 0,0-1 0,0 1 0,-1 0 0,1-1 0,-1 1 0,1-10 0,-2 13 0,-1 0 0,0 1 0,0-1 0,0 0 0,0 1 0,0-1 0,0 0 0,0 1 0,0-1 0,0 1 0,0 0 0,0-1 0,-1 1 0,1 0 0,0 0 0,0 0 0,0 0 0,0 0 0,0 0 0,-1 0 0,1 0 0,-2 0 0,-31 3 0,31-3 1,0 1 0,0-1 0,0 1-1,0 0 1,0 0 0,0 0 0,0 0 0,1 0 0,-1 1 0,0-1-1,1 1 1,-1 0 0,1 0 0,0 0 0,-1 0 0,1 0-1,0 1 1,0-1 0,1 0 0,-1 1 0,-2 4 0,2 0-30,-1 0 0,2 1 0,-1-1 0,1 1 0,0-1 0,1 1 0,0 11 0,0-16-434,0 1 0,1-1 0,-1 0 1,1 1-1,0-1 0,0 0 1,0 1-1,2 3 0,15 23-9518,-12-22 6921,12 19-9039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38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423 1 14054,'0'0'16264,"-36"127"-14887,3-87-305,-7 0-1072,-6 2 0,-4-3 0,0-5 0,0-1 0,-5-3-496,-7-12-6740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41.0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61 241 6979,'0'0'13705,"4"-6"-10548,-4 7-3133,0-1 0,0 0 0,0 0 0,0 0 0,0 0 1,0 0-1,0 0 0,0 0 0,0 0 0,0 0 0,1 0 0,-1 1 0,0-1 1,0 0-1,0 0 0,0 0 0,0 0 0,0 0 0,0 0 0,0 0 1,0 0-1,0 0 0,0 0 0,1 0 0,-1 0 0,0 0 0,0 0 0,0 0 1,0 0-1,0 0 0,0 0 0,0 0 0,0 0 0,0 0 0,1 0 0,-1 0 1,0 0-1,0 0 0,0 0 0,0 0 0,0 0 0,0 0 0,0 0 1,0 0-1,0 0 0,0 0 0,1 0 0,-1 0 0,0-1 0,0 1 0,0 0 1,0 0-1,0 0 0,0 0 0,0 0 0,0 0 0,0 0 0,0 0 1,0 0-1,0 0 0,0-1 0,0 3 97,1 37 1257,-2 0-1,-1 0 1,-2 0-1,-13 54 0,-28 61-955,53-244-422,10 19 0,50-127 0,-56 169 0,2 1 0,1 0 0,1 1 0,1 1 0,1 1 0,2 0 0,22-21 0,-36 40 0,1 0 0,0 1 0,0 0 0,14-8 0,-18 12 0,1-1 0,-1 0 0,1 1 0,-1 0 0,1 0 0,0 0 0,-1 0 0,1 1 0,0-1 0,-1 1 0,1 0 0,0 0 0,5 1 0,-7 0 0,0 0 0,0 0 0,0 1 0,-1-1 0,1 1 0,0-1 0,-1 1 0,1-1 0,-1 1 0,1 0 0,-1 0 0,0 0 0,0 0 0,0 0 0,0 0 0,0 0 0,0 0 0,-1 0 0,1 0 0,0 5 0,8 50 0,-9-52 0,3 33 0,-3 68 0,0-104 0,-1-1 0,1 1 0,-1-1 0,1 0 0,-1 1 0,1-1 0,-1 0 0,0 0 0,0 1 0,0-1 0,0 0 0,0 0 0,0 0 0,0 0 0,0 0 0,0 0 0,0 0 0,0 0 0,0-1 0,-1 1 0,1 0 0,0-1 0,-1 1 0,1-1 0,-1 1 0,1-1 0,-3 1 0,-48 4 0,34-4 0,6 0 0,1 1 0,-1 0 0,1 0 0,0 1 0,0 1 0,0 0 0,0 0 0,0 1 0,-15 10 0,25-15 0,0 1 0,0-1 0,0 1 0,0 0 0,0 0 0,0-1 0,0 1 0,0 0 0,0 0 0,0 0 0,1 0 0,-1 0 0,0 0 0,1 0 0,-1 1 0,0-1 0,1 0 0,0 0 0,-1 0 0,1 1 0,0-1 0,-1 0 0,1 0 0,0 1 0,0-1 0,0 0 0,0 1 0,0-1 0,0 0 0,1 0 0,-1 1 0,0-1 0,1 0 0,-1 0 0,1 1 0,-1-1 0,1 0 0,0 0 0,-1 0 0,1 0 0,1 2 0,4 3 0,-1 0 0,1-1 0,1 0 0,-1 0 0,9 5 0,-12-8 0,83 64 0,-66-48 0,2-1 0,0-1 0,1-1 0,40 19 0,-53-26 0,-2-2 0,-10-17 0,-8-10-977,6 12-2488,-1-1-4109,-4-9-13097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45.3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82 8740,'0'0'9410,"0"0"-9335,1 0 1,-1 0-1,0-1 1,0 1-1,0 0 1,1 0-1,-1 0 1,0 0-1,0 0 1,1 0-1,-1 0 1,0 0-1,0 0 1,0 1-1,1-1 1,-1 0-1,0 0 1,0 0-1,1 0 1,-1 0-1,0 0 1,0 0-1,0 0 1,1 1-1,-1-1 1,0 0-1,0 0 1,0 0-1,0 0 1,0 1-1,1-1 1,-1 0-1,0 0 0,0 0 1,0 1-1,0-1 1,0 0-1,0 0 1,0 0-1,0 1 1,0-1-1,0 0 1,0 0-1,0 1 1,0-1-1,0 0 1,5 21 1082,-2 0 0,-1-1 0,-1 1 0,0 0 1,-2 0-1,-3 27 0,-29 125 777,27-148-1772,-22 95 82,28-250 374,2 107-619,1 1 0,2-1 0,0 1 0,1 1 0,2-1 0,0 1 0,1 0 0,1 1 0,0 0 0,2 0 0,1 1 0,0 1 0,1 0 0,1 1 0,31-28 0,-45 45 0,-1-1 0,0 1 0,1 0 0,-1-1 0,0 1 0,1 0 0,-1-1 0,1 1 0,-1 0 0,1-1 0,-1 1 0,1 0 0,-1 0 0,1 0 0,-1-1 0,1 1 0,-1 0 0,1 0 0,-1 0 0,1 0 0,0 0 0,-1 0 0,1 0 0,-1 0 0,1 0 0,-1 0 0,1 0 0,-1 0 0,1 1 0,-1-1 0,1 0 0,-1 0 0,1 1 0,-1-1 0,1 0 0,-1 1 0,1-1 0,-1 0 0,1 1 0,-1-1 0,0 0 0,1 1 0,-1-1 0,0 1 0,1-1 0,-1 1 0,0-1 0,0 1 0,1-1 0,-1 1 0,0-1 0,0 1 0,0-1 0,0 1 0,5 34 0,-5-32 0,2 37 0,2 0 0,15 68 0,-16-95 0,1-1 0,0 0 0,0-1 0,1 1 0,1-1 0,0 0 0,1 0 0,0-1 0,0 0 0,1 0 0,1-1 0,-1 0 0,13 10 0,-18-17 0,1 1 0,0-1 0,0 0 0,0 0 0,0 0 0,0-1 0,1 1 0,-1-1 0,9 1 0,-11-1 0,0-1 0,-1 0 0,1 0 0,0 0 0,0 0 0,0 0 0,0 0 0,0-1 0,0 1 0,0-1 0,0 1 0,0-1 0,0 0 0,-1 1 0,1-1 0,0 0 0,-1 0 0,1-1 0,0 1 0,-1 0 0,1 0 0,-1-1 0,2-2 0,6-11 0,0 0 0,-2-1 0,0 0 0,-1 0 0,0 0 0,4-26 0,11-106 0,-16 104 0,12-118 0,-17 185 194,0-20-4104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46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534 178 8836,'0'0'19604,"5"-5"-17761,-2 1-1725,0 0 1,0-1-1,-1 0 0,0 0 1,0 0-1,0 0 0,0 0 0,-1 0 1,1 0-1,-1 0 0,-1-1 1,1 1-1,-1 0 0,0-1 0,0 1 1,-1 0-1,1-1 0,-1 1 0,0 0 1,-3-9-1,2 10-118,0 1 0,1 0 0,-1 0 0,0 0 0,-1 0 0,1 0 0,-1 0 0,1 0 0,-1 1 0,0-1 0,0 1 0,0 0 0,0 0 0,0 0 0,0 0 0,-1 1 0,1-1 0,0 1 0,-1 0 0,-6-2 0,-5 1 0,0-1 0,-1 2 0,-24 0 0,35 1 0,-22 2 0,0 1 0,0 1 0,0 1 0,1 1 0,-1 1 0,2 2 0,-1 0 0,1 2 0,1 1 0,0 1 0,0 1 0,-26 21 0,47-33 0,0 0 0,-1 1 0,1 0 0,1-1 0,-1 1 0,0 0 0,1 1 0,-1-1 0,1 0 0,0 1 0,0-1 0,1 1 0,-1 0 0,1-1 0,-1 1 0,1 0 0,0 0 0,1 0 0,-1 0 0,1 0 0,0 0 0,0 0 0,0 0 0,1 7 0,1-4 0,0-1 0,0 1 0,1-1 0,0 0 0,0 0 0,0 0 0,1 0 0,0-1 0,0 1 0,0-1 0,1 0 0,0 0 0,7 5 0,-3-3 0,0 0 0,0-1 0,1 0 0,0 0 0,0-1 0,0-1 0,1 0 0,-1 0 0,16 3 0,-19-6 0,0 0 0,0 0 0,0-1 0,0 1 0,0-2 0,0 1 0,0-1 0,0 0 0,0 0 0,0-1 0,-1 0 0,1 0 0,-1-1 0,1 1 0,-1-1 0,7-5 0,25-23 0,-31 24 0,0 1 0,1-1 0,0 2 0,0-1 0,13-6 0,-20 13 0,-1 0 0,1 1 0,-1-1 0,0 1 0,1-1 0,-1 1 0,0-1 0,0 1 0,0-1 0,0 1 0,0-1 0,0 1 0,-1 1 0,-5 33 0,-2 0 0,-19 57 0,3-14 0,-11 85 0,11-41 0,21-117-476,2-16 1379,1-12-1340,0 8-2674,0 8-446,0 14-6076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47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293 0 6851,'0'0'22106,"-11"105"-19945,-5-70-512,-7 5-1649,-3-2 0,-3 1 0,0 1 0,-7 0 0,1-1 0,-5 3-1281,-8-8-10916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0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121 220 11365,'0'0'3551,"-7"20"-667,-1-1-2146,-2 4 214,2-1 0,0 2 0,-7 38 0,2 37 1007,8-52-726,-12 50 1,16-97-1090,1 0 0,-1 0 0,0 0 0,1 1 0,-1-1 0,0 0-1,1 0 1,-1 0 0,0 0 0,1 0 0,-1 0 0,0 0 0,1 0 0,-1 0 0,0 0-1,1-1 1,-1 1 0,0 0 0,1 0 0,-1 0 0,1-1 0,-1 1 0,0 0 0,1-1-1,-1 1 1,1-1 0,-1 1 0,1-1 0,-1 0 0,-1-6-89,0 0 0,0 0 0,0 0-1,1-1 1,0 1 0,1-1 0,0 1 0,0 0 0,0-1 0,2-7 0,0-7-56,-1 10-21,0 0 0,2 0 0,-1 1 0,1-1 0,1 1 0,9-20 0,40-67-248,-37 70 208,-11 19 63,20-36-58,51-68 0,-66 101 35,-1 0-1,2 1 0,-1 1 1,1 0-1,1 0 0,0 1 0,0 0 1,1 1-1,0 1 0,20-9 0,10 7 13,-42 9 7,1-1 1,0 1 0,-1 0 0,1 0-1,0 0 1,-1 0 0,1 0 0,-1 1-1,1-1 1,0 0 0,-1 1 0,1-1 0,-1 1-1,1-1 1,-1 1 0,1 0 0,-1 0-1,0 0 1,1-1 0,-1 1 0,0 1-1,1-1 1,-1 0 0,1 1 0,1 7 30,0 0 1,0-1 0,-1 1-1,0 0 1,-1 0-1,0 0 1,0 10 0,-4 68 262,1-81-275,1 0 1,-1 0-1,0-1 1,-1 1-1,1 0 0,-1-1 1,0 1-1,0-1 1,-1 0-1,0 0 1,0 0-1,0-1 0,0 1 1,-1-1-1,1 0 1,-1 0-1,0-1 0,0 1 1,-11 4-1,-5 3 125,0-1 0,-1-1-1,-41 11 1,45-17-24,0 0 0,0-1 0,0-1 0,-20-1 0,35 0-123,3 0 6,0 1 0,-1-1 0,1 0 0,-1 0 0,1 0 0,0 0 0,-1 1 0,1-1 0,-1 0 0,1 0 0,0 1 0,-1-1 0,1 0 0,0 0 0,0 1 0,-1-1 0,1 0 0,0 1 0,0-1 0,-1 1 0,1-1 0,0 0 0,0 1 0,0-1 0,0 1 0,0-1 0,0 0 0,0 1 0,-1-1 0,1 1 0,0-1 0,0 1 0,1 0 0,0 14 0,-1-14 0,1 6 0,0 0 0,1 1 0,-1-1 0,2 0 0,-1-1 0,1 1 0,0 0 0,8 12 0,1-2 0,25 31 0,-10-22 0,0-1 0,2-2 0,0 0 0,54 30 0,13 9 0,-96-62-1,0 0 0,1 1 0,-1-1 1,0 0-1,0 0 0,0 0 0,1 0 0,-1 0 0,0 0 0,0 0 0,1 0 1,-1 0-1,0 0 0,0 1 0,0-1 0,0 0 0,1 0 0,-1 0 0,0 0 1,0 1-1,0-1 0,0 0 0,0 0 0,0 0 0,1 1 0,-1-1 1,0 0-1,0 0 0,0 0 0,0 1 0,0-1 0,0 0 0,0 0 0,0 1 1,0-1-1,0 0 0,0 0 0,0 0 0,0 1 0,0-1 0,0 0 0,0 1 1,-12 1-197,-10 2-3638,-3 14-10488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3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285 43 7587,'0'0'15437,"6"-6"-13836,26-27 877,-32 32-2379,0 1-1,0 0 1,0 0 0,0 0-1,0-1 1,1 1-1,-1 0 1,0 0 0,0 0-1,0-1 1,0 1-1,0 0 1,1 0 0,-1 0-1,0 0 1,0 0-1,0 0 1,1-1 0,-1 1-1,0 0 1,0 0 0,0 0-1,1 0 1,-1 0-1,0 0 1,0 0 0,0 0-1,1 0 1,-1 0-1,0 0 1,0 0 0,1 0-1,-1 0 1,0 0 0,0 0-1,0 0 1,1 0-1,-1 0 1,0 1 0,0-1-1,0 0 1,1 0-1,-1 0 1,0 0 0,0 0-1,0 0 1,0 1-1,1-1 1,-1 0 0,0 0-1,0 0 1,0 1 0,0-1-1,2 18 737,-9 28-1331,-14 9 496,-2 0 0,-57 96 0,27-53 0,-95 176 0,148-274 0,-1 0 0,1 0 0,0 0 0,0 0 0,0 0 0,0 1 0,0-1 0,0 0 0,0 0 0,0 0 0,0 0 0,0 1 0,0-1 0,0 0 0,0 0 0,0 0 0,0 0 0,0 1 0,0-1 0,0 0 0,0 0 0,0 0 0,0 0 0,0 0 0,0 1 0,0-1 0,0 0 0,0 0 0,0 0 0,0 0 0,0 1 0,0-1 0,1 0 0,-1 0 0,0 0 0,0 0 0,0 0 0,0 0 0,0 0 0,0 1 0,1-1 0,-1 0 0,0 0 0,0 0 0,11 0 0,11-6 0,236-60 0,-89 26 0,-141 32 0,-17 5 0,-1-1 0,1 1 0,0 1 0,0 0 0,0 0 0,0 1 0,0 1 0,0 0 0,12 1 0,-21 0 0,-1 0 0,0 0 0,0 1 0,0-1 0,0 0 0,-1 1 0,1-1 0,0 1 0,-1-1 0,1 0 0,0 1 0,-1 0 0,0-1 0,1 1 0,-1-1 0,0 1 0,0-1 0,0 1 0,0 0 0,0 2 0,0-1 0,0 0 0,0 0 0,0 0 0,0 0 0,-1 0 0,1 0 0,-1 0 0,0 0 0,0 0 0,-2 4 0,0-5 15,1-1 0,-1 1 0,-1-1 0,1 0 0,0 1 0,0-1 0,0-1 0,-1 1 0,1 0 0,0-1 0,-1 0-1,1 0 1,0 0 0,-1 0 0,1 0 0,0-1 0,-4 0 0,2 0-468,0 0 1,0 1-1,-1 0 0,1 0 1,0 1-1,-7 0 0,-4 7-10072,1-3-8369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7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270 185 8836,'0'0'12400,"2"-20"-10385,5-86-273,-5 48 5589,-11 58-6888,5 1-443,0 1 0,0-1 0,0 1 0,0 0 0,0 0 0,0 0 0,0 0 0,1 1 0,0-1 0,-1 1 0,1 0 0,0 0 0,-3 4 0,-36 50 0,36-49 0,-5 10 0,1 0 0,0 1 0,1 1 0,1-1 0,-5 23 0,-20 105 0,4-15 0,14-93 0,15-38 0,-1 1 0,0-1 0,1 0 0,-1 1 0,0-1 0,0 0 0,0 0 0,0 1 0,-1-1 0,1 0 0,0 0 0,0 0 0,-1 0 0,1 0 0,0-1 0,-1 1 0,1 0 0,-1-1 0,1 1 0,-1-1 0,1 1 0,-3 0 0,3-3-187,1 0 1,-1 1-1,1-1 1,0 0-1,0 0 1,0 1-1,0-1 1,0 0-1,0 0 1,1 1-1,-1-1 0,1-2 1,14-29-6252,14-3-3684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7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287 61 17032,'0'0'14700,"-20"2"-13782,6-1-862,7-1-52,0 0-1,-1 0 1,1 1-1,0 0 1,0 1 0,0-1-1,0 1 1,0 1-1,0-1 1,0 1 0,1 0-1,-1 1 1,1 0-1,0 0 1,0 0-1,-9 9 1,-1 5-4,0 0 0,2 1 0,0 1 0,1 1 0,-10 21 0,17-29 0,1 0 0,0 0 0,1 0 0,0 0 0,1 0 0,1 1 0,0 0 0,1-1 0,0 1 0,2 18 0,0-30 0,-1 0 0,1 0 0,0 0 0,0 0 0,-1 0 0,1-1 0,0 1 0,1 0 0,-1 0 0,0-1 0,0 1 0,1-1 0,-1 1 0,1-1 0,0 1 0,-1-1 0,1 0 0,0 0 0,-1 0 0,1 0 0,0 0 0,0 0 0,0 0 0,0-1 0,0 1 0,4 0 0,6 2 0,1-1 0,-1-1 0,15 1 0,-22-2 0,11 1 0,1-1 0,-1 0 0,0-1 0,31-6 0,-39 4 0,0 1 0,0-2 0,0 1 0,0-1 0,-1 0 0,0 0 0,1-1 0,-1 0 0,-1 0 0,1-1 0,5-6 0,-6 6 0,-1-1 0,0 0 0,0 0 0,0 0 0,-1-1 0,0 0 0,-1 1 0,0-1 0,0 0 0,0-1 0,-1 1 0,-1 0 0,1-1 0,-1 1 0,-1-1 0,1 1 0,-1-1 0,-1 0 0,0 1 0,0-1 0,-1 1 0,0 0 0,0-1 0,-1 1 0,0 0 0,0 0 0,-5-8 0,-4-3 0,-1 1 0,-1 0 0,0 0 0,-1 2 0,-1 0 0,0 0 0,-31-21 0,46 36-10,-1 1-1,1-1 1,-1 0-1,1 1 1,-1-1-1,1 1 1,-1-1-1,1 1 1,-1 0-1,1 0 1,-1 0-1,1 0 1,-3 0-1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6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88 8340,'0'0'11525,"10"-2"-10076,34-6-265,-43 8-1136,0-1 0,0 1 0,0 0 1,0 1-1,-1-1 0,1 0 0,0 0 0,0 0 0,0 0 0,0 1 0,-1-1 0,1 0 0,0 1 0,0-1 0,-1 1 0,1-1 0,0 1 0,0-1 0,-1 1 1,1-1-1,-1 1 0,1 0 0,0-1 0,-1 1 0,1 0 0,-1-1 0,0 1 0,1 0 0,-1 0 0,0 0 0,1-1 0,-1 1 0,0 0 0,0 0 0,0 0 0,1 0 1,-1-1-1,0 1 0,0 0 0,0 0 0,-1 0 0,1 0 0,0 0 0,0-1 0,0 1 0,-1 0 0,1 1 0,-1 2 225,2 34 802,-3 0 0,0-1 0,-12 54 0,-36 106 483,16-73-546,35-138-814,0 1 0,0-1 0,-3-25-1,0-2-169,4 17-28,0 0 0,1 0 0,1 1 0,2 0 0,0-1 0,18-41 0,0 13 0,53-85 0,-77 137 0,0 0 0,0 0 0,0 0 0,0-1 0,0 1 0,0 0 0,0 0 0,0 0 0,0 0 0,0 0 0,0 0 0,0 0 0,1 0 0,-1-1 0,0 1 0,0 0 0,0 0 0,0 0 0,0 0 0,0 0 0,0 0 0,0 0 0,1 0 0,-1 0 0,0 0 0,0 0 0,0 0 0,0 0 0,0 0 0,0 0 0,1 0 0,-1 0 0,0 0 0,0 0 0,0 0 0,0 0 0,0 0 0,0 0 0,1 0 0,-1 0 0,0 0 0,0 0 0,0 0 0,0 0 0,0 0 0,0 0 0,0 0 0,0 0 0,1 0 0,-1 1 0,0-1 0,0 0 0,0 0 0,0 0 0,0 0 0,5 12 0,1 23 0,-5-25 0,9 63 0,-4-29 0,18 73 0,-20-104 0,0-1 0,1 1 0,0-1 0,1 0 0,0 0 0,1-1 0,0 0 0,1 0 0,1-1 0,9 11 0,-15-19 0,-1 0 0,0 1 0,1-1 0,0 0 0,-1-1 0,1 1 0,0 0 0,0-1 0,0 0 0,0 1 0,0-1 0,0 0 0,0-1 0,0 1 0,1-1 0,-1 1 0,0-1 0,6 0 0,-4-1 0,-1 0 0,1 0 0,-1-1 0,0 1 0,0-1 0,1 0 0,-1 0 0,-1-1 0,1 1 0,0-1 0,6-6 0,1-2 0,0-1 0,-1 0 0,-1-1 0,0 0 0,-1 0 0,11-23 0,-3-5 0,-1 0 0,-2 0 0,-2-1 0,-2-1 0,-2 0 0,-2 0 0,-1 0 0,-3-51 0,-1 180-1894,0-50-6553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8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273 15 8564,'0'0'17168,"11"-3"-15479,2 0-1114,-7 1-239,-1 0 1,1 0 0,0 1-1,0 0 1,0 1 0,9-1 0,-14 2-259,-1-1 1,1 1 0,-1-1 0,1 1 0,-1-1 0,1 1 0,-1 0 0,1-1 0,-1 1 0,0 0 0,1-1 0,-1 1 0,0 0 0,1 0-1,-1-1 1,0 1 0,0 0 0,0 0 0,0-1 0,0 1 0,0 0 0,0 0 0,0-1 0,0 1 0,0 0 0,0 0 0,0-1-1,-1 1 1,1 0 0,0 0 0,-1 0 0,-9 29-190,1-20 111,-1 0 0,-1-1 0,1 1 0,-1-2 0,-1 0 0,0 0 0,-20 9 0,16-9 0,1 1 0,0 1 0,0 1 0,-17 15 0,22-17 201,0 1 0,-1-2 0,-15 11 0,-8-3-1937,-1-9-8046,20-7-4011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05:59.7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195 295 6771,'0'0'17411,"-3"13"-15440,-14 80 1642,-22 94-612,34-169-3001,0 4 0,-1 0 0,-1-1 0,-1 0 0,0-1 0,-2 0 0,-15 25 0,24-44 0,0 0 0,0 1 0,0-1 0,0 0 0,-1 0 0,1 0 0,0 0 0,0 0 0,-1 0 0,1 0 0,0 0 0,-1 0 0,1-1 0,-1 1 0,1-1 0,-1 1 0,1-1 0,-4 1 0,4-1 0,0 0 0,0 0 0,0-1 0,0 1 0,0 0 0,0-1 0,0 1 0,0 0 0,1-1 0,-1 1 0,0-1 0,0 0 0,0 1 0,0-1 0,1 0 0,-1 1 0,0-1 0,1 0 0,-1 0 0,0 0 0,1 1 0,-1-1 0,1 0 0,-1 0 0,1 0 0,0 0 0,-1 0 0,1 0 0,0-2 0,-5-20 0,2 0 0,0-1 0,2 0 0,2-43 0,0 28 0,0 15 0,2-1 0,1 0 0,0 0 0,2 1 0,1 0 0,1 0 0,1 1 0,0 0 0,2 1 0,1 0 0,1 0 0,1 1 0,22-26 0,-18 26 0,1 0 0,1 1 0,1 2 0,1 0 0,0 1 0,1 1 0,1 1 0,0 2 0,1 0 0,0 1 0,50-14 0,-59 22 0,1 1 0,0 1 0,0 1 0,0 0 0,26 2 0,-42 0 0,0-1 0,0 1 0,0 0 0,0-1 0,0 1 0,0 0 0,0 0 0,-1-1 0,1 1 0,0 0 0,0 0 0,0 0 0,-1 0 0,1 0 0,-1 0 0,1 0 0,-1 0 0,1 1 0,-1-1 0,1 0 0,-1 0 0,0 0 0,0 0 0,0 1 0,0-1 0,0 0 0,0 0 0,0 0 0,0 1 0,0-1 0,-1 2 0,1 2 0,0 0 0,-1-1 0,0 1 0,0 0 0,0 0 0,0 0 0,-4 7 0,-2-1 0,-1 0 0,-1 0 0,0 0 0,0-2 0,-1 1 0,0-1 0,0 0 0,-15 9 0,-104 55 0,41-25 0,80-43 0,1 0 0,0 0 0,0 0 0,0 1 0,0 0 0,1 0 0,-6 9 0,10-12 0,1-1 0,-1 0 0,1 0 0,0 1 0,0-1 0,0 0 0,0 1 0,0-1 0,1 1 0,-1-1 0,1 1 0,-1 0 0,1-1 0,0 1 0,0-1 0,0 1 0,1 0 0,-1-1 0,0 1 0,1-1 0,0 1 0,0-1 0,0 1 0,0-1 0,0 1 0,0-1 0,0 0 0,4 4 0,6 6 0,1 0 0,1-1 0,-1-1 0,2 0 0,0-1 0,19 10 0,0 2 0,15 10 0,238 139 0,-387-167 0,89-2 7,-59 0-5219,21-1-3333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10341,'0'0'15196,"-6"24"-12971,-109 405 2756,107-397-5074,-54 194 363,43-166-1136,-47 97 0,61-149-90,1-5-1770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7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34 11685,'0'0'13140,"24"-7"-10761,76-18-642,-95 24-1645,-1 1-1,0-1 0,0 1 0,0 0 1,0 0-1,1 1 0,-1-1 1,0 1-1,0 0 0,0 0 1,0 1-1,0-1 0,0 1 1,0 0-1,-1 0 0,1 0 1,-1 0-1,1 0 0,2 4 0,1 1 91,0 0 0,-1 1-1,0-1 1,-1 1 0,8 14-1,-11-19-143,3 9 29,0-1 0,0 1 0,-1 0 0,0 0 0,-1 1 0,-1-1 0,0 1 0,0-1 1,-2 1-1,1 0 0,-2 0 0,-3 24 0,3-32-67,-1 0 0,1 0 0,-1 0 0,-1 0 0,1 0 0,-1-1 0,0 1 0,0-1 0,0 0 0,-1 1 0,1-2 0,-1 1 0,0 0 0,0-1 0,0 0 0,-1 0 0,1 0 0,-1 0 0,0-1 0,-8 4 0,-6 1 0,1 0 0,-1-1 0,-1-1 0,-24 3 0,-68 0-655,37-7-7548,70-1 7115,-16 0-7823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10 290 1873,'0'0'29648,"6"9"-28557,-2-3-1078,0 1 0,0-1 0,-1 1 0,0-1 0,0 1 0,-1 0 0,0 0-1,0 0 1,0 1 0,-1-1 0,1 10 0,-2-4-13,-1 24 0,0-37 0,1 1 0,0 0 0,0 0 0,0 0 0,-1 0 0,1 0 0,-1 0 0,1-1 0,0 1 0,-1 0 0,1 0 0,-1-1 0,0 1 0,1 0 0,-1-1 0,0 1 0,1-1 0,-1 1 0,0 0 0,1-1 0,-1 0 0,0 1 0,0-1 0,0 1 0,0-1 0,1 0 0,-1 0 0,0 1 0,0-1 0,0 0 0,0 0 0,-1 0 0,1-1 0,0 1 0,0-1 0,0 1 0,0-1 0,0 0 0,0 0 0,0 1 0,0-1 0,0 0 0,0 0 0,0 0 0,1 0 0,-1 0 0,0 0 0,1 0 0,-1-1 0,1 1 0,-1 0 0,1 0 0,0 0 0,-1-1 0,1 1 0,0 0 0,0-2 0,-6-33 0,5 27 0,1-1 0,0 1 0,0-1 0,1 1 0,0-1 0,0 1 0,1-1 0,0 1 0,1 0 0,0 0 0,1 0 0,0 0 0,0 1 0,1 0 0,8-13 0,40-45 0,85-81 0,-136 144-1093,19-15 3299,-13 14-6435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65 126 18248,'0'0'11446,"18"8"-10875,58 22-121,-70-28-333,0 1-1,0-1 0,1 0 0,-1-1 1,0 1-1,1-1 0,-1 0 0,1-1 1,-1 0-1,1 0 0,0 0 0,-1-1 1,13-3-1,-17 4-103,-1-1 0,1 0 0,-1 0 0,0 1 0,1-1 1,-1 0-1,0-1 0,0 1 0,0 0 0,1 0 0,-1 0 0,-1-1 1,1 1-1,0 0 0,0-1 0,0 1 0,-1-1 0,1 1 0,-1-1 1,1 1-1,-1-1 0,1 1 0,-1-1 0,0 0 0,0-2 0,0-49 88,0 42-119,0 8 18,-1 0 0,1 0 0,-1 0 0,1 0 0,-1 0 0,0 0 0,0 0 0,-1 0 0,1 0 0,0 0 0,-1 1 0,0-1 0,0 0 0,0 1 0,0-1 0,0 1 0,0 0 0,0 0 0,-1 0 0,1 0 0,-1 0 0,0 0 0,1 1 0,-1-1 0,0 1 0,0 0 0,0 0 0,-6-1 0,3 0 0,-1 1 0,0 0 0,0 0 0,1 1 0,-1 0 0,0 0 0,0 0 0,0 1 0,1 0 0,-1 1 0,0-1 0,1 1 0,-7 3 0,3 0 0,0 0 0,1 1 0,-1 0 0,1 1 0,1-1 0,-1 2 0,1-1 0,-8 10 0,12-12 0,1-1 0,-1 1 0,1 0 0,0-1 0,0 2 0,0-1 0,1 0 0,0 0 0,0 1 0,0 0 0,1-1 0,0 1 0,0 0 0,0-1 0,0 1 0,1 0 0,1 8 0,0-10 2,0-1 0,1 0 0,-1 1 0,1-1-1,0 0 1,0 0 0,0 0 0,0 0 0,0-1 0,1 1 0,-1 0 0,1-1 0,0 0-1,-1 1 1,1-1 0,0-1 0,7 4 0,7 4-142,-1-1 0,19 5 1,-33-13 100,101 31-8514,-47-20-686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177 100 17976,'0'0'10776,"-18"0"-7505,-58 1-2538,73-1-732,-1 0-1,1 0 1,0 1-1,0-1 0,-1 1 1,1 0-1,0 0 1,0 0-1,0 0 1,0 1-1,0-1 0,0 1 1,0 0-1,1 0 1,-1 0-1,1 0 1,-1 0-1,1 0 0,0 1 1,-1-1-1,1 1 1,1 0-1,-1-1 1,0 1-1,1 0 1,-2 3-1,1 1 0,0-1 0,0 1 0,0 0 0,1 0-1,0 0 1,1-1 0,-1 1 0,2 0 0,0 10 0,0-15 0,-1 0 0,1-1 0,0 1 0,0 0 0,0-1 0,0 1 0,0 0 0,0-1 0,1 1 0,-1-1 0,1 0 0,-1 1 0,1-1 0,-1 0 0,1 0 0,-1 0 0,1 0 0,0 0 0,0-1 0,-1 1 0,1 0 0,0-1 0,0 1 0,0-1 0,0 0 0,3 1 0,59 2 0,-56-3 0,4 0-3,-1-1 0,0 0 1,0 0-1,1-1 0,-1-1 0,0 0 1,-1 0-1,1-1 0,-1-1 0,1 0 0,12-8 1,-18 9-10,1 0 1,-1 0 0,1-1 0,-1 0-1,-1 0 1,1 0 0,-1 0-1,0-1 1,0 0 0,0 0 0,-1 0-1,0 0 1,0-1 0,0 1 0,-1-1-1,0 1 1,-1-1 0,1 0-1,0-12 1,-2 15 24,1 0 0,-1 0 0,-1 0 0,1 0 0,0 0 0,-1 0 0,0 0-1,0 0 1,0 0 0,0 1 0,-1-1 0,1 0 0,-1 1 0,-3-5 0,3 5-10,-1 0 1,1 1 0,-1 0-1,0 0 1,0-1-1,0 2 1,0-1 0,0 0-1,0 1 1,0-1 0,0 1-1,-1 0 1,1 0 0,-1 0-1,1 0 1,-1 1-1,-3-1 1,-8 0 57,-1 0 1,0 1-1,-29 3 0,39-2-311,1 0-1,-1 0 1,1 1-1,-1 0 0,1 0 1,-6 3-1,8-3-271,1 0 0,-1-1 0,1 1 0,0 0-1,-1 0 1,1 0 0,0 0 0,0 1 0,0-1-1,1 1 1,-1-1 0,-1 5 0,-2 14-8005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3986,'0'0'26337,"3"0"-24245,-2 0-2077,0 0 1,0 0-1,-1 0 1,1 0-1,0 0 1,0 0-1,-1 0 1,1 0-1,0 0 1,0 0-1,-1 0 0,1 1 1,0-1-1,0 0 1,-1 0-1,1 1 1,0-1-1,-1 1 1,1-1-1,0 1 1,-1-1-1,1 1 1,-1-1-1,2 2 0,-3 8-78,1-10 92,0 121-29,0-330 0,0 203 0,0 1 0,1-1 0,0 1 0,0-1 0,0 1 0,1 0 1,-1 0-1,1-1 0,0 1 0,1 0 0,0 0 0,-1 1 0,1-1 0,1 1 0,-1-1 0,1 1 0,0 0 0,0 0 0,0 1 1,9-7-1,-4 4-2,0 1 0,1 0 0,-1 1 0,1 0 0,0 0 1,1 1-1,-1 1 0,0-1 0,1 2 0,11-1 0,12-1-1277,-1-1-4789,-1 0-6191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330 851 19609,'0'0'11723,"-24"-8"-10419,-82-27-1173,97 32-131,-1 1 0,0 0 0,1 1 0,-1 0 0,0 1 0,0 0 0,0 0 0,-16 3 0,19-1 0,1 0 0,-1 0 0,1 0 0,0 1 0,0-1 0,0 2 0,0-1 0,0 0 0,1 1 0,-10 8 0,14-10 0,-1-1 0,0 1 0,1-1 0,-1 1 0,1 0 0,0-1 0,-1 1 0,1 0 0,0 0 0,0 0 0,0 0 0,1 0 0,-1 0 0,0 0 0,1 0 0,-1 0 0,1 1 0,0-1 0,-1 0 0,1 0 0,0 0 0,1 1 0,-1-1 0,0 0 0,0 0 0,1 0 0,1 4 0,-1-3 0,1 0 0,0-1 0,0 1 0,0 0 0,0-1 0,0 0 0,0 1 0,1-1 0,-1 0 0,1 0 0,-1 0 0,1-1 0,0 1 0,0-1 0,0 1 0,0-1 0,5 1 0,6 2 0,-1-1 0,1-1 0,0 0 0,0-1 0,0 0 0,0-1 0,1-1 0,-1 0 0,0-1 0,16-4 0,-10 0 0,-2 0 0,1-2 0,-1 0 0,0 0 0,-1-2 0,27-19 0,-12 3 0,-1-1 0,-1-2 0,-2-1 0,0-1 0,-3-1 0,34-53 0,-21 21 0,-2 0 0,-3-3 0,-3-1 0,-3-1 0,31-125 0,-55 175 0,0 0 0,0-23 0,-5 57 0,-1 0 0,-1 0 0,-1 0 0,0 0 0,0-1 0,-2 0 0,-11 18 0,-3 12 0,-193 462 0,208-489 0,0 0 0,1 0 0,1 1 0,0-1 0,1 1 0,0 24 0,3-41-108,0 0 0,1 0 1,-1-1-1,0 1 0,0 0 0,1 0 1,-1-1-1,1 1 0,-1 0 0,1-1 0,-1 1 1,1 0-1,-1-1 0,1 1 0,0-1 1,-1 1-1,1-1 0,0 1 0,-1-1 1,1 1-1,0-1 0,0 0 0,-1 1 0,1-1 1,0 0-1,0 0 0,0 1 0,0-1 1,-1 0-1,1 0 0,1 0 0,34 1-6022,-26-2 3493,35 1-10839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0 151 1088,'0'0'31044,"15"8"-30486,-9-4-534,3 2-19,1 0 0,0-1 0,1 0 0,-1-1-1,1 0 1,0 0 0,0-1 0,0-1-1,0 0 1,14 1 0,-11-3-5,-9 1 0,0-1 0,0 0 0,0 0 0,0-1 0,0 1 0,8-3 0,-12 2 0,0 1 0,1-1 0,-1 0 0,0 0 0,0 1 0,1-1 0,-1 0 0,0 0 0,0 0 0,0 0 0,0-1 0,-1 1 0,1 0 0,0 0 0,0 0 0,-1-1 0,1 1 0,-1 0 0,1-1 0,-1 1 0,1 0 0,-1-1 0,0 1 0,0-1 0,0 1 0,1-1 0,-1 1 0,-1-3 0,2-3 0,-1 0 0,0 0 0,-1 0 0,0-1 0,0 1 0,0 0 0,-1 0 0,0 0 0,-1 0 0,1 1 0,-1-1 0,0 1 0,-1-1 0,0 1 0,0 0 0,0 0 0,-1 1 0,1-1 0,-2 1 0,1 0 0,0 0 0,-1 1 0,-6-5 0,9 8 0,0-1 0,0 0 0,0 1 0,0-1 0,0 1 0,0 0 0,-1 0 0,1 0 0,0 1 0,-1-1 0,1 1 0,0-1 0,-1 1 0,1 0 0,-1 1 0,1-1 0,0 1 0,-1-1 0,1 1 0,0 0 0,0 0 0,-1 0 0,1 1 0,0-1 0,0 1 0,0-1 0,1 1 0,-1 0 0,0 1 0,1-1 0,-3 3 0,0 0 0,1 0 0,0 1 0,0 0 0,0 0 0,1 0 0,0 0 0,0 0 0,0 1 0,1-1 0,0 1 0,1 0 0,-1-1 0,1 1 0,0 9 0,0-5 20,1 0 0,0 1 0,1-1 0,0 0 0,1 0 0,0-1 0,1 1-1,5 14 1,-6-20-150,1 0 0,0-1-1,0 1 1,1-1 0,-1 1-1,1-1 1,0 0 0,0 0-1,0-1 1,0 1 0,1-1-1,0 0 1,-1 0 0,1 0-1,0-1 1,1 0 0,-1 0-1,9 2 1,1 0-2685,-1-2 0,1 0-1,-1-1 1,24 0 0,13-1-9241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2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54 183 12182,'0'0'18872,"-2"20"-17391,1-5-1360,-1 12-99,-1 0 0,-1-1 1,-2 0-1,-10 32 0,16-58-22,0 1 0,0-1 0,0 0 0,0 0 0,0 0 0,0 1 0,0-1 0,-1 0 0,1 0 0,0 0 0,0 1 0,0-1 0,0 0 0,0 0 0,0 0 0,-1 0 0,1 0 0,0 1 0,0-1 0,0 0 0,0 0 0,-1 0 0,1 0 0,0 0 0,0 0 0,0 0 0,-1 0 0,1 0 0,0 0 0,0 0 0,-1 0 0,1 0 0,0 0 0,0 0 0,0 0 0,-1 0 0,1 0 0,0 0 0,0 0 0,0 0 0,-1 0 0,1 0 0,0 0 0,0 0 0,0 0 0,-1-1 0,-5-10 0,3-3 0,2-1 0,0 1 0,0 0 0,1-1 0,1 1 0,1 0 0,0 0 0,0 0 0,2 0 0,0 0 0,0 0 0,1 1 0,1 0 0,0 0 0,1 0 0,0 1 0,12-15 0,-17 23 0,8-10 0,0 0 0,0 1 0,2 0 0,-1 1 0,2 0 0,17-13 0,-11 20 374,-11 5-4455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2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8 5314,'0'0'15565,"-1"-7"-10816,-24 37-4034,1 1-1,1 1 1,1 0 0,-25 54 0,-1 0-274,-14 12 538,-78 94 0,124-172-676,8-11-100,1-1 0,0 2 0,-8 13 0,12-15-152,3-7-51,1-1 0,0 1 0,-1-1 0,1 1 0,0-1 0,-1 0 0,1 1 0,0-1 0,0 0 0,-1 1 0,1-1 0,0 0 0,0 0 0,0 0 0,-1 1 0,1-1 0,0 0 0,0 0 0,0 0 0,0-1 0,-1 1 0,3 0 0,-3 0 0,221-15 0,1 1 0,-175 13 0,-42 0 0,-6 1 0,-26-1 0,16 1-1228,-5 0 3597,6 0-2536,1 0-3574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2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19 4866,'0'0'10144,"5"-3"-9275,23-11 915,-15 12 5532,-12 5-7157,-1 0-1,1 0 1,-1 1 0,0-1-1,0 0 1,0 0-1,-1 0 1,1 0-1,-1 1 1,1-1-1,-2 3 1,-11 31 248,-2 0-1,-31 55 1,21-44 160,-32 61 137,-6-2-1,-79 102 0,151-223-5835,23-38-1001,-8 19-1106,2-2-4444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2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9748,'0'0'10128,"2"0"-9808,-1-1 0,0 1 0,1-1 0,-1 1 0,0 0 1,1-1-1,-1 1 0,1 0 0,-1 0 0,1 0 0,-1 0 1,0 0-1,1 1 0,2 0 0,1 11 19,1 1 0,-2 0-1,0 0 1,0 1 0,-2-1 0,1 1 0,-1 20 0,4 8 15,2 2-37,2 0 0,3 0 0,1-1 1,2-1-1,25 49 0,-9-25 760,-31-66-1043,0 0-1,-1 0 0,1 0 0,-1 0 0,1 0 0,-1 0 0,1 0 0,-1 0 1,1 0-1,-1 0 0,1 0 0,-1 0 0,1 0 0,-1 0 0,1-1 1,-1 1-1,1 0 0,-1 0 0,1-1 0,-1 1 0,1 0 0,-1-1 0,0 1 1,1 0-1,-1-1 0,1 1 0,-1 0 0,0-1 0,0 1 0,1-1 1,16-34 213,-2 0 1,-1 0-1,15-63 1,-1 5-222,-6 28-26,3-6 0,28-132 0,-51 161 0,-23 63-208,14-6-3401,6-3-4910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2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 6163,'2'-4'16386,"-3"18"-15664,0-1 0,-1 0 0,-1 0 0,0 0 0,-8 21 0,-32 67 940,23-59-1034,-69 130 631,18-64-3372,60-84-472,8-17-2582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2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95 156 7700,'0'0'6285,"16"-20"-4121,54-63-30,-66 78-1963,1 1 0,1-1-1,-1 1 1,0-1 0,1 2 0,0-1-1,0 1 1,0-1 0,1 2 0,-1-1-1,1 1 1,9-3 0,-4 4 196,0 0 0,0 0-1,0 1 1,20 2 0,-25-1-142,-4-1-158,0 1 0,0 0 0,0 0 0,0 0-1,0 0 1,0 1 0,0-1 0,0 1-1,-1 0 1,1-1 0,0 1 0,-1 0 0,0 1-1,0-1 1,1 0 0,-1 1 0,0-1 0,-1 1-1,1 0 1,0-1 0,-1 1 0,0 0 0,0 0-1,1 0 1,-2 0 0,1 0 0,1 5 0,1 8 137,0 1 1,-1-1 0,-1 31 0,-1-42-188,0 0 1,0 0 0,-1 0 0,1 0 0,-1 0 0,-1-1-1,1 1 1,-1 0 0,0 0 0,0-1 0,0 1 0,0-1-1,-1 0 1,-4 6 0,1-4 67,1 0 0,-2-1 0,1 0 0,0 0 0,-1 0 0,0-1 0,0 0 0,-10 4 0,-17 4 62,0-1 0,-1-2-1,-1-1 1,-48 5 0,-12 3 629,95-16-740,0 0-1,1 0 1,-1 1-1,0-1 1,1 1-1,-1-1 0,1 1 1,-1-1-1,1 1 1,-1-1-1,1 1 1,-1-1-1,1 1 1,-1-1-1,1 1 1,0 0-1,-1-1 1,1 1-1,0 0 1,0 0-1,0-1 1,-1 1-1,1 0 1,0-1-1,0 1 1,0 0-1,0 0 1,0 28 89,1-18 58,0 7 15,0-1 0,2 0 0,0 1 0,1-1 0,0-1 0,2 1 0,0-1 0,1 0 0,0 0 0,1 0 0,1-1 0,1-1 0,0 0 0,0 0 0,2-1 0,18 18 0,-4-8-160,0-1 0,2-1 0,0-1 1,1-2-1,1-1 0,1-1 0,48 17 0,-69-30-38,-8-3 0,-1 0 0,1 0 0,-1 0 0,1 1 0,-1-1 0,1 1 0,-1-1 0,1 1 0,-1 0 0,1 0 0,-1-1 0,0 1 0,2 2 0,-2-1-1072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25 6131,'0'0'15874,"0"-6"-13655,0-13 1550,-4 62-993,-49 273-964,38-242-1674,-2 17-4220,-48 147 0,60-230 1245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16 13190,'0'0'4511,"21"-4"-2037,-1 0-1897,0 0 0,24 0 0,-42 4-539,-1 0 1,1 0-1,-1 0 1,0 0-1,1 1 1,-1-1-1,1 0 0,-1 1 1,0-1-1,1 1 1,-1 0-1,0-1 0,0 1 1,1 0-1,-1 0 1,0-1-1,0 1 1,0 0-1,0 0 0,0 0 1,0 1-1,0-1 1,0 0-1,-1 0 0,2 3 1,0-1 73,-1 1 0,0 0 0,-1 0 0,1 0 0,-1-1 0,1 8 1,-1-4 101,1 6 91,0-1-1,-1 1 1,0 0-1,-4 21 0,2-28-239,1-1 0,-1 0 0,0 1 0,0-1 0,-1 0 0,1 0 0,-1 0 0,0 0 0,-1-1 0,1 1 0,-1-1 0,-7 7 0,-7 4 47,-1-2 0,0 0 0,0-1 0,-1-1 0,-1-1 0,0-1 0,-33 10 0,18-8-950,-1-2-1,0-2 1,-66 5 0,94-12-313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6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17864,'0'0'9663,"-15"22"-9212,-50 72 53,60-86-402,0-1 1,0 1-1,1 1 0,-5 13 0,8-18-64,0 0 0,1 0 0,-1 0 0,1 1 0,0-1 0,0 6 0,1-1-20,-1-7-16,0 1 1,1-1-1,-1 0 0,0 0 0,1 1 0,0-1 0,-1 0 0,1 0 0,0 0 0,0 0 0,0 0 0,1 0 0,-1 0 0,0 0 0,1-1 0,-1 1 0,1 0 0,0-1 0,-1 1 0,1-1 0,0 0 1,0 0-1,0 1 0,0-1 0,0 0 0,0-1 0,4 2 0,3 1-46,1-1-1,-1-1 1,0 0 0,1 0 0,11-1-1,-19 0 43,-1 0-1,0 0 1,0-1-1,1 1 1,-1 0-1,0-1 1,0 1-1,1-1 1,-1 0-1,0 1 0,0-1 1,0 0-1,0 0 1,0 0-1,0 0 1,0 0-1,0 0 1,0 0-1,-1 0 1,1 0-1,0 0 1,-1 0-1,1 0 1,0-1-1,-1 1 1,0 0-1,1 0 0,-1-1 1,0 1-1,0 0 1,1-1-1,-1-1 1,1-53 155,-2 40-111,1 8-7,-1 0 0,0-1 0,0 1-1,-1 0 1,0 0 0,-1 0-1,0 1 1,0-1 0,-8-14 0,9 19-55,-1-1 0,1 1 0,0-1 0,-1 1 0,0 0-1,1 0 1,-1 0 0,0 0 0,-1 1 0,1-1 0,0 1 0,-1 0 0,0 0 0,1 0 0,-1 0 0,0 0 0,0 1 0,0 0 0,0 0 0,0 0 0,-7 0 0,4 3-2654,6-1 2422,1-1 0,0 0 0,0 1 1,0-1-1,0 0 0,-1 1 0,1-1 0,0 0 0,0 1 0,0-1 0,0 0 0,0 1 0,0-1 0,0 0 0,0 1 0,0-1 0,0 0 0,0 1 0,0-1 0,0 0 0,0 1 0,0-1 0,1 1 0,-1-1 0,0 0 0,0 0 0,0 1 0,0-1 0,2 2-1260,12 7-6783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0 18248,'0'0'7161,"-21"2"-4653,17-1-2344,-19 1 466,1 2 0,-1 0 0,1 1-1,0 1 1,-42 18 0,55-19-520,1 0 0,0 1 1,0 0-1,1 0 0,-10 10 1,16-15-118,0 1 0,-1-1 0,1 1 0,0 0 0,0 0 1,-1 0-1,2 0 0,-1 0 0,0 0 0,0 0 0,1 0 0,-1 0 1,0 2-1,1-2-14,0-1 1,1 0 0,-1 0-1,0 1 1,0-1-1,1 0 1,-1 0 0,1 0-1,-1 1 1,1-1-1,0 0 1,-1 0 0,1 0-1,0 0 1,0 0-1,0 0 1,-1 0 0,1-1-1,0 1 1,0 0 0,0 0-1,0-1 1,1 1-1,1 0 1,25 13-225,-19-10-37,0 0 1,0 0-1,-1 1 1,9 7-1,-15-11 196,0 1 0,0 0 0,0 0 0,0 0 0,0 0 0,-1 0-1,1 0 1,-1 1 0,0-1 0,1 0 0,-1 1 0,0-1 0,0 1 0,-1 0 0,1-1-1,0 1 1,-1 0 0,0-1 0,1 5 0,-1-4 95,0 1-1,0-1 1,0 1 0,-1 0-1,1-1 1,-1 1-1,0-1 1,0 0 0,0 1-1,-1-1 1,1 0 0,-1 0-1,1 1 1,-4 3-1,0-3 42,1 1 0,-1-1 0,-1 0 0,1 0 0,-1-1 0,1 1-1,-8 2 1,4-1-223,-1-1 1,-1 0-1,1-1 0,0 0 0,-1 0 0,0-1 1,1-1-1,-17 1 0,34-25-13511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6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17896,'0'0'6387,"-14"27"-3607,-3 7-1990,-63 132 1630,-53 165 61,121-292-2414,12-37-208,-1 0 1,1 0-1,-1 0 0,1 0 0,0 0 0,0 0 0,0 0 0,0 0 0,0 1 0,1-1 1,-1 0-1,1-1 0,-1 1 0,1 0 0,-1 0 0,1 0 0,0 0 0,2 3 0,4 0-421,-1 0 0,1-1 0,0 0 0,0 0 0,0-1 0,0 0-1,1 0 1,-1-1 0,1 0 0,10 2 0,11 1-3723,44 2 0,-8-6-5375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20906,'0'0'3553,"107"-29"-3569,-36 20-224,4-1-1441,15 2-1584,2-1-1473,0 1-3538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456 224 22266,'0'0'2036,"-21"3"725,13-2-2441,-8 1 152,1 1 0,-1 1 0,0 0 0,1 1 0,0 0 0,0 1 0,0 1 0,1 1 0,-14 8 0,-3 6-330,1 2 1,1 1 0,2 0-1,-32 38 1,49-51-146,1 0-1,1 0 1,0 1-1,0 0 1,1 0-1,1 1 1,0 0-1,1 0 1,0 0-1,1 1 1,1 0-1,1-1 1,-2 27-1,3-37 4,1 0 0,0 1 0,0-1 0,1 0 0,-1 0 0,1 0 0,0 0 0,0 0 0,0 0 0,1 0 0,-1 0 0,1 0 0,0 0 0,0-1 0,0 1 0,1-1 0,-1 1 0,1-1 0,0 0 0,0 0 0,0 0 0,0 0 0,0-1 0,1 1 0,-1-1 0,1 0 0,0 0 0,-1 0 0,1-1 0,0 1 0,0-1 0,0 0 0,0 0 0,1 0 0,6 0 0,9 1 1,-1 0 1,1-2-1,0 0 0,0-1 1,-1-1-1,1-1 1,-1-1-1,1-1 0,-1 0 1,27-12-1,-12 1-38,-1 0 0,0-3 0,-2 0-1,50-41 1,-66 48-62,0-1 0,-1 0-1,-1-1 1,0-1 0,-1 0-1,0-1 1,-2 0 0,0 0 0,0-1-1,-2-1 1,0 0 0,-1 0-1,-1 0 1,0-1 0,-2 1-1,0-2 1,1-20 0,-2 10 130,-2 1 1,-4-52-1,3 72-23,-2 1-1,1-1 1,-1 0-1,-1 1 1,0-1 0,0 1-1,0 0 1,-1 0-1,0 0 1,-1 0-1,0 1 1,0 0-1,-7-9 1,8 13-23,1 0 0,0 1 0,-1-1 1,0 1-1,1 0 0,-1 0 0,0 0 0,0 0 0,0 0 1,0 1-1,0 0 0,-1 0 0,1 0 0,0 0 0,-1 1 1,1 0-1,0 0 0,-1 0 0,1 0 0,0 1 0,-1-1 1,1 1-1,-6 2 0,2 0-422,1 0 0,-1 0-1,0 0 1,1 1 0,0 0 0,0 1 0,0 0-1,1 0 1,0 0 0,-12 13 0,-13 24-4979,7-2-2542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23483,'0'0'4140,"2"21"-738,19 133-1660,-22-170-1742,1 0 0,0-1 0,1 1 0,1 0 0,0 0 0,1 0 0,1 1 0,1-1 0,0 1 0,13-26 0,-4 13 0,1 1 0,1 1 0,2 0 0,38-43 0,-50 63-136,0 0 1,0 0-1,1 0 1,0 1-1,12-8 0,10 2-3654,6 11-5711,-13 5-805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8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345 866 13366,'0'0'14871,"-19"0"-12091,-11 0-2086,-44 6 0,62-4-654,-1 0 0,1 1 1,0 0-1,0 1 0,0 0 0,0 1 1,1 1-1,-13 7 0,9-3-40,1 1 0,1 0 0,-19 19 0,30-27 0,-1-1 0,1 1 0,0-1 0,0 1 0,-1 0 0,2 0 0,-1 0 0,0 0 0,1 0 0,-1 0 0,1 0 0,0 1 0,0-1 0,0 0 0,1 1 0,-1-1 0,1 1 0,-1-1 0,1 0 0,1 1 0,-1-1 0,0 1 0,1-1 0,1 6 0,-2-8 0,1-1 0,-1 1 0,1-1 0,-1 1 0,0-1 0,1 1 0,-1-1 0,1 1 0,-1-1 0,1 0 0,0 1 0,-1-1 0,1 0 0,-1 0 0,1 1 0,0-1 0,-1 0 0,1 0 0,-1 0 0,1 0 0,0 0 0,-1 0 0,2 0 0,8 1 0,0-1 0,0 0 0,-1-1 0,1 0 0,0 0 0,0-1 0,-1-1 0,1 1 0,-1-2 0,1 1 0,10-7 0,9-6 0,-1-1 0,33-26 0,-15 6-107,-1-3 0,-2-1 0,-2-2 0,-2-2-1,60-89 1,-55 64-502,-3-2-1,-3-2 0,44-122 1,-80 192 640,7-21 260,0 1-1,-1-1 1,-2-1-1,-1 0 1,0 1-1,0-33 1,-9 60 560,-14 15-806,1 0 0,1 1 0,-25 36 0,-39 72-63,78-123 21,-42 73-3,3 2 0,3 1 0,4 3 0,3 0 0,-26 114 0,57-196 0,-4 15 0,0 0 0,2 0 0,-1 1 0,2-1 0,0 0 0,1 1 0,3 20 0,-3-34 1,1-1 1,-1 0-1,1 0 0,-1 0 0,1 0 1,0 0-1,-1 0 0,1 0 0,0 0 1,0 0-1,0 0 0,0 0 0,0 0 1,0 0-1,0-1 0,0 1 0,0 0 1,0-1-1,0 1 0,1-1 0,-1 1 1,0-1-1,0 0 0,0 1 0,1-1 1,-1 0-1,0 0 0,3 0 0,37-3-613,-31 0-600,1-1-1,-1 1 1,0-2 0,0 1 0,-1-1-1,0-1 1,12-9 0,27-19-8219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8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29 19001,'0'0'11773,"10"12"-10583,-3-2-979,-5-6-184,0 0 0,0-1 0,1 0-1,-1 1 1,1-1 0,0 0 0,0 0 0,0 0 0,0-1 0,0 1 0,1-1 0,-1 1 0,1-1 0,0 0 0,-1-1-1,1 1 1,0-1 0,0 1 0,0-1 0,0-1 0,8 2 0,10-1-27,-13-1 0,0 1 0,0-2 0,0 1 0,0-1 0,15-3 0,-22 3 0,0 1 0,0-1 0,-1 0 0,1 0 0,0 0 0,0 0 0,0 0 0,-1 0 0,1-1 0,-1 1 0,1 0 0,-1-1 0,1 0 0,-1 1 0,0-1 0,0 0 0,0 1 0,0-1 0,0 0 0,0 0 0,0 0 0,0 0 0,-1 0 0,1 0 0,-1 0 0,0 0 0,1 0 0,-1 0 0,0 0 0,-1-3 0,1 4 0,0 0 0,0-1 0,0 1 0,0 0 0,-1-1 0,1 1 0,-1 0 0,1 0 0,-1-1 0,1 1 0,-1 0 0,0 0 0,1 0 0,-1 0 0,0 0 0,0 0 0,0 0 0,0 0 0,0 0 0,0 0 0,-1-1 0,-2 0 0,0 0 0,0 0 0,0 0 0,0 1 0,0-1 0,-8-1 0,-5 0 0,-1 1 0,-23 0 0,39 2 0,-7 0 0,-7-1 0,0 1 0,0 0 0,0 1 0,-31 7 0,44-7 0,0 0 0,0 0 0,-1 0 0,1 0 0,0 0 0,0 1 0,1 0 0,-1-1 0,0 1 0,0 0 0,1 0 0,-1 1 0,1-1 0,0 0 0,0 1 0,0-1 0,0 1 0,0 0 0,0 0 0,1 0 0,-1 0 0,1 0 0,0 0 0,0 0 0,0 0 0,1 1 0,-1-1 0,0 0 0,1 0 0,0 6 0,0-6 0,1 1 1,0-1-1,-1 0 0,1 0 1,0 0-1,0 0 1,1 0-1,-1 0 0,1 0 1,-1 0-1,1 0 0,0 0 1,0-1-1,0 1 1,1-1-1,-1 0 0,0 1 1,1-1-1,0 0 0,3 2 1,9 5-26,0-1 0,28 12 0,-32-15-20,64 22-2510,-52-21-1855,1-1-1,47 5 1,5-8-3495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34 326 21626,'0'0'8092,"-1"12"-7361,-3 37-104,3-37-11,1-14 120,-1-9-644,0 1 0,-1-1 0,-6-20 0,5 19-99,0-1-1,0 1 1,0-17 0,2 8 7,-1-2 0,2 1 0,0-1 0,7-43 0,-6 61 0,0-1 0,0 1 0,1 0 0,0-1 0,0 1 0,0 0 0,1 0 0,-1 0 0,1 1 0,0-1 0,1 1 0,-1-1 0,1 1 0,0 0 0,0 0 0,0 1 0,1-1 0,-1 1 0,1 0 0,0 0 0,7-3 0,-6 4-231,0 1 0,0-1-1,0 1 1,0 0 0,1 1 0,8-1 0,9 0-4861,7-4-6126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3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57 6099,'0'0'11530,"8"-9"-9048,24-29-135,-24 29 2853,-10 27-2052,-7 7-2827,-1-1 0,-1-1 1,-1 0-1,-1 0 0,-21 26 0,-1 5-287,-113 174-34,115-185 0,-1 0 0,-78 74 0,98-105 0,14-12 0,0 1 0,0-1 0,0 0 0,0 0 0,0 1 0,0-1 0,1 0 0,-1 0 0,0 0 0,0 1 0,0-1 0,0 0 0,0 0 0,0 0 0,0 1 0,1-1 0,-1 0 0,0 0 0,0 0 0,0 1 0,0-1 0,1 0 0,-1 0 0,0 0 0,0 0 0,0 0 0,1 0 0,-1 0 0,0 1 0,0-1 0,1 0 0,-1 0 0,0 0 0,0 0 0,0 0 0,1 0 0,-1 0 0,0 0 0,0 0 0,1 0 0,-1 0 0,0 0 0,0 0 0,1-1 0,-1 1 0,0 0 0,0 0 0,1 0 0,15 1 0,38-4 0,89-16 0,-4-1 0,-49 13 0,132-14 0,-208 20-235,-15 1 814,-7-2-1912,3-7-4636,4-10-4601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77 372 10789,'0'0'9033,"3"5"-8123,0 2-597,-1 1-1,1-1 1,-1 0-1,-1 1 0,1-1 1,-1 1-1,-1-1 1,1 1-1,-1-1 1,-1 1-1,0 8 1,-4 15 1055,-13 44 1,4-20 49,8-31-630,-1 1 0,-1-2 0,-1 1 0,-13 23 1,20-85-611,1 8-297,1 1 0,1-1-1,2 1 1,1-1 0,2 1 0,13-44-1,-1 30-258,0 2 0,3 0 0,2 1 0,46-62 0,-51 79 179,2 0 0,0 1 1,2 1-1,0 1 0,1 1 0,1 1 1,1 1-1,30-16 0,-44 28 176,-1 1 0,1-1 0,0 2 0,18-5 0,-26 8 21,-1-1 0,1 0 0,-1 1-1,1 0 1,-1 0 0,1 0 0,-1 0 0,1 0 0,-1 0-1,0 0 1,1 1 0,-1 0 0,1-1 0,-1 1-1,1 0 1,-1 0 0,0 0 0,0 0 0,0 1 0,0-1-1,1 0 1,-2 1 0,1 0 0,0-1 0,0 1 0,0 0-1,1 2 1,3 10 49,0 1 0,-1-1 0,-1 1 0,0 0 0,-1 0 0,0 0 0,-1 1-1,-1-1 1,-1 1 0,0-1 0,-4 27 0,3-39-14,1 0 0,-1-1-1,0 1 1,-1 0 0,1-1 0,0 1-1,-1-1 1,1 0 0,-1 1 0,0-1-1,1 0 1,-1 0 0,0 0 0,-1 0-1,1-1 1,0 1 0,0 0 0,-1-1-1,1 0 1,-1 1 0,1-1 0,-1 0-1,1 0 1,-1-1 0,-4 2 0,-7 0 114,0 0 1,0-1 0,-27-1-1,19-1-183,-258-5 2093,278 6-2035,0 0 0,1 1 0,-1-1 0,0 0 0,0 1 0,1 0 0,-1-1 0,0 1 0,1 0 0,-1 0 0,1 0 0,-1 0 0,1 0 0,-1 0 0,1 1 0,0-1 0,-1 0 0,1 1 0,0-1 0,0 1 0,0-1 0,0 1 0,0 0 0,1-1 0,-1 1 0,0 0-1,1-1 1,-1 1 0,1 0 0,0 0 0,0 0 0,-1 3 0,0 3-29,1 0 0,0 1 0,0-1 0,1 0-1,0 0 1,3 13 0,-2-13 7,1-1 0,1 1 0,0-1 0,0 0 0,0 0 0,1 0 0,0-1 0,0 0 0,1 0 0,0 0 0,7 6 0,13 9 0,37 23 0,-57-40 0,35 23 0,-12-10 0,-1 2 0,-1 1 0,0 1 0,23 26 0,-8-7 0,-39-34-2735,2-21-6266,17-16-12030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13782,'0'0'7780,"-86"127"-4771,53-62-896,-3 6-240,-4 2 368,7-4-816,-3-4-881,5-11-544,4-5 0,4-12 0,2-3 0,6-9-288,7-7-1649,0-7-1681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10069,'0'0'16076,"7"6"-14077,-4-5-1849,0 1 0,0 0 1,-1 0-1,1 0 1,-1 1-1,0-1 0,0 0 1,0 1-1,0 0 1,0-1-1,0 1 0,-1 0 1,1 0-1,-1 0 1,0 0-1,0 0 0,0 0 1,0 1-1,-1-1 1,1 0-1,-1 0 0,0 1 1,0 2-1,0 33 126,3 0 0,0 0-1,17 68 1,-16-89-284,2 0 0,0 0 0,1-1 0,1 0 0,0 0-1,1-1 1,1 0 0,0-1 0,2 0 0,13 15 0,-24-29 8,0 0 0,0 1 0,0-1 0,1 0 0,-1 0 0,0 0 0,0 0 0,1 0 0,-1-1 0,1 1 0,-1 0 0,1-1 0,-1 1 0,1-1 0,-1 1 0,1-1 0,1 0 0,-2 0 0,0 0 0,0 0 0,0-1 0,0 1 0,0 0 0,-1-1 0,1 1 0,0-1 0,0 1 0,-1-1 0,1 1 0,0-1 0,-1 0 0,1 1 0,-1-1 0,1 0 0,0 1 0,-1-1 0,0 0 0,1 0 0,-1 0 0,1-1 0,2-7 0,0-1 0,-1 1 0,0-1 0,0-17 0,1 2 0,2 2 0,3-24 0,3 0 0,20-55 0,128-283 0,-157 382 0,-2 1 0,1 0 0,0 0 0,-1 0 0,1 0 0,-1 0 0,1-1 0,-1 1 0,0 0 0,0-4 0,0 13 0,-1 0 0,1 0 0,-1 0 0,0 0 0,-1 0 0,0 0 0,0 0 0,-3 7 0,3-10-247,1 0-1,1 0 1,-1 0 0,0 1-1,1-1 1,0 8 0,0-10-634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3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3025,'7'1'18827,"7"3"-16791,-9 2-1888,0 0 0,0 0 0,-1 0 0,0 1 0,0 0 0,0 0 0,-1 0 0,0 0 0,-1 1 0,4 13 0,-2-3-875,-2 1 0,0 0 0,0 25 0,-2-5-4897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4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376 352 14118,'0'0'11504,"7"8"-10060,23 27 231,-29-34-1581,-1 1 1,1-1-1,0 0 0,0 0 0,0 0 0,-1 0 1,1 1-1,-1-1 0,1 0 0,-1 1 0,1-1 1,-1 0-1,0 1 0,0-1 0,1 1 1,-1-1-1,0 0 0,0 1 0,-1-1 0,1 1 1,0-1-1,0 0 0,-1 1 0,1-1 0,-1 0 1,1 1-1,-1-1 0,1 0 0,-1 0 1,0 1-1,0-1 0,1 0 0,-1 0 0,0 0 1,0 0-1,0 0 0,0 0 0,0 0 0,-1 0 1,1-1-1,0 1 0,0 0 0,-1-1 0,0 1 1,-6 3-131,0-1 0,0 0 1,0-1-1,0 0 1,-12 2-1,-23 0 36,-76-3 0,65-1 0,44 0 0,0 0 0,-1-1 0,1 0 0,-15-4 0,22 4 0,0 0 0,0 0 0,0 0 0,0 0 0,1-1 0,-1 1 0,0-1 0,1 0 0,-1 0 0,1 0 0,0 0 0,0 0 0,0 0 0,0 0 0,0-1 0,0 1 0,0-1 0,1 1 0,-2-6 0,0-2 0,1 0 0,0-1 0,1 1 0,0-1 0,1 1 0,0-1 0,2-18 0,-1 27 0,0-14 0,2 0 0,0 0 0,1 1 0,1-1 0,0 1 0,1 0 0,0 0 0,2 1 0,-1 0 0,2 0 0,18-23 0,-19 27 0,1 0 0,0 1 0,1 0 0,0 1 0,0 0 0,1 0 0,0 1 0,0 1 0,0-1 0,1 2 0,0 0 0,0 0 0,1 1 0,-1 1 0,16-3 0,-16 4 0,1 1 0,0 0 0,0 1 0,0 0 0,-1 1 0,17 3 0,-24-3 0,-1 0 0,0 1 0,0-1 0,1 1 0,-1 0 0,0 0 0,-1 1 0,1-1 0,0 1 0,-1-1 0,1 1 0,-1 0 0,0 1 0,0-1 0,0 0 0,0 1 0,-1 0 0,1-1 0,-1 1 0,3 8 0,1 8 0,-1 0 0,-1 0 0,-1 0 0,0 1 0,-2 0 0,0-1 0,-4 38 0,1-28 0,0 4 0,-3-1 0,0 1 0,-2-1 0,-2 0 0,-20 52 0,-82 152 0,81-177 0,4-11-43,-23 49 137,45-88-182,0 1 1,0 0-1,1 1 0,1-1 0,0 1 1,-1 20-1,2-31-147,1 0-1,0 0 1,0 0-1,0-1 1,0 1-1,0 0 1,0 0-1,0 0 1,0-1-1,0 1 0,0 0 1,0 0-1,1 0 1,-1-1-1,0 1 1,1 0-1,-1 0 1,0-1-1,1 1 1,-1 0-1,1-1 1,-1 1-1,1 0 1,-1-1-1,1 1 1,0-1-1,-1 1 1,1-1-1,0 1 1,-1-1-1,1 0 1,0 1-1,-1-1 1,1 0-1,0 1 1,0-1-1,0 0 1,-1 0-1,3 0 1,23 2-9295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4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16135,'0'0'15805,"-4"21"-15050,-13 65-683,16-81-72,0 1 0,-1-1 0,0 0 0,0 0 0,0 0 0,0 0 0,-1-1 0,0 1 0,-4 5 0,-2 2 0,18-24 0,1-1 0,0 1 0,1 1 0,1 0 0,0 0 0,0 1 0,27-16 0,-22 16 0,0 1 0,0 0 0,1 1 0,0 1 0,1 1 0,25-6 0,-43 12 0,0 0 0,0 0 0,0 0 0,0 0 0,0 0 0,0 0 0,0 1 0,0-1 0,0 0 0,0 0 0,0 1 0,0-1 0,0 0 0,0 1 0,-1-1 0,1 1 0,0-1 0,0 1 0,0 0 0,-1-1 0,1 1 0,0 0 0,0 0 0,-1-1 0,1 1 0,-1 0 0,1 0 0,-1 0 0,1 0 0,-1 0 0,1 0 0,-1 0 0,0 0 0,0 0 0,1 0 0,-1 0 0,0 0 0,0 0 0,0 1 0,1 9 0,-1-1 0,0 1 0,-1 13 0,0-3 0,1-20-42,-1 1 1,1-1-1,0 1 1,0 0-1,0-1 0,1 1 1,-1-1-1,0 1 0,1-1 1,-1 1-1,1-1 1,-1 0-1,1 1 0,-1-1 1,1 1-1,0-1 1,0 0-1,0 0 0,0 1 1,0-1-1,0 0 0,0 0 1,0 0-1,0 0 1,1 0-1,1 1 0,16 2-3777,5-3-3411,-20-1 5455,27 0-13346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95 27084,'0'0'4381,"-21"13"-3242,-65 46-976,82-55-163,-1-1 0,1 1 0,0 0 0,0 0 0,0 1 0,1-1 0,-1 1 0,1 0 0,0 0 0,0 0 0,1 0 0,0 0 0,0 1 0,0-1 0,0 1 0,1-1 0,0 1 0,0 0 0,0-1 0,1 1 0,0 0 0,0 0 0,2 10 0,-1-14 0,0 0 0,0 0 0,0-1 0,0 1 0,0 0 0,0-1 0,1 1 0,-1-1 0,1 1 0,-1-1 0,1 0 0,-1 0 0,1 0 0,0 0 0,-1 0 0,1 0 0,0 0 0,0 0 0,0-1 0,0 1 0,0-1 0,0 1 0,0-1 0,0 0 0,0 0 0,-1 0 0,4 0 0,57-2 0,-60 2 0,3-1 0,-1 0 0,1 0 0,-1 0 0,0-1 0,1 1 0,-1-1 0,0 0 0,0-1 0,0 1 0,0 0 0,0-1 0,-1 0 0,1 0 0,-1 0 0,1-1 0,-1 1 0,0-1 0,-1 1 0,1-1 0,-1 0 0,1 0 0,-1 0 0,0 0 0,-1-1 0,1 1 0,1-7 0,1-9 0,0 0 0,-1 0 0,-1-1 0,-1-32 0,-1 46 0,0 1 0,0 0 0,0-1 0,-1 1 0,0 0 0,-1 0 0,1-1 0,-1 1 0,0 0 0,-1 1 0,1-1 0,-1 0 0,-6-8 0,9 13-44,-1 1 0,1-1 0,0 0 0,-1 1 0,1-1 0,-1 0 0,1 1 0,-1-1 0,1 1 1,-1-1-1,1 0 0,-1 1 0,0 0 0,1-1 0,-1 1 0,0-1 0,1 1 0,-1 0 0,0-1 0,1 1 0,-1 0 0,0 0 0,0 0 0,1 0 0,-1-1 0,0 1 0,0 0 0,0 0 0,1 0 1,-1 1-1,0-1 0,0 0 0,1 0 0,-1 0 0,0 0 0,0 1 0,1-1 0,-1 0 0,0 1 0,1-1 0,-1 1 0,0-1 0,1 1 0,-1-1 0,1 1 0,-1-1 0,1 1 0,-1-1 0,0 2 1,-1 1-1439,0 1 0,0-1 0,1 0 0,-1 1 0,1-1 0,0 1 0,0-1 0,-1 5 0,1 14-14165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25 187 18569,'0'0'11453,"-1"18"-9116,-3 56-1929,4-73-408,1 0 0,-1 0 0,0 0 0,0 0 0,-1 0 0,1 0 0,0 0 0,0 0 0,0 0 0,-1 0 0,1 0 0,0 0 0,-1 0 0,1 0 0,-1 0 0,1 0 0,-1-1 0,0 1 0,1 0 0,-1 0 0,0 0 0,0-1 0,1 1 0,-1 0 0,-1 0 0,1-1 0,1 0 0,0 0 0,-1 0 0,1 0 0,0 0 0,-1 0 0,1 0 0,0 0 0,-1 0 0,1 0 0,0-1 0,-1 1 0,1 0 0,0 0 0,0 0 0,-1 0 0,1-1 0,0 1 0,0 0 0,-1 0 0,1 0 0,0-1 0,0 1 0,-1 0 0,1 0 0,0-1 0,0 1 0,0 0 0,0-1 0,-1 1 0,1 0 0,0-1 0,0 1 0,0-11 0,1 0 0,0 0 0,0 0 0,1 0 0,1 0 0,0 0 0,0 1 0,1 0 0,0-1 0,1 1 0,0 1 0,1-1 0,0 1 0,11-14 0,-5 9 17,-1 0-1,2 0 1,0 1-1,16-12 1,-21 20-120,0-1 0,0 1 1,0 1-1,1 0 0,0 0 0,0 0 1,0 1-1,0 0 0,18-2 1,38 1-5141,8 4-3025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335 747 26108,'0'0'3404,"-21"-12"-747,-3 0-2277,2 0-307,0 0-1,-39-31 1,57 40-73,0 0 0,-1 0 0,1 0 0,-1 1 0,0-1 0,0 1 0,0 0 0,0 1 0,0-1 0,0 1 0,-1 0 0,1 1 0,0-1 0,-1 1 0,1 0 0,0 0 0,-1 1 0,1-1 0,0 1 0,-6 2 0,7-1 0,0-1 0,0 1 0,0 0 0,0 0 0,0 1 0,0 0 0,0-1 0,1 1 0,0 0 0,-1 0 0,1 1 0,0-1 0,1 1 0,-1 0 0,1-1 0,-1 1 0,1 0 0,0 0 0,1 1 0,-1-1 0,1 0 0,-1 1 0,1-1 0,0 6 0,0-9 0,1 1 0,-1 0 0,1 0 0,0 0 0,-1-1 0,1 1 0,0 0 0,0 0 0,0 0 0,0 0 0,0-1 0,1 1 0,-1 0 0,1 0 0,-1 0 0,1-1 0,-1 1 0,1 0 0,0-1 0,0 1 0,0-1 0,0 1 0,0-1 0,0 1 0,0-1 0,1 1 0,2 1 0,1-1 0,0-1 0,1 1 0,-1-1 0,1 0 0,0-1 0,-1 1 0,1-1 0,7-1 0,3 0 0,0-1 0,0-1 0,0 0 0,-1-1 0,0-1 0,1-1 0,-2 0 0,1 0 0,-1-2 0,26-16 0,11-13 0,64-58 0,-110 91 0,72-68-230,94-113 0,50-94-366,-192 242 708,-357 512 832,310-445-944,-19 50 0,32-70 0,2 0 0,0 1 0,0-1 0,1 1 0,0 0 0,1-1 0,0 1 0,1 0 0,1 11 0,-1-21 1,0 1-1,0-1 1,1 0 0,-1 0-1,1 1 1,-1-1 0,1 0-1,-1 0 1,1 0 0,0 1-1,-1-1 1,1 0-1,0 0 1,0 0 0,0 0-1,0-1 1,0 1 0,0 0-1,0 0 1,2 1 0,0-1-136,1 1 1,-1-1-1,1 0 1,-1 0-1,1 0 1,-1 0-1,6 0 1,3-1-2304,1 0 0,-1 0 1,23-5-1,12-8-9543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6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44 22346,'0'0'9410,"19"0"-8759,234 0-291,-253 1-360,1-1 0,-1 0 0,1 0 0,-1 0 0,1 0 0,-1 0 0,1 0 0,-1 0 0,1 0 0,-1 0 0,1 0 0,-1 0 0,1 0 0,-1 0 0,1 0 0,-1-1 0,0 1 0,1 0 0,-1 0 0,1 0 0,-1-1 0,1 1 0,-1 0 0,0-1 0,1 1 0,-1 0 0,0-1 0,1 1 0,-1-1 0,0 1 0,1 0 0,-1-1 0,0 0 0,0 0 0,-1 1 0,1-1 0,-1 0 0,1 1 0,-1-1 0,1 0 0,-1 1 0,0-1 0,1 1 0,-1-1 0,0 1 0,0-1 0,1 1 0,-1-1 0,0 1 0,0 0 0,0-1 0,1 1 0,-1 0 0,-2-1 0,-40-8 0,0 2 0,-1 1 0,0 2 0,-65 4 0,105-1 0,-1 1 0,1 0 0,-1 0 0,0 1 0,1 0 0,-1-1 0,1 2 0,-1-1 0,1 0 0,-5 3 0,8-3 0,-1 0 0,1 1 0,0-1 0,-1 0 0,1 1 0,0 0 0,0-1 0,0 1 0,0-1 0,1 1 0,-1 0 0,0 0 0,1-1 0,-1 1 0,1 0 0,0 0 0,-1 0 0,1 0 0,0 0 0,0-1 0,0 1 0,0 0 0,1 0 0,-1 0 0,0 0 0,1 0 0,0 1 0,1 1 4,-1 0-1,1 0 1,0 0-1,0-1 1,0 1 0,0-1-1,1 0 1,-1 0 0,1 0-1,0 0 1,0 0-1,0 0 1,0-1 0,1 1-1,-1-1 1,7 3 0,10 6-343,36 13 0,-49-22 120,57 19-4954,4-6-4576,7-4-6781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101 283 14679,'0'0'17130,"-8"15"-16265,-24 44-772,31-57-93,0 0 0,0 0 0,0 0 0,0 0 0,-1-1 0,1 1 0,-1 0 0,1-1 0,-1 1 0,0-1 0,-2 2 0,3-3 0,1 1 0,-1-1 0,1 0 0,-1 0 0,0 0 0,1 0 0,-1 0 0,1 0 0,-1 0 0,0 0 0,1 0 0,-1 0 0,1 0 0,-1 0 0,1 0 0,-1 0 0,0 0 0,1 0 0,-1-1 0,1 1 0,-1 0 0,1-1 0,-1 1 0,1 0 0,-1-1 0,-1-1 0,0 0 0,1 0 0,-1 0 0,1-1 0,-1 1 0,1 0 0,0-1 0,0 1 0,0 0 0,-1-5 0,-1-6 0,0 1 0,1-1 0,1 0 0,0 0 0,1 0 0,0 0 0,1 1 0,0-1 0,1 0 0,0 0 0,1 1 0,1-1 0,0 1 0,0 0 0,2 0 0,-1 1 0,1-1 0,1 1 0,0 0 0,1 1 0,0 0 0,0 0 0,1 1 0,0 0 0,1 0 0,17-12 0,-20 18 44,0 0 0,-1-1 1,1 2-1,1-1 0,-1 1 0,0 0 1,0 1-1,1 0 0,-1 0 0,12 0 1,21 1-2979,-14 1-2262,11-1-13493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47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0 13014,'0'0'9466,"0"6"-7836,-1 9-984,-1-1 1,0 1 0,-1-1 0,0 0-1,-2 0 1,1-1 0,-2 1 0,0-1-1,-8 13 1,-14 21 425,-37 47 1,-137 145-1026,64-80-49,126-146 2,1 1 0,-13 25 0,21-35 0,1 0 0,0 0 0,1 1 0,-1-1 0,1 1 0,-1-1 0,1 1 0,1 0 0,-1-1 0,1 1 0,0 0 0,0-1 0,0 1 0,1 6 0,0-9 0,-1-1 0,1 0 0,0 1 0,0-1 0,-1 0 0,1 1 0,0-1 0,0 0 0,0 0 0,0 0 0,1 0 0,-1 0 0,0 0 0,0 0 0,1 0 0,-1-1 0,0 1 0,1 0 0,-1-1 0,1 1 0,-1-1 0,1 1 0,-1-1 0,2 0 0,43 5 0,-37-5 0,156 0 0,167-23 0,-228 14 0,-15 4 0,-114 15 0,25-10-46,-1-1 0,1 1 0,0 0 0,0-1 0,0 1 0,-1 0 0,1-1-1,0 1 1,0 0 0,0-1 0,0 1 0,0-1 0,0 1 0,0 0 0,-1-1 0,1 1 0,0-1 0,0 1 0,1-1 0,-1 1 0,0 0 0,0-1 0,0 1-1,0-1 1,0 1 0,0 0 0,0-1 0,1 1 0,-1-1 0,14-21-8190,12-8-6685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54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7 11829,'0'0'14247,"2"-6"-9568,-4 15-4459,0-1-1,0 1 0,0-1 0,-1 0 0,0 1 0,-1-1 0,0-1 0,-8 13 0,-5 12-179,-19 43-109,3 2 1,3 1-1,-28 116 0,58-192-419,-6 19-1203,2-15-2195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54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1 257 12310,'0'0'14041,"10"4"-12577,-7-3-1346,2 1 19,-1-1-1,1 1 1,-1 1-1,0-1 1,0 0-1,0 1 1,0 0 0,0 0-1,-1 0 1,1 0-1,-1 1 1,0-1-1,0 1 1,0 0-1,4 8 1,18 33 154,1-1-1,2-1 1,1-1 0,48 49 0,-30-27-286,-45-64-13,1-18 208,19-81 305,42-121 0,-13 56-517,-12 21 12,-41 156-183,1 0 0,0 1-1,0 16 1,1 3-5634,0-6-3528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5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5699,'0'0'25651,"-8"26"-24493,5-15-1092,-52 167 127,26-80-193,21-64 0,-2 0 0,-2-1 0,-15 32 0,10-43-589,6-16-3425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0:5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71 224 6019,'21'-22'6992,"2"-3"-5295,-3 2-224,1 1-1,1 1 1,1 1 0,29-20-1,-45 34-707,1 0 0,0 1-1,1 0 1,-1 0-1,1 1 1,0 0-1,0 0 1,1 1 0,-1 1-1,0-1 1,15-1-1,-23 5-712,0-1 0,1 0-1,-1 1 1,0-1 0,0 0-1,1 1 1,-1-1 0,0 1-1,0 0 1,0 0 0,0-1-1,0 1 1,0 0 0,0 0-1,0 0 1,0 0 0,0 0-1,0 0 1,0 0 0,-1 0-1,1 0 1,-1 0 0,1 1-1,0-1 1,-1 0 0,0 0-1,1 1 1,-1-1 0,0 2-1,6 44-130,-5-41 129,1 30-50,-5 67 0,3-100 0,-1 0 0,0 0 0,0 1 0,0-1 0,0 0 0,-1 0 0,1 0 0,-1 0 0,0 0 0,0-1 0,0 1 0,0-1 0,0 1 0,0-1 0,-1 1 0,1-1 0,-1 0 0,0 0 0,0-1 0,0 1 0,0 0 0,0-1 0,0 0 0,0 1 0,-5 0 0,-9 2 0,-1 0 0,0 0 0,-29 0 0,18-1 0,4 0 0,1 1 0,-44 13 0,62-15 0,0 0 0,0 0 0,0 1 0,0-1 0,1 1 0,-1 1 0,1-1 0,0 1 0,0 0 0,0 0 0,0 1 0,1-1 0,-1 1 0,1 0 0,1 0 0,-5 7 0,6-8 0,1 0 0,-1 1 0,1-1 0,0 0 0,1 1 0,-1-1 0,1 0 0,-1 1 0,1-1 0,1 1 0,-1-1 0,1 0 0,-1 1 0,1-1 0,0 0 0,1 0 0,-1 1 0,1-1 0,0 0 0,0 0 0,0-1 0,1 1 0,-1 0 0,5 4 0,6 7 0,1 0 0,1-2 0,0 0 0,17 12 0,-27-21 0,94 66 0,-53-39 0,-1 2 0,66 63 0,-106-91 0,-1 0 0,1 1 0,-1 0 0,0 0 0,-1 0 0,0 0 0,0 1 0,4 10 0,-7-19-91,0 1 1,0 0-1,-1-1 0,1 1 0,0 0 1,0 0-1,-1-1 0,1 1 1,-1 0-1,1 0 0,-1 0 1,0 0-1,1 0 0,-1 0 0,0 0 1,0 0-1,0 0 0,-1-1 1,-16-13-8528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1:0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301 304 4226,'0'0'560,"-106"-28"337,60 5-353,4 0-144,9-2-240,5 2-128,12-2-32,5 0-144,5-2-400,0-2 32,6-7-609,-7-4-2176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1.3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 12054,'0'0'13254,"0"-1"-13146,0 1 1,0-1-1,1 1 1,-1-1 0,0 1-1,0-1 1,0 1 0,1-1-1,-1 1 1,0-1 0,1 1-1,-1 0 1,0-1 0,1 1-1,-1-1 1,0 1-1,1 0 1,-1-1 0,1 1-1,-1 0 1,1 0 0,-1-1-1,1 1 1,0 0-1,1-1-50,0 1 0,0 0 0,0 0 0,0 0 0,-1 1 0,1-1 0,0 0 0,0 1 0,0-1 0,0 1 0,-1 0 0,1 0 0,0-1 0,-1 1 0,1 0 0,-1 0 0,1 1 0,-1-1 0,1 0 0,1 3 0,0 1-73,0 0 0,0 1 0,-1-1 0,0 1 0,0-1 0,1 7 0,13 46-3343,5 0-6085,-10-29 1560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1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5202,'0'0'16504,"82"35"-16088,-74-24-176,3 1-224,-1 3-16,1 6-32,-1 2-864,3 0-2338,-3 4-1216,0-2-1136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1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7764,'0'0'10821,"34"58"-10821,-26-47-81,5 3-1247,-3-1-1537,-1 4-3442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1.9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7155,'0'0'10885,"40"44"-10789,-30-36-96,3 0-992,2 3-1457,-1 1-3634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2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0 11365,'0'0'14359,"-9"0"-13463,9 3-928,0 3-3682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2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1 12870,'0'0'7363,"-105"136"-6722,93-103-625,3-4-32,7-1-2209,-4 5-2001,-4 7-2337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2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1 10997,'0'0'9252,"-56"112"-9252,56-99-512,0 4-2417,-4-1-1537,-13 14-1649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2.9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0 8820,'0'0'4210,"-42"113"-2545,42-88-1329,0-4-176,0 6-128,-4 2 16,2-3-48,-2-1-1169,2-7 417,-5 1-3266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3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1 7475,'0'0'15367,"-50"106"-14006,33-72-352,-6-1-97,-6 3-656,2 3-64,2 1-192,0 2-272,4-2-1569,4-5-4098,7-8-1008,6-4-4338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3.3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8228,'0'0'17560,"-5"2"-14951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23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9588,'0'0'12294,"-4"11"-10965,-15 47 1459,-15 74 0,26-82-2483,-4 13-191,-5 126 0,15-125-57,4 71-21,-2-133-7,1-1 0,-1 0 0,0 1 0,1-1-1,-1 1 1,1-1 0,0 0 0,-1 0-1,1 1 1,0-1 0,0 0 0,0 0-1,0 0 1,0 0 0,0 0 0,0 0-1,0 0 1,0 0 0,0 0 0,1-1 0,-1 1-1,0 0 1,1-1 0,-1 1 0,0-1-1,1 1 1,-1-1 0,0 0 0,1 0-1,-1 1 1,1-1 0,-1 0 0,1 0 0,2-1-1,-1 1 70,0 0 0,0 0 0,0-1-1,0 1 1,0-1 0,0 0 0,0 0-1,0 0 1,0 0 0,0-1 0,0 1-1,0-1 1,-1 0 0,6-3 0,0-4-43,0 0 0,1 0 0,0 1 0,0 0 0,1 0 0,0 1 0,1 1 0,0 0 0,0 0 0,0 1 0,0 1 0,1-1 0,0 2 0,-1 0 0,21-3 0,-17 5-104,20-5-1304,-14-2-3680,-8-2-2666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34.63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767 55 3522,'0'0'9297,"9"-6"-8707,27-20 31,-27 17-2689,-10-4 18742,-4 16-15467,-18 26-701,-34 60 1,18-28-18,-57 100-5,56-90-201,-58 78 1,42-77-27,-83 114-129,108-139-132,1 1-1,-25 58 0,-8 60 5,-15 30 0,74-190-37,-1 7 115,4-13-88,1 0 0,0 0 0,0 1 0,0-1 0,0 0 0,0 0 0,0 1 0,0-1 0,0 0 0,0 0 0,1 0 0,-1 1 0,0-1 0,0 0 0,0 0 0,0 0 0,0 1 0,0-1 0,0 0 0,0 0 0,0 0 0,1 0 0,-1 1 0,0-1 0,0 0-1,0 0 1,0 0 0,1 0 0,-1 0 0,0 0 0,0 1 0,0-1 0,1 0 0,-1 0 0,0 0 0,0 0 0,0 0 0,1 0 0,-1 0 0,0 0 0,0 0 0,0 0 0,1 0 0,-1 0 0,0 0 0,0 0 0,1 0 0,-1 0-299,1 0 0,-1 0 1,1 1-1,-1-1 0,0 0 1,1 1-1,-1-1 0,1 0 1,-1 1-1,0-1 0,0 1 1,1-1-1,-1 1 0,0-1 1,1 0-1,-1 1 0,0-1 1,0 1-1,0-1 0,0 1 1,0-1-1,1 1 0,-1-1 1,0 1-1,0 0 0,0-1 1,0 1-1,0-1 0,-1 1 1,1-1-1,0 1 0,0 0 1,0 1-1389,0 14-8198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41.22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104 101 5442,'0'0'9087,"0"-13"-7566,0-36 140,0 11 7043,-5 37-5446,-13 2-1461,17-1-1747,-1 1-1,1-1 1,-1 1-1,1-1 0,0 1 1,-1 0-1,1 0 0,0 0 1,0 0-1,0 0 0,0 0 1,0 0-1,0 0 1,0 0-1,0 0 0,0 0 1,0 1-1,0-1 0,1 0 1,-1 1-1,1-1 0,-1 1 1,1-1-1,-1 1 1,1-1-1,0 1 0,0 1 1,-6 49-224,6-42 262,-1 123-88,-1 16 0,-1-133 0,0 0 0,0 0 0,-2-1 0,-7 21 0,-9 29 0,22-60-1117,6-11-120,6-11-1390,24-57-8810,-20 33 2772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41.49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73 0 15015,'0'0'15831,"-1"16"-14457,-40 244-827,29-218-551,7-29-57,2 0 0,-1-1 0,2 2 0,-3 23 0,18-49-19127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4:42.15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1256 3 12838,'-22'-1'2257,"18"0"-2168,-123 0 4071,103 2-3270,-1 2 1,1 0 0,0 1 0,-32 11 0,-20 13 548,0 3-1,2 4 1,1 3 0,-123 86 0,153-92-1241,1 2-1,2 1 0,2 2 0,1 2 0,2 2 0,1 1 1,3 1-1,-38 67 0,54-78-197,1 2 0,2-1 0,1 1 0,2 1 0,1 0 0,1 1 0,2-1 0,2 1 0,1 0 0,2 0 0,2 0 0,1-1 0,1 1 0,2-1 0,2 0 0,15 42 0,1-12 0,2-1 0,4-2 0,53 85 0,-64-118 0,1-2 0,2 0 0,0-1 0,2-1 0,1-2 0,0 0 0,2-1 0,57 34 0,-47-37 0,1-1 0,0-2 0,2-2 0,-1-2 0,63 11 0,-26-11 0,0-4 0,81-2 0,-95-8 0,-1-3 0,1-2 0,-2-3 0,1-3 0,-1-3 0,75-29 0,-39 8 0,-2-4 0,-1-3 0,-3-5 0,124-89 0,-148 89 0,-3-4 0,-1-2 0,-3-2 0,-3-4 0,-2-1 0,48-74 0,-80 101 0,-1 0 0,-1-1 0,-3-1 0,0 0 0,-3-1 0,-1-1 0,-2-1 0,9-56 0,-18 73 0,0 0 0,-1-1 0,-2 1 0,0-1 0,-2 1 0,-9-42 0,7 47 0,-1 0 0,-1 1 0,-1 0 0,0 0 0,-1 0 0,0 1 0,-2 1 0,0-1 0,-17-17 0,5 11 0,-1 1 0,-1 1 0,-1 2 0,0 0 0,-1 2 0,-1 0 0,-1 2 0,0 2 0,-1 0 0,-39-9 0,-11 1 0,-2 4 0,-141-10 0,-177 17 0,308 9 0,84 0-46,-4 0 73,0 0-1,-1 1 0,1 0 0,-17 4 1,26-4-73,0 0 1,0 0 0,0 0 0,0 1-1,0-1 1,0 1 0,1-1 0,-1 1-1,1 0 1,-1 0 0,1 0 0,0 0-1,-1 1 1,1-1 0,1 1 0,-1-1 0,0 1-1,0 0 1,1-1 0,0 1 0,-3 6-1,-1 11-5700,-1-1-5702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625 211 5491,'0'0'8686,"-8"-17"3891,2 17-12459,-2 0-80,1-1 0,-1 2 0,0-1-1,0 1 1,1 0 0,-1 1-1,0 0 1,1 0 0,0 0-1,-12 6 1,-14 10-7,1 1 1,0 2-1,2 1 0,0 1 0,2 2 1,-50 56-1,44-40 93,2 2-1,1 2 1,-41 82 0,57-96-44,2 1 0,1 1-1,1 0 1,2 1 0,2 0 0,-6 64 0,10-71 16,2 0-1,2 0 1,0 1 0,2-1 0,0 0-1,2 0 1,1-1 0,2 0 0,12 33 0,-8-32-29,2 1 1,1-2 0,0 0 0,2-1 0,36 41 0,-40-53-46,1 0 0,0 0 1,1-1-1,0-1 1,1-1-1,0 0 0,1-1 1,0-1-1,0 0 1,27 7-1,4-4-1,1-1 1,0-3-1,1-2 1,0-2-1,63-5 0,-75-1-13,-1-1-1,1-2 1,-1-2-1,0-1 1,-1-2-1,44-19 1,-34 9 7,-1-1-1,-2-3 1,0-1-1,50-41 1,-61 41-8,-2-1-1,-1-2 1,-2 0 0,0-2 0,33-51 0,-45 56 8,0 0 0,-2-1 0,0-1 0,-2 0 0,-2 0 0,0-1 0,-2 0 0,4-33 0,-5 16 16,-2 1-1,-3-1 1,-1 0 0,-2 0 0,-2 1 0,-3-1 0,-16-62 0,16 83 42,-2 0 0,-1 0 0,-1 0 0,-1 1 0,-1 1 0,-1 0 0,-1 1 0,-1 1 0,0 0 0,-2 1 0,-1 1 0,0 1 0,-1 0 0,-24-15 0,19 17 6,0 2 0,-1 0 0,-1 2 0,0 1 0,-1 1 0,0 1 0,-54-9 0,23 10-30,0 3 0,-114 5 0,137 3-117,0 2 0,0 2 0,0 1 0,1 2-1,-67 29 1,100-39-101,0 1-1,0-1 1,1 1-1,-1 0 1,1 0-1,-1 0 0,0 0 1,1 0-1,0 0 1,-1 0-1,1 0 1,0 1-1,-1-1 0,1 0 1,0 1-1,0-1 1,0 1-1,-1 2 0,0 8-5796,1 3-4977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1008 110 352,'0'0'13812,"5"-13"-12310,4-12-859,5-11 294,0 0 2888,-15 57 3108,2-16-6712,-1 0 1,0 0-1,0 0 0,-1 0 0,0 0 0,-1 8 0,-34 92 2138,24-64-1954,-26 58 1,-109 161-357,-22-10-57,90-135 12,-216 339-4,226-334 0,-101 242 0,166-351 0,-4 8 0,2 0 0,-6 25 0,15-100-730,-2 33-6293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8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5731,'0'-4'20966,"0"-12"-18767,0 15-2085,0-1 0,0 1 0,0-1-1,0 1 1,0-1 0,0 1 0,0-1 0,1 0 0,-1 1 0,1 0 0,-1-1-1,1 1 1,-1-1 0,2-1 0,-2 3-86,1 0-1,-1 0 1,1-1 0,-1 1-1,0 0 1,1 0-1,-1 0 1,1 0 0,-1 0-1,1 0 1,-1 0 0,0 0-1,1 0 1,-1 1 0,1-1-1,-1 0 1,0 0-1,1 0 1,-1 0 0,0 0-1,1 1 1,-1-1 0,0 0-1,1 0 1,-1 1-1,0-1 1,1 0 0,-1 1-1,0-1 1,0 0 0,1 1-1,-1-1 1,6 8 39,-1 0-1,0 0 1,7 13 0,43 93 597,64 120-344,262 335-320,-180-285 0,-154-214 0,247 385 0,-244-368 0,-4 3 0,-5 2 0,42 131 0,-64-162 0,45 100 0,-47-128 0,1 0 0,2-1 0,1 0 0,30 32 0,-50-63 1,-1 0 0,1 0 0,0-1 0,0 1 0,0 0-1,0 0 1,0-1 0,0 1 0,0-1 0,0 1 0,0-1 0,0 0 0,0 1 0,0-1 0,1 0-1,-1 0 1,0 1 0,0-1 0,0 0 0,2-1 0,8-1-3518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1001 1288 3249,'0'0'2620,"0"-7"-2222,1 2-266,0 0 0,0 0-1,0 0 1,1 0 0,0 0 0,0 0 0,0 0-1,1 1 1,-1-1 0,1 1 0,0 0 0,0 0 0,1 0-1,-1 0 1,1 0 0,6-4 0,63-52 1588,-47 40-1527,35-34 0,-53 46-190,-1 0 0,0-1 1,0 0-1,-1 0 0,-1 0 0,1-1 0,-2 0 0,7-15 0,-7 10 170,0 0 0,-1 0 1,-1 0-1,1-23 0,-2 26 346,-1 0 0,-1 1 0,0-1 1,-1 1-1,0-1 0,-1 1 0,0 0 0,-1 0 0,0 0 0,-10-19 1,-14-16 1338,-2 2 1,-43-49-1,58 76-1415,-1 0-1,0 1 0,-2 1 0,1 1 0,-2 1 1,0 0-1,-37-18 0,41 25-169,0 1-1,-1 0 1,1 2 0,-1 0-1,0 0 1,0 2-1,-1 0 1,1 0 0,-17 3-1,12 0-28,1 1-1,0 1 0,1 0 0,-1 2 0,1 0 1,-34 17-1,9 1-22,1 2 0,2 1 0,1 3 0,1 1 0,1 2 0,2 2 0,1 1 1,-29 41-1,37-42-220,2 1 1,2 2 0,1 0-1,2 1 1,2 1-1,2 1 1,1 0 0,2 1-1,-10 58 1,16-53-2,2 0 0,2 67 0,4-91 0,1 1 0,1-1 0,1 0 0,1 0 0,0-1 0,18 41 0,-11-38 0,2-1 0,0 0 0,2-1 0,1-1 0,0-1 0,2 0 0,0-1 0,1-1 0,1-1 0,1-1 0,34 21 0,-22-18 0,0-2 0,2-1 0,0-1 0,0-3 0,2-1 0,-1-1 0,65 9 0,-37-14 0,0-2 0,0-3 0,1-2 0,-1-4 0,0-2 0,0-4 0,-1-2 0,-1-3 0,96-37 0,-80 23 0,-2-4 0,-1-4 0,135-88 0,-171 97 0,-2-2 0,0-1 0,-2-2 0,-2-2 0,-1-1 0,-2-1 0,-1-2 0,26-48 0,-30 39 0,-2 0 0,-2-2 0,-2 0 0,16-71 0,-26 78 0,-2 0 0,-2 0 0,-2-1 0,-2 0 0,-7-77 0,2 97 0,-1 0 0,-1 0 0,-1 1 0,-2 0 0,0 0 0,-2 1 0,0 0 0,-2 0 0,0 1 0,-27-35 0,20 33 0,-2 2 0,0 0 0,-1 1 0,-1 1 0,-1 2 0,-1 0 0,0 1 0,-43-20 0,8 10 0,-2 2 0,0 4 0,-1 2 0,-92-16 0,59 21 0,-1 4 0,-129 3 0,201 7-44,0 2 0,0 1 1,0 0-1,1 2 0,-1 1 0,-29 12 0,26-7-1716,0 2-1,-40 26 0,-19 19-7809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1776 157 4834,'0'0'2247,"3"-20"-559,1-8-682,2-20-281,-4-10 7384,-10 55-4163,-17 3-2213,19 0-855,-1 1-642,0 0 0,1 0 0,-1 0 0,1 1 0,-1 0 0,1 0 0,0 0 0,0 1 0,0 0 0,0 0 0,0 1 0,1 0 0,-10 8 0,-6 7 409,1 1 0,-17 22-1,22-25-285,-326 433 1679,143-179-2072,-198 215 34,-41 53 0,426-525 0,-90 128 0,83-113 0,0 1 0,-24 61 0,60-129-151,15-35 189,-20 24-5525,-13 28-3851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1783 170 11509,'0'0'1644,"-10"-18"1042,6 12-2399,0-2 70,0 1 1,-1 0-1,1 1 0,-1-1 1,-1 1-1,-10-10 1,12 13-211,0 0 1,0 1 0,0-1 0,-1 1-1,1 0 1,-1 1 0,1-1 0,-1 1-1,0-1 1,0 1 0,0 1 0,1-1-1,-1 1 1,0 0 0,0 0 0,0 0-1,-7 2 1,-26 5 468,0 1-1,1 2 0,-57 23 1,-105 61 1441,84-31-1071,2 6-1,4 4 0,3 6 0,3 3 1,4 5-1,-134 154 0,186-188-973,2 2-1,3 2 1,3 1-1,2 3 1,-43 94 0,68-123-14,1 0 0,1 0 1,1 1-1,3 0 1,-6 58-1,11-66 3,2 0-1,0 0 0,1 0 1,2 0-1,0 0 1,2-1-1,0 1 1,16 35-1,-7-30 0,0-1 0,2 0 0,1-1 0,1-1 0,2-1 0,0-1 0,2 0 0,1-2 0,0-1 0,2 0 0,1-2 0,57 32 0,-41-29 0,1-2 0,0-2 0,2-2 0,0-2 0,1-2 0,1-2 0,0-2 0,61 3 0,-55-10 0,0-3 0,1-1 0,-2-3 0,1-3 0,83-22 0,-72 10 0,-1-2 0,0-4 0,-2-2 0,62-38 0,-49 18 0,-2-3 0,-2-2 0,-3-4 0,-2-3 0,-2-3 0,-4-2 0,68-96 0,-92 109 0,-2-1 0,-2-2 0,-3-1 0,-2-2 0,-3 0 0,24-90 0,-38 110 0,-2-1 0,-1 0 0,-2 0 0,-2 0 0,-2-1 0,-1 1 0,-2-1 0,-2 1 0,-1 0 0,-2 0 0,-18-56 0,15 69 0,-1 1 0,-1-1 0,-1 2 0,-1 0 0,-2 0 0,0 2 0,-29-32 0,19 27 0,-2 1 0,-1 2 0,0 1 0,-65-38 0,32 29 0,-1 3 0,-1 3 0,-1 3 0,-1 2 0,-112-19 0,79 24 0,-1 5 0,-111 2 0,195 11-7,21 2 12,28 6-822,11-3-2762,0-3-1,67-2 1,35-2-4729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58 7443,'0'0'7777,"-7"-10"-5891,-22-30 382,21 33 1012,8 14-2964,0-4 199,0 197 5661,1 267-3070,3-401-3106,3 0 0,3-1 0,2 0 0,3 0 0,39 101 0,155 294 0,-98-234 0,-4 58 0,-66-164 0,-40-116 0,2 4 0,-1 1 0,1-1 0,1 0 0,-1 0 0,2 0 0,-1 0 0,1-1 0,0 0 0,0 0 0,9 8 0,22 27 0,-36-39-18,1 1 0,-1-1 0,1 1 0,-1-1 0,0 1 0,-1 0 0,0 4 0,1-2-433,-2 14-4412,-4 4-8151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1199 585 8244,'0'0'3540,"10"-21"-58,33-66 199,-41 82-3306,0 1-1,-1 0 0,1-1 1,-1 0-1,1 1 0,-1-1 0,-1 0 1,1 1-1,-1-1 0,0 0 1,0-7-1,-1 4 459,1 7-720,0 0 0,0 0-1,0 0 1,0-1 0,0 1-1,-1 0 1,1 0 0,0 0-1,-1 0 1,1 0 0,-1 0-1,1 0 1,-1 1 0,1-1-1,-1 0 1,0 0 0,1 0-1,-1 0 1,0 1 0,0-1-1,0 0 1,1 1 0,-1-1-1,0 0 1,-2 0 0,-30-5 1048,32 6-1124,-18-2 254,-1 2 1,1 1-1,0 0 1,0 1 0,0 1-1,0 1 1,-24 8-1,-13 8 360,-58 29-1,33-11-558,3 4 0,1 2-1,2 4 1,3 4 0,2 2 0,2 4-1,-103 112 1,150-144-92,0 0 0,2 1 0,1 0 0,1 2 0,2 0 0,1 1 0,-15 44 0,24-56 0,0 0 0,1 0 0,1 0 0,1 1 0,1-1 0,0 1 0,2-1 0,0 1 0,1-1 0,0 1 0,2-1 0,0 0 0,1 0 0,13 30 0,-7-26 0,2-1 0,0 0 0,1-1 0,1-1 0,0 0 0,2-1 0,0 0 0,1-1 0,1-2 0,1 0 0,0 0 0,36 18 0,-19-14 0,1-2 0,0-1 0,2-1 0,0-3 0,0-1 0,72 9 0,-56-14 0,-1-3 0,1-2 0,0-2 0,0-3 0,70-14 0,-80 8 0,0-2 0,-1-2 0,0-2 0,-1-2 0,-2-2 0,65-40 0,-70 36 0,-1-2 0,-1-1 0,-2-2 0,-1-1 0,-1-2 0,-2-1 0,-1-1 0,-2-1 0,-1-2 0,-2 0 0,-2-2 0,-1 0 0,-2-1 0,-1-1 0,-3-1 0,-1 0 0,-3-1 0,10-69 0,-13 52 0,-3 0 0,-2 0 0,-12-116 0,5 143 0,-1 0 0,-2 0 0,-1 1 0,-2 1 0,-1-1 0,-1 2 0,-2 0 0,-30-47 0,26 51 1,-1 0-1,-2 1 1,0 2 0,-2 0 0,0 1-1,-1 2 1,-2 0 0,0 2-1,-42-21 1,45 26-8,-1 2-1,0 1 1,0 1 0,-1 2 0,-1 0-1,1 2 1,-1 0 0,0 2 0,0 1-1,0 2 1,-45 4 0,65-4-192,1 1 0,-1 1 0,1-1 1,0 1-1,0 0 0,0 1 0,0 0 0,-7 4 0,10-6-358,1 1-1,-1 0 0,1 0 0,0 0 0,0 1 0,0-1 0,0 0 1,0 1-1,0-1 0,1 1 0,-2 3 0,1-2-1219,1 0 0,0 0 1,1-1-1,-1 1 0,1 0 0,-1 0 0,1 6 1,0-10 1760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445 9156,'0'0'11328,"0"-16"-9527,0-118 1096,-1 119-2711,1 0 1,0 1-1,1-1 0,1 0 1,1 1-1,0-1 0,0 1 0,2 0 1,0 0-1,7-14 0,18-20 700,-21 37-228,-2 0 1,0-1-1,0 0 1,6-16-1,-23 52 10,-25 43 0,9-21-646,-877 1466-22,878-1473 0,-2 0 0,1 2 0,2 1 0,-20 50 0,42-86 0,0 0 0,1 0 0,-1 0 0,1 0 0,1 0 0,-1 0 0,1 7 0,0-13 0,0 1 0,0-1 0,0 0 0,0 0 0,0 0 0,0 0 0,0 0 0,0 0 0,0 1 0,0-1 0,0 0 0,0 0 0,0 0 0,0 0 0,0 0 0,1 0 0,-1 1 0,0-1 0,0 0 0,0 0 0,0 0 0,0 0 0,0 0 0,0 0 0,0 0 0,0 0 0,0 1 0,1-1 0,-1 0 0,0 0 0,0 0 0,0 0 0,0 0 0,0 0 0,0 0 0,0 0 0,1 0 0,-1 0 0,0 0 0,0 0 0,0 0 0,0 0 0,0 0 0,1 0 0,-1 0 0,0 0 0,0 0 0,0 0 0,9-5 0,6-9 0,-9 4-51,-1 0-1,1 0 1,-1 0-1,-1-1 1,0 0-1,-1 0 1,0 0 0,0 0-1,-1-1 1,0-11-1,-24 29-17574,-2 9 4027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1499 169 14663,'0'0'2668,"-28"-12"325,13 6-2489,-8-5 404,-1 1-1,-34-8 0,45 15-562,-1 0 1,1 1-1,-1 1 0,1 0 1,-1 1-1,1 1 0,-1 0 0,-23 4 1,3 5 443,1 1 0,-60 27 0,-64 47 661,63-28-1122,3 3-1,2 4 0,3 4 1,3 4-1,4 3 1,-91 110-1,146-154-327,1 1 0,1 2 0,2 0 0,2 1 0,1 0 0,1 2 0,-14 51 0,22-57 0,2 1 0,0 1 0,3-1 0,0 1 0,2 0 0,2 0 0,1 0 0,1-1 0,10 42 0,-3-34 0,2-1 0,2-1 0,2-1 0,1 0 0,2 0 0,36 51 0,-24-45 0,2-1 0,2-1 0,1-2 0,66 54 0,-78-75 0,0 0 0,1-1 0,1-2 0,1-1 0,0 0 0,1-3 0,36 12 0,-43-17 0,-1-2 0,1 0 0,0-1 0,0-1 0,0-2 0,0 1 0,0-2 0,0-1 0,0-1 0,0-1 0,27-8 0,-15 0 0,-1-1 0,0-2 0,-1-1 0,-1-1 0,-1-2 0,30-24 0,-15 7 0,-3-1 0,-1-2 0,40-51 0,-38 34 0,-2-1 0,-3-2 0,54-116 0,-53 85 0,-4-1 0,25-112 0,-41 127 0,-4-1 0,-3-1 0,-3 1 0,-4-1 0,-10-141 0,1 189 0,0 0 0,-2 0 0,-2 0 0,0 1 0,-2 1 0,-1-1 0,-2 2 0,0 0 0,-2 0 0,-1 2 0,-1 0 0,-1 1 0,-1 1 0,-1 0 0,-1 2 0,-1 1 0,0 0 0,-2 2 0,-41-23 0,60 37-199,-1 0-1,0 0 1,0 1 0,0 1-1,0-1 1,0 1-1,-1 0 1,1 1 0,-1-1-1,-8 1 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89 117 64,'0'0'17613,"-12"-16"-16167,-33-50 6,29 37 876,12 23 1165,3 14-1044,-1 1-2342,-3 32 345,3 0 1,0 1-1,3-1 1,2 0-1,1 0 1,2 0-1,2-1 1,20 63-1,-1-28-516,3 0 0,3-2-1,62 99 1,-31-73 64,5-3 0,152 163 0,197 144 0,-172-172 0,-161-148 0,-3 3 0,-5 4 0,130 196 0,-192-257 0,16 41 0,8 15 0,-35-76 0,1 0 0,1-1 0,-1 0 0,2 0 0,-1-1 0,13 12 0,-19-18 0,1-1 0,-1 1 0,0-1 0,1 1 0,-1-1 0,0 1 0,1-1 0,-1 1 0,1-1 0,-1 0 0,1 1 0,-1-1 0,0 0 0,1 1 0,0-1 0,-1 0 0,1 0 0,-1 0 0,1 1 0,-1-1 0,1 0 0,-1 0 0,1 0 0,0 0 0,-1 0 0,1 0 0,-1 0 0,1 0 0,0 0 0,-1 0 0,1 0 0,-1-1 0,1 1 0,-1 0 0,1 0 0,-1-1 0,1 1 0,-1 0 0,1 0 0,-1-1 0,1 1 0,-1-1 0,1 1 0,-1 0 0,0-1 0,1 1 0,-1-1 0,0 1 0,1-1 0,-1 1 0,0-1 0,1 1 0,-1-1 0,0 0 0,5-43 0,-3 17 0,0 24-529,2-8 1278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1834 140 20986,'0'0'1302,"-22"-20"725,6 3-1445,9 8-298,-1 0 0,0 1-1,0 0 1,-1 0 0,0 1 0,-1 0-1,1 1 1,-1 0 0,-1 1 0,1 0 0,-1 0-1,0 1 1,0 0 0,0 1 0,-20-3-1,-21 3 153,-1 3-1,1 2 0,0 3 1,0 1-1,0 3 0,1 2 1,-59 22-1,15 1-486,2 5 0,-158 92 0,172-85 51,3 4 0,2 3 0,-119 110 0,159-129 0,2 3 0,2 0 0,-38 60 0,50-67 0,2 0 0,1 1 0,2 0 0,1 1 0,-13 55 0,17-48 0,1 0 0,3 0 0,1 0 0,2 1 0,1-1 0,2 1 0,2-1 0,2 0 0,2 0 0,1 0 0,1-1 0,3-1 0,1 0 0,1-1 0,3 0 0,0-1 0,3-1 0,0-1 0,2-1 0,2-1 0,1-1 0,1-1 0,1-2 0,2-1 0,51 36 0,-43-38 0,1-3 0,0-1 0,2-2 0,0-1 0,1-3 0,1-1 0,0-2 0,1-2 0,-1-2 0,2-2 0,-1-2 0,64-4 0,-48-2 0,1-4 0,-2-2 0,1-3 0,-2-2 0,0-3 0,0-2 0,-2-3 0,86-45 0,-99 40 0,0-1 0,-2-3 0,-1-1 0,-1-1 0,-2-3 0,-2-1 0,-1-1 0,-2-2 0,47-77 0,-30 30 0,-3-3 0,-4-1 0,58-189 0,-80 216 0,-4-1 0,-2 0 0,-3 0 0,-3-2 0,0-113 0,-9 163 0,0 0 0,-1 0 0,0 1 0,-1-1 0,-2 1 0,1 0 0,-2 0 0,0 0 0,-1 1 0,0 0 0,-1 0 0,-1 0 0,0 1 0,-1 1 0,-1 0 0,0 0 0,-1 1 0,0 0 0,0 1 0,-25-16 0,11 10 0,-1 1 0,0 1 0,-1 1 0,0 2 0,-1 1 0,0 1 0,-55-11 0,19 10 0,0 4 0,-106 0 0,133 7 0,0 1 0,-69 13 0,95-12 0,0 1 0,1 0 0,-1 1 0,1 0 0,0 1 0,0 0 0,1 1 0,-1 0 0,1 0 0,1 1 0,-1 1 0,-15 15 0,23-20-41,0 0-1,0 0 1,0 0-1,0 0 1,0 0 0,1 0-1,0 0 1,-1 1-1,0 3 1,4 9-2320,-1-15 2021,-1 0 0,1 0 0,-1-1 0,1 1 0,0 0 0,0 0 0,-1-1 0,1 1 0,0-1 0,0 1 0,0-1 0,0 1 0,-1-1 0,1 1 0,0-1 0,0 0 0,2 1 0,31 1-8197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2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10565,'0'0'11029,"0"14"-9519,-20 176 1842,2-36-1526,18-153-1806,0-1 1,0 1-1,0-1 0,0 1 0,0-1 0,-1 1 0,1 0 0,0-1 0,0 1 1,1-1-1,-1 1 0,0-1 0,0 1 0,0 0 0,0-1 0,0 1 0,1-1 0,-1 1 1,0-1-1,0 1 0,1-1 0,-1 1 0,0-1 0,1 1 0,-1-1 0,1 0 1,-1 1-1,0-1 0,1 1 0,-1-1 0,2 1 0,-1-1-6,0 0-1,1 0 1,-1-1 0,0 1-1,0 0 1,1 0-1,-1-1 1,0 1-1,0-1 1,1 1 0,-1-1-1,0 1 1,0-1-1,1 0 1,45-38-215,-35 29 147,-2 1-198,1 2 1,-1-1-1,21-9 1,-27 15 191,0 0 1,1 1-1,-1-1 0,0 1 1,1 0-1,-1 1 1,0-1-1,1 1 1,-1 0-1,1 0 0,-1 0 1,1 1-1,-1-1 1,7 3-1,-9-2 57,-1-1 0,1 1 0,-1 0 0,1 0 1,-1 0-1,0 1 0,0-1 0,0 0 0,0 0 0,0 1 0,0-1 0,0 1 0,0-1 1,0 1-1,0-1 0,-1 1 0,1-1 0,-1 1 0,1 0 0,-1-1 0,0 1 0,1 3 1,2 47 5,-2-34-4,1 9 27,0 59 6,-2-80-10,-1 0 1,1 0 0,-1 0-1,-1 0 1,1 0-1,-1-1 1,0 1-1,0 0 1,-1-1-1,1 0 1,-6 7-1,2-3 81,-1-1 1,0-1-1,-1 1 0,0-1 0,0 0 1,0-1-1,-1 0 0,0-1 1,0 1-1,-1-2 0,1 1 0,-1-1 1,0-1-1,0 0 0,0 0 0,-19 2 1,-4 1-184,-15 2 94,17-6-4695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2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11269,'0'0'14481,"9"-5"-13179,22-9 22,0 1-1,1 2 0,37-9 0,-41 12-936,-18 5-380,1 0 0,-1 0 0,1 1 0,15-2 0,-42 18-1244,4-2-3389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12102,'0'0'13939,"-2"6"-13346,-78 222 135,47-127-691,29-85-56,0 1 0,1 1 0,0-1 0,1 0 0,1 22-1,3-38 15,1-1 0,-1 1 0,0 0 0,0-1 0,0 0 0,1 1 0,-1-1 0,0 0 0,0 0 0,1 0 0,2-1 0,0 1 15,4-1 22,-1 0 0,1-1 1,-1 0-1,1-1 0,-1 0 1,12-5-1,14-5 41,98-27 319,-131 40-473,0 0-1,0-1 1,-1 1 0,1 0 0,0-1-1,0 1 1,0 0 0,0 0 0,0 0-1,0 0 1,0 0 0,0 0 0,0 0-1,0 0 1,0 1 0,0-1 0,0 0-1,0 0 1,0 1 0,0-1 0,0 1-1,0-1 1,-1 1 0,1-1 0,0 1-1,0 0 1,-1-1 0,1 1 0,1 1-1,0 7-4271,-5 4-3834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15671,'0'0'3612,"-5"21"-1016,0-1-1961,-1 2 75,1 0-1,2 0 1,0 1 0,0 29 0,7 369 3497,-4-420-4280,0 1 0,0-1 0,0 0 0,0 1 0,0-1 0,1 1 0,-1-1 0,0 0 0,0 1 0,1-1 0,-1 0 0,1 1 0,0-1 0,-1 0 0,2 2 0,14 2-7553,-8-5 701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55 5763,'0'0'8441,"0"-9"-7772,2-27-44,-2 27 741,0 13 341,-8 56 1789,-1-7-1968,7 126 535,3-108-488,-12 119 0,3-136-1148,-1 82 0,9-135-529,2-2-79,0 1-1,-1-1 1,1 0 0,-1 0-1,1 0 1,-1 0-1,1 0 1,-1 0-1,1 0 1,-1 0 0,0-1-1,0 1 1,0 0-1,0-1 1,0 1 0,0-1-1,0 0 1,0 1-1,0-1 1,-1 1 0,1-1-1,0-3 1,13-41-6300,-8 9 12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13622,'0'0'10426,"-11"12"-9359,-73 93 1217,82-102-2228,-2 2 97,-1 1 0,1-1 0,0 1 0,0 0 0,1 0-1,0 0 1,0 0 0,0 1 0,1-1 0,0 1-1,0-1 1,0 1 0,0 11 0,2-18-154,0 1 1,0-1 0,0 1-1,1-1 1,-1 1-1,0-1 1,1 1 0,-1-1-1,0 1 1,1-1-1,-1 1 1,0-1 0,1 0-1,-1 1 1,1-1-1,-1 0 1,1 1 0,-1-1-1,1 0 1,-1 0-1,1 1 1,-1-1 0,1 0-1,-1 0 1,1 0-1,-1 0 1,1 0 0,-1 0-1,1 0 1,22 2-21,-17-1 17,3-1 7,26 3 22,43 9-1,-68-10-6,-1 0 0,0 1 1,1 0-1,-1 1 0,0 0 0,-1 0 1,1 1-1,-1 0 0,12 10 0,-18-13 1,0 0 0,-1 0-1,1 0 1,-1 1-1,0-1 1,0 0 0,1 1-1,-1-1 1,-1 1 0,1-1-1,0 1 1,-1 0-1,1-1 1,-1 1 0,0 0-1,0-1 1,0 1 0,-1 3-1,1-2 63,0 0 0,-1 0 0,0 0 0,0 0 0,0 0 0,0 0 0,-1-1 0,1 1 0,-1 0 0,0-1 0,-4 6 0,-19 17 249,-2-1 0,-1-1 0,-1-1-1,-62 37 1,91-60-408,-1 0 0,1 1-1,-1-1 1,1 1 0,-1-1 0,0 0-1,1 1 1,-1-1 0,1 0 0,-1 0-1,0 0 1,1 1 0,-1-1 0,1 0-1,-1 0 1,0 0 0,1 0 0,-1 0 0,0 0-1,1 0 1,-1 0 0,0 0 0,1 0-1,-1-1 1,0 1 0,1 0 0,-1 0-1,1-1 1,-1 1 0,1 0 0,-1-1 0,0 1-1,1 0 1,-1-1 0,1 1 0,0-1-1,-1 1 1,1-1 0,-1 1 0,1-1-1,0 1 1,-1-1 0,1 0 0,0 1-1,-1-1 1,1 1 0,0-1 0,0 0 0,0 1-1,0-1 1,0 0 0,0 1 0,0-1-1,0-1 1,0-50-5711,1 30 2093,-1-25-4510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14279,'0'0'13046,"3"12"-11499,13 36-114,-15-46-1373,1-1 1,-1 0 0,0 1 0,0-1-1,0 0 1,1 0 0,-1 0-1,0 0 1,1 0 0,-1 0 0,1 0-1,0-1 1,-1 1 0,1 0 0,-1-1-1,1 1 1,0-1 0,-1 0 0,1 0-1,0 0 1,0 1 0,-1-1 0,1-1-1,0 1 1,0 0 0,2-1 0,5 1 171,14 0-147,-1-1-1,1 0 0,0-2 0,-1 0 1,0-2-1,32-10 0,-31 5-127,-16 7-55,0-1 0,1 1 0,0 1 0,-1-1 0,1 1 0,0 1 0,14-2 0,-24 17-3856,-3-7 2583,-1 0 0,0 0 0,0 0 0,0-1 0,0 0 0,-1 0 0,0 0 0,-1-1 0,1-1 0,-14 7 0,-27 18-11534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80 101 6419,'0'0'8454,"0"-14"-6765,0-43 37,4 32 4032,-4 25-5613,0-1 0,1 1-1,-1 0 1,0 0 0,0-1-1,0 1 1,0 0 0,0 0 0,0 0-1,1 0 1,-1-1 0,0 1-1,0 0 1,0 0 0,0 0 0,1 0-1,-1-1 1,0 1 0,0 0-1,0 0 1,1 0 0,-1 0 0,0 0-1,0 0 1,1 0 0,-1 0-1,0 0 1,0 0 0,0 0 0,1 0-1,-1 0 1,0 0 0,0 0-1,1 0 1,-1 0 0,0 0 0,0 0-1,1 0 1,-1 0 0,8 9 3308,-3 4-4702,0 37 1485,-2 0-1,-3 63 1,-2-37-215,0-29-21,-3 1 0,-2-1 0,-19 71 0,22-143 0,14-393 0,-9 406 0,-2 9 0,-3 10 0,-7 31 0,-12 58 0,5 19 0,-2 150 0,20-311 0,3-172 0,1 165 0,2 0 0,14-57 0,-16 95 0,-6 28 0,1 0 0,1 25 0,-1 16 0,-8 264 0,10-256 0,-1-126 0,14-313 0,-10 464 0,-4 252 0,1-340-2,-1-1 0,0 0 0,0 1 0,1-1-1,-1 1 1,1-1 0,-1 0 0,1 1 0,-1-1 0,1 1 0,0 0 0,0-1-1,0 1 1,0 0 0,0-1 0,0 1 0,0 0 0,0 0 0,1 0 0,-1 0 0,0 0-1,1 0 1,-1 0 0,1 0 0,-1 1 0,1-1 0,1 0 0,16-5-5710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5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7443,'0'0'8023,"3"-13"-6860,2-8-610,9-36 3117,-17 98 5549,5 42-7660,0-16-734,2 134-513,-8-181-312,-2-4 0,5-14-64,2-7-1045,-1 0 1,0 0-1,1 0 0,0 0 1,0 0-1,0 0 1,1 1-1,0-1 0,0 1 1,2-5-1,11-24-8898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5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27 110 10629,'0'0'11677,"7"-11"-10292,-6 10-1365,3-6 210,1 1 0,-1-1 1,2 1-1,-1-1 1,1 2-1,0-1 0,0 0 1,0 1-1,1 1 0,0-1 1,0 1-1,13-6 1,-12 6-100,0 1 1,0 0-1,0 1 1,0-1 0,1 2-1,-1-1 1,1 1-1,-1 1 1,1-1 0,-1 1-1,14 2 1,-21-1-103,1 0 0,-1 0-1,0 0 1,1 1 0,-1-1 0,0 0 0,0 1 0,1-1-1,-1 0 1,0 1 0,-1-1 0,1 1 0,0 0 0,0-1 0,-1 1-1,1 0 1,-1-1 0,1 1 0,-1 0 0,0 0 0,1-1-1,-1 1 1,0 3 0,-1 54 891,0-39-534,1-8-227,-1 0 0,0 0 0,-1 0 1,0 0-1,-1 0 0,-1 0 0,0 0 0,0-1 0,-1 0 0,0 0 0,-1 0 0,0-1 0,-9 11 0,-8 7-116,-1-2 0,-1-1-1,-31 24 1,3-2 43,52-46-86,0 0 0,-1 0 0,1 0 0,0 0 0,0-1 0,0 2 0,1-1 0,-1 0 0,0 0 0,0 0 0,1 0 0,-1 0 0,0 1 0,1-1 0,-1 0 0,1 1 0,0-1 0,-1 0 0,1 1 0,0-1 0,0 0 0,0 1 0,0-1 0,0 0 0,0 1 0,0-1 0,0 1 0,1-1 0,-1 0 0,1 2 0,0-2 0,0 1 0,0-1 0,0 0 0,1 0 0,-1 0 0,0 0 0,1 0 0,-1 0 0,1 0 0,-1 0 0,1 0 0,-1 0 0,1-1 0,-1 1 0,1-1 0,0 1 0,-1-1 0,1 0 0,0 0 0,0 0 0,2 0 0,33 1 0,-1-1 0,1-3 0,-1 0 0,0-3 0,41-11 0,124-56 0,-207 79 0,-1-1 0,0 0 0,0-1 0,0 0 0,-1 0 0,1 0 0,-1-1 0,0 0 0,-9 2 0,20-5-66,0-1-1,0 1 1,0-1-1,0 0 1,0 0-1,-1 1 1,1-2-1,0 1 1,4-3-1,15-13-5487,-2-1-4122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0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96 9828,'0'0'9570,"9"-11"-8153,30-38-3,-35 46-1233,1 0 1,-1 0 0,1 0-1,-1 0 1,1 1 0,0 0-1,0 0 1,0 0 0,0 0-1,0 1 1,0 0 0,1 0-1,-1 0 1,8 1 0,3-2 225,16-1 601,43 1 1,-57 2-913,-16 0-93,-1 0 0,1 0 0,-1 1 1,0-1-1,1 0 0,-1 0 0,0 1 0,1-1 1,-1 1-1,0-1 0,0 1 0,1 0 0,-1-1 0,0 1 1,0 0-1,0 0 0,0 0 0,0 0 0,0 0 1,0 0-1,0 0 0,0 0 0,-1 0 0,2 2 1,0 1 13,-1-1 0,0 1 0,0 0 0,0 0 0,0-1 0,0 1 0,-1 0 0,1 7 0,-1-1 47,-1 0 1,0-1-1,0 1 0,-1 0 0,0-1 1,-6 16-1,0-11 51,1 0 0,-2-1 1,0-1-1,0 1 0,-1-2 0,-1 1 1,0-1-1,-1-1 0,-13 10 1,-22 13 265,-56 30 1,68-43-185,9-5 10,-59 38 525,78-43-117,16-5-337,26-5-91,-26 0-45,57-1 41,78-11-1,-113 7-187,0-1-1,0-1 0,0-2 0,49-20 0,-55 15-1395,-3-6-7651,-10 3 1401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0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224 153 8644,'0'0'17288,"-7"-3"-15954,5 2-1253,1 0 1,-1 0 0,0 1-1,0-1 1,0 0 0,0 1-1,0 0 1,1-1 0,-1 1-1,0 0 1,0 0-1,0 0 1,0 0 0,0 0-1,0 0 1,0 1 0,0-1-1,0 1 1,1-1 0,-1 1-1,0 0 1,0 0-1,-2 1 1,-3 3 261,0 1-1,0-1 1,1 2 0,0-1-1,-7 10 1,9-12-185,-20 24 529,-35 54-1,54-75-690,1 1 1,-1 1-1,1-1 1,1 0 0,-1 1-1,2 0 1,-1 0-1,1 0 1,0 0-1,1 0 1,0 0-1,1 16 1,1-22 3,0-1 0,-1 1 0,2-1 0,-1 0 0,0 0 0,0 0 0,1 1 0,-1-1 0,1 0 0,0-1 0,-1 1 0,1 0 0,0 0 0,0-1 0,0 1 0,0-1 0,1 0 0,-1 0 0,0 1 0,0-1 0,1-1 0,-1 1 0,1 0 0,-1-1 0,1 1 0,2-1 0,12 4 0,0-2 0,27 1 0,-40-3 0,16 1 0,1-1 0,-1-1 0,1 0 0,-1-2 0,0 0 0,0-2 0,0 0 0,-1-1 0,1-1 0,-2-1 0,1 0 0,-1-2 0,0 0 0,23-18 0,-31 21 0,0 0 0,-1-1 0,0 0 0,-1 0 0,1-1 0,-2 0 0,1-1 0,-1 1 0,-1-2 0,0 1 0,0-1 0,-1 1 0,0-2 0,-1 1 0,0 0 0,-1-1 0,0 0 0,-1 1 0,-1-1 0,1 0 0,-2 0 0,0 0 0,0-1 0,-3-13 0,2 20 0,0 1 0,0 0 0,-1 0 0,1 0 0,-1 0 0,0 0 0,0 0 0,-1 1 0,0-1 0,0 1 0,0-1 0,0 1 0,-1 0 0,1 0 0,-1 1 0,0-1 0,0 1 0,0-1 0,-1 1 0,1 1 0,-1-1 0,0 1 0,0-1 0,1 2 0,-10-4 0,-6 0 0,0 1 0,0 0 0,-1 2 0,1 0 0,-25 2 0,33-1 0,0 1 0,1 1 0,-1 0 0,0 1 0,1 0 0,-1 1 0,1 0 0,-1 0 0,1 2 0,1-1 0,-1 1 0,-13 9 0,23-14-1,0 1 0,0-1 0,0 1 0,0 0 0,0-1 0,0 1 0,1 0 0,-1-1 0,0 1 0,1 0 0,-1 0 1,0 0-1,1-1 0,-1 1 0,1 0 0,-1 0 0,1 0 0,0 0 0,-1 0 0,1 0 0,0 0 0,0 0 0,-1 2 0,2-2 3,-1-1 0,1 1 0,-1 0 0,1-1 1,0 1-1,-1 0 0,1-1 0,0 1 0,0-1 0,0 1 0,-1-1 0,1 1 0,0-1 1,0 0-1,0 1 0,0-1 0,0 0 0,-1 0 0,1 1 0,2-1 0,9 1-63,1 0 0,22-1 0,-28 0-105,10 0-616,7 0-2267,-1-1-3784,3-4-7995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16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5106,'0'0'11406,"2"9"-10651,9 26-75,-11-34-531,1 0 0,0 0 1,1 0-1,-1 0 0,0 0 0,0 0 0,0 0 1,0 0-1,1 0 0,-1-1 0,0 1 0,1-1 1,-1 1-1,1-1 0,-1 1 0,1-1 1,-1 0-1,1 0 0,-1 0 0,0 1 0,1-1 1,-1-1-1,1 1 0,-1 0 0,1 0 1,-1-1-1,3 0 0,4 0 115,273 14 1430,-281-13-1666,1 0 0,0 0-1,-1 0 1,1 0 0,0 0 0,-1 0-1,1 0 1,0 0 0,-1 0 0,1 0 0,0 0-1,-1 1 1,1-1 0,-1 0 0,1 0-1,0 1 1,-1-1 0,1 0 0,-1 1 0,1-1-1,-1 1 1,1-1 0,-1 1 0,1-1-1,-1 1 1,0-1 0,1 1 0,0 0 0,-1 1 35,0-1 0,0 1 0,0-1 0,0 1 1,0-1-1,0 1 0,-1-1 0,1 1 1,0-1-1,-1 1 0,1-1 0,-2 3 0,-47 87 1109,33-55-1167,-108 289 3087,108-284-2482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17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10869,'0'0'11435,"10"8"-9944,34 26-259,-38-30-999,0-1 1,0 0-1,0 0 0,0 0 0,1-1 0,-1 0 0,1 0 0,0-1 0,0 0 0,-1 0 0,1-1 0,0 0 0,0 0 0,0 0 0,10-2 0,14 0 166,20 0 38,72-13 0,-37 3 65,-82 11 715,-5 1-740,-13-2-1887,-6 1-3389,5 1-3673,0 0-1741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1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959 0 2785,'0'0'12603,"13"9"-5605,-14-5-6668,1 0 0,-1 0 1,0 1-1,0-1 0,0 0 0,0 0 0,-1 0 0,0 0 0,0 0 0,0 0 0,-5 6 0,-35 40-75,20-27 25,-176 189 1655,47-53-800,55-56-541,28-33-28,3 3 0,-92 134 0,8 23-43,148-231-523,1 1 0,0-1 0,0 0 0,-1 0 0,1 0 0,0 1 0,0-1 0,0 0 0,0 0 0,0 1 0,0-1 0,0 0 0,0 0 0,0 0 0,0 1 0,1-1 0,-1 0 0,0 0 0,0 1 0,1-1 0,-1 0 0,1 0 0,-1 1 0,1-1 0,-1 1 0,1-1 0,-1 0 0,1 1 0,-1-1 0,1 1 0,-1-1 0,2 0 0,4-1 651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2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40 1697,'0'0'11840,"3"-3"-10664,1-4-803,18-23 8066,-30 34-8030,-18 19-295,2 1 0,0 2 0,2 0 0,-20 30 0,2-2 135,39-53-240,-148 199 1023,127-166-978,2 0 0,1 2 1,2 0-1,-16 46 0,29-67-42,1 1-1,0-1 1,1 1 0,0 0-1,1 28 1,2-43-14,-1 1 1,0-1 0,0 1-1,1 0 1,-1-1-1,0 1 1,1-1 0,0 1-1,-1-1 1,1 1 0,0-1-1,0 0 1,0 1 0,0-1-1,0 0 1,0 1 0,0-1-1,0 0 1,0 0-1,1 0 1,-1 0 0,0 0-1,1-1 1,-1 1 0,1 0-1,-1 0 1,1-1 0,-1 1-1,1-1 1,0 0-1,-1 1 1,4-1 0,6 1 47,1 0 1,0 0-1,20-3 0,-10 1 176,-11 2-129,0-1-1,0-1 0,0 0 0,0-1 1,-1 0-1,1 0 0,-1-1 0,1-1 1,-1 0-1,0 0 0,0-1 0,-1 0 0,12-9 1,-19 13-45,0-1 1,0 0 0,-1 1-1,1-1 1,-1 0-1,1 0 1,-1-1 0,0 1-1,1 0 1,-1 0 0,0-1-1,-1 1 1,1 0-1,0-1 1,-1 1 0,1-1-1,-1 1 1,0-1-1,0 1 1,0-1 0,0 1-1,0-1 1,0 1 0,-1-1-1,1 1 1,-2-3-1,0 0 47,1 0-1,-1 1 0,-1 0 0,1-1 0,-1 1 1,1 0-1,-1 0 0,0 0 0,-1 1 0,1-1 1,-1 1-1,-4-4 0,-7-2-27,0 0 0,0 1 0,-1 0 0,0 1 0,-1 1 1,1 1-1,-1 0 0,0 1 0,0 1 0,0 1 0,-1 0 0,-17 1 0,35 1-275,12 0-3842,38-1-7008,-14-8-1046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21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1445 245 3554,'0'0'13683,"-20"-5"-12093,-5-2-1143,10 2-106,0 2 0,-1-1 1,1 2-1,-1 0 0,-28 0 1,15 2 359,-149 4 2501,140 0-2616,1 1 0,-66 17 0,44-5-67,0 3 0,2 3 0,-77 41 0,101-45-426,0 2 1,2 1 0,0 2 0,2 1-1,0 1 1,-40 50 0,26-18 122,2 3 1,3 1-1,3 2 1,3 1-1,3 1 1,-30 98-1,46-118-25,1 0 0,2 1 1,3 1-1,1-1 0,3 1 0,2 0 0,5 58 0,-2-90-190,1 0-1,0 0 1,1 0-1,1-1 1,1 1 0,0-1-1,1-1 1,0 1 0,1-1-1,1 0 1,0-1-1,1 0 1,18 19 0,-14-18-1,1-1 0,1-1 0,0 0-1,1-1 1,0 0 0,1-2 0,0 0 0,0-1 0,1-1 0,33 9 0,-10-8 0,0-1 0,73 1 0,86-11 0,-196 3 0,58-4 0,-1-3 0,1-3 0,-1-2 0,62-22 0,-29 1 0,162-79 0,-210 88 0,-1-2 0,-1-2 0,-2-2 0,57-51 0,-75 57 0,-1-2 0,-1 0 0,-1-1 0,-1-1 0,-2-1 0,-1-1 0,25-55 0,-26 41 0,-1 0 0,-3-1 0,-1 0 0,-3-1 0,-1 0 0,-3-1 0,-1 0 0,-5-74 0,-1 89 0,-1 1 0,-2-1 0,-1 1 0,-1 0 0,-2 1 0,-1-1 0,-2 2 0,0 0 0,-2 0 0,-1 1 0,-2 1 0,0 0 0,-33-36 0,-13-4 0,13 15 0,-57-76 0,103 122 0,-1 1 0,1 0 0,-1 0 0,0 0 0,0 1 0,-1 0 0,1 0 0,-1 0 0,0 1 0,0 0 0,0 0 0,-12-4 0,4 3 0,-1 1 0,1 0 0,-1 1 0,0 1 0,-17 0 0,32 1 0,-1 0 0,1 1 0,0-1 0,0 0 1,-1 0-1,1 0 0,0 1 0,0-1 0,0 0 0,-1 0 0,1 0 0,0 1 0,0-1 1,0 0-1,0 0 0,-1 1 0,1-1 0,0 0 0,0 1 0,0-1 0,0 0 0,0 0 1,0 1-1,0-1 0,0 0 0,0 1 0,0-1 0,0 0 0,0 0 0,0 1 0,0-1 1,0 0-1,0 1 0,0-1 0,1 0 0,-1 0 0,0 1 0,0-1 0,0 0 0,0 0 0,1 1 1,-1-1-1,0 0 0,0 0 0,0 0 0,1 1 0,-1-1 0,0 0 0,0 0 0,1 0 1,-1 1-1,10 12-68,-10-13 63,2 2-136,12 13-2510,-3-6-2438,2-2-3018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7:5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47 3874,'0'0'12771,"7"-7"-10039,4-4-1636,2-1 334,0-1 2327,-13 12-2974,2-1-396,9 2 5550,-10 2-5937,-1 0 0,1 0 0,0 0 0,-1 1 0,1-1 0,-1 0 0,1 1 0,-1-1 0,0 0 0,0 1 0,0-1 0,-1 3 0,1-3 0,0 21 0,0 80 0,-17 141 0,0-115 0,-38 198 0,56-379-1061,-1-3-6994,9 6-5063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7:5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18729,'0'0'4105,"22"-16"-1044,78-51-628,-90 62-2178,1 0 1,0 0 0,0 1 0,0 0 0,0 1 0,1 1-1,0-1 1,-1 2 0,1 0 0,0 0 0,22 2-1,-8 0 224,-20-2-408,0 1 1,0 1-1,0-1 0,0 1 1,0 0-1,0 0 1,0 1-1,-1-1 0,1 1 1,8 5-1,-11-5-65,-1 0-1,1 0 0,-1 0 0,1 1 1,-1-1-1,0 1 0,0 0 1,0-1-1,0 1 0,-1 0 0,1 0 1,-1 0-1,1 0 0,-1 1 1,0-1-1,0 0 0,-1 0 0,1 1 1,0 5-1,0-2-5,-1-1 0,1 1 0,-1 0 0,0-1 0,-1 1 0,0 0 0,0-1 0,0 1 0,-1 0 0,0-1 0,-2 7 0,1-9 0,1 0 0,-1 0 0,0 0 0,0-1 0,0 1 0,-1-1 0,1 1 0,-1-1 0,1 0 0,-1-1 0,0 1 0,-1-1 0,1 1 0,0-1 0,0-1 0,-7 3 0,-3 0 43,0-1 0,-1 0-1,-20 2 1,21-5-3288,4 1-3515,27-1-7289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1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89 7507,'0'0'6249,"19"-4"311,-18-1-5936,0 1 0,0-1-1,0 1 1,0-1 0,-1 1 0,0-1 0,0 0-1,0 1 1,-2-7 0,1-6 744,1 16-1326,0 0 0,-1 1 0,1-1 0,0 0 0,0 0 0,-1 1 0,1-1 0,-1 0 0,1 1 0,-1-1 0,1 1 0,-1-1 0,1 0-1,-1 1 1,0-1 0,1 1 0,-1-1 0,0 1 0,1 0 0,-1-1 0,0 1 0,1 0 0,-1-1 0,0 1 0,0 0 0,1 0 0,-1 0 0,0 0 0,0 0 0,0 0 0,0 0 0,-33-1 434,27 1-401,-8 0 2,5 0-31,0 0-1,0 0 1,0 1 0,-13 3 0,19-3-10,1 0 1,0 0-1,0 0 1,0 1-1,0 0 1,0-1-1,0 1 1,1 0 0,-1 0-1,0 0 1,1 1-1,-1-1 1,1 0-1,0 1 1,0 0-1,0 0 1,-2 4-1,0 0 15,1 1 0,-1 1 0,2-1-1,-1 0 1,1 1 0,0-1-1,1 1 1,0 0 0,0 0-1,1-1 1,0 1 0,3 17-1,-2-23-41,0 0-1,0 0 0,0 1 0,1-1 1,-1 0-1,1 0 0,0-1 1,0 1-1,0 0 0,0 0 0,0-1 1,1 1-1,-1-1 0,1 0 0,0 0 1,-1 0-1,1 0 0,0 0 1,0-1-1,0 1 0,0-1 0,1 0 1,-1 0-1,6 1 0,-5-1 14,-1 0 0,1 0-1,0-1 1,0 0 0,0 1 0,0-1 0,0-1-1,0 1 1,0-1 0,0 1 0,0-1 0,0 0-1,-1-1 1,1 1 0,0-1 0,-1 1 0,1-1-1,-1 0 1,1 0 0,4-5 0,28-38 441,-29 35-254,-24 33-217,-67 96 8,15-20 0,-99 109 0,153-192 0,10-12 0,0 1 0,0-1 0,1 1 0,0 0 0,0 0 0,0 1 0,-5 9 0,9-14 0,0-1 0,0 0 0,0 0 0,0 1 0,1-1 0,-1 0 0,0 1 0,0-1 0,0 0 0,0 0 0,1 1 0,-1-1 0,0 0 0,0 0 0,0 1 0,1-1 0,-1 0 0,0 0 0,0 0 0,1 1 0,-1-1 0,0 0 0,1 0 0,-1 0 0,0 0 0,0 0 0,1 0 0,-1 0 0,0 1 0,1-1 0,-1 0 0,0 0 0,1 0 0,-1 0 0,0 0 0,1-1 0,-1 1 0,0 0 0,1 0 0,-1 0 0,0 0 0,0 0 0,1 0 0,0-1 0,39-1 0,-1-3 0,1-1 0,66-20 0,-23 5 0,-51 14 0,-9 1 0,0 1 0,0 1 0,31-1 0,-51 4 0,-3 0 0,1 0-29,0 0 0,0 0 0,1 0 0,-1 0 1,0 0-1,0 1 0,1-1 0,-1 1 0,0-1 0,1 1 0,-1-1 0,1 1 0,-1 0 1,0 0-1,1-1 0,-1 1 0,3 1 0,1-2-942,24-8-7996,9-2-7531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11781,'0'0'14076,"18"-6"-12883,-14 5-1139,27-9 492,2 1 0,0 2 0,35-4 0,106 7 150,-137 4-784,-31-1 1174,1 0-4734,-34-1-15186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10629,'0'0'18264,"78"21"-16807,-45-21-593,11 0-383,2-6-353,4-3-128,4 1-385,1-1-2544,-5-1-3714,0-3-9092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4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16920,'0'0'14967,"5"4"-14215,3 4-745,0 0 1,-1 0 0,0 1-1,-1 0 1,0 0-1,0 0 1,-1 1-1,0 0 1,-1 0-1,0 1 1,-1-1-1,0 1 1,0-1-1,-1 1 1,0 0-1,0 16 1,-2-26-8,0-1 0,0 1 0,-1-1 0,1 0 0,0 1 0,0-1 0,0 0 0,0 1 0,0-1 0,0 0 0,0 0 0,-1 1 0,1-1 0,0 0 0,0 1 0,0-1 0,-1 0 0,1 0 0,0 1 0,0-1 0,-1 0 0,1 0 0,0 0 0,-1 1 0,1-1 0,0 0 0,0 0 0,-1 0 0,1 0 0,0 0 0,-1 1 0,1-1 0,0 0 0,-1 0 0,1 0 0,0 0 0,-1 0 0,1 0 0,-1 0 0,1 0 0,0-1 0,-1 1 0,0 0 0,1 0 0,-1 0 0,0 0 0,1 0 0,-1-1 0,0 1 0,1 0 0,-1 0 0,0-1 0,1 1 0,-1 0 0,1-1 0,-1 1 0,1-1 0,-1 1 0,1-1 0,-1 1 0,1-1 0,-1 0 0,0-6 0,0 0 0,0-1 0,0 1 0,1 0 0,1 0 0,-1-1 0,1 1 0,0 0 0,1 0 0,-1-1 0,2 1 0,-1 1 0,1-1 0,0 0 0,0 1 0,1-1 0,-1 1 0,2 0 0,6-9 0,-3 5 0,1 0 0,0 1 0,0 0 0,1 1 0,0 0 0,0 0 0,1 1 0,0 0 0,0 1 0,19-8 0,-20 11-214,-1 1 0,1 0 0,0 1 0,0 0 0,10 0 0,26 5-7877,-17 7-1054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98 6995,'0'0'25180,"-11"1"-24609,6 0-565,1-1-5,-1 0 0,0 1 0,0-1 0,1 1-1,-1 0 1,1 1 0,-1-1 0,1 1 0,-1 0 0,1 0 0,0 0 0,0 1-1,0-1 1,0 1 0,0 0 0,-4 5 0,-3 4-1,1 1 0,0 0 0,-13 24 0,20-33 0,1 1 0,0-1 0,0 1 0,0 0 0,0-1 0,1 1 0,0 0 0,0 0 0,0 0 0,1 0 0,0 0 0,0 0 0,0 0 0,0 0 0,1 0 0,2 8 0,-3-11 0,1-1 0,0 0 0,-1 0 0,1 0 0,0 0 0,0 0 0,0 0 0,0 0 0,0 0 0,0 0 0,0 0 0,1 0 0,-1-1 0,0 1 0,0 0 0,0-1 0,1 1 0,-1-1 0,0 1 0,1-1 0,-1 0 0,3 1 0,34 0 0,-29-1 0,3-1 0,-1 0 0,1 0 0,0-1 0,-1 0 0,0-1 0,0-1 0,0 0 0,0 0 0,0-1 0,-1 0 0,0-1 0,0 0 0,14-13 0,-17 14 0,0-1 0,-1-1 0,0 1 0,0-1 0,0 0 0,-1 0 0,0-1 0,-1 1 0,1-1 0,-1 0 0,-1 0 0,0-1 0,0 1 0,-1-1 0,0 1 0,0-1 0,-1 0 0,1-10 0,-2 12 0,0 0 0,-1 1 0,0-1 0,0 0 0,0 1 0,-1-1 0,-5-12 0,6 17 0,0 0 0,0 0 0,0 0 0,-1 0 0,1 0 0,-1 0 0,1 0 0,-1 0 0,0 1 0,1-1 0,-1 1 0,0-1 0,0 1 0,0 0 0,0-1 0,0 1 0,-1 0 0,1 1 0,0-1 0,0 0 0,-1 1 0,1-1 0,0 1 0,-1-1 0,-2 1 0,4 0-59,0 1 0,0-1 0,0 0 0,1 1 1,-1-1-1,0 1 0,0-1 0,1 1 0,-1-1 0,0 1 0,1-1 0,-1 1 0,0 0 1,1-1-1,-1 1 0,1 0 0,-1-1 0,1 1 0,0 0 0,-1 0 0,1 0 0,0-1 0,-1 1 1,1 0-1,0 0 0,0 0 0,0 0 0,0 0 0,0-1 0,0 1 0,0 0 0,0 0 1,0 1-1,3 33-7426,6-6-1821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43 19897,'0'0'11709,"-21"3"-10671,-70 13-915,85-14-123,0 0 0,0 0 0,0 0 0,1 1 0,-1-1 0,1 2 0,0-1 0,-1 0 0,1 1 0,1 0 0,-1 0 0,1 1 0,-1-1 0,1 1 0,1 0 0,-1 0 0,1 1 0,-1-1 0,-1 7 0,2-7 0,0-1 0,1 1 0,0 0 0,0 0 0,1-1 0,-1 1 0,1 0 0,-1 6 0,2-10 0,0 0 0,0 0 0,-1 1 0,1-1 0,0 0 0,0 0 0,0 0 0,1 0 0,-1 0 0,0 1 0,0-1 0,0 0 0,1 0 0,-1 0 0,1 0 0,-1 0 0,1 0 0,-1 0 0,1 0 0,0 0 0,-1 0 0,1 0 0,0 0 0,0-1 0,0 1 0,-1 0 0,1-1 0,0 1 0,0 0 0,0-1 0,0 1 0,0-1 0,0 1 0,1-1 0,0 1 0,6 0 0,-1 1 0,1-1 0,-1-1 0,1 0 0,0 0 0,-1 0 0,1-1 0,-1 0 0,1 0 0,-1-1 0,1 0 0,-1 0 0,0-1 0,0 0 0,0 0 0,0-1 0,-1 0 0,1 0 0,-1 0 0,0-1 0,0 0 0,-1 0 0,1 0 0,-1-1 0,0 0 0,-1 0 0,1 0 0,-1-1 0,-1 1 0,1-1 0,-1 0 0,0 0 0,-1 0 0,1-1 0,-1 1 0,-1 0 0,0-1 0,1-8 0,-1 9 0,-1 1 0,1 0 0,-1 1 0,0-1 0,0 0 0,-2-7 0,2 13 0,0-1 0,-1 0 0,1 0 0,0 0 0,0 0 0,-1 1 0,1-1 0,-1 0 0,1 1 0,-1-1 0,1 0 0,-1 1 0,1-1 0,-1 0 0,0 1 0,1-1 0,-1 1 0,0-1 0,1 1 0,-1-1 0,0 1 0,0 0 0,1-1 0,-1 1 0,0 0 0,0 0 0,0-1 0,1 1 0,-1 0 0,0 0 0,0 0 0,0 0 0,0 0 0,0 0 0,1 0 0,-1 0 0,0 1 0,0-1 0,0 0 0,1 0 0,-3 1 0,2 0-43,0-1-1,0 1 1,0 0-1,1-1 1,-1 1-1,0-1 1,0 1-1,0 0 1,0 0 0,1 0-1,-1-1 1,0 1-1,1 0 1,-1 0-1,1 0 1,-1 0-1,1 0 1,-1 0 0,1 0-1,0 0 1,-1 0-1,1 0 1,0 1-1,0 1 1,-1 17-5643,1-19 4980,0 16-9216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19177,'0'0'12630,"-11"12"-11723,-19 23-894,0 1 0,3 2 1,-37 64-1,56-86-13,1 0 0,0 1 0,1 0 0,1 0 0,0 0 0,2 0 0,0 1 0,0 0 0,1 24 0,3-40 0,-1-1 0,0 1 0,1 0 0,0-1 0,-1 1 0,1-1 0,0 1 0,0 0 0,0-1 0,0 0 0,0 1 0,0-1 0,0 0 0,0 1 0,1-1 0,-1 0 0,0 0 0,1 0 0,-1 0 0,1 0 0,-1 0 0,1-1 0,-1 1 0,1 0 0,0-1 0,3 1 0,49 9 0,36-3-709,-30-7-6962,-11-4-6567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22586,'0'0'9012,"109"-4"-7843,-47 4-1169,10 0 0,-10 0 0,-5 0-3426,-18-9-6914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6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14407,'0'0'18360,"71"38"-18360,-44-38 0,0 0 0,-4 0 0,-2 0 0,-7 0 0,-5 0 0,-7 0 0,-2 8-1601,0 0-2801,-23 7-2449,-4 2-3217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10101,'0'0'22666,"134"0"-22666,-99 0 0,5 0 0,10 0 0,2 0-992,3 0-7508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6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14359,'0'0'17949,"15"-4"-17527,-7 2-407,5-3-12,1 2 0,-1 0 1,1 0-1,0 1 0,0 1 0,20 0 0,-33 1-3,1 1 0,-1-1 0,1 1 0,-1-1 0,1 1 0,-1 0 0,1 0 0,-1 0 0,0-1 0,1 1 0,-1 0 0,0 1 0,0-1 0,0 0 0,0 0 0,0 0 0,0 1 0,0-1 0,0 1 0,-1-1 0,1 0 0,0 1 0,-1-1 0,1 1 0,-1 0 0,0-1 0,1 1 0,-1 2 0,1 7 0,0 1 0,0-1 0,-2 12 0,1-9 0,0-6 0,0 1 0,-1 0 0,0-1 0,0 1 0,-1-1 0,0 0 0,0 1 0,-1-1 0,0 0 0,-1 0 0,1-1 0,-1 1 0,-1-1 0,-10 14 0,15-21 0,0 0 0,0 0 0,0 0 0,0 0 0,0 0 0,0 0 0,0 0 0,0 0 0,-1 0 0,1 0 0,0 0 0,0 1 0,0-1 0,0 0 0,0 0 0,0 0 0,0 0 0,0 0 0,0 0 0,-1 0 0,1 0 0,0 0 0,0 0 0,0 0 0,0 0 0,0 0 0,0 0 0,0 0 0,0 0 0,-1 0 0,1 0 0,0 0 0,0 0 0,0 0 0,0 0 0,0-1 0,0 1 0,0 0 0,0 0 0,0 0 0,-1 0 0,1 0 0,0 0 0,0 0 0,0 0 0,0 0 0,0 0 0,0 0 0,0 0 0,0-1 0,0 1 0,0 0 0,0 0 0,0 0 0,0 0 0,0 0 0,0 0 0,0 0 0,0 0 0,0-1 0,0 1 0,0 0 0,0 0 0,0 0 0,0 0 0,0 0 0,0 0 0,0 0 0,0-1 0,0-7 0,3-4 0,0 0 0,0 0 0,2 0 0,-1 0 0,1 1 0,1 0 0,0 0 0,0 0 0,1 1 0,1 0 0,0 0 0,0 1 0,1 0 0,0 0 0,0 1 0,21-13 0,-30 21 0,0-1 0,1 1 0,-1 0 0,1-1 0,-1 1 0,1 0 0,0 0 0,-1-1 0,1 1 0,-1 0 0,1 0 0,-1 0 0,1 0 0,0 0 0,-1 0 0,1 0 0,-1 0 0,1 0 0,0 0 0,-1 0 0,1 0 0,-1 0 0,1 1 0,-1-1 0,1 0 0,-1 0 0,1 1 0,0-1 0,0 1 0,7 18 0,-5 39 0,-3-40 0,0-14-2,0-1-1,0 1 1,0 0 0,0-1 0,1 1-1,0-1 1,0 1 0,0-1-1,0 1 1,0-1 0,1 1 0,0-1-1,-1 0 1,1 0 0,0 0-1,1 0 1,-1 0 0,0 0 0,1-1-1,0 1 1,-1-1 0,1 0-1,0 0 1,0 0 0,0 0 0,1 0-1,3 1 1,31 7-2090,2-8-5962,6-2-6884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17608,'0'0'11349,"-15"12"-8163,-44 40-2562,57-51-624,0 1 0,1-1 0,-1 1 0,1-1 0,0 1 0,0 0 0,0-1 0,-1 1 0,1 0 0,1 0 0,-1 0 0,0 0 0,0 0 0,1 0 0,-1 0 0,1 0 0,0 0 0,-1 0 0,1 0 0,0 0 0,0 0 0,1 0 0,-1 0 0,0 0 0,1 1 0,-1-1 0,1 0 0,-1-1 0,1 1 0,0 0 0,0 0 0,0 0 0,0 0 0,0-1 0,1 1 0,-1 0 0,0-1 0,1 1 0,-1-1 0,1 1 0,0-1 0,-1 0 0,3 1 0,2 1 0,0-1 0,1 0 0,-1-1 0,1 0 0,-1 0 0,0 0 0,1-1 0,0 0 0,-1 0 0,8-1 0,-3-1 0,1 1 0,-1-2 0,-1 1 0,21-9 0,-27 9 0,3 0 0,-1-1 0,1 1 0,-1-1 0,0-1 0,0 1 0,-1-1 0,1 0 0,-1-1 0,0 1 0,0-1 0,0 0 0,4-6 0,-10 16 0,1-1 0,0 0 0,-1 1 0,2-1 0,-1 1 0,0-1 0,1 0 0,0 1 0,0-1 0,0 0 0,1 0 0,-1 1 0,1-1 0,0 0 0,0-1 0,0 1 0,1 0 0,-1-1 0,1 1 0,0-1 0,0 0 0,0 0 0,7 5 0,-1-3-217,0 0 1,0 0-1,1-1 0,-1-1 1,1 1-1,0-2 0,0 1 1,12 0-1,49 3-7275,2-6-4132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19209,'0'0'12467,"-13"15"-11480,0-1-924,5-5-59,0-1 1,1 1-1,0 0 1,1 0 0,0 1-1,0 0 1,1 0-1,-6 17 1,3-7-5,-26 89 0,31-98 0,1 0 0,0 1 0,1-1 0,0 0 0,1 1 0,0-1 0,3 20 0,-2-30-13,0 0 1,-1-1-1,1 1 0,0 0 1,-1-1-1,1 1 1,0 0-1,0-1 0,0 1 1,-1-1-1,1 0 0,0 1 1,0-1-1,0 0 1,0 1-1,0-1 0,0 0 1,0 0-1,0 0 0,0 0 1,0 0-1,0 0 1,0 0-1,0 0 0,0 0 1,0 0-1,0 0 0,1-1 1,3 1-425,4 0-1293,0 0 0,0-1 0,0 0-1,0 0 1,-1-1 0,1 0 0,9-4 0,35-21-12695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07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21082,'0'0'11685,"-62"132"-11685,45-88 0,-2-3 0,7 8 0,-3-3 0,2-3 0,-1-3 0,1 2 0,-3-7 0,-5-5-5410,-2-9-11990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11989,'4'4'20858,"19"29"-20938,-15-14 80,-1 1 0,-1 0 0,0 0 0,2 25 0,7 27 0,-12-130 0,-13-40 0,4 58 0,2-1 0,4-79 0,1 113 0,0 0 0,1 1 0,-1-1 0,2 1 0,-1 0 0,1 0 0,0 0 0,0 0 0,0 0 0,1 0 0,0 1 0,0 0 0,1 0 0,-1 0 0,1 0 0,0 1 0,6-5 0,-7 6 0,0 1 0,0-1 0,0 1 0,0 0 0,0 0 0,1 0 0,-1 1 0,1-1 0,-1 1 0,1 0 0,-1 0 0,1 1 0,0-1 0,-1 1 0,1 0 0,0 1 0,-1-1 0,1 1 0,0 0 0,-1 0 0,1 0 0,-1 0 0,1 1 0,-1 0 0,6 3 0,19 14-604,-22-13-1059,2 0 1,-1-1 0,0 0-1,1-1 1,16 6 0,11-2-8185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3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13 17112,'0'0'13641,"-14"18"-12497,-43 60-413,51-70-721,1 0-1,0 0 0,0 0 0,1 1 1,0 0-1,1-1 0,0 1 0,0 1 1,1-1-1,0 0 0,1 0 0,0 1 1,0-1-1,2 17 0,-1-24-9,0 0 0,0 0 0,0 0 0,0 0 0,1 0 0,-1 0 0,1 0 0,-1 0 0,1 0 0,0-1 0,0 1 0,0 0 0,0 0 0,0-1 0,0 1 0,0 0 0,1-1 0,-1 1 0,1-1 0,-1 0 0,1 1 0,-1-1 0,1 0 0,0 0 0,-1 0 0,1 0 0,0 0 0,0-1 0,0 1 0,0 0 0,0-1 0,0 0 0,0 1 0,0-1 0,0 0 0,0 0 0,0 0 0,0 0 0,0 0 0,3-1 0,1 0 0,0 1 0,1-1 0,-1-1 0,1 1 0,-1-1 0,0-1 0,0 1 0,0-1 0,0 0 0,-1 0 0,8-6 0,-5 3 0,-2-1 0,1 0 0,-1 0 0,0-1 0,0 0 0,-1 0 0,0 0 0,0-1 0,-1 0 0,-1 0 0,5-14 0,-6 18 0,-1-1 0,0 1 0,-1 0 0,1-1 0,-1 1 0,0-1 0,0 1 0,-1-1 0,0 1 0,0 0 0,0-1 0,0 1 0,-1 0 0,0 0 0,0 0 0,0 0 0,-1 0 0,0 0 0,0 1 0,0-1 0,-7-7 0,4 6-26,3 2 1,-1 0-1,0 0 1,1 1 0,-1-1-1,-1 1 1,1 0 0,0 0 0,-1 1-1,1-1 1,-10-2 0,19 6-1192,-1-1-1,1 1 1,0-1 0,0 0 0,0 0-1,5-1 1,11 0-3209,16 2-5213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11861,'0'0'10587,"-18"17"-6978,-59 55-671,69-64-2498,0-1-1,1 1 1,0 1 0,1-1 0,-8 13 0,11-15-278,1 1 0,-1-1 0,1 1 0,0-1-1,1 1 1,-2 11 0,3-17-162,1 0 0,-1 0 0,0 0 0,0 0 0,0 0 0,1 0 0,-1 0 0,0 0 0,1 0 0,-1 0 0,1 0 0,-1 0 0,1 0 0,0 0 0,-1 0 0,1 0 0,0 0 0,-1-1 0,1 1 0,0 0 0,0 0 0,0-1 0,0 1 0,0-1 0,0 1 0,0-1 0,0 1 0,0-1 0,0 0 0,0 1 0,0-1 0,0 0 0,0 0 0,0 0 0,1 0 0,-1 0 0,0 0 0,2 0 0,6 0 0,-1 0 0,1-1 0,16-2 0,-15 0 0,-1 1 0,0-2 0,1 1 0,-1-1 0,-1 0 0,1-1 0,-1 0 0,0 0 0,0-1 0,0 0 0,-1 0 0,12-14 0,-17 18 0,-1 0 0,0-1 0,0 1 0,0 0 0,0-1 0,0 1 0,0-1 0,-1 1 0,1-1 0,-1 0 0,0 1 0,0-1 0,0 1 0,0-1 0,0 0 0,0 1 0,-1-1 0,1 1 0,-1-1 0,0 1 0,-2-5 0,2 3 0,-1 0 0,0 0 0,-1 1 0,1 0 0,-1-1 0,1 1 0,-1 0 0,0 0 0,0 0 0,-1 0 0,1 1 0,-6-4 0,-29-8 93,17 6-1596,45 8-4109,7 2-991,3-1-2118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3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11557,'0'0'14500,"-18"4"-12173,-57 17-369,67-19-1837,1 1 0,0 0 1,0 0-1,0 1 0,0-1 0,1 2 1,-1-1-1,1 1 0,0 0 0,0 0 1,1 1-1,0-1 0,0 1 0,0 1 1,0-1-1,1 1 0,0-1 1,1 1-1,-4 9 0,6-14-121,0 1 0,0-1 0,0 1 0,1-1 0,-1 1 0,1 0 0,-1-1 0,1 1 0,0 0 0,0-1 0,0 1 0,0-1 0,1 1 0,0 3 0,0-5 0,-1 1 0,1-1 0,0 0 0,0 1 0,0-1 0,-1 0 0,1 0 0,1 1 0,-1-1 0,0 0 0,0 0 0,0 0 0,1-1 0,-1 1 0,0 0 0,1 0 0,-1-1 0,2 1 0,7 2 0,0-2 0,-1 1 0,1-1 0,0-1 0,0 0 0,12-1 0,3 0 0,-24 1 0,-1 0 0,1-1 0,-1 1 0,1-1 0,-1 1 0,1 0 0,-1-1 0,0 1 0,1-1 0,-1 1 0,0-1 0,1 1 0,-1-1 0,0 0 0,1 1 0,-1-1 0,0 1 0,0-1 0,0 1 0,0-1 0,1 0 0,-1 1 0,0-1 0,0 0 0,0 1 0,0-1 0,0 1 0,-1-1 0,1 0 0,0 0 0,-2-18 0,2 17 0,-1-7 0,-1-1 0,0 0 0,0 1 0,-1 0 0,0-1 0,-1 1 0,-8-15 0,11 23-19,1 1 0,-1 0 1,1-1-1,0 1 0,-1-1 0,1 1 0,-1-1 0,1 1 1,-1 0-1,1-1 0,-1 1 0,0 0 0,1 0 0,-1-1 1,1 1-1,-1 0 0,0 0 0,1 0 0,-1 0 0,1 0 1,-1 0-1,0 0 0,1 0 0,-1 0 0,1 0 0,-1 0 1,-1 0-1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101 103 5250,'0'0'10266,"5"-12"-7963,16-30-218,5-7 10034,-26 62-11375,-2 23-744,-2-1 0,-13 51 0,6-30 0,-93 352 0,101-395 0,-1-1 0,2 0 0,0 1 0,0-1 0,0 15 0,2-27 0,0 1 0,0 0 0,0 0 0,1-1 0,-1 1 0,0 0 0,0 0 0,0 0 0,1-1 0,-1 1 0,0 0 0,1-1 0,-1 1 0,0 0 0,1-1 0,-1 1 0,1 0 0,-1-1 0,1 1 0,0-1 0,-1 1 0,1-1 0,-1 1 0,1-1 0,0 1 0,-1-1 0,1 0 0,0 1 0,0-1 0,-1 0 0,2 0 0,29 2 0,-21-3 0,13 2 0,0-2 0,0 0 0,0-2 0,-1 0 0,29-8 0,-21 1 0,3 0 0,-2 0 0,1-3 0,44-23 0,-68 29-556,-30 3-11189,18 4 11069,-31 0-10614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59 6131,'0'0'26636,"-60"-57"-26636,70 68 0,15 3 0,7 1 0,9-5 0,12-3 0,7-7 0,20 0 0,5 0-560,9-23-7060,1-13-12405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1 346 8724,'0'0'16650,"6"1"-15700,2 0-604,0 0 0,0-1 0,1 0 0,-1 0 0,0-1 0,0 0 0,0 0 0,0-1 0,0 0 0,8-3 0,87-39 960,-50 19-1023,443-147 458,-392 145-747,0 6 0,209-17 0,214 28-289,-398 11 77,-128-1 245,-1 0 0,1 1-1,-1-1 1,0 0 0,1 1-1,-1-1 1,1 1-1,-1-1 1,0 1 0,1-1-1,-1 1 1,0-1 0,0 1-1,0-1 1,1 1 0,-1-1-1,0 1 1,0-1 0,0 1-1,0-1 1,0 1 0,0-1-1,0 1 1,0 0 0,0-1-1,0 1 1,0 22 87,0-17-110,-3 43-4,-2 0 0,-18 79 0,-6 49 0,25 110 0,2-18 0,-4-144 0,7-131-126,0-10-2521,-1-2-3766,-4-4-3946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5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19033,'0'0'12854,"12"15"-12073,2 7-710,-7-11-66,1 0 0,0 0-1,1-1 1,0 0-1,19 17 1,20 15-5,-15-11 0,2-2 0,74 48 0,-102-73 40,-1-1 1,1-1-1,0 1 1,0-1-1,0 0 1,0-1-1,1 0 1,7 1-1,22-6-2338,-34 3 1483,0 0-1,-1 0 0,1 0 0,-1 0 0,1-1 0,-1 1 0,1-1 0,-1 1 0,0-1 0,2-2 0,12-15-8668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16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38 2449,'0'0'20516,"5"-6"-17144,19-26 2239,-50 49-4792,1 7-819,2 0 0,0 2 0,2 0 0,0 2 0,2 0 0,2 1 0,-20 41 0,34-60-21,0 1 0,0 0 1,1 1-1,1-1 0,0 0 0,0 1 0,2 13 1,-1-20-41,-1 4-2919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86 5507,'0'0'14604,"-1"-4"-13132,-1-3-2628,-7-9 6090,8 15-4711,1 1-1,0-1 0,-1 1 0,1-1 1,0 1-1,-1-1 0,1 1 0,0 0 1,-1-1-1,1 1 0,-1 0 0,1 0 1,-1-1-1,1 1 0,-1 0 1,1 0-1,-1-1 0,1 1 0,-1 0 1,1 0-1,-1 0 0,1 0 0,-1 0 1,1 0-1,-1 0 0,0 0 0,-9 11 519,1 7-226,9-17-497,39-1 113,-38 0-131,0 0 0,0 0 0,1 0 0,-1 0 0,0 0 0,0 0 0,0-1 0,0 1 0,0 0 0,1-1 0,-1 1 0,0-1 0,0 1 0,0-1 0,0 1 0,0-1 0,0 0 0,0 1 0,0-1 0,-1 0 0,1 0 0,0 0 0,0 1 0,-1-1 0,1 0 0,0 0 0,-1 0 0,1-2 0,1-1 0,-1-1 0,-1 1 0,1-1 0,-1 0 0,1 0 0,-2-5 0,1 10 0,0-1 0,0 0 0,0 0 0,0 0 0,0 0 0,-1 1 0,1-1 0,0 0 0,-1 0 0,1 1 0,0-1 0,-1 0 0,1 0 0,-1 1 0,1-1 0,-1 0 0,0 1 0,1-1 0,-1 1 0,0-1 0,1 1 0,-1-1 0,0 1 0,1 0 0,-2-1 0,-27-7 0,22 7 0,0 1 0,-1 0 0,1 0 0,0 1 0,-14 2 0,1 6 0,0 0 0,1 2 0,0 0 0,1 1 0,-25 21 0,40-30 0,0 0 0,0 1 0,0-1 0,1 1 0,-1 0 0,1 0 0,0 0 0,-2 5 0,3-8 0,1 0 0,-1 0 0,1 0 0,-1 0 0,1 0 0,-1 0 0,1 1 0,0-1 0,0 0 0,0 0 0,-1 0 0,1 1 0,0-1 0,1 0 0,-1 0 0,0 0 0,0 0 0,0 1 0,1-1 0,-1 0 0,0 0 0,1 0 0,-1 0 0,1 0 0,0 0 0,-1 0 0,1 0 0,0 0 0,0 0 0,-1 0 0,1 0 0,0 0 0,0-1 0,0 1 0,2 1 0,9 2 0,-1 0 0,1-1 0,0 0 0,0-1 0,21 2 0,69-4 0,-52-1 0,-50 1 0,1 1 0,-1-1 0,1 0 0,-1 0 0,1 1 0,-1-1 0,1 0 0,-1 1 0,1-1 0,-1 1 0,1-1 0,-1 1 0,0-1 0,1 1 0,-1-1 0,0 1 0,1-1 0,-1 1 0,0-1 0,1 1 0,-1-1 0,0 1 0,0 0 0,0-1 0,0 1 0,0-1 0,0 1 0,0 0 0,0-1 0,0 1 0,0-1 0,0 1 0,0 0 0,0-1 0,0 1 0,-1-1 0,1 1 0,0 0 0,0-1 0,-1 1 0,1 0 0,-1 0 0,-6 17 0,0 0 0,-1-1 0,-1 1 0,-1-2 0,-1 1 0,-14 16 0,4-3 0,-151 213 0,168-238 0,0 1 0,1 0 0,0 1 0,0-1 0,0 0 0,0 1 0,1 0 0,0 0 0,1-1 0,-2 14 0,3-19 0,0 0 0,0 0 0,1 0 0,-1 0 0,0-1 0,0 1 0,1 0 0,-1 0 0,0-1 0,1 1 0,-1 0 0,0-1 0,1 1 0,-1 0 0,1-1 0,0 1 0,-1 0 0,1-1 0,-1 1 0,1-1 0,0 1 0,-1-1 0,1 0 0,0 1 0,0-1 0,-1 0 0,1 1 0,1-1 0,26 5 0,-21-5 0,49 5 0,-1-2 0,1-4 0,-1-1 0,1-3 0,-1-2 0,-1-3 0,105-33 0,-158 43 13,1-1 1,-1 1-1,1-1 1,-1 1-1,0-1 1,0 0-1,1 1 1,-1-1-1,0 0 1,0 0-1,0 0 1,0 0-1,0 0 1,0 0-1,0 0 1,0-1-1,0 1 1,-1 0-1,1 0 0,1-3 1,-2-27-3419,-1 17-2370,1-12-9579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15719,'0'0'16677,"9"0"-16346,298-10-291,-282 12-468,-25-2 331,0 1 1,0-1 0,1 0 0,-1 0 0,0 0 0,0 0 0,0 0 0,0 0 0,0 1 0,0-1 0,0 0 0,1 0 0,-1 0 0,0 0 0,0 1 0,0-1 0,0 0 0,0 0 0,0 0 0,0 0 0,0 1 0,0-1 0,0 0 0,0 0-1,0 0 1,0 1 0,0-1 0,0 0 0,0 0 0,0 0 0,0 0 0,0 1 0,0-1 0,-1 0 0,1 0 0,0 0 0,0 0 0,0 0 0,0 1 0,0-1 0,0 0 0,0 0 0,-1 0 0,1 0 0,0 0 0,0 0 0,0 1 0,0-1-1,0 0 1,-1 0 0,1 0 0,0 0 0,-41 22-11462,-9-2 910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11669,'0'0'21098,"117"14"-21098,-69-14 0,4 0 0,0-2 0,11 2 0,4 0-3890,6-2-5122,11-2-9204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109 103 7171,'0'0'1214,"2"-12"326,5-37 508,-7 47-1771,1 0-1,-1 0 0,1 0 0,0 0 0,-1 0 0,1 0 1,0 0-1,0 0 0,0 1 0,0-1 0,0 0 0,1 1 1,-1-1-1,3-1 0,5-9 9681,-9 15-7310,-1 5-2250,-1 1 0,0-1 0,0 0 0,-1 0 0,1 0 0,-2 0 0,1 0 0,-7 8 0,-6 17-38,-2 12-328,3 1 1,1 0-1,-15 90 0,19-54-36,1 121 0,9-193-641,-1 16-41,-1-18-3369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17672,'0'0'1796,"26"-16"986,88-48-170,-105 60-2434,0 1 0,0-1 0,0 2 0,0-1 0,1 1 0,-1 0 0,1 1 0,-1 0 0,1 1 0,13 1 0,-3-1 41,-14 0-117,0 0 0,0 0 0,0 1-1,0 0 1,0 0 0,0 0 0,0 0 0,0 1 0,9 4 0,-12-4-12,-1 0-1,0-1 1,0 1 0,0 0 0,0 0 0,0 0 0,0 0 0,-1 1 0,1-1 0,-1 0 0,0 1 0,1-1 0,-1 1 0,0 0-1,0-1 1,-1 1 0,1 0 0,0-1 0,-1 1 0,0 0 0,0 0 0,0 4 0,0-3 47,0 1-1,0-1 1,0 1 0,-1 0 0,0-1-1,0 1 1,0-1 0,0 0 0,-1 1 0,0-1-1,1 0 1,-2 0 0,1 0 0,0 0 0,-1-1-1,0 1 1,-4 4 0,2-3-97,-2 0 0,1 0 0,0-1 0,-1 0 0,0 0 0,0 0 0,0-1 0,-1 0 0,-8 3 1,-12 0-86,1 0 1,-1-2 0,0-1-1,-44-1 1,64-3-334,-16 1 1179,24 0-954,-1 0 0,1 0 0,-1 0-1,1 0 1,-1 0 0,1 0 0,-1 1 0,1-1-1,-1 0 1,1 0 0,-1 0 0,1 0-1,-1 0 1,1 1 0,-1-1 0,1 0 0,-1 1-1,1-1 1,0 0 0,-1 0 0,1 1 0,0-1-1,-1 1 1,1-1 0,0 0 0,-1 1 0,1-1-1,0 1 1,0-1 0,-1 1 0,1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21114,'0'0'7894,"-8"25"-6371,-2 5-1145,-1 2 181,2 0 0,-9 57 0,-17 212-386,25-186-165,9-110-1483,2 8 4459,0-5-6421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9764,'13'-18'1969,"-4"4"-1536,7-9 383,0 1 0,1 1-1,1 0 1,25-21 0,-21 24 129,1 1 0,34-20 0,-48 31-549,1 1 0,-1 1 0,1 0 0,1 0 0,-1 1 0,0 0 0,1 0 0,0 1 0,14 0 0,-24 2-260,0 0 0,0 0 1,0 1-1,-1-1 0,1 0 1,0 1-1,0-1 0,0 1 0,-1-1 1,1 1-1,0-1 0,0 1 0,-1-1 1,1 1-1,0 0 0,-1-1 1,1 1-1,-1 0 0,1 0 0,-1-1 1,1 1-1,-1 0 0,0 0 1,1 0-1,-1 0 0,0-1 0,0 1 1,0 0-1,1 0 0,-1 0 0,0 0 1,0 0-1,0 0 0,0 0 1,-1 1-1,-4 34 1774,3-30-1701,-1-1 0,0 1-1,0-1 1,0 0-1,-1 0 1,0 0-1,0 0 1,0 0 0,-1-1-1,1 0 1,-1 0-1,-6 4 1,-1 0-169,0 0 0,0-1-1,-1-1 1,-17 7 0,25-12-40,0 1 0,0-1 0,-1 0 0,1-1 0,0 1 0,-9-2 0,9 1 0,4 0-2,1-1 0,-1 1 0,1-1 0,-1 1-1,1-1 1,-1 0 0,1 1 0,-1-1 0,1 0 0,0 0 0,0 1 0,-1-1-1,1 0 1,0 0 0,0 1 0,0-1 0,0 0 0,0 0 0,0 1 0,0-1 0,0 0-1,0 0 1,0-1 0,5-21-2236,14 6-3314,4 0-3447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16440,'0'0'13206,"138"14"-11606,-99-8-479,1 1-721,0-3-400,-3 0 0,-3-4 0,-9 2 0,-10 0-608,-11 0-2258,-4 5-1504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18440,'0'0'9717,"106"0"-7972,-53 0-1121,1-4-528,-4 0-96,7 0-1281,-5-3-4097,-2-9-8933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11349,'0'0'15463,"0"7"-13451,-5 368 1880,5-351-4012,-8 41-1,-3-7-3237,5-26-1788,2-21-1964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7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12246,'0'0'1590,"23"-24"589,82-74 617,-94 90-2376,0 0-1,0 1 1,1 0-1,0 1 0,0 0 1,1 1-1,-1 1 1,1-1-1,0 2 0,1 0 1,-1 1-1,0 0 1,1 1-1,22 0 1,-34 1-362,11-1 370,29 0 419,-40 1-760,-1 0-1,0 0 0,1 0 1,-1 0-1,0 0 0,1 1 1,-1-1-1,0 0 1,1 1-1,-1-1 0,0 1 1,0-1-1,1 1 0,-1 0 1,0 0-1,0-1 0,0 1 1,0 0-1,0 0 1,0 0-1,0 0 0,0 0 1,1 2-1,-1 2 82,1 0 0,-1 0 0,0 0 0,0 0 0,0 1 0,-1-1 0,0 0 0,0 0 0,0 0-1,-1 1 1,0-1 0,1 0 0,-2 0 0,-1 6 0,0-3-21,-1-1-1,1 1 1,-2-1-1,1 0 0,-1 0 1,0-1-1,0 1 1,-10 8-1,6-7-113,0 0-1,-1-1 0,1 0 1,-2 0-1,1-1 0,-1 0 1,0-1-1,0 0 1,-1-1-1,1-1 0,-1 1 1,-18 1-1,1-4 621,18-1-1749,40 0-14324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24139,'0'0'8628,"0"6"-8628,0-4 0,4 5 0,11-3 0,12-2 0,4-2-6083,1 0-9172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334 170 6211,'0'0'19539,"-19"-4"-15451,6 0-3513,-31-6 584,-47-5 1,73 13-1139,0-1-18,0 1 0,-1 1-1,1 0 1,-31 4 0,48-2-3,0-1 0,1 1 0,-1-1 0,0 1 0,1 0 0,-1 0 0,1-1 0,-1 1 0,1 0 0,0 0 0,-1-1 0,1 1 0,0 0 0,-1 0 0,1 0 0,0 0 0,0 0 0,0 0 0,0-1 0,0 1 0,0 0 0,0 0 0,0 0 0,0 0 0,0 0 0,0 0 0,1 1 0,-1 3 0,1 2 0,0 1 0,0-1 0,0 0 0,1 1 0,0-1 0,1 0 0,0 0 0,0 0 0,7 11 0,7 9 0,21 24 0,-15-20 0,3 2 0,26 40 0,-47-65 0,0 0 0,0 1 0,-1 0 0,0 0 0,-1 0 0,4 13 0,-7-20 0,1 0 0,-1 0 0,0-1 0,0 1 0,0 0 0,0-1 0,0 1 0,0 0 0,0 0 0,-1-1 0,1 1 0,0 0 0,-1-1 0,0 1 0,1-1 0,-1 1 0,0 0 0,0-1 0,0 0 0,0 1 0,0-1 0,0 0 0,0 1 0,0-1 0,-1 0 0,1 0 0,-1 0 0,1 0 0,0 0 0,-1 0 0,0 0 0,1-1 0,-1 1 0,1 0 0,-1-1 0,0 0 0,-2 1 0,-8 1 0,0 0 0,0-1 0,0-1 0,-17 0 0,10-1 0,-63 1 0,81 0 0,0 0 0,0 0 0,0 0 0,0 0 0,0 0 0,0 0 0,0-1 0,1 1 0,-1 0 0,0 0 0,0-1 0,0 1 0,0-1 0,0 1 0,1-1 0,-1 1 0,0-1 0,0 1 0,1-1 0,-1 0 0,1 1 0,-1-1 0,0 0 0,1 1 0,-1-1 0,1 0 0,-1 0 0,1 0 0,0 1 0,-1-3 0,1 1 0,0 1 0,0-1 0,0 0 0,0 1 0,0-1 0,1 0 0,-1 1 0,1-1 0,-1 1 0,1-1 0,-1 0 0,1 1 0,0 0 0,0-1 0,0 1 0,0-1 0,0 1 0,2-2 0,8-7 0,1 1 0,0 0 0,0 1 0,1 0 0,19-8 0,-12 5 0,114-58-871,-39 23 546,-3-5 0,118-85 0,-198 127 540,-1-1 0,0 1-1,19-23 1,-27 27-144,0 1-1,0-1 1,0 0-1,-1 1 1,0-1-1,0 0 1,0-1-1,-1 1 1,1 0-1,-1 0 1,0-1-1,-1 1 1,1-8-1,-1 12-70,0 0 0,0 0 0,-1 1 0,1-1 0,0 0 0,0 0 0,-1 0 0,1 0 0,0 0 0,-1 0 0,1 0 0,-1 1 0,1-1 0,-1 0 0,1 0 0,-1 1 0,0-1 0,1 0 0,-1 1 0,0-1 0,1 0 0,-1 1 0,0-1 0,-1 0 0,-28-6 0,17 7 0,-1 0 0,-22 4 0,29-3 0,0 1 0,0 0 0,0 1 0,1-1 0,-1 1 0,0 1 0,1-1 0,0 1 0,0 0 0,0 1 0,0-1 0,1 1 0,-1 1 0,2-1 0,-1 0 0,0 1 0,-5 10 0,7-12 0,1 0 0,0 0 0,0 0 0,0 0 0,1 0 0,-1 0 0,1 1 0,0-1 0,0 1 0,0-1 0,1 1 0,0-1 0,0 1 0,0-1 0,0 1 0,1 0 0,-1-1 0,1 1 0,1-1 0,-1 0 0,0 1 0,1-1 0,0 0 0,0 0 0,0 0 0,1 0 0,-1 0 0,1-1 0,5 7 0,1-2-403,1-1 0,-1 0 0,1 0 0,0-1-1,0 0 1,1-1 0,0 0 0,0-1 0,12 4 0,47 7-9252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 11509,'0'0'21258,"-129"81"-21258,98-18 0,3 2 0,14 0 0,3-5 0,11-1 0,0-5 0,0-4 0,7-10 0,1-9 0,9-10 0,4-17 0,-5-4-4690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25724,'0'0'4578,"113"-17"-2225,-51 17-2353,12 0-320,-3 0-3634,-7-6-7443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1 14743,'0'0'15972,"-23"21"-14176,-8 5-1621,-2 3-148,1 1 0,-35 44 0,31-31-27,2 1 0,-37 64 0,61-90 0,0 0 0,1 1 0,2-1 0,0 1 0,1 1 0,0 0 0,2 0 0,0 0 0,-1 35 0,5-54 0,0 1 0,1 0 0,-1 0 0,1 0 0,-1 0 0,1-1 0,0 1 0,0 0 0,-1-1 0,1 1 0,0 0 0,0-1 0,1 1 0,-1-1 0,0 1 0,1-1 0,-1 0 0,0 0 0,1 0 0,-1 1 0,1-1 0,0-1 0,-1 1 0,1 0 0,0 0 0,0-1 0,-1 1 0,1-1 0,0 1 0,0-1 0,0 0 0,2 1 0,11 0 0,0 1 0,-1-2 0,19-1 0,-12 0 0,9 1 168,38-4-1,-57 2-823,0 0 1,0-1-1,0 0 0,0-1 0,0 0 0,14-8 1,7-8-9353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17976,'0'0'14039,"19"0"-13327,196 6-672,-212-5-40,1-1 0,-1 0 0,1-1 0,-1 1 0,1-1 0,-1 1 0,1-1 0,-1 0 0,1 0 0,-1 0 0,0-1 0,0 1 0,5-4 0,-6 3 0,-1 1 0,0-1 0,1 0 0,-1 0 0,0 0 0,0 0 0,0 0 0,0 0 0,0 0 0,-1 0 0,1 0 0,0 0 0,-1 0 0,0 0 0,1 0 0,-1-1 0,0 1 0,0 0 0,-1 0 0,1 0 0,0-1 0,-1 1 0,0-2 0,0 2 0,0-1 0,0 1 0,0 0 0,0 0 0,-1 0 0,1 0 0,-1 1 0,1-1 0,-1 0 0,0 1 0,0-1 0,0 1 0,0-1 0,0 1 0,0 0 0,0 0 0,0 0 0,0 0 0,-1 0 0,1 0 0,0 1 0,-5-1 0,-56-9 0,62 10 0,-27-2 0,-48 2 0,75 0 0,1 0 0,-1 1 0,0-1 0,1 1 0,-1-1 0,1 0 0,-1 1 0,1-1 0,-1 1 0,1-1 0,-1 1 0,1 0 0,-1-1 0,1 1 0,-1-1 0,1 1 0,0 0 0,0-1 0,-1 1 0,1 0 0,0 0 0,0-1 0,0 1 0,0 0 0,-1-1 0,1 1 0,0 0 0,0 0 0,1 1 0,0 28 0,0-25 0,0 5 7,2 1 1,0-1-1,0 0 0,0 0 1,1 0-1,1 0 0,0 0 0,0-1 1,1 0-1,0 0 0,1-1 1,0 1-1,8 7 0,-5-6-122,0-1 0,0 0-1,0-1 1,1 0 0,0-1 0,1 0-1,0-1 1,0 0 0,0-1-1,17 5 1,28-1-7291,3-8-7473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95 25356,'0'0'5880,"-27"-16"-4533,7 3-1255,8 5-85,-1 0 0,1 0 0,-2 2 0,1-1 0,-1 2 0,0-1 1,0 2-1,-1 0 0,1 1 0,-1 0 0,0 1 0,-15 1 0,23 0-7,0 2 0,1-1 0,-1 1 0,0 0 0,-7 2 0,2 1 0,-1 1 0,1 1 0,0 0 0,-18 12 0,-22 19 0,2 1 0,-82 82 0,125-113 0,1 0 0,-1 1 0,1 0 0,1 1 0,-1-1 0,-6 18 0,10-20 0,0 0 0,1 0 0,0 1 0,0-1 0,0 1 0,1 8 0,-2 40 0,3 0 0,3 1 0,15 80 0,-3-70 0,-6-31 0,-2 0 0,-1 1 0,2 57 0,-9-92-105,0-1 0,-1 1 0,1 0 0,0-1 1,-1 1-1,1 0 0,0-1 0,-1 1 0,1-1 0,-1 1 0,1 0 0,-1-1 0,1 1 0,-1-1 1,0 1-1,1-1 0,-1 0 0,1 1 0,-1-1 0,0 0 0,0 1 0,1-1 0,-1 0 1,0 0-1,1 1 0,-1-1 0,0 0 0,0 0 0,1 0 0,-1 0 0,0 0 0,0 0 0,1 0 1,-1-1-1,0 1 0,0 0 0,1 0 0,-1 0 0,0-1 0,0 1 0,-6-1-2269,-19-1-8975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4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18777,'0'0'7715,"128"-44"-4209,-74 40-2546,1 2-960,-1 2-80,-2 0-2849,0-8-2786,1-5-6803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21322,'0'0'8822,"-16"24"-6631,-101 158-1759,114-177-432,-30 49 0,-32 73 0,58-111 0,1 0 0,0 0 0,1 1 0,1-1 0,1 1 0,0 0 0,1 1 0,1-1 0,1 30 0,1-45 0,-1-1 1,1 1-1,0-1 1,-1 1-1,1-1 0,0 1 1,0-1-1,0 0 0,0 0 1,0 1-1,0-1 1,0 0-1,1 0 0,-1 0 1,0 0-1,1 0 1,-1 0-1,0-1 0,1 1 1,-1 0-1,1-1 0,-1 1 1,1-1-1,0 0 1,-1 1-1,1-1 0,-1 0 1,3 0-1,50 2-113,-46-2 36,-3 0-321,0 0 0,1-1 0,-1 1 0,0-1 0,10-3 0,-9 1-958,-1 0-1,0 0 0,1 0 0,-1-1 0,4-4 0,-8 7 956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24763,'0'0'7716,"113"0"-7428,-63 0-288,0 0 0,-2 0-1809,2 0-3617,3 0-4499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15 20233,'0'0'8033,"-19"-2"-4559,-5-2-2923,11 1-492,0 1 1,-1 0-1,1 1 1,0 1-1,-1 0 1,1 1-1,-23 4 1,23-2-60,-1 1 0,2 1 0,-1 1 0,0 0 0,1 0 0,0 1 0,1 1 0,-1 0 0,1 0 0,1 1 0,0 1 0,0 0 0,1 0 0,0 0 0,1 1 0,0 1 0,1 0 0,0 0 0,0 0 0,2 1 0,-1-1 0,2 1 0,0 1 0,0-1 0,1 1 0,1-1 0,-1 27 0,2-23 0,2 0 0,0 0 0,0 1 0,2-1 0,9 32 0,-9-40 0,0-1 0,1 0 0,0 0 0,0-1 0,1 1 0,0-1 0,0 0 0,1 0 0,0 0 0,0-1 0,1 0 0,-1 0 0,13 7 0,-9-6-226,0-2 0,1 1-1,0-2 1,0 1 0,0-2 0,0 1 0,1-1 0,13 1-1,43-1-8734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16279,'0'0'14631,"17"25"-13265,53 88-931,-63-101-431,0 0 0,-2 1 0,1 0 0,-2 0 0,0 1 0,0-1 0,-1 1 0,-1 0 0,0 0 0,-1 0 0,0 0 0,-2 17 0,0-10 0,2-13-4,-1 1 0,-1-1 0,0 1 0,0-1 0,-1 1 0,0-1 0,0 0 0,-1 0 0,0 0 0,0 0 0,-1 0 0,0-1 0,0 1 0,-1-1 0,0 0 0,0-1 0,-12 12 0,-3 1 21,0-2 1,-2-1-1,-35 22 0,3-9-5007,90-48-6777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22714,'0'0'10053,"17"-17"-10053,-17 34 0,-6 6 0,2 0 0,2-4-1313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781 0 24027,'0'0'4962,"-113"109"-1472,52-42-3202,1 0-288,-1 6 0,-4 4 0,-14 1 0,-17 12 0,-19 12 0,-15 7-10949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6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108 147 13670,'0'0'16949,"-4"4"-15930,-3 10-880,0 0 0,1 1-1,1-1 1,0 1-1,1 1 1,0-1 0,-1 18-1,-7 23-118,-4 14-20,4 0 0,2 1 0,0 125 0,11-195 0,-1 0 0,1-1 0,0 1 0,0-1 0,0 1 0,0-1 0,-1 0 0,1 1 0,0-1 0,0 0 0,0 1 0,0-1 0,0 0 0,0 0 0,0 0 0,0 0 0,0 0 0,0 0 0,0 0 0,0 0 0,0 0 0,1-1 0,0 1 0,19 0 0,1-1 0,-1 0 0,0-2 0,0 0 0,0-2 0,32-10 0,107-45 0,236-79 0,-366 130 0,1 2 0,0 1 0,0 1 0,0 2 0,34 1 0,-58 3 0,-9 1 0,-7 1 0,4-3 0,1-1 0,0 0 0,-1 0 0,1 0 0,0 0 0,0 0 0,0-1 0,0 0 0,0 0 0,0 0 0,0-1 0,0 1 0,-5-6 0,-5-5 0,-25-28 0,17 16 0,-33-38 0,-68-103 0,59 76 0,59 82 0,-1 0 0,-1 1 0,0 0 0,0 0 0,-13-11 0,15 15 0,0 1 0,1-1 0,-1 1 0,0 0 0,0 0 0,0 0 0,0 0 0,-1 1 0,1 0 0,0 0 0,-1 1 0,-5-1 0,-3 1 0,0 1 0,0 0 0,1 1 0,-1 0 0,1 1 0,-20 7 0,25-7 0,-1 1 0,1 0 0,0 1 0,0 0 0,1 0 0,-1 1 0,1 0 0,0 0 0,1 0 0,-11 15 0,14-18 31,1 0 0,0 0 0,0 1 0,0-1 0,1 1 1,-1 0-1,1-1 0,0 1 0,0 0 0,0 0 0,1-1 0,-1 1 0,1 0 0,0 7 0,0-8-135,1-1 0,-1 1 1,1-1-1,0 1 0,-1-1 0,1 1 0,0-1 0,1 0 0,1 5 0,-1-5-377,-1 0 0,1 0 0,0-1 0,0 1 0,0 0 0,0-1 0,0 1 1,0-1-1,0 1 0,0-1 0,3 1 0,26 7-10751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8:56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7331,'0'0'15458,"6"0"-13369,4 0-1314,6 0 6339,-21 2-7114,-1 0 0,1 1 0,-1-1 0,1 1 0,0 0 0,-9 7 0,32-9 0,3-6 0,1 2 0,43-3 0,-64 7 0,-1-1 0,1 0 0,0 0 0,0 1 0,-1-1 0,1 1 0,0-1 0,-1 1 0,1-1 0,-1 1 0,1-1 0,-1 1 0,1 0 0,-1-1 0,1 1 0,-1 0 0,1-1 0,-1 1 0,0 0 0,1 0 0,-1-1 0,0 1 0,0 0 0,0 0 0,1 0 0,-1-1 0,0 1 0,0 0 0,0 0 0,0 0 0,-1 0 0,2 1 0,-1 0 0,0-1 0,0 1 0,0 0 0,-1-1 0,1 1 0,0 0 0,-1-1 0,1 1 0,-1 0 0,1-1 0,-1 1 0,0-1 0,0 1 0,-1 1 0,-3 0 2,0 0 0,0 0 0,0-1-1,0 0 1,-1 0 0,1 0 0,-1 0 0,1-1 0,-1 0-1,-6 0 1,-34 9-243,33-5-3542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0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7523,'1'7'20573,"-2"-7"-20565,-4 2 692,5-2-663,-1 0 0,1 0 0,0-1-1,-1 1 1,1 0 0,-1 0 0,1 1 0,-1-1 0,1 0-1,0 0 1,-1 0 0,1 0 0,0 0 0,-1 0 0,1 0 0,-1 1-1,1-1 1,0 0 0,-1 0 0,1 1 0,0-1 0,-1 0-1,1 0 1,0 1 0,0-1 0,-1 0 0,1 1 0,0-1 0,0 0-1,0 1 1,-1-1 0,1 1 0,0-1 0,0 0 0,0 1-1,0-1 1,0 1 0,0-1 0,0 1 0,-1 0-160,1 0 0,0-1-1,-1 1 1,1 0 0,-1 0 0,1 0 0,-1-1 0,0 1 0,1 0-1,-1 0 1,0-1 0,1 1 0,-1-1 0,0 1 0,0 0-1,0-1 1,1 0 0,-1 1 0,0-1 0,0 1 0,-1-1 0,-23 9-4372,20-8 2769,-22 7-7520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0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 8020,'0'0'14252,"-9"2"-12932,1-2-1003,5 0-240,1 1 0,-1-1 0,1 0 0,-1 0 0,0 1-1,1 0 1,0-1 0,-1 1 0,1 0 0,-1 0-1,1 1 1,0-1 0,0 0 0,0 1 0,0-1 0,0 1-1,0 0 1,-3 2 0,-9 10 534,-1 0 1,0-1-1,-1-1 1,-1 0-1,-19 10 1,-16 11-199,31-18-233,0 1-1,1 1 1,0 1 0,-31 38-1,43-46-107,1 1-1,0 0 1,0 0-1,1 0 0,0 1 1,1 0-1,1 0 1,0 1-1,0-1 0,2 1 1,-4 25-1,4-15-39,1 0 0,1 0 0,1 0-1,1 0 1,1 0 0,1 0 0,1 0-1,1-1 1,14 34 0,13 7 32,3 0 1,61 78-1,32 54-68,-122-182-4,0 0 1,-1 1-1,0 0 0,-2 0 0,1 0 0,-2 1 0,5 29 0,-8-36 9,0 0 0,0 0 0,0 0 0,-1 0 0,0 0 0,-1 0 0,0 0-1,0-1 1,0 1 0,-1 0 0,0-1 0,-1 0 0,0 0 0,0 0-1,0 0 1,-7 7 0,-17 15 90,-2 0-1,0-2 1,-45 29 0,40-31 129,0 2 1,-48 50 0,82-76-216,0 1 0,-1-1 0,0 1 0,1 0-1,-1-1 1,1 1 0,0 0 0,0 0-1,0 0 1,0 0 0,0 0 0,0 1 0,0-1-1,0 0 1,0 3 0,6-4-24,-1-1 1,0 1-1,1-1 0,-1 1 0,1-1 1,7-1-1,-9 1 17,20-2-32,0-2 1,37-9 0,-39 8-4,1 0 1,0 1 0,32-1-1,-51 5 34,0 0 1,-1 0-1,1 0 0,0 1 0,0-1 0,0 0 0,-1 1 1,1 0-1,0 0 0,-1 0 0,1 0 0,0 0 1,-1 0-1,1 1 0,2 2 0,-3-2 0,0 1-1,0-1 1,0 1 0,-1 0-1,1-1 1,-1 1-1,0 0 1,0 0 0,0 0-1,0 0 1,0 0-1,0 0 1,-1 0 0,0 4-1,2 15 2,-1 0-1,-1 0 1,-1 0-1,-1 1 1,-1-2-1,-9 32 1,-48 127 156,8-29 184,48-136-338,1 0 0,1 0 0,0 1 0,2 29 0,0-43 0,0 0 0,0 0 0,0 0 0,1-1 0,-1 1 0,0 0 0,1 0 0,0 0 0,-1 0 0,1 0 0,0 0 0,0-1 0,0 1 0,0 0 0,1-1 0,-1 1 0,0-1 0,1 1 0,-1-1 0,2 2 0,1-1 0,0 0 0,-1 0 0,1 0 0,0 0 0,0 0 0,0-1 0,1 0 0,-1 0 0,5 1 0,4-1 0,0 0 0,0-1 0,0 0 0,0-1 0,21-4 0,-21 2 0,0-1 0,0-1 0,-1 0 0,0-1 0,0 0 0,0-1 0,-1 0 0,0-1 0,17-15 0,-25 21 0,-2 1 0,0 0 0,0 0 0,0 0 0,0 0 0,-1 0 0,1 0 0,0-1 0,0 1 0,-1 0 0,1 0 0,-1-1 0,1 1 0,-1 0 0,1 0 0,-1-1 0,0 1 0,0-1 0,0 1 0,1 0 0,-1-1 0,-1-1 0,-1 2 0,-1 1 0,1-1 0,0 0 0,-1 1 0,1 0 0,-1 0 0,0 0 0,1 0 0,-1 0 0,-2 0 0,2 0 0,-41 1-1209,0 1-8192,15-2-1807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1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72 6163,'0'0'13000,"-2"-14"-10142,2 9-3241,-7-41 4517,4 40-1037,3 34-1224,26 172 283,-14-133-2221,4 90-1,-16-71-91,0-85-13,0-1 0,0 1 0,0 0 0,0 0 0,0-1 0,0 1 0,0 0 1,0 0-1,0-1 0,0 1 0,0 0 0,-1-1 0,1 1 0,0 0 0,-1-1 0,1 1 1,0 0-1,-1-1 0,1 1 0,-1-1 0,0 2 0,-11 0-9797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1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35 12358,'0'0'15708,"17"-8"-14251,-4 2-1126,-1 0 1,1 1-1,21-4 1,-33 9-305,-1 0-1,1 0 1,0 0 0,0 0 0,-1 0-1,1 0 1,0 0 0,-1 0 0,1 1 0,0-1-1,-1 0 1,1 0 0,0 1 0,-1-1-1,1 1 1,0-1 0,-1 0 0,1 1 0,-1-1-1,1 1 1,-1-1 0,1 1 0,-1 0-1,1-1 1,-1 1 0,0-1 0,1 2 0,5 26 528,-9 28 15,2-52-568,1 0 0,-1-1 0,0 1-1,0 0 1,0 0 0,-1-1-1,1 1 1,-1-1 0,0 1 0,0-1-1,0 0 1,0 0 0,-1 1 0,1-2-1,-1 1 1,0 0 0,0 0 0,0-1-1,0 0 1,0 0 0,-1 0-1,1 0 1,0 0 0,-1 0 0,0-1-1,-6 2 1,-6 1-3,0-2-1,-1 0 1,1 0-1,-33-3 1,24 1 4,24 0 2,-1 0-1,1 0 1,-1 0-1,1 0 1,0 0-1,-1 0 1,1 0 0,-1-1-1,1 1 1,-1 0-1,1-1 1,0 1-1,-1-1 1,1 0 0,0 1-1,0-1 1,-1 0-1,1 0 1,0 0-1,0 0 1,0 0-1,0 0 1,0 0 0,0 0-1,0 0 1,0-1-1,1 1 1,-1 0-1,0 0 1,1-1 0,-1 1-1,1-1 1,0 1-1,-1 0 1,1-1-1,0 1 1,0-1 0,0 1-1,0-2 1,0-2-323,0 0 1,1 0 0,0 0-1,0 0 1,1 0 0,-1 0-1,1 1 1,0-1-1,0 0 1,4-4 0,12-21-8028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1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0 13958,'0'0'15864,"0"0"-15801,0 0-1,0 1 1,0-1 0,1 0 0,-1 0 0,0 0 0,0 1 0,0-1-1,0 0 1,0 0 0,0 1 0,1-1 0,-1 0 0,0 0 0,0 1-1,0-1 1,0 0 0,0 1 0,0-1 0,0 0 0,0 0 0,0 1-1,0-1 1,-1 0 0,1 0 0,0 1 0,0-1 0,0 0 0,0 0-1,0 1 1,0-1 0,0 0 0,-1 0 0,1 0 0,0 1 0,0-1-1,0 0 1,-1 0 0,1 0 0,0 1 0,-7 8-12,-1-1 0,0 0 0,0 0 0,-1-1 0,1 0 0,-17 10 0,-8 6-40,-3 7-11,1 1 0,2 2 0,-50 63 0,75-85 0,8-11 0,0 0 0,0 1 0,0-1 0,0 0 0,0 0 0,-1 0 0,1 0 0,0 0 0,0 1 0,0-1 0,0 0 0,0 0 0,0 0 0,0 0 0,0 0 0,0 1 0,0-1 0,0 0 0,0 0 0,0 0 0,0 0 0,0 1 0,0-1 0,0 0 0,0 0 0,0 0 0,0 0 0,1 0 0,-1 1 0,0-1 0,0 0 0,0 0 0,0 0 0,0 0 0,0 0 0,0 0 0,0 0 0,1 1 0,-1-1 0,0 0 0,0 0 0,0 0 0,0 0 0,0 0 0,1 0 0,-1 0 0,0 0 0,0 0 0,0 0 0,0 0 0,5 1 0,-1-1 0,1 1 0,-1-1 0,1-1 0,-1 1 0,0 0 0,1-1 0,-1 0 0,0 0 0,1 0 0,7-4 0,51-26 0,-38 18 0,-2 0 0,-17 9 0,1 0 0,0 0 0,0 1 0,0 0 0,1 0 0,-1 1 0,1 0 0,0 0 0,10-1 0,-18 4 0,1 0 0,-1 0 0,1 0 0,-1 0 0,1 0 0,-1 0 0,0 1 0,1-1 0,-1 0 0,0 0 0,0 0 0,0 0 0,0 0 0,0 1 0,0-1 0,0 0 0,-1 1 0,1 1 0,-1 4 0,0 0 0,0 0 0,0 0 0,-1 0 0,0-1 0,-1 1 0,1-1 0,-1 1 0,-1-1 0,1 0 0,-1 0 0,0-1 0,-5 6 0,-11 13 0,-39 35 0,33-34 0,-36 34 0,-135 141 0,193-196 0,0 1 0,0-1 0,1 1 0,0 0 0,0 0 0,0 0 0,0 0 0,1 1 0,-1-1 0,2 1 0,-1-1 0,0 1 0,0 9 0,2-14 0,1 0 0,0-1 0,0 1 0,-1-1 0,1 1 0,0-1 0,0 1 0,0-1 0,0 1 0,0-1 0,0 0 0,0 1 0,-1-1 0,1 0 0,0 0 0,0 0 0,0 0 0,0 0 0,0 0 0,0 0 0,0 0 0,0 0 0,1-1 0,28-1 0,-19 1 0,0-2 0,0 0 0,0 0 0,0-1 0,0 0 0,-1-1 0,17-10 0,68-52 0,-20 13 0,-60 43 0,-12 9 0,-1 0 0,0 0 0,1 1 0,0-1 0,-1 1 0,1-1 0,0 1 0,0 0 0,0 0 0,0 0 0,0 0 0,0 1 0,0-1 0,0 1 0,3 0 0,43 0-786,-16 0-3596,-21 0 1565,39 0-12905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97 8100,'0'0'15674,"8"-14"-14357,21-43 306,-25 43 3549,-11 7-3708,-17 5-2575,17 2 1639,-46-3-528,-68 5 0,114-1 0,0 0 0,-1 0 0,1 1 0,0 0 0,-9 3 0,14-4 0,0 0 0,0 0 0,-1 0 0,1 0 0,1 0 0,-1 0 0,0 0 0,0 1 0,0-1 0,1 1 0,-1-1 0,1 1 0,-1 0 0,1-1 0,0 1 0,-1 0 0,1 0 0,0 0 0,0 0 0,0 0 0,0 4 0,1-6 0,0 1 0,0-1 0,0 1 0,0-1 0,0 1 0,0-1 0,0 1 0,0 0 0,0-1 0,0 1 0,1-1 0,-1 1 0,0-1 0,0 1 0,1-1 0,-1 0 0,0 1 0,1-1 0,-1 1 0,1-1 0,-1 0 0,0 1 0,1-1 0,-1 0 0,1 1 0,-1-1 0,1 0 0,-1 0 0,1 1 0,-1-1 0,1 0 0,-1 0 0,2 0 0,19 3 0,-16-3 0,27 2 0,0-1 0,1 1 0,-1 2 0,0 1 0,31 10 0,-60-14 0,1 0 0,0 1 0,-1 0 0,1-1 0,-1 1 0,0 0 0,1 1 0,-1-1 0,0 0 0,0 1 0,-1 0 0,1 0 0,0 0 0,-1 0 0,0 0 0,0 0 0,4 8 0,-4-5 0,0 0 0,0 0 0,-1 0 0,0 0 0,0 1 0,-1-1 0,1 0 0,-1 1 0,-1-1 0,0 8 0,-3 6 0,-1 0 0,0-1 0,-2 0 0,0 0 0,-1 0 0,-11 17 0,2-7 0,-2 0 0,0-2 0,-28 29 0,-75 68 0,19-20 0,95-95 0,0 0 0,1 0 0,0 1 0,-8 17 0,13-24 0,1-1 0,0 1 0,0 0 0,0-1 0,1 1 0,-1 0 0,1 0 0,-1-1 0,1 1 0,0 0 0,0 4 0,1-6 0,-1 0 0,0 1 0,1-1 0,-1 0 0,1 0 0,0 1 0,-1-1 0,1 0 0,0 0 0,0 0 0,-1 0 0,1 0 0,0 0 0,0 0 0,0 0 0,0-1 0,1 1 0,-1 0 0,0 0 0,0-1 0,0 1 0,1-1 0,-1 1 0,3 0 0,11 2 0,1 0 0,0-1 0,-1 0 0,1-1 0,25-2 0,-5-2 0,52-11 0,-32 1-62,-1-2 0,0-2 1,-1-3-1,-1-3 0,71-40 0,-84 35-3214,-3-3-6059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12102,'0'0'16823,"138"-48"-14534,-88 42-864,3 6-1297,-1 0-128,-10 0 0,-9 0 0,-10 0 0,-10 0 0,-11 0-1217,-2 10-3825,-13 7-1953,-20 0-3890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16936,'0'0'11557,"130"10"-10212,-65-10-673,8-8-672,6-11-3137,3-2-7636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10 7716,'0'-10'22004,"-12"390"-18957,-1-162-2906,1 0-692,-9-75-5815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4578,'0'0'8521,"16"-18"-4071,58-56-661,-70 71-3538,-1 1 1,0-1-1,1 1 1,-1-1-1,1 1 0,0 0 1,0 1-1,0-1 1,0 1-1,0-1 1,0 1-1,0 0 1,1 1-1,-1-1 0,0 1 1,0 0-1,1 0 1,5 1-1,4-1 433,-7 1-533,-1-1 1,0 1-1,0 1 0,0-1 0,0 1 1,0 0-1,0 0 0,0 1 0,-1 0 1,1 0-1,-1 0 0,0 1 1,0 0-1,0 0 0,0 0 0,-1 0 1,1 1-1,-1-1 0,0 1 1,-1 1-1,1-1 0,-1 0 0,0 1 1,0-1-1,-1 1 0,0 0 1,0 0-1,0 0 0,-1 0 0,1 0 1,-2 0-1,1 1 0,-1 10 1,0-16-127,0 1 0,-1 0 1,1 0-1,-1-1 0,1 1 1,-1 0-1,0-1 1,0 1-1,0-1 0,0 1 1,0-1-1,0 1 0,0-1 1,0 0-1,-1 1 0,1-1 1,0 0-1,-1 0 1,1 0-1,-1 0 0,0 0 1,1-1-1,-1 1 0,1 0 1,-1-1-1,0 1 1,0-1-1,1 1 0,-1-1 1,0 0-1,-2 0 0,-9 2-26,0-1-1,-1-1 1,-15-1-1,14 0 21,10 0 1,0 1 0,1-1 0,-1 0 0,0 0 1,0 0-1,-8-5 0,11 6-78,1-1-1,0 1 1,-1-1 0,1 0 0,0 1-1,0-1 1,0 0 0,0 0 0,0 0 0,0 0-1,0 0 1,0 0 0,0 0 0,0 0-1,0 0 1,1 0 0,-1-1 0,0 1-1,1 0 1,-1 0 0,1-1 0,0 1 0,-1 0-1,1-1 1,0 1 0,0-1 0,0 1-1,0 0 1,0-3 0,31-1-16568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4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19721,'0'0'7908,"111"0"-5171,-72 0-1473,5 0-687,0 0-369,0 0-176,-4 0-32,-9 0-1409,-12 0-2337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16968,'0'0'6163,"171"0"-4579,-92 0-1584,5-11-2161,-2-10-8772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20169,'0'0'10762,"0"19"-9182,-4 306-1324,-1-236-256,-3 1 0,-36 152 0,35-199 0,2 13-889,7-33-8661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15655,'0'0'5077,"19"-21"-1971,65-65 365,-77 80-3095,0 1 0,0 0 0,1 0 0,0 0 0,-1 1 1,2 0-1,-1 1 0,0 0 0,1 0 0,11-2 1,-2 2-71,0 2 1,1 0 0,20 1-1,-12 1-225,-21-1-80,-1 0 1,0 0-1,0 0 0,1 1 1,-1 0-1,0 0 1,0 1-1,0-1 1,5 3-1,-7-2-1,-1-1 0,0 1 0,0-1 0,0 1 0,0 0 0,0-1 0,0 1 0,-1 0 0,1 0 0,-1 1-1,1-1 1,-1 0 0,0 0 0,0 1 0,0-1 0,0 1 0,0-1 0,-1 1 0,2 3 0,-1 2 0,0-1 0,-1 1 0,1-1 0,-1 1 0,-1-1 0,1 1 0,-1-1 0,-1 1 0,1-1 0,-1 0 0,-1 0 0,1 0 0,-1 0 0,0 0 0,-1 0 0,0-1 0,0 0 0,0 0 0,-7 7 0,1-2 0,-1-1 0,0 0 0,0-1 0,-1 0 0,0-1 0,-1 0 0,0-1 0,-27 10 0,26-12 0,-1 0 0,1-1 0,-1-1 0,0 0 0,0-2 0,-22 1 0,37-2 1,-1 0-1,1 0 1,-1 0-1,1 0 1,-1-1-1,0 1 1,1 0-1,-1 0 1,1-1-1,-1 1 1,1 0 0,0-1-1,-1 1 1,1-1-1,-1 1 1,1 0-1,0-1 1,-1 1-1,1-1 1,0 1-1,-1-1 1,1 1-1,0-1 1,0 1 0,-1-1-1,1 0 1,0 1-1,0-1 1,0 1-1,0-1 1,0 1-1,0-1 1,0 0-1,0 1 1,0-1 0,0 1-1,0-1 1,0 1-1,1-1 1,-1 0-1,10-27-339,-5 22-857,1-1 1,1 1-1,-1 0 1,8-5 0,-6 5-1016,20-16-8189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17608,'0'0'15159,"0"-2"-15159,0 4 0,0 9 0,0 3 0,0 1 0,0 6 0,0 0 0,6 4 0,7-2-5250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0 13798,'0'0'17768,"-155"134"-16567,101-77-1201,-1 9 0,1 3 0,0 0 0,-9 13 0,-10-1-9604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5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25 11333,'0'0'12619,"4"-4"-11762,13-13-345,-13 13-101,-2 37 6624,-1-31-7035,2-1 0,3-2 0,-3 2 0,5 9 0,-6-10 0,10-5 0,-10 5 0,-1 14 0,-1-13 0,-4 99 0,-3 0 0,-5-1 0,-42 167 0,53-264 0,-3 15 0,-1 0 0,-13 29 0,13-40-370,-2-44-22070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16023,'18'-16'4883,"-2"0"-3757,-2 2-130,1 0 0,0 1 1,1 0-1,1 2 0,0 0 0,24-12 0,-26 16-620,0 0 1,0 2-1,1 0 0,-1 1 0,1 0 0,0 1 0,0 1 1,1 1-1,25 0 0,-41 1-376,0 0 0,0 1 0,0-1 0,0 0 0,0 1 0,0-1 0,-1 0 0,1 1 0,0-1 0,0 1 0,0-1 0,0 1 0,-1 0 0,1-1 0,0 1 0,0 0 0,-1 0 0,1 0 0,-1-1 0,1 1 0,-1 0 0,1 0 0,-1 0 0,1 1 0,0 1 0,0 1 0,-1-1 0,1 0 0,-1 0 0,0 1 0,1-1 0,-2 0 0,1 4 0,-1 1 0,-1 0 0,1-1 0,-1 1 0,-1-1 0,1 1 0,-8 12 0,1-6 0,-1-1 0,0 0 0,-1-1 0,-1 0 0,0 0 0,-20 13 0,-6 3 0,-46 23 0,89-52-1058,27-6-6584,5-16-4596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26764,'0'0'6003,"-12"21"-6003,18-13 0,25-8-1056,7 0-10326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495 190 19209,'0'0'7771,"-21"-5"-3606,8 1-3760,-6-2-253,-1 1 0,1 1 0,-1 1 1,0 0-1,-1 1 0,1 2 0,-22 1 0,38 0-152,1-1 0,-1 1 0,0 0 0,0 1 0,1-1 0,-1 1 0,1-1 0,-1 1 0,1 0 0,0 1 0,0-1 0,0 0 0,0 1 0,0 0 0,-3 3 0,2-1 0,1 1 0,-1-1 0,1 1 0,0 0 0,0 0 0,1 1 0,0-1 0,-2 9 0,0 10 0,0 2 0,2-1 0,2 43 0,1-41 0,9 348 0,-10-371 0,0 1 0,0-1 0,-1 1 0,0-1 0,0 1 0,0-1 0,0 1 0,-1-1 0,-3 8 0,3-10 0,0-1 0,0 1 0,0-1 0,0 0 0,0 1 0,0-1 0,0 0 0,-1 0 0,1-1 0,-1 1 0,0 0 0,1-1 0,-1 0 0,0 1 0,0-1 0,0 0 0,0 0 0,-5 0 0,-1 1 0,0 0 0,0-1 0,0-1 0,0 0 0,0 0 0,-17-2 0,24 1 0,-1 1 0,1-1 0,0 1 0,-1-1 0,1 0 0,-1 0 0,1 0 0,0 0 0,0 0 0,0-1 0,0 1 0,0-1 0,0 1 0,0-1 0,0 0 0,0 0 0,1 0 0,-1 0 0,1 0 0,-1 0 0,1 0 0,0-1 0,0 1 0,0 0 0,0-1 0,0 1 0,1 0 0,-1-4 0,0-6 0,1 1 0,0-1 0,1 1 0,1-1 0,0 1 0,0 0 0,1 0 0,0 0 0,1 0 0,0 0 0,1 1 0,0 0 0,1 0 0,0 0 0,10-12 0,14-15 0,1 0 0,47-40 0,-71 70 0,67-57 0,3 4 0,144-86 0,-100 69 0,-113 71 0,11-6 0,-1 0 0,25-24 0,-39 33 0,-1-1 0,1 1 0,-1-1 0,0 0 0,0 0 0,0-1 0,0 1 0,-1-1 0,0 1 0,0-1 0,0 0 0,0 1 0,-1-1 0,0 0 0,0 0 0,0-8 0,-1 12 0,0 1 0,-1-1 0,1 0 0,-1 0 0,1 0 0,-1 1 0,1-1 0,-1 0 0,1 1 0,-1-1 0,0 0 0,1 1 0,-1-1 0,0 1 0,1-1 0,-1 1 0,0-1 0,0 1 0,0 0 0,0-1 0,1 1 0,-1 0 0,0 0 0,0 0 0,0-1 0,0 1 0,0 0 0,0 0 0,0 0 0,1 0 0,-1 1 0,-1-1 0,-36 2 0,35-1 0,-2 0 0,-1 0 0,1 0 0,0 1 0,0 0 0,0 0 0,1 0 0,-1 1 0,0-1 0,1 1 0,0 0 0,0 0 0,0 1 0,0-1 0,0 1 0,0 0 0,1 0 0,0 0 0,0 1 0,0-1 0,0 1 0,1-1 0,0 1 0,0 0 0,0 0 0,-2 7 0,2-2 0,0 0 0,0 0 0,0 1 0,2-1 0,-1 0 0,1 0 0,1 0 0,-1 1 0,2-1 0,-1 0 0,2 0 0,5 18 0,-3-18-8,-1-1-1,1 1 1,1-1 0,0 0 0,0 0-1,1-1 1,0 1 0,0-1-1,1-1 1,0 0 0,0 0 0,1 0-1,0-1 1,0-1 0,1 1-1,-1-1 1,20 6 0,-20-8-971,-1-1 0,1 0 0,0-1 0,0 0 1,0-1-1,0 1 0,0-2 0,14-1 0,43-16-14745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0 9764,'0'0'22459,"-123"50"-21915,77 17-544,0 15 0,8 12 0,9 6 0,8 0 0,13-8 0,1-14 0,7-18 0,0-18 0,0-17 0,7-14 0,22-11 0,9-9 0,8-28-4450,-2-20-17368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6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13782,'0'0'7428,"111"10"-5860,-36-10-1568,4 0-2737,3 0-8308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306 588 22650,'-19'23'3354,"11"-15"-2937,-28 37 2549,-62 96 0,72-91-2862,3 0-1,2 1 1,-16 57-1,34-98-103,3-6 0,-1-1 0,0 1 0,0-1 0,0 1 0,0-1 0,-1 1 0,1-1 0,-1 0 0,0 0 0,0 0 0,0 0 0,0 0 0,-1 0 0,1 0 0,-4 2 0,5-5 0,1 0 0,0 0 0,0 0 0,0 0 0,-1 0 0,1 0 0,0 0 0,0 0 0,-1 0 0,1 0 0,0 0 0,0 0 0,0 0 0,0-1 0,-1 1 0,1 0 0,0 0 0,0 0 0,0 0 0,0 0 0,-1-1 0,1 1 0,0 0 0,0 0 0,0 0 0,0-1 0,0 1 0,0 0 0,0 0 0,0 0 0,0-1 0,0 1 0,0 0 0,-1 0 0,1 0 0,0-1 0,0 1 0,1 0 0,-1 0 0,0 0 0,0-1 0,0 1 0,-1-16 0,1 12 0,1-35 0,2 0 0,2 0 0,1 0 0,2 1 0,2 0 0,19-51 0,7-4-361,79-143-1,-84 182-344,2 2-1,2 2 1,79-86 0,-94 115 826,1 2 0,0 1 1,2 0-1,47-27 0,-59 39 86,0 1-1,0-1 1,1 2-1,0 0 1,0 0-1,0 1 1,0 1-1,0 0 1,1 0 0,-1 2-1,1-1 1,-1 1-1,20 3 1,-26-1-203,-1 0 0,1 1 1,-1-1-1,1 1 1,-1 0-1,0 0 1,0 1-1,0-1 0,-1 1 1,1 0-1,-1 0 1,0 1-1,0-1 1,0 1-1,-1 0 1,0 0-1,1 0 0,-2 1 1,1-1-1,-1 1 1,2 5-1,-1-5-3,-1 0-1,0 0 1,-1 1 0,1-1 0,-1 0-1,-1 1 1,1-1 0,-1 0-1,0 1 1,0-1 0,-1 1-1,0-1 1,0 0 0,0 1 0,-1-1-1,0 0 1,0 0 0,-1 0-1,-5 11 1,2-10 0,0 0 0,-1-1 0,0 0 0,0 0 0,0 0 0,0-1 0,-10 5 0,-62 30 0,47-26 0,3 0 0,-26 11 0,2 2 0,-86 58 0,126-75 0,0 1 0,0 0 0,1 0 0,0 1 0,1 1 0,0 0 0,1 0 0,1 1 0,0 0 0,0 1 0,2 0 0,0 1 0,1-1 0,-7 26 0,9-25 0,1 0 0,1 0 0,0 0 0,1 0 0,1 0 0,1 0 0,3 25 0,-3-36 0,0 0 0,1 0 0,-1 0 0,1 1 0,0-2 0,1 1 0,-1 0 0,1 0 0,0-1 0,0 1 0,0-1 0,1 0 0,-1 0 0,1-1 0,0 1 0,0-1 0,1 1 0,-1-1 0,1 0 0,-1-1 0,1 1 0,0-1 0,0 0 0,0 0 0,10 2 0,-1-2-95,0 0 0,1 0-1,-1-1 1,24-2 0,26-9-4994,0-12-6730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7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14903,'0'0'16151,"-77"136"-14438,66-90-1713,7-7 0,4-7 0,0-14 0,0-7 0,0-7 0,6-4 0,3-15 0,1-24-6531,7-11-7764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7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0 112,'0'0'30398,"-48"126"-33231,48-97-3842,11 2-12646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8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408 945 23595,'0'0'5018,"-20"-3"-1520,-64-8-2842,82 10-656,0 1 0,0-1 0,0 1 0,0 0 0,0 0 0,0-1 0,0 1 0,0 1 0,0-1 0,0 0 0,0 0 0,0 1 0,0-1 0,0 1 0,0 0 0,1 0 0,-1-1 0,0 1 0,0 0 0,0 1 0,1-1 0,-1 0 0,1 0 0,-1 1 0,1-1 0,-2 3 0,1 0 0,1-1 0,0 1 0,0 0 0,0 0 0,1 0 0,-1 0 0,1 0 0,0 0 0,1 7 0,-1 6 0,-1 24 0,-2 1 0,-1 0 0,-17 66 0,17-92 0,-1-1 0,-1 0 0,0-1 0,-1 0 0,-13 20 0,15-26 0,-1-1 0,0 0 0,-1 0 0,1 0 0,-1-1 0,0 0 0,-1 0 0,1-1 0,-1 1 0,-11 4 0,15-8 0,-1 0 0,0-1 0,0 1 0,1-1 0,-1 0 0,0 0 0,0 0 0,0-1 0,0 1 0,-6-2 0,9 1 0,1-1 0,-1 1 0,1-1 0,0 0 0,-1 0 0,1 1 0,0-1 0,0 0 0,0 0 0,0 0 0,0 0 0,0-1 0,0 1 0,0 0 0,0 0 0,0-1 0,0 1 0,1 0 0,-1-1 0,1 1 0,-1 0 0,1-1 0,-1 1 0,1-1 0,0 1 0,0-1 0,0 1 0,0-1 0,0 1 0,0-1 0,0-1 0,0-7 0,0 1 0,1-1 0,4-18 0,-1 14 0,0 1 0,2-1 0,-1 1 0,1 1 0,1-1 0,1 1 0,0 0 0,9-11 0,86-86 0,-99 106 0,394-350-2726,26-25-1306,-396 350 4096,98-104-267,-105 108 985,-2 0 0,-1-2-1,25-45 1,-40 66-428,-1 1-1,0-1 1,0 0-1,0 0 1,-1 0-1,1 0 1,-1 0-1,0 0 1,0-8-1,-1 13-347,-1-1 0,1 0 0,-1 1-1,1-1 1,-1 0 0,1 1 0,-1-1 0,1 1-1,-1-1 1,0 1 0,1-1 0,-1 1-1,0-1 1,1 1 0,-1 0 0,0-1 0,1 1-1,-1 0 1,0 0 0,0-1 0,0 1 0,1 0-1,-1 0 1,0 0 0,0 0 0,0 0 0,1 0-1,-1 0 1,0 0 0,0 1 0,1-1-1,-1 0 1,0 0 0,0 1 0,1-1 0,-2 1-1,-3-1 16,-9 3-21,0 1 0,0 0 0,1 0 0,-1 1 0,1 1 0,0 1 0,1 0 0,-1 0 0,-15 13 0,-9 10 0,-54 52 0,65-54 0,2 1 0,0 0 0,2 2 0,1 0 0,2 2 0,1 0 0,1 1 0,-20 61 0,22-43 0,1 1 0,3 0 0,3 1 0,1 0 0,2 77 0,5-38 0,0-93 0,0 1 0,0 0 0,0-1 0,0 1 0,0 0 0,0-1 0,0 1 0,0 0 0,0-1 0,0 1 0,1 0 0,-1-1 0,0 1 0,0-1 0,1 1 0,-1 0 0,0-1 0,1 1 0,-1-1 0,1 1 0,-1-1 0,0 1 0,1-1 0,-1 1 0,1-1 0,-1 0 0,1 1 0,0-1 0,0 1 0,1-1 0,-1 0 0,1 0 0,-1 0 0,1 0 0,-1 0 0,0 0 0,1 0 0,-1-1 0,1 1 0,-1-1 0,1 1 0,1-2 0,41-25 0,-43 26 0,219-162 0,-209 159 0,-13 11 0,1-6 0,-6 16 0,3-9 0,1 0 0,-1 1 0,2-1 0,-1 1 0,1 0 0,0-1 0,0 17 0,2-15-44,3 20 138,-3-29-116,1-1 0,0 1 1,-1 0-1,1 0 1,0 0-1,0 0 0,-1-1 1,1 1-1,0 0 1,0-1-1,0 1 0,0 0 1,0-1-1,0 1 0,0-1 1,0 0-1,0 1 1,0-1-1,0 0 0,0 0 1,0 1-1,1-1 1,-1 0-1,0 0 0,1 0 1,25-1-3778,4-4-5464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8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19369,'0'0'12590,"-11"19"-11825,-1 0-739,-2 5-22,0-1 0,2 2 1,-13 35-1,-2 29-4,5 1 0,-19 147 0,40-232 0,0 2 0,0 0 0,0 1 0,0-1 0,1 0 0,1 0 0,-1 0 0,3 13 0,-2-20-73,0 0 1,-1 1-1,1-1 1,0 0-1,0 1 0,0-1 1,0 0-1,-1 0 1,1 0-1,0 0 1,0 0-1,0 0 0,0 0 1,0 0-1,0 0 1,-1 0-1,1-1 0,0 1 1,0 0-1,0-1 1,0 1-1,-1 0 1,1-1-1,0 1 0,0-1 1,-1 1-1,1-1 1,0 0-1,20-29-10452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23659,'0'0'7203,"115"0"-5298,-56 2-1905,1 11 0,5-7 0,-4 7 0,14-9-6755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3 16904,'0'0'8276,"-124"-2"-2834,51 33-3297,-4 19-2145,8 17 0,8 23 0,21 4 0,19 7 0,21-5 0,0-6 0,21-15 0,17-14 0,10-22 0,15-20 0,6-19-6259,6-12-11013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3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0 5250,'0'0'27133,"8"115"-26749,-8-31-384,0 10 0,0 8 0,-14 1 0,-14-9 0,-7-15 0,-9-18 0,-6-19 0,-7-19 0,1-13 0,2-10 0,-1 0 0,1-6 0,-5-27-20217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03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12950,'0'0'12822,"-1"8"-11200,1-5-1403,-1 0 1,1 0 0,0 0-1,0 0 1,0 0-1,1 1 1,-1-1-1,1 0 1,0 0-1,-1 0 1,1 0-1,1 0 1,-1-1-1,0 1 1,1 0 0,-1 0-1,1-1 1,0 1-1,0-1 1,0 1-1,0-1 1,0 0-1,6 4 1,46 43-111,63 50-114,54 15 5,-169-111-24,-2-3 2,1 1-1,-1-1 1,1 1 0,-1-1 0,1 1-1,-1-1 1,1 1 0,-1-1 0,1 1-1,-1-1 1,1 1 0,0-1-1,-1 0 1,1 0 0,0 1 0,-1-1-1,1 0 1,0 0 0,1 1-1,-1-10-9921,-2-1-5270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5:03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40 8964,'0'0'11181,"-2"-7"-9559,-5-19 171,3 20 3298,1 10-3559,0 8-893,0 28-153,1 1 1,2-1-1,5 43 0,28 125-486,-32-201 0,1-1 0,0 1 0,0-1 0,0 1 0,1-1 0,5 11 0,-4-9 0,0-7-886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49.6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1477 180 10165,'0'0'13366,"-7"-19"-11565,-26-58-150,30 73-1429,1-1 0,-1 1 0,1-1 0,-1 1 0,-1 0 0,1 0 0,-1 0 0,1 0 0,-1 1 0,0-1 0,0 1 0,-1 0 0,1 0 0,-1 1 0,-5-3 0,0 1 87,0 1 0,-1 0 0,1 1 0,-22-2 0,29 3-254,-33-2 15,1 1 0,-1 2 0,1 1 1,0 2-1,-1 1 0,1 2 0,1 1 1,-65 23-1,1 10-70,-173 96 0,209-98 0,2 2 0,1 3 0,-86 82 0,124-103 0,0 1 0,2 0 0,1 2 0,1 0 0,1 1 0,1 1 0,-16 40 0,18-31 0,1 0 0,2 1 0,1 0 0,3 1 0,-4 60 0,7-5 0,4-1 0,4 0 0,4 0 0,27 118 0,-32-194 0,54 211 0,-48-197 0,1 0 0,2-1 0,0 0 0,3-1 0,22 34 0,-25-46 0,1 0 0,0-1 0,1-1 0,0 0 0,2-1 0,-1-1 0,2 0 0,-1-1 0,1-1 0,1-1 0,0 0 0,0-2 0,34 9 0,-1-4 0,0-3 0,1-2 0,0-3 0,60-2 0,-43-4 0,-1-3 0,123-26 0,132-54 0,-305 80 0,49-15 0,-1-2 0,-1-3 0,99-54 0,-133 61 0,-1-2 0,-1-1 0,-2-2 0,0-1 0,-1 0 0,-1-2 0,-2-1 0,40-56 0,-43 49 0,-2-1 0,-1 0 0,-1-2 0,-2 0 0,-2 0 0,10-46 0,-10 20 0,-3 0 0,-3-1 0,-2-69 0,-5 74 0,-3-1 0,-3 0 0,-2 1 0,-3 0 0,-24-78 0,22 98 0,-2 0 0,-1 1 0,-2 1 0,-2 1 0,-1 1 0,-1 0 0,-3 2 0,-47-52 0,49 64 0,0 0 0,-2 2 0,0 1 0,-1 1 0,-1 1 0,0 1 0,-1 2 0,-1 1 0,0 1 0,-48-12 0,27 13 0,-2 1 0,1 3 0,-1 2 0,0 2 0,-76 7 0,121-5 0,0 1 0,0 0 0,1 0 0,-1 1 0,0 0 0,1 0 0,-9 4 0,13-5 0,-1 0 0,1 1 0,0-1 0,0 1 0,0 0 0,1-1 0,-1 1 0,0 0 0,1 0 0,-1 0 0,1 0 0,0 0 0,-1 1 0,1-1 0,0 0 0,0 1 0,1-1 0,-1 1 0,0-1 0,1 0 0,-1 6 0,1 39-1805,0-37 7,2-1-1,0 0 1,0 1 0,0-1-1,6 12 1,9 17-6417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51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94 13286,'0'0'14812,"24"-9"-13654,6-3-822,-3 0 18,2 2-1,-1 1 1,32-6-1,-20 6-59,1 2-1,-1 2 1,1 1-1,0 2 1,75 7-1,-105-3-293,1 1 0,-1 1 0,1 0 0,-1 1 0,-1 0 0,1 0 0,-1 1 0,0 1 0,0-1 0,0 2 0,-1-1 0,0 2 0,-1-1 0,0 1 0,0 0 0,12 19 0,-6-5 0,0 1 0,-2 0 0,0 0 0,-2 1 0,-1 1 0,8 35 0,-10-20 0,-2 1 0,-1-1 0,-4 57 0,0-61 0,-2-3 0,-1-1 0,-1 0 0,-2 0 0,-1 0 0,-18 48 0,-75 158 0,57-144 0,8-16 0,3 2 0,4 1 0,-18 89 0,26-73 0,1-11 0,4 2 0,-8 157 0,22-168 0,-1-27 0,6 70 0,-2-113 0,0 0 0,0 0 0,1 0 0,0-1 0,0 1 0,1-1 0,0 1 0,0-1 0,0 0 0,1-1 0,0 1 0,1-1 0,8 8 0,9 7 0,2-1 0,29 19 0,-42-31 0,300 181 0,-277-169 0,-1 3 0,-1 1 0,-1 1 0,-1 2 0,-2 1 0,38 45 0,50 44 0,-72-75 0,75 92 0,71 152 0,-147-211 0,-30-48 0,1 0 0,1-2 0,2 0 0,0-1 0,26 26 0,-25-30 0,0 2 0,-2 0 0,28 45 0,7 11 0,-45-68 0,1-1 0,0 1 0,0-2 0,1 1 0,15 11 0,-17-16 0,-1 0 0,0-1 0,1 0 0,0 0 0,0 0 0,0-1 0,0 0 0,0-1 0,0 0 0,12 1 0,21 0 0,-13-1 0,36 5 0,-55-4 0,0-1 0,0 1 0,-1 1 0,1 0 0,-1 0 0,1 0 0,-1 1 0,0 0 0,7 5 0,3 1 0,-13-9 0,-1 0 0,0 1 0,0-1 0,0 1 0,0 0 0,0 0 0,0 0 0,0 0 0,-1 1 0,3 2 0,-3-4 51,5 4-380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52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504 0 8148,'0'0'19881,"-1"5"-17472,-2 36-1298,2 69 0,2-52-1004,1-40-107,0 0 0,2 0 0,0-1 0,13 34 0,-8-22 0,-1-9 0,0-1 0,1 1 0,1-1 0,1-1 0,0 0 0,1 0 0,2-1 0,19 20 0,-29-34 0,-1 0 0,1-1 0,-1 1 0,1-1 0,0 0 0,5 2 0,19 12 0,-27-13 0,0 1 0,0-1 0,0 0 0,0 1 0,0-1 0,-1 1 0,1-1 0,-1 1 0,0-1 0,0 1 0,-1 0 0,0 4 0,0 6 0,-1-13 0,-1 0 0,1-1 0,-1 1 0,1-1 0,-1 0 0,0 0 0,1 0 0,-1 0 0,-4-1 0,-30-6 0,22 3 0,0 1 0,-25-1 0,-21 3 0,0 1 0,-118 19 0,155-15 0,1 2 0,-1 1 0,1 0 0,1 2 0,0 0 0,0 2 0,1 0 0,0 2 0,1 0 0,-27 24 0,37-29-26,13-13 36,7-11-2352,0-5-6569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54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7395,'0'0'10170,"1"5"-8331,1-1-596,5 12-1163,-6-9 3495,-2 1 3767,35-8-6267,-16-1-1062,-1-1-1,0-1 1,21-6-1,27-4-14,-6 8 2,1 2 0,84 7 0,-121-1 0,-1 1 0,1 1 0,-1 1 0,-1 1 0,1 1 0,-1 1 0,0 1 0,-1 0 0,33 24 0,10 13 0,84 80 0,-126-108 0,13 13 0,-1 2 0,-1 1 0,-2 1 0,48 77 0,-62-84 0,-1 0 0,-1 2 0,-2 0 0,-1 0 0,-1 1 0,-2 0 0,8 62 0,-1 198 0,3 33 0,13 17 0,-30-329 0,0 0 0,1 0 0,0 0 0,1 0 0,1 0 0,0-1 0,0 1 0,1-1 0,7 12 0,-7-12 0,-1 1 0,0-1 0,-1 1 0,0 0 0,-1 0 0,-1 0 0,0 0 0,-1 19 0,4 33 0,5 26 0,-5-82 0,-2-16 0,0-17 0,-2 23 0,4-60-284,-4 35-3076,0-1-5578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54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16231,'0'0'13743,"20"6"-12364,64 21-365,-64-19-961,-1 0 1,0 2 0,0 1-1,-1 0 1,0 1 0,29 26-1,-9-7-28,-26-22-25,18 15 0,2-2 0,33 19 0,-53-35 0,1-1 0,-1 1 0,1-2 0,0 0 0,0-1 0,1 0 0,-1-1 0,1 0 0,17 0 0,-7-2-129,-15 0-4766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9:55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387 0 12534,'0'0'16746,"-9"6"-15111,-31 17-495,38-22-1091,1 0 1,-1 0 0,1 0 0,-1 1 0,1-1-1,0 0 1,-1 0 0,1 1 0,0-1 0,0 1-1,0-1 1,0 1 0,0 0 0,-1 2 0,2-3-52,0 0 1,-1-1-1,1 1 0,0 0 1,-1 0-1,1-1 1,0 1-1,-1 0 1,1-1-1,-1 1 0,1-1 1,-1 1-1,1-1 1,-1 1-1,0-1 0,1 1 1,-1-1-1,0 1 1,1-1-1,-1 0 1,-1 1-1,-34 10 2,28-7 0,0 2 0,1-1 0,0 1 0,0 0 0,0 1 0,-11 12 0,11-11 0,-13 17 0,0 0 0,1 1 0,2 1 0,-15 30 0,6-4 0,-23 70 0,45-109 0,0 0 0,1 0 0,0 0 0,1 0 0,1 1 0,1 19 0,0-31 0,12-14 0,-10 10-83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20.6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367 314 6371,'0'0'10141,"2"-8"-8749,14-38 1281,-15 44-2020,-1 0 0,1 0-1,-1 0 1,0 0 0,0-1-1,0 1 1,0 0-1,0 0 1,0 0 0,-1-2-1,-14-34 1038,4 12-1266,4 3-256,3 7-126,-1 1-1,0 0 1,-1 0-1,0 0 1,-2 1-1,-13-22 1,19 34-29,-1 0 0,1 0 0,0 0 0,0 0 0,-1 1 0,1-1 0,-1 1 0,0 0 1,1-1-1,-1 1 0,0 1 0,0-1 0,1 0 0,-1 1 0,0-1 0,0 1 0,0 0 0,0 0 1,0 0-1,0 0 0,0 0 0,1 1 0,-1-1 0,0 1 0,0 0 0,0 0 0,-3 1 0,-1 2 14,-1-1 0,1 1-1,0 0 1,0 0-1,0 1 1,1 0-1,-1 0 1,-8 10-1,5-3 18,0 1 0,1-1 0,0 2 1,-11 22-1,17-29-48,0 0 1,0 0 0,1 1 0,0-1-1,0 1 1,1-1 0,0 1 0,0-1-1,0 1 1,1 0 0,2 11 0,-2-18 1,0 0 1,0-1 0,1 1 0,-1 0-1,0-1 1,1 1 0,-1 0 0,1-1-1,-1 1 1,1 0 0,-1-1 0,1 1-1,-1-1 1,1 1 0,0-1 0,-1 1-1,1-1 1,0 0 0,-1 1 0,1-1-1,0 0 1,-1 0 0,1 1 0,0-1-1,0 0 1,0 0 0,1 0 0,26 1-14,-18-2 14,9 0 6,-1-1 0,1-1 0,0 0 0,-1-2 0,0 0 0,0-1 1,0-1-1,-1-1 0,0 0 0,19-13 0,-34 20-2,0-1 2,0 1-1,1-1 1,-1 1 0,1 0-1,-1 0 1,1 0-1,0 0 1,-1 0-1,1 0 1,0 1 0,0 0-1,-1-1 1,1 1-1,3 0 1,-4 3 12,-1-1 1,0 1-1,0-1 1,0 1-1,-1-1 0,1 1 1,-1 0-1,1 0 1,-1-1-1,0 1 1,0 0-1,0 0 0,-1 4 1,1-3 13,1 20 110,-1 0 0,-2 0 0,0 0 0,-1 0 0,-2-1 0,0 1 0,-1-1 1,-11 24-1,-23 34-131,-3-2 0,-56 75 1,-42 75-13,135-220 2,2 1 0,-1 0 0,1 0 0,1 0 0,0 1 0,0-1 0,1 1 0,1-1 0,0 1 0,0 16 0,1-27 0,0 1 0,1 0 0,-1-1 0,0 1 0,1-1 0,-1 1 0,1-1 0,-1 1 0,1-1 0,-1 1 0,1-1 0,-1 1 0,1-1 0,-1 1 0,1-1 0,-1 0 0,1 0 0,0 1 0,-1-1 0,1 0 0,0 0 0,-1 1 0,1-1 0,0 0 0,-1 0 0,1 0 0,0 0 0,-1 0 0,1 0 0,0 0 0,1-1 0,26-1 0,-28 2 0,15-3 0,-1-2 0,0 0 0,0 0 0,-1-2 0,1 1 0,23-18 0,-2 3 0,41-18 0,132-46 0,-139 59 0,-67 25 0,18-4 0,-19 6 0,-1-1 0,1 0 0,-1 1 0,0-1 0,1 1 0,-1-1 0,1 0 0,-1 1 0,0-1 0,0 1 0,1-1 0,-1 1 0,0-1 0,0 1 0,1-1 0,-1 1 0,0-1 0,0 1 0,0 0 0,0-1 0,0 1 0,0-1 0,0 1 0,0-1 0,0 1 0,0 0 0,0-1 0,0 1 0,-1-1 0,1 1 0,0-1 0,0 1 0,0-1 0,-1 1 0,1-1 0,-1 1 0,-3 9 0,-1 0 0,0-1 0,0 0 0,-1 0 0,0 0 0,-1-1 0,0 0 0,0 0 0,-9 7 0,15-15 0,-1-35-2337,2 14-8644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2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0 213 8340,'0'0'20193,"8"19"-18795,0-1-1137,11 27 977,19 66 0,-31-68-1215,-1 1 1,-2 0-1,-2 69 0,-2-97-17,-5 13-6,1-23 0,-2-20 0,2-15 0,2 0 0,0 0 0,2-1 0,2 1 0,6-45 0,41-147 0,-41 189 0,-3 14 0,22-78 0,-23 85 0,0 0 0,1 0 0,0 0 0,1 1 0,14-20 0,-19 29-14,0 0 0,0-1 0,0 1 0,0 0 0,1 0 0,-1 0 0,1 0 0,-1 0 0,1 0 0,-1 0 0,1 0 0,-1 1 0,1-1 0,0 1 0,-1-1 0,1 1 0,0 0 0,-1-1 0,1 1 0,0 0 0,0 0 0,-1 0 0,1 0 0,0 1 0,0-1 0,-1 0 0,1 1 1,0-1-1,-1 1 0,1 0 0,-1-1 0,1 1 0,-1 0 0,1 0 0,2 2 0,4 3-1122,0 1 0,0 0 1,0 1-1,10 13 0,-8-9-1886,18 19-6086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3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76 17080,'0'0'14492,"-18"15"-13641,-59 53-544,69-60-304,-1 1-1,1 1 1,1-1 0,0 2 0,0-1 0,1 1 0,0-1 0,1 2 0,0-1-1,1 0 1,1 1 0,-5 23 0,7-34-3,1 1 0,-1 0 0,1-1 0,0 1 0,0 0 0,0 0 0,0-1 0,0 1 0,0 0 0,0 0 0,0-1 0,1 1 0,-1 0 0,1-1 0,-1 1 0,2 2 0,0-3 0,-1 0 0,1 0 0,-1 0 0,1 0 0,0 0 0,-1-1 0,1 1 0,0-1 0,-1 1 0,1-1 0,0 1 0,0-1 0,0 0 0,-1 0 0,4 0 0,7 0 0,0 0 0,0 0 0,0-1 0,0 0 0,0-1 0,-1-1 0,1 0 0,0-1 0,-1 0 0,12-6 0,-16 6 0,0 0 0,0 0 0,-1-1 0,1 0 0,-1 0 0,0 0 0,-1-1 0,1 0 0,-1 0 0,0-1 0,-1 0 0,0 1 0,0-1 0,0-1 0,-1 1 0,4-11 0,-4 8 0,0-1 0,-1 1 0,0-1 0,-1 1 0,0-1 0,0 0 0,-1 1 0,-1-1 0,0 0 0,0 1 0,-5-17 0,5 23 0,-1-1 0,1 1 0,-1 0 0,0 0 0,0 0 0,-1 0 0,1 1 0,-1-1 0,0 0 0,0 1 0,0 0 0,0 0 0,0 0 0,-1 0 0,0 0 0,1 1 0,-1 0 0,0-1 0,0 1 0,0 1 0,0-1 0,-1 1 0,1-1 0,0 1 0,-1 0 0,1 1 0,-1-1 0,1 1 0,-6 0 0,9 0-4,0 0-1,1 0 1,-1 0-1,1 0 1,-1 0-1,1 1 1,-1-1-1,1 0 1,-1 0-1,1 0 1,-1 1-1,1-1 1,-1 0-1,1 0 1,-1 1-1,1-1 1,-1 1 0,1-1-1,0 0 1,-1 1-1,1-1 1,0 1-1,-1-1 1,1 1-1,0-1 1,0 1-1,-1-1 1,1 1-1,0-1 1,0 1-1,0-1 1,0 1-1,0-1 1,0 1 0,0-1-1,0 2 1,0-1-177,0 1 0,0 0 0,0 0 0,0-1 0,0 1 0,1 0 0,-1-1 0,1 1 0,0 0 0,-1-1 0,2 3 0,1-1-679,0 1-1,0-1 1,0 0 0,0-1-1,0 1 1,7 4 0,13 7-6323,-23-14 7163,33 19-15104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3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3 18440,'0'0'9722,"-18"17"-7916,-61 55-632,62-56-781,1 0-1,0 1 0,-14 21 1,26-33-389,1 1 0,-1 0 0,1 0 1,1 0-1,-1 1 0,1-1 0,0 1 1,0-1-1,1 1 0,0 0 0,0-1 1,1 9-1,0-14-4,0 0 0,0 1 0,0-1 0,0 0 0,0 1 0,1-1 0,-1 0 0,1 1 0,-1-1 0,1 0 0,-1 0 0,1 1 0,0-1 0,0 0 0,-1 0 0,1 0 0,0 0 0,0 0 0,0 0 0,0 0 0,0 0 0,2 0 0,0 1 0,1 0 0,-1-1 0,0 0 0,1 1 0,-1-1 0,1-1 0,0 1 0,5 0 0,2 0 0,1-1 0,-1-1 0,0 0 0,1 0 0,11-4 0,-15 2 0,0 1 0,1-2 0,-1 1 0,-1-1 0,1-1 0,-1 1 0,1-1 0,-1-1 0,0 1 0,-1-1 0,0-1 0,0 1 0,0-1 0,-1 0 0,1 0 0,6-15 0,-6 11 0,0-1 0,-1 1 0,-1-1 0,0-1 0,-1 1 0,0 0 0,-1-1 0,0 0 0,-1 1 0,-1-1 0,0-14 0,-1 26 0,1-1 0,-1 0 0,1 1 0,-1-1 0,1 0 0,-1 1 0,0-1 0,0 1 0,0-1 0,0 1 0,0-1 0,0 1 0,0 0 0,0-1 0,-1 1 0,1 0 0,0 0 0,-1 0 0,1 0 0,-1 0 0,1 0 0,-1 1 0,0-1 0,1 0 0,-1 1 0,0-1 0,1 1 0,-1 0 0,-2-1 0,-1 0 0,0 1 0,-1-1 0,1 1 0,-1 0 0,1 0 0,-1 1 0,1 0 0,-10 2 0,13-2-14,0 0 0,1 0-1,-1 0 1,0 0 0,1 0 0,-1 0 0,1 1 0,-1-1-1,1 0 1,0 1 0,-1-1 0,1 1 0,0 0 0,0-1-1,0 1 1,0 0 0,0 0 0,1 0 0,-1 0 0,0 2-1,-3 25-3646,4-28 3280,0 0 0,0 0 0,0 0 1,0 0-1,0-1 0,1 1 0,-1 0 0,0 0 0,1 0 1,-1 0-1,1-1 0,-1 1 0,1 0 0,-1 0 0,1-1 1,-1 1-1,1 0 0,0-1 0,-1 1 0,1 0 0,0-1 1,0 1-1,-1-1 0,1 1 0,0-1 0,0 0 0,0 1 1,-1-1-1,1 0 0,0 0 0,0 1 0,0-1 0,0 0 1,0 0-1,1 0 0,0 0-318,26 5-12612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3.9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453 0 10517,'0'0'17042,"-13"18"-14155,-161 237-566,167-244-2321,-123 196 0,103-159 0,1 2 0,-24 69 0,48-113 0,-3 10 0,0 1 0,-6 30 0,11-45 0,-1 1 0,1-1 0,-1 0 0,1 1 0,0-1 0,0 1 0,0-1 0,0 1 0,0-1 0,1 0 0,-1 1 0,1-1 0,0 0 0,-1 1 0,1-1 0,0 0 0,0 0 0,1 1 0,-1-1 0,0 0 0,1 0 0,-1-1 0,1 1 0,0 0 0,-1 0 0,1-1 0,4 4 0,4-2 6,0 0 0,0-1 0,1 0 0,-1 0 0,1-1-1,15-1 1,0 0-262,38-5-1,-60 4-190,0 0-1,0 0 1,0 0 0,0 0 0,-1-1 0,1 1-1,4-4 1,18-16-8469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4.0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36 22122,'0'0'8692,"110"-34"-6739,-57 32-1953,1 2 0,9 0 0,4 0 0,8 4-608,-2 5-6387,-8-1-12566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4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0 23675,'0'0'9092,"-34"59"-9092,34-51 0,0 2 0,7-1 0,22-3 0,15 0 0,10-6 0,3 0-8548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5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126 211 8836,'0'0'3575,"11"-1"-2727,35-3 1631,-34 3 757,-38 1 10472,26 0-13706,-1 0 0,1 0 1,0 1-1,-1-1 1,1 0-1,0 1 0,0-1 1,-1 0-1,1 1 0,0-1 1,0 0-1,-1 1 1,1-1-1,0 1 0,0-1 1,0 0-1,0 1 1,0-1-1,0 1 0,0-1 1,0 0-1,0 1 0,0-1 1,0 1-1,0-1 1,0 1-1,0-1 0,0 0 1,0 1-1,0-1 0,0 1 1,0-1-1,1 0 1,-1 1-1,0 0 0,0 3-2,2-3 0,0-1 0,0 1 0,-1-1 0,1 0 0,0 1 0,0-1 0,0 0 0,-1 0 0,1 0 0,0-1 0,0 1 0,0 0 0,-1-1 0,1 1 0,0-1 0,0 1 0,-1-1 0,1 0 0,-1 0 0,1 0 0,0 0 0,-1 0 0,0 0 0,1 0 0,-1 0 0,0-1 0,1 1 0,-1 0 0,0-1 0,0 1 0,0-1 0,1-3 0,1 1 0,0-1 0,0 0 0,-1 0 0,0 0 0,0 0 0,0 0 0,-1 0 0,1-1 0,0-9 0,-2 14 0,-1 0 0,1 0 0,0 0 0,-1 0 0,1 0 0,-1 0 0,1 0 0,-1 0 0,1 1 0,-1-1 0,1 0 0,-1 0 0,0 0 0,0 1 0,1-1 0,-1 0 0,0 1 0,0-1 0,0 0 0,0 1 0,0-1 0,0 1 0,0 0 0,0-1 0,0 1 0,0 0 0,0 0 0,0-1 0,0 1 0,0 0 0,0 0 0,-2 0 0,-45 0 0,32 1 0,7 0 0,0-1 0,0 2 0,0-1 0,0 1 0,0 1 0,0-1 0,0 2 0,1-1 0,-16 10 0,21-12 0,0 1 0,0 0 0,0 0 0,0 0 0,0 1 0,1-1 0,-1 0 0,1 1 0,-1 0 0,1 0 0,0 0 0,0 0 0,0 0 0,1 0 0,-1 0 0,1 0 0,0 1 0,0-1 0,0 1 0,0-1 0,0 1 0,1-1 0,0 1 0,-1-1 0,1 1 0,1-1 0,-1 1 0,0 0 0,2 3 0,1-1 0,0-1 0,0 1 0,0-1 0,1 0 0,0 0 0,0 0 0,0-1 0,0 1 0,1-1 0,0 0 0,0 0 0,0-1 0,10 6 0,16 13 0,-8-2 0,0 1 0,32 37 0,-50-52 0,0 1 0,0 0 0,0 0 0,-1 0 0,0 1 0,0 0 0,-1 0 0,0 0 0,0 0 0,-1 0 0,0 0 0,0 1 0,-1-1 0,0 13 0,-2-18 0,0 0 0,0 0 0,0 0 0,0 0 0,0 0 0,-1 0 0,1-1 0,-1 1 0,0 0 0,0-1 0,0 1 0,0-1 0,-1 0 0,1 1 0,-1-1 0,1 0 0,-1-1 0,1 1 0,-1 0 0,0-1 0,0 1 0,0-1 0,-6 2 0,-4 1 0,-1 0 0,1 0 0,-1-1 0,-18 2 0,-21-4 0,52-1 0,1 0 0,-1-1 0,1 1 0,-1 0 0,1 0 0,-1 0 0,1 0 0,-1 0 0,1-1 0,-1 1 0,1 0 0,0-1 0,-1 1 0,1 0 0,-1 0 0,1-1 0,0 1 0,-1-1 0,1 1 0,0 0 0,-1-1 0,1 1 0,0-1 0,0 1 0,-1-1 0,1 1 0,0-1 0,0 1 0,0-1 0,0 1 0,0-1 0,0 1 0,-1-1 0,1 1 0,0-1 0,1 1 0,-1-1 0,0 1 0,0-1 0,0 1 0,0-1 0,0 1 0,0-1 0,1 1 0,-1-1 0,0 1 0,0-1 0,1 1 0,-1 0 0,1-2 0,0-1 0,1-1 0,0 1 0,0-1 0,0 1 0,0 0 0,5-5 0,12-7 0,1 0 0,0 2 0,1 0 0,0 2 0,25-10 0,1-2 0,100-49 0,148-79 0,-271 137 0,-1-1 0,36-30 0,-54 41 0,1-2 0,-1 1 0,0 0 0,0-1 0,0 0 0,-1 0 0,0 0 0,0-1 0,-1 0 0,1 1 0,-2-1 0,1 0 0,-1 0 0,3-13 0,-5 17 0,0 1 0,1-1 0,-1 1 0,0-1 0,-1 1 0,1-1 0,0 1 0,-1-1 0,0 1 0,1-1 0,-1 1 0,0-1 0,0 1 0,0 0 0,-1 0 0,1-1 0,0 1 0,-1 0 0,-2-2 0,1 1 0,0 0 0,-1 1 0,1 0 0,-1-1 0,1 1 0,-1 0 0,0 1 0,0-1 0,0 1 0,-8-2 0,-1 1 0,-1 0 0,1 1 0,-1 0 0,0 2 0,1-1 0,-20 4 0,24-2 0,0 0 0,1 1 0,-1 0 0,1 0 0,0 0 0,0 1 0,0 1 0,0-1 0,1 1 0,0 1 0,0-1 0,-7 8 0,10-8 0,-1 0 0,0 0 0,1 1 0,0-1 0,1 1 0,-1 1 0,1-1 0,0 0 0,1 1 0,-1-1 0,1 1 0,1 0 0,-1-1 0,1 1 0,0 14 0,1-16 4,1 0-1,0 0 1,0 0-1,1 0 1,-1 0 0,1-1-1,0 1 1,1 0 0,-1-1-1,1 0 1,-1 1-1,1-1 1,1 0 0,-1-1-1,1 1 1,-1 0-1,1-1 1,0 0 0,0 0-1,0 0 1,1-1-1,7 4 1,7 4-217,1-1 0,0-1 0,0-1 0,23 5 0,16-1-5173,1-9-3853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5.5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379 1 23947,'0'0'4322,"-117"64"-1409,61 5-1328,-1 17-1585,5 4 0,12 6 0,7-4 0,12-10 0,19-13 0,2-15 0,2-14 0,25-17 0,6-15 0,15-8 0,13-6 0,-2-23-5218,-5-17-9477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5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2545,'0'0'27341,"106"0"-25324,-30 0-1633,7 0-384,-6 0-1889,-1 0-4114,-3-5-8291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6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141 103 24635,'-14'19'3986,"6"-7"-3322,-8 10 18,1 1 1,2 1-1,0 0 1,-18 49 0,21-30-672,2 1 1,2 0-1,2 0 1,2 0-1,4 60 1,-2-94-12,1 0 0,0-1 0,0 1 0,1 0 0,0-1 0,1 1 0,0-1 0,0 0 0,1 0 0,0 0 0,1 0 0,0-1 0,0 0 0,1 0 0,0 0 0,0-1 0,11 10 0,-15-15 0,-1-1 0,1 1 0,0-1 0,0 0 0,0 0 0,-1 0 0,1 0 0,0 0 0,0-1 0,0 1 0,1 0 0,-1-1 0,0 0 0,0 1 0,0-1 0,0 0 0,0 0 0,0 0 0,1 0 0,-1-1 0,0 1 0,0-1 0,0 1 0,0-1 0,0 1 0,0-1 0,0 0 0,0 0 0,0 0 0,-1 0 0,1-1 0,0 1 0,-1 0 0,1-1 0,0 1 0,-1-1 0,0 0 0,1 1 0,0-3 0,7-8 0,-1-1 0,0-1 0,-1 1 0,8-22 0,-7 18 0,75-171 0,39-84 0,-35 71 0,-86 200 1,-1 0 0,1 0 0,-1 0 0,1 0 0,0 0 0,-1 0 0,1 0 0,0 0 0,0 0 0,0 1 0,-1-1 0,1 0 0,0 1 0,0-1 0,0 0 0,0 1 0,0-1 0,1 1 0,-1-1 0,0 1 0,1 0 0,-1 0-10,0 0-1,0 0 1,0 0 0,0 0 0,-1 1 0,1-1-1,0 0 1,0 1 0,0-1 0,-1 0-1,1 1 1,0-1 0,0 1 0,-1-1-1,1 1 1,-1 0 0,1-1 0,0 1 0,-1 0-1,1-1 1,-1 1 0,0 0 0,1 0-1,-1-1 1,1 1 0,-1 0 0,0 0 0,0 0-1,1-1 1,-1 3 0,5 30-2325,-5 5-4837,0-31 5116,0 40-15911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6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0 20954,'0'0'10271,"-21"5"-8926,2-1-1235,9-3-104,0 1 1,0 0 0,0 0 0,1 1-1,-1 1 1,1-1 0,0 1-1,0 1 1,0 0 0,0 0 0,1 1-1,-10 9 1,10-8-7,0 1 0,1 0 0,0 0 0,1 1 0,-11 17 0,15-20 0,-1-1 0,1 1 0,0 0 0,0 0 0,1 0 0,0 0 0,0 0 0,0 1 0,1-1 0,0 0 0,1 10 0,-1-14 0,0-1 0,1 0 0,-1 0 0,1 0 0,-1 0 0,1 1 0,0-1 0,0 0 0,-1 0 0,1 0 0,0 0 0,0-1 0,0 1 0,0 0 0,0 0 0,0 0 0,0-1 0,0 1 0,0 0 0,0-1 0,1 1 0,-1-1 0,0 0 0,0 1 0,0-1 0,1 0 0,-1 0 0,0 0 0,2 1 0,46-1 0,-34 0 0,-7-1 0,1 1 0,-1-1 0,0-1 0,1 1 0,11-5 0,-16 4 0,-1 1 0,1 0 0,0-1 0,-1 0 0,1 0 0,-1 0 0,0 0 0,0-1 0,0 1 0,0-1 0,0 0 0,0 0 0,4-5 0,-8 2 0,-7 8 0,-6 6 0,10-5 0,1 0 0,0 1 0,0 0 0,0-1 0,0 1 0,1 0 0,-1 0 0,1 1 0,0-1 0,0 0 0,1 1 0,0-1 0,-1 1 0,1 0 0,1-1 0,-1 1 0,1 0 0,0-1 0,0 1 0,0 0 0,0 0 0,1-1 0,1 6 0,-1-8 1,0 0 0,0-1 0,1 0 0,-1 1 0,0-1-1,1 0 1,-1 1 0,1-1 0,-1 0 0,1 0 0,-1 0 0,1 0 0,0-1 0,0 1 0,-1 0 0,1-1 0,0 1-1,0-1 1,0 1 0,0-1 0,0 0 0,3 0 0,48-1-212,-46 0 73,0 1-414,0-1 1,0-1-1,0 1 0,0-1 1,11-5-1,32-19-7036,13-13-7390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7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656 0 6755,'0'0'15975,"-23"10"-10097,8-4-5542,-1 1 1,1 1-1,1 1 0,-1 0 1,1 0-1,1 2 0,0 0 1,0 0-1,1 1 1,1 0-1,-12 17 0,-33 58-269,-47 98 1,-33 103-90,77-158 32,27-68-10,20-39 0,0 0 0,1 1 0,1 1 0,1-1 0,-7 37 0,15-59 0,1-1 0,0 0 0,-1 0 0,1 1 0,0-1 0,0 0 0,0 1 0,0-1 0,0 0 0,0 0 0,0 1 0,0-1 0,0 0 0,1 1 0,-1-1 0,1 0 0,-1 0 0,1 1 0,-1-1 0,1 0 0,-1 0 0,1 0 0,0 0 0,0 0 0,0 0 0,0 0 0,0 0 0,0 0 0,1 1 0,2-1 0,0-1 0,0 1 0,-1 0 0,1-1 0,0 0 0,0 0 0,0 0 0,6-2 0,3 1 0,0-1 0,1 0 0,-1-1 0,0-1 0,0 0 0,0 0 0,23-13 0,70-46 0,-95 55 0,30-24 0,-44 35 0,0 0 0,1 1 0,-1-1 0,1 1 0,0-1 0,0 1 0,0 0 0,0-1 0,1 1 0,-1 0 0,1 0 0,0 0 0,0 1 0,0-1 0,1 0 0,0 0 0,0 0 0,0 6 0,0-9 0,1 0 0,-1 0 0,0 0 0,1 0 0,-1 0 0,1-1 0,0 1 0,-1 0 0,1 0 0,0 0 0,-1 0 0,1-1 0,0 1 0,0 0 0,0-1 0,-1 1 0,1 0 0,0-1 0,0 1 0,0-1 0,0 0 0,0 1 0,0-1 0,0 0 0,0 1 0,1-1 0,-1 0 0,0 0 0,0 0 0,2 0 0,42 1 0,-35-2 0,-1 1 0,-1-2 0,1 1 0,-1-1 0,1 0 0,-1-1 0,1 0 0,-1 0 0,0-1 0,-1 0 0,1 0 0,-1-1 0,1 0 0,-1-1 0,-1 1 0,1-1 0,-1 0 0,6-9 0,-17 36 0,6-18 11,-1 1-1,0-1 1,1 1 0,-1-1-1,1 0 1,0 0 0,0 1-1,0-1 1,1 0 0,-1 0-1,1 0 1,-1 0 0,1 0 0,0-1-1,0 1 1,1 0 0,-1-1-1,0 1 1,1-1 0,0 0-1,4 3 1,-1-2-256,-1 0 0,1 0 1,0 0-1,0-1 0,0 0 0,1-1 0,-1 1 1,0-1-1,1 0 0,-1 0 0,7-1 0,18 0-10706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7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67 9957,'0'0'22418,"2"7"-22058,-1-3-359,0 0 1,1 0-1,-1 0 0,1 0 1,-1-1-1,1 1 0,0-1 1,1 1-1,-1-1 0,0 0 1,1 1-1,0-1 0,0-1 1,0 1-1,0 0 0,0-1 1,1 1-1,-1-1 0,1 0 1,-1 0-1,1-1 0,0 1 1,5 1-1,-3-2-1,0 0 0,1 0 0,-1 0 0,0-1 0,1 1 0,-1-2 0,1 1 0,-1-1 0,0 0 0,10-2 0,-13 2 0,-1-1 0,1 1 0,-1 0 0,0 0 0,1-1 0,-1 1 0,0-1 0,0 0 0,0 0 0,0 0 0,0 0 0,-1 0 0,1 0 0,-1 0 0,1-1 0,-1 1 0,0 0 0,0-1 0,0 1 0,0-1 0,0 1 0,0-1 0,-1 0 0,1 1 0,-1-1 0,0-5 0,0 5 0,1 0 0,-1 0 0,-1 0 0,1 0 0,0 0 0,-1 0 0,1 0 0,-1 0 0,0 0 0,0 1 0,0-1 0,0 0 0,-1 0 0,1 1 0,-1-1 0,0 1 0,-3-4 0,2 3 0,-1 0 0,1 0 0,-1 1 0,0 0 0,0 0 0,0 0 0,0 0 0,0 0 0,0 1 0,0 0 0,-9-2 0,6 2 0,0 0 0,0 0 0,-1 1 0,1-1 0,0 2 0,0-1 0,-10 2 0,14-1 0,1 0 0,-1 0 0,0 0 0,1 0 0,-1 0 0,0 0 0,1 1 0,-1-1 0,1 1 0,0 0 0,0 0 0,0-1 0,0 1 0,0 1 0,0-1 0,0 0 0,0 0 0,1 1 0,-1-1 0,1 1 0,-1 2 0,-2 4 0,2 0 0,-1 0 0,1 0 0,1 0 0,0 0 0,0 0 0,0 0 0,2 15 0,0-18 0,-1-1 0,1 0 0,0 0 0,1 1 0,-1-1 0,1 0 0,0 0 0,0 0 0,0-1 0,1 1 0,0-1 0,0 1 0,0-1 0,0 0 0,1 0 0,5 5 0,2-1-255,0-1 0,0-1 1,0 1-1,1-2 0,0 0 0,0 0 1,17 4-1,55 6-8635,7-7-2400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7.9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816 9 8884,'0'0'20719,"-19"-3"-18025,5 1-2651,0 0 0,0 1 0,0 1-1,0 0 1,0 1 0,0 0-1,0 1 1,0 1 0,0 0-1,-23 9 1,-11 9-43,1 2 0,2 2 0,0 2 0,2 2 0,1 2 0,1 1 0,-64 68 0,84-77 0,0 1 0,2 2 0,0-1 0,2 2 0,1 1 0,2 0 0,0 0 0,2 2 0,1 0 0,1 0 0,2 0 0,1 1 0,-6 61 0,12-57 0,0 0 0,8 54 0,-5-74 0,1-1 0,1 1 0,0-1 0,1 0 0,0 0 0,1-1 0,1 1 0,12 18 0,-16-28 0,6 11 0,2-1 0,0 0 0,13 13 0,-20-24 0,-1 0 0,1 0 0,0 0 0,0 0 0,0-1 0,0 1 0,0-1 0,1 0 0,-1-1 0,1 1 0,0-1 0,-1 0 0,1 0 0,0 0 0,8 0 0,-11 8-23,1 5 106,-1-25-1087,-2-2-7099,0-7-14464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9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1 16904,'0'0'12507,"-7"28"-10738,-49 185-222,34-116-1508,9-29-39,-3-2 1,-27 69-1,28-101-6,8-19-28,0 0 0,2 0 0,-8 30 1,13-42-1245,3-5-2588,2-1 2535,-1 0 1,0 0-1,0 0 1,0-1-1,-1 1 1,1-1-1,-1 0 1,0 0-1,0 0 0,4-7 1,23-33-11516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9.4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0 258 11573,'10'-25'3813,"36"-84"-505,-43 101-2812,2 0-1,-1 0 1,1 0-1,0 1 1,1 0 0,0 0-1,0 0 1,0 0 0,1 1-1,0 0 1,0 1-1,0 0 1,13-7 0,-10 8 146,1 0 1,0 0 0,1 1-1,-1 1 1,0 0 0,1 0 0,0 1-1,17 1 1,-25-1-571,1 2 1,-1-1-1,0 0 0,0 1 0,0 0 1,1 0-1,-1 0 0,0 0 1,0 1-1,0-1 0,-1 1 0,1 0 1,0 0-1,-1 1 0,1-1 0,-1 1 1,0 0-1,6 5 0,-5-2-74,0 0 0,0 1 0,-1-1 0,1 1 0,-1 0 0,-1 0-1,1 0 1,-1 0 0,-1 0 0,2 9 0,-1-3 2,0 1 0,-1-1 0,0 1 0,-1-1 0,-1 1 0,0 0 0,-1-1 0,-6 27 0,6-35 0,0 1 0,0-1 0,-1 0 0,1 1 0,-1-1 0,-1-1 0,1 1 0,-1 0 0,1-1 0,-1 1 0,-1-1 0,1 0 0,0-1 0,-1 1 0,0-1 0,0 0 0,0 0 0,0 0 0,-1 0 0,1-1 0,-1 0 0,1-1 0,-8 2 0,6-1 6,-1 0 0,1-1-1,-1-1 1,1 1 0,-1-1 0,0 0 0,-7-2-1,13 2-22,0 0 1,0-1-1,0 0 0,1 1 0,-1-1 0,0 0 0,0 1 0,1-1 0,-1 0 0,1 0 0,-1-1 1,1 1-1,-1 0 0,1 0 0,0-1 0,0 1 0,0-1 0,-1 1 0,1-1 0,1 1 0,-1-1 1,0 0-1,0 1 0,0-1 0,1 0 0,-1 0 0,1 1 0,0-1 0,-1 0 0,1 0 0,0 0 1,0 0-1,0-1 0,0-5-813,0-9-2800,4 6-2264,11-5-6995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29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1 25019,'0'0'7748,"-10"16"-7748,6-9 0,4 1 0,0-2 0,0-4-1249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0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336 237 9877,'0'0'20246,"-2"-16"-18024,1 5-2042,1 6-149,-1 0-1,0-1 1,1 1-1,-2 0 1,1 0 0,0 0-1,-4-6 1,4 9-31,0 0-1,-1 0 1,1 0 0,-1 1 0,1-1 0,-1 0 0,0 1 0,1-1 0,-1 1 0,0 0-1,0 0 1,0 0 0,0 0 0,0 0 0,0 0 0,0 0 0,0 1 0,-1-1 0,1 1 0,0-1-1,0 1 1,-1 0 0,1 0 0,-3 0 0,-16 0 0,0 0 0,0 2 0,0 0 0,0 1 0,-30 9 0,45-10 0,-1 1 0,1-1 0,0 1 0,0 0 0,0 1 0,0 0 0,0 0 0,1 0 0,0 0 0,0 1 0,0 0 0,0 0 0,1 0 0,0 1 0,0-1 0,0 1 0,1 0 0,0 0 0,0 0 0,1 1 0,-3 7 0,2-4 0,1-1 0,0 1 0,1 0 0,0 0 0,0 0 0,1-1 0,1 1 0,0 0 0,0 0 0,0 0 0,1-1 0,5 14 0,3 2 0,1-1 0,1-1 0,19 27 0,1 2 0,-30-47 0,1-1 0,-1 1 0,0-1 0,-1 1 0,1 0 0,-1-1 0,2 11 0,-3-14 0,0 0 0,0 0 0,0 0 0,0 0 0,0 1 0,0-1 0,-1 0 0,1 0 0,0 0 0,0 0 0,-1 0 0,1 0 0,-1 1 0,1-1 0,-1 0 0,1 0 0,-1-1 0,0 1 0,0 0 0,1 0 0,-1 0 0,0 0 0,0 0 0,0-1 0,0 1 0,0 0 0,0-1 0,0 1 0,0-1 0,0 1 0,0-1 0,0 0 0,0 1 0,0-1 0,0 0 0,-1 0 0,0 0 0,-3 1 0,-27 1 0,32-2 0,-1 0 0,0 0 0,1-1 0,-1 1 0,1 0 0,-1 0 0,0 0 0,1-1 0,-1 1 0,1 0 0,-1-1 0,0 1 0,1 0 0,-1-1 0,1 1 0,-1-1 0,1 1 0,0-1 0,-1 1 0,1-1 0,-1 1 0,1-1 0,0 1 0,-1-1 0,1 0 0,0 1 0,0-1 0,0 1 0,-1-1 0,1 0 0,0 1 0,0-1 0,0 0 0,0 1 0,0-1 0,0 0 0,0 1 0,0-1 0,0 0 0,1 0 0,0-4 0,1 0 0,-1 0 0,1 0 0,0 1 0,1-1 0,-1 1 0,1 0 0,0 0 0,0-1 0,0 2 0,5-6 0,47-38 0,-32 29 0,41-35 0,-2-2 0,-3-4 0,-2-2 0,75-105 0,-127 159 0,0 0 0,0 0 0,-1 0 0,0-1 0,-1 1 0,1-1 0,-1 0 0,-1 0 0,0-1 0,0 1 0,1-14 0,-3 21 0,0 1 0,0-1 0,0 0 0,0 1 0,0-1 0,0 0 0,-1 1 0,1-1 0,0 1 0,0-1 0,-1 1 0,1-1 0,0 1 0,-1-1 0,1 1 0,-1-1 0,1 1 0,0-1 0,-1 1 0,1-1 0,-1 1 0,1 0 0,-1-1 0,0 1 0,1 0 0,-1 0 0,1-1 0,-1 1 0,-1 0 0,-25-2 0,18 4 0,1-1 0,0 1 0,0 0 0,-13 5 0,15-3 0,1 0 0,-1 0 0,1 0 0,0 1 0,0 0 0,0 0 0,1 0 0,0 1 0,0-1 0,0 1 0,0 0 0,1 0 0,0 0 0,1 0 0,-1 1 0,1-1 0,0 1 0,1 0 0,0-1 0,0 1 0,0 0 0,1 0 0,0 0 0,0 0 0,1-1 0,-1 1 0,2 0 0,-1 0 0,1-1 0,0 1 0,0-1 0,1 1 0,0-1 0,0 0 0,6 8 0,-4-7-104,1-1 0,1 0 0,-1 0 0,1-1 1,0 0-1,0 0 0,0-1 0,1 0 0,0 0 0,0-1 0,0 1 0,12 2 0,21 1-4030,2-4-4318,15-3-10298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0.4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310 1 19657,'0'0'9732,"-115"41"-6466,71 12-3154,0 11-112,7 10 0,5 3 0,9 2 0,11-6 0,10-8 0,2-10 0,0-14 0,21-18 0,10-14 0,7-9 0,8-4 0,0-26-4866,-4-7-9125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0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21098,'0'0'9780,"150"27"-9780,-87-19-784,-1-2-3282,-1-4-7731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1.0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93 176 4674,'0'0'26282,"-15"21"-24727,-44 70-1299,56-85-256,0 1 0,0-1 0,1 1 0,0 0 0,0 0 0,1 0 0,0 0 0,0 1 0,0-1 0,1 0 0,0 0 0,2 10 0,-1 7 0,-1 8 0,4 86 0,-3-106 0,1 0 0,1 1 0,0-1 0,0 0 0,1 0 0,1 0 0,8 13 0,-13-24 0,0 0 0,1 0 0,-1 0 0,1 0 0,-1-1 0,1 1 0,0 0 0,-1 0 0,1-1 0,0 1 0,0 0 0,0-1 0,-1 1 0,1-1 0,0 1 0,0-1 0,0 1 0,0-1 0,0 0 0,0 1 0,0-1 0,0 0 0,0 0 0,0 0 0,2 0 0,-1 0 0,0-1 0,0 1 0,0-1 0,0 0 0,0 1 0,-1-1 0,1 0 0,0-1 0,0 1 0,-1 0 0,4-3 0,2-3 0,1-1 0,-2 0 0,1 0 0,5-9 0,33-59 0,40-92 0,22-87 0,-94 225 0,21-65 0,-31 143-619,-3-10-3456,0 2-5072,0 3-6273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1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295 0 2017,'0'0'22912,"-18"3"-19209,1-2-2802,4 1-454,-1-1 0,1 2 0,0 0-1,0 0 1,0 1 0,-22 10-1,7 0-356,13-9-87,2 1-1,-1 1 1,1 1-1,0 0 0,0 0 1,-14 14-1,26-21-2,1-1 0,-1 1 0,0-1 0,1 1 0,-1 0 0,0-1 0,1 1 0,-1 0 0,1-1 0,-1 1 0,1 0 0,0 0 0,-1-1 0,1 1 0,0 0 0,-1 0 0,1 0 0,0 0 0,0-1 0,0 1 0,0 0 0,0 0 0,0 0 0,0 0 0,0 0 0,0 0 0,0 1 0,1-1 0,0 0 0,0 0 0,0-1 0,0 1 0,0 0 0,1-1 0,-1 1 0,0-1 0,0 1 0,0-1 0,0 1 0,1-1 0,-1 0 0,0 0 0,0 1 0,3-1 0,8 0 0,1 0 0,21-3 0,-32 3 0,8-2 0,0-1 0,-1 0 0,1 0 0,-1-1 0,1 0 0,-1-1 0,-1 0 0,1 0 0,8-7 0,-20 14 0,0 0 0,0 0 0,1 0 0,-1 0 0,1 1 0,-1-1 0,1 1 0,0 0 0,0-1 0,0 1 0,0 0 0,1 0 0,-1 0 0,1 0 0,0 0 0,0 1 0,0-1 0,0 0 0,0 1 0,0 3 0,1-4-11,0 2 17,0 0 0,0 0 0,0 0 0,1 0-1,0 0 1,0 0 0,2 6 0,-2-9-23,0-1 0,0 1-1,0-1 1,0 1 0,0-1 0,1 0 0,-1 0 0,0 1 0,1-1 0,-1 0-1,1 0 1,-1-1 0,1 1 0,0 0 0,-1 0 0,1-1 0,0 1 0,-1-1 0,1 1-1,0-1 1,0 0 0,-1 0 0,1 0 0,2 0 0,7 1-1635,0 0 1,0-1 0,-1-1-1,15-2 1,15-11-6972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2.0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379 1 8980,'0'0'17331,"-17"18"-14098,10-11-2886,-14 15 220,2 0 0,1 1 0,0 1 1,-25 48-1,-9 33-557,5 2 0,5 2 0,-39 153 0,76-236-10,1 1 0,1-1 0,1 34 0,2-59 0,1-1 0,-1 0 0,0 1 0,0-1 0,0 0 0,0 0 0,1 1 0,-1-1 0,0 0 0,0 1 0,1-1 0,-1 0 0,0 0 0,1 0 0,-1 1 0,0-1 0,0 0 0,1 0 0,-1 0 0,1 0 0,-1 0 0,0 1 0,1-1 0,-1 0 0,0 0 0,1 0 0,-1 0 0,0 0 0,1 0 0,-1 0 0,0 0 0,1 0 0,-1 0 0,1-1 0,12-1 0,-13 2 0,6-1 0,0-1 0,0 0 0,-1 0 0,1-1 0,-1 0 0,1 0 0,-1 0 0,0-1 0,7-5 0,39-44 0,-21 20 0,-28 49 0,-10 63 0,9-78 0,-1 0 0,1 0 0,-1-1 0,1 1 0,-1 0 0,1 0 0,0 0 0,0 0 0,-1-1 0,1 1 0,0 0 0,0-1 0,0 1 0,0-1 0,0 1 0,0-1 0,0 1 0,0-1 0,0 0 0,0 1 0,0-1 0,0 0 0,0 0 0,0 0 0,0 0 0,0 1 0,0-2 0,0 1 0,2 0 0,36-3 0,-29-1 0,-1-1 0,0 1 0,0-1 0,-1-1 0,0 1 0,10-9 0,10-8 0,-19 15 0,-9 8 0,0 0 0,0 0 0,0 0 0,0 0 0,0 0 0,0 0 0,0-1 0,1 1 0,-1 0 0,0 0 0,1 0 0,-1 0 0,1 0 0,-1 0 0,0-1 0,1 1 0,1 1 0,0 2-6,1-1 0,0 0 1,0 0-1,0 0 0,0 0 0,0 0 0,1 0 1,-1-1-1,1 0 0,0 0 0,0 0 0,0 0 1,0 0-1,0-1 0,5 1 0,22 2-3612,-8-4-6549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2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 97 6403,'0'0'25649,"12"4"-25035,-4-1-569,6 3-35,0-1-1,1 0 0,0-1 0,0-1 1,26 2-1,-40-5-9,0-1 0,-1 1 0,1-1 0,-1 0 0,1 1 0,-1-1 0,1 0 0,-1 0 0,1 1 0,-1-1 0,0 0 0,1 0 0,-1 0 0,0 0 0,0 1 0,0-1 0,0 0 0,1 0 0,-1 0 0,0 0 0,-1 0 0,1 0 0,0 1 0,0-3 0,-4-24 0,2 22 0,-1 0 0,0 1 0,0-1 0,0 0 0,-1 1 0,0 0 0,0 0 0,0 0 0,0 0 0,0 1 0,-1 0 0,1 0 0,-10-5 0,7 5 0,0-1 0,-1 1 0,0 0 0,1 1 0,-1 0 0,0 0 0,0 1 0,-15-1 0,22 2 0,0 0 0,-1 0 0,1 1 0,0-1 0,0 0 0,0 1 0,-1-1 0,1 1 0,0 0 0,0-1 0,0 1 0,0 0 0,0 0 0,0 0 0,0-1 0,0 1 0,0 0 0,1 0 0,-1 0 0,0 0 0,0 1 0,1-1 0,-1 0 0,1 0 0,-1 0 0,1 0 0,0 1 0,-1-1 0,1 0 0,0 1 0,0-1 0,0 2 0,-2 50 0,2-40 0,0-6-21,0 0 1,1 0-1,-1 0 0,1-1 1,1 1-1,-1 0 1,1-1-1,0 1 0,1-1 1,-1 1-1,1-1 0,1 0 1,-1 0-1,1 0 1,0-1-1,0 1 0,1-1 1,-1 0-1,8 5 0,-5-5-783,0 0-1,0 0 1,0-1-1,0 0 1,16 5-1,36 5-9386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2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542 7 22890,'0'0'7364,"-121"-6"-4851,56 14-2513,-10 24 0,-1 9 0,-1 12 0,16 7 0,22 7 0,14 6 0,23-2 0,2-6 0,20-10 0,20-14 0,15-13 0,5-12 0,5-16-1489,6 0-9284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2.8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1 22602,'0'0'9082,"10"28"-8271,-2-6-718,0 1-67,0 0-1,-1 0 1,-2 1-1,0-1 1,-2 1-1,2 39 1,-6-27-26,-1-1 0,-2 0 0,-1 0 0,-15 55 0,14-72 0,0-1 0,0 0 0,-2 0 0,0 0 0,-1-1 0,0 0 0,-2-1 0,0 0 0,0 0 0,-21 19 0,29-32 0,1 0 0,0 0 0,0-1 0,-1 1 0,1-1 0,-1 1 0,1-1 0,-1 0 0,-3 1 0,6-3-272,-1 1 0,1-1 0,-1 1 0,0-1 0,1 0 0,0 0 0,-1 1 0,1-1 0,-1 0-1,1 0 1,0 1 0,-1-1 0,1 0 0,0 0 0,0 0 0,0 0 0,0 1 0,0-1 0,0 0 0,0 0 0,0 0 0,0 0 0,0 1 0,0-1 0,1-1 0,-1 0-952,0-31-11641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3.2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242 0 21034,'0'0'11157,"14"29"-10642,-7-14-493,4 5-17,0 2-1,-2-1 0,-1 1 1,-1 0-1,-1 1 0,0 0 0,-2 0 1,2 34-1,-17 331-4,3-315 0,-3 0 0,-4 0 0,-30 88 0,38-140 0,-2 1 0,0-1 0,-1-1 0,-2 0 0,-22 31 0,29-44 0,0-1 0,0 0 0,-1 0 0,0 0 0,0 0 0,-1-1 0,1 0 0,-1 0 0,0-1 0,-1 0 0,1 0 0,-1-1 0,1 0 0,-1 0 0,0-1 0,0 0 0,0 0 0,-16 1 0,23-3-79,1 0 0,-1 0-1,0 0 1,1-1 0,-1 1 0,1 0 0,-1 0 0,1 0-1,-1 0 1,1 0 0,-1-1 0,1 1 0,-1 0-1,1 0 1,-1-1 0,1 1 0,0 0 0,-1-1 0,1 1-1,-1 0 1,1-1 0,0 1 0,-1-1 0,1 1-1,0-1 1,0 1 0,-1 0 0,1-1 0,0 1 0,0-1-1,0 1 1,0-1 0,-1 0 0,1 1 0,0-1-1,0 1 1,0-1 0,0 1 0,0-1 0,0 1 0,0-1-1,1 1 1,-1-1 0,0 1 0,0-1 0,0 1-1,0-1 1,1 1 0,-1-1 0,0 0-583,8-21-9655,15-1-6055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3.4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0 21562,'0'0'11205,"-23"77"-11205,23-60 0,0 0 0,0 0 0,11-1-2529,-5 5-6755,-6 4-4002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33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770 1 11477,'0'0'5843,"-117"85"-1217,54-39 464,-6 0-2048,0-2-353,-2 4-2689,0 5 0,6 5 0,-10 17 0,-4 3 0,-11-11-6003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1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9236,'0'0'23168,"1"29"-22793,0-25-376,0 1 0,-1-1 0,0 0-1,0 1 1,0-1 0,-1 1 0,1-1-1,-1 0 1,-2 8 0,3-12 1,0 0 0,0 0 0,0 0 0,0 0 0,0 1 0,0-1 0,0 0 0,0 0 0,0 0 0,0 1 0,-1-1 0,1 0 0,0 0 0,0 0 0,0 0 0,0 0 0,0 1 0,0-1 0,0 0 0,0 0 0,0 0 0,-1 0 0,1 0 0,0 1 0,0-1 0,0 0 0,0 0 0,0 0 0,-1 0 0,1 0 0,0 0 0,0 0 0,0 0 0,0 0 0,-1 0 0,1 0 0,0 0 0,0 0 0,0 0 0,0 0 0,-1 0 0,1 0 0,0 0 0,0 0 0,0 0 0,-1 0 0,1 0 0,0 0 0,0 0 0,0 0 0,-1 0 0,-2-12 0,4-18 0,-1 29 0,1-1 0,-1 0 0,1 1 0,-1-1 0,1 1 0,0-1 0,0 1 0,0-1 0,0 1 0,0 0 0,0-1 0,0 1 0,0 0 0,1 0 0,-1 0 0,2-2 0,-2 4 0,-1-1 0,1 1 0,-1 0 0,1-1 0,-1 1 0,0 0 0,1 0 0,-1-1 0,0 1 0,1 0 0,-1 0 0,0 0 0,0-1 0,0 1 0,0 0 0,0 0 0,0 0 0,0-1 0,0 1 0,0 0 0,0 0 0,-1 1 0,1-2 0,0 2 0,0 0 0,0 1 0,0-1 0,0 0 0,-1 0 0,1 1 0,0-1 0,-1 0 0,0 0 0,0 1 0,1-1 0,-1 0 0,0 0 0,-1 0 0,1 0 0,0 0 0,-1-1 0,1 1 0,-1 0 0,1 0 0,-1-1 0,-2 2 0,12-22-32767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2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287 30 4274,'0'0'12286,"7"-5"-10291,19-15 22,-19 15 1451,-19 6-280,-10 6-1790,1 0 0,-22 10 0,1 0-613,41-17-771,-31 12 270,-32 17 0,55-25-286,1 1-1,-1 0 1,1 1-1,1 0 1,-1 0-1,1 0 1,0 1 0,-9 12-1,14-16 3,1 0 0,-1 0 0,1 0 0,0 0 0,0 0 0,1 0 0,-1 1 0,1-1 0,-1 0 0,1 0 0,0 0 0,0 1 0,0-1 0,1 0 0,-1 0 0,1 1 0,0-1 0,0 0 0,0 0 0,0 0 0,0 0 0,1 0 0,-1-1 0,1 1 0,0 0 0,0 0 0,0-1 0,0 0 0,0 1 0,4 2 0,259 159 0,-236-147 0,-21-13 0,3 2 0,-1-1 0,0 2 0,17 13 0,-26-19 0,0 0 0,0-1 0,0 1 0,0 0 0,0 0 0,-1 0 0,1 0 0,0 0 0,0 0 0,-1 0 0,1 0 0,0 0 0,-1 0 0,1 0 0,-1 0 0,1 0 0,-1 0 0,0 1 0,0-1 0,1 0 0,-1 0 0,0 1 0,0-1 0,0 0 0,0 0 0,0 0 0,-1 1 0,1-1 0,0 0 0,0 0 0,-1 0 0,1 1 0,-1-1 0,1 0 0,-1 0 0,1 0 0,-1 0 0,0 0 0,0 0 0,1 0 0,-1 0 0,0 0 0,0-1 0,0 1 0,0 0 0,-2 1 0,-3 0 0,-1 1 0,0-1 0,0 0 0,0 0 0,0-1 0,0 0 0,0 0 0,0-1 0,-1 0 0,-7 0 0,-2 0 0,-29 3 0,0 3 0,-75 19 0,109-22 0,12-3-1,-1 0 0,1-1-1,0 1 1,-1 0 0,1 0 0,0 0 0,-1 0-1,1 0 1,-1 0 0,1 0 0,0 0 0,-1 1-1,1-1 1,0 0 0,-1 0 0,1 0 0,0 0-1,-1 0 1,1 0 0,0 1 0,-1-1 0,1 0 0,0 0-1,-1 1 1,1-1 0,0 0 0,0 0 0,-1 1-1,1-1 1,0 0 0,0 1 0,0-1 0,0 0-1,-1 1 1,1-1 0,0 0 0,0 1 0,0-1-1,0 0 1,0 1 0,0-1 0,0 1 0,0-1-1,0 0 1,0 1 0,8 5-3145,4-10-2321,2-15-3793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2.8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1 129 9492,'0'0'15917,"21"5"-14095,1 0-1343,8 3 412,1-1 1,-1-2-1,33 2 1,-47-6-710,0-2 1,0 0-1,0 0 1,0-2-1,23-5 0,-30 5-162,0-1 1,0 1-1,-1-1 0,1-1 0,-1 0 0,0 0 0,0 0 0,-1-1 0,1 0 0,9-12 0,-15 16-12,0 0 0,0-1 0,0 1 0,0-1 0,-1 0 0,1 0 0,-1 0 0,1 0 0,-1 0 1,0 0-1,1-5 0,-2 7-6,0-1 1,0 1-1,0 0 1,0-1-1,0 1 1,-1 0 0,1 0-1,0-1 1,-1 1-1,1 0 1,0-1-1,-1 1 1,0 0-1,1 0 1,-1 0 0,0 0-1,0 0 1,1 0-1,-1 0 1,0 0-1,0 0 1,0 0 0,0 0-1,0 0 1,0 0-1,-1 1 1,1-1-1,0 1 1,0-1-1,-2 0 1,-7-3-3,-1 1 0,0 0 0,0 0 0,0 2 0,-22-2 0,-60 4 0,80-1 0,5 0 0,0 1 0,0 0 0,0 0 0,0 1 0,0 0 0,0 0 0,0 1 0,-11 6 0,16-8 0,0 1 0,0 0 0,0 0 0,0 0 0,1 0 0,-1 1 0,1-1 0,0 1 0,0-1 0,0 1 0,0 0 0,0 0 0,0 0 0,1 0 0,0 0 0,-1 0 0,1 0 0,0 1 0,1-1 0,-1 0 0,0 1 0,1-1 0,0 6 0,0 2 9,1 1-1,0-1 1,1 0 0,1 0-1,0 0 1,0 0-1,1 0 1,0 0 0,1-1-1,0 0 1,0 0 0,1 0-1,14 16 1,-13-18-98,-1-1-1,1 0 1,1-1 0,-1 1 0,1-1 0,0-1 0,1 1-1,-1-2 1,1 1 0,0-1 0,0 0 0,1-1-1,-1 0 1,1 0 0,-1-1 0,13 1 0,-11-2-867,0-1 1,0 0 0,0-1-1,0 0 1,0 0-1,0-1 1,0-1 0,-1 0-1,19-7 1,-12 1-2549,-1-1 1,15-12-1,-30 21 3306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3.0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1 16760,'0'0'5682,"-63"125"-3089,46-60-1376,0 4 368,3 0-129,1-7-191,7-5-561,6-9 49,0-10-417,4-7-256,19-12-32,11-15-64,12-4 16,2 0-416,6-19-1489,0-12-2609,-4-5-4002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3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18280,'0'0'5027,"159"-5"-4883,-72-5-144,12-5-1985,-7-6-4722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4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132 561 2481,'0'0'20852,"-2"17"-18592,-40 181 2214,-3-13-3628,44-184-859,1 0 0,0 0 0,0-1 1,-1 1-1,1 0 0,-1 0 0,1 0 0,-1 0 0,1 0 1,-1-1-1,1 1 0,-1 0 0,0 0 0,1-1 1,-1 1-1,0 0 0,0-1 0,1 1 0,-1-1 0,0 1 1,0-1-1,-1 1 0,1-1-17,0 0-1,1 0 1,-1-1-1,0 1 1,1 0-1,-1 0 1,0-1-1,1 1 1,-1 0-1,0-1 1,1 1-1,-1-1 1,1 1-1,-1-1 1,1 1-1,-1-1 1,1 1 0,-1-1-1,1 1 1,-1-1-1,1 0 1,0 1-1,-1-1 1,1 0-1,0 1 1,0-1-1,-1 0 1,1 1-1,0-1 1,0 0-1,0-1 1,-4-17-131,0-1 0,2 0 0,0 0 0,2 0 0,0 0 0,1 0 0,1 1 0,1-1 0,0 0 0,2 1 0,0 0 0,10-24 0,6-5-428,1 2 0,3 0-1,44-62 1,-34 57 261,3 2 0,1 1 1,2 2-1,3 2 0,96-77 1,-121 108 421,1 1 0,29-15 0,-39 23 126,-1 0-1,1 1 1,-1 0-1,1 0 1,0 1-1,0 1 0,17-1 1,-26 2-189,1 0 1,-1 0-1,0 0 1,0 0-1,0 1 1,0-1-1,1 0 1,-1 1-1,0-1 1,0 1-1,0-1 1,0 1-1,0 0 0,0-1 1,0 1-1,0 0 1,-1 0-1,1 0 1,0 0-1,0-1 1,-1 1-1,1 0 1,0 0-1,-1 0 1,1 1-1,-1-1 1,1 0-1,-1 0 1,0 0-1,1 0 0,-1 0 1,0 1-1,0-1 1,0 0-1,0 0 1,0 0-1,0 0 1,0 2-1,-1 2 21,1 0-1,-1 0 1,0 0-1,0 0 1,0 0-1,0-1 1,-1 1-1,0 0 1,-3 4-1,-2 3 116,-2 0 0,0-1-1,0 0 1,-1 0 0,-19 15 0,-66 46 888,52-40-544,-12 8 120,19-15-127,1 1-1,1 2 1,-59 63 0,88-84-450,-1 0 0,2 1 0,-1-1 0,1 1 0,0 0 0,1 0 0,0 0 0,-4 15 0,6-19-51,0 0 0,1 0 0,-1 0 0,1 1-1,0-1 1,0 0 0,1 0 0,-1 0 0,1 0 0,0 0 0,0 0 0,0 0 0,0 0 0,1 0 0,-1 0-1,1-1 1,0 1 0,0-1 0,1 1 0,3 4 0,3 0-3,0-1 0,0 1 0,1-2 0,0 1 0,0-1 0,1-1 0,-1 0 0,16 5 0,7 1 0,56 10 0,-46-14-324,74 2-1,-11-7-5578,-44-2-1872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4.2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0 22170,'0'0'5811,"-50"124"-2994,44-81-1904,6-3-161,0-6-688,10-7-64,13-6-1313,0-13-3025,2-8-4130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4.4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13 21162,'0'0'8740,"-4"-13"-11141,4 26-1809,0-3-6099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5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163 525 24731,'0'0'3701,"-20"3"-625,-68 13-1953,85-16-1118,1 1 1,-1-1-1,0 1 0,1 0 0,-1 0 1,1 0-1,-1 0 0,1 1 1,0-1-1,-1 1 0,1-1 0,0 1 1,0 0-1,0 0 0,0 0 1,0 0-1,0 0 0,1 0 0,-1 0 1,1 1-1,0-1 0,-1 1 0,1-1 1,0 1-1,0-1 0,1 1 1,-2 4-1,2-2-6,0 1 0,0-1 0,0 1 0,1-1-1,-1 0 1,1 1 0,1-1 0,-1 0 0,1 0 0,4 10 0,6 5 1,1 0 0,0-1 0,2-1 0,26 27 0,4 6 0,-33-37 0,74 97 0,-77-98 0,0 0 0,-2 1 0,1 0 0,-2 1 0,0 0 0,7 23 0,-12-35 0,0 0 0,-1-1 0,1 1 0,-1-1 0,1 1 0,-1 0 0,0-1 0,0 1 0,0 0 0,0-1 0,-1 1 0,1 0 0,-1-1 0,1 1 0,-1 0 0,0-1 0,0 1 0,0-1 0,-1 0 0,1 1 0,0-1 0,-1 0 0,1 0 0,-1 0 0,0 0 0,0 0 0,0 0 0,0 0 0,0-1 0,0 1 0,-1-1 0,1 1 0,0-1 0,-5 2 0,-5 0 0,0 0 0,0-1 0,0 0 0,-1-1 0,1 0 0,-14-2 0,25 1 0,-5 1 0,0-2 0,0 1 0,1-1 0,-1 0 0,0 0 0,0 0 0,0-1 0,1 0 0,-1 0 0,1 0 0,-1-1 0,-8-6 0,10 6 0,1 0 0,0 0 0,0 0 0,0-1 0,0 1 0,0-1 0,1 0 0,0 0 0,0 0 0,0 0 0,0 0 0,0 0 0,1-1 0,0 1 0,0 0 0,0-1 0,0-7 0,1 3 0,0 0 0,1 0 0,0 0 0,0 1 0,1-1 0,0 0 0,1 1 0,0-1 0,0 1 0,1 0 0,0 0 0,0 0 0,1 0 0,10-12 0,8-7 0,1 0 0,37-31 0,-53 50 0,209-170 70,18-18-689,-199 162 338,-1-2 0,-2-1 1,-2-2-1,29-46 0,-52 73 269,-1 0 1,0 0-1,-1-1 0,-1 1 0,0-1 0,0 0 1,-1-1-1,-1 1 0,0-1 0,-1 0 0,0-17 1,-2 29 44,0 1 1,0-1 0,0 1-1,0-1 1,0 1-1,0-1 1,0 1 0,-1-1-1,1 1 1,-1 0-1,1-1 1,-1 1 0,0-1-1,1 1 1,-1 0 0,0 0-1,0-1 1,0 1-1,0 0 1,0 0 0,0 0-1,0 0 1,0 0-1,-1 0 1,1 0 0,0 1-1,0-1 1,-1 0 0,1 1-1,-1-1 1,1 1-1,0-1 1,-1 1 0,1 0-1,-1-1 1,1 1 0,-3 0-1,-1 0 26,-1 1 0,1-1 0,-1 1 0,1 0 0,0 0 0,-1 1 0,1-1 0,0 1 0,-9 5 0,-1 2-18,0 1 0,1 0 0,0 1 0,-25 25 0,-42 61-19,63-71-22,0 0 0,2 2 0,1 0 0,1 1 0,1 0 0,2 1 0,1 0 0,2 1 0,0 0 0,2 0 0,2 1 0,1 0 0,1 0 0,4 52 0,-2-78 0,1-1 0,-1 0 0,1 0 0,0 1 0,0-1 0,1 0 0,0 0 0,0 0 0,0-1 0,0 1 0,1 0 0,-1-1 0,1 1 0,6 6 0,-6-9 0,-1 0 0,1 0 0,0 0 0,0 0 0,0-1 0,0 1 0,0-1 0,0 0 0,1 1 0,-1-1 0,0-1 0,1 1 0,-1 0 0,1-1 0,-1 0 0,0 0 0,1 0 0,-1 0 0,1-1 0,-1 1 0,1-1 0,-1 0 0,0 0 0,4-1 0,-1-1 0,0 1 0,1-2 0,-1 1 0,-1-1 0,1 0 0,0 0 0,-1 0 0,7-8 0,40-46 0,-31 33 0,-6 8 0,-8 11 0,-1-1 0,0 0 0,-1 0 0,1-1 0,6-13 0,-20 71 0,5-41 0,2 1 0,-1 0 0,1 0 0,0 0 0,1 0 0,0 0 0,3 18 0,-2-24 0,0-1 0,0 1 0,1-1 0,-1 0 0,1 1 0,0-1 0,-1 0 0,1 0 0,1 0 0,-1-1 0,0 1 0,1 0 0,-1-1 0,1 0 0,0 1 0,0-1 0,0 0 0,0 0 0,0-1 0,0 1 0,0-1 0,1 1 0,-1-1 0,7 1 0,-1 0-214,-1 0 0,1-1 0,-1-1 0,1 1 0,9-2 0,-13 1-861,0-1 1,0 0-1,1 0 0,-1 0 1,8-4-1,22-18-10066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5.4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0 22010,'0'0'7620,"-58"134"-4483,33-71-3137,6-1 0,-2 1 0,6-11 0,9-2 0,6-10 0,0-8 0,0-7 0,0-9 0,10-7 0,11-9 0,6 0 0,7-9-240,-5-12-6931,-8-8-11270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5.5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23739,'0'0'8756,"148"15"-8484,-72-15-272,3 0-896,-4-15-5651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7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51 6243,'0'0'5007,"19"-8"-2539,57-26-29,-49 25 210,-15 12 1052,-12-1-3448,1-1 0,-1 1 1,0-1-1,0 1 0,1-1 0,-1 1 0,-1-1 0,1 1 0,0-1 0,0 1 0,0-1 0,-1 1 0,1-1 0,-1 0 0,0 3 0,-1 0-712,-4 15 1316,-2-1-1,0 0 1,-17 26-1,11-20-392,-147 230 2020,86-143-2336,-68 138 0,133-227-148,1 0 0,0 0 0,2 0 0,1 1 0,0 0 0,2 1 0,-2 35 0,5-50 0,1 0 0,0-1 0,1 1 0,0-1 0,1 1 0,-1-1 0,2 0 0,-1 1 0,1-1 0,0 0 0,1 0 0,0-1 0,9 14 0,-5-11 0,1 0 0,0 0 0,1-1 0,0 0 0,0-1 0,1 0 0,0-1 0,15 8 0,-1-3-69,1 0-1,0-2 1,0-1 0,1-1-1,0-1 1,38 4 0,-39-8-2313,45-2 1,-29-4-4985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08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34 5330,'0'0'9114,"-3"1"-7452,-10 3-251,10-3 1535,32-7-703,-28 6-2129,1 0 0,-1 0 1,0 0-1,1 0 0,-1 1 0,0-1 0,1 0 0,-1 1 0,0-1 0,0 1 0,1-1 0,-1 1 0,0 0 0,0-1 0,0 1 0,0 0 0,0 0 0,0 0 0,0 0 0,0 0 0,0 0 0,0 0 0,0 0 0,0 0 0,-1 0 0,1 0 1,-1 1-1,1-1 0,-1 0 0,1 3 0,1 2 319,-1 1 1,0 0 0,-1 0 0,0 14 0,0-8 166,-8-15 392,6-30-198,2 31-752,0-1-1,0 1 1,0 0-1,0 0 1,0-1 0,0 1-1,0 0 1,0 0 0,1-1-1,-1 1 1,1 0 0,-1 0-1,1 0 1,-1 0 0,1 0-1,-1 0 1,1-1 0,0 1-1,0 1 1,0-1 0,1-2-1,2 2 69,-2 1-47,-1-1 0,1 1 0,-1-1 0,1 1 0,0 0 0,-1 0-1,1 0 1,0 0 0,-1 0 0,1 0 0,-1 0 0,1 0 0,0 1 0,1 0 0,-2 6 90,-1-7-189,0-1 0,0 1 1,0 0-1,0 0 0,0 0 0,0 0 0,0 0 1,0 0-1,0 0 0,0-1 0,0 1 0,0 0 1,0 0-1,0 0 0,0 0 0,0 0 0,0 0 0,-1 0 1,1 0-1,0 0 0,0 0 0,0 0 0,0 0 1,0-1-1,0 1 0,0 0 0,0 0 0,-1 0 1,1 0-1,0 0 0,0 0 0,0 0 0,0 0 1,0 0-1,0 0 0,0 0 0,-1 0 0,1 0 1,0 0-1,0 0 0,0 0 0,0 0 0,0 0 0,0 0 1,0 1-1,0-1 0,-1 0 0,1 0 0,0 0 1,0 0-1,0 0 0,0 0 0,-14-26-6185,-10-10-7103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0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0 12166,'0'0'9983,"-8"9"-8575,-1-2-1083,6-4-208,-1 0-1,1 1 0,-1-1 0,1 1 1,0 0-1,0-1 0,0 1 0,1 0 1,0 1-1,-1-1 0,2 0 0,-1 1 1,0-1-1,1 1 0,-1 5 0,-35 285 4211,32 5-4678,5-300 286,4 22-1192,-4-22 1063,0 1 0,0-1-1,0 0 1,0 1-1,1-1 1,-1 0-1,0 1 1,0-1 0,0 0-1,1 1 1,-1-1-1,0 0 1,1 1-1,-1-1 1,0 0-1,1 0 1,-1 1 0,0-1-1,1 0 1,-1 0-1,0 0 1,1 0-1,-1 1 1,1-1-1,-1 0 1,1 0 0,2-4-5185,-1-13-2000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0.5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0 138 10709,'0'0'3209,"12"-19"-1040,38-61-178,-48 77-1824,-1 1 0,1-1 1,0 1-1,0-1 1,0 1-1,0 0 0,0-1 1,1 1-1,-1 0 1,1 0-1,-1 1 0,1-1 1,0 1-1,0-1 1,-1 1-1,1 0 0,0 0 1,0 0-1,0 0 1,0 1-1,0-1 1,1 1-1,-1 0 0,0 0 1,0 0-1,0 0 1,6 1-1,-6 0-39,-1-1-23,0 1 1,0 0-1,0 0 0,0 0 0,0 0 1,0 0-1,0 0 0,0 1 1,-1-1-1,1 1 0,0-1 0,-1 1 1,1 0-1,-1 0 0,0 0 0,1-1 1,-1 1-1,0 0 0,0 0 1,0 1-1,-1-1 0,1 0 0,0 0 1,-1 0-1,1 0 0,-1 1 0,0 2 1,3 12 416,-2-1 0,0 26 0,-1-36-308,0-2-100,0-1 0,0 1 0,-1-1 1,1 1-1,-1 0 0,0-1 0,0 0 0,0 1 1,0-1-1,-1 0 0,1 1 0,-1-1 0,0 0 1,0 0-1,0 0 0,0-1 0,-1 1 1,1 0-1,-1-1 0,-5 5 0,4-5-30,1 0 0,-1 0 0,-1 0 0,1-1 0,0 1 0,0-1 0,-1 0 0,1 0 0,0 0 0,-1-1 0,1 0 0,-1 1 0,1-2 0,0 1 0,-1 0-1,-8-3 1,12 3-106,0-1-1,0 1 0,-1-1 0,1 0 1,0 1-1,0-1 0,0 0 0,0 0 0,0 0 1,0 0-1,0 0 0,1 0 0,-1 0 1,0 0-1,0 0 0,1 0 0,-1 0 0,1-1 1,-1 1-1,1 0 0,-1 0 0,1 0 1,0-1-1,0 1 0,-1 0 0,1-1 1,0-1-1,13 0-5173,-10 3 3567,19-1-6812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0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1 24267,'0'0'8500,"-65"12"-8500,69-3 0,15-3 0,10-6 0,0 0-4258,1 0-5891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1.4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249 159 13254,'0'0'15839,"-15"-1"-14619,2 0-983,5 0-136,0 1 1,0-1 0,1 1-1,-1 1 1,0-1 0,0 1-1,0 1 1,0 0 0,0 0-1,-9 3 1,4 1 50,1-1 1,-1 2 0,1-1-1,0 2 1,1-1-1,-13 12 1,21-16-152,1-1 0,-1 1 0,1-1 0,0 1 0,0 0 0,0 0 0,0 0 0,1 1 0,-1-1 0,1 0 0,0 0 0,-1 1 0,2-1 0,-1 1 0,0-1 0,1 1 0,-1-1 0,1 1 0,0 0 0,0-1 0,1 1 0,-1-1 0,1 1 0,0-1 0,0 1 0,0-1 0,0 0 0,0 1 0,1-1 0,2 5 0,7 8-1,1 0 0,0 0 0,1-2 0,21 21 0,1 0 0,-9-9 26,-9-8-83,27 33 0,-40-45 44,0-1-1,-1 1 1,1 0-1,-1 0 0,-1 0 1,1 0-1,-1 0 1,0 1-1,-1-1 0,1 1 1,0 8-1,-2-13 16,0 0 0,0 0 1,0 0-1,0 0 0,0 0 0,-1-1 0,1 1 0,-1 0 0,1 0 0,-1 0 0,0 0 0,1-1 1,-1 1-1,0 0 0,0 0 0,0-1 0,-1 1 0,1-1 0,0 1 0,0-1 0,-1 0 0,1 1 1,-1-1-1,1 0 0,-1 0 0,0 0 0,-2 1 0,-1 0 7,-1 0 1,1-1-1,-1 1 0,0-1 1,1-1-1,-1 1 0,-10-1 1,15 0-17,0 0 1,0 0 0,0-1-1,0 1 1,1 0 0,-1-1-1,0 1 1,0-1 0,1 1-1,-1-1 1,0 1 0,1-1-1,-1 0 1,1 1 0,-1-1-1,1 0 1,-1 1 0,1-1-1,-1 0 1,1 0 0,-1 1-1,1-1 1,0 0 0,0 0 0,-1 0-1,1 0 1,0 1 0,0-1-1,0 0 1,0 0 0,0 0-1,0 0 1,0 0 0,1-1-1,3-36-350,-1 29 304,0-1-1,1 0 1,0 1 0,1 0 0,0 0 0,0 0 0,1 1 0,9-11 0,62-62 30,-46 51 6,124-113-12,9-9 95,-157 145-32,0-1 0,-1 1-1,-1-1 1,1 0-1,4-9 1,-9 14 23,1-1 1,-1 1-1,0 0 1,0-1 0,0 1-1,0-1 1,0 0 0,-1 1-1,0-1 1,0 0 0,0 1-1,0-1 1,0 1-1,-1-1 1,-1-6 0,1 9-57,1 0 1,-1 0 0,0-1-1,0 1 1,0 0 0,0 0 0,0 0-1,0 0 1,0 0 0,-1 0-1,1 1 1,0-1 0,0 0 0,-1 1-1,1-1 1,0 0 0,-1 1-1,1 0 1,-1-1 0,1 1-1,-1 0 1,1 0 0,-1 0 0,1-1-1,0 2 1,-1-1 0,1 0-1,-1 0 1,1 0 0,-1 1 0,1-1-1,0 1 1,-3 0 0,-2 1-3,-1 0 0,1 0 1,1 1-1,-1-1 0,0 1 1,-9 7-1,7-4 1,1 1 0,0-1 0,0 2 0,1-1 0,0 1 0,0 0 0,1 0 0,0 0 0,0 1 0,1 0 0,0 0 0,1 0 0,0 0 0,0 1 0,1-1 0,0 1 0,1 0 0,0 0 0,1 16 0,0-24-3,0 0-1,0 0 1,1 0-1,-1 0 1,1 0-1,0 0 1,-1 0 0,1 0-1,0-1 1,0 1-1,0 0 1,0 0-1,1-1 1,-1 1-1,0-1 1,1 1 0,-1-1-1,1 0 1,2 2-1,0 0 2,0-1-1,1 0 0,-1 0 0,1 0 0,-1-1 1,1 1-1,9 0 0,39 1-2080,-8-6-4168,-1-8-4869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1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208 0 10277,'0'0'21546,"-126"144"-20602,95-83-944,6 4 0,8-7 0,9-5 0,8-12 0,0-11 0,2-12 0,19-9 0,8-9 0,7 0-256,12-13-3554,-2-12-2961,-7-8-7075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1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18857,'0'0'5266,"122"34"-5266,-70-34-3714,2 0-7875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2.1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350 0 20665,'0'0'3954,"-16"24"-155,-107 163 395,68-104-4042,19-30-151,1 2 0,-27 61 0,58-108-1,0 1 0,1-1 0,0 1 0,1 0 0,0 0 0,0 0 0,-1 13 0,4-22 0,-1 1 0,1 0 0,-1-1 0,1 1 0,0 0 0,-1-1 0,1 1 0,-1-1 0,1 1 0,0-1 0,0 0 0,-1 1 0,1-1 0,0 1 0,0-1 0,-1 0 0,1 0 0,0 0 0,0 1 0,0-1 0,-1 0 0,1 0 0,0 0 0,0 0 0,0 0 0,1-1 0,32 1 0,-27-1 0,16-1 0,0-2 0,0 0 0,0-2 0,-1 0 0,26-12 0,36-10 0,-59 22 5,-1-2 0,28-13 0,-13-1-4622,-18 8-3987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2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61 133 4066,'0'0'25073,"18"3"-23795,6 2-1064,-11-2-149,0-1 0,0 0 1,0-1-1,0 0 0,16-2 0,-22 0-45,-1 0 0,1 0 0,-1-1 0,1 0 0,-1 0 0,0 0 0,0-1-1,0 0 1,0-1 0,-1 1 0,10-8 0,-12 8-10,0 1 0,0 0 0,0-1 0,0 1 0,-1-1 0,0 0-1,1 0 1,-1 0 0,0 0 0,0 0 0,-1 0 0,1-1 0,-1 1 0,0-1 0,1 1 0,-1-1 0,-1 1 0,1-1-1,-1 0 1,1 1 0,-1-1 0,-1-6 0,1 8 20,-1 1 0,1-1 0,-1 1 0,0-1 0,0 1 0,0 0 1,0-1-1,0 1 0,0 0 0,0-1 0,0 1 0,-1 0 0,1 0 0,0 0 0,-1 0 0,1 0 0,-1 1 0,1-1 0,-1 0 0,1 1 0,-1-1 0,0 1 1,-1-1-1,-42-6 441,43 7-461,-10-1-2,-1 1 1,1 0-1,-1 1 0,1 0 0,-1 0 0,1 2 0,0 0 0,0 0 0,-12 5 1,17-5-10,0 1 1,0 0-1,1 0 1,0 0 0,0 1-1,0-1 1,0 2-1,1-1 1,0 0 0,0 1-1,0 0 1,1 0 0,-1 1-1,2-1 1,-1 1-1,-3 8 1,5-10 0,0 0 0,0 1 0,1-1 0,0 0 0,0 0 0,0 1 0,0-1 0,1 1 0,0-1 0,0 1 0,2 7 0,-1-9 0,-1-1 0,2 1 0,-1-1 0,0 0 0,1 0 0,-1 1 0,1-1 0,0 0 0,0 0 0,1-1 0,-1 1 0,0 0 0,1-1 0,-1 1 0,1-1 0,0 0 0,6 3 0,3 2-332,1-1 0,-1-1 1,1 0-1,1 0 0,13 2 0,-1-2-4117,48 2-1,6-5-3757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2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538 335 19785,'2'-20'2953,"-1"7"-2553,4-41 2784,-4-78 1,-1 127-3139,-1 0 1,1 0 0,-1 0-1,0 0 1,-1 0 0,1 0-1,-1 0 1,0 1-1,0-1 1,-1 0 0,1 1-1,-1 0 1,0 0 0,0-1-1,-1 2 1,1-1-1,-1 0 1,0 1 0,0 0-1,0 0 1,0 0 0,0 0-1,-1 0 1,1 1-1,-1 0 1,0 0 0,0 0-1,1 1 1,-1 0 0,0 0-1,-9-1 1,3 1 16,1 0 1,-1 1-1,0 0 1,0 1-1,1 0 1,-1 1-1,0 0 0,1 1 1,0 0-1,0 0 1,0 1-1,0 1 1,0-1-1,-12 10 1,0 2 24,2 1 0,0 0 0,1 2 0,1 0 0,1 1 0,1 1 0,0 1 0,2 0 0,-18 37 1,18-29-97,2 1-1,1 0 1,1 1 0,2 0 0,1 1 0,2 0 0,-2 40 0,5-25 8,2 0 0,3 0 0,1 0 0,2 0 0,16 60 0,-9-63-380,5 21-1400,-8-22-3261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3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0 103 21514,'0'0'8516,"122"-27"-7716,-76 21-352,6-1-448,0-1-528,-2-5-2978,0-5-3409,-6-5-6995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3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256 1 8900,'0'0'23280,"-18"22"-22730,1-2-528,-10 13-17,1 1 0,-32 54 0,41-56-5,1 1 0,1 0 0,2 1 0,2 1 0,1 0 0,1 1 0,2-1 0,2 1 0,-1 61 0,6-96-10,0 0 0,0-1 0,0 1 0,0-1 0,0 1 0,0-1 0,1 1 0,-1 0 0,0-1 0,0 1 0,1-1 0,-1 1 0,0-1 0,1 1 0,-1-1 0,1 1 0,-1-1-1,1 0 1,-1 1 0,1-1 0,-1 0 0,1 1 0,-1-1 0,1 0 0,-1 0 0,1 1 0,-1-1 0,1 0 0,0 0 0,-1 0 0,1 0 0,-1 0 0,1 0 0,0 0 0,-1 0 0,1 0 0,-1 0 0,1 0 0,0 0 0,-1 0 0,1 0 0,-1 0 0,1-1 0,-1 1 0,2-1 0,1 1-748,1-2 1,-1 1 0,0 0-1,1-1 1,-1 1-1,0-1 1,3-2 0,21-22-10267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3.4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24331,'0'0'8356,"115"27"-8356,-71-24-1137,2-3-3313,0-7-6435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3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356 1 22474,'0'0'6771,"-127"48"-4097,72 0-1826,-3 12-848,6 11 0,14 1 0,17-1 0,17-9 0,4-3 0,17-7 0,20-12 0,5-9 0,6-14 0,4-13-224,3-4-4514,1-17-4931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4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0 7363,'0'0'20759,"0"25"-18224,0-4-2067,0 19 67,2 0 0,9 52 0,56 200-496,-10-54-41,-56-232 2,4 16 0,-2 0 0,0 0 0,0 37 0,-2-55 0,-2 1 0,1 0 0,0-1 0,-1 1 0,0-1 0,0 1 0,0-1 0,-1 1 0,0-1 0,1 0 0,-2 1 0,1-1 0,0 0 0,-1 0 0,0-1 0,1 1 0,-2-1 0,1 1 0,0-1 0,-1 0 0,1 0 0,-1 0 0,-6 3 0,3-3-305,0 0 0,0 0 0,-1-1 0,1 0 0,-1-1 0,-8 2 0,-25-2-9504,24-1-4659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4.4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67 1 13894,'0'0'13508,"12"16"-11238,-2-2-1959,-1 0 0,-1 1-1,0 0 1,0 0 0,-2 1-1,0 0 1,-1 0 0,6 32-1,0 77-156,-7 190 0,-3-29-163,1-259 9,-1-16 0,0 1 0,-1 0 0,0 0 0,-4 19 0,4-28 0,-1 0 0,0 1 0,-1-1 0,1 0 0,-1 1 0,1-1 0,-1 0 0,0 0 0,0 0 0,0 0 0,0-1 0,-1 1 0,1-1 0,-1 1 0,0-1 0,0 0 0,1 0 0,-1 0 0,-6 2 0,-8 4-356,0-2 0,-1 0 0,0-1 0,-31 4 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4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23419,'0'0'9156,"6"96"-17064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34.7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406 1 3730,'0'0'19513,"-117"71"-13927,58-33-1648,5-3-3938,6 3 0,6-1 0,2-1-272,-6 2-6883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46.7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0 366 6547,'0'0'12192,"21"-5"-10444,67-16-262,-67 18-591,-1 0 0,0 1 1,35 2-1,-37 0-531,-1 0-1,24-4 0,80-21 37,155-52 0,-132 33-458,101-23-634,3 9-3854,-139 37 701,1 5 0,176-3 0,-285 18 3833,0 1 0,1 0-1,-1 0 1,0 0 0,0 0 0,1 1 0,-1-1 0,0 0 0,0 0 0,0 1-1,1-1 1,-1 1 0,0-1 0,2 2 0,-3-2 11,0 1 0,0-1 0,0 0 0,1 1 0,-1-1 0,0 0 0,0 1 0,0-1 0,0 0 0,0 1 0,0-1 0,0 0 0,0 1 0,0-1 0,-1 0 0,1 1 0,0-1 0,0 0 0,0 1 0,0-1 0,0 0 0,0 0 0,-1 1 0,1-1 0,0 0 0,0 1 0,0-1 0,-1 0 0,1 0 0,0 0 0,-1 1 0,-29 19-1034,-5-4-2374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47.0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26 411 9989,'0'0'8622,"-6"-11"-7656,4 7-709,-14-25 208,16 29-423,0-1 0,0 1 0,-1-1 0,1 1 0,0-1 0,0 1 0,0-1 0,0 1 0,-1-1 0,1 1 1,0-1-1,0 1 0,0-1 0,0 0 0,0 1 0,0-1 0,0 1 0,0-1 0,1 1 0,-1-1 0,0 1 0,0-1 0,0 1 0,1-1 0,-1 1 0,0-1 0,0 1 0,1-1 0,-1 1 0,0 0 0,1-1 0,-1 1 0,1 0 0,-1-1 0,0 1 0,1 0 0,-1-1 0,1 1 1,-1 0-1,1 0 0,-1-1 0,1 1 0,-1 0 0,1 0 0,-1 0 0,1 0 0,-1 0 0,1 0 0,0 0 0,-1 0 0,2 0 0,86-2 2584,105-17 0,85-35-1134,257-117-7828,-445 135 1708,-8-1-3283,-35 9-1483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42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86 880,'0'0'9954,"-11"-5"-8369,-3 0-1042,9 3-271,0 1 0,0-1 0,0 0 0,0-1 0,1 1 0,-1-1 0,1 0 0,0 0 0,-5-4 0,2 0 1368,6 5-1082,-1 0 1,1 0 0,-1 1-1,1-1 1,-1 1 0,0-1-1,0 1 1,1 0 0,-1-1 0,0 1-1,0 0 1,-4-1 2459,13 2-2652,41 0 749,12 1-585,0-2 0,79-13 0,-125 11-487,0 1-1,24 0 1,-38 20 141,-2 6 1,-1 1-1,-1-1 1,-1 0-1,-15 40 1,0 2-65,11-31 90,-131 444 877,134-460-1087,2-8 0,5-27 0,8-25-2527,-2 15-8184,-5 10 418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0:42.6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1 124 14279,'0'0'13640,"11"-2"-12036,50-10-10,68-24 0,-77 19-1585,0 2 1,0 2-1,1 2 0,1 3 1,68-1-1,-127 9-193,-18 1-7070,0 4-8423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49.0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331 76 3265,'0'0'4368,"-13"-12"-3971,-44-37-66,56 48-313,-1-1-1,0 1 0,0 0 1,0-1-1,0 1 0,0 0 1,0 0-1,0 0 0,0 0 1,0 0-1,-1 1 0,1-1 1,0 1-1,-1 0 1,1-1-1,0 1 0,-1 0 1,1 0-1,0 0 0,0 1 1,-1-1-1,1 0 0,0 1 1,-3 1-1,1-1-24,-41 18-851,-4 2-1704,42-19 3419,-49 10-4141,37-10 8583,-1-1 8911,17-5-7847,2 4-6285,1 0 1,0 0-1,0 0 0,0-1 0,0 1 0,0 0 0,0 0 1,0 0-1,0 0 0,0 0 0,-1-1 0,1 1 0,0 0 1,0 0-1,0 0 0,0 0 0,0-1 0,0 1 0,0 0 1,0 0-1,0 0 0,0 0 0,0-1 0,0 1 0,0 0 1,1 0-1,-1 0 0,0 0 0,0-1 0,0 1 0,0 0 1,0 0-1,0 0 0,0 0 0,0 0 0,0-1 0,1 1 1,-1 0-1,0 0 0,0 0 0,0 0 0,0 0 0,0 0 1,1 0-1,-1 0 0,0 0 0,0-1 0,0 1 0,1 0 1,67 0-47,20-1-28,0 3 1,109 18-1,-133-9-4,-1 3 0,-1 3 0,0 3 0,-2 3 0,115 59 0,-118-49 0,130 81 0,-187-114-2,0 0 1,0 0-1,0 0 1,0 1-1,0-1 1,0 0-1,0 0 1,0 0-1,1 0 1,-1 0-1,0 0 1,0 0-1,0 0 1,0 1-1,0-1 1,0 0-1,0 0 1,0 0-1,0 0 1,0 0-1,0 0 1,0 1-1,0-1 1,0 0-1,0 0 1,0 0-1,0 0 1,0 0-1,0 0 1,0 1-1,0-1 1,0 0-1,0 0 1,0 0-1,0 0 1,0 0-1,0 0 1,-1 0-1,1 1 1,0-1-1,0 0 1,0 0-1,0 0 1,0 0-1,0 0 1,0 0-1,0 0 1,0 0-1,-1 0 1,1 0-1,0 0 0,0 0 1,0 0-1,0 0 1,0 0-1,0 1 1,-1-1-1,1 0 1,0 0-1,0 0 1,0 0-1,0 0 1,0-1-1,0 1 1,-1 0-1,1 0 1,0 0-1,-19 2 230,14-1-948,0-1 1,0 0-1,0-1 1,1 0-1,-1 1 1,-8-4-1,-6-9-5752,2-5-3050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31:49.4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192 0 9861,'0'0'16559,"5"12"-14750,15 41 211,-8-19-795,25 50 0,-32-74-1219,0-1 0,1 0 0,0 0 1,0-1-1,1 0 0,0 0 0,0 0 0,1-1 1,0 0-1,11 7 0,6-2-6,1-1 0,0 0 0,0-2 0,1-2 0,42 8 0,-67-14 0,0-1 0,-1 0 0,1 1 0,0-1 0,0 1 0,-1-1 0,1 1 0,-1 0 0,1 0 0,-1 0 0,1 0 0,-1 0 0,1 0 0,-1 0 0,0 0 0,1 1 0,1 1 0,-3-1 0,1-1 0,-1 0 0,0 0 0,1 1 0,-1-1 0,0 0 0,0 1 0,1-1 0,-1 1 0,0-1 0,-1 0 0,1 1 0,0-1 0,0 0 0,-1 1 0,1-1 0,0 0 0,-1 2 0,-3 3 0,1 1 0,-1-1 0,0 0 0,0 0 0,-1-1 0,0 1 0,-6 5 0,-17 14 0,-1-2 0,-1 0 0,-2-2 0,-53 27 0,-144 51 0,124-64 0,118-37-1610,15-3-5240,10-12-10542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625 211 5491,'0'0'8686,"-8"-17"3891,2 17-12459,-2 0-80,1-1 0,-1 2 0,0-1-1,0 1 1,1 0 0,-1 1-1,0 0 1,1 0 0,0 0-1,-12 6 1,-14 10-7,1 1 1,0 2-1,2 1 0,0 1 0,2 2 1,-50 56-1,44-40 93,2 2-1,1 2 1,-41 82 0,57-96-44,2 1 0,1 1-1,1 0 1,2 1 0,2 0 0,-6 64 0,10-71 16,2 0-1,2 0 1,0 1 0,2-1 0,0 0-1,2 0 1,1-1 0,2 0 0,12 33 0,-8-32-29,2 1 1,1-2 0,0 0 0,2-1 0,36 41 0,-40-53-46,1 0 0,0 0 1,1-1-1,0-1 1,1-1-1,0 0 0,1-1 1,0-1-1,0 0 1,27 7-1,4-4-1,1-1 1,0-3-1,1-2 1,0-2-1,63-5 0,-75-1-13,-1-1-1,1-2 1,-1-2-1,0-1 1,-1-2-1,44-19 1,-34 9 7,-1-1-1,-2-3 1,0-1-1,50-41 1,-61 41-8,-2-1-1,-1-2 1,-2 0 0,0-2 0,33-51 0,-45 56 8,0 0 0,-2-1 0,0-1 0,-2 0 0,-2 0 0,0-1 0,-2 0 0,4-33 0,-5 16 16,-2 1-1,-3-1 1,-1 0 0,-2 0 0,-2 1 0,-3-1 0,-16-62 0,16 83 42,-2 0 0,-1 0 0,-1 0 0,-1 1 0,-1 1 0,-1 0 0,-1 1 0,-1 1 0,0 0 0,-2 1 0,-1 1 0,0 1 0,-1 0 0,-24-15 0,19 17 6,0 2 0,-1 0 0,-1 2 0,0 1 0,-1 1 0,0 1 0,-54-9 0,23 10-30,0 3 0,-114 5 0,137 3-117,0 2 0,0 2 0,0 1 0,1 2-1,-67 29 1,100-39-101,0 1-1,0-1 1,1 1-1,-1 0 1,1 0-1,-1 0 0,0 0 1,1 0-1,0 0 1,-1 0-1,1 0 1,0 1-1,-1-1 0,1 0 1,0 1-1,0-1 1,0 1-1,-1 2 0,0 8-5796,1 3-4977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1008 110 352,'0'0'13812,"5"-13"-12310,4-12-859,5-11 294,0 0 2888,-15 57 3108,2-16-6712,-1 0 1,0 0-1,0 0 0,-1 0 0,0 0 0,-1 8 0,-34 92 2138,24-64-1954,-26 58 1,-109 161-357,-22-10-57,90-135 12,-216 339-4,226-334 0,-101 242 0,166-351 0,-4 8 0,2 0 0,-6 25 0,15-100-730,-2 33-6293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972 325 10341,'0'0'5031,"-3"-18"-1536,1 3-2299,-1 0-1,-8-26 0,10 40-1099,0-1-1,1 1 1,-1 0-1,0 0 1,0-1-1,0 1 1,0 0 0,0 0-1,0 0 1,0 0-1,0 0 1,-1 1 0,1-1-1,0 0 1,0 0-1,-1 1 1,1-1 0,-1 1-1,1-1 1,0 1-1,-1 0 1,1 0 0,-3-1-1,-33 5 1147,31-3-1008,-6 2 48,0 0 0,-1 1 1,1 0-1,1 1 1,-1 0-1,-11 8 0,-64 47 761,72-49-874,-67 54 381,4 3 1,2 4-1,3 3 1,4 3-1,-75 110 1,124-160-546,1 1 0,1 1 1,1 1-1,2 0 0,1 1 1,2 0-1,1 1 0,1 1 1,-5 38-1,10-31-5,2 0 0,1 0 0,3 0 0,1 0 0,2 0 0,13 55 0,-10-67 0,1-1 0,2-1 0,1 0 0,1 0 0,1-1 0,1 0 0,1-1 0,2-1 0,34 40 0,-29-42 0,1-1 0,1 0 0,0-2 0,1 0 0,1-2 0,1-1 0,1-1 0,0-2 0,36 13 0,-25-14 0,0-1 0,0-2 0,1-2 0,0-2 0,1-1 0,67-3 0,-58-4 0,1-3 0,-1-2 0,0-1 0,0-3 0,-1-3 0,-1-1 0,-1-2 0,0-3 0,-1-1 0,-2-3 0,78-55 0,-91 54 0,-1-2 0,-1 0 0,-1-2 0,-2-2 0,-1 0 0,-2-1 0,-1-2 0,-1 0 0,-3-1 0,0-1 0,18-60 0,-19 42 0,-3-1 0,-3-1 0,-1 1 0,-4-2 0,-2 1 0,-2-1 0,-10-91 0,4 116 0,-2 0 0,-2 0 0,-1 0 0,-1 1 0,-2 1 0,-1-1 0,-2 2 0,-1 0 0,-1 1 0,-1 1 0,-2 0 0,-42-45 0,20 30 0,-1 3 0,-3 2 0,-1 1 0,-2 3 0,-1 2 0,-76-37 0,89 52 0,20 10 0,0-1 0,1-1 0,0-1 0,-20-14 0,36 24 0,-1 0-1,1-1 1,0 1 0,-1 0 0,1 0-1,-1 0 1,1-1 0,0 1-1,-1 0 1,1-1 0,0 1-1,-1 0 1,1-1 0,0 1 0,0 0-1,-1-1 1,1 1 0,0 0-1,0-1 1,0 1 0,-1-1-1,1 1 1,0-1 0,0 1 0,0 0-1,0-1 1,0 1 0,0-1-1,0 1 1,0-1 0,0 1 0,0-1-1,0 1 1,0 0 0,0-1-1,0 1 1,1-1 0,-1 1-1,0 0 1,0-1 0,0 1 0,1-1-1,-1 1 1,0 0 0,0-1-1,1 1 1,0-1 0,22-8-804,-19 8 531,54-14-5637,22-8-5305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8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5731,'0'-4'20966,"0"-12"-18767,0 15-2085,0-1 0,0 1 0,0-1-1,0 1 1,0-1 0,0 1 0,0-1 0,1 0 0,-1 1 0,1 0 0,-1-1-1,1 1 1,-1-1 0,2-1 0,-2 3-86,1 0-1,-1 0 1,1-1 0,-1 1-1,0 0 1,1 0-1,-1 0 1,1 0 0,-1 0-1,1 0 1,-1 0 0,0 0-1,1 0 1,-1 1 0,1-1-1,-1 0 1,0 0-1,1 0 1,-1 0 0,0 0-1,1 1 1,-1-1 0,0 0-1,1 0 1,-1 1-1,0-1 1,1 0 0,-1 1-1,0-1 1,0 0 0,1 1-1,-1-1 1,6 8 39,-1 0-1,0 0 1,7 13 0,43 93 597,64 120-344,262 335-320,-180-285 0,-154-214 0,247 385 0,-244-368 0,-4 3 0,-5 2 0,42 131 0,-64-162 0,45 100 0,-47-128 0,1 0 0,2-1 0,1 0 0,30 32 0,-50-63 1,-1 0 0,1 0 0,0-1 0,0 1 0,0 0-1,0 0 1,0-1 0,0 1 0,0-1 0,0 1 0,0-1 0,0 0 0,0 1 0,0-1 0,1 0-1,-1 0 1,0 1 0,0-1 0,0 0 0,2-1 0,8-1-3518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1001 1288 3249,'0'0'2620,"0"-7"-2222,1 2-266,0 0 0,0 0-1,0 0 1,1 0 0,0 0 0,0 0 0,0 0-1,1 1 1,-1-1 0,1 1 0,0 0 0,0 0 0,1 0-1,-1 0 1,1 0 0,6-4 0,63-52 1588,-47 40-1527,35-34 0,-53 46-190,-1 0 0,0-1 1,0 0-1,-1 0 0,-1 0 0,1-1 0,-2 0 0,7-15 0,-7 10 170,0 0 0,-1 0 1,-1 0-1,1-23 0,-2 26 346,-1 0 0,-1 1 0,0-1 1,-1 1-1,0-1 0,-1 1 0,0 0 0,-1 0 0,0 0 0,-10-19 1,-14-16 1338,-2 2 1,-43-49-1,58 76-1415,-1 0-1,0 1 0,-2 1 0,1 1 0,-2 1 1,0 0-1,-37-18 0,41 25-169,0 1-1,-1 0 1,1 2 0,-1 0-1,0 0 1,0 2-1,-1 0 1,1 0 0,-17 3-1,12 0-28,1 1-1,0 1 0,1 0 0,-1 2 0,1 0 1,-34 17-1,9 1-22,1 2 0,2 1 0,1 3 0,1 1 0,1 2 0,2 2 0,1 1 1,-29 41-1,37-42-220,2 1 1,2 2 0,1 0-1,2 1 1,2 1-1,2 1 1,1 0 0,2 1-1,-10 58 1,16-53-2,2 0 0,2 67 0,4-91 0,1 1 0,1-1 0,1 0 0,1 0 0,0-1 0,18 41 0,-11-38 0,2-1 0,0 0 0,2-1 0,1-1 0,0-1 0,2 0 0,0-1 0,1-1 0,1-1 0,1-1 0,34 21 0,-22-18 0,0-2 0,2-1 0,0-1 0,0-3 0,2-1 0,-1-1 0,65 9 0,-37-14 0,0-2 0,0-3 0,1-2 0,-1-4 0,0-2 0,0-4 0,-1-2 0,-1-3 0,96-37 0,-80 23 0,-2-4 0,-1-4 0,135-88 0,-171 97 0,-2-2 0,0-1 0,-2-2 0,-2-2 0,-1-1 0,-2-1 0,-1-2 0,26-48 0,-30 39 0,-2 0 0,-2-2 0,-2 0 0,16-71 0,-26 78 0,-2 0 0,-2 0 0,-2-1 0,-2 0 0,-7-77 0,2 97 0,-1 0 0,-1 0 0,-1 1 0,-2 0 0,0 0 0,-2 1 0,0 0 0,-2 0 0,0 1 0,-27-35 0,20 33 0,-2 2 0,0 0 0,-1 1 0,-1 1 0,-1 2 0,-1 0 0,0 1 0,-43-20 0,8 10 0,-2 2 0,0 4 0,-1 2 0,-92-16 0,59 21 0,-1 4 0,-129 3 0,201 7-44,0 2 0,0 1 1,0 0-1,1 2 0,-1 1 0,-29 12 0,26-7-1716,0 2-1,-40 26 0,-19 19-7809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1776 157 4834,'0'0'2247,"3"-20"-559,1-8-682,2-20-281,-4-10 7384,-10 55-4163,-17 3-2213,19 0-855,-1 1-642,0 0 0,1 0 0,-1 0 0,1 1 0,-1 0 0,1 0 0,0 0 0,0 1 0,0 0 0,0 0 0,0 1 0,1 0 0,-10 8 0,-6 7 409,1 1 0,-17 22-1,22-25-285,-326 433 1679,143-179-2072,-198 215 34,-41 53 0,426-525 0,-90 128 0,83-113 0,0 1 0,-24 61 0,60-129-151,15-35 189,-20 24-5525,-13 28-3851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1783 170 11509,'0'0'1644,"-10"-18"1042,6 12-2399,0-2 70,0 1 1,-1 0-1,1 1 0,-1-1 1,-1 1-1,-10-10 1,12 13-211,0 0 1,0 1 0,0-1 0,-1 1-1,1 0 1,-1 1 0,1-1 0,-1 1-1,0-1 1,0 1 0,0 1 0,1-1-1,-1 1 1,0 0 0,0 0 0,0 0-1,-7 2 1,-26 5 468,0 1-1,1 2 0,-57 23 1,-105 61 1441,84-31-1071,2 6-1,4 4 0,3 6 0,3 3 1,4 5-1,-134 154 0,186-188-973,2 2-1,3 2 1,3 1-1,2 3 1,-43 94 0,68-123-14,1 0 0,1 0 1,1 1-1,3 0 1,-6 58-1,11-66 3,2 0-1,0 0 0,1 0 1,2 0-1,0 0 1,2-1-1,0 1 1,16 35-1,-7-30 0,0-1 0,2 0 0,1-1 0,1-1 0,2-1 0,0-1 0,2 0 0,1-2 0,0-1 0,2 0 0,1-2 0,57 32 0,-41-29 0,1-2 0,0-2 0,2-2 0,0-2 0,1-2 0,1-2 0,0-2 0,61 3 0,-55-10 0,0-3 0,1-1 0,-2-3 0,1-3 0,83-22 0,-72 10 0,-1-2 0,0-4 0,-2-2 0,62-38 0,-49 18 0,-2-3 0,-2-2 0,-3-4 0,-2-3 0,-2-3 0,-4-2 0,68-96 0,-92 109 0,-2-1 0,-2-2 0,-3-1 0,-2-2 0,-3 0 0,24-90 0,-38 110 0,-2-1 0,-1 0 0,-2 0 0,-2 0 0,-2-1 0,-1 1 0,-2-1 0,-2 1 0,-1 0 0,-2 0 0,-18-56 0,15 69 0,-1 1 0,-1-1 0,-1 2 0,-1 0 0,-2 0 0,0 2 0,-29-32 0,19 27 0,-2 1 0,-1 2 0,0 1 0,-65-38 0,32 29 0,-1 3 0,-1 3 0,-1 3 0,-1 2 0,-112-19 0,79 24 0,-1 5 0,-111 2 0,195 11-7,21 2 12,28 6-822,11-3-2762,0-3-1,67-2 1,35-2-4729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445 9156,'0'0'11328,"0"-16"-9527,0-118 1096,-1 119-2711,1 0 1,0 1-1,1-1 0,1 0 1,1 1-1,0-1 0,0 1 0,2 0 1,0 0-1,7-14 0,18-20 700,-21 37-228,-2 0 1,0-1-1,0 0 1,6-16-1,-23 52 10,-25 43 0,9-21-646,-877 1466-22,878-1473 0,-2 0 0,1 2 0,2 1 0,-20 50 0,42-86 0,0 0 0,1 0 0,-1 0 0,1 0 0,1 0 0,-1 0 0,1 7 0,0-13 0,0 1 0,0-1 0,0 0 0,0 0 0,0 0 0,0 0 0,0 0 0,0 0 0,0 1 0,0-1 0,0 0 0,0 0 0,0 0 0,0 0 0,0 0 0,1 0 0,-1 1 0,0-1 0,0 0 0,0 0 0,0 0 0,0 0 0,0 0 0,0 0 0,0 0 0,0 0 0,0 1 0,1-1 0,-1 0 0,0 0 0,0 0 0,0 0 0,0 0 0,0 0 0,0 0 0,0 0 0,1 0 0,-1 0 0,0 0 0,0 0 0,0 0 0,0 0 0,0 0 0,1 0 0,-1 0 0,0 0 0,0 0 0,0 0 0,9-5 0,6-9 0,-9 4-51,-1 0-1,1 0 1,-1 0-1,-1-1 1,0 0-1,-1 0 1,0 0 0,0 0-1,-1-1 1,0-11-1,-24 29-17574,-2 9 4027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1499 169 14663,'0'0'2668,"-28"-12"325,13 6-2489,-8-5 404,-1 1-1,-34-8 0,45 15-562,-1 0 1,1 1-1,-1 1 0,1 0 1,-1 1-1,1 1 0,-1 0 0,-23 4 1,3 5 443,1 1 0,-60 27 0,-64 47 661,63-28-1122,3 3-1,2 4 0,3 4 1,3 4-1,4 3 1,-91 110-1,146-154-327,1 1 0,1 2 0,2 0 0,2 1 0,1 0 0,1 2 0,-14 51 0,22-57 0,2 1 0,0 1 0,3-1 0,0 1 0,2 0 0,2 0 0,1 0 0,1-1 0,10 42 0,-3-34 0,2-1 0,2-1 0,2-1 0,1 0 0,2 0 0,36 51 0,-24-45 0,2-1 0,2-1 0,1-2 0,66 54 0,-78-75 0,0 0 0,1-1 0,1-2 0,1-1 0,0 0 0,1-3 0,36 12 0,-43-17 0,-1-2 0,1 0 0,0-1 0,0-1 0,0-2 0,0 1 0,0-2 0,0-1 0,0-1 0,0-1 0,27-8 0,-15 0 0,-1-1 0,0-2 0,-1-1 0,-1-1 0,-1-2 0,30-24 0,-15 7 0,-3-1 0,-1-2 0,40-51 0,-38 34 0,-2-1 0,-3-2 0,54-116 0,-53 85 0,-4-1 0,25-112 0,-41 127 0,-4-1 0,-3-1 0,-3 1 0,-4-1 0,-10-141 0,1 189 0,0 0 0,-2 0 0,-2 0 0,0 1 0,-2 1 0,-1-1 0,-2 2 0,0 0 0,-2 0 0,-1 2 0,-1 0 0,-1 1 0,-1 1 0,-1 0 0,-1 2 0,-1 1 0,0 0 0,-2 2 0,-41-23 0,60 37-199,-1 0-1,0 0 1,0 1 0,0 1-1,0-1 1,0 1-1,-1 0 1,1 1 0,-1-1-1,-8 1 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89 117 64,'0'0'17613,"-12"-16"-16167,-33-50 6,29 37 876,12 23 1165,3 14-1044,-1 1-2342,-3 32 345,3 0 1,0 1-1,3-1 1,2 0-1,1 0 1,2 0-1,2-1 1,20 63-1,-1-28-516,3 0 0,3-2-1,62 99 1,-31-73 64,5-3 0,152 163 0,197 144 0,-172-172 0,-161-148 0,-3 3 0,-5 4 0,130 196 0,-192-257 0,16 41 0,8 15 0,-35-76 0,1 0 0,1-1 0,-1 0 0,2 0 0,-1-1 0,13 12 0,-19-18 0,1-1 0,-1 1 0,0-1 0,1 1 0,-1-1 0,0 1 0,1-1 0,-1 1 0,1-1 0,-1 0 0,1 1 0,-1-1 0,0 0 0,1 1 0,0-1 0,-1 0 0,1 0 0,-1 0 0,1 1 0,-1-1 0,1 0 0,-1 0 0,1 0 0,0 0 0,-1 0 0,1 0 0,-1 0 0,1 0 0,0 0 0,-1 0 0,1 0 0,-1-1 0,1 1 0,-1 0 0,1 0 0,-1-1 0,1 1 0,-1 0 0,1 0 0,-1-1 0,1 1 0,-1-1 0,1 1 0,-1 0 0,0-1 0,1 1 0,-1-1 0,0 1 0,1-1 0,-1 1 0,0-1 0,1 1 0,-1-1 0,0 0 0,5-43 0,-3 17 0,0 24-529,2-8 1278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1834 140 20986,'0'0'1302,"-22"-20"725,6 3-1445,9 8-298,-1 0 0,0 1-1,0 0 1,-1 0 0,0 1 0,-1 0-1,1 1 1,-1 0 0,-1 1 0,1 0 0,-1 0-1,0 1 1,0 0 0,0 1 0,-20-3-1,-21 3 153,-1 3-1,1 2 0,0 3 1,0 1-1,0 3 0,1 2 1,-59 22-1,15 1-486,2 5 0,-158 92 0,172-85 51,3 4 0,2 3 0,-119 110 0,159-129 0,2 3 0,2 0 0,-38 60 0,50-67 0,2 0 0,1 1 0,2 0 0,1 1 0,-13 55 0,17-48 0,1 0 0,3 0 0,1 0 0,2 1 0,1-1 0,2 1 0,2-1 0,2 0 0,2 0 0,1 0 0,1-1 0,3-1 0,1 0 0,1-1 0,3 0 0,0-1 0,3-1 0,0-1 0,2-1 0,2-1 0,1-1 0,1-1 0,1-2 0,2-1 0,51 36 0,-43-38 0,1-3 0,0-1 0,2-2 0,0-1 0,1-3 0,1-1 0,0-2 0,1-2 0,-1-2 0,2-2 0,-1-2 0,64-4 0,-48-2 0,1-4 0,-2-2 0,1-3 0,-2-2 0,0-3 0,0-2 0,-2-3 0,86-45 0,-99 40 0,0-1 0,-2-3 0,-1-1 0,-1-1 0,-2-3 0,-2-1 0,-1-1 0,-2-2 0,47-77 0,-30 30 0,-3-3 0,-4-1 0,58-189 0,-80 216 0,-4-1 0,-2 0 0,-3 0 0,-3-2 0,0-113 0,-9 163 0,0 0 0,-1 0 0,0 1 0,-1-1 0,-2 1 0,1 0 0,-2 0 0,0 0 0,-1 1 0,0 0 0,-1 0 0,-1 0 0,0 1 0,-1 1 0,-1 0 0,0 0 0,-1 1 0,0 0 0,0 1 0,-25-16 0,11 10 0,-1 1 0,0 1 0,-1 1 0,0 2 0,-1 1 0,0 1 0,-55-11 0,19 10 0,0 4 0,-106 0 0,133 7 0,0 1 0,-69 13 0,95-12 0,0 1 0,1 0 0,-1 1 0,1 0 0,0 1 0,0 0 0,1 1 0,-1 0 0,1 0 0,1 1 0,-1 1 0,-15 15 0,23-20-41,0 0-1,0 0 1,0 0-1,0 0 1,0 0 0,1 0-1,0 0 1,-1 1-1,0 3 1,4 9-2320,-1-15 2021,-1 0 0,1 0 0,-1-1 0,1 1 0,0 0 0,0 0 0,-1-1 0,1 1 0,0-1 0,0 1 0,0-1 0,0 1 0,-1-1 0,1 1 0,0-1 0,0 0 0,2 1 0,31 1-8197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2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10565,'0'0'11029,"0"14"-9519,-20 176 1842,2-36-1526,18-153-1806,0-1 1,0 1-1,0-1 0,0 1 0,0-1 0,-1 1 0,1 0 0,0-1 0,0 1 1,1-1-1,-1 1 0,0-1 0,0 1 0,0 0 0,0-1 0,0 1 0,1-1 0,-1 1 1,0-1-1,0 1 0,1-1 0,-1 1 0,0-1 0,1 1 0,-1-1 0,1 0 1,-1 1-1,0-1 0,1 1 0,-1-1 0,2 1 0,-1-1-6,0 0-1,1 0 1,-1-1 0,0 1-1,0 0 1,1 0-1,-1-1 1,0 1-1,0-1 1,1 1 0,-1-1-1,0 1 1,0-1-1,1 0 1,45-38-215,-35 29 147,-2 1-198,1 2 1,-1-1-1,21-9 1,-27 15 191,0 0 1,1 1-1,-1-1 0,0 1 1,1 0-1,-1 1 1,0-1-1,1 1 1,-1 0-1,1 0 0,-1 0 1,1 1-1,-1-1 1,7 3-1,-9-2 57,-1-1 0,1 1 0,-1 0 0,1 0 1,-1 0-1,0 1 0,0-1 0,0 0 0,0 0 0,0 1 0,0-1 0,0 1 0,0-1 1,0 1-1,0-1 0,-1 1 0,1-1 0,-1 1 0,1 0 0,-1-1 0,0 1 0,1 3 1,2 47 5,-2-34-4,1 9 27,0 59 6,-2-80-10,-1 0 1,1 0 0,-1 0-1,-1 0 1,1 0-1,-1-1 1,0 1-1,0 0 1,-1-1-1,1 0 1,-6 7-1,2-3 81,-1-1 1,0-1-1,-1 1 0,0-1 0,0 0 1,0-1-1,-1 0 0,0-1 1,0 1-1,-1-2 0,1 1 0,-1-1 1,0-1-1,0 0 0,0 0 0,-19 2 1,-4 1-184,-15 2 94,17-6-4695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2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11269,'0'0'14481,"9"-5"-13179,22-9 22,0 1-1,1 2 0,37-9 0,-41 12-936,-18 5-380,1 0 0,-1 0 0,1 1 0,15-2 0,-42 18-1244,4-2-3389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12102,'0'0'13939,"-2"6"-13346,-78 222 135,47-127-691,29-85-56,0 1 0,1 1 0,0-1 0,1 0 0,1 22-1,3-38 15,1-1 0,-1 1 0,0 0 0,0-1 0,0 0 0,1 1 0,-1-1 0,0 0 0,0 0 0,1 0 0,2-1 0,0 1 15,4-1 22,-1 0 0,1-1 1,-1 0-1,1-1 0,-1 0 1,12-5-1,14-5 41,98-27 319,-131 40-473,0 0-1,0-1 1,-1 1 0,1 0 0,0-1-1,0 1 1,0 0 0,0 0 0,0 0-1,0 0 1,0 0 0,0 0 0,0 0-1,0 0 1,0 1 0,0-1 0,0 0-1,0 0 1,0 1 0,0-1 0,0 1-1,0-1 1,-1 1 0,1-1 0,0 1-1,0 0 1,-1-1 0,1 1 0,1 1-1,0 7-4271,-5 4-3834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15671,'0'0'3612,"-5"21"-1016,0-1-1961,-1 2 75,1 0-1,2 0 1,0 1 0,0 29 0,7 369 3497,-4-420-4280,0 1 0,0-1 0,0 0 0,0 1 0,0-1 0,1 1 0,-1-1 0,0 0 0,0 1 0,1-1 0,-1 0 0,1 1 0,0-1 0,-1 0 0,2 2 0,14 2-7553,-8-5 701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55 5763,'0'0'8441,"0"-9"-7772,2-27-44,-2 27 741,0 13 341,-8 56 1789,-1-7-1968,7 126 535,3-108-488,-12 119 0,3-136-1148,-1 82 0,9-135-529,2-2-79,0 1-1,-1-1 1,1 0 0,-1 0-1,1 0 1,-1 0-1,1 0 1,-1 0-1,1 0 1,-1 0 0,0-1-1,0 1 1,0 0-1,0-1 1,0 1 0,0-1-1,0 0 1,0 1-1,0-1 1,-1 1 0,1-1-1,0-3 1,13-41-6300,-8 9 12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13622,'0'0'10426,"-11"12"-9359,-73 93 1217,82-102-2228,-2 2 97,-1 1 0,1-1 0,0 1 0,0 0 0,1 0-1,0 0 1,0 0 0,0 1 0,1-1 0,0 1-1,0-1 1,0 1 0,0 11 0,2-18-154,0 1 1,0-1 0,0 1-1,1-1 1,-1 1-1,0-1 1,1 1 0,-1-1-1,0 1 1,1-1-1,-1 1 1,0-1 0,1 0-1,-1 1 1,1-1-1,-1 0 1,1 1 0,-1-1-1,1 0 1,-1 0-1,1 1 1,-1-1 0,1 0-1,-1 0 1,1 0-1,-1 0 1,1 0 0,-1 0-1,1 0 1,22 2-21,-17-1 17,3-1 7,26 3 22,43 9-1,-68-10-6,-1 0 0,0 1 1,1 0-1,-1 1 0,0 0 0,-1 0 1,1 1-1,-1 0 0,12 10 0,-18-13 1,0 0 0,-1 0-1,1 0 1,-1 1-1,0-1 1,0 0 0,1 1-1,-1-1 1,-1 1 0,1-1-1,0 1 1,-1 0-1,1-1 1,-1 1 0,0 0-1,0-1 1,0 1 0,-1 3-1,1-2 63,0 0 0,-1 0 0,0 0 0,0 0 0,0 0 0,0 0 0,-1-1 0,1 1 0,-1 0 0,0-1 0,-4 6 0,-19 17 249,-2-1 0,-1-1 0,-1-1-1,-62 37 1,91-60-408,-1 0 0,1 1-1,-1-1 1,1 1 0,-1-1 0,0 0-1,1 1 1,-1-1 0,1 0 0,-1 0-1,0 0 1,1 1 0,-1-1 0,1 0-1,-1 0 1,0 0 0,1 0 0,-1 0 0,0 0-1,1 0 1,-1 0 0,0 0 0,1 0-1,-1-1 1,0 1 0,1 0 0,-1 0-1,1-1 1,-1 1 0,1 0 0,-1-1 0,0 1-1,1 0 1,-1-1 0,1 1 0,0-1-1,-1 1 1,1-1 0,-1 1 0,1-1-1,0 1 1,-1-1 0,1 0 0,0 1-1,-1-1 1,1 1 0,0-1 0,0 0 0,0 1-1,0-1 1,0 0 0,0 1 0,0-1-1,0-1 1,0-50-5711,1 30 2093,-1-25-4510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14279,'0'0'13046,"3"12"-11499,13 36-114,-15-46-1373,1-1 1,-1 0 0,0 1 0,0-1-1,0 0 1,1 0 0,-1 0-1,0 0 1,1 0 0,-1 0 0,1 0-1,0-1 1,-1 1 0,1 0 0,-1-1-1,1 1 1,0-1 0,-1 0 0,1 0-1,0 0 1,0 1 0,-1-1 0,1-1-1,0 1 1,0 0 0,2-1 0,5 1 171,14 0-147,-1-1-1,1 0 0,0-2 0,-1 0 1,0-2-1,32-10 0,-31 5-127,-16 7-55,0-1 0,1 1 0,0 1 0,-1-1 0,1 1 0,0 1 0,14-2 0,-24 17-3856,-3-7 2583,-1 0 0,0 0 0,0 0 0,0-1 0,0 0 0,-1 0 0,0 0 0,-1-1 0,1-1 0,-14 7 0,-27 18-11534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80 101 6419,'0'0'8454,"0"-14"-6765,0-43 37,4 32 4032,-4 25-5613,0-1 0,1 1-1,-1 0 1,0 0 0,0-1-1,0 1 1,0 0 0,0 0 0,0 0-1,1 0 1,-1-1 0,0 1-1,0 0 1,0 0 0,0 0 0,1 0-1,-1-1 1,0 1 0,0 0-1,0 0 1,1 0 0,-1 0 0,0 0-1,0 0 1,1 0 0,-1 0-1,0 0 1,0 0 0,0 0 0,1 0-1,-1 0 1,0 0 0,0 0-1,1 0 1,-1 0 0,0 0 0,0 0-1,1 0 1,-1 0 0,8 9 3308,-3 4-4702,0 37 1485,-2 0-1,-3 63 1,-2-37-215,0-29-21,-3 1 0,-2-1 0,-19 71 0,22-143 0,14-393 0,-9 406 0,-2 9 0,-3 10 0,-7 31 0,-12 58 0,5 19 0,-2 150 0,20-311 0,3-172 0,1 165 0,2 0 0,14-57 0,-16 95 0,-6 28 0,1 0 0,1 25 0,-1 16 0,-8 264 0,10-256 0,-1-126 0,14-313 0,-10 464 0,-4 252 0,1-340-2,-1-1 0,0 0 0,0 1 0,1-1-1,-1 1 1,1-1 0,-1 0 0,1 1 0,-1-1 0,1 1 0,0 0 0,0-1-1,0 1 1,0 0 0,0-1 0,0 1 0,0 0 0,0 0 0,1 0 0,-1 0 0,0 0-1,1 0 1,-1 0 0,1 0 0,-1 1 0,1-1 0,1 0 0,16-5-5710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5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7443,'0'0'8023,"3"-13"-6860,2-8-610,9-36 3117,-17 98 5549,5 42-7660,0-16-734,2 134-513,-8-181-312,-2-4 0,5-14-64,2-7-1045,-1 0 1,0 0-1,1 0 0,0 0 1,0 0-1,0 0 1,1 1-1,0-1 0,0 1 1,2-5-1,11-24-8898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5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27 110 10629,'0'0'11677,"7"-11"-10292,-6 10-1365,3-6 210,1 1 0,-1-1 1,2 1-1,-1-1 1,1 2-1,0-1 0,0 0 1,0 1-1,1 1 0,0-1 1,0 1-1,13-6 1,-12 6-100,0 1 1,0 0-1,0 1 1,0-1 0,1 2-1,-1-1 1,1 1-1,-1 1 1,1-1 0,-1 1-1,14 2 1,-21-1-103,1 0 0,-1 0-1,0 0 1,1 1 0,-1-1 0,0 0 0,0 1 0,1-1-1,-1 0 1,0 1 0,-1-1 0,1 1 0,0 0 0,0-1 0,-1 1-1,1 0 1,-1-1 0,1 1 0,-1 0 0,0 0 0,1-1-1,-1 1 1,0 3 0,-1 54 891,0-39-534,1-8-227,-1 0 0,0 0 0,-1 0 1,0 0-1,-1 0 0,-1 0 0,0 0 0,0-1 0,-1 0 0,0 0 0,-1 0 0,0-1 0,-9 11 0,-8 7-116,-1-2 0,-1-1-1,-31 24 1,3-2 43,52-46-86,0 0 0,-1 0 0,1 0 0,0 0 0,0-1 0,0 2 0,1-1 0,-1 0 0,0 0 0,0 0 0,1 0 0,-1 0 0,0 1 0,1-1 0,-1 0 0,1 1 0,0-1 0,-1 0 0,1 1 0,0-1 0,0 0 0,0 1 0,0-1 0,0 0 0,0 1 0,0-1 0,0 1 0,1-1 0,-1 0 0,1 2 0,0-2 0,0 1 0,0-1 0,0 0 0,1 0 0,-1 0 0,0 0 0,1 0 0,-1 0 0,1 0 0,-1 0 0,1 0 0,-1 0 0,1-1 0,-1 1 0,1-1 0,0 1 0,-1-1 0,1 0 0,0 0 0,0 0 0,2 0 0,33 1 0,-1-1 0,1-3 0,-1 0 0,0-3 0,41-11 0,124-56 0,-207 79 0,-1-1 0,0 0 0,0-1 0,0 0 0,-1 0 0,1 0 0,-1-1 0,0 0 0,-9 2 0,20-5-66,0-1-1,0 1 1,0-1-1,0 0 1,0 0-1,-1 1 1,1-2-1,0 1 1,4-3-1,15-13-5487,-2-1-4122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0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96 9828,'0'0'9570,"9"-11"-8153,30-38-3,-35 46-1233,1 0 1,-1 0 0,1 0-1,-1 0 1,1 1 0,0 0-1,0 0 1,0 0 0,0 0-1,0 1 1,0 0 0,1 0-1,-1 0 1,8 1 0,3-2 225,16-1 601,43 1 1,-57 2-913,-16 0-93,-1 0 0,1 0 0,-1 1 1,0-1-1,1 0 0,-1 0 0,0 1 0,1-1 1,-1 1-1,0-1 0,0 1 0,1 0 0,-1-1 0,0 1 1,0 0-1,0 0 0,0 0 0,0 0 0,0 0 1,0 0-1,0 0 0,0 0 0,-1 0 0,2 2 1,0 1 13,-1-1 0,0 1 0,0 0 0,0 0 0,0-1 0,0 1 0,-1 0 0,1 7 0,-1-1 47,-1 0 1,0-1-1,0 1 0,-1 0 0,0-1 1,-6 16-1,0-11 51,1 0 0,-2-1 1,0-1-1,0 1 0,-1-2 0,-1 1 1,0-1-1,-1-1 0,-13 10 1,-22 13 265,-56 30 1,68-43-185,9-5 10,-59 38 525,78-43-117,16-5-337,26-5-91,-26 0-45,57-1 41,78-11-1,-113 7-187,0-1-1,0-1 0,0-2 0,49-20 0,-55 15-1395,-3-6-7651,-10 3 1401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0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224 153 8644,'0'0'17288,"-7"-3"-15954,5 2-1253,1 0 1,-1 0 0,0 1-1,0-1 1,0 0 0,0 1-1,0 0 1,1-1 0,-1 1-1,0 0 1,0 0-1,0 0 1,0 0 0,0 0-1,0 0 1,0 1 0,0-1-1,0 1 1,1-1 0,-1 1-1,0 0 1,0 0-1,-2 1 1,-3 3 261,0 1-1,0-1 1,1 2 0,0-1-1,-7 10 1,9-12-185,-20 24 529,-35 54-1,54-75-690,1 1 1,-1 1-1,1-1 1,1 0 0,-1 1-1,2 0 1,-1 0-1,1 0 1,0 0-1,1 0 1,0 0-1,1 16 1,1-22 3,0-1 0,-1 1 0,2-1 0,-1 0 0,0 0 0,0 0 0,1 1 0,-1-1 0,1 0 0,0-1 0,-1 1 0,1 0 0,0 0 0,0-1 0,0 1 0,0-1 0,1 0 0,-1 0 0,0 1 0,0-1 0,1-1 0,-1 1 0,1 0 0,-1-1 0,1 1 0,2-1 0,12 4 0,0-2 0,27 1 0,-40-3 0,16 1 0,1-1 0,-1-1 0,1 0 0,-1-2 0,0 0 0,0-2 0,0 0 0,-1-1 0,1-1 0,-2-1 0,1 0 0,-1-2 0,0 0 0,23-18 0,-31 21 0,0 0 0,-1-1 0,0 0 0,-1 0 0,1-1 0,-2 0 0,1-1 0,-1 1 0,-1-2 0,0 1 0,0-1 0,-1 1 0,0-2 0,-1 1 0,0 0 0,-1-1 0,0 0 0,-1 1 0,-1-1 0,1 0 0,-2 0 0,0 0 0,0-1 0,-3-13 0,2 20 0,0 1 0,0 0 0,-1 0 0,1 0 0,-1 0 0,0 0 0,0 0 0,-1 1 0,0-1 0,0 1 0,0-1 0,0 1 0,-1 0 0,1 0 0,-1 1 0,0-1 0,0 1 0,0-1 0,-1 1 0,1 1 0,-1-1 0,0 1 0,0-1 0,1 2 0,-10-4 0,-6 0 0,0 1 0,0 0 0,-1 2 0,1 0 0,-25 2 0,33-1 0,0 1 0,1 1 0,-1 0 0,0 1 0,1 0 0,-1 1 0,1 0 0,-1 0 0,1 2 0,1-1 0,-1 1 0,-13 9 0,23-14-1,0 1 0,0-1 0,0 1 0,0 0 0,0-1 0,0 1 0,1 0 0,-1-1 0,0 1 0,1 0 0,-1 0 1,0 0-1,1-1 0,-1 1 0,1 0 0,-1 0 0,1 0 0,0 0 0,-1 0 0,1 0 0,0 0 0,0 0 0,-1 2 0,2-2 3,-1-1 0,1 1 0,-1 0 0,1-1 1,0 1-1,-1 0 0,1-1 0,0 1 0,0-1 0,0 1 0,-1-1 0,1 1 0,0-1 1,0 0-1,0 1 0,0-1 0,0 0 0,-1 0 0,1 1 0,2-1 0,9 1-63,1 0 0,22-1 0,-28 0-105,10 0-616,7 0-2267,-1-1-3784,3-4-7995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50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1 9556,'0'0'17366,"-19"0"-16024,10-1-1307,0 1 0,0 1-1,0-1 1,1 1 0,-1 1 0,0 0 0,1 0 0,-1 1 0,-8 3 0,-68 32 540,-98 50 1223,165-77-1616,0 0-1,1 2 1,0 0-1,1 0 1,1 2 0,0 0-1,-18 23 1,30-31-158,0-1 1,0 1-1,1 0 1,0-1-1,0 1 1,1 0-1,0 0 1,0 0-1,1 0 1,0 1-1,0-1 0,2 12 1,-1 7-15,-1-24-10,1 0 0,-1 0 0,1-1 0,0 1 0,0 0 0,0 0 0,0-1 0,0 1 0,0-1 0,0 1 0,0-1 0,1 1 0,-1-1 0,1 0 0,-1 1 0,1-1 0,0 0 0,-1 0 0,1 0 0,0 0 0,0 0 0,-1-1 0,1 1 0,3 0 0,4 2 0,0 0 0,0-1 0,18 2 0,102-3 0,-68-2 0,-59 1 0,1 0 0,-1-1 0,0 1 0,0-1 0,0 0 0,0 0 0,1 0 0,-1 0 0,0 0 0,-1 0 0,1 0 0,0-1 0,0 1 0,0-1 0,-1 1 0,1-1 0,-1 0 0,1 0 0,-1 1 0,2-5 0,-1 3 0,1-1 0,-1 0 0,-1 1 0,1-1 0,-1 0 0,1 0 0,-1 0 0,0 0 0,-1-1 0,1-3 0,-1-6 0,1 10 0,-1 0 0,0 1 0,0-1 0,-1 0 0,1 0 0,-1 1 0,-1-6 0,1 7 0,0 1 0,0-1 0,0 0 0,0 1 0,-1-1 0,1 1 0,-1 0 0,1-1 0,-1 1 0,1 0 0,-1 0 0,0 0 0,1 0 0,-1 0 0,0 0 0,-3-1 0,-42-10 0,40 12 0,1-1 0,0-1 0,-1 1 0,1-1 0,0 0 0,0-1 0,0 1 0,1-1 0,-1 0 0,-6-5 0,9 6 0,-1 0 0,1 0 0,-1 0 0,0 1 0,0-1 0,0 1 0,0 0 0,0 0 0,0 1 0,0-1 0,-6 1 0,-54 1 0,31 1 0,28-2 0,-1 0 0,0 1 0,1 0 0,-1 0 0,1 1 0,-1 0 0,1 0 0,0 0 0,0 0 0,0 1 0,0 0 0,-5 4 0,-2 0 0,11-7 0,-1 11 0,22-9 0,-12-2 0,0 0 0,0 0 0,0 0 0,0-1 0,0 0 0,0-1 0,-1 1 0,10-5 0,-16 6 367,2-1-1916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415 818 12742,'0'0'10295,"4"6"-9049,12 21 248,-16-27-1423,0-1 0,0 1 0,0 0-1,0 0 1,0-1 0,0 1 0,0 0 0,0 0 0,0-1 0,1 1-1,-1 0 1,0 0 0,0-1 0,0 1 0,0 0 0,0 0-1,1 0 1,-1-1 0,0 1 0,0 0 0,0 0 0,1 0-1,-1 0 1,0-1 0,0 1 0,1 0 0,-1 0 0,0 0 0,0 0-1,1 0 1,-1 0 0,0 0 0,0 0 0,1 0 0,-1 0-1,0 0 1,0 0 0,1 0 0,-1 0 0,0 0 0,1 0-1,-1 0 1,0 0 0,0 0 0,1 0 0,-1 0 0,0 0 0,0 1-1,0-1 1,1 0 0,-1 0 0,0 0 0,0 0 0,0 1-1,1-1 1,-1 0 0,0 0 0,0 0 0,0 1 0,0-1-1,1 0 1,-1 0 0,0 1 0,0-1 0,2-21 1245,-2 20-1146,0-5-81,0-1 0,-1 0 0,1 1 0,-1-1-1,-1 0 1,1 1 0,-1 0 0,0-1 0,0 1 0,-6-9 0,6 11-93,0 1 1,0 1-1,-1-1 1,0 0-1,1 1 0,-1-1 1,0 1-1,0 0 1,-1 0-1,1 0 0,0 0 1,-1 0-1,1 1 1,-1-1-1,1 1 1,-1 0-1,1 0 0,-1 1 1,0-1-1,0 1 1,-3 0-1,-5 0 4,0 0 0,1 1 0,-1 1 0,1 0 0,0 0 0,-1 1 0,1 1 0,0 0 0,1 0 0,-1 1 0,1 0 0,0 1 0,0 0 0,-12 10 0,3 0 0,0 1 0,1 1 0,1 0 0,1 1 0,-23 34 0,30-39 0,1 0 0,0 1 0,-9 25 0,15-33 0,0-1 0,0 1 0,0 0 0,1 0 0,0 0 0,1 0 0,-1 0 0,1 0 0,1 0 0,-1 0 0,2 7 0,-1-12 0,0 0 0,0 0 0,0 0 0,1 0 0,-1 0 0,1 0 0,-1-1 0,1 1 0,-1 0 0,1-1 0,0 0 0,0 1 1,0-1-1,-1 0 0,2 0 0,-1 0 0,0 0 0,0 0 0,0 0 0,0 0 0,0-1 0,1 1 0,-1-1 0,0 0 0,0 0 0,1 0 0,-1 0 0,5 0 0,2-1-2,0 1 0,0-1 0,0-1 0,0 1 0,0-2 0,13-4 0,-3-2-38,-1 0 1,-1-2-1,0 0 1,26-21-1,60-63-336,-101 93 368,70-73-698,103-139 1,38-100-136,-174 253 831,-6 13 136,-3-2 0,46-101 1,-69 134 1548,-12 29-1005,-62 115-530,13-29-147,-8 23 7,6 3 0,-58 189 0,108-292-15,0 0 0,2 0 0,1 1 0,0-1 0,1 1 0,2-1 0,2 30 0,-2-50-83,0 0-1,1 0 1,-1 0 0,1 0-1,-1 0 1,1 0 0,-1 0 0,1 0-1,-1-1 1,1 1 0,-1 0-1,1 0 1,0-1 0,0 1-1,-1 0 1,1-1 0,0 1 0,0-1-1,0 1 1,0-1 0,0 1-1,-1-1 1,1 0 0,0 1-1,0-1 1,0 0 0,0 0 0,0 0-1,0 0 1,1 0 0,34-1-4107,-28 0 3194,1-1-508,1 0 0,0 0 0,-1-1 0,1 0 0,-1-1 0,0 0 0,14-9 0,25-13-6823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48 11429,'0'0'14786,"2"17"-13959,6 56-123,-7-71-678,-1-1 1,1 1-1,0 0 1,0-1-1,-1 1 0,1 0 1,0-1-1,0 1 0,0-1 1,1 0-1,-1 1 1,0-1-1,0 0 0,1 0 1,-1 0-1,1 0 0,-1 0 1,1 0-1,-1 0 1,1 0-1,0 0 0,0-1 1,-1 1-1,1-1 0,0 0 1,0 1-1,-1-1 1,1 0-1,0 0 0,0 0 1,0 0-1,-1 0 0,1 0 1,0-1-1,2 0 1,4 1 82,-3 0-49,0 0 1,0 0-1,0 0 0,-1-1 0,1 0 0,0 0 0,0 0 0,-1-1 1,1 1-1,-1-1 0,9-5 0,-11 5-15,1 1 1,-1-2-1,0 1 1,0 0-1,-1 0 1,1-1-1,0 1 0,-1-1 1,0 1-1,1-1 1,-1 0-1,0 1 0,0-1 1,0 0-1,-1 0 1,1 0-1,-1 0 0,0 1 1,1-1-1,-2-6 1,1 6 12,0-1 0,0 0 1,0 1-1,-1-1 0,1 0 1,-1 1-1,0-1 0,0 1 0,0-1 1,-1 1-1,1-1 0,-1 1 1,0 0-1,0 0 0,0 0 1,0 0-1,-1 0 0,1 1 1,-1-1-1,1 0 0,-1 1 1,0 0-1,0 0 0,0 0 0,0 0 1,-1 0-1,1 1 0,0-1 1,-1 1-1,1 0 0,-1 0 1,0 0-1,1 1 0,-5-1 1,1 0-44,1 0 1,-1 1 0,1 0-1,0 0 1,-1 1 0,1-1-1,-1 1 1,1 1 0,0-1 0,-1 1-1,1 1 1,0-1 0,0 1-1,1 0 1,-1 0 0,-8 6 0,10-5-18,-1 1 1,1-1 0,0 1 0,1-1 0,-1 1 0,1 0 0,0 1-1,0-1 1,1 0 0,0 1 0,-1 0 0,2-1 0,-1 1 0,1 0 0,0 0-1,0 0 1,0 0 0,1 6 0,-1 16-74,0-11 107,0 1 0,1-1 0,1 1 1,5 25-1,-5-39-70,0 0 0,0-1 0,0 1 1,0 0-1,1-1 0,0 1 0,-1-1 1,1 1-1,1-1 0,-1 0 0,0 0 0,1 0 1,0 0-1,-1 0 0,1-1 0,0 1 1,0-1-1,1 0 0,-1 0 0,0 0 0,1 0 1,-1 0-1,1-1 0,0 0 0,6 2 1,1-1-751,0-1 1,0 0 0,0-1 0,0 0 0,0-1-1,0 0 1,0-1 0,0 0 0,0-1-1,-1 0 1,1 0 0,-1-1 0,18-10 0,50-29-7657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13686,'0'0'5272,"-15"21"-1985,10-13-2994,-26 39 2490,-42 83 0,-15 64 1068,-21 107-3039,101-271-812,2 0 0,0 0 0,2 1 0,2-1 0,1 1 0,3 37 0,-2-65-50,1 0 0,-1-1 0,1 1 0,0 0 0,0 0 0,0-1 0,0 1 1,1-1-1,-1 1 0,1-1 0,-1 1 0,1-1 0,0 0 0,0 0 0,0 0 0,0 0 0,0 0 0,1 0 0,-1-1 0,1 1 0,-1-1 0,1 1 0,-1-1 1,1 0-1,0 0 0,-1 0 0,1-1 0,6 2 0,-2-1-806,1 0 1,0 0 0,-1-1-1,11 0 1,25-7-7117,8-18-5095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70 14823,'0'0'16727,"7"8"-15755,24 27-738,-26-32-233,-1-1-1,1 0 1,-1 1 0,1-1-1,0-1 1,-1 1-1,1-1 1,0 0 0,0 0-1,0 0 1,0-1-1,0 1 1,0-1-1,1-1 1,-1 1 0,8-2-1,9 0 1,-14 2-1,0 0 0,0-1 0,1 0 0,-1 0 0,0-1 0,0 0 0,0-1 0,14-6 0,-19 8 0,-1 0 0,1-1 0,-1 0 0,0 1 0,1-1 0,-1 0 0,0 0 0,0 0 0,0 0 0,0-1 0,0 1 0,-1-1 0,1 1 0,-1-1 0,0 1 0,1-1 0,-1 0 0,0 1 0,-1-1 0,1 0 0,0 0 0,-1 0 0,0 0 0,1 0 0,-1 0 0,0 1 0,-1-1 0,1-4 0,-1 6 0,1 0 0,-1 0 0,1-1 0,-1 1 0,1 0 0,-1 0 0,0-1 0,0 1 0,0 0 0,1 0 0,-1 0 0,0 0 0,0 0 0,-1 0 0,1 0 0,0 1 0,0-1 0,0 0 0,0 1 0,-1-1 0,1 1 0,0-1 0,-1 1 0,-1-1 0,-37-6 0,34 7 0,6 0 0,-37-4 0,-53 2 0,81 2 0,0 1 0,1 0 0,-1 0 0,0 1 0,1 0 0,-1 0 0,1 1 0,0 0 0,0 0 0,0 1 0,0 0 0,-9 7 0,15-9 0,0 0 0,0 1 0,0-1 0,1 0 0,-1 1 0,1-1 0,0 1 0,-1-1 0,1 1 0,0 0 0,0-1 0,1 1 0,-1 0 0,1 0 0,-1 4 0,2 45 0,-1-41 0,1-7-1,-1 0 0,1 0 0,-1 0 0,1 0 0,0 0 0,1 0 0,-1 0 0,1 0 0,-1-1 0,1 1 0,0-1-1,1 1 1,-1-1 0,1 0 0,-1 0 0,4 4 0,-1-3 6,1-1-1,-1 1 1,0-1-1,1 0 0,0 0 1,0 0-1,0-1 1,0 0-1,9 2 0,5 0-58,0-1-1,0-2 0,1 0 1,-1-1-1,34-4 1,-35 1-787,-1-1 1,35-11 0,-26 5-2299,33-18 0,32-24-7194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20265,'0'0'7268,"-15"21"-4168,10-15-2866,-17 24 241,1 1 0,1 0 0,-24 55 0,-5 36-475,-64 252 0,106-347 0,-2 36 0,4-51-1489,-5-11-7269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7619,'0'0'20183,"24"-3"-17219,-8 2-2538,158-10 1149,-120 11-1575,1 2 0,-1 2 0,91 20 0,-143-24 0,1 1 0,0 0 0,0-1 0,-1 1 0,1 0 0,-1 1 0,1-1 0,-1 0 0,1 1 0,-1-1 0,0 1 0,1 0 0,-1 0 0,0 0 0,0 0 0,0 0 0,-1 0 0,1 1 0,0-1 0,1 5 0,-1-1 0,-1 1 0,1 0 0,-2-1 0,1 1 0,-1 0 0,0 0 0,-1 7 0,1-8 0,-1 5 8,0 0 0,-1-1 1,-1 0-1,0 1 0,0-1 0,-9 18 1,7-18-111,0 1 0,1 0 1,0 0-1,1 1 1,1-1-1,0 1 1,-2 20-1,20-50-14297,2-25-1901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4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30254,'0'0'2513,"-44"123"-2513,44-67 0,15 3 0,10 2-1505,-2 1-6194,-2-7-8357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4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24811,'0'0'6435,"5"17"-5165,-1-6-1154,0 4-97,2 1 0,0 0 1,1-1-1,0 0 0,1-1 1,12 17-1,-19-30-19,7 10 0,1-1 0,0 0 0,0 0 0,16 11 0,-24-21 0,1 1 0,-1 0 0,0-1 0,1 0 0,-1 1 0,1-1 0,-1 0 0,1 0 0,-1 1 0,1-1 0,-1-1 0,1 1 0,-1 0 0,1 0 0,-1 0 0,1-1 0,-1 1 0,1-1 0,-1 1 0,1-1 0,-1 0 0,3-1 0,20-5 0,-21 8 0,-1 0 0,0 0 0,1 1 0,-1-1 0,0 1 0,0-1 0,0 1 0,0 0 0,-1 0 0,1-1 0,0 1 0,2 4 0,10 9 0,-9-12-135,0 0 1,0 0-1,1 0 0,-1-1 1,1 0-1,-1 0 0,1-1 1,0 0-1,0 0 0,6 1 1,25-1-4166,-2-2-3741,15-4-8039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5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829 0 25868,'0'0'5144,"-20"5"-3629,-61 18-1275,73-20-240,1 1 0,0 0 0,0 1 0,0 0 0,0 0 0,1 0 0,0 1 0,0 0 0,0 0 0,1 0 0,0 1 0,0 0 0,1 0 0,-1 0 0,2 0 0,-6 12 0,8-15 0,0 0 0,0-1 0,0 1 0,0 0 0,1-1 0,-1 1 0,1 0 0,0 5 0,0-6 0,2-2 0,-1-1 0,0 1 0,1 0 0,-1-1 0,1 0 0,-1 1 0,1-1 0,-1 0 0,0 0 0,1 0 0,-1 0 0,1 0 0,-1 0 0,3-1 0,-1 1 0,10-1 0,0 0 0,0-2 0,-1 0 0,1 0 0,-1-1 0,0 0 0,0-1 0,0-1 0,-1 0 0,0 0 0,12-9 0,8-8 0,-1-1 0,40-40 0,-78 76 0,0 1 0,1-1 0,0 1 0,1 0 0,-6 20 0,-31 100 0,-19 212 0,28 6 0,17-154 0,-1-71 0,15-109 0,-2 1 0,0-1 0,-1 0 0,-1-1 0,-9 17 0,14-29 0,0-1 0,0 0 0,0 0 0,0 0 0,-1 0 0,1-1 0,-1 1 0,1-1 0,-1 1 0,0-1 0,0 0 0,0 0 0,0 0 0,-5 1 0,6-2 0,0-1 0,-1 1 0,1-1 0,-1 1 0,1-1 0,0 0 0,-1 0 0,1 0 0,0-1 0,-1 1 0,1 0 0,0-1 0,-1 0 0,1 1 0,0-1 0,0 0 0,-1 0 0,1-1 0,0 1 0,0 0 0,0 0 0,-3-4 0,-16-15 0,-39-46 0,15 14 0,-12-3 0,-2 2 0,-3 2 0,-133-83 0,183 127-121,4 3 165,1-1-1,-1 0 1,1 0-1,0 0 0,-8-9 1,14 13-82,0 0 0,1 0 0,-1 0 0,0 0 0,0 0 0,1-1 0,-1 1 0,1 0 0,-1 0 0,1-1 0,-1 1 0,1 0 1,0-1-1,0 1 0,-1 0 0,1-1 0,0 1 0,0 0 0,0-1 0,1 1 0,-1 0 0,0-1 0,0 1 0,1 0 0,-1 0 0,1-1 0,-1 1 0,1 0 0,0 0 0,-1 0 0,1 0 0,0-1 1,0 1-1,0 0 0,-1 0 0,1 1 0,0-1 0,1 0 0,-1 0 0,0 0 0,2 0 0,38-25-5685,18-6-3908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23403,'0'0'8457,"-12"21"-7649,-16 27-731,-24 41-66,-54 125 0,95-186-43,0 1-1,3-1 1,0 2-1,2-1 1,-5 59-1,11-88-17,0 0 1,0 1-1,0-1 0,-1 0 0,1 0 0,0 0 1,0 0-1,1 0 0,-1 0 0,0 0 0,0 0 1,0 1-1,0-1 0,0 0 0,0 0 0,0 0 1,0 0-1,0 0 0,0 0 0,0 0 0,0 0 1,0 0-1,0 0 0,0 1 0,0-1 0,0 0 1,0 0-1,1 0 0,-1 0 0,0 0 0,0 0 1,0 0-1,0 0 0,0 0 0,0 0 0,0 0 1,0 0-1,0 0 0,1 0 0,-1 0 0,0 0 1,0 0-1,0 0 0,0 0 0,0 0 0,0 0 1,0 0-1,0 0 0,0 0 0,1 0 0,-1 0 1,0 0-1,0 0 0,0 0 0,0 0 0,0 0 1,0 0-1,0 0 0,0-1 0,20 0-11190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05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20 19929,'0'0'12227,"-19"20"-11664,-1-2-535,3-2-24,0 0-1,1 1 0,0 1 0,2 1 1,-24 38-1,27-36-3,0 1 0,2 0 0,1 0 0,0 1 0,2 0 0,0 0 0,2 1 0,1 0 0,0 0 0,2 0 0,2 24 0,-1-44 0,0-1 0,1 1 0,0-1 0,-1 1 0,1-1 0,1 0 0,-1 1 0,0-1 0,1 0 0,0 0 0,-1 0 0,1 0 0,0 0 0,1 0 0,-1-1 0,0 1 0,1-1 0,0 1 0,-1-1 0,1 0 0,0 0 0,0 0 0,0-1 0,0 1 0,1-1 0,-1 1 0,0-1 0,1 0 0,-1-1 0,5 2 0,2-1 0,-1 0 0,1 0 0,0-1 0,0 0 0,0-1 0,0 0 0,0-1 0,0 1 0,18-8 0,-11 2 0,0-1 0,0-1 0,0-1 0,-1 0 0,-1-1 0,0-1 0,0 0 0,19-23 0,-18 17 0,0-1 0,-1 0 0,-2-1 0,0-1 0,-1 0 0,13-29 0,-19 34 0,-1-1 0,-1 1 0,0-1 0,-1 1 0,-1-1 0,0 0 0,-1 0 0,-2-21 0,1 33 1,-1 0-1,1 0 1,-1 1-1,0-1 1,0 0-1,-1 1 1,0-1 0,1 1-1,-2 0 1,1-1-1,0 1 1,-1 0-1,0 0 1,0 1 0,0-1-1,0 1 1,0-1-1,-1 1 1,1 0-1,-1 0 1,0 0-1,0 1 1,0 0 0,-1-1-1,1 1 1,0 1-1,-1-1 1,-8-1-1,-1 0-22,0 0-1,0 1 1,0 1-1,-1 0 1,1 1-1,-1 1 0,1 0 1,-22 5-1,-5 1-4992,1-6-16515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453 111 3474,'0'4'14958,"0"11"-14595,0-12-304,0-2 16,2-1-345,-1-1 200,1 1 1,-1-1-1,1 1 1,0-1-1,-1 0 1,1 1-1,-1-1 0,0 0 1,1 0-1,-1 0 1,2-2-1,5-5-254,-1 0 1,0-1-1,0 0 0,7-14 1,-10 15 436,0 1 0,1 0 0,0 0 1,0 0-1,1 0 0,0 1 1,12-10-1,-41 27 5347,-10 5-4000,-13 15 1473,-68 61 0,100-79-2711,-13 9 121,-4 4 47,0 2 1,-31 37-1,54-56-371,1 0 1,0 1-1,0 0 0,1 0 1,1 0-1,0 1 1,0 0-1,1 0 1,0 0-1,1 1 1,1-1-1,-3 17 1,5-19-30,-3 22 11,2 1-1,4 32 1,-3-57-23,1 0 0,0 0 0,0 0 0,1 0 1,0 0-1,0 0 0,1 0 0,0-1 0,0 1 0,0-1 0,1 0 1,0 0-1,0 0 0,0 0 0,6 4 0,-6-7-10,1 0 0,0 0-1,0-1 1,-1 0 0,1 0 0,0 0 0,1-1-1,-1 0 1,0 0 0,0 0 0,1 0 0,-1-1-1,8 0 1,1-1 30,-1 0 0,1 0 0,0-1 0,14-5 0,0-1-13,-1-2 1,-1-1 0,38-22 0,-51 26 15,0-1 0,-1-1 1,0 0-1,0 0 0,-1-1 0,0-1 1,-1 0-1,12-17 0,-21 26 8,0 1-1,0 0 0,0 0 1,0-1-1,0 1 1,-1-1-1,1 1 0,-1-1 1,1 1-1,-1-1 1,1 1-1,-1-1 0,0 1 1,0-1-1,0 0 1,0 1-1,0-1 1,0 1-1,0-1 0,-1-2 1,0 3 2,0-1 0,1 1 0,-1 0 1,0 0-1,0 0 0,-1 0 0,1 0 1,0 0-1,0 0 0,0 0 0,-1 0 1,1 0-1,0 1 0,-1-1 0,1 1 1,0-1-1,-4 0 0,-7-1 59,0 0 0,0 1 0,0 0 0,-17 2 0,16-1-20,-20 0 0,-155 5 642,156-2-636,0 1 0,1 2 0,-57 17 0,67-16-56,16-6 0,0 0 0,0 0 0,0 1 0,0 0 0,0 0 0,0 0 0,1 1 0,-1 0 0,1 0 0,-5 4 0,10-3 0,9-2 0,10-1 0,-18-1 0,7 0-275,1-1 1,-1 1-1,1-2 0,11-2 1,19-11-4575,4-9-4312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625 211 5491,'0'0'8686,"-8"-17"3891,2 17-12459,-2 0-80,1-1 0,-1 2 0,0-1-1,0 1 1,1 0 0,-1 1-1,0 0 1,1 0 0,0 0-1,-12 6 1,-14 10-7,1 1 1,0 2-1,2 1 0,0 1 0,2 2 1,-50 56-1,44-40 93,2 2-1,1 2 1,-41 82 0,57-96-44,2 1 0,1 1-1,1 0 1,2 1 0,2 0 0,-6 64 0,10-71 16,2 0-1,2 0 1,0 1 0,2-1 0,0 0-1,2 0 1,1-1 0,2 0 0,12 33 0,-8-32-29,2 1 1,1-2 0,0 0 0,2-1 0,36 41 0,-40-53-46,1 0 0,0 0 1,1-1-1,0-1 1,1-1-1,0 0 0,1-1 1,0-1-1,0 0 1,27 7-1,4-4-1,1-1 1,0-3-1,1-2 1,0-2-1,63-5 0,-75-1-13,-1-1-1,1-2 1,-1-2-1,0-1 1,-1-2-1,44-19 1,-34 9 7,-1-1-1,-2-3 1,0-1-1,50-41 1,-61 41-8,-2-1-1,-1-2 1,-2 0 0,0-2 0,33-51 0,-45 56 8,0 0 0,-2-1 0,0-1 0,-2 0 0,-2 0 0,0-1 0,-2 0 0,4-33 0,-5 16 16,-2 1-1,-3-1 1,-1 0 0,-2 0 0,-2 1 0,-3-1 0,-16-62 0,16 83 42,-2 0 0,-1 0 0,-1 0 0,-1 1 0,-1 1 0,-1 0 0,-1 1 0,-1 1 0,0 0 0,-2 1 0,-1 1 0,0 1 0,-1 0 0,-24-15 0,19 17 6,0 2 0,-1 0 0,-1 2 0,0 1 0,-1 1 0,0 1 0,-54-9 0,23 10-30,0 3 0,-114 5 0,137 3-117,0 2 0,0 2 0,0 1 0,1 2-1,-67 29 1,100-39-101,0 1-1,0-1 1,1 1-1,-1 0 1,1 0-1,-1 0 0,0 0 1,1 0-1,0 0 1,-1 0-1,1 0 1,0 1-1,-1-1 0,1 0 1,0 1-1,0-1 1,0 1-1,-1 2 0,0 8-5796,1 3-4977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1008 110 352,'0'0'13812,"5"-13"-12310,4-12-859,5-11 294,0 0 2888,-15 57 3108,2-16-6712,-1 0 1,0 0-1,0 0 0,-1 0 0,0 0 0,-1 8 0,-34 92 2138,24-64-1954,-26 58 1,-109 161-357,-22-10-57,90-135 12,-216 339-4,226-334 0,-101 242 0,166-351 0,-4 8 0,2 0 0,-6 25 0,15-100-730,-2 33-6293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972 325 10341,'0'0'5031,"-3"-18"-1536,1 3-2299,-1 0-1,-8-26 0,10 40-1099,0-1-1,1 1 1,-1 0-1,0 0 1,0-1-1,0 1 1,0 0 0,0 0-1,0 0 1,0 0-1,0 0 1,-1 1 0,1-1-1,0 0 1,0 0-1,-1 1 1,1-1 0,-1 1-1,1-1 1,0 1-1,-1 0 1,1 0 0,-3-1-1,-33 5 1147,31-3-1008,-6 2 48,0 0 0,-1 1 1,1 0-1,1 1 1,-1 0-1,-11 8 0,-64 47 761,72-49-874,-67 54 381,4 3 1,2 4-1,3 3 1,4 3-1,-75 110 1,124-160-546,1 1 0,1 1 1,1 1-1,2 0 0,1 1 1,2 0-1,1 1 0,1 1 1,-5 38-1,10-31-5,2 0 0,1 0 0,3 0 0,1 0 0,2 0 0,13 55 0,-10-67 0,1-1 0,2-1 0,1 0 0,1 0 0,1-1 0,1 0 0,1-1 0,2-1 0,34 40 0,-29-42 0,1-1 0,1 0 0,0-2 0,1 0 0,1-2 0,1-1 0,1-1 0,0-2 0,36 13 0,-25-14 0,0-1 0,0-2 0,1-2 0,0-2 0,1-1 0,67-3 0,-58-4 0,1-3 0,-1-2 0,0-1 0,0-3 0,-1-3 0,-1-1 0,-1-2 0,0-3 0,-1-1 0,-2-3 0,78-55 0,-91 54 0,-1-2 0,-1 0 0,-1-2 0,-2-2 0,-1 0 0,-2-1 0,-1-2 0,-1 0 0,-3-1 0,0-1 0,18-60 0,-19 42 0,-3-1 0,-3-1 0,-1 1 0,-4-2 0,-2 1 0,-2-1 0,-10-91 0,4 116 0,-2 0 0,-2 0 0,-1 0 0,-1 1 0,-2 1 0,-1-1 0,-2 2 0,-1 0 0,-1 1 0,-1 1 0,-2 0 0,-42-45 0,20 30 0,-1 3 0,-3 2 0,-1 1 0,-2 3 0,-1 2 0,-76-37 0,89 52 0,20 10 0,0-1 0,1-1 0,0-1 0,-20-14 0,36 24 0,-1 0-1,1-1 1,0 1 0,-1 0 0,1 0-1,-1 0 1,1-1 0,0 1-1,-1 0 1,1-1 0,0 1-1,-1 0 1,1-1 0,0 1 0,0 0-1,-1-1 1,1 1 0,0 0-1,0-1 1,0 1 0,-1-1-1,1 1 1,0-1 0,0 1 0,0 0-1,0-1 1,0 1 0,0-1-1,0 1 1,0-1 0,0 1 0,0-1-1,0 1 1,0 0 0,0-1-1,0 1 1,1-1 0,-1 1-1,0 0 1,0-1 0,0 1 0,1-1-1,-1 1 1,0 0 0,0-1-1,1 1 1,0-1 0,22-8-804,-19 8 531,54-14-5637,22-8-5305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8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5731,'0'-4'20966,"0"-12"-18767,0 15-2085,0-1 0,0 1 0,0-1-1,0 1 1,0-1 0,0 1 0,0-1 0,1 0 0,-1 1 0,1 0 0,-1-1-1,1 1 1,-1-1 0,2-1 0,-2 3-86,1 0-1,-1 0 1,1-1 0,-1 1-1,0 0 1,1 0-1,-1 0 1,1 0 0,-1 0-1,1 0 1,-1 0 0,0 0-1,1 0 1,-1 1 0,1-1-1,-1 0 1,0 0-1,1 0 1,-1 0 0,0 0-1,1 1 1,-1-1 0,0 0-1,1 0 1,-1 1-1,0-1 1,1 0 0,-1 1-1,0-1 1,0 0 0,1 1-1,-1-1 1,6 8 39,-1 0-1,0 0 1,7 13 0,43 93 597,64 120-344,262 335-320,-180-285 0,-154-214 0,247 385 0,-244-368 0,-4 3 0,-5 2 0,42 131 0,-64-162 0,45 100 0,-47-128 0,1 0 0,2-1 0,1 0 0,30 32 0,-50-63 1,-1 0 0,1 0 0,0-1 0,0 1 0,0 0-1,0 0 1,0-1 0,0 1 0,0-1 0,0 1 0,0-1 0,0 0 0,0 1 0,0-1 0,1 0-1,-1 0 1,0 1 0,0-1 0,0 0 0,2-1 0,8-1-3518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0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1001 1288 3249,'0'0'2620,"0"-7"-2222,1 2-266,0 0 0,0 0-1,0 0 1,1 0 0,0 0 0,0 0 0,0 0-1,1 1 1,-1-1 0,1 1 0,0 0 0,0 0 0,1 0-1,-1 0 1,1 0 0,6-4 0,63-52 1588,-47 40-1527,35-34 0,-53 46-190,-1 0 0,0-1 1,0 0-1,-1 0 0,-1 0 0,1-1 0,-2 0 0,7-15 0,-7 10 170,0 0 0,-1 0 1,-1 0-1,1-23 0,-2 26 346,-1 0 0,-1 1 0,0-1 1,-1 1-1,0-1 0,-1 1 0,0 0 0,-1 0 0,0 0 0,-10-19 1,-14-16 1338,-2 2 1,-43-49-1,58 76-1415,-1 0-1,0 1 0,-2 1 0,1 1 0,-2 1 1,0 0-1,-37-18 0,41 25-169,0 1-1,-1 0 1,1 2 0,-1 0-1,0 0 1,0 2-1,-1 0 1,1 0 0,-17 3-1,12 0-28,1 1-1,0 1 0,1 0 0,-1 2 0,1 0 1,-34 17-1,9 1-22,1 2 0,2 1 0,1 3 0,1 1 0,1 2 0,2 2 0,1 1 1,-29 41-1,37-42-220,2 1 1,2 2 0,1 0-1,2 1 1,2 1-1,2 1 1,1 0 0,2 1-1,-10 58 1,16-53-2,2 0 0,2 67 0,4-91 0,1 1 0,1-1 0,1 0 0,1 0 0,0-1 0,18 41 0,-11-38 0,2-1 0,0 0 0,2-1 0,1-1 0,0-1 0,2 0 0,0-1 0,1-1 0,1-1 0,1-1 0,34 21 0,-22-18 0,0-2 0,2-1 0,0-1 0,0-3 0,2-1 0,-1-1 0,65 9 0,-37-14 0,0-2 0,0-3 0,1-2 0,-1-4 0,0-2 0,0-4 0,-1-2 0,-1-3 0,96-37 0,-80 23 0,-2-4 0,-1-4 0,135-88 0,-171 97 0,-2-2 0,0-1 0,-2-2 0,-2-2 0,-1-1 0,-2-1 0,-1-2 0,26-48 0,-30 39 0,-2 0 0,-2-2 0,-2 0 0,16-71 0,-26 78 0,-2 0 0,-2 0 0,-2-1 0,-2 0 0,-7-77 0,2 97 0,-1 0 0,-1 0 0,-1 1 0,-2 0 0,0 0 0,-2 1 0,0 0 0,-2 0 0,0 1 0,-27-35 0,20 33 0,-2 2 0,0 0 0,-1 1 0,-1 1 0,-1 2 0,-1 0 0,0 1 0,-43-20 0,8 10 0,-2 2 0,0 4 0,-1 2 0,-92-16 0,59 21 0,-1 4 0,-129 3 0,201 7-44,0 2 0,0 1 1,0 0-1,1 2 0,-1 1 0,-29 12 0,26-7-1716,0 2-1,-40 26 0,-19 19-7809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1776 157 4834,'0'0'2247,"3"-20"-559,1-8-682,2-20-281,-4-10 7384,-10 55-4163,-17 3-2213,19 0-855,-1 1-642,0 0 0,1 0 0,-1 0 0,1 1 0,-1 0 0,1 0 0,0 0 0,0 1 0,0 0 0,0 0 0,0 1 0,1 0 0,-10 8 0,-6 7 409,1 1 0,-17 22-1,22-25-285,-326 433 1679,143-179-2072,-198 215 34,-41 53 0,426-525 0,-90 128 0,83-113 0,0 1 0,-24 61 0,60-129-151,15-35 189,-20 24-5525,-13 28-3851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1783 170 11509,'0'0'1644,"-10"-18"1042,6 12-2399,0-2 70,0 1 1,-1 0-1,1 1 0,-1-1 1,-1 1-1,-10-10 1,12 13-211,0 0 1,0 1 0,0-1 0,-1 1-1,1 0 1,-1 1 0,1-1 0,-1 1-1,0-1 1,0 1 0,0 1 0,1-1-1,-1 1 1,0 0 0,0 0 0,0 0-1,-7 2 1,-26 5 468,0 1-1,1 2 0,-57 23 1,-105 61 1441,84-31-1071,2 6-1,4 4 0,3 6 0,3 3 1,4 5-1,-134 154 0,186-188-973,2 2-1,3 2 1,3 1-1,2 3 1,-43 94 0,68-123-14,1 0 0,1 0 1,1 1-1,3 0 1,-6 58-1,11-66 3,2 0-1,0 0 0,1 0 1,2 0-1,0 0 1,2-1-1,0 1 1,16 35-1,-7-30 0,0-1 0,2 0 0,1-1 0,1-1 0,2-1 0,0-1 0,2 0 0,1-2 0,0-1 0,2 0 0,1-2 0,57 32 0,-41-29 0,1-2 0,0-2 0,2-2 0,0-2 0,1-2 0,1-2 0,0-2 0,61 3 0,-55-10 0,0-3 0,1-1 0,-2-3 0,1-3 0,83-22 0,-72 10 0,-1-2 0,0-4 0,-2-2 0,62-38 0,-49 18 0,-2-3 0,-2-2 0,-3-4 0,-2-3 0,-2-3 0,-4-2 0,68-96 0,-92 109 0,-2-1 0,-2-2 0,-3-1 0,-2-2 0,-3 0 0,24-90 0,-38 110 0,-2-1 0,-1 0 0,-2 0 0,-2 0 0,-2-1 0,-1 1 0,-2-1 0,-2 1 0,-1 0 0,-2 0 0,-18-56 0,15 69 0,-1 1 0,-1-1 0,-1 2 0,-1 0 0,-2 0 0,0 2 0,-29-32 0,19 27 0,-2 1 0,-1 2 0,0 1 0,-65-38 0,32 29 0,-1 3 0,-1 3 0,-1 3 0,-1 2 0,-112-19 0,79 24 0,-1 5 0,-111 2 0,195 11-7,21 2 12,28 6-822,11-3-2762,0-3-1,67-2 1,35-2-4729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58 7443,'0'0'7777,"-7"-10"-5891,-22-30 382,21 33 1012,8 14-2964,0-4 199,0 197 5661,1 267-3070,3-401-3106,3 0 0,3-1 0,2 0 0,3 0 0,39 101 0,155 294 0,-98-234 0,-4 58 0,-66-164 0,-40-116 0,2 4 0,-1 1 0,1-1 0,1 0 0,-1 0 0,2 0 0,-1 0 0,1-1 0,0 0 0,0 0 0,9 8 0,22 27 0,-36-39-18,1 1 0,-1-1 0,1 1 0,-1-1 0,0 1 0,-1 0 0,0 4 0,1-2-433,-2 14-4412,-4 4-8151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1199 585 8244,'0'0'3540,"10"-21"-58,33-66 199,-41 82-3306,0 1-1,-1 0 0,1-1 1,-1 0-1,1 1 0,-1-1 0,-1 0 1,1 1-1,-1-1 0,0 0 1,0-7-1,-1 4 459,1 7-720,0 0 0,0 0-1,0 0 1,0-1 0,0 1-1,-1 0 1,1 0 0,0 0-1,-1 0 1,1 0 0,-1 0-1,1 0 1,-1 1 0,1-1-1,-1 0 1,0 0 0,1 0-1,-1 0 1,0 1 0,0-1-1,0 0 1,1 1 0,-1-1-1,0 0 1,-2 0 0,-30-5 1048,32 6-1124,-18-2 254,-1 2 1,1 1-1,0 0 1,0 1 0,0 1-1,0 1 1,-24 8-1,-13 8 360,-58 29-1,33-11-558,3 4 0,1 2-1,2 4 1,3 4 0,2 2 0,2 4-1,-103 112 1,150-144-92,0 0 0,2 1 0,1 0 0,1 2 0,2 0 0,1 1 0,-15 44 0,24-56 0,0 0 0,1 0 0,1 0 0,1 1 0,1-1 0,0 1 0,2-1 0,0 1 0,1-1 0,0 1 0,2-1 0,0 0 0,1 0 0,13 30 0,-7-26 0,2-1 0,0 0 0,1-1 0,1-1 0,0 0 0,2-1 0,0 0 0,1-1 0,1-2 0,1 0 0,0 0 0,36 18 0,-19-14 0,1-2 0,0-1 0,2-1 0,0-3 0,0-1 0,72 9 0,-56-14 0,-1-3 0,1-2 0,0-2 0,0-3 0,70-14 0,-80 8 0,0-2 0,-1-2 0,0-2 0,-1-2 0,-2-2 0,65-40 0,-70 36 0,-1-2 0,-1-1 0,-2-2 0,-1-1 0,-1-2 0,-2-1 0,-1-1 0,-2-1 0,-1-2 0,-2 0 0,-2-2 0,-1 0 0,-2-1 0,-1-1 0,-3-1 0,-1 0 0,-3-1 0,10-69 0,-13 52 0,-3 0 0,-2 0 0,-12-116 0,5 143 0,-1 0 0,-2 0 0,-1 1 0,-2 1 0,-1-1 0,-1 2 0,-2 0 0,-30-47 0,26 51 1,-1 0-1,-2 1 1,0 2 0,-2 0 0,0 1-1,-1 2 1,-2 0 0,0 2-1,-42-21 1,45 26-8,-1 2-1,0 1 1,0 1 0,-1 2 0,-1 0-1,1 2 1,-1 0 0,0 2 0,0 1-1,0 2 1,-45 4 0,65-4-192,1 1 0,-1 1 0,1-1 1,0 1-1,0 0 0,0 1 0,0 0 0,-7 4 0,10-6-358,1 1-1,-1 0 0,1 0 0,0 0 0,0 1 0,0-1 0,0 0 1,0 1-1,0-1 0,1 1 0,-2 3 0,1-2-1219,1 0 0,0 0 1,1-1-1,-1 1 0,1 0 0,-1 0 0,1 6 1,0-10 1760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89 117 64,'0'0'17613,"-12"-16"-16167,-33-50 6,29 37 876,12 23 1165,3 14-1044,-1 1-2342,-3 32 345,3 0 1,0 1-1,3-1 1,2 0-1,1 0 1,2 0-1,2-1 1,20 63-1,-1-28-516,3 0 0,3-2-1,62 99 1,-31-73 64,5-3 0,152 163 0,197 144 0,-172-172 0,-161-148 0,-3 3 0,-5 4 0,130 196 0,-192-257 0,16 41 0,8 15 0,-35-76 0,1 0 0,1-1 0,-1 0 0,2 0 0,-1-1 0,13 12 0,-19-18 0,1-1 0,-1 1 0,0-1 0,1 1 0,-1-1 0,0 1 0,1-1 0,-1 1 0,1-1 0,-1 0 0,1 1 0,-1-1 0,0 0 0,1 1 0,0-1 0,-1 0 0,1 0 0,-1 0 0,1 1 0,-1-1 0,1 0 0,-1 0 0,1 0 0,0 0 0,-1 0 0,1 0 0,-1 0 0,1 0 0,0 0 0,-1 0 0,1 0 0,-1-1 0,1 1 0,-1 0 0,1 0 0,-1-1 0,1 1 0,-1 0 0,1 0 0,-1-1 0,1 1 0,-1-1 0,1 1 0,-1 0 0,0-1 0,1 1 0,-1-1 0,0 1 0,1-1 0,-1 1 0,0-1 0,1 1 0,-1-1 0,0 0 0,5-43 0,-3 17 0,0 24-529,2-8 1278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1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1834 140 20986,'0'0'1302,"-22"-20"725,6 3-1445,9 8-298,-1 0 0,0 1-1,0 0 1,-1 0 0,0 1 0,-1 0-1,1 1 1,-1 0 0,-1 1 0,1 0 0,-1 0-1,0 1 1,0 0 0,0 1 0,-20-3-1,-21 3 153,-1 3-1,1 2 0,0 3 1,0 1-1,0 3 0,1 2 1,-59 22-1,15 1-486,2 5 0,-158 92 0,172-85 51,3 4 0,2 3 0,-119 110 0,159-129 0,2 3 0,2 0 0,-38 60 0,50-67 0,2 0 0,1 1 0,2 0 0,1 1 0,-13 55 0,17-48 0,1 0 0,3 0 0,1 0 0,2 1 0,1-1 0,2 1 0,2-1 0,2 0 0,2 0 0,1 0 0,1-1 0,3-1 0,1 0 0,1-1 0,3 0 0,0-1 0,3-1 0,0-1 0,2-1 0,2-1 0,1-1 0,1-1 0,1-2 0,2-1 0,51 36 0,-43-38 0,1-3 0,0-1 0,2-2 0,0-1 0,1-3 0,1-1 0,0-2 0,1-2 0,-1-2 0,2-2 0,-1-2 0,64-4 0,-48-2 0,1-4 0,-2-2 0,1-3 0,-2-2 0,0-3 0,0-2 0,-2-3 0,86-45 0,-99 40 0,0-1 0,-2-3 0,-1-1 0,-1-1 0,-2-3 0,-2-1 0,-1-1 0,-2-2 0,47-77 0,-30 30 0,-3-3 0,-4-1 0,58-189 0,-80 216 0,-4-1 0,-2 0 0,-3 0 0,-3-2 0,0-113 0,-9 163 0,0 0 0,-1 0 0,0 1 0,-1-1 0,-2 1 0,1 0 0,-2 0 0,0 0 0,-1 1 0,0 0 0,-1 0 0,-1 0 0,0 1 0,-1 1 0,-1 0 0,0 0 0,-1 1 0,0 0 0,0 1 0,-25-16 0,11 10 0,-1 1 0,0 1 0,-1 1 0,0 2 0,-1 1 0,0 1 0,-55-11 0,19 10 0,0 4 0,-106 0 0,133 7 0,0 1 0,-69 13 0,95-12 0,0 1 0,1 0 0,-1 1 0,1 0 0,0 1 0,0 0 0,1 1 0,-1 0 0,1 0 0,1 1 0,-1 1 0,-15 15 0,23-20-41,0 0-1,0 0 1,0 0-1,0 0 1,0 0 0,1 0-1,0 0 1,-1 1-1,0 3 1,4 9-2320,-1-15 2021,-1 0 0,1 0 0,-1-1 0,1 1 0,0 0 0,0 0 0,-1-1 0,1 1 0,0-1 0,0 1 0,0-1 0,0 1 0,-1-1 0,1 1 0,0-1 0,0 0 0,2 1 0,31 1-8197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2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10565,'0'0'11029,"0"14"-9519,-20 176 1842,2-36-1526,18-153-1806,0-1 1,0 1-1,0-1 0,0 1 0,0-1 0,-1 1 0,1 0 0,0-1 0,0 1 1,1-1-1,-1 1 0,0-1 0,0 1 0,0 0 0,0-1 0,0 1 0,1-1 0,-1 1 1,0-1-1,0 1 0,1-1 0,-1 1 0,0-1 0,1 1 0,-1-1 0,1 0 1,-1 1-1,0-1 0,1 1 0,-1-1 0,2 1 0,-1-1-6,0 0-1,1 0 1,-1-1 0,0 1-1,0 0 1,1 0-1,-1-1 1,0 1-1,0-1 1,1 1 0,-1-1-1,0 1 1,0-1-1,1 0 1,45-38-215,-35 29 147,-2 1-198,1 2 1,-1-1-1,21-9 1,-27 15 191,0 0 1,1 1-1,-1-1 0,0 1 1,1 0-1,-1 1 1,0-1-1,1 1 1,-1 0-1,1 0 0,-1 0 1,1 1-1,-1-1 1,7 3-1,-9-2 57,-1-1 0,1 1 0,-1 0 0,1 0 1,-1 0-1,0 1 0,0-1 0,0 0 0,0 0 0,0 1 0,0-1 0,0 1 0,0-1 1,0 1-1,0-1 0,-1 1 0,1-1 0,-1 1 0,1 0 0,-1-1 0,0 1 0,1 3 1,2 47 5,-2-34-4,1 9 27,0 59 6,-2-80-10,-1 0 1,1 0 0,-1 0-1,-1 0 1,1 0-1,-1-1 1,0 1-1,0 0 1,-1-1-1,1 0 1,-6 7-1,2-3 81,-1-1 1,0-1-1,-1 1 0,0-1 0,0 0 1,0-1-1,-1 0 0,0-1 1,0 1-1,-1-2 0,1 1 0,-1-1 1,0-1-1,0 0 0,0 0 0,-19 2 1,-4 1-184,-15 2 94,17-6-4695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2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11269,'0'0'14481,"9"-5"-13179,22-9 22,0 1-1,1 2 0,37-9 0,-41 12-936,-18 5-380,1 0 0,-1 0 0,1 1 0,15-2 0,-42 18-1244,4-2-3389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12102,'0'0'13939,"-2"6"-13346,-78 222 135,47-127-691,29-85-56,0 1 0,1 1 0,0-1 0,1 0 0,1 22-1,3-38 15,1-1 0,-1 1 0,0 0 0,0-1 0,0 0 0,1 1 0,-1-1 0,0 0 0,0 0 0,1 0 0,2-1 0,0 1 15,4-1 22,-1 0 0,1-1 1,-1 0-1,1-1 0,-1 0 1,12-5-1,14-5 41,98-27 319,-131 40-473,0 0-1,0-1 1,-1 1 0,1 0 0,0-1-1,0 1 1,0 0 0,0 0 0,0 0-1,0 0 1,0 0 0,0 0 0,0 0-1,0 0 1,0 1 0,0-1 0,0 0-1,0 0 1,0 1 0,0-1 0,0 1-1,0-1 1,-1 1 0,1-1 0,0 1-1,0 0 1,-1-1 0,1 1 0,1 1-1,0 7-4271,-5 4-3834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3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15671,'0'0'3612,"-5"21"-1016,0-1-1961,-1 2 75,1 0-1,2 0 1,0 1 0,0 29 0,7 369 3497,-4-420-4280,0 1 0,0-1 0,0 0 0,0 1 0,0-1 0,1 1 0,-1-1 0,0 0 0,0 1 0,1-1 0,-1 0 0,1 1 0,0-1 0,-1 0 0,2 2 0,14 2-7553,-8-5 701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55 5763,'0'0'8441,"0"-9"-7772,2-27-44,-2 27 741,0 13 341,-8 56 1789,-1-7-1968,7 126 535,3-108-488,-12 119 0,3-136-1148,-1 82 0,9-135-529,2-2-79,0 1-1,-1-1 1,1 0 0,-1 0-1,1 0 1,-1 0-1,1 0 1,-1 0-1,1 0 1,-1 0 0,0-1-1,0 1 1,0 0-1,0-1 1,0 1 0,0-1-1,0 0 1,0 1-1,0-1 1,-1 1 0,1-1-1,0-3 1,13-41-6300,-8 9 12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13622,'0'0'10426,"-11"12"-9359,-73 93 1217,82-102-2228,-2 2 97,-1 1 0,1-1 0,0 1 0,0 0 0,1 0-1,0 0 1,0 0 0,0 1 0,1-1 0,0 1-1,0-1 1,0 1 0,0 11 0,2-18-154,0 1 1,0-1 0,0 1-1,1-1 1,-1 1-1,0-1 1,1 1 0,-1-1-1,0 1 1,1-1-1,-1 1 1,0-1 0,1 0-1,-1 1 1,1-1-1,-1 0 1,1 1 0,-1-1-1,1 0 1,-1 0-1,1 1 1,-1-1 0,1 0-1,-1 0 1,1 0-1,-1 0 1,1 0 0,-1 0-1,1 0 1,22 2-21,-17-1 17,3-1 7,26 3 22,43 9-1,-68-10-6,-1 0 0,0 1 1,1 0-1,-1 1 0,0 0 0,-1 0 1,1 1-1,-1 0 0,12 10 0,-18-13 1,0 0 0,-1 0-1,1 0 1,-1 1-1,0-1 1,0 0 0,1 1-1,-1-1 1,-1 1 0,1-1-1,0 1 1,-1 0-1,1-1 1,-1 1 0,0 0-1,0-1 1,0 1 0,-1 3-1,1-2 63,0 0 0,-1 0 0,0 0 0,0 0 0,0 0 0,0 0 0,-1-1 0,1 1 0,-1 0 0,0-1 0,-4 6 0,-19 17 249,-2-1 0,-1-1 0,-1-1-1,-62 37 1,91-60-408,-1 0 0,1 1-1,-1-1 1,1 1 0,-1-1 0,0 0-1,1 1 1,-1-1 0,1 0 0,-1 0-1,0 0 1,1 1 0,-1-1 0,1 0-1,-1 0 1,0 0 0,1 0 0,-1 0 0,0 0-1,1 0 1,-1 0 0,0 0 0,1 0-1,-1-1 1,0 1 0,1 0 0,-1 0-1,1-1 1,-1 1 0,1 0 0,-1-1 0,0 1-1,1 0 1,-1-1 0,1 1 0,0-1-1,-1 1 1,1-1 0,-1 1 0,1-1-1,0 1 1,-1-1 0,1 0 0,0 1-1,-1-1 1,1 1 0,0-1 0,0 0 0,0 1-1,0-1 1,0 0 0,0 1 0,0-1-1,0-1 1,0-50-5711,1 30 2093,-1-25-4510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14279,'0'0'13046,"3"12"-11499,13 36-114,-15-46-1373,1-1 1,-1 0 0,0 1 0,0-1-1,0 0 1,1 0 0,-1 0-1,0 0 1,1 0 0,-1 0 0,1 0-1,0-1 1,-1 1 0,1 0 0,-1-1-1,1 1 1,0-1 0,-1 0 0,1 0-1,0 0 1,0 1 0,-1-1 0,1-1-1,0 1 1,0 0 0,2-1 0,5 1 171,14 0-147,-1-1-1,1 0 0,0-2 0,-1 0 1,0-2-1,32-10 0,-31 5-127,-16 7-55,0-1 0,1 1 0,0 1 0,-1-1 0,1 1 0,0 1 0,14-2 0,-24 17-3856,-3-7 2583,-1 0 0,0 0 0,0 0 0,0-1 0,0 0 0,-1 0 0,0 0 0,-1-1 0,1-1 0,-14 7 0,-27 18-11534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8:4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80 101 6419,'0'0'8454,"0"-14"-6765,0-43 37,4 32 4032,-4 25-5613,0-1 0,1 1-1,-1 0 1,0 0 0,0-1-1,0 1 1,0 0 0,0 0 0,0 0-1,1 0 1,-1-1 0,0 1-1,0 0 1,0 0 0,0 0 0,1 0-1,-1-1 1,0 1 0,0 0-1,0 0 1,1 0 0,-1 0 0,0 0-1,0 0 1,1 0 0,-1 0-1,0 0 1,0 0 0,0 0 0,1 0-1,-1 0 1,0 0 0,0 0-1,1 0 1,-1 0 0,0 0 0,0 0-1,1 0 1,-1 0 0,8 9 3308,-3 4-4702,0 37 1485,-2 0-1,-3 63 1,-2-37-215,0-29-21,-3 1 0,-2-1 0,-19 71 0,22-143 0,14-393 0,-9 406 0,-2 9 0,-3 10 0,-7 31 0,-12 58 0,5 19 0,-2 150 0,20-311 0,3-172 0,1 165 0,2 0 0,14-57 0,-16 95 0,-6 28 0,1 0 0,1 25 0,-1 16 0,-8 264 0,10-256 0,-1-126 0,14-313 0,-10 464 0,-4 252 0,1-340-2,-1-1 0,0 0 0,0 1 0,1-1-1,-1 1 1,1-1 0,-1 0 0,1 1 0,-1-1 0,1 1 0,0 0 0,0-1-1,0 1 1,0 0 0,0-1 0,0 1 0,0 0 0,0 0 0,1 0 0,-1 0 0,0 0-1,1 0 1,-1 0 0,1 0 0,-1 1 0,1-1 0,1 0 0,16-5-5710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0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96 9828,'0'0'9570,"9"-11"-8153,30-38-3,-35 46-1233,1 0 1,-1 0 0,1 0-1,-1 0 1,1 1 0,0 0-1,0 0 1,0 0 0,0 0-1,0 1 1,0 0 0,1 0-1,-1 0 1,8 1 0,3-2 225,16-1 601,43 1 1,-57 2-913,-16 0-93,-1 0 0,1 0 0,-1 1 1,0-1-1,1 0 0,-1 0 0,0 1 0,1-1 1,-1 1-1,0-1 0,0 1 0,1 0 0,-1-1 0,0 1 1,0 0-1,0 0 0,0 0 0,0 0 0,0 0 1,0 0-1,0 0 0,0 0 0,-1 0 0,2 2 1,0 1 13,-1-1 0,0 1 0,0 0 0,0 0 0,0-1 0,0 1 0,-1 0 0,1 7 0,-1-1 47,-1 0 1,0-1-1,0 1 0,-1 0 0,0-1 1,-6 16-1,0-11 51,1 0 0,-2-1 1,0-1-1,0 1 0,-1-2 0,-1 1 1,0-1-1,-1-1 0,-13 10 1,-22 13 265,-56 30 1,68-43-185,9-5 10,-59 38 525,78-43-117,16-5-337,26-5-91,-26 0-45,57-1 41,78-11-1,-113 7-187,0-1-1,0-1 0,0-2 0,49-20 0,-55 15-1395,-3-6-7651,-10 3 1401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19:0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224 153 8644,'0'0'17288,"-7"-3"-15954,5 2-1253,1 0 1,-1 0 0,0 1-1,0-1 1,0 0 0,0 1-1,0 0 1,1-1 0,-1 1-1,0 0 1,0 0-1,0 0 1,0 0 0,0 0-1,0 0 1,0 1 0,0-1-1,0 1 1,1-1 0,-1 1-1,0 0 1,0 0-1,-2 1 1,-3 3 261,0 1-1,0-1 1,1 2 0,0-1-1,-7 10 1,9-12-185,-20 24 529,-35 54-1,54-75-690,1 1 1,-1 1-1,1-1 1,1 0 0,-1 1-1,2 0 1,-1 0-1,1 0 1,0 0-1,1 0 1,0 0-1,1 16 1,1-22 3,0-1 0,-1 1 0,2-1 0,-1 0 0,0 0 0,0 0 0,1 1 0,-1-1 0,1 0 0,0-1 0,-1 1 0,1 0 0,0 0 0,0-1 0,0 1 0,0-1 0,1 0 0,-1 0 0,0 1 0,0-1 0,1-1 0,-1 1 0,1 0 0,-1-1 0,1 1 0,2-1 0,12 4 0,0-2 0,27 1 0,-40-3 0,16 1 0,1-1 0,-1-1 0,1 0 0,-1-2 0,0 0 0,0-2 0,0 0 0,-1-1 0,1-1 0,-2-1 0,1 0 0,-1-2 0,0 0 0,23-18 0,-31 21 0,0 0 0,-1-1 0,0 0 0,-1 0 0,1-1 0,-2 0 0,1-1 0,-1 1 0,-1-2 0,0 1 0,0-1 0,-1 1 0,0-2 0,-1 1 0,0 0 0,-1-1 0,0 0 0,-1 1 0,-1-1 0,1 0 0,-2 0 0,0 0 0,0-1 0,-3-13 0,2 20 0,0 1 0,0 0 0,-1 0 0,1 0 0,-1 0 0,0 0 0,0 0 0,-1 1 0,0-1 0,0 1 0,0-1 0,0 1 0,-1 0 0,1 0 0,-1 1 0,0-1 0,0 1 0,0-1 0,-1 1 0,1 1 0,-1-1 0,0 1 0,0-1 0,1 2 0,-10-4 0,-6 0 0,0 1 0,0 0 0,-1 2 0,1 0 0,-25 2 0,33-1 0,0 1 0,1 1 0,-1 0 0,0 1 0,1 0 0,-1 1 0,1 0 0,-1 0 0,1 2 0,1-1 0,-1 1 0,-13 9 0,23-14-1,0 1 0,0-1 0,0 1 0,0 0 0,0-1 0,0 1 0,1 0 0,-1-1 0,0 1 0,1 0 0,-1 0 1,0 0-1,1-1 0,-1 1 0,1 0 0,-1 0 0,1 0 0,0 0 0,-1 0 0,1 0 0,0 0 0,0 0 0,-1 2 0,2-2 3,-1-1 0,1 1 0,-1 0 0,1-1 1,0 1-1,-1 0 0,1-1 0,0 1 0,0-1 0,0 1 0,-1-1 0,1 1 0,0-1 1,0 0-1,0 1 0,0-1 0,0 0 0,-1 0 0,1 1 0,2-1 0,9 1-63,1 0 0,22-1 0,-28 0-105,10 0-616,7 0-2267,-1-1-3784,3-4-7995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393 920 12950,'0'0'18294,"-1"-14"-17096,-9-42-894,10 55-304,-1-1 1,1 1-1,-1 0 1,1 0-1,-1 0 1,1 0-1,-1 0 1,0 1-1,0-1 1,1 0 0,-1 0-1,0 0 1,0 1-1,0-1 1,0 0-1,0 1 1,0-1-1,0 1 1,0-1-1,0 1 1,0-1-1,0 1 1,0 0 0,0 0-1,-1-1 1,1 1-1,0 0 1,0 0-1,0 0 1,0 0-1,0 0 1,-1 0-1,1 1 1,0-1-1,0 0 1,-1 1-1,-6 0 2,-7 0-2,1 1 0,1 0 0,-1 1 0,0 0 0,1 1 0,-1 1 0,1 0 0,-18 11 0,-1 1 0,1 2 0,-33 27 0,55-39 0,-1 1 0,1 0 0,-12 14 0,18-19 0,1 0 0,0 1 0,0-1 0,0 1 0,0-1 0,0 1 0,1 0 0,-1 0 0,1 0 0,0 0 0,1 0 0,-1 0 0,0 7 0,1-10 0,0 0 0,1 0 0,-1-1 0,0 1 0,0 0 0,0-1 0,1 1 0,-1 0 0,0-1 0,1 1 0,-1-1 0,0 1 0,1 0 0,-1-1 0,1 1 0,-1-1 0,1 1 0,-1-1 0,1 1 0,0-1 0,-1 0 0,1 1 0,0-1 0,-1 0 0,1 1 0,0-1 0,-1 0 0,2 0 0,30 4 0,-22-5 0,1 0 0,0 0 0,0-1 0,11-4 0,8-7 0,-1-1 0,-1-2 0,-1-1 0,0-1 0,30-26 0,-36 27 0,65-52 0,-4-4 0,115-130 0,103-194 0,-286 376 0,-1 3 0,-1 0 0,0 0 0,-2-2 0,0 1 0,12-37 0,-20 42 0,-4 11 0,-7 10 0,8-6 0,-43 48 0,2 1 0,2 3 0,3 1 0,2 1 0,2 2 0,3 1 0,3 2 0,2 1 0,3 0 0,-21 95 0,37-118-42,1-1 0,2 1 0,3 40-1,0-61-79,0-16-77,0-1-1,1 1 1,-1 0-1,0-1 1,0 1-1,1-1 1,-1 1-1,1-1 1,-1 1-1,0-1 1,1 1-1,-1-1 1,1 1-1,-1-1 1,1 1-1,-1-1 1,1 0-1,0 1 1,-1-1-1,1 0 1,-1 0-1,1 1 1,0-1-1,-1 0 1,1 0-1,0 0 1,-1 0-1,1 0 1,0 0-1,-1 0 1,1 0-1,0 0 1,0 0-1,28-4-5628,0-13 172,2-12-1030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2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29 114 11253,'0'0'11747,"7"14"-10715,28 46-58,-33-58-879,0 0-1,0 0 0,0 0 1,0 0-1,0-1 1,0 1-1,0 0 1,1-1-1,-1 0 1,1 1-1,-1-1 0,1 0 1,0 0-1,-1-1 1,1 1-1,0-1 1,0 1-1,-1-1 1,1 0-1,0 0 0,0 0 1,0 0-1,-1 0 1,5-2-1,5 2 120,-8 0-176,0 0 0,-1 0 1,1-1-1,-1 1 1,1-1-1,0 1 1,-1-1-1,1 0 0,-1-1 1,0 1-1,1-1 1,-1 1-1,0-1 1,0 0-1,0 0 0,0 0 1,4-5-1,-4 4 73,0-1-1,-1 1 0,0-1 0,0 0 0,0 0 1,-1 0-1,1 0 0,-1 0 0,0 0 1,0 0-1,0-1 0,-1 1 0,1 0 0,-1-9 1,0 12-64,0 1 1,0-1 0,-1 0 0,1 0 0,0 0-1,0 0 1,0 0 0,-1 0 0,1 0 0,-1 1-1,1-1 1,0 0 0,-1 0 0,1 1-1,-1-1 1,0 0 0,1 0 0,-1 1 0,0-1-1,1 1 1,-1-1 0,0 1 0,0-1-1,1 1 1,-1-1 0,0 1 0,-1-1 0,-1 0 21,-1 0 0,0 0 0,1 1 1,-1-1-1,1 1 0,-1 0 0,-5 0 1,0 1-13,0 0 1,0 0 0,1 1 0,-1 0-1,-12 5 1,13-3-34,0 0 0,1 0 0,-1 1 1,1 0-1,0 0 0,0 0 0,1 1 0,0 0 0,0 1 0,0-1 0,1 1 0,0 0 1,0 1-1,1-1 0,0 1 0,0 0 0,1 0 0,0 0 0,0 0 0,1 1 1,0-1-1,0 1 0,1-1 0,0 14 0,0-9-48,1-6 31,0 0 0,0 0 1,1 0-1,0 0 0,2 9 0,-3-14-27,1 0 0,0 0 0,0 0 0,0-1 0,0 1-1,0 0 1,0-1 0,0 1 0,0-1 0,1 1 0,-1-1 0,1 1-1,-1-1 1,1 0 0,-1 0 0,1 0 0,0 0 0,0 0 0,-1 0-1,1 0 1,0-1 0,0 1 0,3 0 0,5 1-205,-1-1 0,1-1 1,-1 1-1,1-2 0,0 1 1,-1-1-1,1-1 1,-1 0-1,0 0 0,0 0 1,1-2-1,-2 1 0,1-1 1,13-7-1,9-9-1296,0 0 0,40-36 0,-57 44 754,149-139-8245,-71 54 1656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2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0 13542,'0'0'13204,"-16"31"-10774,-108 213 913,65-126-3219,-83 240 0,137-342-124,0 0 0,2 1 0,0 0 0,0 0 0,1 18 0,2-35-64,0 1 0,0-1 0,0 1-1,0 0 1,1-1 0,-1 1 0,0-1 0,0 1 0,0-1 0,0 1-1,1-1 1,-1 1 0,0-1 0,0 1 0,1-1 0,-1 1-1,0-1 1,1 0 0,-1 1 0,1-1 0,-1 0 0,0 1 0,1-1-1,-1 0 1,1 1 0,-1-1 0,1 0 0,-1 0 0,1 1-1,-1-1 1,1 0 0,0 0 0,21 1-3183,-13-2 2427,-1 1 89,3 1-1058,1-1 0,-1-1-1,1 0 1,-1-1 0,13-3-1,31-20-11949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28 8628,'0'0'20513,"-1"15"-19888,-2 47-212,3-61-404,0 1 0,1-1 0,-1 0 0,0 0 1,1 0-1,-1 0 0,1 0 0,-1 0 0,1 0 0,-1 0 0,1 0 0,0 0 0,-1 0 0,1 0 0,0-1 0,0 1 1,0 0-1,0 0 0,0-1 0,-1 1 0,1 0 0,0-1 0,1 1 0,-1-1 0,0 0 0,0 1 0,2 0 0,30 1 161,-27-3-92,9 2 62,-8-1-71,-1 0 0,1 0 0,0 0 0,0-1 0,0 0 0,-1 0 0,9-3 0,-12 3-53,-2 0 1,1-1 0,0 1 0,0 0-1,0-1 1,-1 1 0,1-1 0,0 0-1,-1 1 1,0-1 0,1 0 0,-1 0 0,0 0-1,0 0 1,0 0 0,0 0 0,0 0-1,-1 0 1,1-1 0,0 1 0,-1 0-1,0 0 1,0-1 0,1 1 0,-1 0-1,-1-5 1,1-7 199,1 11-151,-1-1-1,0 1 0,0-1 0,0 1 1,-1 0-1,1-1 0,-1 1 1,0-1-1,-1-3 0,1 6-60,0-1-1,0 1 1,-1 0-1,1 0 1,0 0 0,-1 0-1,1 0 1,0 0 0,-1 0-1,1 0 1,-1 0-1,0 1 1,1-1 0,-1 0-1,1 1 1,-1 0-1,0-1 1,1 1 0,-1 0-1,0 0 1,0 0-1,-3 0 1,-4 0-4,-1 1 0,0 0 0,0 1 0,0 0 0,1 0 0,-1 1 0,1 0 0,-1 1 0,1 0 0,0 1 0,1-1 0,-11 9 0,7-5 0,1 0 0,1 1 0,0 1 0,0-1 0,1 2 0,0-1 0,0 1 0,-9 17 0,15-21 0,0-1 0,0 1 0,1-1 0,-1 1 0,2 0 0,-1 0 0,0 8 0,1-13 0,1 1 0,0 0 0,0 0 0,0 0 0,0 0 0,0 0 0,1 0 0,0 0 0,-1 0 0,1-1 0,0 1 0,0 0 0,0 0 0,1-1 0,-1 1 0,1-1 0,-1 1 0,1-1 0,3 4 0,1-1 4,0-1 0,1 0 0,-1-1-1,0 0 1,1 0 0,0 0 0,0-1 0,0 0 0,0 0-1,13 1 1,9 0-800,38-1 0,-64-2 673,10 0-1148,0 0 0,0-1 0,0-1 1,0 0-1,0 0 0,-1-1 0,15-6 0,32-20-8387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4402,'0'0'20746,"-80"122"-15480,41-35-2913,-3 14-2353,0 3 0,4 1 0,1-9 0,8-15 0,4-14 0,8-12 0,4-18 0,7-12 0,2-10 0,4-13 0,0-12-5827,0-26-4337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22458,'0'0'10309,"165"44"-10309,-96-44 0,2 0 0,-2 0 0,-6 0-3442,-7-4-2896,-16-11-7941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15607,'0'0'12526,"20"5"-10194,-14-4-2193,25 5 282,1 0 0,0-2-1,38-1 1,-66-3-406,0 0 1,0 0 0,0-1 0,0 1-1,0-1 1,0 0 0,0-1-1,0 1 1,3-2 0,-5 2-4,-1 0 0,0 0 0,1 0 0,-1 0 0,0-1 0,0 1 0,0 0 0,0-1 0,0 1 0,0 0 0,0-1 0,0 1 0,0-1 0,-1 0 0,1 1 0,-1-1 0,1 1 0,-1-1 0,0 0 0,1 1 0,-1-1 0,0 0 0,0-2 0,0 3-10,-1 0-1,1 0 1,0 0 0,0 0-1,-1 0 1,1 0-1,-1 0 1,1 0-1,-1 0 1,1 0-1,-1 0 1,1 0 0,-1 0-1,0 1 1,1-1-1,-1 0 1,0 0-1,0 1 1,0-1-1,-1-1 1,-29-11 3,19 10-6,-1 1 0,-24-3 0,24 4 1,8 1 0,-1-1 0,0 1 0,0 1 0,0-1 0,-7 2 0,12-2 0,0 1 0,-1-1 0,1 1 0,-1-1 0,1 1 0,0 0 0,0 0 0,-1 0 0,1-1 0,0 1 0,0 0 0,0 0 0,0 1 0,0-1 0,0 0 0,0 0 0,0 0 0,1 1 0,-1-1 0,0 0 0,1 1 0,-1-1 0,0 4 0,-1 2 0,0 0 0,1 0 0,0 1 0,0-1 0,0 1 0,1-1 0,0 1 0,1-1 0,0 1 0,0-1 0,0 1 0,1-1 0,0 0 0,1 0 0,4 12 0,-2-13 0,-1 1 0,1-1 0,-1 0 0,2 0 0,-1-1 0,1 1 0,0-1 0,0 0 0,0-1 0,1 1 0,-1-1 0,1-1 0,0 1 0,0-1 0,11 3 0,11 2-809,-1-2 0,1-1 0,0-2 0,48 1 0,44-3-7888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25900,'0'0'6867,"-75"174"-6867,52-101 0,2 0 0,2-8 0,2-7 0,3-9 0,-5-8 0,8-9 0,-3-9 0,5-11 0,3-5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2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16 2721,'0'0'27093,"-17"26"-24596,0-2-2235,-20 31-165,-30 63 0,48-81-97,-20 58 0,34-80 0,1 1 0,0-1 0,1 0 0,1 1 0,0 0 0,1 0 0,1 17 0,0-32 0,1 0 0,-1 1 0,0-1 0,1 1 0,-1-1 0,1 0 0,0 1 0,-1-1 0,1 0 0,0 0 0,0 1 0,0-1 0,0 0 0,0 0 0,0 0 0,0 0 0,0 0 0,0 0 0,0-1 0,1 1 0,-1 0 0,0 0 0,0-1 0,1 1 0,-1-1 0,1 1 0,-1-1 0,0 0 0,1 0 0,-1 1 0,2-1 0,7 1 0,0-1 0,-1 0 0,16-2 0,-20 2 0,11-3 0,0 0 0,0-1 0,-1 0 0,1-2 0,-1 0 0,0 0 0,-1-2 0,28-17 0,-10 2 0,0-2 0,43-42 0,-56 47 0,0 0 0,-2-1 0,26-42 0,-35 50 0,-1 0 0,0-1 0,-1 0 0,0-1 0,-1 1 0,-1-1 0,-1 0 0,3-17 0,-6 29 0,0 0 0,0 0 0,0 0 0,0 0 0,0 0 0,0 0 0,-1 0 0,0 0 0,1 0 0,-1 1 0,0-1 0,-1 0 0,1 0 0,0 1 0,-1-1 0,1 1 0,-1-1 0,-4-3 0,2 3 0,1 0 0,-1 0 0,-1 0 0,1 0 0,0 1 0,-1 0 0,1 0 0,-1 0 0,1 1 0,-8-2 0,-8 0 0,1 0 0,-1 2 0,0 0 0,-30 4 0,41-3 18,0 2 0,1-1 0,-1 1 1,1 0-1,-1 1 0,1 0 0,0 0 0,0 1 0,0 0 1,-7 6-1,-4 4-591,1 0 1,-23 24-1,23-20-1129,-2 0-8252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3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13270,'0'0'11739,"3"1"-10589,0 1-927,0 0 0,0 0 0,-1 0 0,1 0 0,-1 1 0,0-1 0,0 1 0,0-1 0,0 1 0,0 0 0,0 0 0,-1 0 0,1 0 0,-1 0 0,0 0 0,0 0 0,0 0 0,0 0 0,0 5 0,11 74 1656,-11-72-1719,4 57-54,-2-21-104,18 90-1,-21-135-178,1 1-1,-1-1 1,1 1 0,0-1-1,-1 1 1,1-1 0,0 1-1,0-1 1,0 0 0,0 1-1,0-1 1,1 0 0,1 2-1,-2-2-777,1 0 0,-1-1 0,0 1 0,1 0 0,0 0 0,-1-1 0,1 1 0,0-1 0,-1 1 0,1-1 0,0 0 0,-1 1 0,3-1 0,8 0-6034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6:20:4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11141,'0'0'14089,"3"-4"-12902,2-1-881,0 0 1,1 1-1,0-1 0,-1 1 0,1 0 0,1 1 0,-1-1 0,1 1 0,-1 0 0,1 1 0,0 0 0,0 0 0,0 0 0,12 0 0,15-2 396,61 0 0,-90 3-688,-1 1-1,1 0 0,0 1 1,-1-1-1,1 1 0,0 0 1,-1 0-1,1 0 1,-1 1-1,5 2 0,-7-3-11,0 1 0,-1-1 0,1 1 0,0 0 0,0 0 0,-1 0 0,1 0 0,-1 0 0,0 0 0,1 0-1,-1 1 1,0-1 0,0 0 0,-1 1 0,1-1 0,0 0 0,-1 1 0,0-1 0,1 1 0,-1-1 0,0 4 0,1 7 10,-1 0 1,0 1 0,0-1-1,-2 1 1,0-1 0,0 0 0,-1 0-1,-1 0 1,0 0 0,-1 0 0,0-1-1,-13 22 1,-34 49-13,31-52 0,1 2 0,-25 54 0,44-84 0,0-1 0,0 1 0,0 0 0,0-1 0,0 1 0,1 0 0,-1-1 0,1 1 0,0 0 0,0 0 0,0 5 0,1-7 0,-1 0 0,1 0 0,-1 0 0,1-1 0,0 1 0,-1 0 0,1 0 0,0 0 0,-1-1 0,1 1 0,0 0 0,0-1 0,0 1 0,0-1 0,-1 1 0,1-1 0,0 1 0,0-1 0,0 0 0,0 1 0,0-1 0,0 0 0,0 0 0,0 0 0,1 0 0,-1 1 0,0-2 0,0 1 0,2 0 0,16-2 0,0 0 0,0-2 0,0 0 0,0-1 0,-1-1 0,0-1 0,27-13 0,-28 11 0,1 1 0,0 1 0,1 1 0,0 0 0,0 2 0,0 0 0,31-2 0,-46 5 0,-3 1-20,-1 0 0,0 0-1,0-1 1,0 1 0,0 0 0,0 0-1,0-1 1,0 1 0,0 0 0,0 0-1,0 0 1,0-1 0,0 1 0,0 0 0,0 0-1,0-1 1,0 1 0,0 0 0,0 0-1,0-1 1,0 1 0,-1 0 0,1 0-1,0 0 1,0-1 0,0 1 0,0 0 0,0 0-1,-1 0 1,1 0 0,0-1 0,0 1-1,0 0 1,0 0 0,-1 0 0,1 0-1,0 0 1,0 0 0,-1 0 0,1-1 0,0 1-1,0 0 1,0 0 0,-1 0 0,1 0-1,0 0 1,-1 0 0,-12 0-6730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63CC-E7CB-A336-0AE3-B48996F1B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EA85D-1ECE-E3B1-9EB7-599BFD8D6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6F03D-FCD5-0BA0-292A-E9346157B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E878B-8E80-55E2-2798-148BD4F5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A11FF-197F-7490-2010-4B2AC282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973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0295-0E2D-BE0B-83A5-0EE7342F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E4C3-59BB-E7E7-92DF-B0931872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7A39F-B9E6-3A6F-76F6-86A10EB7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D35ED-06AD-4359-122B-76B54855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84E72-3845-E4A1-5799-3BC100B5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932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27E1-CC72-2854-81B6-D9E27B5E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4375C-4E23-9CFE-116D-3FB3B8C77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9E34-761B-4BF6-A076-E98A8DD9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1C432-13A8-A689-74F5-63598842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E504-F8E6-24B8-80F9-D96E3A46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431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4F74-42FA-627E-768F-2A50BAC1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93A7-445F-6834-1AB2-1F3E8CC11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72402-4D00-CFFE-8ACE-AD8875CDE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0840-13E7-A6D2-4295-DA7C757C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F89B-4C05-CD18-B5B6-2A1D9183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67B3E-A7FE-C08A-791F-5F6C5628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684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6F67-5D1B-0A24-575C-8F8C6C16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72CD9-0DB0-A4EE-EA3A-5999A86B1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D497D-4033-6FFC-1AC4-8F0E4BB1F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CF3FE-CF5A-783C-1626-B0962B171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40348-AB23-6770-3BB6-CBC21A678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E9567E-CB73-D5B0-3AB1-FD60BFE2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60638-8698-732B-0A66-602CCAAF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58742-2FBC-CB9C-E7B6-1B009ED4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605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E6B2-1A19-BB42-00F2-69C47E28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07EAE-0E2E-3BBD-863E-72BE5C69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F48C5-8A59-F004-B1ED-D7B58B2E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C4FAE-3FA2-F20F-4557-B3B05519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46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10718-D5AF-3D99-99A5-9AC8895E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CE3DD-A190-DD53-9CE8-3404DFFE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CD4BD-8DE7-C422-4B2C-31828017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594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96FC-25A9-62D2-B75B-F53EFE83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ACF0-AD33-9388-A7F3-47BC8AF0E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A3579-3D07-6990-0C88-494ABD40E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1F655-6045-BD16-578B-48FAF0DD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70883-7793-B351-A6E2-AE752C75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62A9-C0B4-CAA0-4904-5AD5C1CD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926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B2D2-1C6C-2685-A8B3-6D2C7E5A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A3D71-8002-8514-898B-02610B50F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F0CFA-A472-E4DE-A10E-0837121DE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F61B7-94A4-1417-3B5F-539A415C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8E5D7-5AD8-421B-7837-3624E78E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FAFAF-5BDF-A62B-A45A-E2C0937C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321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139A-7D9E-BDB4-5606-E5B384FD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94815-42B0-2D81-BEF3-7A3B19209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036A5-6D03-06B8-2146-2534B893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04A2-1C87-E267-67C4-424AADE3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0D596-5448-0AEB-6594-F474EE04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3042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07C80-F94B-AEBF-D805-4D7B836E9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B7190-0247-064A-E079-806780496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D97AF-2B2D-B790-01F4-757D81453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ABCC4-8350-0636-AD12-C4E12F54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ABA94-4AF2-F3E4-4F6B-EA252F18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624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FDF68-EF79-9323-EFF1-9C1C4AFF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83C1F-C755-33DB-7281-AB2246282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9B28D-8F38-4C61-BD01-DF410581C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8C5D5-756F-4324-AF06-D9BE32DBDB39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2E521-1D23-FA33-5472-795919B2B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BD4E-0611-7C10-5488-4CCBF7FD1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5E40F-AFE0-403C-86C8-389D23CDE16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999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269" Type="http://schemas.openxmlformats.org/officeDocument/2006/relationships/image" Target="../media/image134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8.xml"/><Relationship Id="rId21" Type="http://schemas.openxmlformats.org/officeDocument/2006/relationships/image" Target="../media/image145.png"/><Relationship Id="rId42" Type="http://schemas.openxmlformats.org/officeDocument/2006/relationships/customXml" Target="../ink/ink156.xml"/><Relationship Id="rId47" Type="http://schemas.openxmlformats.org/officeDocument/2006/relationships/image" Target="../media/image158.png"/><Relationship Id="rId63" Type="http://schemas.openxmlformats.org/officeDocument/2006/relationships/image" Target="../media/image166.png"/><Relationship Id="rId68" Type="http://schemas.openxmlformats.org/officeDocument/2006/relationships/customXml" Target="../ink/ink169.xml"/><Relationship Id="rId84" Type="http://schemas.openxmlformats.org/officeDocument/2006/relationships/customXml" Target="../ink/ink177.xml"/><Relationship Id="rId89" Type="http://schemas.openxmlformats.org/officeDocument/2006/relationships/image" Target="../media/image179.png"/><Relationship Id="rId16" Type="http://schemas.openxmlformats.org/officeDocument/2006/relationships/customXml" Target="../ink/ink143.xml"/><Relationship Id="rId11" Type="http://schemas.openxmlformats.org/officeDocument/2006/relationships/image" Target="../media/image140.png"/><Relationship Id="rId32" Type="http://schemas.openxmlformats.org/officeDocument/2006/relationships/customXml" Target="../ink/ink151.xml"/><Relationship Id="rId37" Type="http://schemas.openxmlformats.org/officeDocument/2006/relationships/image" Target="../media/image153.png"/><Relationship Id="rId53" Type="http://schemas.openxmlformats.org/officeDocument/2006/relationships/image" Target="../media/image161.png"/><Relationship Id="rId58" Type="http://schemas.openxmlformats.org/officeDocument/2006/relationships/customXml" Target="../ink/ink164.xml"/><Relationship Id="rId74" Type="http://schemas.openxmlformats.org/officeDocument/2006/relationships/customXml" Target="../ink/ink172.xml"/><Relationship Id="rId79" Type="http://schemas.openxmlformats.org/officeDocument/2006/relationships/image" Target="../media/image174.png"/><Relationship Id="rId102" Type="http://schemas.openxmlformats.org/officeDocument/2006/relationships/customXml" Target="../ink/ink186.xml"/><Relationship Id="rId5" Type="http://schemas.openxmlformats.org/officeDocument/2006/relationships/image" Target="../media/image137.png"/><Relationship Id="rId90" Type="http://schemas.openxmlformats.org/officeDocument/2006/relationships/customXml" Target="../ink/ink180.xml"/><Relationship Id="rId95" Type="http://schemas.openxmlformats.org/officeDocument/2006/relationships/image" Target="../media/image182.png"/><Relationship Id="rId22" Type="http://schemas.openxmlformats.org/officeDocument/2006/relationships/customXml" Target="../ink/ink146.xml"/><Relationship Id="rId27" Type="http://schemas.openxmlformats.org/officeDocument/2006/relationships/image" Target="../media/image148.png"/><Relationship Id="rId43" Type="http://schemas.openxmlformats.org/officeDocument/2006/relationships/image" Target="../media/image156.png"/><Relationship Id="rId48" Type="http://schemas.openxmlformats.org/officeDocument/2006/relationships/customXml" Target="../ink/ink159.xml"/><Relationship Id="rId64" Type="http://schemas.openxmlformats.org/officeDocument/2006/relationships/customXml" Target="../ink/ink167.xml"/><Relationship Id="rId69" Type="http://schemas.openxmlformats.org/officeDocument/2006/relationships/image" Target="../media/image169.png"/><Relationship Id="rId80" Type="http://schemas.openxmlformats.org/officeDocument/2006/relationships/customXml" Target="../ink/ink175.xml"/><Relationship Id="rId85" Type="http://schemas.openxmlformats.org/officeDocument/2006/relationships/image" Target="../media/image177.png"/><Relationship Id="rId12" Type="http://schemas.openxmlformats.org/officeDocument/2006/relationships/customXml" Target="../ink/ink141.xml"/><Relationship Id="rId17" Type="http://schemas.openxmlformats.org/officeDocument/2006/relationships/image" Target="../media/image143.png"/><Relationship Id="rId33" Type="http://schemas.openxmlformats.org/officeDocument/2006/relationships/image" Target="../media/image151.png"/><Relationship Id="rId38" Type="http://schemas.openxmlformats.org/officeDocument/2006/relationships/customXml" Target="../ink/ink154.xml"/><Relationship Id="rId59" Type="http://schemas.openxmlformats.org/officeDocument/2006/relationships/image" Target="../media/image164.png"/><Relationship Id="rId103" Type="http://schemas.openxmlformats.org/officeDocument/2006/relationships/image" Target="../media/image186.png"/><Relationship Id="rId20" Type="http://schemas.openxmlformats.org/officeDocument/2006/relationships/customXml" Target="../ink/ink145.xml"/><Relationship Id="rId41" Type="http://schemas.openxmlformats.org/officeDocument/2006/relationships/image" Target="../media/image155.png"/><Relationship Id="rId54" Type="http://schemas.openxmlformats.org/officeDocument/2006/relationships/customXml" Target="../ink/ink162.xml"/><Relationship Id="rId62" Type="http://schemas.openxmlformats.org/officeDocument/2006/relationships/customXml" Target="../ink/ink166.xml"/><Relationship Id="rId70" Type="http://schemas.openxmlformats.org/officeDocument/2006/relationships/customXml" Target="../ink/ink170.xml"/><Relationship Id="rId75" Type="http://schemas.openxmlformats.org/officeDocument/2006/relationships/image" Target="../media/image172.png"/><Relationship Id="rId83" Type="http://schemas.openxmlformats.org/officeDocument/2006/relationships/image" Target="../media/image176.png"/><Relationship Id="rId88" Type="http://schemas.openxmlformats.org/officeDocument/2006/relationships/customXml" Target="../ink/ink179.xml"/><Relationship Id="rId91" Type="http://schemas.openxmlformats.org/officeDocument/2006/relationships/image" Target="../media/image180.png"/><Relationship Id="rId96" Type="http://schemas.openxmlformats.org/officeDocument/2006/relationships/customXml" Target="../ink/ink18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8.xml"/><Relationship Id="rId15" Type="http://schemas.openxmlformats.org/officeDocument/2006/relationships/image" Target="../media/image142.png"/><Relationship Id="rId23" Type="http://schemas.openxmlformats.org/officeDocument/2006/relationships/image" Target="../media/image146.png"/><Relationship Id="rId28" Type="http://schemas.openxmlformats.org/officeDocument/2006/relationships/customXml" Target="../ink/ink149.xml"/><Relationship Id="rId36" Type="http://schemas.openxmlformats.org/officeDocument/2006/relationships/customXml" Target="../ink/ink153.xml"/><Relationship Id="rId49" Type="http://schemas.openxmlformats.org/officeDocument/2006/relationships/image" Target="../media/image159.png"/><Relationship Id="rId57" Type="http://schemas.openxmlformats.org/officeDocument/2006/relationships/image" Target="../media/image163.png"/><Relationship Id="rId10" Type="http://schemas.openxmlformats.org/officeDocument/2006/relationships/customXml" Target="../ink/ink140.xml"/><Relationship Id="rId31" Type="http://schemas.openxmlformats.org/officeDocument/2006/relationships/image" Target="../media/image150.png"/><Relationship Id="rId44" Type="http://schemas.openxmlformats.org/officeDocument/2006/relationships/customXml" Target="../ink/ink157.xml"/><Relationship Id="rId52" Type="http://schemas.openxmlformats.org/officeDocument/2006/relationships/customXml" Target="../ink/ink161.xml"/><Relationship Id="rId60" Type="http://schemas.openxmlformats.org/officeDocument/2006/relationships/customXml" Target="../ink/ink165.xml"/><Relationship Id="rId65" Type="http://schemas.openxmlformats.org/officeDocument/2006/relationships/image" Target="../media/image167.png"/><Relationship Id="rId73" Type="http://schemas.openxmlformats.org/officeDocument/2006/relationships/image" Target="../media/image171.png"/><Relationship Id="rId78" Type="http://schemas.openxmlformats.org/officeDocument/2006/relationships/customXml" Target="../ink/ink174.xml"/><Relationship Id="rId81" Type="http://schemas.openxmlformats.org/officeDocument/2006/relationships/image" Target="../media/image175.png"/><Relationship Id="rId86" Type="http://schemas.openxmlformats.org/officeDocument/2006/relationships/customXml" Target="../ink/ink178.xml"/><Relationship Id="rId94" Type="http://schemas.openxmlformats.org/officeDocument/2006/relationships/customXml" Target="../ink/ink182.xml"/><Relationship Id="rId99" Type="http://schemas.openxmlformats.org/officeDocument/2006/relationships/image" Target="../media/image184.png"/><Relationship Id="rId101" Type="http://schemas.openxmlformats.org/officeDocument/2006/relationships/image" Target="../media/image185.png"/><Relationship Id="rId4" Type="http://schemas.openxmlformats.org/officeDocument/2006/relationships/customXml" Target="../ink/ink137.xml"/><Relationship Id="rId9" Type="http://schemas.openxmlformats.org/officeDocument/2006/relationships/image" Target="../media/image139.png"/><Relationship Id="rId13" Type="http://schemas.openxmlformats.org/officeDocument/2006/relationships/image" Target="../media/image141.png"/><Relationship Id="rId18" Type="http://schemas.openxmlformats.org/officeDocument/2006/relationships/customXml" Target="../ink/ink144.xml"/><Relationship Id="rId39" Type="http://schemas.openxmlformats.org/officeDocument/2006/relationships/image" Target="../media/image154.png"/><Relationship Id="rId34" Type="http://schemas.openxmlformats.org/officeDocument/2006/relationships/customXml" Target="../ink/ink152.xml"/><Relationship Id="rId50" Type="http://schemas.openxmlformats.org/officeDocument/2006/relationships/customXml" Target="../ink/ink160.xml"/><Relationship Id="rId55" Type="http://schemas.openxmlformats.org/officeDocument/2006/relationships/image" Target="../media/image162.png"/><Relationship Id="rId76" Type="http://schemas.openxmlformats.org/officeDocument/2006/relationships/customXml" Target="../ink/ink173.xml"/><Relationship Id="rId97" Type="http://schemas.openxmlformats.org/officeDocument/2006/relationships/image" Target="../media/image183.png"/><Relationship Id="rId104" Type="http://schemas.openxmlformats.org/officeDocument/2006/relationships/customXml" Target="../ink/ink187.xml"/><Relationship Id="rId7" Type="http://schemas.openxmlformats.org/officeDocument/2006/relationships/image" Target="../media/image138.png"/><Relationship Id="rId71" Type="http://schemas.openxmlformats.org/officeDocument/2006/relationships/image" Target="../media/image170.png"/><Relationship Id="rId92" Type="http://schemas.openxmlformats.org/officeDocument/2006/relationships/customXml" Target="../ink/ink181.xml"/><Relationship Id="rId2" Type="http://schemas.openxmlformats.org/officeDocument/2006/relationships/customXml" Target="../ink/ink136.xml"/><Relationship Id="rId29" Type="http://schemas.openxmlformats.org/officeDocument/2006/relationships/image" Target="../media/image149.png"/><Relationship Id="rId24" Type="http://schemas.openxmlformats.org/officeDocument/2006/relationships/customXml" Target="../ink/ink147.xml"/><Relationship Id="rId40" Type="http://schemas.openxmlformats.org/officeDocument/2006/relationships/customXml" Target="../ink/ink155.xml"/><Relationship Id="rId45" Type="http://schemas.openxmlformats.org/officeDocument/2006/relationships/image" Target="../media/image157.png"/><Relationship Id="rId66" Type="http://schemas.openxmlformats.org/officeDocument/2006/relationships/customXml" Target="../ink/ink168.xml"/><Relationship Id="rId87" Type="http://schemas.openxmlformats.org/officeDocument/2006/relationships/image" Target="../media/image178.png"/><Relationship Id="rId61" Type="http://schemas.openxmlformats.org/officeDocument/2006/relationships/image" Target="../media/image165.png"/><Relationship Id="rId82" Type="http://schemas.openxmlformats.org/officeDocument/2006/relationships/customXml" Target="../ink/ink176.xml"/><Relationship Id="rId19" Type="http://schemas.openxmlformats.org/officeDocument/2006/relationships/image" Target="../media/image144.png"/><Relationship Id="rId14" Type="http://schemas.openxmlformats.org/officeDocument/2006/relationships/customXml" Target="../ink/ink142.xml"/><Relationship Id="rId30" Type="http://schemas.openxmlformats.org/officeDocument/2006/relationships/customXml" Target="../ink/ink150.xml"/><Relationship Id="rId35" Type="http://schemas.openxmlformats.org/officeDocument/2006/relationships/image" Target="../media/image152.png"/><Relationship Id="rId56" Type="http://schemas.openxmlformats.org/officeDocument/2006/relationships/customXml" Target="../ink/ink163.xml"/><Relationship Id="rId77" Type="http://schemas.openxmlformats.org/officeDocument/2006/relationships/image" Target="../media/image173.png"/><Relationship Id="rId100" Type="http://schemas.openxmlformats.org/officeDocument/2006/relationships/customXml" Target="../ink/ink185.xml"/><Relationship Id="rId105" Type="http://schemas.openxmlformats.org/officeDocument/2006/relationships/image" Target="../media/image187.png"/><Relationship Id="rId8" Type="http://schemas.openxmlformats.org/officeDocument/2006/relationships/customXml" Target="../ink/ink139.xml"/><Relationship Id="rId51" Type="http://schemas.openxmlformats.org/officeDocument/2006/relationships/image" Target="../media/image160.png"/><Relationship Id="rId72" Type="http://schemas.openxmlformats.org/officeDocument/2006/relationships/customXml" Target="../ink/ink171.xml"/><Relationship Id="rId93" Type="http://schemas.openxmlformats.org/officeDocument/2006/relationships/image" Target="../media/image181.png"/><Relationship Id="rId98" Type="http://schemas.openxmlformats.org/officeDocument/2006/relationships/customXml" Target="../ink/ink184.xml"/><Relationship Id="rId3" Type="http://schemas.openxmlformats.org/officeDocument/2006/relationships/image" Target="../media/image136.png"/><Relationship Id="rId25" Type="http://schemas.openxmlformats.org/officeDocument/2006/relationships/image" Target="../media/image147.png"/><Relationship Id="rId46" Type="http://schemas.openxmlformats.org/officeDocument/2006/relationships/customXml" Target="../ink/ink158.xml"/><Relationship Id="rId67" Type="http://schemas.openxmlformats.org/officeDocument/2006/relationships/image" Target="../media/image16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5.png"/><Relationship Id="rId21" Type="http://schemas.openxmlformats.org/officeDocument/2006/relationships/image" Target="../media/image197.png"/><Relationship Id="rId63" Type="http://schemas.openxmlformats.org/officeDocument/2006/relationships/image" Target="../media/image218.png"/><Relationship Id="rId159" Type="http://schemas.openxmlformats.org/officeDocument/2006/relationships/image" Target="../media/image266.png"/><Relationship Id="rId170" Type="http://schemas.openxmlformats.org/officeDocument/2006/relationships/customXml" Target="../ink/ink272.xml"/><Relationship Id="rId226" Type="http://schemas.openxmlformats.org/officeDocument/2006/relationships/customXml" Target="../ink/ink300.xml"/><Relationship Id="rId268" Type="http://schemas.openxmlformats.org/officeDocument/2006/relationships/image" Target="../media/image320.png"/><Relationship Id="rId32" Type="http://schemas.openxmlformats.org/officeDocument/2006/relationships/customXml" Target="../ink/ink203.xml"/><Relationship Id="rId74" Type="http://schemas.openxmlformats.org/officeDocument/2006/relationships/customXml" Target="../ink/ink224.xml"/><Relationship Id="rId128" Type="http://schemas.openxmlformats.org/officeDocument/2006/relationships/customXml" Target="../ink/ink251.xml"/><Relationship Id="rId5" Type="http://schemas.openxmlformats.org/officeDocument/2006/relationships/image" Target="../media/image189.png"/><Relationship Id="rId181" Type="http://schemas.openxmlformats.org/officeDocument/2006/relationships/image" Target="../media/image277.png"/><Relationship Id="rId237" Type="http://schemas.openxmlformats.org/officeDocument/2006/relationships/image" Target="../media/image305.png"/><Relationship Id="rId279" Type="http://schemas.openxmlformats.org/officeDocument/2006/relationships/customXml" Target="../ink/ink327.xml"/><Relationship Id="rId22" Type="http://schemas.openxmlformats.org/officeDocument/2006/relationships/customXml" Target="../ink/ink198.xml"/><Relationship Id="rId43" Type="http://schemas.openxmlformats.org/officeDocument/2006/relationships/image" Target="../media/image208.png"/><Relationship Id="rId64" Type="http://schemas.openxmlformats.org/officeDocument/2006/relationships/customXml" Target="../ink/ink219.xml"/><Relationship Id="rId118" Type="http://schemas.openxmlformats.org/officeDocument/2006/relationships/customXml" Target="../ink/ink246.xml"/><Relationship Id="rId139" Type="http://schemas.openxmlformats.org/officeDocument/2006/relationships/image" Target="../media/image256.png"/><Relationship Id="rId85" Type="http://schemas.openxmlformats.org/officeDocument/2006/relationships/image" Target="../media/image229.png"/><Relationship Id="rId150" Type="http://schemas.openxmlformats.org/officeDocument/2006/relationships/customXml" Target="../ink/ink262.xml"/><Relationship Id="rId171" Type="http://schemas.openxmlformats.org/officeDocument/2006/relationships/image" Target="../media/image272.png"/><Relationship Id="rId192" Type="http://schemas.openxmlformats.org/officeDocument/2006/relationships/customXml" Target="../ink/ink283.xml"/><Relationship Id="rId206" Type="http://schemas.openxmlformats.org/officeDocument/2006/relationships/customXml" Target="../ink/ink290.xml"/><Relationship Id="rId227" Type="http://schemas.openxmlformats.org/officeDocument/2006/relationships/image" Target="../media/image300.png"/><Relationship Id="rId248" Type="http://schemas.openxmlformats.org/officeDocument/2006/relationships/customXml" Target="../ink/ink311.xml"/><Relationship Id="rId269" Type="http://schemas.openxmlformats.org/officeDocument/2006/relationships/customXml" Target="../ink/ink322.xml"/><Relationship Id="rId12" Type="http://schemas.openxmlformats.org/officeDocument/2006/relationships/customXml" Target="../ink/ink193.xml"/><Relationship Id="rId33" Type="http://schemas.openxmlformats.org/officeDocument/2006/relationships/image" Target="../media/image203.png"/><Relationship Id="rId108" Type="http://schemas.openxmlformats.org/officeDocument/2006/relationships/customXml" Target="../ink/ink241.xml"/><Relationship Id="rId129" Type="http://schemas.openxmlformats.org/officeDocument/2006/relationships/image" Target="../media/image251.png"/><Relationship Id="rId280" Type="http://schemas.openxmlformats.org/officeDocument/2006/relationships/image" Target="../media/image326.png"/><Relationship Id="rId54" Type="http://schemas.openxmlformats.org/officeDocument/2006/relationships/customXml" Target="../ink/ink214.xml"/><Relationship Id="rId75" Type="http://schemas.openxmlformats.org/officeDocument/2006/relationships/image" Target="../media/image224.png"/><Relationship Id="rId96" Type="http://schemas.openxmlformats.org/officeDocument/2006/relationships/customXml" Target="../ink/ink235.xml"/><Relationship Id="rId140" Type="http://schemas.openxmlformats.org/officeDocument/2006/relationships/customXml" Target="../ink/ink257.xml"/><Relationship Id="rId161" Type="http://schemas.openxmlformats.org/officeDocument/2006/relationships/image" Target="../media/image267.png"/><Relationship Id="rId182" Type="http://schemas.openxmlformats.org/officeDocument/2006/relationships/customXml" Target="../ink/ink278.xml"/><Relationship Id="rId217" Type="http://schemas.openxmlformats.org/officeDocument/2006/relationships/image" Target="../media/image295.png"/><Relationship Id="rId6" Type="http://schemas.openxmlformats.org/officeDocument/2006/relationships/customXml" Target="../ink/ink190.xml"/><Relationship Id="rId238" Type="http://schemas.openxmlformats.org/officeDocument/2006/relationships/customXml" Target="../ink/ink306.xml"/><Relationship Id="rId259" Type="http://schemas.openxmlformats.org/officeDocument/2006/relationships/image" Target="../media/image316.png"/><Relationship Id="rId23" Type="http://schemas.openxmlformats.org/officeDocument/2006/relationships/image" Target="../media/image198.png"/><Relationship Id="rId119" Type="http://schemas.openxmlformats.org/officeDocument/2006/relationships/image" Target="../media/image246.png"/><Relationship Id="rId270" Type="http://schemas.openxmlformats.org/officeDocument/2006/relationships/image" Target="../media/image321.png"/><Relationship Id="rId44" Type="http://schemas.openxmlformats.org/officeDocument/2006/relationships/customXml" Target="../ink/ink209.xml"/><Relationship Id="rId65" Type="http://schemas.openxmlformats.org/officeDocument/2006/relationships/image" Target="../media/image219.png"/><Relationship Id="rId86" Type="http://schemas.openxmlformats.org/officeDocument/2006/relationships/customXml" Target="../ink/ink230.xml"/><Relationship Id="rId130" Type="http://schemas.openxmlformats.org/officeDocument/2006/relationships/customXml" Target="../ink/ink252.xml"/><Relationship Id="rId151" Type="http://schemas.openxmlformats.org/officeDocument/2006/relationships/image" Target="../media/image262.png"/><Relationship Id="rId172" Type="http://schemas.openxmlformats.org/officeDocument/2006/relationships/customXml" Target="../ink/ink273.xml"/><Relationship Id="rId193" Type="http://schemas.openxmlformats.org/officeDocument/2006/relationships/image" Target="../media/image283.png"/><Relationship Id="rId207" Type="http://schemas.openxmlformats.org/officeDocument/2006/relationships/image" Target="../media/image290.png"/><Relationship Id="rId228" Type="http://schemas.openxmlformats.org/officeDocument/2006/relationships/customXml" Target="../ink/ink301.xml"/><Relationship Id="rId249" Type="http://schemas.openxmlformats.org/officeDocument/2006/relationships/image" Target="../media/image311.png"/><Relationship Id="rId13" Type="http://schemas.openxmlformats.org/officeDocument/2006/relationships/image" Target="../media/image193.png"/><Relationship Id="rId109" Type="http://schemas.openxmlformats.org/officeDocument/2006/relationships/image" Target="../media/image241.png"/><Relationship Id="rId260" Type="http://schemas.openxmlformats.org/officeDocument/2006/relationships/customXml" Target="../ink/ink317.xml"/><Relationship Id="rId281" Type="http://schemas.openxmlformats.org/officeDocument/2006/relationships/customXml" Target="../ink/ink328.xml"/><Relationship Id="rId34" Type="http://schemas.openxmlformats.org/officeDocument/2006/relationships/customXml" Target="../ink/ink204.xml"/><Relationship Id="rId55" Type="http://schemas.openxmlformats.org/officeDocument/2006/relationships/image" Target="../media/image214.png"/><Relationship Id="rId76" Type="http://schemas.openxmlformats.org/officeDocument/2006/relationships/customXml" Target="../ink/ink225.xml"/><Relationship Id="rId97" Type="http://schemas.openxmlformats.org/officeDocument/2006/relationships/image" Target="../media/image235.png"/><Relationship Id="rId120" Type="http://schemas.openxmlformats.org/officeDocument/2006/relationships/customXml" Target="../ink/ink247.xml"/><Relationship Id="rId141" Type="http://schemas.openxmlformats.org/officeDocument/2006/relationships/image" Target="../media/image257.png"/><Relationship Id="rId7" Type="http://schemas.openxmlformats.org/officeDocument/2006/relationships/image" Target="../media/image190.png"/><Relationship Id="rId162" Type="http://schemas.openxmlformats.org/officeDocument/2006/relationships/customXml" Target="../ink/ink268.xml"/><Relationship Id="rId183" Type="http://schemas.openxmlformats.org/officeDocument/2006/relationships/image" Target="../media/image278.png"/><Relationship Id="rId218" Type="http://schemas.openxmlformats.org/officeDocument/2006/relationships/customXml" Target="../ink/ink296.xml"/><Relationship Id="rId239" Type="http://schemas.openxmlformats.org/officeDocument/2006/relationships/image" Target="../media/image306.png"/><Relationship Id="rId250" Type="http://schemas.openxmlformats.org/officeDocument/2006/relationships/customXml" Target="../ink/ink312.xml"/><Relationship Id="rId271" Type="http://schemas.openxmlformats.org/officeDocument/2006/relationships/customXml" Target="../ink/ink323.xml"/><Relationship Id="rId24" Type="http://schemas.openxmlformats.org/officeDocument/2006/relationships/customXml" Target="../ink/ink199.xml"/><Relationship Id="rId45" Type="http://schemas.openxmlformats.org/officeDocument/2006/relationships/image" Target="../media/image209.png"/><Relationship Id="rId66" Type="http://schemas.openxmlformats.org/officeDocument/2006/relationships/customXml" Target="../ink/ink220.xml"/><Relationship Id="rId87" Type="http://schemas.openxmlformats.org/officeDocument/2006/relationships/image" Target="../media/image230.png"/><Relationship Id="rId110" Type="http://schemas.openxmlformats.org/officeDocument/2006/relationships/customXml" Target="../ink/ink242.xml"/><Relationship Id="rId131" Type="http://schemas.openxmlformats.org/officeDocument/2006/relationships/image" Target="../media/image252.png"/><Relationship Id="rId152" Type="http://schemas.openxmlformats.org/officeDocument/2006/relationships/customXml" Target="../ink/ink263.xml"/><Relationship Id="rId173" Type="http://schemas.openxmlformats.org/officeDocument/2006/relationships/image" Target="../media/image273.png"/><Relationship Id="rId194" Type="http://schemas.openxmlformats.org/officeDocument/2006/relationships/customXml" Target="../ink/ink284.xml"/><Relationship Id="rId208" Type="http://schemas.openxmlformats.org/officeDocument/2006/relationships/customXml" Target="../ink/ink291.xml"/><Relationship Id="rId229" Type="http://schemas.openxmlformats.org/officeDocument/2006/relationships/image" Target="../media/image301.png"/><Relationship Id="rId240" Type="http://schemas.openxmlformats.org/officeDocument/2006/relationships/customXml" Target="../ink/ink307.xml"/><Relationship Id="rId261" Type="http://schemas.openxmlformats.org/officeDocument/2006/relationships/image" Target="../media/image317.png"/><Relationship Id="rId14" Type="http://schemas.openxmlformats.org/officeDocument/2006/relationships/customXml" Target="../ink/ink194.xml"/><Relationship Id="rId35" Type="http://schemas.openxmlformats.org/officeDocument/2006/relationships/image" Target="../media/image204.png"/><Relationship Id="rId56" Type="http://schemas.openxmlformats.org/officeDocument/2006/relationships/customXml" Target="../ink/ink215.xml"/><Relationship Id="rId77" Type="http://schemas.openxmlformats.org/officeDocument/2006/relationships/image" Target="../media/image225.png"/><Relationship Id="rId100" Type="http://schemas.openxmlformats.org/officeDocument/2006/relationships/customXml" Target="../ink/ink237.xml"/><Relationship Id="rId282" Type="http://schemas.openxmlformats.org/officeDocument/2006/relationships/image" Target="../media/image327.png"/><Relationship Id="rId8" Type="http://schemas.openxmlformats.org/officeDocument/2006/relationships/customXml" Target="../ink/ink191.xml"/><Relationship Id="rId98" Type="http://schemas.openxmlformats.org/officeDocument/2006/relationships/customXml" Target="../ink/ink236.xml"/><Relationship Id="rId121" Type="http://schemas.openxmlformats.org/officeDocument/2006/relationships/image" Target="../media/image247.png"/><Relationship Id="rId142" Type="http://schemas.openxmlformats.org/officeDocument/2006/relationships/customXml" Target="../ink/ink258.xml"/><Relationship Id="rId163" Type="http://schemas.openxmlformats.org/officeDocument/2006/relationships/image" Target="../media/image268.png"/><Relationship Id="rId184" Type="http://schemas.openxmlformats.org/officeDocument/2006/relationships/customXml" Target="../ink/ink279.xml"/><Relationship Id="rId219" Type="http://schemas.openxmlformats.org/officeDocument/2006/relationships/image" Target="../media/image296.png"/><Relationship Id="rId230" Type="http://schemas.openxmlformats.org/officeDocument/2006/relationships/customXml" Target="../ink/ink302.xml"/><Relationship Id="rId251" Type="http://schemas.openxmlformats.org/officeDocument/2006/relationships/image" Target="../media/image312.png"/><Relationship Id="rId25" Type="http://schemas.openxmlformats.org/officeDocument/2006/relationships/image" Target="../media/image199.png"/><Relationship Id="rId46" Type="http://schemas.openxmlformats.org/officeDocument/2006/relationships/customXml" Target="../ink/ink210.xml"/><Relationship Id="rId67" Type="http://schemas.openxmlformats.org/officeDocument/2006/relationships/image" Target="../media/image220.png"/><Relationship Id="rId272" Type="http://schemas.openxmlformats.org/officeDocument/2006/relationships/image" Target="../media/image322.png"/><Relationship Id="rId88" Type="http://schemas.openxmlformats.org/officeDocument/2006/relationships/customXml" Target="../ink/ink231.xml"/><Relationship Id="rId111" Type="http://schemas.openxmlformats.org/officeDocument/2006/relationships/image" Target="../media/image242.png"/><Relationship Id="rId132" Type="http://schemas.openxmlformats.org/officeDocument/2006/relationships/customXml" Target="../ink/ink253.xml"/><Relationship Id="rId153" Type="http://schemas.openxmlformats.org/officeDocument/2006/relationships/image" Target="../media/image263.png"/><Relationship Id="rId174" Type="http://schemas.openxmlformats.org/officeDocument/2006/relationships/customXml" Target="../ink/ink274.xml"/><Relationship Id="rId195" Type="http://schemas.openxmlformats.org/officeDocument/2006/relationships/image" Target="../media/image284.png"/><Relationship Id="rId209" Type="http://schemas.openxmlformats.org/officeDocument/2006/relationships/image" Target="../media/image291.png"/><Relationship Id="rId220" Type="http://schemas.openxmlformats.org/officeDocument/2006/relationships/customXml" Target="../ink/ink297.xml"/><Relationship Id="rId241" Type="http://schemas.openxmlformats.org/officeDocument/2006/relationships/image" Target="../media/image307.png"/><Relationship Id="rId15" Type="http://schemas.openxmlformats.org/officeDocument/2006/relationships/image" Target="../media/image194.png"/><Relationship Id="rId36" Type="http://schemas.openxmlformats.org/officeDocument/2006/relationships/customXml" Target="../ink/ink205.xml"/><Relationship Id="rId57" Type="http://schemas.openxmlformats.org/officeDocument/2006/relationships/image" Target="../media/image215.png"/><Relationship Id="rId262" Type="http://schemas.openxmlformats.org/officeDocument/2006/relationships/customXml" Target="../ink/ink318.xml"/><Relationship Id="rId283" Type="http://schemas.openxmlformats.org/officeDocument/2006/relationships/customXml" Target="../ink/ink329.xml"/><Relationship Id="rId78" Type="http://schemas.openxmlformats.org/officeDocument/2006/relationships/customXml" Target="../ink/ink226.xml"/><Relationship Id="rId99" Type="http://schemas.openxmlformats.org/officeDocument/2006/relationships/image" Target="../media/image236.png"/><Relationship Id="rId101" Type="http://schemas.openxmlformats.org/officeDocument/2006/relationships/image" Target="../media/image237.png"/><Relationship Id="rId122" Type="http://schemas.openxmlformats.org/officeDocument/2006/relationships/customXml" Target="../ink/ink248.xml"/><Relationship Id="rId143" Type="http://schemas.openxmlformats.org/officeDocument/2006/relationships/image" Target="../media/image258.png"/><Relationship Id="rId164" Type="http://schemas.openxmlformats.org/officeDocument/2006/relationships/customXml" Target="../ink/ink269.xml"/><Relationship Id="rId185" Type="http://schemas.openxmlformats.org/officeDocument/2006/relationships/image" Target="../media/image279.png"/><Relationship Id="rId9" Type="http://schemas.openxmlformats.org/officeDocument/2006/relationships/image" Target="../media/image191.png"/><Relationship Id="rId210" Type="http://schemas.openxmlformats.org/officeDocument/2006/relationships/customXml" Target="../ink/ink292.xml"/><Relationship Id="rId26" Type="http://schemas.openxmlformats.org/officeDocument/2006/relationships/customXml" Target="../ink/ink200.xml"/><Relationship Id="rId231" Type="http://schemas.openxmlformats.org/officeDocument/2006/relationships/image" Target="../media/image302.png"/><Relationship Id="rId252" Type="http://schemas.openxmlformats.org/officeDocument/2006/relationships/customXml" Target="../ink/ink313.xml"/><Relationship Id="rId273" Type="http://schemas.openxmlformats.org/officeDocument/2006/relationships/customXml" Target="../ink/ink324.xml"/><Relationship Id="rId47" Type="http://schemas.openxmlformats.org/officeDocument/2006/relationships/image" Target="../media/image210.png"/><Relationship Id="rId68" Type="http://schemas.openxmlformats.org/officeDocument/2006/relationships/customXml" Target="../ink/ink221.xml"/><Relationship Id="rId89" Type="http://schemas.openxmlformats.org/officeDocument/2006/relationships/image" Target="../media/image231.png"/><Relationship Id="rId112" Type="http://schemas.openxmlformats.org/officeDocument/2006/relationships/customXml" Target="../ink/ink243.xml"/><Relationship Id="rId133" Type="http://schemas.openxmlformats.org/officeDocument/2006/relationships/image" Target="../media/image253.png"/><Relationship Id="rId154" Type="http://schemas.openxmlformats.org/officeDocument/2006/relationships/customXml" Target="../ink/ink264.xml"/><Relationship Id="rId175" Type="http://schemas.openxmlformats.org/officeDocument/2006/relationships/image" Target="../media/image274.png"/><Relationship Id="rId196" Type="http://schemas.openxmlformats.org/officeDocument/2006/relationships/customXml" Target="../ink/ink285.xml"/><Relationship Id="rId200" Type="http://schemas.openxmlformats.org/officeDocument/2006/relationships/customXml" Target="../ink/ink287.xml"/><Relationship Id="rId16" Type="http://schemas.openxmlformats.org/officeDocument/2006/relationships/customXml" Target="../ink/ink195.xml"/><Relationship Id="rId221" Type="http://schemas.openxmlformats.org/officeDocument/2006/relationships/image" Target="../media/image297.png"/><Relationship Id="rId242" Type="http://schemas.openxmlformats.org/officeDocument/2006/relationships/customXml" Target="../ink/ink308.xml"/><Relationship Id="rId263" Type="http://schemas.openxmlformats.org/officeDocument/2006/relationships/image" Target="../media/image318.png"/><Relationship Id="rId284" Type="http://schemas.openxmlformats.org/officeDocument/2006/relationships/image" Target="../media/image328.png"/><Relationship Id="rId37" Type="http://schemas.openxmlformats.org/officeDocument/2006/relationships/image" Target="../media/image205.png"/><Relationship Id="rId58" Type="http://schemas.openxmlformats.org/officeDocument/2006/relationships/customXml" Target="../ink/ink216.xml"/><Relationship Id="rId79" Type="http://schemas.openxmlformats.org/officeDocument/2006/relationships/image" Target="../media/image226.png"/><Relationship Id="rId102" Type="http://schemas.openxmlformats.org/officeDocument/2006/relationships/customXml" Target="../ink/ink238.xml"/><Relationship Id="rId123" Type="http://schemas.openxmlformats.org/officeDocument/2006/relationships/image" Target="../media/image248.png"/><Relationship Id="rId144" Type="http://schemas.openxmlformats.org/officeDocument/2006/relationships/customXml" Target="../ink/ink259.xml"/><Relationship Id="rId90" Type="http://schemas.openxmlformats.org/officeDocument/2006/relationships/customXml" Target="../ink/ink232.xml"/><Relationship Id="rId165" Type="http://schemas.openxmlformats.org/officeDocument/2006/relationships/image" Target="../media/image269.png"/><Relationship Id="rId186" Type="http://schemas.openxmlformats.org/officeDocument/2006/relationships/customXml" Target="../ink/ink280.xml"/><Relationship Id="rId211" Type="http://schemas.openxmlformats.org/officeDocument/2006/relationships/image" Target="../media/image292.png"/><Relationship Id="rId232" Type="http://schemas.openxmlformats.org/officeDocument/2006/relationships/customXml" Target="../ink/ink303.xml"/><Relationship Id="rId253" Type="http://schemas.openxmlformats.org/officeDocument/2006/relationships/image" Target="../media/image313.png"/><Relationship Id="rId274" Type="http://schemas.openxmlformats.org/officeDocument/2006/relationships/image" Target="../media/image323.png"/><Relationship Id="rId27" Type="http://schemas.openxmlformats.org/officeDocument/2006/relationships/image" Target="../media/image200.png"/><Relationship Id="rId48" Type="http://schemas.openxmlformats.org/officeDocument/2006/relationships/customXml" Target="../ink/ink211.xml"/><Relationship Id="rId69" Type="http://schemas.openxmlformats.org/officeDocument/2006/relationships/image" Target="../media/image221.png"/><Relationship Id="rId113" Type="http://schemas.openxmlformats.org/officeDocument/2006/relationships/image" Target="../media/image243.png"/><Relationship Id="rId134" Type="http://schemas.openxmlformats.org/officeDocument/2006/relationships/customXml" Target="../ink/ink254.xml"/><Relationship Id="rId80" Type="http://schemas.openxmlformats.org/officeDocument/2006/relationships/customXml" Target="../ink/ink227.xml"/><Relationship Id="rId155" Type="http://schemas.openxmlformats.org/officeDocument/2006/relationships/image" Target="../media/image264.png"/><Relationship Id="rId176" Type="http://schemas.openxmlformats.org/officeDocument/2006/relationships/customXml" Target="../ink/ink275.xml"/><Relationship Id="rId197" Type="http://schemas.openxmlformats.org/officeDocument/2006/relationships/image" Target="../media/image285.png"/><Relationship Id="rId201" Type="http://schemas.openxmlformats.org/officeDocument/2006/relationships/image" Target="../media/image287.png"/><Relationship Id="rId222" Type="http://schemas.openxmlformats.org/officeDocument/2006/relationships/customXml" Target="../ink/ink298.xml"/><Relationship Id="rId243" Type="http://schemas.openxmlformats.org/officeDocument/2006/relationships/image" Target="../media/image308.png"/><Relationship Id="rId264" Type="http://schemas.openxmlformats.org/officeDocument/2006/relationships/customXml" Target="../ink/ink319.xml"/><Relationship Id="rId17" Type="http://schemas.openxmlformats.org/officeDocument/2006/relationships/image" Target="../media/image195.png"/><Relationship Id="rId38" Type="http://schemas.openxmlformats.org/officeDocument/2006/relationships/customXml" Target="../ink/ink206.xml"/><Relationship Id="rId59" Type="http://schemas.openxmlformats.org/officeDocument/2006/relationships/image" Target="../media/image216.png"/><Relationship Id="rId103" Type="http://schemas.openxmlformats.org/officeDocument/2006/relationships/image" Target="../media/image238.png"/><Relationship Id="rId124" Type="http://schemas.openxmlformats.org/officeDocument/2006/relationships/customXml" Target="../ink/ink249.xml"/><Relationship Id="rId70" Type="http://schemas.openxmlformats.org/officeDocument/2006/relationships/customXml" Target="../ink/ink222.xml"/><Relationship Id="rId91" Type="http://schemas.openxmlformats.org/officeDocument/2006/relationships/image" Target="../media/image232.png"/><Relationship Id="rId145" Type="http://schemas.openxmlformats.org/officeDocument/2006/relationships/image" Target="../media/image259.png"/><Relationship Id="rId166" Type="http://schemas.openxmlformats.org/officeDocument/2006/relationships/customXml" Target="../ink/ink270.xml"/><Relationship Id="rId187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3.xml"/><Relationship Id="rId233" Type="http://schemas.openxmlformats.org/officeDocument/2006/relationships/image" Target="../media/image303.png"/><Relationship Id="rId254" Type="http://schemas.openxmlformats.org/officeDocument/2006/relationships/customXml" Target="../ink/ink314.xml"/><Relationship Id="rId28" Type="http://schemas.openxmlformats.org/officeDocument/2006/relationships/customXml" Target="../ink/ink201.xml"/><Relationship Id="rId49" Type="http://schemas.openxmlformats.org/officeDocument/2006/relationships/image" Target="../media/image211.png"/><Relationship Id="rId114" Type="http://schemas.openxmlformats.org/officeDocument/2006/relationships/customXml" Target="../ink/ink244.xml"/><Relationship Id="rId275" Type="http://schemas.openxmlformats.org/officeDocument/2006/relationships/customXml" Target="../ink/ink325.xml"/><Relationship Id="rId60" Type="http://schemas.openxmlformats.org/officeDocument/2006/relationships/customXml" Target="../ink/ink217.xml"/><Relationship Id="rId81" Type="http://schemas.openxmlformats.org/officeDocument/2006/relationships/image" Target="../media/image227.png"/><Relationship Id="rId135" Type="http://schemas.openxmlformats.org/officeDocument/2006/relationships/image" Target="../media/image254.png"/><Relationship Id="rId156" Type="http://schemas.openxmlformats.org/officeDocument/2006/relationships/customXml" Target="../ink/ink265.xml"/><Relationship Id="rId177" Type="http://schemas.openxmlformats.org/officeDocument/2006/relationships/image" Target="../media/image275.png"/><Relationship Id="rId198" Type="http://schemas.openxmlformats.org/officeDocument/2006/relationships/customXml" Target="../ink/ink286.xml"/><Relationship Id="rId202" Type="http://schemas.openxmlformats.org/officeDocument/2006/relationships/customXml" Target="../ink/ink288.xml"/><Relationship Id="rId223" Type="http://schemas.openxmlformats.org/officeDocument/2006/relationships/image" Target="../media/image298.png"/><Relationship Id="rId244" Type="http://schemas.openxmlformats.org/officeDocument/2006/relationships/customXml" Target="../ink/ink309.xml"/><Relationship Id="rId18" Type="http://schemas.openxmlformats.org/officeDocument/2006/relationships/customXml" Target="../ink/ink196.xml"/><Relationship Id="rId39" Type="http://schemas.openxmlformats.org/officeDocument/2006/relationships/image" Target="../media/image206.png"/><Relationship Id="rId265" Type="http://schemas.openxmlformats.org/officeDocument/2006/relationships/image" Target="../media/image319.png"/><Relationship Id="rId50" Type="http://schemas.openxmlformats.org/officeDocument/2006/relationships/customXml" Target="../ink/ink212.xml"/><Relationship Id="rId104" Type="http://schemas.openxmlformats.org/officeDocument/2006/relationships/customXml" Target="../ink/ink239.xml"/><Relationship Id="rId125" Type="http://schemas.openxmlformats.org/officeDocument/2006/relationships/image" Target="../media/image249.png"/><Relationship Id="rId146" Type="http://schemas.openxmlformats.org/officeDocument/2006/relationships/customXml" Target="../ink/ink260.xml"/><Relationship Id="rId167" Type="http://schemas.openxmlformats.org/officeDocument/2006/relationships/image" Target="../media/image270.png"/><Relationship Id="rId188" Type="http://schemas.openxmlformats.org/officeDocument/2006/relationships/customXml" Target="../ink/ink281.xml"/><Relationship Id="rId71" Type="http://schemas.openxmlformats.org/officeDocument/2006/relationships/image" Target="../media/image222.png"/><Relationship Id="rId92" Type="http://schemas.openxmlformats.org/officeDocument/2006/relationships/customXml" Target="../ink/ink233.xml"/><Relationship Id="rId213" Type="http://schemas.openxmlformats.org/officeDocument/2006/relationships/image" Target="../media/image293.png"/><Relationship Id="rId234" Type="http://schemas.openxmlformats.org/officeDocument/2006/relationships/customXml" Target="../ink/ink304.xml"/><Relationship Id="rId2" Type="http://schemas.openxmlformats.org/officeDocument/2006/relationships/customXml" Target="../ink/ink188.xml"/><Relationship Id="rId29" Type="http://schemas.openxmlformats.org/officeDocument/2006/relationships/image" Target="../media/image201.png"/><Relationship Id="rId255" Type="http://schemas.openxmlformats.org/officeDocument/2006/relationships/image" Target="../media/image314.png"/><Relationship Id="rId276" Type="http://schemas.openxmlformats.org/officeDocument/2006/relationships/image" Target="../media/image324.png"/><Relationship Id="rId40" Type="http://schemas.openxmlformats.org/officeDocument/2006/relationships/customXml" Target="../ink/ink207.xml"/><Relationship Id="rId115" Type="http://schemas.openxmlformats.org/officeDocument/2006/relationships/image" Target="../media/image244.png"/><Relationship Id="rId136" Type="http://schemas.openxmlformats.org/officeDocument/2006/relationships/customXml" Target="../ink/ink255.xml"/><Relationship Id="rId157" Type="http://schemas.openxmlformats.org/officeDocument/2006/relationships/image" Target="../media/image265.png"/><Relationship Id="rId178" Type="http://schemas.openxmlformats.org/officeDocument/2006/relationships/customXml" Target="../ink/ink276.xml"/><Relationship Id="rId61" Type="http://schemas.openxmlformats.org/officeDocument/2006/relationships/image" Target="../media/image217.png"/><Relationship Id="rId82" Type="http://schemas.openxmlformats.org/officeDocument/2006/relationships/customXml" Target="../ink/ink228.xml"/><Relationship Id="rId199" Type="http://schemas.openxmlformats.org/officeDocument/2006/relationships/image" Target="../media/image286.png"/><Relationship Id="rId203" Type="http://schemas.openxmlformats.org/officeDocument/2006/relationships/image" Target="../media/image288.png"/><Relationship Id="rId19" Type="http://schemas.openxmlformats.org/officeDocument/2006/relationships/image" Target="../media/image196.png"/><Relationship Id="rId224" Type="http://schemas.openxmlformats.org/officeDocument/2006/relationships/customXml" Target="../ink/ink299.xml"/><Relationship Id="rId245" Type="http://schemas.openxmlformats.org/officeDocument/2006/relationships/image" Target="../media/image309.png"/><Relationship Id="rId266" Type="http://schemas.openxmlformats.org/officeDocument/2006/relationships/customXml" Target="../ink/ink320.xml"/><Relationship Id="rId30" Type="http://schemas.openxmlformats.org/officeDocument/2006/relationships/customXml" Target="../ink/ink202.xml"/><Relationship Id="rId105" Type="http://schemas.openxmlformats.org/officeDocument/2006/relationships/image" Target="../media/image239.png"/><Relationship Id="rId126" Type="http://schemas.openxmlformats.org/officeDocument/2006/relationships/customXml" Target="../ink/ink250.xml"/><Relationship Id="rId147" Type="http://schemas.openxmlformats.org/officeDocument/2006/relationships/image" Target="../media/image260.png"/><Relationship Id="rId168" Type="http://schemas.openxmlformats.org/officeDocument/2006/relationships/customXml" Target="../ink/ink271.xml"/><Relationship Id="rId51" Type="http://schemas.openxmlformats.org/officeDocument/2006/relationships/image" Target="../media/image212.png"/><Relationship Id="rId72" Type="http://schemas.openxmlformats.org/officeDocument/2006/relationships/customXml" Target="../ink/ink223.xml"/><Relationship Id="rId93" Type="http://schemas.openxmlformats.org/officeDocument/2006/relationships/image" Target="../media/image233.png"/><Relationship Id="rId189" Type="http://schemas.openxmlformats.org/officeDocument/2006/relationships/image" Target="../media/image281.png"/><Relationship Id="rId3" Type="http://schemas.openxmlformats.org/officeDocument/2006/relationships/image" Target="../media/image188.png"/><Relationship Id="rId214" Type="http://schemas.openxmlformats.org/officeDocument/2006/relationships/customXml" Target="../ink/ink294.xml"/><Relationship Id="rId235" Type="http://schemas.openxmlformats.org/officeDocument/2006/relationships/image" Target="../media/image304.png"/><Relationship Id="rId256" Type="http://schemas.openxmlformats.org/officeDocument/2006/relationships/customXml" Target="../ink/ink315.xml"/><Relationship Id="rId277" Type="http://schemas.openxmlformats.org/officeDocument/2006/relationships/customXml" Target="../ink/ink326.xml"/><Relationship Id="rId116" Type="http://schemas.openxmlformats.org/officeDocument/2006/relationships/customXml" Target="../ink/ink245.xml"/><Relationship Id="rId137" Type="http://schemas.openxmlformats.org/officeDocument/2006/relationships/image" Target="../media/image255.png"/><Relationship Id="rId158" Type="http://schemas.openxmlformats.org/officeDocument/2006/relationships/customXml" Target="../ink/ink266.xml"/><Relationship Id="rId20" Type="http://schemas.openxmlformats.org/officeDocument/2006/relationships/customXml" Target="../ink/ink197.xml"/><Relationship Id="rId41" Type="http://schemas.openxmlformats.org/officeDocument/2006/relationships/image" Target="../media/image207.png"/><Relationship Id="rId62" Type="http://schemas.openxmlformats.org/officeDocument/2006/relationships/customXml" Target="../ink/ink218.xml"/><Relationship Id="rId83" Type="http://schemas.openxmlformats.org/officeDocument/2006/relationships/image" Target="../media/image228.png"/><Relationship Id="rId179" Type="http://schemas.openxmlformats.org/officeDocument/2006/relationships/image" Target="../media/image276.png"/><Relationship Id="rId190" Type="http://schemas.openxmlformats.org/officeDocument/2006/relationships/customXml" Target="../ink/ink282.xml"/><Relationship Id="rId204" Type="http://schemas.openxmlformats.org/officeDocument/2006/relationships/customXml" Target="../ink/ink289.xml"/><Relationship Id="rId225" Type="http://schemas.openxmlformats.org/officeDocument/2006/relationships/image" Target="../media/image299.png"/><Relationship Id="rId246" Type="http://schemas.openxmlformats.org/officeDocument/2006/relationships/customXml" Target="../ink/ink310.xml"/><Relationship Id="rId267" Type="http://schemas.openxmlformats.org/officeDocument/2006/relationships/customXml" Target="../ink/ink321.xml"/><Relationship Id="rId106" Type="http://schemas.openxmlformats.org/officeDocument/2006/relationships/customXml" Target="../ink/ink240.xml"/><Relationship Id="rId127" Type="http://schemas.openxmlformats.org/officeDocument/2006/relationships/image" Target="../media/image250.png"/><Relationship Id="rId10" Type="http://schemas.openxmlformats.org/officeDocument/2006/relationships/customXml" Target="../ink/ink192.xml"/><Relationship Id="rId31" Type="http://schemas.openxmlformats.org/officeDocument/2006/relationships/image" Target="../media/image202.png"/><Relationship Id="rId52" Type="http://schemas.openxmlformats.org/officeDocument/2006/relationships/customXml" Target="../ink/ink213.xml"/><Relationship Id="rId73" Type="http://schemas.openxmlformats.org/officeDocument/2006/relationships/image" Target="../media/image223.png"/><Relationship Id="rId94" Type="http://schemas.openxmlformats.org/officeDocument/2006/relationships/customXml" Target="../ink/ink234.xml"/><Relationship Id="rId148" Type="http://schemas.openxmlformats.org/officeDocument/2006/relationships/customXml" Target="../ink/ink261.xml"/><Relationship Id="rId169" Type="http://schemas.openxmlformats.org/officeDocument/2006/relationships/image" Target="../media/image271.png"/><Relationship Id="rId4" Type="http://schemas.openxmlformats.org/officeDocument/2006/relationships/customXml" Target="../ink/ink189.xml"/><Relationship Id="rId180" Type="http://schemas.openxmlformats.org/officeDocument/2006/relationships/customXml" Target="../ink/ink277.xml"/><Relationship Id="rId215" Type="http://schemas.openxmlformats.org/officeDocument/2006/relationships/image" Target="../media/image294.png"/><Relationship Id="rId236" Type="http://schemas.openxmlformats.org/officeDocument/2006/relationships/customXml" Target="../ink/ink305.xml"/><Relationship Id="rId257" Type="http://schemas.openxmlformats.org/officeDocument/2006/relationships/image" Target="../media/image315.png"/><Relationship Id="rId278" Type="http://schemas.openxmlformats.org/officeDocument/2006/relationships/image" Target="../media/image325.png"/><Relationship Id="rId42" Type="http://schemas.openxmlformats.org/officeDocument/2006/relationships/customXml" Target="../ink/ink208.xml"/><Relationship Id="rId84" Type="http://schemas.openxmlformats.org/officeDocument/2006/relationships/customXml" Target="../ink/ink229.xml"/><Relationship Id="rId138" Type="http://schemas.openxmlformats.org/officeDocument/2006/relationships/customXml" Target="../ink/ink256.xml"/><Relationship Id="rId191" Type="http://schemas.openxmlformats.org/officeDocument/2006/relationships/image" Target="../media/image282.png"/><Relationship Id="rId205" Type="http://schemas.openxmlformats.org/officeDocument/2006/relationships/image" Target="../media/image289.png"/><Relationship Id="rId247" Type="http://schemas.openxmlformats.org/officeDocument/2006/relationships/image" Target="../media/image310.png"/><Relationship Id="rId107" Type="http://schemas.openxmlformats.org/officeDocument/2006/relationships/image" Target="../media/image240.png"/><Relationship Id="rId11" Type="http://schemas.openxmlformats.org/officeDocument/2006/relationships/image" Target="../media/image192.png"/><Relationship Id="rId53" Type="http://schemas.openxmlformats.org/officeDocument/2006/relationships/image" Target="../media/image213.png"/><Relationship Id="rId149" Type="http://schemas.openxmlformats.org/officeDocument/2006/relationships/image" Target="../media/image261.png"/><Relationship Id="rId95" Type="http://schemas.openxmlformats.org/officeDocument/2006/relationships/image" Target="../media/image234.png"/><Relationship Id="rId160" Type="http://schemas.openxmlformats.org/officeDocument/2006/relationships/customXml" Target="../ink/ink267.xml"/><Relationship Id="rId216" Type="http://schemas.openxmlformats.org/officeDocument/2006/relationships/customXml" Target="../ink/ink295.xml"/><Relationship Id="rId258" Type="http://schemas.openxmlformats.org/officeDocument/2006/relationships/customXml" Target="../ink/ink316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2.png"/><Relationship Id="rId21" Type="http://schemas.openxmlformats.org/officeDocument/2006/relationships/image" Target="../media/image197.png"/><Relationship Id="rId42" Type="http://schemas.openxmlformats.org/officeDocument/2006/relationships/customXml" Target="../ink/ink350.xml"/><Relationship Id="rId63" Type="http://schemas.openxmlformats.org/officeDocument/2006/relationships/image" Target="../media/image218.png"/><Relationship Id="rId84" Type="http://schemas.openxmlformats.org/officeDocument/2006/relationships/customXml" Target="../ink/ink371.xml"/><Relationship Id="rId138" Type="http://schemas.openxmlformats.org/officeDocument/2006/relationships/customXml" Target="../ink/ink398.xml"/><Relationship Id="rId159" Type="http://schemas.openxmlformats.org/officeDocument/2006/relationships/image" Target="../media/image373.png"/><Relationship Id="rId170" Type="http://schemas.openxmlformats.org/officeDocument/2006/relationships/customXml" Target="../ink/ink414.xml"/><Relationship Id="rId191" Type="http://schemas.openxmlformats.org/officeDocument/2006/relationships/image" Target="../media/image389.png"/><Relationship Id="rId107" Type="http://schemas.openxmlformats.org/officeDocument/2006/relationships/image" Target="../media/image347.png"/><Relationship Id="rId11" Type="http://schemas.openxmlformats.org/officeDocument/2006/relationships/image" Target="../media/image192.png"/><Relationship Id="rId32" Type="http://schemas.openxmlformats.org/officeDocument/2006/relationships/customXml" Target="../ink/ink345.xml"/><Relationship Id="rId53" Type="http://schemas.openxmlformats.org/officeDocument/2006/relationships/image" Target="../media/image213.png"/><Relationship Id="rId74" Type="http://schemas.openxmlformats.org/officeDocument/2006/relationships/customXml" Target="../ink/ink366.xml"/><Relationship Id="rId128" Type="http://schemas.openxmlformats.org/officeDocument/2006/relationships/customXml" Target="../ink/ink393.xml"/><Relationship Id="rId149" Type="http://schemas.openxmlformats.org/officeDocument/2006/relationships/image" Target="../media/image368.png"/><Relationship Id="rId5" Type="http://schemas.openxmlformats.org/officeDocument/2006/relationships/image" Target="../media/image189.png"/><Relationship Id="rId95" Type="http://schemas.openxmlformats.org/officeDocument/2006/relationships/image" Target="../media/image341.png"/><Relationship Id="rId160" Type="http://schemas.openxmlformats.org/officeDocument/2006/relationships/customXml" Target="../ink/ink409.xml"/><Relationship Id="rId181" Type="http://schemas.openxmlformats.org/officeDocument/2006/relationships/image" Target="../media/image384.png"/><Relationship Id="rId22" Type="http://schemas.openxmlformats.org/officeDocument/2006/relationships/customXml" Target="../ink/ink340.xml"/><Relationship Id="rId43" Type="http://schemas.openxmlformats.org/officeDocument/2006/relationships/image" Target="../media/image208.png"/><Relationship Id="rId64" Type="http://schemas.openxmlformats.org/officeDocument/2006/relationships/customXml" Target="../ink/ink361.xml"/><Relationship Id="rId118" Type="http://schemas.openxmlformats.org/officeDocument/2006/relationships/customXml" Target="../ink/ink388.xml"/><Relationship Id="rId139" Type="http://schemas.openxmlformats.org/officeDocument/2006/relationships/image" Target="../media/image363.png"/><Relationship Id="rId85" Type="http://schemas.openxmlformats.org/officeDocument/2006/relationships/image" Target="../media/image336.png"/><Relationship Id="rId150" Type="http://schemas.openxmlformats.org/officeDocument/2006/relationships/customXml" Target="../ink/ink404.xml"/><Relationship Id="rId171" Type="http://schemas.openxmlformats.org/officeDocument/2006/relationships/image" Target="../media/image379.png"/><Relationship Id="rId192" Type="http://schemas.openxmlformats.org/officeDocument/2006/relationships/customXml" Target="../ink/ink425.xml"/><Relationship Id="rId12" Type="http://schemas.openxmlformats.org/officeDocument/2006/relationships/customXml" Target="../ink/ink335.xml"/><Relationship Id="rId33" Type="http://schemas.openxmlformats.org/officeDocument/2006/relationships/image" Target="../media/image203.png"/><Relationship Id="rId108" Type="http://schemas.openxmlformats.org/officeDocument/2006/relationships/customXml" Target="../ink/ink383.xml"/><Relationship Id="rId129" Type="http://schemas.openxmlformats.org/officeDocument/2006/relationships/image" Target="../media/image358.png"/><Relationship Id="rId54" Type="http://schemas.openxmlformats.org/officeDocument/2006/relationships/customXml" Target="../ink/ink356.xml"/><Relationship Id="rId75" Type="http://schemas.openxmlformats.org/officeDocument/2006/relationships/image" Target="../media/image331.png"/><Relationship Id="rId96" Type="http://schemas.openxmlformats.org/officeDocument/2006/relationships/customXml" Target="../ink/ink377.xml"/><Relationship Id="rId140" Type="http://schemas.openxmlformats.org/officeDocument/2006/relationships/customXml" Target="../ink/ink399.xml"/><Relationship Id="rId161" Type="http://schemas.openxmlformats.org/officeDocument/2006/relationships/image" Target="../media/image374.png"/><Relationship Id="rId182" Type="http://schemas.openxmlformats.org/officeDocument/2006/relationships/customXml" Target="../ink/ink420.xml"/><Relationship Id="rId6" Type="http://schemas.openxmlformats.org/officeDocument/2006/relationships/customXml" Target="../ink/ink332.xml"/><Relationship Id="rId23" Type="http://schemas.openxmlformats.org/officeDocument/2006/relationships/image" Target="../media/image198.png"/><Relationship Id="rId119" Type="http://schemas.openxmlformats.org/officeDocument/2006/relationships/image" Target="../media/image353.png"/><Relationship Id="rId44" Type="http://schemas.openxmlformats.org/officeDocument/2006/relationships/customXml" Target="../ink/ink351.xml"/><Relationship Id="rId65" Type="http://schemas.openxmlformats.org/officeDocument/2006/relationships/image" Target="../media/image219.png"/><Relationship Id="rId86" Type="http://schemas.openxmlformats.org/officeDocument/2006/relationships/customXml" Target="../ink/ink372.xml"/><Relationship Id="rId130" Type="http://schemas.openxmlformats.org/officeDocument/2006/relationships/customXml" Target="../ink/ink394.xml"/><Relationship Id="rId151" Type="http://schemas.openxmlformats.org/officeDocument/2006/relationships/image" Target="../media/image369.png"/><Relationship Id="rId172" Type="http://schemas.openxmlformats.org/officeDocument/2006/relationships/customXml" Target="../ink/ink415.xml"/><Relationship Id="rId193" Type="http://schemas.openxmlformats.org/officeDocument/2006/relationships/image" Target="../media/image390.png"/><Relationship Id="rId13" Type="http://schemas.openxmlformats.org/officeDocument/2006/relationships/image" Target="../media/image193.png"/><Relationship Id="rId109" Type="http://schemas.openxmlformats.org/officeDocument/2006/relationships/image" Target="../media/image348.png"/><Relationship Id="rId34" Type="http://schemas.openxmlformats.org/officeDocument/2006/relationships/customXml" Target="../ink/ink346.xml"/><Relationship Id="rId55" Type="http://schemas.openxmlformats.org/officeDocument/2006/relationships/image" Target="../media/image214.png"/><Relationship Id="rId76" Type="http://schemas.openxmlformats.org/officeDocument/2006/relationships/customXml" Target="../ink/ink367.xml"/><Relationship Id="rId97" Type="http://schemas.openxmlformats.org/officeDocument/2006/relationships/image" Target="../media/image342.png"/><Relationship Id="rId120" Type="http://schemas.openxmlformats.org/officeDocument/2006/relationships/customXml" Target="../ink/ink389.xml"/><Relationship Id="rId141" Type="http://schemas.openxmlformats.org/officeDocument/2006/relationships/image" Target="../media/image364.png"/><Relationship Id="rId7" Type="http://schemas.openxmlformats.org/officeDocument/2006/relationships/image" Target="../media/image190.png"/><Relationship Id="rId71" Type="http://schemas.openxmlformats.org/officeDocument/2006/relationships/image" Target="../media/image329.png"/><Relationship Id="rId92" Type="http://schemas.openxmlformats.org/officeDocument/2006/relationships/customXml" Target="../ink/ink375.xml"/><Relationship Id="rId162" Type="http://schemas.openxmlformats.org/officeDocument/2006/relationships/customXml" Target="../ink/ink410.xml"/><Relationship Id="rId183" Type="http://schemas.openxmlformats.org/officeDocument/2006/relationships/image" Target="../media/image385.png"/><Relationship Id="rId2" Type="http://schemas.openxmlformats.org/officeDocument/2006/relationships/customXml" Target="../ink/ink330.xml"/><Relationship Id="rId29" Type="http://schemas.openxmlformats.org/officeDocument/2006/relationships/image" Target="../media/image201.png"/><Relationship Id="rId24" Type="http://schemas.openxmlformats.org/officeDocument/2006/relationships/customXml" Target="../ink/ink341.xml"/><Relationship Id="rId40" Type="http://schemas.openxmlformats.org/officeDocument/2006/relationships/customXml" Target="../ink/ink349.xml"/><Relationship Id="rId45" Type="http://schemas.openxmlformats.org/officeDocument/2006/relationships/image" Target="../media/image209.png"/><Relationship Id="rId66" Type="http://schemas.openxmlformats.org/officeDocument/2006/relationships/customXml" Target="../ink/ink362.xml"/><Relationship Id="rId87" Type="http://schemas.openxmlformats.org/officeDocument/2006/relationships/image" Target="../media/image337.png"/><Relationship Id="rId110" Type="http://schemas.openxmlformats.org/officeDocument/2006/relationships/customXml" Target="../ink/ink384.xml"/><Relationship Id="rId115" Type="http://schemas.openxmlformats.org/officeDocument/2006/relationships/image" Target="../media/image351.png"/><Relationship Id="rId131" Type="http://schemas.openxmlformats.org/officeDocument/2006/relationships/image" Target="../media/image359.png"/><Relationship Id="rId136" Type="http://schemas.openxmlformats.org/officeDocument/2006/relationships/customXml" Target="../ink/ink397.xml"/><Relationship Id="rId157" Type="http://schemas.openxmlformats.org/officeDocument/2006/relationships/image" Target="../media/image372.png"/><Relationship Id="rId178" Type="http://schemas.openxmlformats.org/officeDocument/2006/relationships/customXml" Target="../ink/ink418.xml"/><Relationship Id="rId61" Type="http://schemas.openxmlformats.org/officeDocument/2006/relationships/image" Target="../media/image217.png"/><Relationship Id="rId82" Type="http://schemas.openxmlformats.org/officeDocument/2006/relationships/customXml" Target="../ink/ink370.xml"/><Relationship Id="rId152" Type="http://schemas.openxmlformats.org/officeDocument/2006/relationships/customXml" Target="../ink/ink405.xml"/><Relationship Id="rId173" Type="http://schemas.openxmlformats.org/officeDocument/2006/relationships/image" Target="../media/image380.png"/><Relationship Id="rId194" Type="http://schemas.openxmlformats.org/officeDocument/2006/relationships/customXml" Target="../ink/ink426.xml"/><Relationship Id="rId199" Type="http://schemas.openxmlformats.org/officeDocument/2006/relationships/image" Target="../media/image393.png"/><Relationship Id="rId19" Type="http://schemas.openxmlformats.org/officeDocument/2006/relationships/image" Target="../media/image196.png"/><Relationship Id="rId14" Type="http://schemas.openxmlformats.org/officeDocument/2006/relationships/customXml" Target="../ink/ink336.xml"/><Relationship Id="rId30" Type="http://schemas.openxmlformats.org/officeDocument/2006/relationships/customXml" Target="../ink/ink344.xml"/><Relationship Id="rId35" Type="http://schemas.openxmlformats.org/officeDocument/2006/relationships/image" Target="../media/image204.png"/><Relationship Id="rId56" Type="http://schemas.openxmlformats.org/officeDocument/2006/relationships/customXml" Target="../ink/ink357.xml"/><Relationship Id="rId77" Type="http://schemas.openxmlformats.org/officeDocument/2006/relationships/image" Target="../media/image332.png"/><Relationship Id="rId100" Type="http://schemas.openxmlformats.org/officeDocument/2006/relationships/customXml" Target="../ink/ink379.xml"/><Relationship Id="rId105" Type="http://schemas.openxmlformats.org/officeDocument/2006/relationships/image" Target="../media/image346.png"/><Relationship Id="rId126" Type="http://schemas.openxmlformats.org/officeDocument/2006/relationships/customXml" Target="../ink/ink392.xml"/><Relationship Id="rId147" Type="http://schemas.openxmlformats.org/officeDocument/2006/relationships/image" Target="../media/image367.png"/><Relationship Id="rId168" Type="http://schemas.openxmlformats.org/officeDocument/2006/relationships/customXml" Target="../ink/ink413.xml"/><Relationship Id="rId8" Type="http://schemas.openxmlformats.org/officeDocument/2006/relationships/customXml" Target="../ink/ink333.xml"/><Relationship Id="rId51" Type="http://schemas.openxmlformats.org/officeDocument/2006/relationships/image" Target="../media/image212.png"/><Relationship Id="rId72" Type="http://schemas.openxmlformats.org/officeDocument/2006/relationships/customXml" Target="../ink/ink365.xml"/><Relationship Id="rId93" Type="http://schemas.openxmlformats.org/officeDocument/2006/relationships/image" Target="../media/image340.png"/><Relationship Id="rId98" Type="http://schemas.openxmlformats.org/officeDocument/2006/relationships/customXml" Target="../ink/ink378.xml"/><Relationship Id="rId121" Type="http://schemas.openxmlformats.org/officeDocument/2006/relationships/image" Target="../media/image354.png"/><Relationship Id="rId142" Type="http://schemas.openxmlformats.org/officeDocument/2006/relationships/customXml" Target="../ink/ink400.xml"/><Relationship Id="rId163" Type="http://schemas.openxmlformats.org/officeDocument/2006/relationships/image" Target="../media/image375.png"/><Relationship Id="rId184" Type="http://schemas.openxmlformats.org/officeDocument/2006/relationships/customXml" Target="../ink/ink421.xml"/><Relationship Id="rId189" Type="http://schemas.openxmlformats.org/officeDocument/2006/relationships/image" Target="../media/image388.png"/><Relationship Id="rId3" Type="http://schemas.openxmlformats.org/officeDocument/2006/relationships/image" Target="../media/image188.png"/><Relationship Id="rId25" Type="http://schemas.openxmlformats.org/officeDocument/2006/relationships/image" Target="../media/image199.png"/><Relationship Id="rId46" Type="http://schemas.openxmlformats.org/officeDocument/2006/relationships/customXml" Target="../ink/ink352.xml"/><Relationship Id="rId67" Type="http://schemas.openxmlformats.org/officeDocument/2006/relationships/image" Target="../media/image220.png"/><Relationship Id="rId116" Type="http://schemas.openxmlformats.org/officeDocument/2006/relationships/customXml" Target="../ink/ink387.xml"/><Relationship Id="rId137" Type="http://schemas.openxmlformats.org/officeDocument/2006/relationships/image" Target="../media/image362.png"/><Relationship Id="rId158" Type="http://schemas.openxmlformats.org/officeDocument/2006/relationships/customXml" Target="../ink/ink408.xml"/><Relationship Id="rId20" Type="http://schemas.openxmlformats.org/officeDocument/2006/relationships/customXml" Target="../ink/ink339.xml"/><Relationship Id="rId41" Type="http://schemas.openxmlformats.org/officeDocument/2006/relationships/image" Target="../media/image207.png"/><Relationship Id="rId62" Type="http://schemas.openxmlformats.org/officeDocument/2006/relationships/customXml" Target="../ink/ink360.xml"/><Relationship Id="rId83" Type="http://schemas.openxmlformats.org/officeDocument/2006/relationships/image" Target="../media/image335.png"/><Relationship Id="rId88" Type="http://schemas.openxmlformats.org/officeDocument/2006/relationships/customXml" Target="../ink/ink373.xml"/><Relationship Id="rId111" Type="http://schemas.openxmlformats.org/officeDocument/2006/relationships/image" Target="../media/image349.png"/><Relationship Id="rId132" Type="http://schemas.openxmlformats.org/officeDocument/2006/relationships/customXml" Target="../ink/ink395.xml"/><Relationship Id="rId153" Type="http://schemas.openxmlformats.org/officeDocument/2006/relationships/image" Target="../media/image370.png"/><Relationship Id="rId174" Type="http://schemas.openxmlformats.org/officeDocument/2006/relationships/customXml" Target="../ink/ink416.xml"/><Relationship Id="rId179" Type="http://schemas.openxmlformats.org/officeDocument/2006/relationships/image" Target="../media/image383.png"/><Relationship Id="rId195" Type="http://schemas.openxmlformats.org/officeDocument/2006/relationships/image" Target="../media/image391.png"/><Relationship Id="rId190" Type="http://schemas.openxmlformats.org/officeDocument/2006/relationships/customXml" Target="../ink/ink424.xml"/><Relationship Id="rId15" Type="http://schemas.openxmlformats.org/officeDocument/2006/relationships/image" Target="../media/image194.png"/><Relationship Id="rId36" Type="http://schemas.openxmlformats.org/officeDocument/2006/relationships/customXml" Target="../ink/ink347.xml"/><Relationship Id="rId57" Type="http://schemas.openxmlformats.org/officeDocument/2006/relationships/image" Target="../media/image215.png"/><Relationship Id="rId106" Type="http://schemas.openxmlformats.org/officeDocument/2006/relationships/customXml" Target="../ink/ink382.xml"/><Relationship Id="rId127" Type="http://schemas.openxmlformats.org/officeDocument/2006/relationships/image" Target="../media/image357.png"/><Relationship Id="rId10" Type="http://schemas.openxmlformats.org/officeDocument/2006/relationships/customXml" Target="../ink/ink334.xml"/><Relationship Id="rId31" Type="http://schemas.openxmlformats.org/officeDocument/2006/relationships/image" Target="../media/image202.png"/><Relationship Id="rId52" Type="http://schemas.openxmlformats.org/officeDocument/2006/relationships/customXml" Target="../ink/ink355.xml"/><Relationship Id="rId73" Type="http://schemas.openxmlformats.org/officeDocument/2006/relationships/image" Target="../media/image330.png"/><Relationship Id="rId78" Type="http://schemas.openxmlformats.org/officeDocument/2006/relationships/customXml" Target="../ink/ink368.xml"/><Relationship Id="rId94" Type="http://schemas.openxmlformats.org/officeDocument/2006/relationships/customXml" Target="../ink/ink376.xml"/><Relationship Id="rId99" Type="http://schemas.openxmlformats.org/officeDocument/2006/relationships/image" Target="../media/image343.png"/><Relationship Id="rId101" Type="http://schemas.openxmlformats.org/officeDocument/2006/relationships/image" Target="../media/image344.png"/><Relationship Id="rId122" Type="http://schemas.openxmlformats.org/officeDocument/2006/relationships/customXml" Target="../ink/ink390.xml"/><Relationship Id="rId143" Type="http://schemas.openxmlformats.org/officeDocument/2006/relationships/image" Target="../media/image365.png"/><Relationship Id="rId148" Type="http://schemas.openxmlformats.org/officeDocument/2006/relationships/customXml" Target="../ink/ink403.xml"/><Relationship Id="rId164" Type="http://schemas.openxmlformats.org/officeDocument/2006/relationships/customXml" Target="../ink/ink411.xml"/><Relationship Id="rId169" Type="http://schemas.openxmlformats.org/officeDocument/2006/relationships/image" Target="../media/image378.png"/><Relationship Id="rId185" Type="http://schemas.openxmlformats.org/officeDocument/2006/relationships/image" Target="../media/image386.png"/><Relationship Id="rId4" Type="http://schemas.openxmlformats.org/officeDocument/2006/relationships/customXml" Target="../ink/ink331.xml"/><Relationship Id="rId9" Type="http://schemas.openxmlformats.org/officeDocument/2006/relationships/image" Target="../media/image191.png"/><Relationship Id="rId180" Type="http://schemas.openxmlformats.org/officeDocument/2006/relationships/customXml" Target="../ink/ink419.xml"/><Relationship Id="rId26" Type="http://schemas.openxmlformats.org/officeDocument/2006/relationships/customXml" Target="../ink/ink342.xml"/><Relationship Id="rId47" Type="http://schemas.openxmlformats.org/officeDocument/2006/relationships/image" Target="../media/image210.png"/><Relationship Id="rId68" Type="http://schemas.openxmlformats.org/officeDocument/2006/relationships/customXml" Target="../ink/ink363.xml"/><Relationship Id="rId89" Type="http://schemas.openxmlformats.org/officeDocument/2006/relationships/image" Target="../media/image338.png"/><Relationship Id="rId112" Type="http://schemas.openxmlformats.org/officeDocument/2006/relationships/customXml" Target="../ink/ink385.xml"/><Relationship Id="rId133" Type="http://schemas.openxmlformats.org/officeDocument/2006/relationships/image" Target="../media/image360.png"/><Relationship Id="rId154" Type="http://schemas.openxmlformats.org/officeDocument/2006/relationships/customXml" Target="../ink/ink406.xml"/><Relationship Id="rId175" Type="http://schemas.openxmlformats.org/officeDocument/2006/relationships/image" Target="../media/image381.png"/><Relationship Id="rId196" Type="http://schemas.openxmlformats.org/officeDocument/2006/relationships/customXml" Target="../ink/ink427.xml"/><Relationship Id="rId16" Type="http://schemas.openxmlformats.org/officeDocument/2006/relationships/customXml" Target="../ink/ink337.xml"/><Relationship Id="rId37" Type="http://schemas.openxmlformats.org/officeDocument/2006/relationships/image" Target="../media/image205.png"/><Relationship Id="rId58" Type="http://schemas.openxmlformats.org/officeDocument/2006/relationships/customXml" Target="../ink/ink358.xml"/><Relationship Id="rId79" Type="http://schemas.openxmlformats.org/officeDocument/2006/relationships/image" Target="../media/image333.png"/><Relationship Id="rId102" Type="http://schemas.openxmlformats.org/officeDocument/2006/relationships/customXml" Target="../ink/ink380.xml"/><Relationship Id="rId123" Type="http://schemas.openxmlformats.org/officeDocument/2006/relationships/image" Target="../media/image355.png"/><Relationship Id="rId144" Type="http://schemas.openxmlformats.org/officeDocument/2006/relationships/customXml" Target="../ink/ink401.xml"/><Relationship Id="rId90" Type="http://schemas.openxmlformats.org/officeDocument/2006/relationships/customXml" Target="../ink/ink374.xml"/><Relationship Id="rId165" Type="http://schemas.openxmlformats.org/officeDocument/2006/relationships/image" Target="../media/image376.png"/><Relationship Id="rId186" Type="http://schemas.openxmlformats.org/officeDocument/2006/relationships/customXml" Target="../ink/ink422.xml"/><Relationship Id="rId27" Type="http://schemas.openxmlformats.org/officeDocument/2006/relationships/image" Target="../media/image200.png"/><Relationship Id="rId48" Type="http://schemas.openxmlformats.org/officeDocument/2006/relationships/customXml" Target="../ink/ink353.xml"/><Relationship Id="rId69" Type="http://schemas.openxmlformats.org/officeDocument/2006/relationships/image" Target="../media/image221.png"/><Relationship Id="rId113" Type="http://schemas.openxmlformats.org/officeDocument/2006/relationships/image" Target="../media/image350.png"/><Relationship Id="rId134" Type="http://schemas.openxmlformats.org/officeDocument/2006/relationships/customXml" Target="../ink/ink396.xml"/><Relationship Id="rId80" Type="http://schemas.openxmlformats.org/officeDocument/2006/relationships/customXml" Target="../ink/ink369.xml"/><Relationship Id="rId155" Type="http://schemas.openxmlformats.org/officeDocument/2006/relationships/image" Target="../media/image371.png"/><Relationship Id="rId176" Type="http://schemas.openxmlformats.org/officeDocument/2006/relationships/customXml" Target="../ink/ink417.xml"/><Relationship Id="rId197" Type="http://schemas.openxmlformats.org/officeDocument/2006/relationships/image" Target="../media/image392.png"/><Relationship Id="rId17" Type="http://schemas.openxmlformats.org/officeDocument/2006/relationships/image" Target="../media/image195.png"/><Relationship Id="rId38" Type="http://schemas.openxmlformats.org/officeDocument/2006/relationships/customXml" Target="../ink/ink348.xml"/><Relationship Id="rId59" Type="http://schemas.openxmlformats.org/officeDocument/2006/relationships/image" Target="../media/image216.png"/><Relationship Id="rId103" Type="http://schemas.openxmlformats.org/officeDocument/2006/relationships/image" Target="../media/image345.png"/><Relationship Id="rId124" Type="http://schemas.openxmlformats.org/officeDocument/2006/relationships/customXml" Target="../ink/ink391.xml"/><Relationship Id="rId70" Type="http://schemas.openxmlformats.org/officeDocument/2006/relationships/customXml" Target="../ink/ink364.xml"/><Relationship Id="rId91" Type="http://schemas.openxmlformats.org/officeDocument/2006/relationships/image" Target="../media/image339.png"/><Relationship Id="rId145" Type="http://schemas.openxmlformats.org/officeDocument/2006/relationships/image" Target="../media/image366.png"/><Relationship Id="rId166" Type="http://schemas.openxmlformats.org/officeDocument/2006/relationships/customXml" Target="../ink/ink412.xml"/><Relationship Id="rId187" Type="http://schemas.openxmlformats.org/officeDocument/2006/relationships/image" Target="../media/image38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43.xml"/><Relationship Id="rId49" Type="http://schemas.openxmlformats.org/officeDocument/2006/relationships/image" Target="../media/image211.png"/><Relationship Id="rId114" Type="http://schemas.openxmlformats.org/officeDocument/2006/relationships/customXml" Target="../ink/ink386.xml"/><Relationship Id="rId60" Type="http://schemas.openxmlformats.org/officeDocument/2006/relationships/customXml" Target="../ink/ink359.xml"/><Relationship Id="rId81" Type="http://schemas.openxmlformats.org/officeDocument/2006/relationships/image" Target="../media/image334.png"/><Relationship Id="rId135" Type="http://schemas.openxmlformats.org/officeDocument/2006/relationships/image" Target="../media/image361.png"/><Relationship Id="rId156" Type="http://schemas.openxmlformats.org/officeDocument/2006/relationships/customXml" Target="../ink/ink407.xml"/><Relationship Id="rId177" Type="http://schemas.openxmlformats.org/officeDocument/2006/relationships/image" Target="../media/image382.png"/><Relationship Id="rId198" Type="http://schemas.openxmlformats.org/officeDocument/2006/relationships/customXml" Target="../ink/ink428.xml"/><Relationship Id="rId18" Type="http://schemas.openxmlformats.org/officeDocument/2006/relationships/customXml" Target="../ink/ink338.xml"/><Relationship Id="rId39" Type="http://schemas.openxmlformats.org/officeDocument/2006/relationships/image" Target="../media/image206.png"/><Relationship Id="rId50" Type="http://schemas.openxmlformats.org/officeDocument/2006/relationships/customXml" Target="../ink/ink354.xml"/><Relationship Id="rId104" Type="http://schemas.openxmlformats.org/officeDocument/2006/relationships/customXml" Target="../ink/ink381.xml"/><Relationship Id="rId125" Type="http://schemas.openxmlformats.org/officeDocument/2006/relationships/image" Target="../media/image356.png"/><Relationship Id="rId146" Type="http://schemas.openxmlformats.org/officeDocument/2006/relationships/customXml" Target="../ink/ink402.xml"/><Relationship Id="rId167" Type="http://schemas.openxmlformats.org/officeDocument/2006/relationships/image" Target="../media/image377.png"/><Relationship Id="rId188" Type="http://schemas.openxmlformats.org/officeDocument/2006/relationships/customXml" Target="../ink/ink423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41.xml"/><Relationship Id="rId21" Type="http://schemas.openxmlformats.org/officeDocument/2006/relationships/image" Target="../media/image403.png"/><Relationship Id="rId42" Type="http://schemas.openxmlformats.org/officeDocument/2006/relationships/customXml" Target="../ink/ink449.xml"/><Relationship Id="rId47" Type="http://schemas.openxmlformats.org/officeDocument/2006/relationships/image" Target="../media/image416.png"/><Relationship Id="rId63" Type="http://schemas.openxmlformats.org/officeDocument/2006/relationships/image" Target="../media/image424.png"/><Relationship Id="rId68" Type="http://schemas.openxmlformats.org/officeDocument/2006/relationships/customXml" Target="../ink/ink462.xml"/><Relationship Id="rId84" Type="http://schemas.openxmlformats.org/officeDocument/2006/relationships/customXml" Target="../ink/ink470.xml"/><Relationship Id="rId16" Type="http://schemas.openxmlformats.org/officeDocument/2006/relationships/customXml" Target="../ink/ink436.xml"/><Relationship Id="rId11" Type="http://schemas.openxmlformats.org/officeDocument/2006/relationships/image" Target="../media/image398.png"/><Relationship Id="rId32" Type="http://schemas.openxmlformats.org/officeDocument/2006/relationships/customXml" Target="../ink/ink444.xml"/><Relationship Id="rId37" Type="http://schemas.openxmlformats.org/officeDocument/2006/relationships/image" Target="../media/image411.png"/><Relationship Id="rId53" Type="http://schemas.openxmlformats.org/officeDocument/2006/relationships/image" Target="../media/image419.png"/><Relationship Id="rId58" Type="http://schemas.openxmlformats.org/officeDocument/2006/relationships/customXml" Target="../ink/ink457.xml"/><Relationship Id="rId74" Type="http://schemas.openxmlformats.org/officeDocument/2006/relationships/customXml" Target="../ink/ink465.xml"/><Relationship Id="rId79" Type="http://schemas.openxmlformats.org/officeDocument/2006/relationships/image" Target="../media/image432.png"/><Relationship Id="rId5" Type="http://schemas.openxmlformats.org/officeDocument/2006/relationships/image" Target="../media/image395.png"/><Relationship Id="rId19" Type="http://schemas.openxmlformats.org/officeDocument/2006/relationships/image" Target="../media/image402.png"/><Relationship Id="rId14" Type="http://schemas.openxmlformats.org/officeDocument/2006/relationships/customXml" Target="../ink/ink435.xml"/><Relationship Id="rId22" Type="http://schemas.openxmlformats.org/officeDocument/2006/relationships/customXml" Target="../ink/ink439.xml"/><Relationship Id="rId27" Type="http://schemas.openxmlformats.org/officeDocument/2006/relationships/image" Target="../media/image406.png"/><Relationship Id="rId30" Type="http://schemas.openxmlformats.org/officeDocument/2006/relationships/customXml" Target="../ink/ink443.xml"/><Relationship Id="rId35" Type="http://schemas.openxmlformats.org/officeDocument/2006/relationships/image" Target="../media/image410.png"/><Relationship Id="rId43" Type="http://schemas.openxmlformats.org/officeDocument/2006/relationships/image" Target="../media/image414.png"/><Relationship Id="rId48" Type="http://schemas.openxmlformats.org/officeDocument/2006/relationships/customXml" Target="../ink/ink452.xml"/><Relationship Id="rId56" Type="http://schemas.openxmlformats.org/officeDocument/2006/relationships/customXml" Target="../ink/ink456.xml"/><Relationship Id="rId64" Type="http://schemas.openxmlformats.org/officeDocument/2006/relationships/customXml" Target="../ink/ink460.xml"/><Relationship Id="rId69" Type="http://schemas.openxmlformats.org/officeDocument/2006/relationships/image" Target="../media/image427.png"/><Relationship Id="rId77" Type="http://schemas.openxmlformats.org/officeDocument/2006/relationships/image" Target="../media/image431.png"/><Relationship Id="rId8" Type="http://schemas.openxmlformats.org/officeDocument/2006/relationships/customXml" Target="../ink/ink432.xml"/><Relationship Id="rId51" Type="http://schemas.openxmlformats.org/officeDocument/2006/relationships/image" Target="../media/image418.png"/><Relationship Id="rId72" Type="http://schemas.openxmlformats.org/officeDocument/2006/relationships/customXml" Target="../ink/ink464.xml"/><Relationship Id="rId80" Type="http://schemas.openxmlformats.org/officeDocument/2006/relationships/customXml" Target="../ink/ink468.xml"/><Relationship Id="rId85" Type="http://schemas.openxmlformats.org/officeDocument/2006/relationships/image" Target="../media/image435.png"/><Relationship Id="rId3" Type="http://schemas.openxmlformats.org/officeDocument/2006/relationships/image" Target="../media/image394.png"/><Relationship Id="rId12" Type="http://schemas.openxmlformats.org/officeDocument/2006/relationships/customXml" Target="../ink/ink434.xml"/><Relationship Id="rId17" Type="http://schemas.openxmlformats.org/officeDocument/2006/relationships/image" Target="../media/image401.png"/><Relationship Id="rId25" Type="http://schemas.openxmlformats.org/officeDocument/2006/relationships/image" Target="../media/image405.png"/><Relationship Id="rId33" Type="http://schemas.openxmlformats.org/officeDocument/2006/relationships/image" Target="../media/image409.png"/><Relationship Id="rId38" Type="http://schemas.openxmlformats.org/officeDocument/2006/relationships/customXml" Target="../ink/ink447.xml"/><Relationship Id="rId46" Type="http://schemas.openxmlformats.org/officeDocument/2006/relationships/customXml" Target="../ink/ink451.xml"/><Relationship Id="rId59" Type="http://schemas.openxmlformats.org/officeDocument/2006/relationships/image" Target="../media/image422.png"/><Relationship Id="rId67" Type="http://schemas.openxmlformats.org/officeDocument/2006/relationships/image" Target="../media/image426.png"/><Relationship Id="rId20" Type="http://schemas.openxmlformats.org/officeDocument/2006/relationships/customXml" Target="../ink/ink438.xml"/><Relationship Id="rId41" Type="http://schemas.openxmlformats.org/officeDocument/2006/relationships/image" Target="../media/image413.png"/><Relationship Id="rId54" Type="http://schemas.openxmlformats.org/officeDocument/2006/relationships/customXml" Target="../ink/ink455.xml"/><Relationship Id="rId62" Type="http://schemas.openxmlformats.org/officeDocument/2006/relationships/customXml" Target="../ink/ink459.xml"/><Relationship Id="rId70" Type="http://schemas.openxmlformats.org/officeDocument/2006/relationships/customXml" Target="../ink/ink463.xml"/><Relationship Id="rId75" Type="http://schemas.openxmlformats.org/officeDocument/2006/relationships/image" Target="../media/image430.png"/><Relationship Id="rId83" Type="http://schemas.openxmlformats.org/officeDocument/2006/relationships/image" Target="../media/image4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1.xml"/><Relationship Id="rId15" Type="http://schemas.openxmlformats.org/officeDocument/2006/relationships/image" Target="../media/image400.png"/><Relationship Id="rId23" Type="http://schemas.openxmlformats.org/officeDocument/2006/relationships/image" Target="../media/image404.png"/><Relationship Id="rId28" Type="http://schemas.openxmlformats.org/officeDocument/2006/relationships/customXml" Target="../ink/ink442.xml"/><Relationship Id="rId36" Type="http://schemas.openxmlformats.org/officeDocument/2006/relationships/customXml" Target="../ink/ink446.xml"/><Relationship Id="rId49" Type="http://schemas.openxmlformats.org/officeDocument/2006/relationships/image" Target="../media/image417.png"/><Relationship Id="rId57" Type="http://schemas.openxmlformats.org/officeDocument/2006/relationships/image" Target="../media/image421.png"/><Relationship Id="rId10" Type="http://schemas.openxmlformats.org/officeDocument/2006/relationships/customXml" Target="../ink/ink433.xml"/><Relationship Id="rId31" Type="http://schemas.openxmlformats.org/officeDocument/2006/relationships/image" Target="../media/image408.png"/><Relationship Id="rId44" Type="http://schemas.openxmlformats.org/officeDocument/2006/relationships/customXml" Target="../ink/ink450.xml"/><Relationship Id="rId52" Type="http://schemas.openxmlformats.org/officeDocument/2006/relationships/customXml" Target="../ink/ink454.xml"/><Relationship Id="rId60" Type="http://schemas.openxmlformats.org/officeDocument/2006/relationships/customXml" Target="../ink/ink458.xml"/><Relationship Id="rId65" Type="http://schemas.openxmlformats.org/officeDocument/2006/relationships/image" Target="../media/image425.png"/><Relationship Id="rId73" Type="http://schemas.openxmlformats.org/officeDocument/2006/relationships/image" Target="../media/image429.png"/><Relationship Id="rId78" Type="http://schemas.openxmlformats.org/officeDocument/2006/relationships/customXml" Target="../ink/ink467.xml"/><Relationship Id="rId81" Type="http://schemas.openxmlformats.org/officeDocument/2006/relationships/image" Target="../media/image433.png"/><Relationship Id="rId86" Type="http://schemas.openxmlformats.org/officeDocument/2006/relationships/customXml" Target="../ink/ink471.xml"/><Relationship Id="rId4" Type="http://schemas.openxmlformats.org/officeDocument/2006/relationships/customXml" Target="../ink/ink430.xml"/><Relationship Id="rId9" Type="http://schemas.openxmlformats.org/officeDocument/2006/relationships/image" Target="../media/image397.png"/><Relationship Id="rId13" Type="http://schemas.openxmlformats.org/officeDocument/2006/relationships/image" Target="../media/image399.png"/><Relationship Id="rId18" Type="http://schemas.openxmlformats.org/officeDocument/2006/relationships/customXml" Target="../ink/ink437.xml"/><Relationship Id="rId39" Type="http://schemas.openxmlformats.org/officeDocument/2006/relationships/image" Target="../media/image412.png"/><Relationship Id="rId34" Type="http://schemas.openxmlformats.org/officeDocument/2006/relationships/customXml" Target="../ink/ink445.xml"/><Relationship Id="rId50" Type="http://schemas.openxmlformats.org/officeDocument/2006/relationships/customXml" Target="../ink/ink453.xml"/><Relationship Id="rId55" Type="http://schemas.openxmlformats.org/officeDocument/2006/relationships/image" Target="../media/image420.png"/><Relationship Id="rId76" Type="http://schemas.openxmlformats.org/officeDocument/2006/relationships/customXml" Target="../ink/ink466.xml"/><Relationship Id="rId7" Type="http://schemas.openxmlformats.org/officeDocument/2006/relationships/image" Target="../media/image396.png"/><Relationship Id="rId71" Type="http://schemas.openxmlformats.org/officeDocument/2006/relationships/image" Target="../media/image428.png"/><Relationship Id="rId2" Type="http://schemas.openxmlformats.org/officeDocument/2006/relationships/customXml" Target="../ink/ink429.xml"/><Relationship Id="rId29" Type="http://schemas.openxmlformats.org/officeDocument/2006/relationships/image" Target="../media/image407.png"/><Relationship Id="rId24" Type="http://schemas.openxmlformats.org/officeDocument/2006/relationships/customXml" Target="../ink/ink440.xml"/><Relationship Id="rId40" Type="http://schemas.openxmlformats.org/officeDocument/2006/relationships/customXml" Target="../ink/ink448.xml"/><Relationship Id="rId45" Type="http://schemas.openxmlformats.org/officeDocument/2006/relationships/image" Target="../media/image415.png"/><Relationship Id="rId66" Type="http://schemas.openxmlformats.org/officeDocument/2006/relationships/customXml" Target="../ink/ink461.xml"/><Relationship Id="rId87" Type="http://schemas.openxmlformats.org/officeDocument/2006/relationships/image" Target="../media/image436.png"/><Relationship Id="rId61" Type="http://schemas.openxmlformats.org/officeDocument/2006/relationships/image" Target="../media/image423.png"/><Relationship Id="rId82" Type="http://schemas.openxmlformats.org/officeDocument/2006/relationships/customXml" Target="../ink/ink46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2.png"/><Relationship Id="rId299" Type="http://schemas.openxmlformats.org/officeDocument/2006/relationships/customXml" Target="../ink/ink621.xml"/><Relationship Id="rId21" Type="http://schemas.openxmlformats.org/officeDocument/2006/relationships/image" Target="../media/image446.png"/><Relationship Id="rId63" Type="http://schemas.openxmlformats.org/officeDocument/2006/relationships/image" Target="../media/image467.png"/><Relationship Id="rId159" Type="http://schemas.openxmlformats.org/officeDocument/2006/relationships/image" Target="../media/image513.png"/><Relationship Id="rId324" Type="http://schemas.openxmlformats.org/officeDocument/2006/relationships/image" Target="../media/image595.png"/><Relationship Id="rId366" Type="http://schemas.openxmlformats.org/officeDocument/2006/relationships/image" Target="../media/image616.png"/><Relationship Id="rId170" Type="http://schemas.openxmlformats.org/officeDocument/2006/relationships/customXml" Target="../ink/ink556.xml"/><Relationship Id="rId226" Type="http://schemas.openxmlformats.org/officeDocument/2006/relationships/image" Target="../media/image546.png"/><Relationship Id="rId268" Type="http://schemas.openxmlformats.org/officeDocument/2006/relationships/image" Target="../media/image567.png"/><Relationship Id="rId32" Type="http://schemas.openxmlformats.org/officeDocument/2006/relationships/customXml" Target="../ink/ink487.xml"/><Relationship Id="rId74" Type="http://schemas.openxmlformats.org/officeDocument/2006/relationships/customXml" Target="../ink/ink508.xml"/><Relationship Id="rId128" Type="http://schemas.openxmlformats.org/officeDocument/2006/relationships/customXml" Target="../ink/ink535.xml"/><Relationship Id="rId335" Type="http://schemas.openxmlformats.org/officeDocument/2006/relationships/customXml" Target="../ink/ink639.xml"/><Relationship Id="rId377" Type="http://schemas.openxmlformats.org/officeDocument/2006/relationships/customXml" Target="../ink/ink660.xml"/><Relationship Id="rId5" Type="http://schemas.openxmlformats.org/officeDocument/2006/relationships/image" Target="../media/image438.png"/><Relationship Id="rId181" Type="http://schemas.openxmlformats.org/officeDocument/2006/relationships/customXml" Target="../ink/ink562.xml"/><Relationship Id="rId237" Type="http://schemas.openxmlformats.org/officeDocument/2006/relationships/customXml" Target="../ink/ink590.xml"/><Relationship Id="rId279" Type="http://schemas.openxmlformats.org/officeDocument/2006/relationships/customXml" Target="../ink/ink611.xml"/><Relationship Id="rId43" Type="http://schemas.openxmlformats.org/officeDocument/2006/relationships/image" Target="../media/image457.png"/><Relationship Id="rId139" Type="http://schemas.openxmlformats.org/officeDocument/2006/relationships/image" Target="../media/image503.png"/><Relationship Id="rId290" Type="http://schemas.openxmlformats.org/officeDocument/2006/relationships/image" Target="../media/image578.png"/><Relationship Id="rId304" Type="http://schemas.openxmlformats.org/officeDocument/2006/relationships/image" Target="../media/image585.png"/><Relationship Id="rId346" Type="http://schemas.openxmlformats.org/officeDocument/2006/relationships/image" Target="../media/image606.png"/><Relationship Id="rId388" Type="http://schemas.openxmlformats.org/officeDocument/2006/relationships/image" Target="../media/image627.png"/><Relationship Id="rId85" Type="http://schemas.openxmlformats.org/officeDocument/2006/relationships/image" Target="../media/image478.png"/><Relationship Id="rId150" Type="http://schemas.openxmlformats.org/officeDocument/2006/relationships/customXml" Target="../ink/ink546.xml"/><Relationship Id="rId192" Type="http://schemas.openxmlformats.org/officeDocument/2006/relationships/image" Target="../media/image529.png"/><Relationship Id="rId206" Type="http://schemas.openxmlformats.org/officeDocument/2006/relationships/image" Target="../media/image536.png"/><Relationship Id="rId248" Type="http://schemas.openxmlformats.org/officeDocument/2006/relationships/image" Target="../media/image557.png"/><Relationship Id="rId12" Type="http://schemas.openxmlformats.org/officeDocument/2006/relationships/customXml" Target="../ink/ink477.xml"/><Relationship Id="rId108" Type="http://schemas.openxmlformats.org/officeDocument/2006/relationships/customXml" Target="../ink/ink525.xml"/><Relationship Id="rId315" Type="http://schemas.openxmlformats.org/officeDocument/2006/relationships/customXml" Target="../ink/ink629.xml"/><Relationship Id="rId357" Type="http://schemas.openxmlformats.org/officeDocument/2006/relationships/customXml" Target="../ink/ink650.xml"/><Relationship Id="rId54" Type="http://schemas.openxmlformats.org/officeDocument/2006/relationships/customXml" Target="../ink/ink498.xml"/><Relationship Id="rId96" Type="http://schemas.openxmlformats.org/officeDocument/2006/relationships/customXml" Target="../ink/ink519.xml"/><Relationship Id="rId161" Type="http://schemas.openxmlformats.org/officeDocument/2006/relationships/image" Target="../media/image514.png"/><Relationship Id="rId217" Type="http://schemas.openxmlformats.org/officeDocument/2006/relationships/customXml" Target="../ink/ink580.xml"/><Relationship Id="rId399" Type="http://schemas.openxmlformats.org/officeDocument/2006/relationships/customXml" Target="../ink/ink671.xml"/><Relationship Id="rId259" Type="http://schemas.openxmlformats.org/officeDocument/2006/relationships/customXml" Target="../ink/ink601.xml"/><Relationship Id="rId23" Type="http://schemas.openxmlformats.org/officeDocument/2006/relationships/image" Target="../media/image447.png"/><Relationship Id="rId119" Type="http://schemas.openxmlformats.org/officeDocument/2006/relationships/image" Target="../media/image493.png"/><Relationship Id="rId270" Type="http://schemas.openxmlformats.org/officeDocument/2006/relationships/image" Target="../media/image568.png"/><Relationship Id="rId326" Type="http://schemas.openxmlformats.org/officeDocument/2006/relationships/image" Target="../media/image596.png"/><Relationship Id="rId65" Type="http://schemas.openxmlformats.org/officeDocument/2006/relationships/image" Target="../media/image468.png"/><Relationship Id="rId130" Type="http://schemas.openxmlformats.org/officeDocument/2006/relationships/customXml" Target="../ink/ink536.xml"/><Relationship Id="rId368" Type="http://schemas.openxmlformats.org/officeDocument/2006/relationships/image" Target="../media/image617.png"/><Relationship Id="rId172" Type="http://schemas.openxmlformats.org/officeDocument/2006/relationships/customXml" Target="../ink/ink557.xml"/><Relationship Id="rId228" Type="http://schemas.openxmlformats.org/officeDocument/2006/relationships/image" Target="../media/image547.png"/><Relationship Id="rId281" Type="http://schemas.openxmlformats.org/officeDocument/2006/relationships/customXml" Target="../ink/ink612.xml"/><Relationship Id="rId337" Type="http://schemas.openxmlformats.org/officeDocument/2006/relationships/customXml" Target="../ink/ink640.xml"/><Relationship Id="rId34" Type="http://schemas.openxmlformats.org/officeDocument/2006/relationships/customXml" Target="../ink/ink488.xml"/><Relationship Id="rId76" Type="http://schemas.openxmlformats.org/officeDocument/2006/relationships/customXml" Target="../ink/ink509.xml"/><Relationship Id="rId141" Type="http://schemas.openxmlformats.org/officeDocument/2006/relationships/image" Target="../media/image504.png"/><Relationship Id="rId379" Type="http://schemas.openxmlformats.org/officeDocument/2006/relationships/customXml" Target="../ink/ink661.xml"/><Relationship Id="rId7" Type="http://schemas.openxmlformats.org/officeDocument/2006/relationships/image" Target="../media/image439.png"/><Relationship Id="rId183" Type="http://schemas.openxmlformats.org/officeDocument/2006/relationships/customXml" Target="../ink/ink563.xml"/><Relationship Id="rId239" Type="http://schemas.openxmlformats.org/officeDocument/2006/relationships/customXml" Target="../ink/ink591.xml"/><Relationship Id="rId390" Type="http://schemas.openxmlformats.org/officeDocument/2006/relationships/image" Target="../media/image628.png"/><Relationship Id="rId250" Type="http://schemas.openxmlformats.org/officeDocument/2006/relationships/image" Target="../media/image558.png"/><Relationship Id="rId292" Type="http://schemas.openxmlformats.org/officeDocument/2006/relationships/image" Target="../media/image579.png"/><Relationship Id="rId306" Type="http://schemas.openxmlformats.org/officeDocument/2006/relationships/image" Target="../media/image586.png"/><Relationship Id="rId45" Type="http://schemas.openxmlformats.org/officeDocument/2006/relationships/image" Target="../media/image458.png"/><Relationship Id="rId87" Type="http://schemas.openxmlformats.org/officeDocument/2006/relationships/image" Target="../media/image479.png"/><Relationship Id="rId110" Type="http://schemas.openxmlformats.org/officeDocument/2006/relationships/customXml" Target="../ink/ink526.xml"/><Relationship Id="rId348" Type="http://schemas.openxmlformats.org/officeDocument/2006/relationships/image" Target="../media/image607.png"/><Relationship Id="rId152" Type="http://schemas.openxmlformats.org/officeDocument/2006/relationships/customXml" Target="../ink/ink547.xml"/><Relationship Id="rId194" Type="http://schemas.openxmlformats.org/officeDocument/2006/relationships/image" Target="../media/image530.png"/><Relationship Id="rId208" Type="http://schemas.openxmlformats.org/officeDocument/2006/relationships/image" Target="../media/image537.png"/><Relationship Id="rId261" Type="http://schemas.openxmlformats.org/officeDocument/2006/relationships/customXml" Target="../ink/ink602.xml"/><Relationship Id="rId14" Type="http://schemas.openxmlformats.org/officeDocument/2006/relationships/customXml" Target="../ink/ink478.xml"/><Relationship Id="rId56" Type="http://schemas.openxmlformats.org/officeDocument/2006/relationships/customXml" Target="../ink/ink499.xml"/><Relationship Id="rId317" Type="http://schemas.openxmlformats.org/officeDocument/2006/relationships/customXml" Target="../ink/ink630.xml"/><Relationship Id="rId359" Type="http://schemas.openxmlformats.org/officeDocument/2006/relationships/customXml" Target="../ink/ink651.xml"/><Relationship Id="rId98" Type="http://schemas.openxmlformats.org/officeDocument/2006/relationships/customXml" Target="../ink/ink520.xml"/><Relationship Id="rId121" Type="http://schemas.openxmlformats.org/officeDocument/2006/relationships/image" Target="../media/image494.png"/><Relationship Id="rId163" Type="http://schemas.openxmlformats.org/officeDocument/2006/relationships/image" Target="../media/image515.png"/><Relationship Id="rId219" Type="http://schemas.openxmlformats.org/officeDocument/2006/relationships/customXml" Target="../ink/ink581.xml"/><Relationship Id="rId370" Type="http://schemas.openxmlformats.org/officeDocument/2006/relationships/image" Target="../media/image618.png"/><Relationship Id="rId230" Type="http://schemas.openxmlformats.org/officeDocument/2006/relationships/image" Target="../media/image548.png"/><Relationship Id="rId25" Type="http://schemas.openxmlformats.org/officeDocument/2006/relationships/image" Target="../media/image448.png"/><Relationship Id="rId67" Type="http://schemas.openxmlformats.org/officeDocument/2006/relationships/image" Target="../media/image469.png"/><Relationship Id="rId272" Type="http://schemas.openxmlformats.org/officeDocument/2006/relationships/image" Target="../media/image569.png"/><Relationship Id="rId328" Type="http://schemas.openxmlformats.org/officeDocument/2006/relationships/image" Target="../media/image597.png"/><Relationship Id="rId132" Type="http://schemas.openxmlformats.org/officeDocument/2006/relationships/customXml" Target="../ink/ink537.xml"/><Relationship Id="rId174" Type="http://schemas.openxmlformats.org/officeDocument/2006/relationships/customXml" Target="../ink/ink558.xml"/><Relationship Id="rId381" Type="http://schemas.openxmlformats.org/officeDocument/2006/relationships/customXml" Target="../ink/ink662.xml"/><Relationship Id="rId241" Type="http://schemas.openxmlformats.org/officeDocument/2006/relationships/customXml" Target="../ink/ink592.xml"/><Relationship Id="rId36" Type="http://schemas.openxmlformats.org/officeDocument/2006/relationships/customXml" Target="../ink/ink489.xml"/><Relationship Id="rId283" Type="http://schemas.openxmlformats.org/officeDocument/2006/relationships/customXml" Target="../ink/ink613.xml"/><Relationship Id="rId339" Type="http://schemas.openxmlformats.org/officeDocument/2006/relationships/customXml" Target="../ink/ink641.xml"/><Relationship Id="rId78" Type="http://schemas.openxmlformats.org/officeDocument/2006/relationships/customXml" Target="../ink/ink510.xml"/><Relationship Id="rId101" Type="http://schemas.openxmlformats.org/officeDocument/2006/relationships/image" Target="../media/image486.png"/><Relationship Id="rId143" Type="http://schemas.openxmlformats.org/officeDocument/2006/relationships/image" Target="../media/image505.png"/><Relationship Id="rId185" Type="http://schemas.openxmlformats.org/officeDocument/2006/relationships/customXml" Target="../ink/ink564.xml"/><Relationship Id="rId350" Type="http://schemas.openxmlformats.org/officeDocument/2006/relationships/image" Target="../media/image608.png"/><Relationship Id="rId9" Type="http://schemas.openxmlformats.org/officeDocument/2006/relationships/image" Target="../media/image440.png"/><Relationship Id="rId210" Type="http://schemas.openxmlformats.org/officeDocument/2006/relationships/image" Target="../media/image538.png"/><Relationship Id="rId392" Type="http://schemas.openxmlformats.org/officeDocument/2006/relationships/image" Target="../media/image629.png"/><Relationship Id="rId252" Type="http://schemas.openxmlformats.org/officeDocument/2006/relationships/image" Target="../media/image559.png"/><Relationship Id="rId294" Type="http://schemas.openxmlformats.org/officeDocument/2006/relationships/image" Target="../media/image580.png"/><Relationship Id="rId308" Type="http://schemas.openxmlformats.org/officeDocument/2006/relationships/image" Target="../media/image587.png"/><Relationship Id="rId47" Type="http://schemas.openxmlformats.org/officeDocument/2006/relationships/image" Target="../media/image459.png"/><Relationship Id="rId89" Type="http://schemas.openxmlformats.org/officeDocument/2006/relationships/image" Target="../media/image480.png"/><Relationship Id="rId112" Type="http://schemas.openxmlformats.org/officeDocument/2006/relationships/customXml" Target="../ink/ink527.xml"/><Relationship Id="rId154" Type="http://schemas.openxmlformats.org/officeDocument/2006/relationships/customXml" Target="../ink/ink548.xml"/><Relationship Id="rId361" Type="http://schemas.openxmlformats.org/officeDocument/2006/relationships/customXml" Target="../ink/ink652.xml"/><Relationship Id="rId196" Type="http://schemas.openxmlformats.org/officeDocument/2006/relationships/image" Target="../media/image531.png"/><Relationship Id="rId16" Type="http://schemas.openxmlformats.org/officeDocument/2006/relationships/customXml" Target="../ink/ink479.xml"/><Relationship Id="rId221" Type="http://schemas.openxmlformats.org/officeDocument/2006/relationships/customXml" Target="../ink/ink582.xml"/><Relationship Id="rId263" Type="http://schemas.openxmlformats.org/officeDocument/2006/relationships/customXml" Target="../ink/ink603.xml"/><Relationship Id="rId319" Type="http://schemas.openxmlformats.org/officeDocument/2006/relationships/customXml" Target="../ink/ink631.xml"/><Relationship Id="rId37" Type="http://schemas.openxmlformats.org/officeDocument/2006/relationships/image" Target="../media/image454.png"/><Relationship Id="rId58" Type="http://schemas.openxmlformats.org/officeDocument/2006/relationships/customXml" Target="../ink/ink500.xml"/><Relationship Id="rId79" Type="http://schemas.openxmlformats.org/officeDocument/2006/relationships/image" Target="../media/image475.png"/><Relationship Id="rId102" Type="http://schemas.openxmlformats.org/officeDocument/2006/relationships/customXml" Target="../ink/ink522.xml"/><Relationship Id="rId123" Type="http://schemas.openxmlformats.org/officeDocument/2006/relationships/image" Target="../media/image495.png"/><Relationship Id="rId144" Type="http://schemas.openxmlformats.org/officeDocument/2006/relationships/customXml" Target="../ink/ink543.xml"/><Relationship Id="rId330" Type="http://schemas.openxmlformats.org/officeDocument/2006/relationships/image" Target="../media/image598.png"/><Relationship Id="rId90" Type="http://schemas.openxmlformats.org/officeDocument/2006/relationships/customXml" Target="../ink/ink516.xml"/><Relationship Id="rId165" Type="http://schemas.openxmlformats.org/officeDocument/2006/relationships/image" Target="../media/image516.png"/><Relationship Id="rId186" Type="http://schemas.openxmlformats.org/officeDocument/2006/relationships/image" Target="../media/image526.png"/><Relationship Id="rId351" Type="http://schemas.openxmlformats.org/officeDocument/2006/relationships/customXml" Target="../ink/ink647.xml"/><Relationship Id="rId372" Type="http://schemas.openxmlformats.org/officeDocument/2006/relationships/image" Target="../media/image619.png"/><Relationship Id="rId393" Type="http://schemas.openxmlformats.org/officeDocument/2006/relationships/customXml" Target="../ink/ink668.xml"/><Relationship Id="rId211" Type="http://schemas.openxmlformats.org/officeDocument/2006/relationships/customXml" Target="../ink/ink577.xml"/><Relationship Id="rId232" Type="http://schemas.openxmlformats.org/officeDocument/2006/relationships/image" Target="../media/image549.png"/><Relationship Id="rId253" Type="http://schemas.openxmlformats.org/officeDocument/2006/relationships/customXml" Target="../ink/ink598.xml"/><Relationship Id="rId274" Type="http://schemas.openxmlformats.org/officeDocument/2006/relationships/image" Target="../media/image570.png"/><Relationship Id="rId295" Type="http://schemas.openxmlformats.org/officeDocument/2006/relationships/customXml" Target="../ink/ink619.xml"/><Relationship Id="rId309" Type="http://schemas.openxmlformats.org/officeDocument/2006/relationships/customXml" Target="../ink/ink626.xml"/><Relationship Id="rId27" Type="http://schemas.openxmlformats.org/officeDocument/2006/relationships/image" Target="../media/image449.png"/><Relationship Id="rId48" Type="http://schemas.openxmlformats.org/officeDocument/2006/relationships/customXml" Target="../ink/ink495.xml"/><Relationship Id="rId69" Type="http://schemas.openxmlformats.org/officeDocument/2006/relationships/image" Target="../media/image470.png"/><Relationship Id="rId113" Type="http://schemas.openxmlformats.org/officeDocument/2006/relationships/image" Target="../media/image314.png"/><Relationship Id="rId134" Type="http://schemas.openxmlformats.org/officeDocument/2006/relationships/customXml" Target="../ink/ink538.xml"/><Relationship Id="rId320" Type="http://schemas.openxmlformats.org/officeDocument/2006/relationships/image" Target="../media/image593.png"/><Relationship Id="rId80" Type="http://schemas.openxmlformats.org/officeDocument/2006/relationships/customXml" Target="../ink/ink511.xml"/><Relationship Id="rId155" Type="http://schemas.openxmlformats.org/officeDocument/2006/relationships/image" Target="../media/image511.png"/><Relationship Id="rId176" Type="http://schemas.openxmlformats.org/officeDocument/2006/relationships/customXml" Target="../ink/ink559.xml"/><Relationship Id="rId197" Type="http://schemas.openxmlformats.org/officeDocument/2006/relationships/customXml" Target="../ink/ink570.xml"/><Relationship Id="rId341" Type="http://schemas.openxmlformats.org/officeDocument/2006/relationships/customXml" Target="../ink/ink642.xml"/><Relationship Id="rId362" Type="http://schemas.openxmlformats.org/officeDocument/2006/relationships/image" Target="../media/image614.png"/><Relationship Id="rId383" Type="http://schemas.openxmlformats.org/officeDocument/2006/relationships/customXml" Target="../ink/ink663.xml"/><Relationship Id="rId201" Type="http://schemas.openxmlformats.org/officeDocument/2006/relationships/customXml" Target="../ink/ink572.xml"/><Relationship Id="rId222" Type="http://schemas.openxmlformats.org/officeDocument/2006/relationships/image" Target="../media/image544.png"/><Relationship Id="rId243" Type="http://schemas.openxmlformats.org/officeDocument/2006/relationships/customXml" Target="../ink/ink593.xml"/><Relationship Id="rId264" Type="http://schemas.openxmlformats.org/officeDocument/2006/relationships/image" Target="../media/image565.png"/><Relationship Id="rId285" Type="http://schemas.openxmlformats.org/officeDocument/2006/relationships/customXml" Target="../ink/ink614.xml"/><Relationship Id="rId17" Type="http://schemas.openxmlformats.org/officeDocument/2006/relationships/image" Target="../media/image444.png"/><Relationship Id="rId38" Type="http://schemas.openxmlformats.org/officeDocument/2006/relationships/customXml" Target="../ink/ink490.xml"/><Relationship Id="rId59" Type="http://schemas.openxmlformats.org/officeDocument/2006/relationships/image" Target="../media/image465.png"/><Relationship Id="rId103" Type="http://schemas.openxmlformats.org/officeDocument/2006/relationships/image" Target="../media/image487.png"/><Relationship Id="rId124" Type="http://schemas.openxmlformats.org/officeDocument/2006/relationships/customXml" Target="../ink/ink533.xml"/><Relationship Id="rId310" Type="http://schemas.openxmlformats.org/officeDocument/2006/relationships/image" Target="../media/image588.png"/><Relationship Id="rId70" Type="http://schemas.openxmlformats.org/officeDocument/2006/relationships/customXml" Target="../ink/ink506.xml"/><Relationship Id="rId91" Type="http://schemas.openxmlformats.org/officeDocument/2006/relationships/image" Target="../media/image481.png"/><Relationship Id="rId145" Type="http://schemas.openxmlformats.org/officeDocument/2006/relationships/image" Target="../media/image506.png"/><Relationship Id="rId166" Type="http://schemas.openxmlformats.org/officeDocument/2006/relationships/customXml" Target="../ink/ink554.xml"/><Relationship Id="rId187" Type="http://schemas.openxmlformats.org/officeDocument/2006/relationships/customXml" Target="../ink/ink565.xml"/><Relationship Id="rId331" Type="http://schemas.openxmlformats.org/officeDocument/2006/relationships/customXml" Target="../ink/ink637.xml"/><Relationship Id="rId352" Type="http://schemas.openxmlformats.org/officeDocument/2006/relationships/image" Target="../media/image609.png"/><Relationship Id="rId373" Type="http://schemas.openxmlformats.org/officeDocument/2006/relationships/customXml" Target="../ink/ink658.xml"/><Relationship Id="rId394" Type="http://schemas.openxmlformats.org/officeDocument/2006/relationships/image" Target="../media/image630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39.png"/><Relationship Id="rId233" Type="http://schemas.openxmlformats.org/officeDocument/2006/relationships/customXml" Target="../ink/ink588.xml"/><Relationship Id="rId254" Type="http://schemas.openxmlformats.org/officeDocument/2006/relationships/image" Target="../media/image560.png"/><Relationship Id="rId28" Type="http://schemas.openxmlformats.org/officeDocument/2006/relationships/customXml" Target="../ink/ink485.xml"/><Relationship Id="rId49" Type="http://schemas.openxmlformats.org/officeDocument/2006/relationships/image" Target="../media/image460.png"/><Relationship Id="rId114" Type="http://schemas.openxmlformats.org/officeDocument/2006/relationships/customXml" Target="../ink/ink528.xml"/><Relationship Id="rId275" Type="http://schemas.openxmlformats.org/officeDocument/2006/relationships/customXml" Target="../ink/ink609.xml"/><Relationship Id="rId296" Type="http://schemas.openxmlformats.org/officeDocument/2006/relationships/image" Target="../media/image581.png"/><Relationship Id="rId300" Type="http://schemas.openxmlformats.org/officeDocument/2006/relationships/image" Target="../media/image583.png"/><Relationship Id="rId60" Type="http://schemas.openxmlformats.org/officeDocument/2006/relationships/customXml" Target="../ink/ink501.xml"/><Relationship Id="rId81" Type="http://schemas.openxmlformats.org/officeDocument/2006/relationships/image" Target="../media/image476.png"/><Relationship Id="rId135" Type="http://schemas.openxmlformats.org/officeDocument/2006/relationships/image" Target="../media/image501.png"/><Relationship Id="rId156" Type="http://schemas.openxmlformats.org/officeDocument/2006/relationships/customXml" Target="../ink/ink549.xml"/><Relationship Id="rId177" Type="http://schemas.openxmlformats.org/officeDocument/2006/relationships/image" Target="../media/image522.png"/><Relationship Id="rId198" Type="http://schemas.openxmlformats.org/officeDocument/2006/relationships/image" Target="../media/image532.png"/><Relationship Id="rId321" Type="http://schemas.openxmlformats.org/officeDocument/2006/relationships/customXml" Target="../ink/ink632.xml"/><Relationship Id="rId342" Type="http://schemas.openxmlformats.org/officeDocument/2006/relationships/image" Target="../media/image604.png"/><Relationship Id="rId363" Type="http://schemas.openxmlformats.org/officeDocument/2006/relationships/customXml" Target="../ink/ink653.xml"/><Relationship Id="rId384" Type="http://schemas.openxmlformats.org/officeDocument/2006/relationships/image" Target="../media/image625.png"/><Relationship Id="rId202" Type="http://schemas.openxmlformats.org/officeDocument/2006/relationships/image" Target="../media/image534.png"/><Relationship Id="rId223" Type="http://schemas.openxmlformats.org/officeDocument/2006/relationships/customXml" Target="../ink/ink583.xml"/><Relationship Id="rId244" Type="http://schemas.openxmlformats.org/officeDocument/2006/relationships/image" Target="../media/image555.png"/><Relationship Id="rId18" Type="http://schemas.openxmlformats.org/officeDocument/2006/relationships/customXml" Target="../ink/ink480.xml"/><Relationship Id="rId39" Type="http://schemas.openxmlformats.org/officeDocument/2006/relationships/image" Target="../media/image455.png"/><Relationship Id="rId265" Type="http://schemas.openxmlformats.org/officeDocument/2006/relationships/customXml" Target="../ink/ink604.xml"/><Relationship Id="rId286" Type="http://schemas.openxmlformats.org/officeDocument/2006/relationships/image" Target="../media/image576.png"/><Relationship Id="rId50" Type="http://schemas.openxmlformats.org/officeDocument/2006/relationships/customXml" Target="../ink/ink496.xml"/><Relationship Id="rId104" Type="http://schemas.openxmlformats.org/officeDocument/2006/relationships/customXml" Target="../ink/ink523.xml"/><Relationship Id="rId125" Type="http://schemas.openxmlformats.org/officeDocument/2006/relationships/image" Target="../media/image496.png"/><Relationship Id="rId146" Type="http://schemas.openxmlformats.org/officeDocument/2006/relationships/customXml" Target="../ink/ink544.xml"/><Relationship Id="rId167" Type="http://schemas.openxmlformats.org/officeDocument/2006/relationships/image" Target="../media/image517.png"/><Relationship Id="rId188" Type="http://schemas.openxmlformats.org/officeDocument/2006/relationships/image" Target="../media/image527.png"/><Relationship Id="rId311" Type="http://schemas.openxmlformats.org/officeDocument/2006/relationships/customXml" Target="../ink/ink627.xml"/><Relationship Id="rId332" Type="http://schemas.openxmlformats.org/officeDocument/2006/relationships/image" Target="../media/image599.png"/><Relationship Id="rId353" Type="http://schemas.openxmlformats.org/officeDocument/2006/relationships/customXml" Target="../ink/ink648.xml"/><Relationship Id="rId374" Type="http://schemas.openxmlformats.org/officeDocument/2006/relationships/image" Target="../media/image620.png"/><Relationship Id="rId395" Type="http://schemas.openxmlformats.org/officeDocument/2006/relationships/customXml" Target="../ink/ink669.xml"/><Relationship Id="rId71" Type="http://schemas.openxmlformats.org/officeDocument/2006/relationships/image" Target="../media/image471.png"/><Relationship Id="rId92" Type="http://schemas.openxmlformats.org/officeDocument/2006/relationships/customXml" Target="../ink/ink517.xml"/><Relationship Id="rId213" Type="http://schemas.openxmlformats.org/officeDocument/2006/relationships/customXml" Target="../ink/ink578.xml"/><Relationship Id="rId234" Type="http://schemas.openxmlformats.org/officeDocument/2006/relationships/image" Target="../media/image550.png"/><Relationship Id="rId2" Type="http://schemas.openxmlformats.org/officeDocument/2006/relationships/customXml" Target="../ink/ink472.xml"/><Relationship Id="rId29" Type="http://schemas.openxmlformats.org/officeDocument/2006/relationships/image" Target="../media/image450.png"/><Relationship Id="rId255" Type="http://schemas.openxmlformats.org/officeDocument/2006/relationships/customXml" Target="../ink/ink599.xml"/><Relationship Id="rId276" Type="http://schemas.openxmlformats.org/officeDocument/2006/relationships/image" Target="../media/image571.png"/><Relationship Id="rId297" Type="http://schemas.openxmlformats.org/officeDocument/2006/relationships/customXml" Target="../ink/ink620.xml"/><Relationship Id="rId40" Type="http://schemas.openxmlformats.org/officeDocument/2006/relationships/customXml" Target="../ink/ink491.xml"/><Relationship Id="rId115" Type="http://schemas.openxmlformats.org/officeDocument/2006/relationships/image" Target="../media/image491.png"/><Relationship Id="rId136" Type="http://schemas.openxmlformats.org/officeDocument/2006/relationships/customXml" Target="../ink/ink539.xml"/><Relationship Id="rId157" Type="http://schemas.openxmlformats.org/officeDocument/2006/relationships/image" Target="../media/image512.png"/><Relationship Id="rId178" Type="http://schemas.openxmlformats.org/officeDocument/2006/relationships/customXml" Target="../ink/ink560.xml"/><Relationship Id="rId301" Type="http://schemas.openxmlformats.org/officeDocument/2006/relationships/customXml" Target="../ink/ink622.xml"/><Relationship Id="rId322" Type="http://schemas.openxmlformats.org/officeDocument/2006/relationships/image" Target="../media/image594.png"/><Relationship Id="rId343" Type="http://schemas.openxmlformats.org/officeDocument/2006/relationships/customXml" Target="../ink/ink643.xml"/><Relationship Id="rId364" Type="http://schemas.openxmlformats.org/officeDocument/2006/relationships/image" Target="../media/image615.png"/><Relationship Id="rId61" Type="http://schemas.openxmlformats.org/officeDocument/2006/relationships/image" Target="../media/image466.png"/><Relationship Id="rId82" Type="http://schemas.openxmlformats.org/officeDocument/2006/relationships/customXml" Target="../ink/ink512.xml"/><Relationship Id="rId199" Type="http://schemas.openxmlformats.org/officeDocument/2006/relationships/customXml" Target="../ink/ink571.xml"/><Relationship Id="rId203" Type="http://schemas.openxmlformats.org/officeDocument/2006/relationships/customXml" Target="../ink/ink573.xml"/><Relationship Id="rId385" Type="http://schemas.openxmlformats.org/officeDocument/2006/relationships/customXml" Target="../ink/ink664.xml"/><Relationship Id="rId19" Type="http://schemas.openxmlformats.org/officeDocument/2006/relationships/image" Target="../media/image445.png"/><Relationship Id="rId224" Type="http://schemas.openxmlformats.org/officeDocument/2006/relationships/image" Target="../media/image545.png"/><Relationship Id="rId245" Type="http://schemas.openxmlformats.org/officeDocument/2006/relationships/customXml" Target="../ink/ink594.xml"/><Relationship Id="rId266" Type="http://schemas.openxmlformats.org/officeDocument/2006/relationships/image" Target="../media/image566.png"/><Relationship Id="rId287" Type="http://schemas.openxmlformats.org/officeDocument/2006/relationships/customXml" Target="../ink/ink615.xml"/><Relationship Id="rId30" Type="http://schemas.openxmlformats.org/officeDocument/2006/relationships/customXml" Target="../ink/ink486.xml"/><Relationship Id="rId105" Type="http://schemas.openxmlformats.org/officeDocument/2006/relationships/image" Target="../media/image488.png"/><Relationship Id="rId126" Type="http://schemas.openxmlformats.org/officeDocument/2006/relationships/customXml" Target="../ink/ink534.xml"/><Relationship Id="rId147" Type="http://schemas.openxmlformats.org/officeDocument/2006/relationships/image" Target="../media/image507.png"/><Relationship Id="rId168" Type="http://schemas.openxmlformats.org/officeDocument/2006/relationships/customXml" Target="../ink/ink555.xml"/><Relationship Id="rId312" Type="http://schemas.openxmlformats.org/officeDocument/2006/relationships/image" Target="../media/image589.png"/><Relationship Id="rId333" Type="http://schemas.openxmlformats.org/officeDocument/2006/relationships/customXml" Target="../ink/ink638.xml"/><Relationship Id="rId354" Type="http://schemas.openxmlformats.org/officeDocument/2006/relationships/image" Target="../media/image610.png"/><Relationship Id="rId51" Type="http://schemas.openxmlformats.org/officeDocument/2006/relationships/image" Target="../media/image461.png"/><Relationship Id="rId72" Type="http://schemas.openxmlformats.org/officeDocument/2006/relationships/customXml" Target="../ink/ink507.xml"/><Relationship Id="rId93" Type="http://schemas.openxmlformats.org/officeDocument/2006/relationships/image" Target="../media/image482.png"/><Relationship Id="rId189" Type="http://schemas.openxmlformats.org/officeDocument/2006/relationships/customXml" Target="../ink/ink566.xml"/><Relationship Id="rId375" Type="http://schemas.openxmlformats.org/officeDocument/2006/relationships/customXml" Target="../ink/ink659.xml"/><Relationship Id="rId396" Type="http://schemas.openxmlformats.org/officeDocument/2006/relationships/image" Target="../media/image631.png"/><Relationship Id="rId3" Type="http://schemas.openxmlformats.org/officeDocument/2006/relationships/image" Target="../media/image437.png"/><Relationship Id="rId214" Type="http://schemas.openxmlformats.org/officeDocument/2006/relationships/image" Target="../media/image540.png"/><Relationship Id="rId235" Type="http://schemas.openxmlformats.org/officeDocument/2006/relationships/customXml" Target="../ink/ink589.xml"/><Relationship Id="rId256" Type="http://schemas.openxmlformats.org/officeDocument/2006/relationships/image" Target="../media/image561.png"/><Relationship Id="rId277" Type="http://schemas.openxmlformats.org/officeDocument/2006/relationships/customXml" Target="../ink/ink610.xml"/><Relationship Id="rId298" Type="http://schemas.openxmlformats.org/officeDocument/2006/relationships/image" Target="../media/image582.png"/><Relationship Id="rId400" Type="http://schemas.openxmlformats.org/officeDocument/2006/relationships/image" Target="../media/image633.png"/><Relationship Id="rId116" Type="http://schemas.openxmlformats.org/officeDocument/2006/relationships/customXml" Target="../ink/ink529.xml"/><Relationship Id="rId137" Type="http://schemas.openxmlformats.org/officeDocument/2006/relationships/image" Target="../media/image502.png"/><Relationship Id="rId158" Type="http://schemas.openxmlformats.org/officeDocument/2006/relationships/customXml" Target="../ink/ink550.xml"/><Relationship Id="rId302" Type="http://schemas.openxmlformats.org/officeDocument/2006/relationships/image" Target="../media/image584.png"/><Relationship Id="rId323" Type="http://schemas.openxmlformats.org/officeDocument/2006/relationships/customXml" Target="../ink/ink633.xml"/><Relationship Id="rId344" Type="http://schemas.openxmlformats.org/officeDocument/2006/relationships/image" Target="../media/image605.png"/><Relationship Id="rId20" Type="http://schemas.openxmlformats.org/officeDocument/2006/relationships/customXml" Target="../ink/ink481.xml"/><Relationship Id="rId41" Type="http://schemas.openxmlformats.org/officeDocument/2006/relationships/image" Target="../media/image456.png"/><Relationship Id="rId62" Type="http://schemas.openxmlformats.org/officeDocument/2006/relationships/customXml" Target="../ink/ink502.xml"/><Relationship Id="rId83" Type="http://schemas.openxmlformats.org/officeDocument/2006/relationships/image" Target="../media/image477.png"/><Relationship Id="rId179" Type="http://schemas.openxmlformats.org/officeDocument/2006/relationships/image" Target="../media/image523.png"/><Relationship Id="rId365" Type="http://schemas.openxmlformats.org/officeDocument/2006/relationships/customXml" Target="../ink/ink654.xml"/><Relationship Id="rId386" Type="http://schemas.openxmlformats.org/officeDocument/2006/relationships/image" Target="../media/image626.png"/><Relationship Id="rId190" Type="http://schemas.openxmlformats.org/officeDocument/2006/relationships/image" Target="../media/image528.png"/><Relationship Id="rId204" Type="http://schemas.openxmlformats.org/officeDocument/2006/relationships/image" Target="../media/image535.png"/><Relationship Id="rId225" Type="http://schemas.openxmlformats.org/officeDocument/2006/relationships/customXml" Target="../ink/ink584.xml"/><Relationship Id="rId246" Type="http://schemas.openxmlformats.org/officeDocument/2006/relationships/image" Target="../media/image556.png"/><Relationship Id="rId267" Type="http://schemas.openxmlformats.org/officeDocument/2006/relationships/customXml" Target="../ink/ink605.xml"/><Relationship Id="rId288" Type="http://schemas.openxmlformats.org/officeDocument/2006/relationships/image" Target="../media/image577.png"/><Relationship Id="rId106" Type="http://schemas.openxmlformats.org/officeDocument/2006/relationships/customXml" Target="../ink/ink524.xml"/><Relationship Id="rId127" Type="http://schemas.openxmlformats.org/officeDocument/2006/relationships/image" Target="../media/image497.png"/><Relationship Id="rId313" Type="http://schemas.openxmlformats.org/officeDocument/2006/relationships/customXml" Target="../ink/ink628.xml"/><Relationship Id="rId10" Type="http://schemas.openxmlformats.org/officeDocument/2006/relationships/customXml" Target="../ink/ink476.xml"/><Relationship Id="rId31" Type="http://schemas.openxmlformats.org/officeDocument/2006/relationships/image" Target="../media/image451.png"/><Relationship Id="rId52" Type="http://schemas.openxmlformats.org/officeDocument/2006/relationships/customXml" Target="../ink/ink497.xml"/><Relationship Id="rId73" Type="http://schemas.openxmlformats.org/officeDocument/2006/relationships/image" Target="../media/image472.png"/><Relationship Id="rId94" Type="http://schemas.openxmlformats.org/officeDocument/2006/relationships/customXml" Target="../ink/ink518.xml"/><Relationship Id="rId148" Type="http://schemas.openxmlformats.org/officeDocument/2006/relationships/customXml" Target="../ink/ink545.xml"/><Relationship Id="rId169" Type="http://schemas.openxmlformats.org/officeDocument/2006/relationships/image" Target="../media/image518.png"/><Relationship Id="rId334" Type="http://schemas.openxmlformats.org/officeDocument/2006/relationships/image" Target="../media/image600.png"/><Relationship Id="rId355" Type="http://schemas.openxmlformats.org/officeDocument/2006/relationships/customXml" Target="../ink/ink649.xml"/><Relationship Id="rId376" Type="http://schemas.openxmlformats.org/officeDocument/2006/relationships/image" Target="../media/image621.png"/><Relationship Id="rId397" Type="http://schemas.openxmlformats.org/officeDocument/2006/relationships/customXml" Target="../ink/ink670.xml"/><Relationship Id="rId4" Type="http://schemas.openxmlformats.org/officeDocument/2006/relationships/customXml" Target="../ink/ink473.xml"/><Relationship Id="rId180" Type="http://schemas.openxmlformats.org/officeDocument/2006/relationships/customXml" Target="../ink/ink561.xml"/><Relationship Id="rId215" Type="http://schemas.openxmlformats.org/officeDocument/2006/relationships/customXml" Target="../ink/ink579.xml"/><Relationship Id="rId236" Type="http://schemas.openxmlformats.org/officeDocument/2006/relationships/image" Target="../media/image551.png"/><Relationship Id="rId257" Type="http://schemas.openxmlformats.org/officeDocument/2006/relationships/customXml" Target="../ink/ink600.xml"/><Relationship Id="rId278" Type="http://schemas.openxmlformats.org/officeDocument/2006/relationships/image" Target="../media/image572.png"/><Relationship Id="rId303" Type="http://schemas.openxmlformats.org/officeDocument/2006/relationships/customXml" Target="../ink/ink623.xml"/><Relationship Id="rId42" Type="http://schemas.openxmlformats.org/officeDocument/2006/relationships/customXml" Target="../ink/ink492.xml"/><Relationship Id="rId84" Type="http://schemas.openxmlformats.org/officeDocument/2006/relationships/customXml" Target="../ink/ink513.xml"/><Relationship Id="rId138" Type="http://schemas.openxmlformats.org/officeDocument/2006/relationships/customXml" Target="../ink/ink540.xml"/><Relationship Id="rId345" Type="http://schemas.openxmlformats.org/officeDocument/2006/relationships/customXml" Target="../ink/ink644.xml"/><Relationship Id="rId387" Type="http://schemas.openxmlformats.org/officeDocument/2006/relationships/customXml" Target="../ink/ink665.xml"/><Relationship Id="rId191" Type="http://schemas.openxmlformats.org/officeDocument/2006/relationships/customXml" Target="../ink/ink567.xml"/><Relationship Id="rId205" Type="http://schemas.openxmlformats.org/officeDocument/2006/relationships/customXml" Target="../ink/ink574.xml"/><Relationship Id="rId247" Type="http://schemas.openxmlformats.org/officeDocument/2006/relationships/customXml" Target="../ink/ink595.xml"/><Relationship Id="rId107" Type="http://schemas.openxmlformats.org/officeDocument/2006/relationships/image" Target="../media/image489.png"/><Relationship Id="rId289" Type="http://schemas.openxmlformats.org/officeDocument/2006/relationships/customXml" Target="../ink/ink616.xml"/><Relationship Id="rId11" Type="http://schemas.openxmlformats.org/officeDocument/2006/relationships/image" Target="../media/image441.png"/><Relationship Id="rId53" Type="http://schemas.openxmlformats.org/officeDocument/2006/relationships/image" Target="../media/image462.png"/><Relationship Id="rId149" Type="http://schemas.openxmlformats.org/officeDocument/2006/relationships/image" Target="../media/image508.png"/><Relationship Id="rId314" Type="http://schemas.openxmlformats.org/officeDocument/2006/relationships/image" Target="../media/image590.png"/><Relationship Id="rId356" Type="http://schemas.openxmlformats.org/officeDocument/2006/relationships/image" Target="../media/image611.png"/><Relationship Id="rId398" Type="http://schemas.openxmlformats.org/officeDocument/2006/relationships/image" Target="../media/image632.png"/><Relationship Id="rId95" Type="http://schemas.openxmlformats.org/officeDocument/2006/relationships/image" Target="../media/image483.png"/><Relationship Id="rId160" Type="http://schemas.openxmlformats.org/officeDocument/2006/relationships/customXml" Target="../ink/ink551.xml"/><Relationship Id="rId216" Type="http://schemas.openxmlformats.org/officeDocument/2006/relationships/image" Target="../media/image541.png"/><Relationship Id="rId258" Type="http://schemas.openxmlformats.org/officeDocument/2006/relationships/image" Target="../media/image562.png"/><Relationship Id="rId22" Type="http://schemas.openxmlformats.org/officeDocument/2006/relationships/customXml" Target="../ink/ink482.xml"/><Relationship Id="rId64" Type="http://schemas.openxmlformats.org/officeDocument/2006/relationships/customXml" Target="../ink/ink503.xml"/><Relationship Id="rId118" Type="http://schemas.openxmlformats.org/officeDocument/2006/relationships/customXml" Target="../ink/ink530.xml"/><Relationship Id="rId325" Type="http://schemas.openxmlformats.org/officeDocument/2006/relationships/customXml" Target="../ink/ink634.xml"/><Relationship Id="rId367" Type="http://schemas.openxmlformats.org/officeDocument/2006/relationships/customXml" Target="../ink/ink655.xml"/><Relationship Id="rId171" Type="http://schemas.openxmlformats.org/officeDocument/2006/relationships/image" Target="../media/image519.png"/><Relationship Id="rId227" Type="http://schemas.openxmlformats.org/officeDocument/2006/relationships/customXml" Target="../ink/ink585.xml"/><Relationship Id="rId269" Type="http://schemas.openxmlformats.org/officeDocument/2006/relationships/customXml" Target="../ink/ink606.xml"/><Relationship Id="rId33" Type="http://schemas.openxmlformats.org/officeDocument/2006/relationships/image" Target="../media/image452.png"/><Relationship Id="rId129" Type="http://schemas.openxmlformats.org/officeDocument/2006/relationships/image" Target="../media/image498.png"/><Relationship Id="rId280" Type="http://schemas.openxmlformats.org/officeDocument/2006/relationships/image" Target="../media/image573.png"/><Relationship Id="rId336" Type="http://schemas.openxmlformats.org/officeDocument/2006/relationships/image" Target="../media/image601.png"/><Relationship Id="rId75" Type="http://schemas.openxmlformats.org/officeDocument/2006/relationships/image" Target="../media/image473.png"/><Relationship Id="rId140" Type="http://schemas.openxmlformats.org/officeDocument/2006/relationships/customXml" Target="../ink/ink541.xml"/><Relationship Id="rId182" Type="http://schemas.openxmlformats.org/officeDocument/2006/relationships/image" Target="../media/image524.png"/><Relationship Id="rId378" Type="http://schemas.openxmlformats.org/officeDocument/2006/relationships/image" Target="../media/image622.png"/><Relationship Id="rId6" Type="http://schemas.openxmlformats.org/officeDocument/2006/relationships/customXml" Target="../ink/ink474.xml"/><Relationship Id="rId238" Type="http://schemas.openxmlformats.org/officeDocument/2006/relationships/image" Target="../media/image552.png"/><Relationship Id="rId291" Type="http://schemas.openxmlformats.org/officeDocument/2006/relationships/customXml" Target="../ink/ink617.xml"/><Relationship Id="rId305" Type="http://schemas.openxmlformats.org/officeDocument/2006/relationships/customXml" Target="../ink/ink624.xml"/><Relationship Id="rId347" Type="http://schemas.openxmlformats.org/officeDocument/2006/relationships/customXml" Target="../ink/ink645.xml"/><Relationship Id="rId44" Type="http://schemas.openxmlformats.org/officeDocument/2006/relationships/customXml" Target="../ink/ink493.xml"/><Relationship Id="rId86" Type="http://schemas.openxmlformats.org/officeDocument/2006/relationships/customXml" Target="../ink/ink514.xml"/><Relationship Id="rId151" Type="http://schemas.openxmlformats.org/officeDocument/2006/relationships/image" Target="../media/image509.png"/><Relationship Id="rId389" Type="http://schemas.openxmlformats.org/officeDocument/2006/relationships/customXml" Target="../ink/ink666.xml"/><Relationship Id="rId193" Type="http://schemas.openxmlformats.org/officeDocument/2006/relationships/customXml" Target="../ink/ink568.xml"/><Relationship Id="rId207" Type="http://schemas.openxmlformats.org/officeDocument/2006/relationships/customXml" Target="../ink/ink575.xml"/><Relationship Id="rId249" Type="http://schemas.openxmlformats.org/officeDocument/2006/relationships/customXml" Target="../ink/ink596.xml"/><Relationship Id="rId13" Type="http://schemas.openxmlformats.org/officeDocument/2006/relationships/image" Target="../media/image442.png"/><Relationship Id="rId109" Type="http://schemas.openxmlformats.org/officeDocument/2006/relationships/image" Target="../media/image322.png"/><Relationship Id="rId260" Type="http://schemas.openxmlformats.org/officeDocument/2006/relationships/image" Target="../media/image563.png"/><Relationship Id="rId316" Type="http://schemas.openxmlformats.org/officeDocument/2006/relationships/image" Target="../media/image591.png"/><Relationship Id="rId55" Type="http://schemas.openxmlformats.org/officeDocument/2006/relationships/image" Target="../media/image463.png"/><Relationship Id="rId97" Type="http://schemas.openxmlformats.org/officeDocument/2006/relationships/image" Target="../media/image484.png"/><Relationship Id="rId120" Type="http://schemas.openxmlformats.org/officeDocument/2006/relationships/customXml" Target="../ink/ink531.xml"/><Relationship Id="rId358" Type="http://schemas.openxmlformats.org/officeDocument/2006/relationships/image" Target="../media/image612.png"/><Relationship Id="rId162" Type="http://schemas.openxmlformats.org/officeDocument/2006/relationships/customXml" Target="../ink/ink552.xml"/><Relationship Id="rId218" Type="http://schemas.openxmlformats.org/officeDocument/2006/relationships/image" Target="../media/image542.png"/><Relationship Id="rId271" Type="http://schemas.openxmlformats.org/officeDocument/2006/relationships/customXml" Target="../ink/ink607.xml"/><Relationship Id="rId24" Type="http://schemas.openxmlformats.org/officeDocument/2006/relationships/customXml" Target="../ink/ink483.xml"/><Relationship Id="rId66" Type="http://schemas.openxmlformats.org/officeDocument/2006/relationships/customXml" Target="../ink/ink504.xml"/><Relationship Id="rId131" Type="http://schemas.openxmlformats.org/officeDocument/2006/relationships/image" Target="../media/image499.png"/><Relationship Id="rId327" Type="http://schemas.openxmlformats.org/officeDocument/2006/relationships/customXml" Target="../ink/ink635.xml"/><Relationship Id="rId369" Type="http://schemas.openxmlformats.org/officeDocument/2006/relationships/customXml" Target="../ink/ink656.xml"/><Relationship Id="rId173" Type="http://schemas.openxmlformats.org/officeDocument/2006/relationships/image" Target="../media/image520.png"/><Relationship Id="rId229" Type="http://schemas.openxmlformats.org/officeDocument/2006/relationships/customXml" Target="../ink/ink586.xml"/><Relationship Id="rId380" Type="http://schemas.openxmlformats.org/officeDocument/2006/relationships/image" Target="../media/image623.png"/><Relationship Id="rId240" Type="http://schemas.openxmlformats.org/officeDocument/2006/relationships/image" Target="../media/image553.png"/><Relationship Id="rId35" Type="http://schemas.openxmlformats.org/officeDocument/2006/relationships/image" Target="../media/image453.png"/><Relationship Id="rId77" Type="http://schemas.openxmlformats.org/officeDocument/2006/relationships/image" Target="../media/image474.png"/><Relationship Id="rId100" Type="http://schemas.openxmlformats.org/officeDocument/2006/relationships/customXml" Target="../ink/ink521.xml"/><Relationship Id="rId282" Type="http://schemas.openxmlformats.org/officeDocument/2006/relationships/image" Target="../media/image574.png"/><Relationship Id="rId338" Type="http://schemas.openxmlformats.org/officeDocument/2006/relationships/image" Target="../media/image602.png"/><Relationship Id="rId8" Type="http://schemas.openxmlformats.org/officeDocument/2006/relationships/customXml" Target="../ink/ink475.xml"/><Relationship Id="rId142" Type="http://schemas.openxmlformats.org/officeDocument/2006/relationships/customXml" Target="../ink/ink542.xml"/><Relationship Id="rId184" Type="http://schemas.openxmlformats.org/officeDocument/2006/relationships/image" Target="../media/image525.png"/><Relationship Id="rId391" Type="http://schemas.openxmlformats.org/officeDocument/2006/relationships/customXml" Target="../ink/ink667.xml"/><Relationship Id="rId251" Type="http://schemas.openxmlformats.org/officeDocument/2006/relationships/customXml" Target="../ink/ink597.xml"/><Relationship Id="rId46" Type="http://schemas.openxmlformats.org/officeDocument/2006/relationships/customXml" Target="../ink/ink494.xml"/><Relationship Id="rId293" Type="http://schemas.openxmlformats.org/officeDocument/2006/relationships/customXml" Target="../ink/ink618.xml"/><Relationship Id="rId307" Type="http://schemas.openxmlformats.org/officeDocument/2006/relationships/customXml" Target="../ink/ink625.xml"/><Relationship Id="rId349" Type="http://schemas.openxmlformats.org/officeDocument/2006/relationships/customXml" Target="../ink/ink646.xml"/><Relationship Id="rId88" Type="http://schemas.openxmlformats.org/officeDocument/2006/relationships/customXml" Target="../ink/ink515.xml"/><Relationship Id="rId111" Type="http://schemas.openxmlformats.org/officeDocument/2006/relationships/image" Target="../media/image490.png"/><Relationship Id="rId153" Type="http://schemas.openxmlformats.org/officeDocument/2006/relationships/image" Target="../media/image510.png"/><Relationship Id="rId195" Type="http://schemas.openxmlformats.org/officeDocument/2006/relationships/customXml" Target="../ink/ink569.xml"/><Relationship Id="rId209" Type="http://schemas.openxmlformats.org/officeDocument/2006/relationships/customXml" Target="../ink/ink576.xml"/><Relationship Id="rId360" Type="http://schemas.openxmlformats.org/officeDocument/2006/relationships/image" Target="../media/image613.png"/><Relationship Id="rId220" Type="http://schemas.openxmlformats.org/officeDocument/2006/relationships/image" Target="../media/image543.png"/><Relationship Id="rId15" Type="http://schemas.openxmlformats.org/officeDocument/2006/relationships/image" Target="../media/image443.png"/><Relationship Id="rId57" Type="http://schemas.openxmlformats.org/officeDocument/2006/relationships/image" Target="../media/image464.png"/><Relationship Id="rId262" Type="http://schemas.openxmlformats.org/officeDocument/2006/relationships/image" Target="../media/image564.png"/><Relationship Id="rId318" Type="http://schemas.openxmlformats.org/officeDocument/2006/relationships/image" Target="../media/image592.png"/><Relationship Id="rId99" Type="http://schemas.openxmlformats.org/officeDocument/2006/relationships/image" Target="../media/image485.png"/><Relationship Id="rId122" Type="http://schemas.openxmlformats.org/officeDocument/2006/relationships/customXml" Target="../ink/ink532.xml"/><Relationship Id="rId164" Type="http://schemas.openxmlformats.org/officeDocument/2006/relationships/customXml" Target="../ink/ink553.xml"/><Relationship Id="rId371" Type="http://schemas.openxmlformats.org/officeDocument/2006/relationships/customXml" Target="../ink/ink657.xml"/><Relationship Id="rId26" Type="http://schemas.openxmlformats.org/officeDocument/2006/relationships/customXml" Target="../ink/ink484.xml"/><Relationship Id="rId231" Type="http://schemas.openxmlformats.org/officeDocument/2006/relationships/customXml" Target="../ink/ink587.xml"/><Relationship Id="rId273" Type="http://schemas.openxmlformats.org/officeDocument/2006/relationships/customXml" Target="../ink/ink608.xml"/><Relationship Id="rId329" Type="http://schemas.openxmlformats.org/officeDocument/2006/relationships/customXml" Target="../ink/ink636.xml"/><Relationship Id="rId68" Type="http://schemas.openxmlformats.org/officeDocument/2006/relationships/customXml" Target="../ink/ink505.xml"/><Relationship Id="rId133" Type="http://schemas.openxmlformats.org/officeDocument/2006/relationships/image" Target="../media/image500.png"/><Relationship Id="rId175" Type="http://schemas.openxmlformats.org/officeDocument/2006/relationships/image" Target="../media/image521.png"/><Relationship Id="rId340" Type="http://schemas.openxmlformats.org/officeDocument/2006/relationships/image" Target="../media/image603.png"/><Relationship Id="rId200" Type="http://schemas.openxmlformats.org/officeDocument/2006/relationships/image" Target="../media/image533.png"/><Relationship Id="rId382" Type="http://schemas.openxmlformats.org/officeDocument/2006/relationships/image" Target="../media/image624.png"/><Relationship Id="rId242" Type="http://schemas.openxmlformats.org/officeDocument/2006/relationships/image" Target="../media/image554.png"/><Relationship Id="rId284" Type="http://schemas.openxmlformats.org/officeDocument/2006/relationships/image" Target="../media/image575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84.xml"/><Relationship Id="rId21" Type="http://schemas.openxmlformats.org/officeDocument/2006/relationships/image" Target="../media/image462.png"/><Relationship Id="rId42" Type="http://schemas.openxmlformats.org/officeDocument/2006/relationships/customXml" Target="../ink/ink692.xml"/><Relationship Id="rId47" Type="http://schemas.openxmlformats.org/officeDocument/2006/relationships/image" Target="../media/image475.png"/><Relationship Id="rId63" Type="http://schemas.openxmlformats.org/officeDocument/2006/relationships/image" Target="../media/image642.png"/><Relationship Id="rId68" Type="http://schemas.openxmlformats.org/officeDocument/2006/relationships/customXml" Target="../ink/ink705.xml"/><Relationship Id="rId7" Type="http://schemas.openxmlformats.org/officeDocument/2006/relationships/image" Target="../media/image634.png"/><Relationship Id="rId71" Type="http://schemas.openxmlformats.org/officeDocument/2006/relationships/image" Target="../media/image646.png"/><Relationship Id="rId2" Type="http://schemas.openxmlformats.org/officeDocument/2006/relationships/customXml" Target="../ink/ink672.xml"/><Relationship Id="rId16" Type="http://schemas.openxmlformats.org/officeDocument/2006/relationships/customXml" Target="../ink/ink679.xml"/><Relationship Id="rId29" Type="http://schemas.openxmlformats.org/officeDocument/2006/relationships/image" Target="../media/image466.png"/><Relationship Id="rId11" Type="http://schemas.openxmlformats.org/officeDocument/2006/relationships/image" Target="../media/image455.png"/><Relationship Id="rId24" Type="http://schemas.openxmlformats.org/officeDocument/2006/relationships/customXml" Target="../ink/ink683.xml"/><Relationship Id="rId32" Type="http://schemas.openxmlformats.org/officeDocument/2006/relationships/customXml" Target="../ink/ink687.xml"/><Relationship Id="rId37" Type="http://schemas.openxmlformats.org/officeDocument/2006/relationships/image" Target="../media/image470.png"/><Relationship Id="rId40" Type="http://schemas.openxmlformats.org/officeDocument/2006/relationships/customXml" Target="../ink/ink691.xml"/><Relationship Id="rId45" Type="http://schemas.openxmlformats.org/officeDocument/2006/relationships/image" Target="../media/image474.png"/><Relationship Id="rId53" Type="http://schemas.openxmlformats.org/officeDocument/2006/relationships/image" Target="../media/image637.png"/><Relationship Id="rId58" Type="http://schemas.openxmlformats.org/officeDocument/2006/relationships/customXml" Target="../ink/ink700.xml"/><Relationship Id="rId66" Type="http://schemas.openxmlformats.org/officeDocument/2006/relationships/customXml" Target="../ink/ink704.xml"/><Relationship Id="rId5" Type="http://schemas.openxmlformats.org/officeDocument/2006/relationships/image" Target="../media/image453.png"/><Relationship Id="rId61" Type="http://schemas.openxmlformats.org/officeDocument/2006/relationships/image" Target="../media/image641.png"/><Relationship Id="rId19" Type="http://schemas.openxmlformats.org/officeDocument/2006/relationships/image" Target="../media/image461.png"/><Relationship Id="rId14" Type="http://schemas.openxmlformats.org/officeDocument/2006/relationships/customXml" Target="../ink/ink678.xml"/><Relationship Id="rId22" Type="http://schemas.openxmlformats.org/officeDocument/2006/relationships/customXml" Target="../ink/ink682.xml"/><Relationship Id="rId27" Type="http://schemas.openxmlformats.org/officeDocument/2006/relationships/image" Target="../media/image465.png"/><Relationship Id="rId30" Type="http://schemas.openxmlformats.org/officeDocument/2006/relationships/customXml" Target="../ink/ink686.xml"/><Relationship Id="rId35" Type="http://schemas.openxmlformats.org/officeDocument/2006/relationships/image" Target="../media/image469.png"/><Relationship Id="rId43" Type="http://schemas.openxmlformats.org/officeDocument/2006/relationships/image" Target="../media/image473.png"/><Relationship Id="rId48" Type="http://schemas.openxmlformats.org/officeDocument/2006/relationships/customXml" Target="../ink/ink695.xml"/><Relationship Id="rId56" Type="http://schemas.openxmlformats.org/officeDocument/2006/relationships/customXml" Target="../ink/ink699.xml"/><Relationship Id="rId64" Type="http://schemas.openxmlformats.org/officeDocument/2006/relationships/customXml" Target="../ink/ink703.xml"/><Relationship Id="rId69" Type="http://schemas.openxmlformats.org/officeDocument/2006/relationships/image" Target="../media/image645.png"/><Relationship Id="rId8" Type="http://schemas.openxmlformats.org/officeDocument/2006/relationships/customXml" Target="../ink/ink675.xml"/><Relationship Id="rId51" Type="http://schemas.openxmlformats.org/officeDocument/2006/relationships/image" Target="../media/image636.png"/><Relationship Id="rId3" Type="http://schemas.openxmlformats.org/officeDocument/2006/relationships/image" Target="../media/image452.png"/><Relationship Id="rId12" Type="http://schemas.openxmlformats.org/officeDocument/2006/relationships/customXml" Target="../ink/ink677.xml"/><Relationship Id="rId17" Type="http://schemas.openxmlformats.org/officeDocument/2006/relationships/image" Target="../media/image460.png"/><Relationship Id="rId25" Type="http://schemas.openxmlformats.org/officeDocument/2006/relationships/image" Target="../media/image464.png"/><Relationship Id="rId33" Type="http://schemas.openxmlformats.org/officeDocument/2006/relationships/image" Target="../media/image468.png"/><Relationship Id="rId38" Type="http://schemas.openxmlformats.org/officeDocument/2006/relationships/customXml" Target="../ink/ink690.xml"/><Relationship Id="rId46" Type="http://schemas.openxmlformats.org/officeDocument/2006/relationships/customXml" Target="../ink/ink694.xml"/><Relationship Id="rId59" Type="http://schemas.openxmlformats.org/officeDocument/2006/relationships/image" Target="../media/image640.png"/><Relationship Id="rId67" Type="http://schemas.openxmlformats.org/officeDocument/2006/relationships/image" Target="../media/image644.png"/><Relationship Id="rId20" Type="http://schemas.openxmlformats.org/officeDocument/2006/relationships/customXml" Target="../ink/ink681.xml"/><Relationship Id="rId41" Type="http://schemas.openxmlformats.org/officeDocument/2006/relationships/image" Target="../media/image472.png"/><Relationship Id="rId54" Type="http://schemas.openxmlformats.org/officeDocument/2006/relationships/customXml" Target="../ink/ink698.xml"/><Relationship Id="rId62" Type="http://schemas.openxmlformats.org/officeDocument/2006/relationships/customXml" Target="../ink/ink702.xml"/><Relationship Id="rId70" Type="http://schemas.openxmlformats.org/officeDocument/2006/relationships/customXml" Target="../ink/ink7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4.xml"/><Relationship Id="rId15" Type="http://schemas.openxmlformats.org/officeDocument/2006/relationships/image" Target="../media/image457.png"/><Relationship Id="rId23" Type="http://schemas.openxmlformats.org/officeDocument/2006/relationships/image" Target="../media/image463.png"/><Relationship Id="rId28" Type="http://schemas.openxmlformats.org/officeDocument/2006/relationships/customXml" Target="../ink/ink685.xml"/><Relationship Id="rId36" Type="http://schemas.openxmlformats.org/officeDocument/2006/relationships/customXml" Target="../ink/ink689.xml"/><Relationship Id="rId49" Type="http://schemas.openxmlformats.org/officeDocument/2006/relationships/image" Target="../media/image635.png"/><Relationship Id="rId57" Type="http://schemas.openxmlformats.org/officeDocument/2006/relationships/image" Target="../media/image639.png"/><Relationship Id="rId10" Type="http://schemas.openxmlformats.org/officeDocument/2006/relationships/customXml" Target="../ink/ink676.xml"/><Relationship Id="rId31" Type="http://schemas.openxmlformats.org/officeDocument/2006/relationships/image" Target="../media/image467.png"/><Relationship Id="rId44" Type="http://schemas.openxmlformats.org/officeDocument/2006/relationships/customXml" Target="../ink/ink693.xml"/><Relationship Id="rId52" Type="http://schemas.openxmlformats.org/officeDocument/2006/relationships/customXml" Target="../ink/ink697.xml"/><Relationship Id="rId60" Type="http://schemas.openxmlformats.org/officeDocument/2006/relationships/customXml" Target="../ink/ink701.xml"/><Relationship Id="rId65" Type="http://schemas.openxmlformats.org/officeDocument/2006/relationships/image" Target="../media/image643.png"/><Relationship Id="rId4" Type="http://schemas.openxmlformats.org/officeDocument/2006/relationships/customXml" Target="../ink/ink673.xml"/><Relationship Id="rId9" Type="http://schemas.openxmlformats.org/officeDocument/2006/relationships/image" Target="../media/image454.png"/><Relationship Id="rId13" Type="http://schemas.openxmlformats.org/officeDocument/2006/relationships/image" Target="../media/image456.png"/><Relationship Id="rId18" Type="http://schemas.openxmlformats.org/officeDocument/2006/relationships/customXml" Target="../ink/ink680.xml"/><Relationship Id="rId39" Type="http://schemas.openxmlformats.org/officeDocument/2006/relationships/image" Target="../media/image471.png"/><Relationship Id="rId34" Type="http://schemas.openxmlformats.org/officeDocument/2006/relationships/customXml" Target="../ink/ink688.xml"/><Relationship Id="rId50" Type="http://schemas.openxmlformats.org/officeDocument/2006/relationships/customXml" Target="../ink/ink696.xml"/><Relationship Id="rId55" Type="http://schemas.openxmlformats.org/officeDocument/2006/relationships/image" Target="../media/image638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9.xml"/><Relationship Id="rId21" Type="http://schemas.openxmlformats.org/officeDocument/2006/relationships/image" Target="../media/image459.png"/><Relationship Id="rId34" Type="http://schemas.openxmlformats.org/officeDocument/2006/relationships/customXml" Target="../ink/ink723.xml"/><Relationship Id="rId42" Type="http://schemas.openxmlformats.org/officeDocument/2006/relationships/customXml" Target="../ink/ink727.xml"/><Relationship Id="rId47" Type="http://schemas.openxmlformats.org/officeDocument/2006/relationships/image" Target="../media/image648.png"/><Relationship Id="rId50" Type="http://schemas.openxmlformats.org/officeDocument/2006/relationships/customXml" Target="../ink/ink731.xml"/><Relationship Id="rId55" Type="http://schemas.openxmlformats.org/officeDocument/2006/relationships/image" Target="../media/image652.png"/><Relationship Id="rId63" Type="http://schemas.openxmlformats.org/officeDocument/2006/relationships/image" Target="../media/image656.png"/><Relationship Id="rId7" Type="http://schemas.openxmlformats.org/officeDocument/2006/relationships/image" Target="../media/image453.png"/><Relationship Id="rId2" Type="http://schemas.openxmlformats.org/officeDocument/2006/relationships/customXml" Target="../ink/ink707.xml"/><Relationship Id="rId16" Type="http://schemas.openxmlformats.org/officeDocument/2006/relationships/customXml" Target="../ink/ink714.xml"/><Relationship Id="rId29" Type="http://schemas.openxmlformats.org/officeDocument/2006/relationships/image" Target="../media/image465.png"/><Relationship Id="rId11" Type="http://schemas.openxmlformats.org/officeDocument/2006/relationships/image" Target="../media/image454.png"/><Relationship Id="rId24" Type="http://schemas.openxmlformats.org/officeDocument/2006/relationships/customXml" Target="../ink/ink718.xml"/><Relationship Id="rId32" Type="http://schemas.openxmlformats.org/officeDocument/2006/relationships/customXml" Target="../ink/ink722.xml"/><Relationship Id="rId37" Type="http://schemas.openxmlformats.org/officeDocument/2006/relationships/image" Target="../media/image469.png"/><Relationship Id="rId40" Type="http://schemas.openxmlformats.org/officeDocument/2006/relationships/customXml" Target="../ink/ink726.xml"/><Relationship Id="rId45" Type="http://schemas.openxmlformats.org/officeDocument/2006/relationships/image" Target="../media/image475.png"/><Relationship Id="rId53" Type="http://schemas.openxmlformats.org/officeDocument/2006/relationships/image" Target="../media/image651.png"/><Relationship Id="rId58" Type="http://schemas.openxmlformats.org/officeDocument/2006/relationships/customXml" Target="../ink/ink735.xml"/><Relationship Id="rId66" Type="http://schemas.openxmlformats.org/officeDocument/2006/relationships/customXml" Target="../ink/ink739.xml"/><Relationship Id="rId5" Type="http://schemas.openxmlformats.org/officeDocument/2006/relationships/image" Target="../media/image452.png"/><Relationship Id="rId61" Type="http://schemas.openxmlformats.org/officeDocument/2006/relationships/image" Target="../media/image655.png"/><Relationship Id="rId19" Type="http://schemas.openxmlformats.org/officeDocument/2006/relationships/image" Target="../media/image458.png"/><Relationship Id="rId14" Type="http://schemas.openxmlformats.org/officeDocument/2006/relationships/customXml" Target="../ink/ink713.xml"/><Relationship Id="rId22" Type="http://schemas.openxmlformats.org/officeDocument/2006/relationships/customXml" Target="../ink/ink717.xml"/><Relationship Id="rId27" Type="http://schemas.openxmlformats.org/officeDocument/2006/relationships/image" Target="../media/image464.png"/><Relationship Id="rId30" Type="http://schemas.openxmlformats.org/officeDocument/2006/relationships/customXml" Target="../ink/ink721.xml"/><Relationship Id="rId35" Type="http://schemas.openxmlformats.org/officeDocument/2006/relationships/image" Target="../media/image468.png"/><Relationship Id="rId43" Type="http://schemas.openxmlformats.org/officeDocument/2006/relationships/image" Target="../media/image474.png"/><Relationship Id="rId48" Type="http://schemas.openxmlformats.org/officeDocument/2006/relationships/customXml" Target="../ink/ink730.xml"/><Relationship Id="rId56" Type="http://schemas.openxmlformats.org/officeDocument/2006/relationships/customXml" Target="../ink/ink734.xml"/><Relationship Id="rId64" Type="http://schemas.openxmlformats.org/officeDocument/2006/relationships/customXml" Target="../ink/ink738.xml"/><Relationship Id="rId8" Type="http://schemas.openxmlformats.org/officeDocument/2006/relationships/customXml" Target="../ink/ink710.xml"/><Relationship Id="rId51" Type="http://schemas.openxmlformats.org/officeDocument/2006/relationships/image" Target="../media/image650.png"/><Relationship Id="rId3" Type="http://schemas.openxmlformats.org/officeDocument/2006/relationships/image" Target="../media/image647.png"/><Relationship Id="rId12" Type="http://schemas.openxmlformats.org/officeDocument/2006/relationships/customXml" Target="../ink/ink712.xml"/><Relationship Id="rId17" Type="http://schemas.openxmlformats.org/officeDocument/2006/relationships/image" Target="../media/image457.png"/><Relationship Id="rId25" Type="http://schemas.openxmlformats.org/officeDocument/2006/relationships/image" Target="../media/image463.png"/><Relationship Id="rId33" Type="http://schemas.openxmlformats.org/officeDocument/2006/relationships/image" Target="../media/image467.png"/><Relationship Id="rId38" Type="http://schemas.openxmlformats.org/officeDocument/2006/relationships/customXml" Target="../ink/ink725.xml"/><Relationship Id="rId46" Type="http://schemas.openxmlformats.org/officeDocument/2006/relationships/customXml" Target="../ink/ink729.xml"/><Relationship Id="rId59" Type="http://schemas.openxmlformats.org/officeDocument/2006/relationships/image" Target="../media/image654.png"/><Relationship Id="rId67" Type="http://schemas.openxmlformats.org/officeDocument/2006/relationships/image" Target="../media/image658.png"/><Relationship Id="rId20" Type="http://schemas.openxmlformats.org/officeDocument/2006/relationships/customXml" Target="../ink/ink716.xml"/><Relationship Id="rId41" Type="http://schemas.openxmlformats.org/officeDocument/2006/relationships/image" Target="../media/image471.png"/><Relationship Id="rId54" Type="http://schemas.openxmlformats.org/officeDocument/2006/relationships/customXml" Target="../ink/ink733.xml"/><Relationship Id="rId62" Type="http://schemas.openxmlformats.org/officeDocument/2006/relationships/customXml" Target="../ink/ink73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9.xml"/><Relationship Id="rId15" Type="http://schemas.openxmlformats.org/officeDocument/2006/relationships/image" Target="../media/image456.png"/><Relationship Id="rId23" Type="http://schemas.openxmlformats.org/officeDocument/2006/relationships/image" Target="../media/image462.png"/><Relationship Id="rId28" Type="http://schemas.openxmlformats.org/officeDocument/2006/relationships/customXml" Target="../ink/ink720.xml"/><Relationship Id="rId36" Type="http://schemas.openxmlformats.org/officeDocument/2006/relationships/customXml" Target="../ink/ink724.xml"/><Relationship Id="rId49" Type="http://schemas.openxmlformats.org/officeDocument/2006/relationships/image" Target="../media/image649.png"/><Relationship Id="rId57" Type="http://schemas.openxmlformats.org/officeDocument/2006/relationships/image" Target="../media/image653.png"/><Relationship Id="rId10" Type="http://schemas.openxmlformats.org/officeDocument/2006/relationships/customXml" Target="../ink/ink711.xml"/><Relationship Id="rId31" Type="http://schemas.openxmlformats.org/officeDocument/2006/relationships/image" Target="../media/image466.png"/><Relationship Id="rId44" Type="http://schemas.openxmlformats.org/officeDocument/2006/relationships/customXml" Target="../ink/ink728.xml"/><Relationship Id="rId52" Type="http://schemas.openxmlformats.org/officeDocument/2006/relationships/customXml" Target="../ink/ink732.xml"/><Relationship Id="rId60" Type="http://schemas.openxmlformats.org/officeDocument/2006/relationships/customXml" Target="../ink/ink736.xml"/><Relationship Id="rId65" Type="http://schemas.openxmlformats.org/officeDocument/2006/relationships/image" Target="../media/image657.png"/><Relationship Id="rId4" Type="http://schemas.openxmlformats.org/officeDocument/2006/relationships/customXml" Target="../ink/ink708.xml"/><Relationship Id="rId9" Type="http://schemas.openxmlformats.org/officeDocument/2006/relationships/image" Target="../media/image634.png"/><Relationship Id="rId13" Type="http://schemas.openxmlformats.org/officeDocument/2006/relationships/image" Target="../media/image455.png"/><Relationship Id="rId18" Type="http://schemas.openxmlformats.org/officeDocument/2006/relationships/customXml" Target="../ink/ink715.xml"/><Relationship Id="rId39" Type="http://schemas.openxmlformats.org/officeDocument/2006/relationships/image" Target="../media/image4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AA43-220D-0AE0-2B19-2063AC5F2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BST – Binary Search Tree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F30DB-BA72-E313-94F9-21FD32BCE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801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B05C011-BFF4-C088-BCCB-5387E360537A}"/>
              </a:ext>
            </a:extLst>
          </p:cNvPr>
          <p:cNvGrpSpPr/>
          <p:nvPr/>
        </p:nvGrpSpPr>
        <p:grpSpPr>
          <a:xfrm>
            <a:off x="4615720" y="147147"/>
            <a:ext cx="1078560" cy="1143360"/>
            <a:chOff x="4615720" y="147147"/>
            <a:chExt cx="1078560" cy="11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5BBBBE-1974-F299-C937-C3EA1087CCE3}"/>
                    </a:ext>
                  </a:extLst>
                </p14:cNvPr>
                <p14:cNvContentPartPr/>
                <p14:nvPr/>
              </p14:nvContentPartPr>
              <p14:xfrm>
                <a:off x="5241400" y="323907"/>
                <a:ext cx="176400" cy="464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5BBBBE-1974-F299-C937-C3EA1087CC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37080" y="319587"/>
                  <a:ext cx="18504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73B34B-AAC3-2C13-1944-797A900C1ABB}"/>
                    </a:ext>
                  </a:extLst>
                </p14:cNvPr>
                <p14:cNvContentPartPr/>
                <p14:nvPr/>
              </p14:nvContentPartPr>
              <p14:xfrm>
                <a:off x="4615720" y="298347"/>
                <a:ext cx="112320" cy="12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73B34B-AAC3-2C13-1944-797A900C1A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11400" y="294027"/>
                  <a:ext cx="120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AFE3D2-0112-4DB7-9903-1CD48382CDC8}"/>
                    </a:ext>
                  </a:extLst>
                </p14:cNvPr>
                <p14:cNvContentPartPr/>
                <p14:nvPr/>
              </p14:nvContentPartPr>
              <p14:xfrm>
                <a:off x="4765120" y="317067"/>
                <a:ext cx="51120" cy="75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AFE3D2-0112-4DB7-9903-1CD48382CD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60800" y="312747"/>
                  <a:ext cx="59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27FAF70-8D48-08E6-D4CF-02F75BB8C600}"/>
                    </a:ext>
                  </a:extLst>
                </p14:cNvPr>
                <p14:cNvContentPartPr/>
                <p14:nvPr/>
              </p14:nvContentPartPr>
              <p14:xfrm>
                <a:off x="4864840" y="305187"/>
                <a:ext cx="52920" cy="81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27FAF70-8D48-08E6-D4CF-02F75BB8C6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60520" y="300867"/>
                  <a:ext cx="61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36599E-AF9A-4B37-7542-B7568AB907F4}"/>
                    </a:ext>
                  </a:extLst>
                </p14:cNvPr>
                <p14:cNvContentPartPr/>
                <p14:nvPr/>
              </p14:nvContentPartPr>
              <p14:xfrm>
                <a:off x="4997680" y="147147"/>
                <a:ext cx="60840" cy="16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36599E-AF9A-4B37-7542-B7568AB907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93360" y="142827"/>
                  <a:ext cx="69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6DAEFDE-C409-8E44-54DA-9494F3035D45}"/>
                    </a:ext>
                  </a:extLst>
                </p14:cNvPr>
                <p14:cNvContentPartPr/>
                <p14:nvPr/>
              </p14:nvContentPartPr>
              <p14:xfrm>
                <a:off x="4980760" y="222387"/>
                <a:ext cx="120600" cy="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6DAEFDE-C409-8E44-54DA-9494F3035D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76440" y="218067"/>
                  <a:ext cx="12924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A29A95F-A840-9C0E-DE8B-25B8A38068A8}"/>
                    </a:ext>
                  </a:extLst>
                </p14:cNvPr>
                <p14:cNvContentPartPr/>
                <p14:nvPr/>
              </p14:nvContentPartPr>
              <p14:xfrm>
                <a:off x="5033320" y="764907"/>
                <a:ext cx="660960" cy="52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A29A95F-A840-9C0E-DE8B-25B8A38068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29000" y="760587"/>
                  <a:ext cx="6696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52F012-E1AA-0ABA-8C20-09FDD9111E79}"/>
                    </a:ext>
                  </a:extLst>
                </p14:cNvPr>
                <p14:cNvContentPartPr/>
                <p14:nvPr/>
              </p14:nvContentPartPr>
              <p14:xfrm>
                <a:off x="5256160" y="961467"/>
                <a:ext cx="140040" cy="19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52F012-E1AA-0ABA-8C20-09FDD9111E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51840" y="957147"/>
                  <a:ext cx="1486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2A4A0A0-3543-0E68-F01C-B1C8B5ADF79A}"/>
                    </a:ext>
                  </a:extLst>
                </p14:cNvPr>
                <p14:cNvContentPartPr/>
                <p14:nvPr/>
              </p14:nvContentPartPr>
              <p14:xfrm>
                <a:off x="5306560" y="952107"/>
                <a:ext cx="104400" cy="1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2A4A0A0-3543-0E68-F01C-B1C8B5ADF7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02240" y="947787"/>
                  <a:ext cx="113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76D93C-A70E-7224-8B16-5C37FD5471CA}"/>
              </a:ext>
            </a:extLst>
          </p:cNvPr>
          <p:cNvGrpSpPr/>
          <p:nvPr/>
        </p:nvGrpSpPr>
        <p:grpSpPr>
          <a:xfrm>
            <a:off x="1963600" y="416427"/>
            <a:ext cx="1561680" cy="2027160"/>
            <a:chOff x="1963600" y="416427"/>
            <a:chExt cx="1561680" cy="20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B145E0-7402-29DC-2F1E-09EAB63BFCE0}"/>
                    </a:ext>
                  </a:extLst>
                </p14:cNvPr>
                <p14:cNvContentPartPr/>
                <p14:nvPr/>
              </p14:nvContentPartPr>
              <p14:xfrm>
                <a:off x="2149000" y="513627"/>
                <a:ext cx="99720" cy="137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B145E0-7402-29DC-2F1E-09EAB63BFC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4680" y="509307"/>
                  <a:ext cx="108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773936C-C7A9-E77E-B9F2-8921EEC18645}"/>
                    </a:ext>
                  </a:extLst>
                </p14:cNvPr>
                <p14:cNvContentPartPr/>
                <p14:nvPr/>
              </p14:nvContentPartPr>
              <p14:xfrm>
                <a:off x="2248360" y="517947"/>
                <a:ext cx="63720" cy="128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773936C-C7A9-E77E-B9F2-8921EEC186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44040" y="513627"/>
                  <a:ext cx="723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5FDC27-4F38-2EC3-F075-8D71AF2797CE}"/>
                    </a:ext>
                  </a:extLst>
                </p14:cNvPr>
                <p14:cNvContentPartPr/>
                <p14:nvPr/>
              </p14:nvContentPartPr>
              <p14:xfrm>
                <a:off x="2334040" y="540627"/>
                <a:ext cx="60480" cy="97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5FDC27-4F38-2EC3-F075-8D71AF2797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9720" y="536307"/>
                  <a:ext cx="69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42D9CC6-D0F7-1B1D-0245-52625489BAFB}"/>
                    </a:ext>
                  </a:extLst>
                </p14:cNvPr>
                <p14:cNvContentPartPr/>
                <p14:nvPr/>
              </p14:nvContentPartPr>
              <p14:xfrm>
                <a:off x="2433400" y="416427"/>
                <a:ext cx="97560" cy="23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42D9CC6-D0F7-1B1D-0245-52625489BA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29080" y="412107"/>
                  <a:ext cx="1062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AD61814-0640-76A2-4FA7-EA089EE23E78}"/>
                    </a:ext>
                  </a:extLst>
                </p14:cNvPr>
                <p14:cNvContentPartPr/>
                <p14:nvPr/>
              </p14:nvContentPartPr>
              <p14:xfrm>
                <a:off x="2391280" y="522627"/>
                <a:ext cx="150120" cy="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AD61814-0640-76A2-4FA7-EA089EE23E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86960" y="518307"/>
                  <a:ext cx="1587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C84490-E204-37A1-E3A6-8CCE0672B9EB}"/>
                    </a:ext>
                  </a:extLst>
                </p14:cNvPr>
                <p14:cNvContentPartPr/>
                <p14:nvPr/>
              </p14:nvContentPartPr>
              <p14:xfrm>
                <a:off x="2715640" y="496347"/>
                <a:ext cx="320400" cy="313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C84490-E204-37A1-E3A6-8CCE0672B9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1320" y="492027"/>
                  <a:ext cx="3290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FB0AC8-119D-AD95-B387-70CC94095475}"/>
                    </a:ext>
                  </a:extLst>
                </p14:cNvPr>
                <p14:cNvContentPartPr/>
                <p14:nvPr/>
              </p14:nvContentPartPr>
              <p14:xfrm>
                <a:off x="2879800" y="776427"/>
                <a:ext cx="73800" cy="60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FB0AC8-119D-AD95-B387-70CC940954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75480" y="772107"/>
                  <a:ext cx="82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B0BC33-3A07-9BDE-07F9-9247EE46B151}"/>
                    </a:ext>
                  </a:extLst>
                </p14:cNvPr>
                <p14:cNvContentPartPr/>
                <p14:nvPr/>
              </p14:nvContentPartPr>
              <p14:xfrm>
                <a:off x="2965480" y="752307"/>
                <a:ext cx="86760" cy="92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B0BC33-3A07-9BDE-07F9-9247EE46B1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61160" y="747987"/>
                  <a:ext cx="95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E55FC3-93A4-61DE-EF36-14C4AE556E36}"/>
                    </a:ext>
                  </a:extLst>
                </p14:cNvPr>
                <p14:cNvContentPartPr/>
                <p14:nvPr/>
              </p14:nvContentPartPr>
              <p14:xfrm>
                <a:off x="2623120" y="874347"/>
                <a:ext cx="584640" cy="46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E55FC3-93A4-61DE-EF36-14C4AE556E3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18800" y="870027"/>
                  <a:ext cx="5932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930306-9D4C-F4F7-2A72-8110A72F899A}"/>
                    </a:ext>
                  </a:extLst>
                </p14:cNvPr>
                <p14:cNvContentPartPr/>
                <p14:nvPr/>
              </p14:nvContentPartPr>
              <p14:xfrm>
                <a:off x="2812480" y="1052187"/>
                <a:ext cx="132480" cy="100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930306-9D4C-F4F7-2A72-8110A72F899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08160" y="1047867"/>
                  <a:ext cx="141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019CD7-9450-C8C8-2113-6FD5F29CF0EF}"/>
                    </a:ext>
                  </a:extLst>
                </p14:cNvPr>
                <p14:cNvContentPartPr/>
                <p14:nvPr/>
              </p14:nvContentPartPr>
              <p14:xfrm>
                <a:off x="2858560" y="1078827"/>
                <a:ext cx="71280" cy="217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019CD7-9450-C8C8-2113-6FD5F29CF0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54240" y="1074507"/>
                  <a:ext cx="79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59CA2B-0D23-B187-258D-CE30462E892A}"/>
                    </a:ext>
                  </a:extLst>
                </p14:cNvPr>
                <p14:cNvContentPartPr/>
                <p14:nvPr/>
              </p14:nvContentPartPr>
              <p14:xfrm>
                <a:off x="2437720" y="1357827"/>
                <a:ext cx="320400" cy="515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59CA2B-0D23-B187-258D-CE30462E892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33400" y="1353507"/>
                  <a:ext cx="32904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7AA453-3CC4-8643-41E6-088CC5E315FF}"/>
                    </a:ext>
                  </a:extLst>
                </p14:cNvPr>
                <p14:cNvContentPartPr/>
                <p14:nvPr/>
              </p14:nvContentPartPr>
              <p14:xfrm>
                <a:off x="1963600" y="1828707"/>
                <a:ext cx="507960" cy="525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7AA453-3CC4-8643-41E6-088CC5E315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59280" y="1824387"/>
                  <a:ext cx="5166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87B2949-90A8-BA8C-7AB2-EF04B5BDA13D}"/>
                    </a:ext>
                  </a:extLst>
                </p14:cNvPr>
                <p14:cNvContentPartPr/>
                <p14:nvPr/>
              </p14:nvContentPartPr>
              <p14:xfrm>
                <a:off x="2975200" y="1329387"/>
                <a:ext cx="333000" cy="646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87B2949-90A8-BA8C-7AB2-EF04B5BDA13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70880" y="1325067"/>
                  <a:ext cx="34164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38A646D-5EFD-764A-5B57-A71A0204DD6B}"/>
                    </a:ext>
                  </a:extLst>
                </p14:cNvPr>
                <p14:cNvContentPartPr/>
                <p14:nvPr/>
              </p14:nvContentPartPr>
              <p14:xfrm>
                <a:off x="3055120" y="1944267"/>
                <a:ext cx="470160" cy="49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38A646D-5EFD-764A-5B57-A71A0204DD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50800" y="1939947"/>
                  <a:ext cx="47880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2971305-4A65-6CFC-9CD8-38429424D745}"/>
                    </a:ext>
                  </a:extLst>
                </p14:cNvPr>
                <p14:cNvContentPartPr/>
                <p14:nvPr/>
              </p14:nvContentPartPr>
              <p14:xfrm>
                <a:off x="2071600" y="2051907"/>
                <a:ext cx="167400" cy="15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2971305-4A65-6CFC-9CD8-38429424D7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67280" y="2047587"/>
                  <a:ext cx="176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2D82B3-8917-4F23-9D63-43B4664D8FA2}"/>
                    </a:ext>
                  </a:extLst>
                </p14:cNvPr>
                <p14:cNvContentPartPr/>
                <p14:nvPr/>
              </p14:nvContentPartPr>
              <p14:xfrm>
                <a:off x="3162040" y="2098347"/>
                <a:ext cx="140400" cy="19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2D82B3-8917-4F23-9D63-43B4664D8F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57720" y="2094027"/>
                  <a:ext cx="149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8992B9-15BD-6F65-C9CC-D80F31524CF1}"/>
                    </a:ext>
                  </a:extLst>
                </p14:cNvPr>
                <p14:cNvContentPartPr/>
                <p14:nvPr/>
              </p14:nvContentPartPr>
              <p14:xfrm>
                <a:off x="3240880" y="2049747"/>
                <a:ext cx="174960" cy="41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8992B9-15BD-6F65-C9CC-D80F31524C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36560" y="2045427"/>
                  <a:ext cx="1836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02E9C40-8551-C6F2-DF45-EF8C4C5E3626}"/>
              </a:ext>
            </a:extLst>
          </p:cNvPr>
          <p:cNvGrpSpPr/>
          <p:nvPr/>
        </p:nvGrpSpPr>
        <p:grpSpPr>
          <a:xfrm>
            <a:off x="6087400" y="143547"/>
            <a:ext cx="4308120" cy="3912480"/>
            <a:chOff x="6087400" y="143547"/>
            <a:chExt cx="4308120" cy="39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363222-D38E-125F-9E39-977BE2C40E6A}"/>
                    </a:ext>
                  </a:extLst>
                </p14:cNvPr>
                <p14:cNvContentPartPr/>
                <p14:nvPr/>
              </p14:nvContentPartPr>
              <p14:xfrm>
                <a:off x="7223560" y="209067"/>
                <a:ext cx="130680" cy="128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363222-D38E-125F-9E39-977BE2C40E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19240" y="204747"/>
                  <a:ext cx="139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6B6859-53F0-BE71-6DD2-77A5247D8DA2}"/>
                    </a:ext>
                  </a:extLst>
                </p14:cNvPr>
                <p14:cNvContentPartPr/>
                <p14:nvPr/>
              </p14:nvContentPartPr>
              <p14:xfrm>
                <a:off x="7416520" y="219507"/>
                <a:ext cx="123480" cy="126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6B6859-53F0-BE71-6DD2-77A5247D8DA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12200" y="215187"/>
                  <a:ext cx="132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93C100-6292-D688-D7CE-16185FFBB57F}"/>
                    </a:ext>
                  </a:extLst>
                </p14:cNvPr>
                <p14:cNvContentPartPr/>
                <p14:nvPr/>
              </p14:nvContentPartPr>
              <p14:xfrm>
                <a:off x="7583920" y="221667"/>
                <a:ext cx="115920" cy="93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93C100-6292-D688-D7CE-16185FFBB5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79600" y="217347"/>
                  <a:ext cx="124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7FF764-7B8B-3C32-5DC6-AF6847E22717}"/>
                    </a:ext>
                  </a:extLst>
                </p14:cNvPr>
                <p14:cNvContentPartPr/>
                <p14:nvPr/>
              </p14:nvContentPartPr>
              <p14:xfrm>
                <a:off x="7796680" y="143547"/>
                <a:ext cx="52560" cy="163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7FF764-7B8B-3C32-5DC6-AF6847E227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92360" y="139227"/>
                  <a:ext cx="61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3482167-C476-BCAD-ACC2-2AF5A1F745E7}"/>
                    </a:ext>
                  </a:extLst>
                </p14:cNvPr>
                <p14:cNvContentPartPr/>
                <p14:nvPr/>
              </p14:nvContentPartPr>
              <p14:xfrm>
                <a:off x="7770760" y="216987"/>
                <a:ext cx="117720" cy="23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3482167-C476-BCAD-ACC2-2AF5A1F745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66440" y="212667"/>
                  <a:ext cx="126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604730-018B-7A17-7AF2-7D1C9D753073}"/>
                    </a:ext>
                  </a:extLst>
                </p14:cNvPr>
                <p14:cNvContentPartPr/>
                <p14:nvPr/>
              </p14:nvContentPartPr>
              <p14:xfrm>
                <a:off x="8059480" y="305907"/>
                <a:ext cx="206280" cy="556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604730-018B-7A17-7AF2-7D1C9D7530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55160" y="301587"/>
                  <a:ext cx="21492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0D4351-E204-1FF8-EA03-974E17791D89}"/>
                    </a:ext>
                  </a:extLst>
                </p14:cNvPr>
                <p14:cNvContentPartPr/>
                <p14:nvPr/>
              </p14:nvContentPartPr>
              <p14:xfrm>
                <a:off x="8107720" y="772467"/>
                <a:ext cx="115560" cy="84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0D4351-E204-1FF8-EA03-974E17791D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03400" y="768147"/>
                  <a:ext cx="124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C5995F5-E926-9ADF-BCD7-396DDB850300}"/>
                    </a:ext>
                  </a:extLst>
                </p14:cNvPr>
                <p14:cNvContentPartPr/>
                <p14:nvPr/>
              </p14:nvContentPartPr>
              <p14:xfrm>
                <a:off x="8231200" y="770307"/>
                <a:ext cx="126720" cy="105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C5995F5-E926-9ADF-BCD7-396DDB8503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26880" y="765987"/>
                  <a:ext cx="135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EC09A8-46D1-9A69-1A08-CA8209F71B90}"/>
                    </a:ext>
                  </a:extLst>
                </p14:cNvPr>
                <p14:cNvContentPartPr/>
                <p14:nvPr/>
              </p14:nvContentPartPr>
              <p14:xfrm>
                <a:off x="7840960" y="867507"/>
                <a:ext cx="808200" cy="620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EC09A8-46D1-9A69-1A08-CA8209F71B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36640" y="863187"/>
                  <a:ext cx="81684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7F92AC-803F-3878-6485-CC47720F88F8}"/>
                    </a:ext>
                  </a:extLst>
                </p14:cNvPr>
                <p14:cNvContentPartPr/>
                <p14:nvPr/>
              </p14:nvContentPartPr>
              <p14:xfrm>
                <a:off x="8136520" y="1089987"/>
                <a:ext cx="222840" cy="14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7F92AC-803F-3878-6485-CC47720F88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32200" y="1085667"/>
                  <a:ext cx="231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FB72409-C90E-00D7-74F9-ABE4E1488CF6}"/>
                    </a:ext>
                  </a:extLst>
                </p14:cNvPr>
                <p14:cNvContentPartPr/>
                <p14:nvPr/>
              </p14:nvContentPartPr>
              <p14:xfrm>
                <a:off x="8273320" y="1136787"/>
                <a:ext cx="28080" cy="201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FB72409-C90E-00D7-74F9-ABE4E1488CF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69000" y="1132467"/>
                  <a:ext cx="36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BB88D22-8598-FE92-699C-70390590BBFE}"/>
                    </a:ext>
                  </a:extLst>
                </p14:cNvPr>
                <p14:cNvContentPartPr/>
                <p14:nvPr/>
              </p14:nvContentPartPr>
              <p14:xfrm>
                <a:off x="7800640" y="1437747"/>
                <a:ext cx="217080" cy="339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BB88D22-8598-FE92-699C-70390590BB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96320" y="1433427"/>
                  <a:ext cx="225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CC3562-A085-7919-CBAB-2E0CD9492C8E}"/>
                    </a:ext>
                  </a:extLst>
                </p14:cNvPr>
                <p14:cNvContentPartPr/>
                <p14:nvPr/>
              </p14:nvContentPartPr>
              <p14:xfrm>
                <a:off x="7363600" y="1980267"/>
                <a:ext cx="193320" cy="268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CC3562-A085-7919-CBAB-2E0CD9492C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59280" y="1975947"/>
                  <a:ext cx="201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68E684A-222B-AB71-26E1-4DB6F4DB7A1C}"/>
                    </a:ext>
                  </a:extLst>
                </p14:cNvPr>
                <p14:cNvContentPartPr/>
                <p14:nvPr/>
              </p14:nvContentPartPr>
              <p14:xfrm>
                <a:off x="7017640" y="1732947"/>
                <a:ext cx="938520" cy="848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68E684A-222B-AB71-26E1-4DB6F4DB7A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13320" y="1728627"/>
                  <a:ext cx="94716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9E1F41-4951-207A-D480-0A5AE4FFFAA4}"/>
                    </a:ext>
                  </a:extLst>
                </p14:cNvPr>
                <p14:cNvContentPartPr/>
                <p14:nvPr/>
              </p14:nvContentPartPr>
              <p14:xfrm>
                <a:off x="6785440" y="2564187"/>
                <a:ext cx="413640" cy="490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9E1F41-4951-207A-D480-0A5AE4FFFAA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81120" y="2559867"/>
                  <a:ext cx="42228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16DD5C8-FFCF-32A9-F80B-EE083343EB7D}"/>
                    </a:ext>
                  </a:extLst>
                </p14:cNvPr>
                <p14:cNvContentPartPr/>
                <p14:nvPr/>
              </p14:nvContentPartPr>
              <p14:xfrm>
                <a:off x="6473680" y="3312267"/>
                <a:ext cx="43560" cy="248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16DD5C8-FFCF-32A9-F80B-EE083343EB7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69360" y="3307947"/>
                  <a:ext cx="522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04664C-EE0F-E938-DACD-96D9A08CF994}"/>
                    </a:ext>
                  </a:extLst>
                </p14:cNvPr>
                <p14:cNvContentPartPr/>
                <p14:nvPr/>
              </p14:nvContentPartPr>
              <p14:xfrm>
                <a:off x="6087400" y="3036147"/>
                <a:ext cx="705960" cy="800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04664C-EE0F-E938-DACD-96D9A08CF9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83080" y="3031827"/>
                  <a:ext cx="714600" cy="8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A0E06C-59FF-0C9D-F447-00849A43A1CF}"/>
                    </a:ext>
                  </a:extLst>
                </p14:cNvPr>
                <p14:cNvContentPartPr/>
                <p14:nvPr/>
              </p14:nvContentPartPr>
              <p14:xfrm>
                <a:off x="7340200" y="2534307"/>
                <a:ext cx="266400" cy="51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A0E06C-59FF-0C9D-F447-00849A43A1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35880" y="2529987"/>
                  <a:ext cx="27504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8101A4C-314E-3F1A-8524-63073C2801C0}"/>
                    </a:ext>
                  </a:extLst>
                </p14:cNvPr>
                <p14:cNvContentPartPr/>
                <p14:nvPr/>
              </p14:nvContentPartPr>
              <p14:xfrm>
                <a:off x="7580320" y="3333507"/>
                <a:ext cx="187920" cy="217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8101A4C-314E-3F1A-8524-63073C2801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76000" y="3329187"/>
                  <a:ext cx="196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2BA153-5A4F-BC47-7117-7DEE713611C7}"/>
                    </a:ext>
                  </a:extLst>
                </p14:cNvPr>
                <p14:cNvContentPartPr/>
                <p14:nvPr/>
              </p14:nvContentPartPr>
              <p14:xfrm>
                <a:off x="7297000" y="2987907"/>
                <a:ext cx="825120" cy="848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2BA153-5A4F-BC47-7117-7DEE713611C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92680" y="2983587"/>
                  <a:ext cx="83376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EE655F-22A6-2B57-6303-E520303341B9}"/>
                    </a:ext>
                  </a:extLst>
                </p14:cNvPr>
                <p14:cNvContentPartPr/>
                <p14:nvPr/>
              </p14:nvContentPartPr>
              <p14:xfrm>
                <a:off x="8560600" y="1389507"/>
                <a:ext cx="436680" cy="785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EE655F-22A6-2B57-6303-E520303341B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56280" y="1385187"/>
                  <a:ext cx="445320" cy="79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B6C663A-EA6E-5E00-12FF-89498800E7E0}"/>
                    </a:ext>
                  </a:extLst>
                </p14:cNvPr>
                <p14:cNvContentPartPr/>
                <p14:nvPr/>
              </p14:nvContentPartPr>
              <p14:xfrm>
                <a:off x="8764720" y="2052267"/>
                <a:ext cx="682560" cy="714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B6C663A-EA6E-5E00-12FF-89498800E7E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0400" y="2047947"/>
                  <a:ext cx="6912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082EC1F-DB6A-78E0-C69F-0A0A558856E7}"/>
                    </a:ext>
                  </a:extLst>
                </p14:cNvPr>
                <p14:cNvContentPartPr/>
                <p14:nvPr/>
              </p14:nvContentPartPr>
              <p14:xfrm>
                <a:off x="9038680" y="2358267"/>
                <a:ext cx="174240" cy="222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082EC1F-DB6A-78E0-C69F-0A0A558856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34360" y="2353947"/>
                  <a:ext cx="182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A3996D-4891-9313-5921-6382D24F0BB9}"/>
                    </a:ext>
                  </a:extLst>
                </p14:cNvPr>
                <p14:cNvContentPartPr/>
                <p14:nvPr/>
              </p14:nvContentPartPr>
              <p14:xfrm>
                <a:off x="9151360" y="2240907"/>
                <a:ext cx="207360" cy="19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A3996D-4891-9313-5921-6382D24F0B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47040" y="2236587"/>
                  <a:ext cx="216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C7BF06-203F-611D-4FD1-A8B5ACA55ED8}"/>
                    </a:ext>
                  </a:extLst>
                </p14:cNvPr>
                <p14:cNvContentPartPr/>
                <p14:nvPr/>
              </p14:nvContentPartPr>
              <p14:xfrm>
                <a:off x="9366640" y="2649147"/>
                <a:ext cx="399600" cy="546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C7BF06-203F-611D-4FD1-A8B5ACA55E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62320" y="2644827"/>
                  <a:ext cx="40824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9F27AD-F7DF-354B-9EB4-9D9C81A472C4}"/>
                    </a:ext>
                  </a:extLst>
                </p14:cNvPr>
                <p14:cNvContentPartPr/>
                <p14:nvPr/>
              </p14:nvContentPartPr>
              <p14:xfrm>
                <a:off x="9804040" y="3377787"/>
                <a:ext cx="198000" cy="433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9F27AD-F7DF-354B-9EB4-9D9C81A472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99720" y="3373467"/>
                  <a:ext cx="2066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4257C4-8DB8-EA3D-4AFB-D9B71D8F83A0}"/>
                    </a:ext>
                  </a:extLst>
                </p14:cNvPr>
                <p14:cNvContentPartPr/>
                <p14:nvPr/>
              </p14:nvContentPartPr>
              <p14:xfrm>
                <a:off x="9849760" y="3594507"/>
                <a:ext cx="28260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4257C4-8DB8-EA3D-4AFB-D9B71D8F83A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45440" y="3590187"/>
                  <a:ext cx="291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241586-0833-A3CC-7C21-ABBA3E47426D}"/>
                    </a:ext>
                  </a:extLst>
                </p14:cNvPr>
                <p14:cNvContentPartPr/>
                <p14:nvPr/>
              </p14:nvContentPartPr>
              <p14:xfrm>
                <a:off x="9429640" y="3194547"/>
                <a:ext cx="965880" cy="861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241586-0833-A3CC-7C21-ABBA3E47426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25320" y="3190227"/>
                  <a:ext cx="974520" cy="87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7C9AAFF-9439-22A8-F098-E4569D4B0683}"/>
              </a:ext>
            </a:extLst>
          </p:cNvPr>
          <p:cNvGrpSpPr/>
          <p:nvPr/>
        </p:nvGrpSpPr>
        <p:grpSpPr>
          <a:xfrm>
            <a:off x="2621320" y="3670467"/>
            <a:ext cx="602640" cy="1242000"/>
            <a:chOff x="2621320" y="3670467"/>
            <a:chExt cx="602640" cy="12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90FDA9-49D2-F7A1-523A-6721E63E56B0}"/>
                    </a:ext>
                  </a:extLst>
                </p14:cNvPr>
                <p14:cNvContentPartPr/>
                <p14:nvPr/>
              </p14:nvContentPartPr>
              <p14:xfrm>
                <a:off x="2799520" y="3670467"/>
                <a:ext cx="209520" cy="621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90FDA9-49D2-F7A1-523A-6721E63E56B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90520" y="3661827"/>
                  <a:ext cx="22716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127278-3E51-1F21-D993-112C0D121347}"/>
                    </a:ext>
                  </a:extLst>
                </p14:cNvPr>
                <p14:cNvContentPartPr/>
                <p14:nvPr/>
              </p14:nvContentPartPr>
              <p14:xfrm>
                <a:off x="2862520" y="4119387"/>
                <a:ext cx="127440" cy="121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127278-3E51-1F21-D993-112C0D12134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53520" y="4110387"/>
                  <a:ext cx="145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EF689EE-7783-E4B5-D8AC-5CFD2C9767BA}"/>
                    </a:ext>
                  </a:extLst>
                </p14:cNvPr>
                <p14:cNvContentPartPr/>
                <p14:nvPr/>
              </p14:nvContentPartPr>
              <p14:xfrm>
                <a:off x="2945320" y="4128027"/>
                <a:ext cx="119880" cy="181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EF689EE-7783-E4B5-D8AC-5CFD2C9767B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936320" y="4119387"/>
                  <a:ext cx="137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6FC6D40-DF09-F7DD-CCDB-520F71C83621}"/>
                    </a:ext>
                  </a:extLst>
                </p14:cNvPr>
                <p14:cNvContentPartPr/>
                <p14:nvPr/>
              </p14:nvContentPartPr>
              <p14:xfrm>
                <a:off x="2621320" y="4313787"/>
                <a:ext cx="602640" cy="59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6FC6D40-DF09-F7DD-CCDB-520F71C836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12680" y="4305147"/>
                  <a:ext cx="620280" cy="61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809B6EF-48AE-9B86-9D1C-CBE1CBDC4D3B}"/>
              </a:ext>
            </a:extLst>
          </p:cNvPr>
          <p:cNvGrpSpPr/>
          <p:nvPr/>
        </p:nvGrpSpPr>
        <p:grpSpPr>
          <a:xfrm>
            <a:off x="5751880" y="4583787"/>
            <a:ext cx="357480" cy="358200"/>
            <a:chOff x="5751880" y="4583787"/>
            <a:chExt cx="35748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9E8D5C0-C60D-6FA9-C6E1-CEE6E051A687}"/>
                    </a:ext>
                  </a:extLst>
                </p14:cNvPr>
                <p14:cNvContentPartPr/>
                <p14:nvPr/>
              </p14:nvContentPartPr>
              <p14:xfrm>
                <a:off x="5751880" y="4583787"/>
                <a:ext cx="241920" cy="306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9E8D5C0-C60D-6FA9-C6E1-CEE6E051A68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42880" y="4575147"/>
                  <a:ext cx="2595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4FE52FB-CB84-AD20-0494-EA7C7786CF2C}"/>
                    </a:ext>
                  </a:extLst>
                </p14:cNvPr>
                <p14:cNvContentPartPr/>
                <p14:nvPr/>
              </p14:nvContentPartPr>
              <p14:xfrm>
                <a:off x="6008920" y="4843707"/>
                <a:ext cx="100440" cy="98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4FE52FB-CB84-AD20-0494-EA7C7786CF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99920" y="4835067"/>
                  <a:ext cx="118080" cy="11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6661073-7BA8-980D-E288-597454051725}"/>
                  </a:ext>
                </a:extLst>
              </p14:cNvPr>
              <p14:cNvContentPartPr/>
              <p14:nvPr/>
            </p14:nvContentPartPr>
            <p14:xfrm>
              <a:off x="6623440" y="4524027"/>
              <a:ext cx="41400" cy="341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6661073-7BA8-980D-E288-59745405172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14440" y="4515027"/>
                <a:ext cx="59040" cy="3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08E90C99-6957-B6F6-453B-C726C998AB63}"/>
              </a:ext>
            </a:extLst>
          </p:cNvPr>
          <p:cNvGrpSpPr/>
          <p:nvPr/>
        </p:nvGrpSpPr>
        <p:grpSpPr>
          <a:xfrm>
            <a:off x="7012600" y="4651107"/>
            <a:ext cx="302400" cy="173160"/>
            <a:chOff x="7012600" y="4651107"/>
            <a:chExt cx="3024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A3BCC1-CB5C-3E70-7FAC-08280701A2E7}"/>
                    </a:ext>
                  </a:extLst>
                </p14:cNvPr>
                <p14:cNvContentPartPr/>
                <p14:nvPr/>
              </p14:nvContentPartPr>
              <p14:xfrm>
                <a:off x="7012600" y="4732827"/>
                <a:ext cx="119880" cy="9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A3BCC1-CB5C-3E70-7FAC-08280701A2E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03960" y="4724187"/>
                  <a:ext cx="137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3A9DBE-0843-530E-51C1-86B104F6C76E}"/>
                    </a:ext>
                  </a:extLst>
                </p14:cNvPr>
                <p14:cNvContentPartPr/>
                <p14:nvPr/>
              </p14:nvContentPartPr>
              <p14:xfrm>
                <a:off x="7194040" y="4651107"/>
                <a:ext cx="120960" cy="150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3A9DBE-0843-530E-51C1-86B104F6C7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85040" y="4642107"/>
                  <a:ext cx="13860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52651D7-FEC9-7CB0-67D0-5618B11B0C42}"/>
                  </a:ext>
                </a:extLst>
              </p14:cNvPr>
              <p14:cNvContentPartPr/>
              <p14:nvPr/>
            </p14:nvContentPartPr>
            <p14:xfrm>
              <a:off x="7690120" y="4498467"/>
              <a:ext cx="244080" cy="289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52651D7-FEC9-7CB0-67D0-5618B11B0C4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681120" y="4489467"/>
                <a:ext cx="261720" cy="30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F5130F84-38E2-E373-1F7F-060B8940FAD3}"/>
              </a:ext>
            </a:extLst>
          </p:cNvPr>
          <p:cNvGrpSpPr/>
          <p:nvPr/>
        </p:nvGrpSpPr>
        <p:grpSpPr>
          <a:xfrm>
            <a:off x="8645200" y="4405587"/>
            <a:ext cx="1417320" cy="370080"/>
            <a:chOff x="8645200" y="4405587"/>
            <a:chExt cx="141732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FE1F94-371E-1CD8-D9A6-7B11F7E7C518}"/>
                    </a:ext>
                  </a:extLst>
                </p14:cNvPr>
                <p14:cNvContentPartPr/>
                <p14:nvPr/>
              </p14:nvContentPartPr>
              <p14:xfrm>
                <a:off x="8645200" y="4601427"/>
                <a:ext cx="279360" cy="151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FE1F94-371E-1CD8-D9A6-7B11F7E7C51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36560" y="4592787"/>
                  <a:ext cx="297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410EF66-8CCD-CE51-CBAA-EC3960A63917}"/>
                    </a:ext>
                  </a:extLst>
                </p14:cNvPr>
                <p14:cNvContentPartPr/>
                <p14:nvPr/>
              </p14:nvContentPartPr>
              <p14:xfrm>
                <a:off x="8946160" y="4426107"/>
                <a:ext cx="165960" cy="337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410EF66-8CCD-CE51-CBAA-EC3960A639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7160" y="4417107"/>
                  <a:ext cx="1836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1DEED4-0F6E-6138-97DA-992FE5A9ED9E}"/>
                    </a:ext>
                  </a:extLst>
                </p14:cNvPr>
                <p14:cNvContentPartPr/>
                <p14:nvPr/>
              </p14:nvContentPartPr>
              <p14:xfrm>
                <a:off x="9214720" y="4701507"/>
                <a:ext cx="19080" cy="44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1DEED4-0F6E-6138-97DA-992FE5A9ED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06080" y="4692867"/>
                  <a:ext cx="36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26DAB3-121E-9DEC-9A4C-B83A34E19E19}"/>
                    </a:ext>
                  </a:extLst>
                </p14:cNvPr>
                <p14:cNvContentPartPr/>
                <p14:nvPr/>
              </p14:nvContentPartPr>
              <p14:xfrm>
                <a:off x="9253960" y="4485507"/>
                <a:ext cx="32760" cy="22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26DAB3-121E-9DEC-9A4C-B83A34E19E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44960" y="4476867"/>
                  <a:ext cx="50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E620DD-9ACA-A4EC-9288-D4CA7BC58660}"/>
                    </a:ext>
                  </a:extLst>
                </p14:cNvPr>
                <p14:cNvContentPartPr/>
                <p14:nvPr/>
              </p14:nvContentPartPr>
              <p14:xfrm>
                <a:off x="9329920" y="4439067"/>
                <a:ext cx="89280" cy="302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E620DD-9ACA-A4EC-9288-D4CA7BC5866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20920" y="4430067"/>
                  <a:ext cx="1069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4CDE28E-918E-43F4-3CD6-6BFFE80129B9}"/>
                    </a:ext>
                  </a:extLst>
                </p14:cNvPr>
                <p14:cNvContentPartPr/>
                <p14:nvPr/>
              </p14:nvContentPartPr>
              <p14:xfrm>
                <a:off x="9413080" y="4405587"/>
                <a:ext cx="224640" cy="344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4CDE28E-918E-43F4-3CD6-6BFFE80129B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04440" y="4396587"/>
                  <a:ext cx="242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99EAFE7-594F-4EA7-2BDB-E22F2FE034AF}"/>
                    </a:ext>
                  </a:extLst>
                </p14:cNvPr>
                <p14:cNvContentPartPr/>
                <p14:nvPr/>
              </p14:nvContentPartPr>
              <p14:xfrm>
                <a:off x="9664360" y="4625547"/>
                <a:ext cx="89640" cy="150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99EAFE7-594F-4EA7-2BDB-E22F2FE034A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55360" y="4616547"/>
                  <a:ext cx="107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644825-E48D-179B-E72F-EB87625256A1}"/>
                    </a:ext>
                  </a:extLst>
                </p14:cNvPr>
                <p14:cNvContentPartPr/>
                <p14:nvPr/>
              </p14:nvContentPartPr>
              <p14:xfrm>
                <a:off x="9784960" y="4624827"/>
                <a:ext cx="117360" cy="11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644825-E48D-179B-E72F-EB87625256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76320" y="4615827"/>
                  <a:ext cx="135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308238E-6D0B-29E4-66A2-1DF3CA14F3F0}"/>
                    </a:ext>
                  </a:extLst>
                </p14:cNvPr>
                <p14:cNvContentPartPr/>
                <p14:nvPr/>
              </p14:nvContentPartPr>
              <p14:xfrm>
                <a:off x="9984400" y="4670547"/>
                <a:ext cx="78120" cy="67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308238E-6D0B-29E4-66A2-1DF3CA14F3F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75760" y="4661907"/>
                  <a:ext cx="957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9D7FA69-C957-DB07-873E-0042319152F0}"/>
              </a:ext>
            </a:extLst>
          </p:cNvPr>
          <p:cNvGrpSpPr/>
          <p:nvPr/>
        </p:nvGrpSpPr>
        <p:grpSpPr>
          <a:xfrm>
            <a:off x="10648240" y="4335027"/>
            <a:ext cx="1207440" cy="726840"/>
            <a:chOff x="10648240" y="4335027"/>
            <a:chExt cx="1207440" cy="72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989554-6F1E-2CE2-253F-33A6AD98623F}"/>
                    </a:ext>
                  </a:extLst>
                </p14:cNvPr>
                <p14:cNvContentPartPr/>
                <p14:nvPr/>
              </p14:nvContentPartPr>
              <p14:xfrm>
                <a:off x="10648240" y="4752987"/>
                <a:ext cx="5040" cy="308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989554-6F1E-2CE2-253F-33A6AD98623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39600" y="4743987"/>
                  <a:ext cx="22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4FD3805-1081-D41C-32D6-61DA462E69E2}"/>
                    </a:ext>
                  </a:extLst>
                </p14:cNvPr>
                <p14:cNvContentPartPr/>
                <p14:nvPr/>
              </p14:nvContentPartPr>
              <p14:xfrm>
                <a:off x="10695040" y="4648587"/>
                <a:ext cx="88920" cy="90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4FD3805-1081-D41C-32D6-61DA462E69E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686400" y="4639947"/>
                  <a:ext cx="106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FBD878-87CC-D48B-AD22-CBC9E1BA1C09}"/>
                    </a:ext>
                  </a:extLst>
                </p14:cNvPr>
                <p14:cNvContentPartPr/>
                <p14:nvPr/>
              </p14:nvContentPartPr>
              <p14:xfrm>
                <a:off x="10846960" y="4630947"/>
                <a:ext cx="114120" cy="119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FBD878-87CC-D48B-AD22-CBC9E1BA1C0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38320" y="4622307"/>
                  <a:ext cx="131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851CA0-5168-282C-8EDC-E46683B4C94F}"/>
                    </a:ext>
                  </a:extLst>
                </p14:cNvPr>
                <p14:cNvContentPartPr/>
                <p14:nvPr/>
              </p14:nvContentPartPr>
              <p14:xfrm>
                <a:off x="11007160" y="4583787"/>
                <a:ext cx="68400" cy="139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851CA0-5168-282C-8EDC-E46683B4C94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98160" y="4575147"/>
                  <a:ext cx="86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3B81E85-0010-5A0E-525E-2AB5ED5FA20B}"/>
                    </a:ext>
                  </a:extLst>
                </p14:cNvPr>
                <p14:cNvContentPartPr/>
                <p14:nvPr/>
              </p14:nvContentPartPr>
              <p14:xfrm>
                <a:off x="11278600" y="4633467"/>
                <a:ext cx="122400" cy="77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3B81E85-0010-5A0E-525E-2AB5ED5FA20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269960" y="4624827"/>
                  <a:ext cx="140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BC446D-CDF1-AEFD-CC71-701BEE85D70E}"/>
                    </a:ext>
                  </a:extLst>
                </p14:cNvPr>
                <p14:cNvContentPartPr/>
                <p14:nvPr/>
              </p14:nvContentPartPr>
              <p14:xfrm>
                <a:off x="11450320" y="4625187"/>
                <a:ext cx="80640" cy="9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BC446D-CDF1-AEFD-CC71-701BEE85D7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441680" y="4616187"/>
                  <a:ext cx="982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7143FE-8112-D599-F59C-05746115F118}"/>
                    </a:ext>
                  </a:extLst>
                </p14:cNvPr>
                <p14:cNvContentPartPr/>
                <p14:nvPr/>
              </p14:nvContentPartPr>
              <p14:xfrm>
                <a:off x="11591440" y="4335027"/>
                <a:ext cx="196920" cy="369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7143FE-8112-D599-F59C-05746115F11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582440" y="4326027"/>
                  <a:ext cx="2145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539184-B10E-5A47-1C2B-681C7109DFFC}"/>
                    </a:ext>
                  </a:extLst>
                </p14:cNvPr>
                <p14:cNvContentPartPr/>
                <p14:nvPr/>
              </p14:nvContentPartPr>
              <p14:xfrm>
                <a:off x="11776480" y="4573347"/>
                <a:ext cx="79200" cy="141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539184-B10E-5A47-1C2B-681C7109DFF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767840" y="4564707"/>
                  <a:ext cx="9684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46D8B49-4012-5813-075E-C4CDFCD6F783}"/>
                  </a:ext>
                </a:extLst>
              </p14:cNvPr>
              <p14:cNvContentPartPr/>
              <p14:nvPr/>
            </p14:nvContentPartPr>
            <p14:xfrm>
              <a:off x="2802040" y="4554627"/>
              <a:ext cx="217800" cy="885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46D8B49-4012-5813-075E-C4CDFCD6F78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793040" y="4545987"/>
                <a:ext cx="235440" cy="1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7B0454B-89E3-1D03-ACA9-D9DA6599611D}"/>
              </a:ext>
            </a:extLst>
          </p:cNvPr>
          <p:cNvGrpSpPr/>
          <p:nvPr/>
        </p:nvGrpSpPr>
        <p:grpSpPr>
          <a:xfrm>
            <a:off x="1748320" y="4836867"/>
            <a:ext cx="2073240" cy="1295640"/>
            <a:chOff x="1748320" y="4836867"/>
            <a:chExt cx="2073240" cy="12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7DBDDE1-083C-A6CD-94BC-858F67AA21B6}"/>
                    </a:ext>
                  </a:extLst>
                </p14:cNvPr>
                <p14:cNvContentPartPr/>
                <p14:nvPr/>
              </p14:nvContentPartPr>
              <p14:xfrm>
                <a:off x="2238640" y="4836867"/>
                <a:ext cx="516600" cy="459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7DBDDE1-083C-A6CD-94BC-858F67AA21B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29640" y="4828227"/>
                  <a:ext cx="53424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51717FC-461B-E8C3-1790-DF30DDF2A692}"/>
                    </a:ext>
                  </a:extLst>
                </p14:cNvPr>
                <p14:cNvContentPartPr/>
                <p14:nvPr/>
              </p14:nvContentPartPr>
              <p14:xfrm>
                <a:off x="1748320" y="5260947"/>
                <a:ext cx="614160" cy="657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51717FC-461B-E8C3-1790-DF30DDF2A69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39680" y="5251947"/>
                  <a:ext cx="63180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A047232-7C9A-8197-A77A-E293DD040291}"/>
                    </a:ext>
                  </a:extLst>
                </p14:cNvPr>
                <p14:cNvContentPartPr/>
                <p14:nvPr/>
              </p14:nvContentPartPr>
              <p14:xfrm>
                <a:off x="1971160" y="5451027"/>
                <a:ext cx="126720" cy="234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A047232-7C9A-8197-A77A-E293DD04029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62520" y="5442387"/>
                  <a:ext cx="144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483EE95-4192-6F02-BED4-0E4E3A19B512}"/>
                    </a:ext>
                  </a:extLst>
                </p14:cNvPr>
                <p14:cNvContentPartPr/>
                <p14:nvPr/>
              </p14:nvContentPartPr>
              <p14:xfrm>
                <a:off x="3036400" y="4872507"/>
                <a:ext cx="353160" cy="634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483EE95-4192-6F02-BED4-0E4E3A19B51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27760" y="4863507"/>
                  <a:ext cx="37080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E57A11D-0497-DC94-5D61-D1B9EA57C5EB}"/>
                    </a:ext>
                  </a:extLst>
                </p14:cNvPr>
                <p14:cNvContentPartPr/>
                <p14:nvPr/>
              </p14:nvContentPartPr>
              <p14:xfrm>
                <a:off x="3449320" y="5726427"/>
                <a:ext cx="43200" cy="47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E57A11D-0497-DC94-5D61-D1B9EA57C5E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40680" y="5717787"/>
                  <a:ext cx="60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72EF813-AA55-A229-566B-66D7D4F6760E}"/>
                    </a:ext>
                  </a:extLst>
                </p14:cNvPr>
                <p14:cNvContentPartPr/>
                <p14:nvPr/>
              </p14:nvContentPartPr>
              <p14:xfrm>
                <a:off x="3415840" y="5672427"/>
                <a:ext cx="150840" cy="144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72EF813-AA55-A229-566B-66D7D4F6760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07200" y="5663427"/>
                  <a:ext cx="168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4F70D40-0CDF-F632-A3CF-A52307B4661B}"/>
                    </a:ext>
                  </a:extLst>
                </p14:cNvPr>
                <p14:cNvContentPartPr/>
                <p14:nvPr/>
              </p14:nvContentPartPr>
              <p14:xfrm>
                <a:off x="3233680" y="5476947"/>
                <a:ext cx="587880" cy="655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4F70D40-0CDF-F632-A3CF-A52307B466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224680" y="5467947"/>
                  <a:ext cx="605520" cy="67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757514E-DB60-136B-F33E-4426FAE31993}"/>
              </a:ext>
            </a:extLst>
          </p:cNvPr>
          <p:cNvGrpSpPr/>
          <p:nvPr/>
        </p:nvGrpSpPr>
        <p:grpSpPr>
          <a:xfrm>
            <a:off x="6433720" y="5228907"/>
            <a:ext cx="1043640" cy="425520"/>
            <a:chOff x="6433720" y="5228907"/>
            <a:chExt cx="104364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AA98614-E45C-48EE-62F8-A3261C8E687E}"/>
                    </a:ext>
                  </a:extLst>
                </p14:cNvPr>
                <p14:cNvContentPartPr/>
                <p14:nvPr/>
              </p14:nvContentPartPr>
              <p14:xfrm>
                <a:off x="6433720" y="5228907"/>
                <a:ext cx="117720" cy="42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AA98614-E45C-48EE-62F8-A3261C8E687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24720" y="5220267"/>
                  <a:ext cx="1353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A39211B-A667-2F6F-F8F7-26B85B8918E1}"/>
                    </a:ext>
                  </a:extLst>
                </p14:cNvPr>
                <p14:cNvContentPartPr/>
                <p14:nvPr/>
              </p14:nvContentPartPr>
              <p14:xfrm>
                <a:off x="6760600" y="5381187"/>
                <a:ext cx="315000" cy="25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A39211B-A667-2F6F-F8F7-26B85B8918E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51960" y="5372187"/>
                  <a:ext cx="332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DDB73E-245B-25B9-8BE9-86411AEF7562}"/>
                    </a:ext>
                  </a:extLst>
                </p14:cNvPr>
                <p14:cNvContentPartPr/>
                <p14:nvPr/>
              </p14:nvContentPartPr>
              <p14:xfrm>
                <a:off x="7225000" y="5387307"/>
                <a:ext cx="252360" cy="165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DDB73E-245B-25B9-8BE9-86411AEF756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16000" y="5378667"/>
                  <a:ext cx="2700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FA67985-E559-EF5B-1B46-0FF66C1CD981}"/>
              </a:ext>
            </a:extLst>
          </p:cNvPr>
          <p:cNvGrpSpPr/>
          <p:nvPr/>
        </p:nvGrpSpPr>
        <p:grpSpPr>
          <a:xfrm>
            <a:off x="8152000" y="5130987"/>
            <a:ext cx="797400" cy="380160"/>
            <a:chOff x="8152000" y="5130987"/>
            <a:chExt cx="79740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135302D-CFFB-5883-4F58-DDC04647F7F5}"/>
                    </a:ext>
                  </a:extLst>
                </p14:cNvPr>
                <p14:cNvContentPartPr/>
                <p14:nvPr/>
              </p14:nvContentPartPr>
              <p14:xfrm>
                <a:off x="8152000" y="5404587"/>
                <a:ext cx="448200" cy="106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135302D-CFFB-5883-4F58-DDC04647F7F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43360" y="5395947"/>
                  <a:ext cx="465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D820CB8-55CF-AE65-D9C4-526010D00854}"/>
                    </a:ext>
                  </a:extLst>
                </p14:cNvPr>
                <p14:cNvContentPartPr/>
                <p14:nvPr/>
              </p14:nvContentPartPr>
              <p14:xfrm>
                <a:off x="8703880" y="5130987"/>
                <a:ext cx="245520" cy="335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D820CB8-55CF-AE65-D9C4-526010D0085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94880" y="5121987"/>
                  <a:ext cx="263160" cy="35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BC5CC86-DA26-E026-167D-B096B6A4BF9A}"/>
              </a:ext>
            </a:extLst>
          </p:cNvPr>
          <p:cNvGrpSpPr/>
          <p:nvPr/>
        </p:nvGrpSpPr>
        <p:grpSpPr>
          <a:xfrm>
            <a:off x="9271240" y="5224227"/>
            <a:ext cx="1289880" cy="192960"/>
            <a:chOff x="9271240" y="5224227"/>
            <a:chExt cx="12898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16A52FA-CC75-8753-DFC0-D7894BD9FFA4}"/>
                    </a:ext>
                  </a:extLst>
                </p14:cNvPr>
                <p14:cNvContentPartPr/>
                <p14:nvPr/>
              </p14:nvContentPartPr>
              <p14:xfrm>
                <a:off x="9271240" y="5244027"/>
                <a:ext cx="142560" cy="150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16A52FA-CC75-8753-DFC0-D7894BD9FF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62600" y="5235387"/>
                  <a:ext cx="160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9F7F102-ACD6-D64B-CBD9-81C9F8C287E0}"/>
                    </a:ext>
                  </a:extLst>
                </p14:cNvPr>
                <p14:cNvContentPartPr/>
                <p14:nvPr/>
              </p14:nvContentPartPr>
              <p14:xfrm>
                <a:off x="9691000" y="5224227"/>
                <a:ext cx="396360" cy="192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9F7F102-ACD6-D64B-CBD9-81C9F8C287E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82360" y="5215227"/>
                  <a:ext cx="414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2ECE371-EFFC-AC67-BD2E-7772C88DB806}"/>
                    </a:ext>
                  </a:extLst>
                </p14:cNvPr>
                <p14:cNvContentPartPr/>
                <p14:nvPr/>
              </p14:nvContentPartPr>
              <p14:xfrm>
                <a:off x="10283200" y="5272827"/>
                <a:ext cx="277920" cy="130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2ECE371-EFFC-AC67-BD2E-7772C88DB80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274560" y="5263827"/>
                  <a:ext cx="2955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326DD38-3264-C348-0CA0-4B860785A9CB}"/>
              </a:ext>
            </a:extLst>
          </p:cNvPr>
          <p:cNvGrpSpPr/>
          <p:nvPr/>
        </p:nvGrpSpPr>
        <p:grpSpPr>
          <a:xfrm>
            <a:off x="1816360" y="3415587"/>
            <a:ext cx="762840" cy="276840"/>
            <a:chOff x="1816360" y="3415587"/>
            <a:chExt cx="76284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D23EDC-04C2-9D30-0F95-300B936A8B95}"/>
                    </a:ext>
                  </a:extLst>
                </p14:cNvPr>
                <p14:cNvContentPartPr/>
                <p14:nvPr/>
              </p14:nvContentPartPr>
              <p14:xfrm>
                <a:off x="1816360" y="3549147"/>
                <a:ext cx="88560" cy="143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D23EDC-04C2-9D30-0F95-300B936A8B9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07360" y="3540147"/>
                  <a:ext cx="106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1DC7AE7-28DF-B8E2-7AA5-24833F98A524}"/>
                    </a:ext>
                  </a:extLst>
                </p14:cNvPr>
                <p14:cNvContentPartPr/>
                <p14:nvPr/>
              </p14:nvContentPartPr>
              <p14:xfrm>
                <a:off x="2008600" y="3562827"/>
                <a:ext cx="80640" cy="110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1DC7AE7-28DF-B8E2-7AA5-24833F98A52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99960" y="3554187"/>
                  <a:ext cx="98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5A922F8-0F0A-B612-8CE7-5D0C5D0D462C}"/>
                    </a:ext>
                  </a:extLst>
                </p14:cNvPr>
                <p14:cNvContentPartPr/>
                <p14:nvPr/>
              </p14:nvContentPartPr>
              <p14:xfrm>
                <a:off x="2187880" y="3548427"/>
                <a:ext cx="112680" cy="110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5A922F8-0F0A-B612-8CE7-5D0C5D0D462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79240" y="3539787"/>
                  <a:ext cx="130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C4CF14-DA2B-0ECE-D62E-A6F05B85CDF6}"/>
                    </a:ext>
                  </a:extLst>
                </p14:cNvPr>
                <p14:cNvContentPartPr/>
                <p14:nvPr/>
              </p14:nvContentPartPr>
              <p14:xfrm>
                <a:off x="2424040" y="3415587"/>
                <a:ext cx="102960" cy="2181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C4CF14-DA2B-0ECE-D62E-A6F05B85CD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15400" y="3406587"/>
                  <a:ext cx="120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BED0FDA-877C-9049-973D-BA81728578D4}"/>
                    </a:ext>
                  </a:extLst>
                </p14:cNvPr>
                <p14:cNvContentPartPr/>
                <p14:nvPr/>
              </p14:nvContentPartPr>
              <p14:xfrm>
                <a:off x="2399560" y="3503427"/>
                <a:ext cx="179640" cy="3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BED0FDA-877C-9049-973D-BA81728578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90920" y="3494787"/>
                  <a:ext cx="19728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43CE97-D58E-182A-51BA-2B602B82CF6E}"/>
              </a:ext>
            </a:extLst>
          </p:cNvPr>
          <p:cNvGrpSpPr/>
          <p:nvPr/>
        </p:nvGrpSpPr>
        <p:grpSpPr>
          <a:xfrm>
            <a:off x="1500280" y="2300307"/>
            <a:ext cx="457200" cy="387000"/>
            <a:chOff x="1500280" y="2300307"/>
            <a:chExt cx="45720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765D67-BED6-5E1D-F9CB-EA5AA6E48746}"/>
                    </a:ext>
                  </a:extLst>
                </p14:cNvPr>
                <p14:cNvContentPartPr/>
                <p14:nvPr/>
              </p14:nvContentPartPr>
              <p14:xfrm>
                <a:off x="1500280" y="2659227"/>
                <a:ext cx="86040" cy="2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765D67-BED6-5E1D-F9CB-EA5AA6E487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95960" y="2654907"/>
                  <a:ext cx="94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210368E-3F6D-C672-D43F-B05CD0472C0E}"/>
                    </a:ext>
                  </a:extLst>
                </p14:cNvPr>
                <p14:cNvContentPartPr/>
                <p14:nvPr/>
              </p14:nvContentPartPr>
              <p14:xfrm>
                <a:off x="1706560" y="2523507"/>
                <a:ext cx="74160" cy="39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210368E-3F6D-C672-D43F-B05CD0472C0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702240" y="2519187"/>
                  <a:ext cx="82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5D5215-DAAB-6E49-59C5-241CCA88B8BA}"/>
                    </a:ext>
                  </a:extLst>
                </p14:cNvPr>
                <p14:cNvContentPartPr/>
                <p14:nvPr/>
              </p14:nvContentPartPr>
              <p14:xfrm>
                <a:off x="1855600" y="2375547"/>
                <a:ext cx="46440" cy="38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25D5215-DAAB-6E49-59C5-241CCA88B8B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51280" y="2371227"/>
                  <a:ext cx="55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708EC93-9E26-1B17-AFD4-30C16A3F4EA8}"/>
                    </a:ext>
                  </a:extLst>
                </p14:cNvPr>
                <p14:cNvContentPartPr/>
                <p14:nvPr/>
              </p14:nvContentPartPr>
              <p14:xfrm>
                <a:off x="1747240" y="2300307"/>
                <a:ext cx="210240" cy="219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708EC93-9E26-1B17-AFD4-30C16A3F4EA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42920" y="2295987"/>
                  <a:ext cx="21888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A4BFFE7-965C-F9A9-08C0-0FF24CC4EE0F}"/>
              </a:ext>
            </a:extLst>
          </p:cNvPr>
          <p:cNvGrpSpPr/>
          <p:nvPr/>
        </p:nvGrpSpPr>
        <p:grpSpPr>
          <a:xfrm>
            <a:off x="386440" y="2054067"/>
            <a:ext cx="802800" cy="835200"/>
            <a:chOff x="386440" y="2054067"/>
            <a:chExt cx="802800" cy="83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E4F9DC7-032A-8229-BF94-0C05FD8916F4}"/>
                    </a:ext>
                  </a:extLst>
                </p14:cNvPr>
                <p14:cNvContentPartPr/>
                <p14:nvPr/>
              </p14:nvContentPartPr>
              <p14:xfrm>
                <a:off x="389320" y="2735547"/>
                <a:ext cx="150840" cy="153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E4F9DC7-032A-8229-BF94-0C05FD8916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85000" y="2731227"/>
                  <a:ext cx="159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A43F731-A856-EF0E-797E-0DCF899E8DF4}"/>
                    </a:ext>
                  </a:extLst>
                </p14:cNvPr>
                <p14:cNvContentPartPr/>
                <p14:nvPr/>
              </p14:nvContentPartPr>
              <p14:xfrm>
                <a:off x="556720" y="2510907"/>
                <a:ext cx="146520" cy="352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A43F731-A856-EF0E-797E-0DCF899E8DF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52400" y="2506587"/>
                  <a:ext cx="1551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54179CF-27F5-EE9B-5314-263A41DB4337}"/>
                    </a:ext>
                  </a:extLst>
                </p14:cNvPr>
                <p14:cNvContentPartPr/>
                <p14:nvPr/>
              </p14:nvContentPartPr>
              <p14:xfrm>
                <a:off x="760480" y="2756067"/>
                <a:ext cx="1080" cy="77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54179CF-27F5-EE9B-5314-263A41DB433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6160" y="2751747"/>
                  <a:ext cx="9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11029F4-033B-8F59-F84F-2BB12520C074}"/>
                    </a:ext>
                  </a:extLst>
                </p14:cNvPr>
                <p14:cNvContentPartPr/>
                <p14:nvPr/>
              </p14:nvContentPartPr>
              <p14:xfrm>
                <a:off x="757600" y="2579307"/>
                <a:ext cx="3240" cy="32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11029F4-033B-8F59-F84F-2BB12520C07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3280" y="2574987"/>
                  <a:ext cx="11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2255780-B5B0-FF65-BF35-248CB87848A0}"/>
                    </a:ext>
                  </a:extLst>
                </p14:cNvPr>
                <p14:cNvContentPartPr/>
                <p14:nvPr/>
              </p14:nvContentPartPr>
              <p14:xfrm>
                <a:off x="846160" y="2535027"/>
                <a:ext cx="50040" cy="291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2255780-B5B0-FF65-BF35-248CB87848A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1840" y="2530707"/>
                  <a:ext cx="58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54A087-C2ED-1E21-F541-CAF291ECEB9C}"/>
                    </a:ext>
                  </a:extLst>
                </p14:cNvPr>
                <p14:cNvContentPartPr/>
                <p14:nvPr/>
              </p14:nvContentPartPr>
              <p14:xfrm>
                <a:off x="997720" y="2551227"/>
                <a:ext cx="191520" cy="292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54A087-C2ED-1E21-F541-CAF291ECEB9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3400" y="2546907"/>
                  <a:ext cx="200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C9E5C80-24B3-E513-6B67-F29FD8DCE8B7}"/>
                    </a:ext>
                  </a:extLst>
                </p14:cNvPr>
                <p14:cNvContentPartPr/>
                <p14:nvPr/>
              </p14:nvContentPartPr>
              <p14:xfrm>
                <a:off x="386440" y="2157027"/>
                <a:ext cx="20520" cy="28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C9E5C80-24B3-E513-6B67-F29FD8DCE8B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2120" y="2152707"/>
                  <a:ext cx="29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99213F2-702A-A408-FFD2-7E93605DCA3E}"/>
                    </a:ext>
                  </a:extLst>
                </p14:cNvPr>
                <p14:cNvContentPartPr/>
                <p14:nvPr/>
              </p14:nvContentPartPr>
              <p14:xfrm>
                <a:off x="509200" y="2291307"/>
                <a:ext cx="159840" cy="118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99213F2-702A-A408-FFD2-7E93605DCA3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04880" y="2286987"/>
                  <a:ext cx="168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93F9567-7B46-0F43-388D-E5A02A929CFC}"/>
                    </a:ext>
                  </a:extLst>
                </p14:cNvPr>
                <p14:cNvContentPartPr/>
                <p14:nvPr/>
              </p14:nvContentPartPr>
              <p14:xfrm>
                <a:off x="752200" y="2054067"/>
                <a:ext cx="135000" cy="332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93F9567-7B46-0F43-388D-E5A02A929CF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7880" y="2049747"/>
                  <a:ext cx="143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82E8A1-E8A5-359B-CA58-87D9B236B599}"/>
                    </a:ext>
                  </a:extLst>
                </p14:cNvPr>
                <p14:cNvContentPartPr/>
                <p14:nvPr/>
              </p14:nvContentPartPr>
              <p14:xfrm>
                <a:off x="767320" y="2214987"/>
                <a:ext cx="141840" cy="34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82E8A1-E8A5-359B-CA58-87D9B236B59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63000" y="2210667"/>
                  <a:ext cx="150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81CFF8E-31CB-B75E-EF55-D47403A113A8}"/>
                    </a:ext>
                  </a:extLst>
                </p14:cNvPr>
                <p14:cNvContentPartPr/>
                <p14:nvPr/>
              </p14:nvContentPartPr>
              <p14:xfrm>
                <a:off x="1000240" y="2105907"/>
                <a:ext cx="81000" cy="195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81CFF8E-31CB-B75E-EF55-D47403A113A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5920" y="2101587"/>
                  <a:ext cx="89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C120228-AA54-5D42-A570-48C7FFEC0E00}"/>
                    </a:ext>
                  </a:extLst>
                </p14:cNvPr>
                <p14:cNvContentPartPr/>
                <p14:nvPr/>
              </p14:nvContentPartPr>
              <p14:xfrm>
                <a:off x="942640" y="2190147"/>
                <a:ext cx="138960" cy="25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C120228-AA54-5D42-A570-48C7FFEC0E0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8320" y="2185827"/>
                  <a:ext cx="14760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4E3E1FF-8873-102B-D84E-A53B16355B6D}"/>
              </a:ext>
            </a:extLst>
          </p:cNvPr>
          <p:cNvGrpSpPr/>
          <p:nvPr/>
        </p:nvGrpSpPr>
        <p:grpSpPr>
          <a:xfrm>
            <a:off x="3423760" y="2234427"/>
            <a:ext cx="2008080" cy="882720"/>
            <a:chOff x="3423760" y="2234427"/>
            <a:chExt cx="2008080" cy="88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A70171A-C9D0-35AF-D73C-C8DA8AA6FCC0}"/>
                    </a:ext>
                  </a:extLst>
                </p14:cNvPr>
                <p14:cNvContentPartPr/>
                <p14:nvPr/>
              </p14:nvContentPartPr>
              <p14:xfrm>
                <a:off x="3534280" y="2497947"/>
                <a:ext cx="141120" cy="75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A70171A-C9D0-35AF-D73C-C8DA8AA6FCC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529960" y="2493627"/>
                  <a:ext cx="149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D9555CE-9526-E255-EFD7-88E27215AAB6}"/>
                    </a:ext>
                  </a:extLst>
                </p14:cNvPr>
                <p14:cNvContentPartPr/>
                <p14:nvPr/>
              </p14:nvContentPartPr>
              <p14:xfrm>
                <a:off x="3879160" y="2684067"/>
                <a:ext cx="110880" cy="13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D9555CE-9526-E255-EFD7-88E27215AAB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74840" y="2679747"/>
                  <a:ext cx="119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D50D2E-8EB2-6626-5064-E4071FA3657B}"/>
                    </a:ext>
                  </a:extLst>
                </p14:cNvPr>
                <p14:cNvContentPartPr/>
                <p14:nvPr/>
              </p14:nvContentPartPr>
              <p14:xfrm>
                <a:off x="4152400" y="2760027"/>
                <a:ext cx="25200" cy="24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D50D2E-8EB2-6626-5064-E4071FA3657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48080" y="2755707"/>
                  <a:ext cx="33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5CCFF92-A5B5-A526-1687-4BCAB61072C5}"/>
                    </a:ext>
                  </a:extLst>
                </p14:cNvPr>
                <p14:cNvContentPartPr/>
                <p14:nvPr/>
              </p14:nvContentPartPr>
              <p14:xfrm>
                <a:off x="3423760" y="2397147"/>
                <a:ext cx="203400" cy="255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5CCFF92-A5B5-A526-1687-4BCAB61072C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419440" y="2392827"/>
                  <a:ext cx="212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092EBE0-37AB-3E65-7E8D-9F01BEBE653F}"/>
                    </a:ext>
                  </a:extLst>
                </p14:cNvPr>
                <p14:cNvContentPartPr/>
                <p14:nvPr/>
              </p14:nvContentPartPr>
              <p14:xfrm>
                <a:off x="4350040" y="2433867"/>
                <a:ext cx="52200" cy="182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092EBE0-37AB-3E65-7E8D-9F01BEBE653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45720" y="2429547"/>
                  <a:ext cx="60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079D9A0-2BA8-DC82-52BE-8082281F0C60}"/>
                    </a:ext>
                  </a:extLst>
                </p14:cNvPr>
                <p14:cNvContentPartPr/>
                <p14:nvPr/>
              </p14:nvContentPartPr>
              <p14:xfrm>
                <a:off x="4559560" y="2517027"/>
                <a:ext cx="10080" cy="58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079D9A0-2BA8-DC82-52BE-8082281F0C6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55240" y="2512707"/>
                  <a:ext cx="18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6CBE125-D447-1713-45D6-D86A2B17D91A}"/>
                    </a:ext>
                  </a:extLst>
                </p14:cNvPr>
                <p14:cNvContentPartPr/>
                <p14:nvPr/>
              </p14:nvContentPartPr>
              <p14:xfrm>
                <a:off x="4585120" y="2336307"/>
                <a:ext cx="41760" cy="90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6CBE125-D447-1713-45D6-D86A2B17D91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80800" y="2331987"/>
                  <a:ext cx="5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EB82650-6CC6-143B-E7E8-5ACF507FE78D}"/>
                    </a:ext>
                  </a:extLst>
                </p14:cNvPr>
                <p14:cNvContentPartPr/>
                <p14:nvPr/>
              </p14:nvContentPartPr>
              <p14:xfrm>
                <a:off x="4660720" y="2234427"/>
                <a:ext cx="326520" cy="478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EB82650-6CC6-143B-E7E8-5ACF507FE78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56400" y="2230107"/>
                  <a:ext cx="3351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6D8055B-EAD5-650C-6751-EC5E9E8C6F51}"/>
                    </a:ext>
                  </a:extLst>
                </p14:cNvPr>
                <p14:cNvContentPartPr/>
                <p14:nvPr/>
              </p14:nvContentPartPr>
              <p14:xfrm>
                <a:off x="5042680" y="2316147"/>
                <a:ext cx="110880" cy="187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6D8055B-EAD5-650C-6751-EC5E9E8C6F5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38360" y="2311827"/>
                  <a:ext cx="119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0821C66-70E9-DB39-066F-2EA7C9544B82}"/>
                    </a:ext>
                  </a:extLst>
                </p14:cNvPr>
                <p14:cNvContentPartPr/>
                <p14:nvPr/>
              </p14:nvContentPartPr>
              <p14:xfrm>
                <a:off x="4996600" y="2425947"/>
                <a:ext cx="186120" cy="7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0821C66-70E9-DB39-066F-2EA7C9544B8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92280" y="2421627"/>
                  <a:ext cx="1947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0C47D59-C286-8174-EBC3-FDF1F3357EB8}"/>
                    </a:ext>
                  </a:extLst>
                </p14:cNvPr>
                <p14:cNvContentPartPr/>
                <p14:nvPr/>
              </p14:nvContentPartPr>
              <p14:xfrm>
                <a:off x="4411960" y="2962707"/>
                <a:ext cx="201960" cy="138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0C47D59-C286-8174-EBC3-FDF1F3357EB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07640" y="2958387"/>
                  <a:ext cx="210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69F51F8-0D68-AA56-5E8E-C2E379AFFA84}"/>
                    </a:ext>
                  </a:extLst>
                </p14:cNvPr>
                <p14:cNvContentPartPr/>
                <p14:nvPr/>
              </p14:nvContentPartPr>
              <p14:xfrm>
                <a:off x="4658200" y="2830587"/>
                <a:ext cx="150840" cy="252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69F51F8-0D68-AA56-5E8E-C2E379AFFA8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53880" y="2826267"/>
                  <a:ext cx="159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1928565-A1F0-9D84-6F8B-504DBBC001F1}"/>
                    </a:ext>
                  </a:extLst>
                </p14:cNvPr>
                <p14:cNvContentPartPr/>
                <p14:nvPr/>
              </p14:nvContentPartPr>
              <p14:xfrm>
                <a:off x="4888240" y="3025707"/>
                <a:ext cx="27360" cy="38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1928565-A1F0-9D84-6F8B-504DBBC001F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883920" y="3021387"/>
                  <a:ext cx="36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9A9BABD-12C3-F6E3-61FA-4EF0921368BD}"/>
                    </a:ext>
                  </a:extLst>
                </p14:cNvPr>
                <p14:cNvContentPartPr/>
                <p14:nvPr/>
              </p14:nvContentPartPr>
              <p14:xfrm>
                <a:off x="4922080" y="2805027"/>
                <a:ext cx="35640" cy="41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9A9BABD-12C3-F6E3-61FA-4EF0921368B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17760" y="2800707"/>
                  <a:ext cx="4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A5FDDD6-ED1B-7D66-CC1A-B8B642119EE0}"/>
                    </a:ext>
                  </a:extLst>
                </p14:cNvPr>
                <p14:cNvContentPartPr/>
                <p14:nvPr/>
              </p14:nvContentPartPr>
              <p14:xfrm>
                <a:off x="5044120" y="2802147"/>
                <a:ext cx="59760" cy="308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A5FDDD6-ED1B-7D66-CC1A-B8B642119EE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39800" y="2797827"/>
                  <a:ext cx="68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FEAF1A4-B36E-255C-D9BA-911C963D4B26}"/>
                    </a:ext>
                  </a:extLst>
                </p14:cNvPr>
                <p14:cNvContentPartPr/>
                <p14:nvPr/>
              </p14:nvContentPartPr>
              <p14:xfrm>
                <a:off x="5130880" y="2747427"/>
                <a:ext cx="300960" cy="369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FEAF1A4-B36E-255C-D9BA-911C963D4B2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126560" y="2743107"/>
                  <a:ext cx="309600" cy="37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22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73AE4-9C93-E451-4D27-F8940007E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Why are trees great?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1474D-CB64-BB6A-E0C8-4B310DAB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Searchable in O(log n) time.</a:t>
            </a:r>
          </a:p>
        </p:txBody>
      </p:sp>
    </p:spTree>
    <p:extLst>
      <p:ext uri="{BB962C8B-B14F-4D97-AF65-F5344CB8AC3E}">
        <p14:creationId xmlns:p14="http://schemas.microsoft.com/office/powerpoint/2010/main" val="270525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F65A-2668-0851-5894-194C1794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operations (methods)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E5429-4DC6-2D54-8FA9-076A76153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Insert an element</a:t>
            </a:r>
          </a:p>
          <a:p>
            <a:r>
              <a:rPr lang="en-US" dirty="0"/>
              <a:t>Delete or remove an element</a:t>
            </a:r>
          </a:p>
          <a:p>
            <a:r>
              <a:rPr lang="en-US" dirty="0"/>
              <a:t>Search or find an element</a:t>
            </a:r>
          </a:p>
          <a:p>
            <a:r>
              <a:rPr lang="en-US" dirty="0"/>
              <a:t>Peek at the root</a:t>
            </a:r>
          </a:p>
          <a:p>
            <a:r>
              <a:rPr lang="en-ZA" dirty="0"/>
              <a:t>Traversals</a:t>
            </a:r>
          </a:p>
          <a:p>
            <a:pPr lvl="1"/>
            <a:r>
              <a:rPr lang="en-ZA" dirty="0" err="1"/>
              <a:t>Inorder</a:t>
            </a:r>
            <a:endParaRPr lang="en-ZA" dirty="0"/>
          </a:p>
          <a:p>
            <a:pPr lvl="1"/>
            <a:r>
              <a:rPr lang="en-ZA" dirty="0"/>
              <a:t>Preorder</a:t>
            </a:r>
          </a:p>
          <a:p>
            <a:pPr lvl="1"/>
            <a:r>
              <a:rPr lang="en-ZA" dirty="0" err="1"/>
              <a:t>Postorder</a:t>
            </a:r>
            <a:endParaRPr lang="en-ZA" dirty="0"/>
          </a:p>
          <a:p>
            <a:r>
              <a:rPr lang="en-ZA" dirty="0"/>
              <a:t>Depth First Search</a:t>
            </a:r>
          </a:p>
          <a:p>
            <a:r>
              <a:rPr lang="en-ZA" dirty="0"/>
              <a:t>Breadth First Search</a:t>
            </a:r>
          </a:p>
        </p:txBody>
      </p:sp>
    </p:spTree>
    <p:extLst>
      <p:ext uri="{BB962C8B-B14F-4D97-AF65-F5344CB8AC3E}">
        <p14:creationId xmlns:p14="http://schemas.microsoft.com/office/powerpoint/2010/main" val="88251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017B-DE74-A214-A5BB-3F07CAF8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operation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CA11C-B0C4-67E7-4DCF-D4C1B54F7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the following numbers into a tree of integers</a:t>
            </a:r>
          </a:p>
          <a:p>
            <a:r>
              <a:rPr lang="en-US" dirty="0"/>
              <a:t>6, 7, 4, 9, 10, 3, 1, 8</a:t>
            </a:r>
            <a:endParaRPr lang="en-ZA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4126D3-EFF1-8649-9D8C-F7CB134A9EE9}"/>
              </a:ext>
            </a:extLst>
          </p:cNvPr>
          <p:cNvGrpSpPr/>
          <p:nvPr/>
        </p:nvGrpSpPr>
        <p:grpSpPr>
          <a:xfrm>
            <a:off x="5500960" y="2753360"/>
            <a:ext cx="1273680" cy="297720"/>
            <a:chOff x="5500960" y="2753360"/>
            <a:chExt cx="127368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E1CA258-A2DC-8ED0-2644-DE9ABD2358D9}"/>
                    </a:ext>
                  </a:extLst>
                </p14:cNvPr>
                <p14:cNvContentPartPr/>
                <p14:nvPr/>
              </p14:nvContentPartPr>
              <p14:xfrm>
                <a:off x="5500960" y="2907440"/>
                <a:ext cx="104040" cy="9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E1CA258-A2DC-8ED0-2644-DE9ABD2358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91960" y="2898800"/>
                  <a:ext cx="121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17051E-00B6-9A01-5AAF-86137A62C5EC}"/>
                    </a:ext>
                  </a:extLst>
                </p14:cNvPr>
                <p14:cNvContentPartPr/>
                <p14:nvPr/>
              </p14:nvContentPartPr>
              <p14:xfrm>
                <a:off x="5637760" y="2910320"/>
                <a:ext cx="91800" cy="74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17051E-00B6-9A01-5AAF-86137A62C5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28760" y="2901680"/>
                  <a:ext cx="109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90E66A-77C2-49C5-D471-2299EBFD630B}"/>
                    </a:ext>
                  </a:extLst>
                </p14:cNvPr>
                <p14:cNvContentPartPr/>
                <p14:nvPr/>
              </p14:nvContentPartPr>
              <p14:xfrm>
                <a:off x="5758360" y="2915000"/>
                <a:ext cx="97560" cy="74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90E66A-77C2-49C5-D471-2299EBFD63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49360" y="2906000"/>
                  <a:ext cx="115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B2BD09-466B-9D9C-40CA-A80DED0C23E7}"/>
                    </a:ext>
                  </a:extLst>
                </p14:cNvPr>
                <p14:cNvContentPartPr/>
                <p14:nvPr/>
              </p14:nvContentPartPr>
              <p14:xfrm>
                <a:off x="5952400" y="2753360"/>
                <a:ext cx="90360" cy="234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B2BD09-466B-9D9C-40CA-A80DED0C23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43760" y="2744360"/>
                  <a:ext cx="108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4DA74C-8623-1113-A685-A7FD8467B2D3}"/>
                    </a:ext>
                  </a:extLst>
                </p14:cNvPr>
                <p14:cNvContentPartPr/>
                <p14:nvPr/>
              </p14:nvContentPartPr>
              <p14:xfrm>
                <a:off x="5917120" y="2906720"/>
                <a:ext cx="114120" cy="5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4DA74C-8623-1113-A685-A7FD8467B2D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08120" y="2898080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8A238C7-3F1D-D58A-960C-CB10BD4E20CA}"/>
                    </a:ext>
                  </a:extLst>
                </p14:cNvPr>
                <p14:cNvContentPartPr/>
                <p14:nvPr/>
              </p14:nvContentPartPr>
              <p14:xfrm>
                <a:off x="6218440" y="2811320"/>
                <a:ext cx="28440" cy="220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8A238C7-3F1D-D58A-960C-CB10BD4E20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09800" y="2802320"/>
                  <a:ext cx="46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CFDC78-CB66-9657-3F56-D66C5FB4AC71}"/>
                    </a:ext>
                  </a:extLst>
                </p14:cNvPr>
                <p14:cNvContentPartPr/>
                <p14:nvPr/>
              </p14:nvContentPartPr>
              <p14:xfrm>
                <a:off x="6177040" y="2764520"/>
                <a:ext cx="597600" cy="28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CFDC78-CB66-9657-3F56-D66C5FB4AC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68400" y="2755520"/>
                  <a:ext cx="61524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57E8597-8253-EC3B-48A6-5B64B70D4EB6}"/>
                  </a:ext>
                </a:extLst>
              </p14:cNvPr>
              <p14:cNvContentPartPr/>
              <p14:nvPr/>
            </p14:nvContentPartPr>
            <p14:xfrm>
              <a:off x="6434440" y="2882960"/>
              <a:ext cx="32040" cy="32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57E8597-8253-EC3B-48A6-5B64B70D4EB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25800" y="2874320"/>
                <a:ext cx="4968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7C34D39-BC38-6C72-D5DB-89B5255545A8}"/>
              </a:ext>
            </a:extLst>
          </p:cNvPr>
          <p:cNvGrpSpPr/>
          <p:nvPr/>
        </p:nvGrpSpPr>
        <p:grpSpPr>
          <a:xfrm>
            <a:off x="5498440" y="3511880"/>
            <a:ext cx="2946960" cy="1527120"/>
            <a:chOff x="5498440" y="3511880"/>
            <a:chExt cx="2946960" cy="15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2BD6E0-344F-4849-6272-6720CFAA72F1}"/>
                    </a:ext>
                  </a:extLst>
                </p14:cNvPr>
                <p14:cNvContentPartPr/>
                <p14:nvPr/>
              </p14:nvContentPartPr>
              <p14:xfrm>
                <a:off x="5498440" y="3635720"/>
                <a:ext cx="107280" cy="160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2BD6E0-344F-4849-6272-6720CFAA72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89800" y="3627080"/>
                  <a:ext cx="124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BC3616-EEF9-E45E-5D6C-A433F87F81EF}"/>
                    </a:ext>
                  </a:extLst>
                </p14:cNvPr>
                <p14:cNvContentPartPr/>
                <p14:nvPr/>
              </p14:nvContentPartPr>
              <p14:xfrm>
                <a:off x="5702560" y="3638600"/>
                <a:ext cx="109800" cy="10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BC3616-EEF9-E45E-5D6C-A433F87F81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3560" y="3629960"/>
                  <a:ext cx="127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BE0DE4E-F824-F004-0EA7-634E00DB4368}"/>
                    </a:ext>
                  </a:extLst>
                </p14:cNvPr>
                <p14:cNvContentPartPr/>
                <p14:nvPr/>
              </p14:nvContentPartPr>
              <p14:xfrm>
                <a:off x="5857000" y="3658400"/>
                <a:ext cx="82080" cy="7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BE0DE4E-F824-F004-0EA7-634E00DB43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48000" y="3649760"/>
                  <a:ext cx="99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418FEF-CEBA-5FA7-CD58-FE3BF5A76D6E}"/>
                    </a:ext>
                  </a:extLst>
                </p14:cNvPr>
                <p14:cNvContentPartPr/>
                <p14:nvPr/>
              </p14:nvContentPartPr>
              <p14:xfrm>
                <a:off x="5984800" y="3533480"/>
                <a:ext cx="87840" cy="25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418FEF-CEBA-5FA7-CD58-FE3BF5A76D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5800" y="3524840"/>
                  <a:ext cx="1054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571A04-FFB2-8D32-7688-1CFFCAD29D75}"/>
                    </a:ext>
                  </a:extLst>
                </p14:cNvPr>
                <p14:cNvContentPartPr/>
                <p14:nvPr/>
              </p14:nvContentPartPr>
              <p14:xfrm>
                <a:off x="5969680" y="3631400"/>
                <a:ext cx="150840" cy="7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571A04-FFB2-8D32-7688-1CFFCAD29D7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61040" y="3622760"/>
                  <a:ext cx="168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79E6E91-4722-A861-03FC-EE1A821CE2DF}"/>
                    </a:ext>
                  </a:extLst>
                </p14:cNvPr>
                <p14:cNvContentPartPr/>
                <p14:nvPr/>
              </p14:nvContentPartPr>
              <p14:xfrm>
                <a:off x="6237520" y="3582440"/>
                <a:ext cx="38160" cy="21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79E6E91-4722-A861-03FC-EE1A821CE2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28880" y="3573800"/>
                  <a:ext cx="558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A6D00C-F89D-7649-A936-799ABD91A981}"/>
                    </a:ext>
                  </a:extLst>
                </p14:cNvPr>
                <p14:cNvContentPartPr/>
                <p14:nvPr/>
              </p14:nvContentPartPr>
              <p14:xfrm>
                <a:off x="6104680" y="3511880"/>
                <a:ext cx="628560" cy="296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A6D00C-F89D-7649-A936-799ABD91A9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95680" y="3502880"/>
                  <a:ext cx="6462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F6F3D0-2FE3-D6DE-831D-12DF58C657CE}"/>
                    </a:ext>
                  </a:extLst>
                </p14:cNvPr>
                <p14:cNvContentPartPr/>
                <p14:nvPr/>
              </p14:nvContentPartPr>
              <p14:xfrm>
                <a:off x="6545320" y="3657680"/>
                <a:ext cx="1038240" cy="586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F6F3D0-2FE3-D6DE-831D-12DF58C657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36680" y="3649040"/>
                  <a:ext cx="105588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7F1CB5-FD1D-E465-1834-7E441A69630D}"/>
                    </a:ext>
                  </a:extLst>
                </p14:cNvPr>
                <p14:cNvContentPartPr/>
                <p14:nvPr/>
              </p14:nvContentPartPr>
              <p14:xfrm>
                <a:off x="7441000" y="4131080"/>
                <a:ext cx="111600" cy="10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7F1CB5-FD1D-E465-1834-7E441A6963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32000" y="4122440"/>
                  <a:ext cx="129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3380E9-30DD-21A2-05A5-4B68979CC134}"/>
                    </a:ext>
                  </a:extLst>
                </p14:cNvPr>
                <p14:cNvContentPartPr/>
                <p14:nvPr/>
              </p14:nvContentPartPr>
              <p14:xfrm>
                <a:off x="7532800" y="4153040"/>
                <a:ext cx="119880" cy="122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3380E9-30DD-21A2-05A5-4B68979CC1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23800" y="4144040"/>
                  <a:ext cx="137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DCFE97-94B6-840A-D8C3-1FA3BF374BC6}"/>
                    </a:ext>
                  </a:extLst>
                </p14:cNvPr>
                <p14:cNvContentPartPr/>
                <p14:nvPr/>
              </p14:nvContentPartPr>
              <p14:xfrm>
                <a:off x="7149400" y="4324400"/>
                <a:ext cx="62280" cy="577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DCFE97-94B6-840A-D8C3-1FA3BF374B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40400" y="4315760"/>
                  <a:ext cx="7992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D89728-9D2B-124B-AD8D-88949D8B4C22}"/>
                    </a:ext>
                  </a:extLst>
                </p14:cNvPr>
                <p14:cNvContentPartPr/>
                <p14:nvPr/>
              </p14:nvContentPartPr>
              <p14:xfrm>
                <a:off x="7108720" y="4286240"/>
                <a:ext cx="1336680" cy="687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D89728-9D2B-124B-AD8D-88949D8B4C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99720" y="4277240"/>
                  <a:ext cx="135432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D452EA-4A26-2338-DAC6-1F9D7A043038}"/>
                    </a:ext>
                  </a:extLst>
                </p14:cNvPr>
                <p14:cNvContentPartPr/>
                <p14:nvPr/>
              </p14:nvContentPartPr>
              <p14:xfrm>
                <a:off x="7056520" y="4531400"/>
                <a:ext cx="1309320" cy="2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D452EA-4A26-2338-DAC6-1F9D7A0430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47520" y="4522760"/>
                  <a:ext cx="1326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C168B6-2757-1B90-D65D-51C60EB83AA2}"/>
                    </a:ext>
                  </a:extLst>
                </p14:cNvPr>
                <p14:cNvContentPartPr/>
                <p14:nvPr/>
              </p14:nvContentPartPr>
              <p14:xfrm>
                <a:off x="7668160" y="4598720"/>
                <a:ext cx="65880" cy="440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C168B6-2757-1B90-D65D-51C60EB83A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59520" y="4589720"/>
                  <a:ext cx="835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84F177-C9FE-16E8-5636-5E0FE47B3E67}"/>
                    </a:ext>
                  </a:extLst>
                </p14:cNvPr>
                <p14:cNvContentPartPr/>
                <p14:nvPr/>
              </p14:nvContentPartPr>
              <p14:xfrm>
                <a:off x="7657720" y="4329080"/>
                <a:ext cx="13428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84F177-C9FE-16E8-5636-5E0FE47B3E6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49080" y="4320080"/>
                  <a:ext cx="151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BF05CD0-9DCA-7B74-A7D4-D3009459EC9D}"/>
                    </a:ext>
                  </a:extLst>
                </p14:cNvPr>
                <p14:cNvContentPartPr/>
                <p14:nvPr/>
              </p14:nvContentPartPr>
              <p14:xfrm>
                <a:off x="7370080" y="4714280"/>
                <a:ext cx="59400" cy="72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BF05CD0-9DCA-7B74-A7D4-D3009459EC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61440" y="4705280"/>
                  <a:ext cx="77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090F42-6F30-B009-3060-6504418980D3}"/>
                    </a:ext>
                  </a:extLst>
                </p14:cNvPr>
                <p14:cNvContentPartPr/>
                <p14:nvPr/>
              </p14:nvContentPartPr>
              <p14:xfrm>
                <a:off x="7977760" y="4708160"/>
                <a:ext cx="77040" cy="84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090F42-6F30-B009-3060-6504418980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68760" y="4699520"/>
                  <a:ext cx="9468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77360AA-0F05-B9B5-F09C-98E767A41897}"/>
              </a:ext>
            </a:extLst>
          </p:cNvPr>
          <p:cNvGrpSpPr/>
          <p:nvPr/>
        </p:nvGrpSpPr>
        <p:grpSpPr>
          <a:xfrm>
            <a:off x="5425000" y="5474960"/>
            <a:ext cx="4152960" cy="1491507"/>
            <a:chOff x="5425000" y="5474960"/>
            <a:chExt cx="4152960" cy="149150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889F2C1-2AE7-F632-F8B6-BDA23CF8D85D}"/>
                    </a:ext>
                  </a:extLst>
                </p14:cNvPr>
                <p14:cNvContentPartPr/>
                <p14:nvPr/>
              </p14:nvContentPartPr>
              <p14:xfrm>
                <a:off x="5425000" y="5570360"/>
                <a:ext cx="144000" cy="144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889F2C1-2AE7-F632-F8B6-BDA23CF8D8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16000" y="5561720"/>
                  <a:ext cx="161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0B9AC7-6084-9526-31DC-68B5BAB4B82B}"/>
                    </a:ext>
                  </a:extLst>
                </p14:cNvPr>
                <p14:cNvContentPartPr/>
                <p14:nvPr/>
              </p14:nvContentPartPr>
              <p14:xfrm>
                <a:off x="5597080" y="5604560"/>
                <a:ext cx="75960" cy="99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0B9AC7-6084-9526-31DC-68B5BAB4B8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88440" y="5595560"/>
                  <a:ext cx="93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9F1086-683F-7770-92B9-A36F8407EAE6}"/>
                    </a:ext>
                  </a:extLst>
                </p14:cNvPr>
                <p14:cNvContentPartPr/>
                <p14:nvPr/>
              </p14:nvContentPartPr>
              <p14:xfrm>
                <a:off x="5752960" y="5609240"/>
                <a:ext cx="108360" cy="86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9F1086-683F-7770-92B9-A36F8407EA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44320" y="5600240"/>
                  <a:ext cx="126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91233D-8DBD-C127-2E55-D1DD9BDAE0A6}"/>
                    </a:ext>
                  </a:extLst>
                </p14:cNvPr>
                <p14:cNvContentPartPr/>
                <p14:nvPr/>
              </p14:nvContentPartPr>
              <p14:xfrm>
                <a:off x="5988760" y="5474960"/>
                <a:ext cx="78480" cy="201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91233D-8DBD-C127-2E55-D1DD9BDAE0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79760" y="5466320"/>
                  <a:ext cx="961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8E808BA-32EC-B6BF-A689-CBA7AB4697C4}"/>
                    </a:ext>
                  </a:extLst>
                </p14:cNvPr>
                <p14:cNvContentPartPr/>
                <p14:nvPr/>
              </p14:nvContentPartPr>
              <p14:xfrm>
                <a:off x="5991640" y="5575040"/>
                <a:ext cx="156240" cy="1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8E808BA-32EC-B6BF-A689-CBA7AB4697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2640" y="5566400"/>
                  <a:ext cx="173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F49C54-2FA1-D87C-FD08-FF1192F87905}"/>
                    </a:ext>
                  </a:extLst>
                </p14:cNvPr>
                <p14:cNvContentPartPr/>
                <p14:nvPr/>
              </p14:nvContentPartPr>
              <p14:xfrm>
                <a:off x="6022240" y="5771600"/>
                <a:ext cx="38160" cy="22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F49C54-2FA1-D87C-FD08-FF1192F879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13240" y="5762960"/>
                  <a:ext cx="55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201F6D-5447-457D-A458-30EA00187774}"/>
                    </a:ext>
                  </a:extLst>
                </p14:cNvPr>
                <p14:cNvContentPartPr/>
                <p14:nvPr/>
              </p14:nvContentPartPr>
              <p14:xfrm>
                <a:off x="6093160" y="5670440"/>
                <a:ext cx="364320" cy="338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201F6D-5447-457D-A458-30EA001877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84160" y="5661440"/>
                  <a:ext cx="3819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88B9A8-1FE7-B669-F68B-50DFABBDBD2C}"/>
                    </a:ext>
                  </a:extLst>
                </p14:cNvPr>
                <p14:cNvContentPartPr/>
                <p14:nvPr/>
              </p14:nvContentPartPr>
              <p14:xfrm>
                <a:off x="6346600" y="5633000"/>
                <a:ext cx="1328040" cy="235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88B9A8-1FE7-B669-F68B-50DFABBDBD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37960" y="5624000"/>
                  <a:ext cx="1345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A6A10B-A815-DCF6-8C9B-30AC08434A4C}"/>
                    </a:ext>
                  </a:extLst>
                </p14:cNvPr>
                <p14:cNvContentPartPr/>
                <p14:nvPr/>
              </p14:nvContentPartPr>
              <p14:xfrm>
                <a:off x="7441000" y="5848280"/>
                <a:ext cx="178560" cy="75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A6A10B-A815-DCF6-8C9B-30AC08434A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32000" y="5839640"/>
                  <a:ext cx="196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30096E-FA76-410D-B236-537F03FCCFBA}"/>
                    </a:ext>
                  </a:extLst>
                </p14:cNvPr>
                <p14:cNvContentPartPr/>
                <p14:nvPr/>
              </p14:nvContentPartPr>
              <p14:xfrm>
                <a:off x="7600480" y="5846120"/>
                <a:ext cx="96840" cy="116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30096E-FA76-410D-B236-537F03FCCFB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91840" y="5837480"/>
                  <a:ext cx="114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D4D55E7-EB40-AD87-7AB5-1254A8961163}"/>
                    </a:ext>
                  </a:extLst>
                </p14:cNvPr>
                <p14:cNvContentPartPr/>
                <p14:nvPr/>
              </p14:nvContentPartPr>
              <p14:xfrm>
                <a:off x="7136080" y="5927480"/>
                <a:ext cx="68040" cy="484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D4D55E7-EB40-AD87-7AB5-1254A896116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7440" y="5918480"/>
                  <a:ext cx="8568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7FE8FA-5E1D-046B-2934-E29050F0A926}"/>
                    </a:ext>
                  </a:extLst>
                </p14:cNvPr>
                <p14:cNvContentPartPr/>
                <p14:nvPr/>
              </p14:nvContentPartPr>
              <p14:xfrm>
                <a:off x="7232560" y="5902640"/>
                <a:ext cx="1076400" cy="663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7FE8FA-5E1D-046B-2934-E29050F0A9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23560" y="5893640"/>
                  <a:ext cx="109404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772729F-3D73-0B72-659A-BFB0759E86C4}"/>
                    </a:ext>
                  </a:extLst>
                </p14:cNvPr>
                <p14:cNvContentPartPr/>
                <p14:nvPr/>
              </p14:nvContentPartPr>
              <p14:xfrm>
                <a:off x="7167760" y="6177320"/>
                <a:ext cx="1103760" cy="86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772729F-3D73-0B72-659A-BFB0759E86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58760" y="6168680"/>
                  <a:ext cx="1121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B00C878-B03F-1987-62E7-AAEEC72432B2}"/>
                    </a:ext>
                  </a:extLst>
                </p14:cNvPr>
                <p14:cNvContentPartPr/>
                <p14:nvPr/>
              </p14:nvContentPartPr>
              <p14:xfrm>
                <a:off x="7684000" y="6254720"/>
                <a:ext cx="36720" cy="233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B00C878-B03F-1987-62E7-AAEEC72432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75000" y="6246080"/>
                  <a:ext cx="54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72A866-29F8-1CF2-FC54-5DEFA665FE6B}"/>
                    </a:ext>
                  </a:extLst>
                </p14:cNvPr>
                <p14:cNvContentPartPr/>
                <p14:nvPr/>
              </p14:nvContentPartPr>
              <p14:xfrm>
                <a:off x="7576720" y="5988320"/>
                <a:ext cx="169920" cy="180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72A866-29F8-1CF2-FC54-5DEFA665FE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67720" y="5979320"/>
                  <a:ext cx="187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10BD34-AA16-E016-7902-83A639649ACF}"/>
                    </a:ext>
                  </a:extLst>
                </p14:cNvPr>
                <p14:cNvContentPartPr/>
                <p14:nvPr/>
              </p14:nvContentPartPr>
              <p14:xfrm>
                <a:off x="7960120" y="6362720"/>
                <a:ext cx="448920" cy="250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10BD34-AA16-E016-7902-83A639649AC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51480" y="6353720"/>
                  <a:ext cx="466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9530758-8A67-FAA4-8324-F5B229666E2F}"/>
                    </a:ext>
                  </a:extLst>
                </p14:cNvPr>
                <p14:cNvContentPartPr/>
                <p14:nvPr/>
              </p14:nvContentPartPr>
              <p14:xfrm>
                <a:off x="8372320" y="6493400"/>
                <a:ext cx="169920" cy="208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9530758-8A67-FAA4-8324-F5B229666E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63680" y="6484400"/>
                  <a:ext cx="187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488D244-1687-6FB7-A4D2-153D8FD6045A}"/>
                    </a:ext>
                  </a:extLst>
                </p14:cNvPr>
                <p14:cNvContentPartPr/>
                <p14:nvPr/>
              </p14:nvContentPartPr>
              <p14:xfrm>
                <a:off x="8710000" y="6464240"/>
                <a:ext cx="85680" cy="41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488D244-1687-6FB7-A4D2-153D8FD6045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01360" y="6455240"/>
                  <a:ext cx="1033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FB7650-0D32-675B-EB3D-51DC434581ED}"/>
                    </a:ext>
                  </a:extLst>
                </p14:cNvPr>
                <p14:cNvContentPartPr/>
                <p14:nvPr/>
              </p14:nvContentPartPr>
              <p14:xfrm>
                <a:off x="8837080" y="6329987"/>
                <a:ext cx="740880" cy="636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FB7650-0D32-675B-EB3D-51DC434581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28080" y="6321347"/>
                  <a:ext cx="75852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3F48E17-2369-8F06-5007-FB40B2D07907}"/>
                    </a:ext>
                  </a:extLst>
                </p14:cNvPr>
                <p14:cNvContentPartPr/>
                <p14:nvPr/>
              </p14:nvContentPartPr>
              <p14:xfrm>
                <a:off x="8795320" y="6549587"/>
                <a:ext cx="668880" cy="86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3F48E17-2369-8F06-5007-FB40B2D0790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6680" y="6540947"/>
                  <a:ext cx="686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0BCC473-E51F-4A4B-D6E4-723B96D558A0}"/>
                    </a:ext>
                  </a:extLst>
                </p14:cNvPr>
                <p14:cNvContentPartPr/>
                <p14:nvPr/>
              </p14:nvContentPartPr>
              <p14:xfrm>
                <a:off x="9120760" y="6370667"/>
                <a:ext cx="23040" cy="8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0BCC473-E51F-4A4B-D6E4-723B96D558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11760" y="6361667"/>
                  <a:ext cx="40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76F560-5C12-746C-A83C-DAD50840F00A}"/>
                    </a:ext>
                  </a:extLst>
                </p14:cNvPr>
                <p14:cNvContentPartPr/>
                <p14:nvPr/>
              </p14:nvContentPartPr>
              <p14:xfrm>
                <a:off x="8997280" y="6620867"/>
                <a:ext cx="54720" cy="286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76F560-5C12-746C-A83C-DAD50840F0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88280" y="6612227"/>
                  <a:ext cx="72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636F4C-74A9-A934-00E1-6B8C0807F183}"/>
                    </a:ext>
                  </a:extLst>
                </p14:cNvPr>
                <p14:cNvContentPartPr/>
                <p14:nvPr/>
              </p14:nvContentPartPr>
              <p14:xfrm>
                <a:off x="9027520" y="6370667"/>
                <a:ext cx="99720" cy="148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636F4C-74A9-A934-00E1-6B8C0807F1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18520" y="6361667"/>
                  <a:ext cx="117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2C571C-81D8-889B-27C4-97930291F914}"/>
                    </a:ext>
                  </a:extLst>
                </p14:cNvPr>
                <p14:cNvContentPartPr/>
                <p14:nvPr/>
              </p14:nvContentPartPr>
              <p14:xfrm>
                <a:off x="9025000" y="6439067"/>
                <a:ext cx="124920" cy="60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2C571C-81D8-889B-27C4-97930291F91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16360" y="6430427"/>
                  <a:ext cx="142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9320A7D-E32A-5D8F-3754-3286E2D854B9}"/>
                    </a:ext>
                  </a:extLst>
                </p14:cNvPr>
                <p14:cNvContentPartPr/>
                <p14:nvPr/>
              </p14:nvContentPartPr>
              <p14:xfrm>
                <a:off x="8773720" y="6743987"/>
                <a:ext cx="56160" cy="42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9320A7D-E32A-5D8F-3754-3286E2D854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65080" y="6734987"/>
                  <a:ext cx="73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510FD1-5493-10FF-AA23-050BE8FC0423}"/>
                    </a:ext>
                  </a:extLst>
                </p14:cNvPr>
                <p14:cNvContentPartPr/>
                <p14:nvPr/>
              </p14:nvContentPartPr>
              <p14:xfrm>
                <a:off x="9111400" y="6796547"/>
                <a:ext cx="58320" cy="41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510FD1-5493-10FF-AA23-050BE8FC04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02400" y="6787907"/>
                  <a:ext cx="75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B74C71-EBF6-7691-6794-392FA99756A8}"/>
                    </a:ext>
                  </a:extLst>
                </p14:cNvPr>
                <p14:cNvContentPartPr/>
                <p14:nvPr/>
              </p14:nvContentPartPr>
              <p14:xfrm>
                <a:off x="7401400" y="6331427"/>
                <a:ext cx="56160" cy="39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7B74C71-EBF6-7691-6794-392FA99756A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92760" y="6322427"/>
                  <a:ext cx="73800" cy="5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1091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DF66722-F0E4-7046-298A-8796EF0788D7}"/>
              </a:ext>
            </a:extLst>
          </p:cNvPr>
          <p:cNvGrpSpPr/>
          <p:nvPr/>
        </p:nvGrpSpPr>
        <p:grpSpPr>
          <a:xfrm>
            <a:off x="1851640" y="386000"/>
            <a:ext cx="4206240" cy="3730320"/>
            <a:chOff x="1851640" y="386000"/>
            <a:chExt cx="4206240" cy="37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0EAA23-F6E0-C90B-4499-C27E4AB517CC}"/>
                    </a:ext>
                  </a:extLst>
                </p14:cNvPr>
                <p14:cNvContentPartPr/>
                <p14:nvPr/>
              </p14:nvContentPartPr>
              <p14:xfrm>
                <a:off x="2738320" y="2592440"/>
                <a:ext cx="163800" cy="234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0EAA23-F6E0-C90B-4499-C27E4AB517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29320" y="2583440"/>
                  <a:ext cx="181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A0A4CD-38B9-1857-4C25-4ECDAFF0DCD7}"/>
                    </a:ext>
                  </a:extLst>
                </p14:cNvPr>
                <p14:cNvContentPartPr/>
                <p14:nvPr/>
              </p14:nvContentPartPr>
              <p14:xfrm>
                <a:off x="2566240" y="2339360"/>
                <a:ext cx="569160" cy="67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A0A4CD-38B9-1857-4C25-4ECDAFF0DCD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7600" y="2330360"/>
                  <a:ext cx="5868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177581-357B-72E8-0DEB-1F8F37D2337E}"/>
                    </a:ext>
                  </a:extLst>
                </p14:cNvPr>
                <p14:cNvContentPartPr/>
                <p14:nvPr/>
              </p14:nvContentPartPr>
              <p14:xfrm>
                <a:off x="2383000" y="2965040"/>
                <a:ext cx="254160" cy="309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C177581-357B-72E8-0DEB-1F8F37D233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74360" y="2956400"/>
                  <a:ext cx="271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25B29A-445F-4BDE-D89F-A5C7927E79B5}"/>
                    </a:ext>
                  </a:extLst>
                </p14:cNvPr>
                <p14:cNvContentPartPr/>
                <p14:nvPr/>
              </p14:nvContentPartPr>
              <p14:xfrm>
                <a:off x="2162320" y="3490280"/>
                <a:ext cx="38880" cy="207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25B29A-445F-4BDE-D89F-A5C7927E79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53320" y="3481280"/>
                  <a:ext cx="56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AA1FB08-D476-6B35-D3DE-379401027FF3}"/>
                    </a:ext>
                  </a:extLst>
                </p14:cNvPr>
                <p14:cNvContentPartPr/>
                <p14:nvPr/>
              </p14:nvContentPartPr>
              <p14:xfrm>
                <a:off x="1851640" y="3231800"/>
                <a:ext cx="639000" cy="700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AA1FB08-D476-6B35-D3DE-379401027F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42640" y="3222800"/>
                  <a:ext cx="65664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866BD4-2074-F9AE-2139-D84B428921BC}"/>
                    </a:ext>
                  </a:extLst>
                </p14:cNvPr>
                <p14:cNvContentPartPr/>
                <p14:nvPr/>
              </p14:nvContentPartPr>
              <p14:xfrm>
                <a:off x="3418720" y="485720"/>
                <a:ext cx="112320" cy="204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866BD4-2074-F9AE-2139-D84B428921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09720" y="476720"/>
                  <a:ext cx="129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8F5AEE-8E34-1663-0517-EF1F207E46B9}"/>
                    </a:ext>
                  </a:extLst>
                </p14:cNvPr>
                <p14:cNvContentPartPr/>
                <p14:nvPr/>
              </p14:nvContentPartPr>
              <p14:xfrm>
                <a:off x="3563080" y="533240"/>
                <a:ext cx="92160" cy="95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8F5AEE-8E34-1663-0517-EF1F207E46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4080" y="524240"/>
                  <a:ext cx="109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C965D6-874A-C931-8B1C-72A78944A21B}"/>
                    </a:ext>
                  </a:extLst>
                </p14:cNvPr>
                <p14:cNvContentPartPr/>
                <p14:nvPr/>
              </p14:nvContentPartPr>
              <p14:xfrm>
                <a:off x="3725800" y="532520"/>
                <a:ext cx="95040" cy="96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C965D6-874A-C931-8B1C-72A78944A21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6800" y="523520"/>
                  <a:ext cx="112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B945A6-A225-2650-20BC-31C91084C05F}"/>
                    </a:ext>
                  </a:extLst>
                </p14:cNvPr>
                <p14:cNvContentPartPr/>
                <p14:nvPr/>
              </p14:nvContentPartPr>
              <p14:xfrm>
                <a:off x="3954400" y="386000"/>
                <a:ext cx="79200" cy="23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B945A6-A225-2650-20BC-31C91084C0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45400" y="377000"/>
                  <a:ext cx="968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50AB23-8F05-6FF3-3710-ACC61EA62DD0}"/>
                    </a:ext>
                  </a:extLst>
                </p14:cNvPr>
                <p14:cNvContentPartPr/>
                <p14:nvPr/>
              </p14:nvContentPartPr>
              <p14:xfrm>
                <a:off x="3940720" y="539360"/>
                <a:ext cx="150120" cy="1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50AB23-8F05-6FF3-3710-ACC61EA62D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32080" y="530360"/>
                  <a:ext cx="167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522EC9-F673-0E56-2825-E01C684350E3}"/>
                    </a:ext>
                  </a:extLst>
                </p14:cNvPr>
                <p14:cNvContentPartPr/>
                <p14:nvPr/>
              </p14:nvContentPartPr>
              <p14:xfrm>
                <a:off x="4454800" y="509840"/>
                <a:ext cx="144000" cy="349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522EC9-F673-0E56-2825-E01C684350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6160" y="500840"/>
                  <a:ext cx="161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5235FB8-071E-9F2B-C567-2C2B2FD57097}"/>
                    </a:ext>
                  </a:extLst>
                </p14:cNvPr>
                <p14:cNvContentPartPr/>
                <p14:nvPr/>
              </p14:nvContentPartPr>
              <p14:xfrm>
                <a:off x="4359400" y="768680"/>
                <a:ext cx="142560" cy="80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5235FB8-071E-9F2B-C567-2C2B2FD570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50400" y="760040"/>
                  <a:ext cx="160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CFF217-25DD-9770-388D-89CBED1A486B}"/>
                    </a:ext>
                  </a:extLst>
                </p14:cNvPr>
                <p14:cNvContentPartPr/>
                <p14:nvPr/>
              </p14:nvContentPartPr>
              <p14:xfrm>
                <a:off x="4429960" y="773360"/>
                <a:ext cx="166680" cy="117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CFF217-25DD-9770-388D-89CBED1A48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21320" y="764360"/>
                  <a:ext cx="184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37A735-EEDE-9717-B5FE-F74BBEDF67DA}"/>
                    </a:ext>
                  </a:extLst>
                </p14:cNvPr>
                <p14:cNvContentPartPr/>
                <p14:nvPr/>
              </p14:nvContentPartPr>
              <p14:xfrm>
                <a:off x="4274800" y="1015280"/>
                <a:ext cx="189720" cy="195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37A735-EEDE-9717-B5FE-F74BBEDF67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66160" y="1006640"/>
                  <a:ext cx="207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B52954-FCE7-82FF-6F39-91BA676FBBB1}"/>
                    </a:ext>
                  </a:extLst>
                </p14:cNvPr>
                <p14:cNvContentPartPr/>
                <p14:nvPr/>
              </p14:nvContentPartPr>
              <p14:xfrm>
                <a:off x="4082560" y="853640"/>
                <a:ext cx="569160" cy="523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B52954-FCE7-82FF-6F39-91BA676FBB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73920" y="845000"/>
                  <a:ext cx="58680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624FF7-7182-753F-5F33-389EB48387FB}"/>
                    </a:ext>
                  </a:extLst>
                </p14:cNvPr>
                <p14:cNvContentPartPr/>
                <p14:nvPr/>
              </p14:nvContentPartPr>
              <p14:xfrm>
                <a:off x="3820840" y="1363040"/>
                <a:ext cx="329400" cy="279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624FF7-7182-753F-5F33-389EB48387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11840" y="1354040"/>
                  <a:ext cx="3470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9F16F4-1F18-5DE5-4DB7-83D4EC15D8AA}"/>
                    </a:ext>
                  </a:extLst>
                </p14:cNvPr>
                <p14:cNvContentPartPr/>
                <p14:nvPr/>
              </p14:nvContentPartPr>
              <p14:xfrm>
                <a:off x="3500800" y="1751480"/>
                <a:ext cx="177120" cy="168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9F16F4-1F18-5DE5-4DB7-83D4EC15D8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91800" y="1742840"/>
                  <a:ext cx="194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E48A72-0B20-2C64-A794-B0587EFF3E26}"/>
                    </a:ext>
                  </a:extLst>
                </p14:cNvPr>
                <p14:cNvContentPartPr/>
                <p14:nvPr/>
              </p14:nvContentPartPr>
              <p14:xfrm>
                <a:off x="3573520" y="1791440"/>
                <a:ext cx="69480" cy="230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E48A72-0B20-2C64-A794-B0587EFF3E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64880" y="1782800"/>
                  <a:ext cx="87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A47C84-7188-3ED4-E4FD-909518605681}"/>
                    </a:ext>
                  </a:extLst>
                </p14:cNvPr>
                <p14:cNvContentPartPr/>
                <p14:nvPr/>
              </p14:nvContentPartPr>
              <p14:xfrm>
                <a:off x="3296680" y="1550960"/>
                <a:ext cx="672120" cy="58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A47C84-7188-3ED4-E4FD-9095186056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88040" y="1541960"/>
                  <a:ext cx="68976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65CDD0-8734-FFFE-EF54-BEDAA195430C}"/>
                    </a:ext>
                  </a:extLst>
                </p14:cNvPr>
                <p14:cNvContentPartPr/>
                <p14:nvPr/>
              </p14:nvContentPartPr>
              <p14:xfrm>
                <a:off x="3065920" y="2093840"/>
                <a:ext cx="323640" cy="332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65CDD0-8734-FFFE-EF54-BEDAA19543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7280" y="2085200"/>
                  <a:ext cx="3412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F3C2E9-56A1-D852-5527-DD5C7DC7CF77}"/>
                    </a:ext>
                  </a:extLst>
                </p14:cNvPr>
                <p14:cNvContentPartPr/>
                <p14:nvPr/>
              </p14:nvContentPartPr>
              <p14:xfrm>
                <a:off x="4591960" y="1222640"/>
                <a:ext cx="240480" cy="401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F3C2E9-56A1-D852-5527-DD5C7DC7CF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82960" y="1213640"/>
                  <a:ext cx="2581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997438-97DB-3F09-1238-F68746C18A4A}"/>
                    </a:ext>
                  </a:extLst>
                </p14:cNvPr>
                <p14:cNvContentPartPr/>
                <p14:nvPr/>
              </p14:nvContentPartPr>
              <p14:xfrm>
                <a:off x="4660000" y="1597040"/>
                <a:ext cx="552240" cy="60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997438-97DB-3F09-1238-F68746C18A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51000" y="1588400"/>
                  <a:ext cx="56988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89BB5DB-D885-D89E-9281-46ECA3FE488E}"/>
                    </a:ext>
                  </a:extLst>
                </p14:cNvPr>
                <p14:cNvContentPartPr/>
                <p14:nvPr/>
              </p14:nvContentPartPr>
              <p14:xfrm>
                <a:off x="4874920" y="1763000"/>
                <a:ext cx="147240" cy="24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89BB5DB-D885-D89E-9281-46ECA3FE48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65920" y="1754000"/>
                  <a:ext cx="164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E33D22-6404-7592-87DB-66AB89E8879B}"/>
                    </a:ext>
                  </a:extLst>
                </p14:cNvPr>
                <p14:cNvContentPartPr/>
                <p14:nvPr/>
              </p14:nvContentPartPr>
              <p14:xfrm>
                <a:off x="4910200" y="1856960"/>
                <a:ext cx="196560" cy="4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E33D22-6404-7592-87DB-66AB89E887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01200" y="1847960"/>
                  <a:ext cx="214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8E0292-7ACB-8AA6-3C91-F9B585DFF839}"/>
                    </a:ext>
                  </a:extLst>
                </p14:cNvPr>
                <p14:cNvContentPartPr/>
                <p14:nvPr/>
              </p14:nvContentPartPr>
              <p14:xfrm>
                <a:off x="5082640" y="2171240"/>
                <a:ext cx="135720" cy="276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8E0292-7ACB-8AA6-3C91-F9B585DFF8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74000" y="2162600"/>
                  <a:ext cx="153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4E05894-B3B9-17AA-8B45-55BFF767157B}"/>
                    </a:ext>
                  </a:extLst>
                </p14:cNvPr>
                <p14:cNvContentPartPr/>
                <p14:nvPr/>
              </p14:nvContentPartPr>
              <p14:xfrm>
                <a:off x="5020360" y="2422160"/>
                <a:ext cx="567000" cy="648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4E05894-B3B9-17AA-8B45-55BFF76715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11360" y="2413160"/>
                  <a:ext cx="58464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2F781B-DAFD-0F6C-8786-4D3380563436}"/>
                    </a:ext>
                  </a:extLst>
                </p14:cNvPr>
                <p14:cNvContentPartPr/>
                <p14:nvPr/>
              </p14:nvContentPartPr>
              <p14:xfrm>
                <a:off x="5209000" y="2641760"/>
                <a:ext cx="139320" cy="228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2F781B-DAFD-0F6C-8786-4D33805634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00000" y="2633120"/>
                  <a:ext cx="156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CF8227-7982-93AD-5739-1E0DC696C07B}"/>
                    </a:ext>
                  </a:extLst>
                </p14:cNvPr>
                <p14:cNvContentPartPr/>
                <p14:nvPr/>
              </p14:nvContentPartPr>
              <p14:xfrm>
                <a:off x="4698880" y="3119120"/>
                <a:ext cx="422640" cy="538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CF8227-7982-93AD-5739-1E0DC696C07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89880" y="3110480"/>
                  <a:ext cx="4402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1D6EC7-4E2A-E13F-0ABD-6A80F223E09C}"/>
                    </a:ext>
                  </a:extLst>
                </p14:cNvPr>
                <p14:cNvContentPartPr/>
                <p14:nvPr/>
              </p14:nvContentPartPr>
              <p14:xfrm>
                <a:off x="4351840" y="3592160"/>
                <a:ext cx="499680" cy="50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1D6EC7-4E2A-E13F-0ABD-6A80F223E0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2840" y="3583520"/>
                  <a:ext cx="5173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15CDD4-7139-AC1D-BB89-DFAD34C736D5}"/>
                    </a:ext>
                  </a:extLst>
                </p14:cNvPr>
                <p14:cNvContentPartPr/>
                <p14:nvPr/>
              </p14:nvContentPartPr>
              <p14:xfrm>
                <a:off x="5367400" y="2983040"/>
                <a:ext cx="367560" cy="634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15CDD4-7139-AC1D-BB89-DFAD34C736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58760" y="2974400"/>
                  <a:ext cx="38520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9CFC20-D91C-F8F8-C8A5-25F707F8EFBF}"/>
                    </a:ext>
                  </a:extLst>
                </p14:cNvPr>
                <p14:cNvContentPartPr/>
                <p14:nvPr/>
              </p14:nvContentPartPr>
              <p14:xfrm>
                <a:off x="5394760" y="3549320"/>
                <a:ext cx="663120" cy="567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9CFC20-D91C-F8F8-C8A5-25F707F8EF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85760" y="3540680"/>
                  <a:ext cx="68076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DFF5C8-BA5F-F220-A6F3-FD8728B594B8}"/>
                    </a:ext>
                  </a:extLst>
                </p14:cNvPr>
                <p14:cNvContentPartPr/>
                <p14:nvPr/>
              </p14:nvContentPartPr>
              <p14:xfrm>
                <a:off x="4539040" y="3716360"/>
                <a:ext cx="113400" cy="24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DFF5C8-BA5F-F220-A6F3-FD8728B594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30040" y="3707720"/>
                  <a:ext cx="131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4583FD-1E09-9FED-526E-FD21BC2DD525}"/>
                    </a:ext>
                  </a:extLst>
                </p14:cNvPr>
                <p14:cNvContentPartPr/>
                <p14:nvPr/>
              </p14:nvContentPartPr>
              <p14:xfrm>
                <a:off x="5563600" y="3758840"/>
                <a:ext cx="47160" cy="191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4583FD-1E09-9FED-526E-FD21BC2DD52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4600" y="3749840"/>
                  <a:ext cx="64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08ED08-F405-A3D6-88FF-E68D878F8143}"/>
                    </a:ext>
                  </a:extLst>
                </p14:cNvPr>
                <p14:cNvContentPartPr/>
                <p14:nvPr/>
              </p14:nvContentPartPr>
              <p14:xfrm>
                <a:off x="5695000" y="3741920"/>
                <a:ext cx="145800" cy="161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08ED08-F405-A3D6-88FF-E68D878F81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86000" y="3733280"/>
                  <a:ext cx="1634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9FAF122-A698-DA78-C213-1F84C2FE5376}"/>
              </a:ext>
            </a:extLst>
          </p:cNvPr>
          <p:cNvGrpSpPr/>
          <p:nvPr/>
        </p:nvGrpSpPr>
        <p:grpSpPr>
          <a:xfrm>
            <a:off x="7871200" y="405440"/>
            <a:ext cx="1277640" cy="478080"/>
            <a:chOff x="7871200" y="405440"/>
            <a:chExt cx="127764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6DE786-86EE-8AFE-8D7A-EDCAD4F47BFF}"/>
                    </a:ext>
                  </a:extLst>
                </p14:cNvPr>
                <p14:cNvContentPartPr/>
                <p14:nvPr/>
              </p14:nvContentPartPr>
              <p14:xfrm>
                <a:off x="7871200" y="405440"/>
                <a:ext cx="315360" cy="478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6DE786-86EE-8AFE-8D7A-EDCAD4F47B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62560" y="396800"/>
                  <a:ext cx="3330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18050BE-01D9-9C62-5939-CBA19D183D54}"/>
                    </a:ext>
                  </a:extLst>
                </p14:cNvPr>
                <p14:cNvContentPartPr/>
                <p14:nvPr/>
              </p14:nvContentPartPr>
              <p14:xfrm>
                <a:off x="8133280" y="758240"/>
                <a:ext cx="104040" cy="71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18050BE-01D9-9C62-5939-CBA19D183D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24640" y="749240"/>
                  <a:ext cx="121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52E5280-0482-6231-3725-BB7E6516E791}"/>
                    </a:ext>
                  </a:extLst>
                </p14:cNvPr>
                <p14:cNvContentPartPr/>
                <p14:nvPr/>
              </p14:nvContentPartPr>
              <p14:xfrm>
                <a:off x="8326240" y="736280"/>
                <a:ext cx="118440" cy="111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52E5280-0482-6231-3725-BB7E6516E79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17240" y="727640"/>
                  <a:ext cx="136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2B90490-FEC3-3619-6F6A-09D050F23270}"/>
                    </a:ext>
                  </a:extLst>
                </p14:cNvPr>
                <p14:cNvContentPartPr/>
                <p14:nvPr/>
              </p14:nvContentPartPr>
              <p14:xfrm>
                <a:off x="8531800" y="777680"/>
                <a:ext cx="56160" cy="55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2B90490-FEC3-3619-6F6A-09D050F232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23160" y="769040"/>
                  <a:ext cx="73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3495E74-9136-6D76-D28C-76F970DF6AAB}"/>
                    </a:ext>
                  </a:extLst>
                </p14:cNvPr>
                <p14:cNvContentPartPr/>
                <p14:nvPr/>
              </p14:nvContentPartPr>
              <p14:xfrm>
                <a:off x="8635120" y="505520"/>
                <a:ext cx="303840" cy="342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3495E74-9136-6D76-D28C-76F970DF6A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26480" y="496520"/>
                  <a:ext cx="321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E4EAEC-B441-483F-4213-5E354DBB11C1}"/>
                    </a:ext>
                  </a:extLst>
                </p14:cNvPr>
                <p14:cNvContentPartPr/>
                <p14:nvPr/>
              </p14:nvContentPartPr>
              <p14:xfrm>
                <a:off x="8872000" y="739880"/>
                <a:ext cx="114120" cy="114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E4EAEC-B441-483F-4213-5E354DBB11C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63000" y="731240"/>
                  <a:ext cx="131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7BDBBE-0B47-A62B-1AE4-8F53B1BC2A27}"/>
                    </a:ext>
                  </a:extLst>
                </p14:cNvPr>
                <p14:cNvContentPartPr/>
                <p14:nvPr/>
              </p14:nvContentPartPr>
              <p14:xfrm>
                <a:off x="9044080" y="764360"/>
                <a:ext cx="104760" cy="100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7BDBBE-0B47-A62B-1AE4-8F53B1BC2A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35080" y="755360"/>
                  <a:ext cx="1224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6525900-8CC9-B3C7-8FE2-41FC9CCA823A}"/>
              </a:ext>
            </a:extLst>
          </p:cNvPr>
          <p:cNvGrpSpPr/>
          <p:nvPr/>
        </p:nvGrpSpPr>
        <p:grpSpPr>
          <a:xfrm>
            <a:off x="9380320" y="518840"/>
            <a:ext cx="1734120" cy="364680"/>
            <a:chOff x="9380320" y="518840"/>
            <a:chExt cx="17341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3D79D8-CA48-E553-0333-D2F696A5B46F}"/>
                    </a:ext>
                  </a:extLst>
                </p14:cNvPr>
                <p14:cNvContentPartPr/>
                <p14:nvPr/>
              </p14:nvContentPartPr>
              <p14:xfrm>
                <a:off x="9521080" y="647000"/>
                <a:ext cx="93600" cy="226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3D79D8-CA48-E553-0333-D2F696A5B46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12080" y="638000"/>
                  <a:ext cx="111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237DC57-8FC8-B74D-BA1C-FC3742238F93}"/>
                    </a:ext>
                  </a:extLst>
                </p14:cNvPr>
                <p14:cNvContentPartPr/>
                <p14:nvPr/>
              </p14:nvContentPartPr>
              <p14:xfrm>
                <a:off x="9380320" y="543680"/>
                <a:ext cx="522000" cy="42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237DC57-8FC8-B74D-BA1C-FC3742238F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71320" y="535040"/>
                  <a:ext cx="539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1A0D939-D37C-7384-4F3D-C63CDF0C6445}"/>
                    </a:ext>
                  </a:extLst>
                </p14:cNvPr>
                <p14:cNvContentPartPr/>
                <p14:nvPr/>
              </p14:nvContentPartPr>
              <p14:xfrm>
                <a:off x="9746440" y="738800"/>
                <a:ext cx="137520" cy="144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1A0D939-D37C-7384-4F3D-C63CDF0C64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7800" y="729800"/>
                  <a:ext cx="155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7DD98AE-8AE2-55BB-6A90-1926933379BF}"/>
                    </a:ext>
                  </a:extLst>
                </p14:cNvPr>
                <p14:cNvContentPartPr/>
                <p14:nvPr/>
              </p14:nvContentPartPr>
              <p14:xfrm>
                <a:off x="9835000" y="749240"/>
                <a:ext cx="156240" cy="104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7DD98AE-8AE2-55BB-6A90-1926933379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26000" y="740240"/>
                  <a:ext cx="1738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E7094B-737A-1697-39CB-076A7B601280}"/>
                    </a:ext>
                  </a:extLst>
                </p14:cNvPr>
                <p14:cNvContentPartPr/>
                <p14:nvPr/>
              </p14:nvContentPartPr>
              <p14:xfrm>
                <a:off x="10067920" y="767240"/>
                <a:ext cx="9252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E7094B-737A-1697-39CB-076A7B6012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59280" y="758240"/>
                  <a:ext cx="1101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F36939-AC83-5EEC-0E0B-B763F8E3EBEA}"/>
                    </a:ext>
                  </a:extLst>
                </p14:cNvPr>
                <p14:cNvContentPartPr/>
                <p14:nvPr/>
              </p14:nvContentPartPr>
              <p14:xfrm>
                <a:off x="10226320" y="760400"/>
                <a:ext cx="106200" cy="111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FF36939-AC83-5EEC-0E0B-B763F8E3EB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17320" y="751400"/>
                  <a:ext cx="123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294C89-9112-542E-CC94-C6F533143DAB}"/>
                    </a:ext>
                  </a:extLst>
                </p14:cNvPr>
                <p14:cNvContentPartPr/>
                <p14:nvPr/>
              </p14:nvContentPartPr>
              <p14:xfrm>
                <a:off x="10407760" y="718280"/>
                <a:ext cx="80640" cy="160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294C89-9112-542E-CC94-C6F533143DA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399120" y="709640"/>
                  <a:ext cx="98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FED086-C0E5-3ECB-901B-73D858CCAA90}"/>
                    </a:ext>
                  </a:extLst>
                </p14:cNvPr>
                <p14:cNvContentPartPr/>
                <p14:nvPr/>
              </p14:nvContentPartPr>
              <p14:xfrm>
                <a:off x="10534120" y="731600"/>
                <a:ext cx="110160" cy="107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FED086-C0E5-3ECB-901B-73D858CCAA9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25480" y="722600"/>
                  <a:ext cx="127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22D056-6EC6-E9A6-75D8-F6B71AE95FB4}"/>
                    </a:ext>
                  </a:extLst>
                </p14:cNvPr>
                <p14:cNvContentPartPr/>
                <p14:nvPr/>
              </p14:nvContentPartPr>
              <p14:xfrm>
                <a:off x="10715560" y="742400"/>
                <a:ext cx="137880" cy="123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922D056-6EC6-E9A6-75D8-F6B71AE95F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06560" y="733760"/>
                  <a:ext cx="155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2E79D4-981F-AD29-8CA0-33D78890F409}"/>
                    </a:ext>
                  </a:extLst>
                </p14:cNvPr>
                <p14:cNvContentPartPr/>
                <p14:nvPr/>
              </p14:nvContentPartPr>
              <p14:xfrm>
                <a:off x="10952440" y="518840"/>
                <a:ext cx="162000" cy="330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2E79D4-981F-AD29-8CA0-33D78890F40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43440" y="510200"/>
                  <a:ext cx="17964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3487642-50F0-2190-8F07-BFC89DD3A44D}"/>
              </a:ext>
            </a:extLst>
          </p:cNvPr>
          <p:cNvGrpSpPr/>
          <p:nvPr/>
        </p:nvGrpSpPr>
        <p:grpSpPr>
          <a:xfrm>
            <a:off x="11329000" y="761120"/>
            <a:ext cx="414720" cy="118080"/>
            <a:chOff x="11329000" y="761120"/>
            <a:chExt cx="414720" cy="1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F095F47-54F3-A7F1-CADB-2C39E9D050F2}"/>
                    </a:ext>
                  </a:extLst>
                </p14:cNvPr>
                <p14:cNvContentPartPr/>
                <p14:nvPr/>
              </p14:nvContentPartPr>
              <p14:xfrm>
                <a:off x="11329000" y="773000"/>
                <a:ext cx="144360" cy="91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F095F47-54F3-A7F1-CADB-2C39E9D050F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20000" y="764000"/>
                  <a:ext cx="162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D310321-80B7-802A-5760-BEF3BF28D933}"/>
                    </a:ext>
                  </a:extLst>
                </p14:cNvPr>
                <p14:cNvContentPartPr/>
                <p14:nvPr/>
              </p14:nvContentPartPr>
              <p14:xfrm>
                <a:off x="11588920" y="761120"/>
                <a:ext cx="154800" cy="118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D310321-80B7-802A-5760-BEF3BF28D9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580280" y="752480"/>
                  <a:ext cx="1724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B6F5A1C-6AE7-28EC-33C0-D6D54574A1F2}"/>
              </a:ext>
            </a:extLst>
          </p:cNvPr>
          <p:cNvGrpSpPr/>
          <p:nvPr/>
        </p:nvGrpSpPr>
        <p:grpSpPr>
          <a:xfrm>
            <a:off x="8050840" y="1040480"/>
            <a:ext cx="1819080" cy="303840"/>
            <a:chOff x="8050840" y="1040480"/>
            <a:chExt cx="181908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01F5D7F-4823-2034-662A-6016324E6FEE}"/>
                    </a:ext>
                  </a:extLst>
                </p14:cNvPr>
                <p14:cNvContentPartPr/>
                <p14:nvPr/>
              </p14:nvContentPartPr>
              <p14:xfrm>
                <a:off x="8050840" y="1114640"/>
                <a:ext cx="160560" cy="212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01F5D7F-4823-2034-662A-6016324E6F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41840" y="1106000"/>
                  <a:ext cx="178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B8E5CC-1021-885F-3934-008653B0CE30}"/>
                    </a:ext>
                  </a:extLst>
                </p14:cNvPr>
                <p14:cNvContentPartPr/>
                <p14:nvPr/>
              </p14:nvContentPartPr>
              <p14:xfrm>
                <a:off x="8282320" y="1215800"/>
                <a:ext cx="25200" cy="38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B8E5CC-1021-885F-3934-008653B0CE3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73680" y="1206800"/>
                  <a:ext cx="42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288FF0-4DD3-F51F-049C-B7E5B8A99445}"/>
                    </a:ext>
                  </a:extLst>
                </p14:cNvPr>
                <p14:cNvContentPartPr/>
                <p14:nvPr/>
              </p14:nvContentPartPr>
              <p14:xfrm>
                <a:off x="8399680" y="1040480"/>
                <a:ext cx="11520" cy="4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288FF0-4DD3-F51F-049C-B7E5B8A9944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91040" y="1031480"/>
                  <a:ext cx="29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49110AA-4178-D736-5D1D-C88A2237CBDE}"/>
                    </a:ext>
                  </a:extLst>
                </p14:cNvPr>
                <p14:cNvContentPartPr/>
                <p14:nvPr/>
              </p14:nvContentPartPr>
              <p14:xfrm>
                <a:off x="8420920" y="1158560"/>
                <a:ext cx="77760" cy="106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49110AA-4178-D736-5D1D-C88A2237CBD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2280" y="1149920"/>
                  <a:ext cx="95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0B98F3-C5A1-945A-A1DD-272E900795C2}"/>
                    </a:ext>
                  </a:extLst>
                </p14:cNvPr>
                <p14:cNvContentPartPr/>
                <p14:nvPr/>
              </p14:nvContentPartPr>
              <p14:xfrm>
                <a:off x="8612800" y="1184840"/>
                <a:ext cx="41040" cy="72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0B98F3-C5A1-945A-A1DD-272E900795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03800" y="1176200"/>
                  <a:ext cx="58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33A2438-7D72-677F-748F-06CCCA578A54}"/>
                    </a:ext>
                  </a:extLst>
                </p14:cNvPr>
                <p14:cNvContentPartPr/>
                <p14:nvPr/>
              </p14:nvContentPartPr>
              <p14:xfrm>
                <a:off x="8672200" y="1069640"/>
                <a:ext cx="32760" cy="32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33A2438-7D72-677F-748F-06CCCA578A5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63200" y="1061000"/>
                  <a:ext cx="50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F9B27A-4B45-C032-8988-190E26DD388D}"/>
                    </a:ext>
                  </a:extLst>
                </p14:cNvPr>
                <p14:cNvContentPartPr/>
                <p14:nvPr/>
              </p14:nvContentPartPr>
              <p14:xfrm>
                <a:off x="8825560" y="1089440"/>
                <a:ext cx="91440" cy="254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F9B27A-4B45-C032-8988-190E26DD38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16920" y="1080440"/>
                  <a:ext cx="1090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BE3B17-701D-110C-D5D0-0530CA0E4AB7}"/>
                    </a:ext>
                  </a:extLst>
                </p14:cNvPr>
                <p14:cNvContentPartPr/>
                <p14:nvPr/>
              </p14:nvContentPartPr>
              <p14:xfrm>
                <a:off x="8878480" y="1189880"/>
                <a:ext cx="236520" cy="138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7BE3B17-701D-110C-D5D0-0530CA0E4AB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69480" y="1180880"/>
                  <a:ext cx="254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B83A4B7-5CF6-C294-09E9-A88531D67E26}"/>
                    </a:ext>
                  </a:extLst>
                </p14:cNvPr>
                <p14:cNvContentPartPr/>
                <p14:nvPr/>
              </p14:nvContentPartPr>
              <p14:xfrm>
                <a:off x="9263680" y="1054880"/>
                <a:ext cx="105840" cy="289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B83A4B7-5CF6-C294-09E9-A88531D67E2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54680" y="1045880"/>
                  <a:ext cx="123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B2897AA-3ABC-535D-C367-A0950214A24D}"/>
                    </a:ext>
                  </a:extLst>
                </p14:cNvPr>
                <p14:cNvContentPartPr/>
                <p14:nvPr/>
              </p14:nvContentPartPr>
              <p14:xfrm>
                <a:off x="9280240" y="1232360"/>
                <a:ext cx="169200" cy="88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B2897AA-3ABC-535D-C367-A0950214A24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71240" y="1223360"/>
                  <a:ext cx="1868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40FB1D-D4B0-D566-365E-9C92CE08670A}"/>
                    </a:ext>
                  </a:extLst>
                </p14:cNvPr>
                <p14:cNvContentPartPr/>
                <p14:nvPr/>
              </p14:nvContentPartPr>
              <p14:xfrm>
                <a:off x="9497680" y="1104560"/>
                <a:ext cx="9360" cy="56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40FB1D-D4B0-D566-365E-9C92CE0867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89040" y="1095560"/>
                  <a:ext cx="27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47D46B3-9FF0-82D5-A4D3-B76CCDFD3518}"/>
                    </a:ext>
                  </a:extLst>
                </p14:cNvPr>
                <p14:cNvContentPartPr/>
                <p14:nvPr/>
              </p14:nvContentPartPr>
              <p14:xfrm>
                <a:off x="9515680" y="1194560"/>
                <a:ext cx="152640" cy="112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47D46B3-9FF0-82D5-A4D3-B76CCDFD351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06680" y="1185560"/>
                  <a:ext cx="170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E1834D-191C-48A2-71BD-020CA5C80983}"/>
                    </a:ext>
                  </a:extLst>
                </p14:cNvPr>
                <p14:cNvContentPartPr/>
                <p14:nvPr/>
              </p14:nvContentPartPr>
              <p14:xfrm>
                <a:off x="9736360" y="1222640"/>
                <a:ext cx="133560" cy="96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E1834D-191C-48A2-71BD-020CA5C8098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727360" y="1213640"/>
                  <a:ext cx="1512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44DB1B2-8945-DF8D-2D19-B73F9EA131B8}"/>
              </a:ext>
            </a:extLst>
          </p:cNvPr>
          <p:cNvGrpSpPr/>
          <p:nvPr/>
        </p:nvGrpSpPr>
        <p:grpSpPr>
          <a:xfrm>
            <a:off x="10203640" y="1097000"/>
            <a:ext cx="280440" cy="241200"/>
            <a:chOff x="10203640" y="1097000"/>
            <a:chExt cx="28044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8764B63-A583-887B-55DD-42A47E1D195C}"/>
                    </a:ext>
                  </a:extLst>
                </p14:cNvPr>
                <p14:cNvContentPartPr/>
                <p14:nvPr/>
              </p14:nvContentPartPr>
              <p14:xfrm>
                <a:off x="10203640" y="1246760"/>
                <a:ext cx="52200" cy="86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8764B63-A583-887B-55DD-42A47E1D195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94640" y="1237760"/>
                  <a:ext cx="698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90219A-3758-CD31-F8E0-E312B8C31B63}"/>
                    </a:ext>
                  </a:extLst>
                </p14:cNvPr>
                <p14:cNvContentPartPr/>
                <p14:nvPr/>
              </p14:nvContentPartPr>
              <p14:xfrm>
                <a:off x="10361680" y="1097000"/>
                <a:ext cx="22320" cy="72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90219A-3758-CD31-F8E0-E312B8C31B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352680" y="1088000"/>
                  <a:ext cx="39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639310-EBFD-DB39-453C-B0946CDB5707}"/>
                    </a:ext>
                  </a:extLst>
                </p14:cNvPr>
                <p14:cNvContentPartPr/>
                <p14:nvPr/>
              </p14:nvContentPartPr>
              <p14:xfrm>
                <a:off x="10364560" y="1253240"/>
                <a:ext cx="119520" cy="84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639310-EBFD-DB39-453C-B0946CDB57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55560" y="1244600"/>
                  <a:ext cx="13716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A030B77-45B8-1072-EB84-7EF66EC1D117}"/>
                  </a:ext>
                </a:extLst>
              </p14:cNvPr>
              <p14:cNvContentPartPr/>
              <p14:nvPr/>
            </p14:nvContentPartPr>
            <p14:xfrm>
              <a:off x="10772080" y="1264400"/>
              <a:ext cx="227520" cy="189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A030B77-45B8-1072-EB84-7EF66EC1D11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763080" y="1255760"/>
                <a:ext cx="24516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632659A-0A95-C762-1F7F-4B622163368C}"/>
              </a:ext>
            </a:extLst>
          </p:cNvPr>
          <p:cNvGrpSpPr/>
          <p:nvPr/>
        </p:nvGrpSpPr>
        <p:grpSpPr>
          <a:xfrm>
            <a:off x="8084320" y="1559960"/>
            <a:ext cx="1765080" cy="341280"/>
            <a:chOff x="8084320" y="1559960"/>
            <a:chExt cx="176508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C7F8965-A622-77EE-337A-D96B6EA3B0AA}"/>
                    </a:ext>
                  </a:extLst>
                </p14:cNvPr>
                <p14:cNvContentPartPr/>
                <p14:nvPr/>
              </p14:nvContentPartPr>
              <p14:xfrm>
                <a:off x="8084320" y="1653920"/>
                <a:ext cx="85320" cy="247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C7F8965-A622-77EE-337A-D96B6EA3B0A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75680" y="1644920"/>
                  <a:ext cx="1029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6DA968B-2455-0C72-C2C3-85CEF7967698}"/>
                    </a:ext>
                  </a:extLst>
                </p14:cNvPr>
                <p14:cNvContentPartPr/>
                <p14:nvPr/>
              </p14:nvContentPartPr>
              <p14:xfrm>
                <a:off x="8208880" y="1559960"/>
                <a:ext cx="171720" cy="278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6DA968B-2455-0C72-C2C3-85CEF79676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00240" y="1550960"/>
                  <a:ext cx="189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C6D83DE-3AF2-09E2-D45F-6FD36C96E5D6}"/>
                    </a:ext>
                  </a:extLst>
                </p14:cNvPr>
                <p14:cNvContentPartPr/>
                <p14:nvPr/>
              </p14:nvContentPartPr>
              <p14:xfrm>
                <a:off x="8417680" y="1702520"/>
                <a:ext cx="161280" cy="141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C6D83DE-3AF2-09E2-D45F-6FD36C96E5D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08680" y="1693520"/>
                  <a:ext cx="178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AFF737C-BF53-BE79-349B-90CDA2529105}"/>
                    </a:ext>
                  </a:extLst>
                </p14:cNvPr>
                <p14:cNvContentPartPr/>
                <p14:nvPr/>
              </p14:nvContentPartPr>
              <p14:xfrm>
                <a:off x="8684080" y="1741040"/>
                <a:ext cx="219960" cy="84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AFF737C-BF53-BE79-349B-90CDA252910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75440" y="1732400"/>
                  <a:ext cx="237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9ED4E4F-AFF5-F995-C352-61CD30F76EB3}"/>
                    </a:ext>
                  </a:extLst>
                </p14:cNvPr>
                <p14:cNvContentPartPr/>
                <p14:nvPr/>
              </p14:nvContentPartPr>
              <p14:xfrm>
                <a:off x="8882800" y="1735280"/>
                <a:ext cx="147240" cy="82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9ED4E4F-AFF5-F995-C352-61CD30F76EB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74160" y="1726280"/>
                  <a:ext cx="164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CC6C39D-6F67-47E5-3302-43EC79ED7512}"/>
                    </a:ext>
                  </a:extLst>
                </p14:cNvPr>
                <p14:cNvContentPartPr/>
                <p14:nvPr/>
              </p14:nvContentPartPr>
              <p14:xfrm>
                <a:off x="9061360" y="1705040"/>
                <a:ext cx="82080" cy="154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CC6C39D-6F67-47E5-3302-43EC79ED751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52720" y="1696400"/>
                  <a:ext cx="99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B02FF47-B74B-2231-FB37-E6AF66444D85}"/>
                    </a:ext>
                  </a:extLst>
                </p14:cNvPr>
                <p14:cNvContentPartPr/>
                <p14:nvPr/>
              </p14:nvContentPartPr>
              <p14:xfrm>
                <a:off x="9170800" y="1716920"/>
                <a:ext cx="118800" cy="116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B02FF47-B74B-2231-FB37-E6AF66444D8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61800" y="1708280"/>
                  <a:ext cx="136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4780B10-2DC1-83E0-0D14-A34EF5EBD67F}"/>
                    </a:ext>
                  </a:extLst>
                </p14:cNvPr>
                <p14:cNvContentPartPr/>
                <p14:nvPr/>
              </p14:nvContentPartPr>
              <p14:xfrm>
                <a:off x="9383200" y="1754000"/>
                <a:ext cx="28800" cy="77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4780B10-2DC1-83E0-0D14-A34EF5EBD67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74560" y="1745000"/>
                  <a:ext cx="46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7B25D9-4DB6-29FC-38D7-9D0A782CE6A8}"/>
                    </a:ext>
                  </a:extLst>
                </p14:cNvPr>
                <p14:cNvContentPartPr/>
                <p14:nvPr/>
              </p14:nvContentPartPr>
              <p14:xfrm>
                <a:off x="9444400" y="1620800"/>
                <a:ext cx="3960" cy="77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7B25D9-4DB6-29FC-38D7-9D0A782CE6A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35400" y="1611800"/>
                  <a:ext cx="21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478E37-F905-18D6-1DF5-70A2CE7C4F98}"/>
                    </a:ext>
                  </a:extLst>
                </p14:cNvPr>
                <p14:cNvContentPartPr/>
                <p14:nvPr/>
              </p14:nvContentPartPr>
              <p14:xfrm>
                <a:off x="9490840" y="1673360"/>
                <a:ext cx="129600" cy="161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478E37-F905-18D6-1DF5-70A2CE7C4F9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82200" y="1664360"/>
                  <a:ext cx="147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07AF6E9-E99D-B267-759E-916F8BA293C9}"/>
                    </a:ext>
                  </a:extLst>
                </p14:cNvPr>
                <p14:cNvContentPartPr/>
                <p14:nvPr/>
              </p14:nvContentPartPr>
              <p14:xfrm>
                <a:off x="9691360" y="1674800"/>
                <a:ext cx="158040" cy="177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07AF6E9-E99D-B267-759E-916F8BA293C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82720" y="1665800"/>
                  <a:ext cx="17568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3EC2420-2754-DB11-6A73-C342F9D7A34A}"/>
              </a:ext>
            </a:extLst>
          </p:cNvPr>
          <p:cNvGrpSpPr/>
          <p:nvPr/>
        </p:nvGrpSpPr>
        <p:grpSpPr>
          <a:xfrm>
            <a:off x="10358080" y="1536920"/>
            <a:ext cx="1560240" cy="368640"/>
            <a:chOff x="10358080" y="1536920"/>
            <a:chExt cx="156024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428701E-EF0C-582B-6C17-BEECFB7A6200}"/>
                    </a:ext>
                  </a:extLst>
                </p14:cNvPr>
                <p14:cNvContentPartPr/>
                <p14:nvPr/>
              </p14:nvContentPartPr>
              <p14:xfrm>
                <a:off x="10358080" y="1674080"/>
                <a:ext cx="53640" cy="218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428701E-EF0C-582B-6C17-BEECFB7A620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49080" y="1665080"/>
                  <a:ext cx="71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5241E2A-C337-849E-ED6E-FDF23F27638F}"/>
                    </a:ext>
                  </a:extLst>
                </p14:cNvPr>
                <p14:cNvContentPartPr/>
                <p14:nvPr/>
              </p14:nvContentPartPr>
              <p14:xfrm>
                <a:off x="10473640" y="1574000"/>
                <a:ext cx="126720" cy="102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5241E2A-C337-849E-ED6E-FDF23F2763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65000" y="1565000"/>
                  <a:ext cx="144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032F0CC-AAC1-6707-2D2C-88ABCC6C4DF1}"/>
                    </a:ext>
                  </a:extLst>
                </p14:cNvPr>
                <p14:cNvContentPartPr/>
                <p14:nvPr/>
              </p14:nvContentPartPr>
              <p14:xfrm>
                <a:off x="10530880" y="1697120"/>
                <a:ext cx="149400" cy="176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032F0CC-AAC1-6707-2D2C-88ABCC6C4DF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522240" y="1688120"/>
                  <a:ext cx="167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CAEB0FC-A7F7-0F58-7E38-492BBD05F6C8}"/>
                    </a:ext>
                  </a:extLst>
                </p14:cNvPr>
                <p14:cNvContentPartPr/>
                <p14:nvPr/>
              </p14:nvContentPartPr>
              <p14:xfrm>
                <a:off x="10652920" y="1720520"/>
                <a:ext cx="122400" cy="116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CAEB0FC-A7F7-0F58-7E38-492BBD05F6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43920" y="1711520"/>
                  <a:ext cx="140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FE1105-4BF8-BB40-2085-CF0DCC8CA874}"/>
                    </a:ext>
                  </a:extLst>
                </p14:cNvPr>
                <p14:cNvContentPartPr/>
                <p14:nvPr/>
              </p14:nvContentPartPr>
              <p14:xfrm>
                <a:off x="10839400" y="1737080"/>
                <a:ext cx="133560" cy="115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FE1105-4BF8-BB40-2085-CF0DCC8CA87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30760" y="1728080"/>
                  <a:ext cx="151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3817995-ED33-C530-C28B-024CEB166D69}"/>
                    </a:ext>
                  </a:extLst>
                </p14:cNvPr>
                <p14:cNvContentPartPr/>
                <p14:nvPr/>
              </p14:nvContentPartPr>
              <p14:xfrm>
                <a:off x="11033080" y="1741760"/>
                <a:ext cx="127440" cy="132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3817995-ED33-C530-C28B-024CEB166D6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024080" y="1732760"/>
                  <a:ext cx="145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BA7172-3625-2962-3090-FD754BE0ACEE}"/>
                    </a:ext>
                  </a:extLst>
                </p14:cNvPr>
                <p14:cNvContentPartPr/>
                <p14:nvPr/>
              </p14:nvContentPartPr>
              <p14:xfrm>
                <a:off x="11199400" y="1536920"/>
                <a:ext cx="250560" cy="324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BA7172-3625-2962-3090-FD754BE0ACE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190760" y="1527920"/>
                  <a:ext cx="268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864037F-505B-5709-CC6F-30C151E87C1E}"/>
                    </a:ext>
                  </a:extLst>
                </p14:cNvPr>
                <p14:cNvContentPartPr/>
                <p14:nvPr/>
              </p14:nvContentPartPr>
              <p14:xfrm>
                <a:off x="11427280" y="1782080"/>
                <a:ext cx="163080" cy="81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864037F-505B-5709-CC6F-30C151E87C1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418280" y="1773080"/>
                  <a:ext cx="180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EFEC03C-00A7-9F31-D133-8DE781B35856}"/>
                    </a:ext>
                  </a:extLst>
                </p14:cNvPr>
                <p14:cNvContentPartPr/>
                <p14:nvPr/>
              </p14:nvContentPartPr>
              <p14:xfrm>
                <a:off x="11641840" y="1720880"/>
                <a:ext cx="32760" cy="139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EFEC03C-00A7-9F31-D133-8DE781B3585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633200" y="1711880"/>
                  <a:ext cx="50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C2AF5EE-2A16-1931-2CDB-AB077C9EFAAC}"/>
                    </a:ext>
                  </a:extLst>
                </p14:cNvPr>
                <p14:cNvContentPartPr/>
                <p14:nvPr/>
              </p14:nvContentPartPr>
              <p14:xfrm>
                <a:off x="11737960" y="1722680"/>
                <a:ext cx="99000" cy="175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C2AF5EE-2A16-1931-2CDB-AB077C9EFA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728960" y="1714040"/>
                  <a:ext cx="116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981133B-6A28-1FB1-02FA-E9AFC24FEF26}"/>
                    </a:ext>
                  </a:extLst>
                </p14:cNvPr>
                <p14:cNvContentPartPr/>
                <p14:nvPr/>
              </p14:nvContentPartPr>
              <p14:xfrm>
                <a:off x="11880160" y="1900520"/>
                <a:ext cx="38160" cy="5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981133B-6A28-1FB1-02FA-E9AFC24FEF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871520" y="1891880"/>
                  <a:ext cx="558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920830A-8CED-1953-D792-4D35E61076D4}"/>
              </a:ext>
            </a:extLst>
          </p:cNvPr>
          <p:cNvGrpSpPr/>
          <p:nvPr/>
        </p:nvGrpSpPr>
        <p:grpSpPr>
          <a:xfrm>
            <a:off x="8005480" y="2628800"/>
            <a:ext cx="144720" cy="249480"/>
            <a:chOff x="8005480" y="2628800"/>
            <a:chExt cx="14472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BD60521-BAD6-1DA8-213E-60114069E820}"/>
                    </a:ext>
                  </a:extLst>
                </p14:cNvPr>
                <p14:cNvContentPartPr/>
                <p14:nvPr/>
              </p14:nvContentPartPr>
              <p14:xfrm>
                <a:off x="8005480" y="2628800"/>
                <a:ext cx="70920" cy="249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BD60521-BAD6-1DA8-213E-60114069E82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996840" y="2620160"/>
                  <a:ext cx="885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C523315-9A29-4530-93BA-9EF27B5DDC2F}"/>
                    </a:ext>
                  </a:extLst>
                </p14:cNvPr>
                <p14:cNvContentPartPr/>
                <p14:nvPr/>
              </p14:nvContentPartPr>
              <p14:xfrm>
                <a:off x="8147680" y="2842640"/>
                <a:ext cx="2520" cy="10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C523315-9A29-4530-93BA-9EF27B5DDC2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38680" y="2834000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D89A4E-AA24-D65D-2183-5DA83C91E362}"/>
              </a:ext>
            </a:extLst>
          </p:cNvPr>
          <p:cNvGrpSpPr/>
          <p:nvPr/>
        </p:nvGrpSpPr>
        <p:grpSpPr>
          <a:xfrm>
            <a:off x="8480680" y="2629880"/>
            <a:ext cx="265320" cy="289080"/>
            <a:chOff x="8480680" y="2629880"/>
            <a:chExt cx="26532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9B59C2D-4087-DCC1-1B6F-9E9ED855513F}"/>
                    </a:ext>
                  </a:extLst>
                </p14:cNvPr>
                <p14:cNvContentPartPr/>
                <p14:nvPr/>
              </p14:nvContentPartPr>
              <p14:xfrm>
                <a:off x="8480680" y="2629880"/>
                <a:ext cx="240120" cy="289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9B59C2D-4087-DCC1-1B6F-9E9ED855513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71680" y="2621240"/>
                  <a:ext cx="2577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887C598-8EA3-6D8D-6FEF-557B8F0A2DA1}"/>
                    </a:ext>
                  </a:extLst>
                </p14:cNvPr>
                <p14:cNvContentPartPr/>
                <p14:nvPr/>
              </p14:nvContentPartPr>
              <p14:xfrm>
                <a:off x="8678320" y="2799440"/>
                <a:ext cx="67680" cy="86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887C598-8EA3-6D8D-6FEF-557B8F0A2DA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69320" y="2790800"/>
                  <a:ext cx="8532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9499264-24CB-7BF3-4077-F399CD1DF4E5}"/>
              </a:ext>
            </a:extLst>
          </p:cNvPr>
          <p:cNvGrpSpPr/>
          <p:nvPr/>
        </p:nvGrpSpPr>
        <p:grpSpPr>
          <a:xfrm>
            <a:off x="9065680" y="2584880"/>
            <a:ext cx="825840" cy="299520"/>
            <a:chOff x="9065680" y="2584880"/>
            <a:chExt cx="82584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4BEDEA2-269C-3FAE-7F18-F910740137FD}"/>
                    </a:ext>
                  </a:extLst>
                </p14:cNvPr>
                <p14:cNvContentPartPr/>
                <p14:nvPr/>
              </p14:nvContentPartPr>
              <p14:xfrm>
                <a:off x="9065680" y="2623760"/>
                <a:ext cx="159120" cy="260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4BEDEA2-269C-3FAE-7F18-F910740137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57040" y="2615120"/>
                  <a:ext cx="176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60400AA-2942-F950-7971-4EF2091043B1}"/>
                    </a:ext>
                  </a:extLst>
                </p14:cNvPr>
                <p14:cNvContentPartPr/>
                <p14:nvPr/>
              </p14:nvContentPartPr>
              <p14:xfrm>
                <a:off x="9299680" y="2749760"/>
                <a:ext cx="105840" cy="102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60400AA-2942-F950-7971-4EF2091043B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291040" y="2741120"/>
                  <a:ext cx="123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FC39F65-50AC-768B-34DA-E6C2F2EDBBC2}"/>
                    </a:ext>
                  </a:extLst>
                </p14:cNvPr>
                <p14:cNvContentPartPr/>
                <p14:nvPr/>
              </p14:nvContentPartPr>
              <p14:xfrm>
                <a:off x="9486520" y="2584880"/>
                <a:ext cx="191520" cy="295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FC39F65-50AC-768B-34DA-E6C2F2EDBBC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77520" y="2575880"/>
                  <a:ext cx="2091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4BC156-A09E-6EB1-A6EA-08015C215571}"/>
                    </a:ext>
                  </a:extLst>
                </p14:cNvPr>
                <p14:cNvContentPartPr/>
                <p14:nvPr/>
              </p14:nvContentPartPr>
              <p14:xfrm>
                <a:off x="9519640" y="2728520"/>
                <a:ext cx="101880" cy="8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4BC156-A09E-6EB1-A6EA-08015C21557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10640" y="2719520"/>
                  <a:ext cx="119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54520CA-B9D1-B8DC-8A7A-FEBE6008A3CF}"/>
                    </a:ext>
                  </a:extLst>
                </p14:cNvPr>
                <p14:cNvContentPartPr/>
                <p14:nvPr/>
              </p14:nvContentPartPr>
              <p14:xfrm>
                <a:off x="9718000" y="2620880"/>
                <a:ext cx="127800" cy="190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54520CA-B9D1-B8DC-8A7A-FEBE6008A3C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09000" y="2611880"/>
                  <a:ext cx="145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03CF13B-89E0-AB2B-3CEF-6546068835C9}"/>
                    </a:ext>
                  </a:extLst>
                </p14:cNvPr>
                <p14:cNvContentPartPr/>
                <p14:nvPr/>
              </p14:nvContentPartPr>
              <p14:xfrm>
                <a:off x="9728800" y="2706560"/>
                <a:ext cx="162720" cy="14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03CF13B-89E0-AB2B-3CEF-6546068835C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19800" y="2697560"/>
                  <a:ext cx="1803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39466C5-45D6-164A-1A0B-0A55914147E2}"/>
              </a:ext>
            </a:extLst>
          </p:cNvPr>
          <p:cNvGrpSpPr/>
          <p:nvPr/>
        </p:nvGrpSpPr>
        <p:grpSpPr>
          <a:xfrm>
            <a:off x="7874440" y="3277880"/>
            <a:ext cx="347040" cy="195840"/>
            <a:chOff x="7874440" y="3277880"/>
            <a:chExt cx="34704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B1DD6FB-FB57-B108-D8EA-7D8657BFC021}"/>
                    </a:ext>
                  </a:extLst>
                </p14:cNvPr>
                <p14:cNvContentPartPr/>
                <p14:nvPr/>
              </p14:nvContentPartPr>
              <p14:xfrm>
                <a:off x="7874440" y="3277880"/>
                <a:ext cx="191520" cy="195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B1DD6FB-FB57-B108-D8EA-7D8657BFC02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865440" y="3269240"/>
                  <a:ext cx="209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F85B95-8DF6-525A-16E6-EEE8621621E5}"/>
                    </a:ext>
                  </a:extLst>
                </p14:cNvPr>
                <p14:cNvContentPartPr/>
                <p14:nvPr/>
              </p14:nvContentPartPr>
              <p14:xfrm>
                <a:off x="8185840" y="3398120"/>
                <a:ext cx="35640" cy="22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F85B95-8DF6-525A-16E6-EEE8621621E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77200" y="3389480"/>
                  <a:ext cx="532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6280674-0D86-0F79-924F-FD3A7E6D1775}"/>
              </a:ext>
            </a:extLst>
          </p:cNvPr>
          <p:cNvGrpSpPr/>
          <p:nvPr/>
        </p:nvGrpSpPr>
        <p:grpSpPr>
          <a:xfrm>
            <a:off x="8573560" y="3206240"/>
            <a:ext cx="945000" cy="277560"/>
            <a:chOff x="8573560" y="3206240"/>
            <a:chExt cx="9450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AD381EA-924C-EECB-E39E-C0AB1FEED5FC}"/>
                    </a:ext>
                  </a:extLst>
                </p14:cNvPr>
                <p14:cNvContentPartPr/>
                <p14:nvPr/>
              </p14:nvContentPartPr>
              <p14:xfrm>
                <a:off x="8573560" y="3210920"/>
                <a:ext cx="214920" cy="272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AD381EA-924C-EECB-E39E-C0AB1FEED5F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64920" y="3201920"/>
                  <a:ext cx="232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DFBC18-48CC-7F4C-0614-EF2A85D8BD70}"/>
                    </a:ext>
                  </a:extLst>
                </p14:cNvPr>
                <p14:cNvContentPartPr/>
                <p14:nvPr/>
              </p14:nvContentPartPr>
              <p14:xfrm>
                <a:off x="8888560" y="3361400"/>
                <a:ext cx="9000" cy="63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DFBC18-48CC-7F4C-0614-EF2A85D8BD7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79560" y="3352400"/>
                  <a:ext cx="26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648DC64-A9C4-050B-B7E1-510C942C572E}"/>
                    </a:ext>
                  </a:extLst>
                </p14:cNvPr>
                <p14:cNvContentPartPr/>
                <p14:nvPr/>
              </p14:nvContentPartPr>
              <p14:xfrm>
                <a:off x="8970280" y="3258080"/>
                <a:ext cx="9360" cy="2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648DC64-A9C4-050B-B7E1-510C942C572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61280" y="3249440"/>
                  <a:ext cx="27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BD08128-D828-9531-5937-0876B4A07446}"/>
                    </a:ext>
                  </a:extLst>
                </p14:cNvPr>
                <p14:cNvContentPartPr/>
                <p14:nvPr/>
              </p14:nvContentPartPr>
              <p14:xfrm>
                <a:off x="9001600" y="3316760"/>
                <a:ext cx="99000" cy="103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BD08128-D828-9531-5937-0876B4A0744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92960" y="3308120"/>
                  <a:ext cx="116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5FA2526-02EE-B987-B6AC-3E4891E2BE99}"/>
                    </a:ext>
                  </a:extLst>
                </p14:cNvPr>
                <p14:cNvContentPartPr/>
                <p14:nvPr/>
              </p14:nvContentPartPr>
              <p14:xfrm>
                <a:off x="9171880" y="3353840"/>
                <a:ext cx="41760" cy="47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5FA2526-02EE-B987-B6AC-3E4891E2BE9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62880" y="3344840"/>
                  <a:ext cx="59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1637CCD-8B1D-D450-E0C7-C996A8596165}"/>
                    </a:ext>
                  </a:extLst>
                </p14:cNvPr>
                <p14:cNvContentPartPr/>
                <p14:nvPr/>
              </p14:nvContentPartPr>
              <p14:xfrm>
                <a:off x="9223000" y="3270320"/>
                <a:ext cx="18360" cy="8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1637CCD-8B1D-D450-E0C7-C996A859616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14360" y="3261320"/>
                  <a:ext cx="36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BBB2B15-3298-A0B4-D4E7-D08926A96200}"/>
                    </a:ext>
                  </a:extLst>
                </p14:cNvPr>
                <p14:cNvContentPartPr/>
                <p14:nvPr/>
              </p14:nvContentPartPr>
              <p14:xfrm>
                <a:off x="9393280" y="3206240"/>
                <a:ext cx="105480" cy="202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BBB2B15-3298-A0B4-D4E7-D08926A9620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84640" y="3197240"/>
                  <a:ext cx="123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B956CF-A1C0-2334-CA42-F4DAA9746E04}"/>
                    </a:ext>
                  </a:extLst>
                </p14:cNvPr>
                <p14:cNvContentPartPr/>
                <p14:nvPr/>
              </p14:nvContentPartPr>
              <p14:xfrm>
                <a:off x="9371320" y="3314600"/>
                <a:ext cx="147240" cy="7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B956CF-A1C0-2334-CA42-F4DAA9746E0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62320" y="3305600"/>
                  <a:ext cx="1648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682F02D-1386-E895-B8F6-171684C85FFF}"/>
              </a:ext>
            </a:extLst>
          </p:cNvPr>
          <p:cNvGrpSpPr/>
          <p:nvPr/>
        </p:nvGrpSpPr>
        <p:grpSpPr>
          <a:xfrm>
            <a:off x="9836440" y="3040280"/>
            <a:ext cx="993600" cy="418320"/>
            <a:chOff x="9836440" y="3040280"/>
            <a:chExt cx="99360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BF7CAD5-C457-D5D4-EB62-927AC9D7139F}"/>
                    </a:ext>
                  </a:extLst>
                </p14:cNvPr>
                <p14:cNvContentPartPr/>
                <p14:nvPr/>
              </p14:nvContentPartPr>
              <p14:xfrm>
                <a:off x="9836440" y="3235760"/>
                <a:ext cx="141840" cy="174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BF7CAD5-C457-D5D4-EB62-927AC9D7139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27440" y="3226760"/>
                  <a:ext cx="159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72C44F8-A9DC-6178-477C-E843D877EC66}"/>
                    </a:ext>
                  </a:extLst>
                </p14:cNvPr>
                <p14:cNvContentPartPr/>
                <p14:nvPr/>
              </p14:nvContentPartPr>
              <p14:xfrm>
                <a:off x="9985120" y="3209840"/>
                <a:ext cx="174600" cy="192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72C44F8-A9DC-6178-477C-E843D877EC6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76120" y="3201200"/>
                  <a:ext cx="192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43F73B4-04FE-B144-1A66-581330E1694C}"/>
                    </a:ext>
                  </a:extLst>
                </p14:cNvPr>
                <p14:cNvContentPartPr/>
                <p14:nvPr/>
              </p14:nvContentPartPr>
              <p14:xfrm>
                <a:off x="10199680" y="3342320"/>
                <a:ext cx="102240" cy="50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43F73B4-04FE-B144-1A66-581330E169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90680" y="3333680"/>
                  <a:ext cx="119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43D1FB4-15B0-25F0-39D9-578DA90A3E1D}"/>
                    </a:ext>
                  </a:extLst>
                </p14:cNvPr>
                <p14:cNvContentPartPr/>
                <p14:nvPr/>
              </p14:nvContentPartPr>
              <p14:xfrm>
                <a:off x="10402720" y="3040280"/>
                <a:ext cx="317880" cy="342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43D1FB4-15B0-25F0-39D9-578DA90A3E1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93720" y="3031280"/>
                  <a:ext cx="3355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96CD277-00F1-D227-3975-8805D0849FA5}"/>
                    </a:ext>
                  </a:extLst>
                </p14:cNvPr>
                <p14:cNvContentPartPr/>
                <p14:nvPr/>
              </p14:nvContentPartPr>
              <p14:xfrm>
                <a:off x="10665520" y="3307760"/>
                <a:ext cx="164520" cy="150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96CD277-00F1-D227-3975-8805D0849FA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656880" y="3298760"/>
                  <a:ext cx="1821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ECC57B3-4D47-D43C-61C5-C72431C5C73C}"/>
              </a:ext>
            </a:extLst>
          </p:cNvPr>
          <p:cNvGrpSpPr/>
          <p:nvPr/>
        </p:nvGrpSpPr>
        <p:grpSpPr>
          <a:xfrm>
            <a:off x="7824400" y="3888440"/>
            <a:ext cx="288000" cy="210960"/>
            <a:chOff x="7824400" y="3888440"/>
            <a:chExt cx="28800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42BA511-1316-9723-1BA4-F4AC3439A2B7}"/>
                    </a:ext>
                  </a:extLst>
                </p14:cNvPr>
                <p14:cNvContentPartPr/>
                <p14:nvPr/>
              </p14:nvContentPartPr>
              <p14:xfrm>
                <a:off x="7824400" y="3888440"/>
                <a:ext cx="161640" cy="210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42BA511-1316-9723-1BA4-F4AC3439A2B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815400" y="3879800"/>
                  <a:ext cx="179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4AC883-BE3A-378F-5F24-5958A7E4C431}"/>
                    </a:ext>
                  </a:extLst>
                </p14:cNvPr>
                <p14:cNvContentPartPr/>
                <p14:nvPr/>
              </p14:nvContentPartPr>
              <p14:xfrm>
                <a:off x="8091880" y="4052960"/>
                <a:ext cx="20520" cy="50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4AC883-BE3A-378F-5F24-5958A7E4C43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83240" y="4043960"/>
                  <a:ext cx="381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EA65BFD-A6D1-32C5-EC37-B5AEA4C9429F}"/>
              </a:ext>
            </a:extLst>
          </p:cNvPr>
          <p:cNvGrpSpPr/>
          <p:nvPr/>
        </p:nvGrpSpPr>
        <p:grpSpPr>
          <a:xfrm>
            <a:off x="8539720" y="3919040"/>
            <a:ext cx="400680" cy="317160"/>
            <a:chOff x="8539720" y="3919040"/>
            <a:chExt cx="40068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8DBF240-C1AD-F375-9053-792E52420DEB}"/>
                    </a:ext>
                  </a:extLst>
                </p14:cNvPr>
                <p14:cNvContentPartPr/>
                <p14:nvPr/>
              </p14:nvContentPartPr>
              <p14:xfrm>
                <a:off x="8539720" y="3919040"/>
                <a:ext cx="180720" cy="317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8DBF240-C1AD-F375-9053-792E52420DE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531080" y="3910040"/>
                  <a:ext cx="1983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1B09A2E-82E7-AA4E-27EE-7122A4E77898}"/>
                    </a:ext>
                  </a:extLst>
                </p14:cNvPr>
                <p14:cNvContentPartPr/>
                <p14:nvPr/>
              </p14:nvContentPartPr>
              <p14:xfrm>
                <a:off x="8838160" y="4047920"/>
                <a:ext cx="102240" cy="116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1B09A2E-82E7-AA4E-27EE-7122A4E7789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29160" y="4039280"/>
                  <a:ext cx="11988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070F25B-52C5-D340-3EE8-E222DB01394C}"/>
              </a:ext>
            </a:extLst>
          </p:cNvPr>
          <p:cNvGrpSpPr/>
          <p:nvPr/>
        </p:nvGrpSpPr>
        <p:grpSpPr>
          <a:xfrm>
            <a:off x="9360160" y="3823280"/>
            <a:ext cx="1036440" cy="393840"/>
            <a:chOff x="9360160" y="3823280"/>
            <a:chExt cx="103644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3FECE8B-7C91-4691-12DA-93EBF733F1F8}"/>
                    </a:ext>
                  </a:extLst>
                </p14:cNvPr>
                <p14:cNvContentPartPr/>
                <p14:nvPr/>
              </p14:nvContentPartPr>
              <p14:xfrm>
                <a:off x="9360160" y="3847400"/>
                <a:ext cx="261360" cy="282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3FECE8B-7C91-4691-12DA-93EBF733F1F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51160" y="3838400"/>
                  <a:ext cx="279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E7E4C3F-0106-AEFF-46DB-CB3B7299A65B}"/>
                    </a:ext>
                  </a:extLst>
                </p14:cNvPr>
                <p14:cNvContentPartPr/>
                <p14:nvPr/>
              </p14:nvContentPartPr>
              <p14:xfrm>
                <a:off x="9685240" y="4042880"/>
                <a:ext cx="10800" cy="63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E7E4C3F-0106-AEFF-46DB-CB3B7299A65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76240" y="4034240"/>
                  <a:ext cx="28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0F8C01A-6B06-5508-CAE1-DD036286B14B}"/>
                    </a:ext>
                  </a:extLst>
                </p14:cNvPr>
                <p14:cNvContentPartPr/>
                <p14:nvPr/>
              </p14:nvContentPartPr>
              <p14:xfrm>
                <a:off x="9796480" y="3919760"/>
                <a:ext cx="3240" cy="95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0F8C01A-6B06-5508-CAE1-DD036286B14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787480" y="3910760"/>
                  <a:ext cx="20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71B3971-0E8D-794F-EF3C-3B7E98B46023}"/>
                    </a:ext>
                  </a:extLst>
                </p14:cNvPr>
                <p14:cNvContentPartPr/>
                <p14:nvPr/>
              </p14:nvContentPartPr>
              <p14:xfrm>
                <a:off x="9822760" y="3823280"/>
                <a:ext cx="379080" cy="393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71B3971-0E8D-794F-EF3C-3B7E98B4602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13760" y="3814640"/>
                  <a:ext cx="3967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BE6CACC-C917-B710-6D72-0784C1A6D462}"/>
                    </a:ext>
                  </a:extLst>
                </p14:cNvPr>
                <p14:cNvContentPartPr/>
                <p14:nvPr/>
              </p14:nvContentPartPr>
              <p14:xfrm>
                <a:off x="10259080" y="3921920"/>
                <a:ext cx="93240" cy="190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BE6CACC-C917-B710-6D72-0784C1A6D46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50440" y="3912920"/>
                  <a:ext cx="110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50DECE7-14FD-5C6C-1EDC-CC64F2452C22}"/>
                    </a:ext>
                  </a:extLst>
                </p14:cNvPr>
                <p14:cNvContentPartPr/>
                <p14:nvPr/>
              </p14:nvContentPartPr>
              <p14:xfrm>
                <a:off x="10265920" y="4019120"/>
                <a:ext cx="13068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50DECE7-14FD-5C6C-1EDC-CC64F2452C2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57280" y="4010120"/>
                  <a:ext cx="1483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7C2E1C-D2BD-8A9C-220C-4448D07C507B}"/>
              </a:ext>
            </a:extLst>
          </p:cNvPr>
          <p:cNvGrpSpPr/>
          <p:nvPr/>
        </p:nvGrpSpPr>
        <p:grpSpPr>
          <a:xfrm>
            <a:off x="11008600" y="3031640"/>
            <a:ext cx="1008000" cy="507600"/>
            <a:chOff x="11008600" y="3031640"/>
            <a:chExt cx="1008000" cy="5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3855C04-455F-3C43-2C27-006D524EE477}"/>
                    </a:ext>
                  </a:extLst>
                </p14:cNvPr>
                <p14:cNvContentPartPr/>
                <p14:nvPr/>
              </p14:nvContentPartPr>
              <p14:xfrm>
                <a:off x="11008600" y="3053600"/>
                <a:ext cx="184320" cy="395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3855C04-455F-3C43-2C27-006D524EE4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999960" y="3044600"/>
                  <a:ext cx="2019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0C39494-AB12-90DE-6FE9-07C135D8FCF6}"/>
                    </a:ext>
                  </a:extLst>
                </p14:cNvPr>
                <p14:cNvContentPartPr/>
                <p14:nvPr/>
              </p14:nvContentPartPr>
              <p14:xfrm>
                <a:off x="11236120" y="3173120"/>
                <a:ext cx="59040" cy="227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0C39494-AB12-90DE-6FE9-07C135D8FCF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227120" y="3164480"/>
                  <a:ext cx="76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858A605-E4D0-EBE7-3659-04A9B2FE7EE7}"/>
                    </a:ext>
                  </a:extLst>
                </p14:cNvPr>
                <p14:cNvContentPartPr/>
                <p14:nvPr/>
              </p14:nvContentPartPr>
              <p14:xfrm>
                <a:off x="11314960" y="3109760"/>
                <a:ext cx="89640" cy="1033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858A605-E4D0-EBE7-3659-04A9B2FE7E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306320" y="3100760"/>
                  <a:ext cx="107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C02F1E8-D89B-EC38-EF94-E6B91D14F1BD}"/>
                    </a:ext>
                  </a:extLst>
                </p14:cNvPr>
                <p14:cNvContentPartPr/>
                <p14:nvPr/>
              </p14:nvContentPartPr>
              <p14:xfrm>
                <a:off x="11358880" y="3264200"/>
                <a:ext cx="118440" cy="120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C02F1E8-D89B-EC38-EF94-E6B91D14F1B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50240" y="3255200"/>
                  <a:ext cx="136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4BD783-D029-D316-BA7F-428026B0CE9F}"/>
                    </a:ext>
                  </a:extLst>
                </p14:cNvPr>
                <p14:cNvContentPartPr/>
                <p14:nvPr/>
              </p14:nvContentPartPr>
              <p14:xfrm>
                <a:off x="11500360" y="3280760"/>
                <a:ext cx="25920" cy="7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4BD783-D029-D316-BA7F-428026B0CE9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491360" y="3271760"/>
                  <a:ext cx="43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B9CDB6D-2072-FDEA-269F-96839B7A18F5}"/>
                    </a:ext>
                  </a:extLst>
                </p14:cNvPr>
                <p14:cNvContentPartPr/>
                <p14:nvPr/>
              </p14:nvContentPartPr>
              <p14:xfrm>
                <a:off x="11597200" y="3150440"/>
                <a:ext cx="3960" cy="101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B9CDB6D-2072-FDEA-269F-96839B7A18F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88560" y="3141800"/>
                  <a:ext cx="21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E1C3BA1-7D77-E255-5945-2619E3403806}"/>
                    </a:ext>
                  </a:extLst>
                </p14:cNvPr>
                <p14:cNvContentPartPr/>
                <p14:nvPr/>
              </p14:nvContentPartPr>
              <p14:xfrm>
                <a:off x="11608720" y="3288320"/>
                <a:ext cx="91440" cy="74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E1C3BA1-7D77-E255-5945-2619E340380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599720" y="3279320"/>
                  <a:ext cx="109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3C63303-DC8A-5E6C-0587-93335689EA98}"/>
                    </a:ext>
                  </a:extLst>
                </p14:cNvPr>
                <p14:cNvContentPartPr/>
                <p14:nvPr/>
              </p14:nvContentPartPr>
              <p14:xfrm>
                <a:off x="11784040" y="3186080"/>
                <a:ext cx="32760" cy="169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3C63303-DC8A-5E6C-0587-93335689EA9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775040" y="3177080"/>
                  <a:ext cx="50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C2C9935-8A3D-F831-207F-35BF83FD1E64}"/>
                    </a:ext>
                  </a:extLst>
                </p14:cNvPr>
                <p14:cNvContentPartPr/>
                <p14:nvPr/>
              </p14:nvContentPartPr>
              <p14:xfrm>
                <a:off x="11763520" y="3262040"/>
                <a:ext cx="144720" cy="5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C2C9935-8A3D-F831-207F-35BF83FD1E6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754880" y="3253040"/>
                  <a:ext cx="162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459EF2C-76D4-50CF-840D-AA5EFD0FB572}"/>
                    </a:ext>
                  </a:extLst>
                </p14:cNvPr>
                <p14:cNvContentPartPr/>
                <p14:nvPr/>
              </p14:nvContentPartPr>
              <p14:xfrm>
                <a:off x="11809600" y="3031640"/>
                <a:ext cx="207000" cy="5076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459EF2C-76D4-50CF-840D-AA5EFD0FB57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800960" y="3023000"/>
                  <a:ext cx="224640" cy="52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0D2517A-7780-B380-B7B3-2BBFD2A1BF8F}"/>
                  </a:ext>
                </a:extLst>
              </p14:cNvPr>
              <p14:cNvContentPartPr/>
              <p14:nvPr/>
            </p14:nvContentPartPr>
            <p14:xfrm>
              <a:off x="7398880" y="2667320"/>
              <a:ext cx="248400" cy="2491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0D2517A-7780-B380-B7B3-2BBFD2A1BF8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7394560" y="2663000"/>
                <a:ext cx="25704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58D281FC-B179-2128-D1AD-396A36EC65FC}"/>
              </a:ext>
            </a:extLst>
          </p:cNvPr>
          <p:cNvGrpSpPr/>
          <p:nvPr/>
        </p:nvGrpSpPr>
        <p:grpSpPr>
          <a:xfrm>
            <a:off x="7189720" y="3232160"/>
            <a:ext cx="259560" cy="308160"/>
            <a:chOff x="7189720" y="3232160"/>
            <a:chExt cx="25956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55FCC46-BE49-6640-9A1C-76C1CB79309E}"/>
                    </a:ext>
                  </a:extLst>
                </p14:cNvPr>
                <p14:cNvContentPartPr/>
                <p14:nvPr/>
              </p14:nvContentPartPr>
              <p14:xfrm>
                <a:off x="7189720" y="3306680"/>
                <a:ext cx="89640" cy="233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55FCC46-BE49-6640-9A1C-76C1CB79309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185400" y="3302360"/>
                  <a:ext cx="98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30539F3-C478-C2E9-3C06-936EA010FCDE}"/>
                    </a:ext>
                  </a:extLst>
                </p14:cNvPr>
                <p14:cNvContentPartPr/>
                <p14:nvPr/>
              </p14:nvContentPartPr>
              <p14:xfrm>
                <a:off x="7307800" y="3232160"/>
                <a:ext cx="141480" cy="2257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30539F3-C478-C2E9-3C06-936EA010FC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303480" y="3227840"/>
                  <a:ext cx="15012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2AE70DE4-BC8A-CD81-5797-9879B4348531}"/>
              </a:ext>
            </a:extLst>
          </p:cNvPr>
          <p:cNvGrpSpPr/>
          <p:nvPr/>
        </p:nvGrpSpPr>
        <p:grpSpPr>
          <a:xfrm>
            <a:off x="7249120" y="3783680"/>
            <a:ext cx="262440" cy="381600"/>
            <a:chOff x="7249120" y="3783680"/>
            <a:chExt cx="26244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13E78AC-56AE-7F89-2E33-AF4BC3959416}"/>
                    </a:ext>
                  </a:extLst>
                </p14:cNvPr>
                <p14:cNvContentPartPr/>
                <p14:nvPr/>
              </p14:nvContentPartPr>
              <p14:xfrm>
                <a:off x="7249120" y="3952880"/>
                <a:ext cx="50400" cy="212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13E78AC-56AE-7F89-2E33-AF4BC395941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44800" y="3948560"/>
                  <a:ext cx="5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EEF1CBF-1BAB-7F5A-4EA0-5A0818DE4AB9}"/>
                    </a:ext>
                  </a:extLst>
                </p14:cNvPr>
                <p14:cNvContentPartPr/>
                <p14:nvPr/>
              </p14:nvContentPartPr>
              <p14:xfrm>
                <a:off x="7306360" y="3783680"/>
                <a:ext cx="205200" cy="307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EEF1CBF-1BAB-7F5A-4EA0-5A0818DE4AB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302040" y="3779360"/>
                  <a:ext cx="213840" cy="31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2049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8046BE-5F61-BF26-1EE3-0CCCDA9B297D}"/>
              </a:ext>
            </a:extLst>
          </p:cNvPr>
          <p:cNvGrpSpPr/>
          <p:nvPr/>
        </p:nvGrpSpPr>
        <p:grpSpPr>
          <a:xfrm>
            <a:off x="1851640" y="386000"/>
            <a:ext cx="4206240" cy="3730320"/>
            <a:chOff x="1851640" y="386000"/>
            <a:chExt cx="4206240" cy="37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64B1747-2F94-A7F4-09F6-B2A2EF4FA687}"/>
                    </a:ext>
                  </a:extLst>
                </p14:cNvPr>
                <p14:cNvContentPartPr/>
                <p14:nvPr/>
              </p14:nvContentPartPr>
              <p14:xfrm>
                <a:off x="2738320" y="2592440"/>
                <a:ext cx="163800" cy="234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64B1747-2F94-A7F4-09F6-B2A2EF4FA6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29320" y="2583440"/>
                  <a:ext cx="181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1774A3-9FF8-0E4F-A613-6123C7579826}"/>
                    </a:ext>
                  </a:extLst>
                </p14:cNvPr>
                <p14:cNvContentPartPr/>
                <p14:nvPr/>
              </p14:nvContentPartPr>
              <p14:xfrm>
                <a:off x="2566240" y="2339360"/>
                <a:ext cx="569160" cy="679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1774A3-9FF8-0E4F-A613-6123C75798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7600" y="2330360"/>
                  <a:ext cx="5868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0194B8-A40C-8F24-458F-A7EB24943483}"/>
                    </a:ext>
                  </a:extLst>
                </p14:cNvPr>
                <p14:cNvContentPartPr/>
                <p14:nvPr/>
              </p14:nvContentPartPr>
              <p14:xfrm>
                <a:off x="2383000" y="2965040"/>
                <a:ext cx="254160" cy="309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0194B8-A40C-8F24-458F-A7EB249434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74360" y="2956400"/>
                  <a:ext cx="271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18A90C-87BB-AE19-4D6E-BF962B2CF2C2}"/>
                    </a:ext>
                  </a:extLst>
                </p14:cNvPr>
                <p14:cNvContentPartPr/>
                <p14:nvPr/>
              </p14:nvContentPartPr>
              <p14:xfrm>
                <a:off x="2162320" y="3490280"/>
                <a:ext cx="38880" cy="207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18A90C-87BB-AE19-4D6E-BF962B2CF2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53320" y="3481280"/>
                  <a:ext cx="56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34825E-F288-6A14-C10E-1B506496301E}"/>
                    </a:ext>
                  </a:extLst>
                </p14:cNvPr>
                <p14:cNvContentPartPr/>
                <p14:nvPr/>
              </p14:nvContentPartPr>
              <p14:xfrm>
                <a:off x="1851640" y="3231800"/>
                <a:ext cx="639000" cy="700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34825E-F288-6A14-C10E-1B50649630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42640" y="3222800"/>
                  <a:ext cx="65664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420021-CA02-86A3-929A-4A0EEA56077C}"/>
                    </a:ext>
                  </a:extLst>
                </p14:cNvPr>
                <p14:cNvContentPartPr/>
                <p14:nvPr/>
              </p14:nvContentPartPr>
              <p14:xfrm>
                <a:off x="3418720" y="485720"/>
                <a:ext cx="112320" cy="204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420021-CA02-86A3-929A-4A0EEA5607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09720" y="476720"/>
                  <a:ext cx="129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9F1E8D6-B8FC-9F2F-D8B8-D29862FB3657}"/>
                    </a:ext>
                  </a:extLst>
                </p14:cNvPr>
                <p14:cNvContentPartPr/>
                <p14:nvPr/>
              </p14:nvContentPartPr>
              <p14:xfrm>
                <a:off x="3563080" y="533240"/>
                <a:ext cx="92160" cy="95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9F1E8D6-B8FC-9F2F-D8B8-D29862FB36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4080" y="524240"/>
                  <a:ext cx="109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1B2F62-A27F-7ED1-2465-3A135F01B80F}"/>
                    </a:ext>
                  </a:extLst>
                </p14:cNvPr>
                <p14:cNvContentPartPr/>
                <p14:nvPr/>
              </p14:nvContentPartPr>
              <p14:xfrm>
                <a:off x="3725800" y="532520"/>
                <a:ext cx="95040" cy="9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1B2F62-A27F-7ED1-2465-3A135F01B8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6800" y="523520"/>
                  <a:ext cx="112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EF8746-841B-C25D-E4F6-81925A914611}"/>
                    </a:ext>
                  </a:extLst>
                </p14:cNvPr>
                <p14:cNvContentPartPr/>
                <p14:nvPr/>
              </p14:nvContentPartPr>
              <p14:xfrm>
                <a:off x="3954400" y="386000"/>
                <a:ext cx="79200" cy="237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EF8746-841B-C25D-E4F6-81925A9146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45400" y="377000"/>
                  <a:ext cx="968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26A475-80A1-4396-751C-287D7036F6FA}"/>
                    </a:ext>
                  </a:extLst>
                </p14:cNvPr>
                <p14:cNvContentPartPr/>
                <p14:nvPr/>
              </p14:nvContentPartPr>
              <p14:xfrm>
                <a:off x="3940720" y="539360"/>
                <a:ext cx="150120" cy="14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26A475-80A1-4396-751C-287D7036F6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32080" y="530360"/>
                  <a:ext cx="167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3B242C-A8D0-B7F4-A642-217B3CEF9825}"/>
                    </a:ext>
                  </a:extLst>
                </p14:cNvPr>
                <p14:cNvContentPartPr/>
                <p14:nvPr/>
              </p14:nvContentPartPr>
              <p14:xfrm>
                <a:off x="4454800" y="509840"/>
                <a:ext cx="144000" cy="349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3B242C-A8D0-B7F4-A642-217B3CEF98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6160" y="500840"/>
                  <a:ext cx="161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4A54D6-CB76-15B0-2BC3-C13BF441ED0C}"/>
                    </a:ext>
                  </a:extLst>
                </p14:cNvPr>
                <p14:cNvContentPartPr/>
                <p14:nvPr/>
              </p14:nvContentPartPr>
              <p14:xfrm>
                <a:off x="4359400" y="768680"/>
                <a:ext cx="142560" cy="80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4A54D6-CB76-15B0-2BC3-C13BF441ED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50400" y="760040"/>
                  <a:ext cx="160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A0E37BA-8064-2697-5D7F-CF621318F705}"/>
                    </a:ext>
                  </a:extLst>
                </p14:cNvPr>
                <p14:cNvContentPartPr/>
                <p14:nvPr/>
              </p14:nvContentPartPr>
              <p14:xfrm>
                <a:off x="4429960" y="773360"/>
                <a:ext cx="166680" cy="117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A0E37BA-8064-2697-5D7F-CF621318F7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21320" y="764360"/>
                  <a:ext cx="184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8C66B5-96B4-893D-BF22-362BF980542C}"/>
                    </a:ext>
                  </a:extLst>
                </p14:cNvPr>
                <p14:cNvContentPartPr/>
                <p14:nvPr/>
              </p14:nvContentPartPr>
              <p14:xfrm>
                <a:off x="4274800" y="1015280"/>
                <a:ext cx="189720" cy="195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8C66B5-96B4-893D-BF22-362BF98054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66160" y="1006640"/>
                  <a:ext cx="207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E6852B-C1A7-2CFC-76CA-0A976A54EFE7}"/>
                    </a:ext>
                  </a:extLst>
                </p14:cNvPr>
                <p14:cNvContentPartPr/>
                <p14:nvPr/>
              </p14:nvContentPartPr>
              <p14:xfrm>
                <a:off x="4082560" y="853640"/>
                <a:ext cx="569160" cy="523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E6852B-C1A7-2CFC-76CA-0A976A54EF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73920" y="845000"/>
                  <a:ext cx="58680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992793-0435-3F39-5842-AD24247EA3BA}"/>
                    </a:ext>
                  </a:extLst>
                </p14:cNvPr>
                <p14:cNvContentPartPr/>
                <p14:nvPr/>
              </p14:nvContentPartPr>
              <p14:xfrm>
                <a:off x="3820840" y="1363040"/>
                <a:ext cx="329400" cy="279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992793-0435-3F39-5842-AD24247EA3B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11840" y="1354040"/>
                  <a:ext cx="3470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510BB6-1022-B710-2702-20B2570BDBBA}"/>
                    </a:ext>
                  </a:extLst>
                </p14:cNvPr>
                <p14:cNvContentPartPr/>
                <p14:nvPr/>
              </p14:nvContentPartPr>
              <p14:xfrm>
                <a:off x="3500800" y="1751480"/>
                <a:ext cx="177120" cy="168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510BB6-1022-B710-2702-20B2570BDB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91800" y="1742840"/>
                  <a:ext cx="194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1EC0551-7B64-C754-4EE0-F35BB397168C}"/>
                    </a:ext>
                  </a:extLst>
                </p14:cNvPr>
                <p14:cNvContentPartPr/>
                <p14:nvPr/>
              </p14:nvContentPartPr>
              <p14:xfrm>
                <a:off x="3573520" y="1791440"/>
                <a:ext cx="69480" cy="230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1EC0551-7B64-C754-4EE0-F35BB39716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64880" y="1782800"/>
                  <a:ext cx="87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BAA9C5-A9A1-56A7-AC51-EAC2E446AB13}"/>
                    </a:ext>
                  </a:extLst>
                </p14:cNvPr>
                <p14:cNvContentPartPr/>
                <p14:nvPr/>
              </p14:nvContentPartPr>
              <p14:xfrm>
                <a:off x="3296680" y="1550960"/>
                <a:ext cx="672120" cy="585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BAA9C5-A9A1-56A7-AC51-EAC2E446AB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88040" y="1541960"/>
                  <a:ext cx="68976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8137DB-3A70-F0CE-AC76-863A931C47A3}"/>
                    </a:ext>
                  </a:extLst>
                </p14:cNvPr>
                <p14:cNvContentPartPr/>
                <p14:nvPr/>
              </p14:nvContentPartPr>
              <p14:xfrm>
                <a:off x="3065920" y="2093840"/>
                <a:ext cx="323640" cy="33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8137DB-3A70-F0CE-AC76-863A931C47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7280" y="2085200"/>
                  <a:ext cx="3412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CADC55-B47E-3348-EE88-CE2B8513F53D}"/>
                    </a:ext>
                  </a:extLst>
                </p14:cNvPr>
                <p14:cNvContentPartPr/>
                <p14:nvPr/>
              </p14:nvContentPartPr>
              <p14:xfrm>
                <a:off x="4591960" y="1222640"/>
                <a:ext cx="240480" cy="40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CADC55-B47E-3348-EE88-CE2B8513F5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82960" y="1213640"/>
                  <a:ext cx="2581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8BDFF9-0549-5067-056B-8A3574C88612}"/>
                    </a:ext>
                  </a:extLst>
                </p14:cNvPr>
                <p14:cNvContentPartPr/>
                <p14:nvPr/>
              </p14:nvContentPartPr>
              <p14:xfrm>
                <a:off x="4660000" y="1597040"/>
                <a:ext cx="552240" cy="60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8BDFF9-0549-5067-056B-8A3574C886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51000" y="1588400"/>
                  <a:ext cx="56988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F5BE16-CEFF-8ADA-C9EB-EE30C0E4D4D0}"/>
                    </a:ext>
                  </a:extLst>
                </p14:cNvPr>
                <p14:cNvContentPartPr/>
                <p14:nvPr/>
              </p14:nvContentPartPr>
              <p14:xfrm>
                <a:off x="4874920" y="1763000"/>
                <a:ext cx="147240" cy="243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F5BE16-CEFF-8ADA-C9EB-EE30C0E4D4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65920" y="1754000"/>
                  <a:ext cx="164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F354E9-AE37-75C4-93A5-06BA6F0E8EFA}"/>
                    </a:ext>
                  </a:extLst>
                </p14:cNvPr>
                <p14:cNvContentPartPr/>
                <p14:nvPr/>
              </p14:nvContentPartPr>
              <p14:xfrm>
                <a:off x="4910200" y="1856960"/>
                <a:ext cx="196560" cy="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F354E9-AE37-75C4-93A5-06BA6F0E8E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01200" y="1847960"/>
                  <a:ext cx="214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278E2B-74C1-61D9-DD31-A36FCA832CEC}"/>
                    </a:ext>
                  </a:extLst>
                </p14:cNvPr>
                <p14:cNvContentPartPr/>
                <p14:nvPr/>
              </p14:nvContentPartPr>
              <p14:xfrm>
                <a:off x="5082640" y="2171240"/>
                <a:ext cx="135720" cy="276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278E2B-74C1-61D9-DD31-A36FCA832C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74000" y="2162600"/>
                  <a:ext cx="153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18FB925-CC92-6783-3FF3-0A76DD08BFDC}"/>
                    </a:ext>
                  </a:extLst>
                </p14:cNvPr>
                <p14:cNvContentPartPr/>
                <p14:nvPr/>
              </p14:nvContentPartPr>
              <p14:xfrm>
                <a:off x="5020360" y="2422160"/>
                <a:ext cx="567000" cy="64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18FB925-CC92-6783-3FF3-0A76DD08BFD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11360" y="2413160"/>
                  <a:ext cx="58464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F67E82-60AF-BD28-E660-CE468A9F1680}"/>
                    </a:ext>
                  </a:extLst>
                </p14:cNvPr>
                <p14:cNvContentPartPr/>
                <p14:nvPr/>
              </p14:nvContentPartPr>
              <p14:xfrm>
                <a:off x="5209000" y="2641760"/>
                <a:ext cx="139320" cy="22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F67E82-60AF-BD28-E660-CE468A9F168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00000" y="2633120"/>
                  <a:ext cx="156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FCD5637-8D1E-BE45-2DF6-6D12F3204F63}"/>
                    </a:ext>
                  </a:extLst>
                </p14:cNvPr>
                <p14:cNvContentPartPr/>
                <p14:nvPr/>
              </p14:nvContentPartPr>
              <p14:xfrm>
                <a:off x="4698880" y="3119120"/>
                <a:ext cx="422640" cy="53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FCD5637-8D1E-BE45-2DF6-6D12F3204F6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89880" y="3110480"/>
                  <a:ext cx="4402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46141C-92DD-453E-FE2F-48F251483715}"/>
                    </a:ext>
                  </a:extLst>
                </p14:cNvPr>
                <p14:cNvContentPartPr/>
                <p14:nvPr/>
              </p14:nvContentPartPr>
              <p14:xfrm>
                <a:off x="4351840" y="3592160"/>
                <a:ext cx="499680" cy="504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46141C-92DD-453E-FE2F-48F2514837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2840" y="3583520"/>
                  <a:ext cx="5173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1D75E5-022B-429C-D988-329A1435035B}"/>
                    </a:ext>
                  </a:extLst>
                </p14:cNvPr>
                <p14:cNvContentPartPr/>
                <p14:nvPr/>
              </p14:nvContentPartPr>
              <p14:xfrm>
                <a:off x="5367400" y="2983040"/>
                <a:ext cx="367560" cy="634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1D75E5-022B-429C-D988-329A143503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58760" y="2974400"/>
                  <a:ext cx="38520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EC97986-90F1-2B26-75FE-AC187F01D4C2}"/>
                    </a:ext>
                  </a:extLst>
                </p14:cNvPr>
                <p14:cNvContentPartPr/>
                <p14:nvPr/>
              </p14:nvContentPartPr>
              <p14:xfrm>
                <a:off x="5394760" y="3549320"/>
                <a:ext cx="663120" cy="567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EC97986-90F1-2B26-75FE-AC187F01D4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85760" y="3540680"/>
                  <a:ext cx="68076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EB92AB-2BD7-7E49-C17C-D0E03D61674A}"/>
                    </a:ext>
                  </a:extLst>
                </p14:cNvPr>
                <p14:cNvContentPartPr/>
                <p14:nvPr/>
              </p14:nvContentPartPr>
              <p14:xfrm>
                <a:off x="4539040" y="3716360"/>
                <a:ext cx="113400" cy="24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EB92AB-2BD7-7E49-C17C-D0E03D6167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30040" y="3707720"/>
                  <a:ext cx="131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CB4AE6-332F-6355-9BB8-0656D074DFC5}"/>
                    </a:ext>
                  </a:extLst>
                </p14:cNvPr>
                <p14:cNvContentPartPr/>
                <p14:nvPr/>
              </p14:nvContentPartPr>
              <p14:xfrm>
                <a:off x="5563600" y="3758840"/>
                <a:ext cx="47160" cy="191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CB4AE6-332F-6355-9BB8-0656D074DF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4600" y="3749840"/>
                  <a:ext cx="64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0608AC-2408-BDAB-1E11-4AA8CF4702A3}"/>
                    </a:ext>
                  </a:extLst>
                </p14:cNvPr>
                <p14:cNvContentPartPr/>
                <p14:nvPr/>
              </p14:nvContentPartPr>
              <p14:xfrm>
                <a:off x="5695000" y="3741920"/>
                <a:ext cx="145800" cy="161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70608AC-2408-BDAB-1E11-4AA8CF4702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86000" y="3733280"/>
                  <a:ext cx="16344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19D4F26-A80A-B996-F4BC-4B395DF74A79}"/>
                  </a:ext>
                </a:extLst>
              </p14:cNvPr>
              <p14:cNvContentPartPr/>
              <p14:nvPr/>
            </p14:nvContentPartPr>
            <p14:xfrm>
              <a:off x="6471520" y="5007867"/>
              <a:ext cx="7920" cy="28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19D4F26-A80A-B996-F4BC-4B395DF74A7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467200" y="5003547"/>
                <a:ext cx="165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C0FB6060-02D0-9A60-53E7-771202AD5F70}"/>
              </a:ext>
            </a:extLst>
          </p:cNvPr>
          <p:cNvGrpSpPr/>
          <p:nvPr/>
        </p:nvGrpSpPr>
        <p:grpSpPr>
          <a:xfrm>
            <a:off x="1607200" y="4928840"/>
            <a:ext cx="360720" cy="479880"/>
            <a:chOff x="1607200" y="4928840"/>
            <a:chExt cx="36072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2E75AB-C412-81B1-FC71-15CA46932526}"/>
                    </a:ext>
                  </a:extLst>
                </p14:cNvPr>
                <p14:cNvContentPartPr/>
                <p14:nvPr/>
              </p14:nvContentPartPr>
              <p14:xfrm>
                <a:off x="1607200" y="5078600"/>
                <a:ext cx="87480" cy="33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2E75AB-C412-81B1-FC71-15CA469325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02880" y="5074280"/>
                  <a:ext cx="961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D47322C-06BB-E36D-5AB2-472A3DBB95B3}"/>
                    </a:ext>
                  </a:extLst>
                </p14:cNvPr>
                <p14:cNvContentPartPr/>
                <p14:nvPr/>
              </p14:nvContentPartPr>
              <p14:xfrm>
                <a:off x="1697560" y="4928840"/>
                <a:ext cx="179280" cy="18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D47322C-06BB-E36D-5AB2-472A3DBB95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3240" y="4924520"/>
                  <a:ext cx="187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D3B1ADE-6451-FD65-029B-169A90175DC4}"/>
                    </a:ext>
                  </a:extLst>
                </p14:cNvPr>
                <p14:cNvContentPartPr/>
                <p14:nvPr/>
              </p14:nvContentPartPr>
              <p14:xfrm>
                <a:off x="1791880" y="5174360"/>
                <a:ext cx="117360" cy="187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D3B1ADE-6451-FD65-029B-169A90175DC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87560" y="5170040"/>
                  <a:ext cx="126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F37AB1-1E08-FB82-7486-2416BD0BEB4E}"/>
                    </a:ext>
                  </a:extLst>
                </p14:cNvPr>
                <p14:cNvContentPartPr/>
                <p14:nvPr/>
              </p14:nvContentPartPr>
              <p14:xfrm>
                <a:off x="1966120" y="5253200"/>
                <a:ext cx="1800" cy="55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F37AB1-1E08-FB82-7486-2416BD0BEB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61800" y="5248880"/>
                  <a:ext cx="104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A1DD52A-4892-F8CA-9600-D371401FBEB7}"/>
              </a:ext>
            </a:extLst>
          </p:cNvPr>
          <p:cNvGrpSpPr/>
          <p:nvPr/>
        </p:nvGrpSpPr>
        <p:grpSpPr>
          <a:xfrm>
            <a:off x="2090320" y="5058800"/>
            <a:ext cx="72000" cy="244440"/>
            <a:chOff x="2090320" y="5058800"/>
            <a:chExt cx="720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77B241-7F0E-FE5A-9BFD-6B64ED841A70}"/>
                    </a:ext>
                  </a:extLst>
                </p14:cNvPr>
                <p14:cNvContentPartPr/>
                <p14:nvPr/>
              </p14:nvContentPartPr>
              <p14:xfrm>
                <a:off x="2090320" y="5058800"/>
                <a:ext cx="23760" cy="63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A77B241-7F0E-FE5A-9BFD-6B64ED841A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86000" y="5054480"/>
                  <a:ext cx="32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1C88C6-BAF3-E3BE-49DB-AD25B0113383}"/>
                    </a:ext>
                  </a:extLst>
                </p14:cNvPr>
                <p14:cNvContentPartPr/>
                <p14:nvPr/>
              </p14:nvContentPartPr>
              <p14:xfrm>
                <a:off x="2128840" y="5207840"/>
                <a:ext cx="33480" cy="9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1C88C6-BAF3-E3BE-49DB-AD25B011338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24520" y="5203520"/>
                  <a:ext cx="421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BAB4899-8FC1-F7E4-121A-2BD386AA16CA}"/>
              </a:ext>
            </a:extLst>
          </p:cNvPr>
          <p:cNvGrpSpPr/>
          <p:nvPr/>
        </p:nvGrpSpPr>
        <p:grpSpPr>
          <a:xfrm>
            <a:off x="2343760" y="5024240"/>
            <a:ext cx="134280" cy="260280"/>
            <a:chOff x="2343760" y="5024240"/>
            <a:chExt cx="13428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D400680-139B-D6E6-3DC1-3F8427C656BF}"/>
                    </a:ext>
                  </a:extLst>
                </p14:cNvPr>
                <p14:cNvContentPartPr/>
                <p14:nvPr/>
              </p14:nvContentPartPr>
              <p14:xfrm>
                <a:off x="2353480" y="5024240"/>
                <a:ext cx="60840" cy="26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D400680-139B-D6E6-3DC1-3F8427C656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49160" y="5019920"/>
                  <a:ext cx="694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DA9147-29B3-2C29-E71A-7733D6005679}"/>
                    </a:ext>
                  </a:extLst>
                </p14:cNvPr>
                <p14:cNvContentPartPr/>
                <p14:nvPr/>
              </p14:nvContentPartPr>
              <p14:xfrm>
                <a:off x="2343760" y="5164280"/>
                <a:ext cx="134280" cy="7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DA9147-29B3-2C29-E71A-7733D60056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39440" y="5159960"/>
                  <a:ext cx="142920" cy="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157634-E153-A4C9-2046-F11A74A7B02C}"/>
              </a:ext>
            </a:extLst>
          </p:cNvPr>
          <p:cNvGrpSpPr/>
          <p:nvPr/>
        </p:nvGrpSpPr>
        <p:grpSpPr>
          <a:xfrm>
            <a:off x="2884120" y="4949000"/>
            <a:ext cx="730440" cy="574200"/>
            <a:chOff x="2884120" y="4949000"/>
            <a:chExt cx="73044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D9429C9-19A6-4C24-00EA-05DF583CF00E}"/>
                    </a:ext>
                  </a:extLst>
                </p14:cNvPr>
                <p14:cNvContentPartPr/>
                <p14:nvPr/>
              </p14:nvContentPartPr>
              <p14:xfrm>
                <a:off x="2884120" y="5049800"/>
                <a:ext cx="147240" cy="263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D9429C9-19A6-4C24-00EA-05DF583CF00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79800" y="5045480"/>
                  <a:ext cx="155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4C2296-4C27-E6D2-CD23-84AB76807413}"/>
                    </a:ext>
                  </a:extLst>
                </p14:cNvPr>
                <p14:cNvContentPartPr/>
                <p14:nvPr/>
              </p14:nvContentPartPr>
              <p14:xfrm>
                <a:off x="3065560" y="5222960"/>
                <a:ext cx="196920" cy="68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4C2296-4C27-E6D2-CD23-84AB7680741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61240" y="5218640"/>
                  <a:ext cx="205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121662-D35F-F869-C626-B78F80237016}"/>
                    </a:ext>
                  </a:extLst>
                </p14:cNvPr>
                <p14:cNvContentPartPr/>
                <p14:nvPr/>
              </p14:nvContentPartPr>
              <p14:xfrm>
                <a:off x="3320800" y="4949000"/>
                <a:ext cx="88560" cy="281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121662-D35F-F869-C626-B78F8023701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6480" y="4944680"/>
                  <a:ext cx="972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24AFB2-B4F0-DA61-E096-C69E824CB820}"/>
                    </a:ext>
                  </a:extLst>
                </p14:cNvPr>
                <p14:cNvContentPartPr/>
                <p14:nvPr/>
              </p14:nvContentPartPr>
              <p14:xfrm>
                <a:off x="3285520" y="5131880"/>
                <a:ext cx="137160" cy="7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24AFB2-B4F0-DA61-E096-C69E824CB82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81200" y="5127560"/>
                  <a:ext cx="1458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10945AF-ECBB-1BE0-6B85-809103EB30E7}"/>
                    </a:ext>
                  </a:extLst>
                </p14:cNvPr>
                <p14:cNvContentPartPr/>
                <p14:nvPr/>
              </p14:nvContentPartPr>
              <p14:xfrm>
                <a:off x="3396040" y="5234480"/>
                <a:ext cx="137160" cy="28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10945AF-ECBB-1BE0-6B85-809103EB30E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391720" y="5230160"/>
                  <a:ext cx="145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AF33AC-6F95-C483-AF23-9A55D1C88004}"/>
                    </a:ext>
                  </a:extLst>
                </p14:cNvPr>
                <p14:cNvContentPartPr/>
                <p14:nvPr/>
              </p14:nvContentPartPr>
              <p14:xfrm>
                <a:off x="3526000" y="5145560"/>
                <a:ext cx="88560" cy="122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AF33AC-6F95-C483-AF23-9A55D1C880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21680" y="5141240"/>
                  <a:ext cx="9720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E6AAE33-DF9B-4D4A-0176-09D98BDCAB93}"/>
              </a:ext>
            </a:extLst>
          </p:cNvPr>
          <p:cNvGrpSpPr/>
          <p:nvPr/>
        </p:nvGrpSpPr>
        <p:grpSpPr>
          <a:xfrm>
            <a:off x="3740560" y="4929560"/>
            <a:ext cx="466920" cy="361800"/>
            <a:chOff x="3740560" y="4929560"/>
            <a:chExt cx="46692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1ED109-6FB6-18EC-5264-DBEB5946B3D5}"/>
                    </a:ext>
                  </a:extLst>
                </p14:cNvPr>
                <p14:cNvContentPartPr/>
                <p14:nvPr/>
              </p14:nvContentPartPr>
              <p14:xfrm>
                <a:off x="3740560" y="5168960"/>
                <a:ext cx="107280" cy="115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1ED109-6FB6-18EC-5264-DBEB5946B3D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36240" y="5164640"/>
                  <a:ext cx="115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2FE9BC-937F-803E-3C9D-7AD6C87C9C5D}"/>
                    </a:ext>
                  </a:extLst>
                </p14:cNvPr>
                <p14:cNvContentPartPr/>
                <p14:nvPr/>
              </p14:nvContentPartPr>
              <p14:xfrm>
                <a:off x="3932440" y="4929560"/>
                <a:ext cx="93600" cy="348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2FE9BC-937F-803E-3C9D-7AD6C87C9C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28120" y="4925240"/>
                  <a:ext cx="1022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02525BA-7F8F-503E-1A11-2CA7D0130337}"/>
                    </a:ext>
                  </a:extLst>
                </p14:cNvPr>
                <p14:cNvContentPartPr/>
                <p14:nvPr/>
              </p14:nvContentPartPr>
              <p14:xfrm>
                <a:off x="3952240" y="5120000"/>
                <a:ext cx="123840" cy="7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02525BA-7F8F-503E-1A11-2CA7D01303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47920" y="5115680"/>
                  <a:ext cx="1324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B33F4C-FE61-6E00-96A5-E5F0B561DD8A}"/>
                    </a:ext>
                  </a:extLst>
                </p14:cNvPr>
                <p14:cNvContentPartPr/>
                <p14:nvPr/>
              </p14:nvContentPartPr>
              <p14:xfrm>
                <a:off x="4190560" y="5150960"/>
                <a:ext cx="16920" cy="63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B33F4C-FE61-6E00-96A5-E5F0B561DD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86240" y="5146640"/>
                  <a:ext cx="25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0EF8F0D-3441-01BB-ECAF-645B8DEED3D3}"/>
                    </a:ext>
                  </a:extLst>
                </p14:cNvPr>
                <p14:cNvContentPartPr/>
                <p14:nvPr/>
              </p14:nvContentPartPr>
              <p14:xfrm>
                <a:off x="4142680" y="5259320"/>
                <a:ext cx="15480" cy="3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0EF8F0D-3441-01BB-ECAF-645B8DEED3D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38360" y="5255000"/>
                  <a:ext cx="2412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BBC1704-2660-C4D3-32D8-19E87874C36E}"/>
                  </a:ext>
                </a:extLst>
              </p14:cNvPr>
              <p14:cNvContentPartPr/>
              <p14:nvPr/>
            </p14:nvContentPartPr>
            <p14:xfrm>
              <a:off x="4727680" y="942560"/>
              <a:ext cx="158760" cy="200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BBC1704-2660-C4D3-32D8-19E87874C36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723360" y="938240"/>
                <a:ext cx="1674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5265BF8-B173-460C-63EA-9FDE7B6EE0E4}"/>
                  </a:ext>
                </a:extLst>
              </p14:cNvPr>
              <p14:cNvContentPartPr/>
              <p14:nvPr/>
            </p14:nvContentPartPr>
            <p14:xfrm>
              <a:off x="2670280" y="1633400"/>
              <a:ext cx="266760" cy="2620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5265BF8-B173-460C-63EA-9FDE7B6EE0E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665960" y="1629080"/>
                <a:ext cx="2754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F9BACEA-CEA5-8E4C-41E2-2A34E883D9EE}"/>
                  </a:ext>
                </a:extLst>
              </p14:cNvPr>
              <p14:cNvContentPartPr/>
              <p14:nvPr/>
            </p14:nvContentPartPr>
            <p14:xfrm>
              <a:off x="1823200" y="2482280"/>
              <a:ext cx="220680" cy="254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F9BACEA-CEA5-8E4C-41E2-2A34E883D9E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18880" y="2477960"/>
                <a:ext cx="22932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6DE11A7F-03F9-866F-AEA3-F25257B104B5}"/>
              </a:ext>
            </a:extLst>
          </p:cNvPr>
          <p:cNvGrpSpPr/>
          <p:nvPr/>
        </p:nvGrpSpPr>
        <p:grpSpPr>
          <a:xfrm>
            <a:off x="877840" y="3611240"/>
            <a:ext cx="484920" cy="291600"/>
            <a:chOff x="877840" y="3611240"/>
            <a:chExt cx="48492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AC0B81-1C0D-C64B-5D19-8CA7C5C923E5}"/>
                    </a:ext>
                  </a:extLst>
                </p14:cNvPr>
                <p14:cNvContentPartPr/>
                <p14:nvPr/>
              </p14:nvContentPartPr>
              <p14:xfrm>
                <a:off x="877840" y="3619520"/>
                <a:ext cx="173520" cy="271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AC0B81-1C0D-C64B-5D19-8CA7C5C923E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3520" y="3615200"/>
                  <a:ext cx="182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04C5D5A-1DC5-35C3-9F38-772E281B7B58}"/>
                    </a:ext>
                  </a:extLst>
                </p14:cNvPr>
                <p14:cNvContentPartPr/>
                <p14:nvPr/>
              </p14:nvContentPartPr>
              <p14:xfrm>
                <a:off x="1151440" y="3611240"/>
                <a:ext cx="72720" cy="291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04C5D5A-1DC5-35C3-9F38-772E281B7B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7120" y="3606920"/>
                  <a:ext cx="81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A976BB-1FB1-EFF1-AE4F-1FACF3134AD5}"/>
                    </a:ext>
                  </a:extLst>
                </p14:cNvPr>
                <p14:cNvContentPartPr/>
                <p14:nvPr/>
              </p14:nvContentPartPr>
              <p14:xfrm>
                <a:off x="1194640" y="3619880"/>
                <a:ext cx="168120" cy="238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A976BB-1FB1-EFF1-AE4F-1FACF3134A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90320" y="3615560"/>
                  <a:ext cx="176760" cy="24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59F9ABA-EC47-2641-657D-7A41D7D1D336}"/>
                  </a:ext>
                </a:extLst>
              </p14:cNvPr>
              <p14:cNvContentPartPr/>
              <p14:nvPr/>
            </p14:nvContentPartPr>
            <p14:xfrm>
              <a:off x="4657840" y="5027480"/>
              <a:ext cx="63000" cy="349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59F9ABA-EC47-2641-657D-7A41D7D1D336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53520" y="5023160"/>
                <a:ext cx="716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7F41F89-CA96-220B-8BAF-6174CB98830C}"/>
                  </a:ext>
                </a:extLst>
              </p14:cNvPr>
              <p14:cNvContentPartPr/>
              <p14:nvPr/>
            </p14:nvContentPartPr>
            <p14:xfrm>
              <a:off x="1449520" y="3638960"/>
              <a:ext cx="168840" cy="248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7F41F89-CA96-220B-8BAF-6174CB98830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445200" y="3634640"/>
                <a:ext cx="17748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0E84A975-E1FD-4631-DF80-D3C97AA86DB0}"/>
              </a:ext>
            </a:extLst>
          </p:cNvPr>
          <p:cNvGrpSpPr/>
          <p:nvPr/>
        </p:nvGrpSpPr>
        <p:grpSpPr>
          <a:xfrm>
            <a:off x="2122000" y="2443760"/>
            <a:ext cx="147600" cy="275040"/>
            <a:chOff x="2122000" y="2443760"/>
            <a:chExt cx="1476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0622EE1-E5C1-21D5-D981-7CB2D345E37A}"/>
                    </a:ext>
                  </a:extLst>
                </p14:cNvPr>
                <p14:cNvContentPartPr/>
                <p14:nvPr/>
              </p14:nvContentPartPr>
              <p14:xfrm>
                <a:off x="2122000" y="2486240"/>
                <a:ext cx="59400" cy="232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0622EE1-E5C1-21D5-D981-7CB2D345E3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17680" y="2481920"/>
                  <a:ext cx="68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75FBF9-16B1-ACB9-BA2D-7BE839CBC0E3}"/>
                    </a:ext>
                  </a:extLst>
                </p14:cNvPr>
                <p14:cNvContentPartPr/>
                <p14:nvPr/>
              </p14:nvContentPartPr>
              <p14:xfrm>
                <a:off x="2158720" y="2443760"/>
                <a:ext cx="110880" cy="250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75FBF9-16B1-ACB9-BA2D-7BE839CBC0E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54400" y="2439440"/>
                  <a:ext cx="119520" cy="25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5F6878A-32E0-91CA-B77A-EA6DD044C4E6}"/>
                  </a:ext>
                </a:extLst>
              </p14:cNvPr>
              <p14:cNvContentPartPr/>
              <p14:nvPr/>
            </p14:nvContentPartPr>
            <p14:xfrm>
              <a:off x="4831000" y="5363000"/>
              <a:ext cx="54720" cy="92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5F6878A-32E0-91CA-B77A-EA6DD044C4E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826680" y="5358680"/>
                <a:ext cx="633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AD88D48-D40A-0307-8270-7A552FC2A7F8}"/>
                  </a:ext>
                </a:extLst>
              </p14:cNvPr>
              <p14:cNvContentPartPr/>
              <p14:nvPr/>
            </p14:nvContentPartPr>
            <p14:xfrm>
              <a:off x="5133760" y="5010560"/>
              <a:ext cx="179280" cy="218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AD88D48-D40A-0307-8270-7A552FC2A7F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129440" y="5006240"/>
                <a:ext cx="1879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4634699-E0C6-EB24-D313-948A82DDFED2}"/>
                  </a:ext>
                </a:extLst>
              </p14:cNvPr>
              <p14:cNvContentPartPr/>
              <p14:nvPr/>
            </p14:nvContentPartPr>
            <p14:xfrm>
              <a:off x="2369680" y="2485880"/>
              <a:ext cx="135360" cy="201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4634699-E0C6-EB24-D313-948A82DDFED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65360" y="2481560"/>
                <a:ext cx="1440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7582161-4EB1-9B52-217B-E7684AA73FC7}"/>
                  </a:ext>
                </a:extLst>
              </p14:cNvPr>
              <p14:cNvContentPartPr/>
              <p14:nvPr/>
            </p14:nvContentPartPr>
            <p14:xfrm>
              <a:off x="2931640" y="1571840"/>
              <a:ext cx="193320" cy="2372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7582161-4EB1-9B52-217B-E7684AA73FC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927320" y="1567520"/>
                <a:ext cx="2019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9556185-9847-9D86-880A-8980DD6DD4FA}"/>
                  </a:ext>
                </a:extLst>
              </p14:cNvPr>
              <p14:cNvContentPartPr/>
              <p14:nvPr/>
            </p14:nvContentPartPr>
            <p14:xfrm>
              <a:off x="5437600" y="5306480"/>
              <a:ext cx="105480" cy="138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9556185-9847-9D86-880A-8980DD6DD4F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433280" y="5302160"/>
                <a:ext cx="11412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7AC6E78C-0730-93C5-B7EE-9F0C64082112}"/>
              </a:ext>
            </a:extLst>
          </p:cNvPr>
          <p:cNvGrpSpPr/>
          <p:nvPr/>
        </p:nvGrpSpPr>
        <p:grpSpPr>
          <a:xfrm>
            <a:off x="5819560" y="5015600"/>
            <a:ext cx="223920" cy="354600"/>
            <a:chOff x="5819560" y="5015600"/>
            <a:chExt cx="2239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63BF5B5-BDDA-B37B-5DBA-95548DF85C4C}"/>
                    </a:ext>
                  </a:extLst>
                </p14:cNvPr>
                <p14:cNvContentPartPr/>
                <p14:nvPr/>
              </p14:nvContentPartPr>
              <p14:xfrm>
                <a:off x="5819560" y="5015600"/>
                <a:ext cx="223920" cy="188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63BF5B5-BDDA-B37B-5DBA-95548DF85C4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15240" y="5011280"/>
                  <a:ext cx="2325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4DF299-1485-18D9-E4E1-013F3862F49E}"/>
                    </a:ext>
                  </a:extLst>
                </p14:cNvPr>
                <p14:cNvContentPartPr/>
                <p14:nvPr/>
              </p14:nvContentPartPr>
              <p14:xfrm>
                <a:off x="5923960" y="5126840"/>
                <a:ext cx="75600" cy="243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4DF299-1485-18D9-E4E1-013F3862F49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19640" y="5122520"/>
                  <a:ext cx="8424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2368FE0-66DD-8325-F8AF-010C45DDB731}"/>
                  </a:ext>
                </a:extLst>
              </p14:cNvPr>
              <p14:cNvContentPartPr/>
              <p14:nvPr/>
            </p14:nvContentPartPr>
            <p14:xfrm>
              <a:off x="3190840" y="1555640"/>
              <a:ext cx="113400" cy="2286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2368FE0-66DD-8325-F8AF-010C45DDB73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186520" y="1551320"/>
                <a:ext cx="1220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2371CF7-2F8A-F1F7-EAA0-CF0EE4BFC8FD}"/>
                  </a:ext>
                </a:extLst>
              </p14:cNvPr>
              <p14:cNvContentPartPr/>
              <p14:nvPr/>
            </p14:nvContentPartPr>
            <p14:xfrm>
              <a:off x="4990480" y="924920"/>
              <a:ext cx="210240" cy="1836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2371CF7-2F8A-F1F7-EAA0-CF0EE4BFC8F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986160" y="920600"/>
                <a:ext cx="2188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14D10AA-4B27-54E4-3C81-BAE0E49DE9C9}"/>
                  </a:ext>
                </a:extLst>
              </p14:cNvPr>
              <p14:cNvContentPartPr/>
              <p14:nvPr/>
            </p14:nvContentPartPr>
            <p14:xfrm>
              <a:off x="6171280" y="5319440"/>
              <a:ext cx="128160" cy="1713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14D10AA-4B27-54E4-3C81-BAE0E49DE9C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166960" y="5315120"/>
                <a:ext cx="13680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E7C66D6E-DD52-136B-3C9D-4142A16A4FB4}"/>
              </a:ext>
            </a:extLst>
          </p:cNvPr>
          <p:cNvGrpSpPr/>
          <p:nvPr/>
        </p:nvGrpSpPr>
        <p:grpSpPr>
          <a:xfrm>
            <a:off x="6501760" y="4970600"/>
            <a:ext cx="456480" cy="477000"/>
            <a:chOff x="6501760" y="4970600"/>
            <a:chExt cx="456480" cy="4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3B8D27-7F9F-F67F-1E31-B42B3DA5A0A3}"/>
                    </a:ext>
                  </a:extLst>
                </p14:cNvPr>
                <p14:cNvContentPartPr/>
                <p14:nvPr/>
              </p14:nvContentPartPr>
              <p14:xfrm>
                <a:off x="6501760" y="4970600"/>
                <a:ext cx="269280" cy="318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3B8D27-7F9F-F67F-1E31-B42B3DA5A0A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97440" y="4966280"/>
                  <a:ext cx="277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E3C44BF-9A7C-764B-8829-0E4248F03D69}"/>
                    </a:ext>
                  </a:extLst>
                </p14:cNvPr>
                <p14:cNvContentPartPr/>
                <p14:nvPr/>
              </p14:nvContentPartPr>
              <p14:xfrm>
                <a:off x="6766000" y="5233400"/>
                <a:ext cx="192240" cy="214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E3C44BF-9A7C-764B-8829-0E4248F03D6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61680" y="5229080"/>
                  <a:ext cx="20088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8FDEB70-6E1C-6135-EE77-264A218277EE}"/>
                  </a:ext>
                </a:extLst>
              </p14:cNvPr>
              <p14:cNvContentPartPr/>
              <p14:nvPr/>
            </p14:nvContentPartPr>
            <p14:xfrm>
              <a:off x="5370280" y="855080"/>
              <a:ext cx="207720" cy="220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8FDEB70-6E1C-6135-EE77-264A218277E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365960" y="850760"/>
                <a:ext cx="2163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7C49008-8E5F-A1A3-E338-7C1DF2348CA8}"/>
                  </a:ext>
                </a:extLst>
              </p14:cNvPr>
              <p14:cNvContentPartPr/>
              <p14:nvPr/>
            </p14:nvContentPartPr>
            <p14:xfrm>
              <a:off x="5425720" y="1703600"/>
              <a:ext cx="129240" cy="1569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7C49008-8E5F-A1A3-E338-7C1DF2348CA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21400" y="1699280"/>
                <a:ext cx="1378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9C6BD5F-BBA1-F9DD-CA54-E01A6CF49BF8}"/>
                  </a:ext>
                </a:extLst>
              </p14:cNvPr>
              <p14:cNvContentPartPr/>
              <p14:nvPr/>
            </p14:nvContentPartPr>
            <p14:xfrm>
              <a:off x="5644600" y="1669760"/>
              <a:ext cx="230760" cy="2156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9C6BD5F-BBA1-F9DD-CA54-E01A6CF49BF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40280" y="1665440"/>
                <a:ext cx="23940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2A1A6C3E-665E-DCBD-5AF4-5D63D0E6A69E}"/>
              </a:ext>
            </a:extLst>
          </p:cNvPr>
          <p:cNvGrpSpPr/>
          <p:nvPr/>
        </p:nvGrpSpPr>
        <p:grpSpPr>
          <a:xfrm>
            <a:off x="7254520" y="4958000"/>
            <a:ext cx="362160" cy="518400"/>
            <a:chOff x="7254520" y="4958000"/>
            <a:chExt cx="36216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CDE8B36-1BE6-E438-E3E4-D72334297454}"/>
                    </a:ext>
                  </a:extLst>
                </p14:cNvPr>
                <p14:cNvContentPartPr/>
                <p14:nvPr/>
              </p14:nvContentPartPr>
              <p14:xfrm>
                <a:off x="7254520" y="4958000"/>
                <a:ext cx="223200" cy="352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CDE8B36-1BE6-E438-E3E4-D7233429745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50200" y="4953680"/>
                  <a:ext cx="231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67B750F-49EC-FEF2-9ABF-19EF80611E06}"/>
                    </a:ext>
                  </a:extLst>
                </p14:cNvPr>
                <p14:cNvContentPartPr/>
                <p14:nvPr/>
              </p14:nvContentPartPr>
              <p14:xfrm>
                <a:off x="7333360" y="5162840"/>
                <a:ext cx="270360" cy="9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67B750F-49EC-FEF2-9ABF-19EF80611E0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29040" y="5158520"/>
                  <a:ext cx="27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8BE68DF-E6E7-2DAC-8396-B0931E0B4213}"/>
                    </a:ext>
                  </a:extLst>
                </p14:cNvPr>
                <p14:cNvContentPartPr/>
                <p14:nvPr/>
              </p14:nvContentPartPr>
              <p14:xfrm>
                <a:off x="7516240" y="5329880"/>
                <a:ext cx="100440" cy="146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8BE68DF-E6E7-2DAC-8396-B0931E0B421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11920" y="5325560"/>
                  <a:ext cx="10908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3C379DA-2EB1-E84A-2852-3787CF8E34D9}"/>
                  </a:ext>
                </a:extLst>
              </p14:cNvPr>
              <p14:cNvContentPartPr/>
              <p14:nvPr/>
            </p14:nvContentPartPr>
            <p14:xfrm>
              <a:off x="6005320" y="1617560"/>
              <a:ext cx="183600" cy="254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3C379DA-2EB1-E84A-2852-3787CF8E34D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001000" y="1613240"/>
                <a:ext cx="1922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329B4D7-BE10-4977-6F8E-79BEBF97F812}"/>
                  </a:ext>
                </a:extLst>
              </p14:cNvPr>
              <p14:cNvContentPartPr/>
              <p14:nvPr/>
            </p14:nvContentPartPr>
            <p14:xfrm>
              <a:off x="5740720" y="2704400"/>
              <a:ext cx="216360" cy="1742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329B4D7-BE10-4977-6F8E-79BEBF97F81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736400" y="2700080"/>
                <a:ext cx="22500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462C3ED9-6C94-31F0-E2A4-10518361874B}"/>
              </a:ext>
            </a:extLst>
          </p:cNvPr>
          <p:cNvGrpSpPr/>
          <p:nvPr/>
        </p:nvGrpSpPr>
        <p:grpSpPr>
          <a:xfrm>
            <a:off x="3973840" y="4156640"/>
            <a:ext cx="457200" cy="252000"/>
            <a:chOff x="3973840" y="4156640"/>
            <a:chExt cx="45720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595AF0-B30B-DC1B-9384-456FB1497260}"/>
                    </a:ext>
                  </a:extLst>
                </p14:cNvPr>
                <p14:cNvContentPartPr/>
                <p14:nvPr/>
              </p14:nvContentPartPr>
              <p14:xfrm>
                <a:off x="3973840" y="4156640"/>
                <a:ext cx="192600" cy="252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595AF0-B30B-DC1B-9384-456FB149726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69520" y="4152320"/>
                  <a:ext cx="201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EE4F3A0-ED6D-119D-F28C-C5D011CED9F9}"/>
                    </a:ext>
                  </a:extLst>
                </p14:cNvPr>
                <p14:cNvContentPartPr/>
                <p14:nvPr/>
              </p14:nvContentPartPr>
              <p14:xfrm>
                <a:off x="4249240" y="4199120"/>
                <a:ext cx="181800" cy="162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EE4F3A0-ED6D-119D-F28C-C5D011CED9F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44920" y="4194800"/>
                  <a:ext cx="19044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27CBD43-A461-0C1F-5B21-9C42B8F2AC4B}"/>
              </a:ext>
            </a:extLst>
          </p:cNvPr>
          <p:cNvGrpSpPr/>
          <p:nvPr/>
        </p:nvGrpSpPr>
        <p:grpSpPr>
          <a:xfrm>
            <a:off x="7876240" y="4958360"/>
            <a:ext cx="425880" cy="470160"/>
            <a:chOff x="7876240" y="4958360"/>
            <a:chExt cx="425880" cy="47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7C7030B-C681-1906-B5D2-57729D8D976A}"/>
                    </a:ext>
                  </a:extLst>
                </p14:cNvPr>
                <p14:cNvContentPartPr/>
                <p14:nvPr/>
              </p14:nvContentPartPr>
              <p14:xfrm>
                <a:off x="7876240" y="4958360"/>
                <a:ext cx="222840" cy="297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7C7030B-C681-1906-B5D2-57729D8D97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71920" y="4954040"/>
                  <a:ext cx="231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19A4D49-BD48-2B19-F4F4-FEB9567BB32C}"/>
                    </a:ext>
                  </a:extLst>
                </p14:cNvPr>
                <p14:cNvContentPartPr/>
                <p14:nvPr/>
              </p14:nvContentPartPr>
              <p14:xfrm>
                <a:off x="8149840" y="5283080"/>
                <a:ext cx="152280" cy="145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19A4D49-BD48-2B19-F4F4-FEB9567BB32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45520" y="5278760"/>
                  <a:ext cx="16092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0227CE1-EA49-80AF-117C-C4F39076D98E}"/>
                  </a:ext>
                </a:extLst>
              </p14:cNvPr>
              <p14:cNvContentPartPr/>
              <p14:nvPr/>
            </p14:nvContentPartPr>
            <p14:xfrm>
              <a:off x="4543720" y="4158800"/>
              <a:ext cx="165240" cy="2304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0227CE1-EA49-80AF-117C-C4F39076D98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539400" y="4154480"/>
                <a:ext cx="173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D065FA0-9E98-B531-A25B-5BCCB1AF08ED}"/>
                  </a:ext>
                </a:extLst>
              </p14:cNvPr>
              <p14:cNvContentPartPr/>
              <p14:nvPr/>
            </p14:nvContentPartPr>
            <p14:xfrm>
              <a:off x="6062560" y="2671280"/>
              <a:ext cx="188280" cy="2084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D065FA0-9E98-B531-A25B-5BCCB1AF08E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058240" y="2666960"/>
                <a:ext cx="19692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A06E3C6-D376-A439-9A28-1C504C2D3899}"/>
              </a:ext>
            </a:extLst>
          </p:cNvPr>
          <p:cNvGrpSpPr/>
          <p:nvPr/>
        </p:nvGrpSpPr>
        <p:grpSpPr>
          <a:xfrm>
            <a:off x="8496520" y="4945400"/>
            <a:ext cx="337320" cy="494280"/>
            <a:chOff x="8496520" y="4945400"/>
            <a:chExt cx="33732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C6EE1D8-F949-1E2A-A48F-9DE672999365}"/>
                    </a:ext>
                  </a:extLst>
                </p14:cNvPr>
                <p14:cNvContentPartPr/>
                <p14:nvPr/>
              </p14:nvContentPartPr>
              <p14:xfrm>
                <a:off x="8496520" y="4945400"/>
                <a:ext cx="203040" cy="298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C6EE1D8-F949-1E2A-A48F-9DE67299936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92200" y="4941080"/>
                  <a:ext cx="2116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2CA5D3E-C703-8CA6-5B46-093D3C63E5FF}"/>
                    </a:ext>
                  </a:extLst>
                </p14:cNvPr>
                <p14:cNvContentPartPr/>
                <p14:nvPr/>
              </p14:nvContentPartPr>
              <p14:xfrm>
                <a:off x="8728000" y="5276600"/>
                <a:ext cx="105840" cy="163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2CA5D3E-C703-8CA6-5B46-093D3C63E5F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3680" y="5272280"/>
                  <a:ext cx="11448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B2F6CF-104D-72B8-7C02-9CA7D734F918}"/>
                  </a:ext>
                </a:extLst>
              </p14:cNvPr>
              <p14:cNvContentPartPr/>
              <p14:nvPr/>
            </p14:nvContentPartPr>
            <p14:xfrm>
              <a:off x="6416080" y="2615480"/>
              <a:ext cx="177120" cy="2721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B2F6CF-104D-72B8-7C02-9CA7D734F91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411760" y="2611160"/>
                <a:ext cx="1857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1156A3D-B601-D633-DF75-F4282F8F69DE}"/>
                  </a:ext>
                </a:extLst>
              </p14:cNvPr>
              <p14:cNvContentPartPr/>
              <p14:nvPr/>
            </p14:nvContentPartPr>
            <p14:xfrm>
              <a:off x="6022960" y="4024160"/>
              <a:ext cx="225000" cy="2545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1156A3D-B601-D633-DF75-F4282F8F69D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018640" y="4019840"/>
                <a:ext cx="23364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8750E58-303C-F397-B4AF-CEDFF1A86417}"/>
              </a:ext>
            </a:extLst>
          </p:cNvPr>
          <p:cNvGrpSpPr/>
          <p:nvPr/>
        </p:nvGrpSpPr>
        <p:grpSpPr>
          <a:xfrm>
            <a:off x="9156760" y="5007680"/>
            <a:ext cx="267480" cy="264600"/>
            <a:chOff x="9156760" y="5007680"/>
            <a:chExt cx="26748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9ECC737-8BB6-15A8-14ED-3B2E055D977E}"/>
                    </a:ext>
                  </a:extLst>
                </p14:cNvPr>
                <p14:cNvContentPartPr/>
                <p14:nvPr/>
              </p14:nvContentPartPr>
              <p14:xfrm>
                <a:off x="9156760" y="5064200"/>
                <a:ext cx="101160" cy="20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9ECC737-8BB6-15A8-14ED-3B2E055D977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52440" y="5059880"/>
                  <a:ext cx="109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14DCB9-D393-7886-4EFA-EA8D9673C811}"/>
                    </a:ext>
                  </a:extLst>
                </p14:cNvPr>
                <p14:cNvContentPartPr/>
                <p14:nvPr/>
              </p14:nvContentPartPr>
              <p14:xfrm>
                <a:off x="9290680" y="5007680"/>
                <a:ext cx="133560" cy="166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14DCB9-D393-7886-4EFA-EA8D9673C81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86360" y="5003360"/>
                  <a:ext cx="14220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2F940A3-90C9-413F-8809-0CFECA970DF0}"/>
              </a:ext>
            </a:extLst>
          </p:cNvPr>
          <p:cNvGrpSpPr/>
          <p:nvPr/>
        </p:nvGrpSpPr>
        <p:grpSpPr>
          <a:xfrm>
            <a:off x="6417520" y="3987440"/>
            <a:ext cx="201240" cy="411840"/>
            <a:chOff x="6417520" y="3987440"/>
            <a:chExt cx="20124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B08CB8-87F0-A70E-B29C-7C3174265163}"/>
                    </a:ext>
                  </a:extLst>
                </p14:cNvPr>
                <p14:cNvContentPartPr/>
                <p14:nvPr/>
              </p14:nvContentPartPr>
              <p14:xfrm>
                <a:off x="6417520" y="3987440"/>
                <a:ext cx="201240" cy="228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B08CB8-87F0-A70E-B29C-7C31742651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13200" y="3983120"/>
                  <a:ext cx="209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E51ABAE-5AC0-23CD-E2CC-D763E1AC7A74}"/>
                    </a:ext>
                  </a:extLst>
                </p14:cNvPr>
                <p14:cNvContentPartPr/>
                <p14:nvPr/>
              </p14:nvContentPartPr>
              <p14:xfrm>
                <a:off x="6428680" y="4303520"/>
                <a:ext cx="127800" cy="95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E51ABAE-5AC0-23CD-E2CC-D763E1AC7A7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424360" y="4299200"/>
                  <a:ext cx="13644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E4EF5A0-31F9-F512-8B83-8C84A32657E3}"/>
                  </a:ext>
                </a:extLst>
              </p14:cNvPr>
              <p14:cNvContentPartPr/>
              <p14:nvPr/>
            </p14:nvContentPartPr>
            <p14:xfrm>
              <a:off x="6843400" y="3993560"/>
              <a:ext cx="249120" cy="285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E4EF5A0-31F9-F512-8B83-8C84A32657E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839080" y="3989240"/>
                <a:ext cx="257760" cy="2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207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1D53844-F1B6-BC6E-82E2-16B943DAFCCE}"/>
              </a:ext>
            </a:extLst>
          </p:cNvPr>
          <p:cNvGrpSpPr/>
          <p:nvPr/>
        </p:nvGrpSpPr>
        <p:grpSpPr>
          <a:xfrm>
            <a:off x="1119400" y="435320"/>
            <a:ext cx="1561320" cy="402480"/>
            <a:chOff x="1119400" y="435320"/>
            <a:chExt cx="156132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799435-328F-F04C-0428-44A77B08658B}"/>
                    </a:ext>
                  </a:extLst>
                </p14:cNvPr>
                <p14:cNvContentPartPr/>
                <p14:nvPr/>
              </p14:nvContentPartPr>
              <p14:xfrm>
                <a:off x="1119400" y="499400"/>
                <a:ext cx="102960" cy="338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799435-328F-F04C-0428-44A77B08658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0400" y="490400"/>
                  <a:ext cx="1206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1E0F61-9DBA-1329-3D5A-C2202CAFF0BF}"/>
                    </a:ext>
                  </a:extLst>
                </p14:cNvPr>
                <p14:cNvContentPartPr/>
                <p14:nvPr/>
              </p14:nvContentPartPr>
              <p14:xfrm>
                <a:off x="1227040" y="435320"/>
                <a:ext cx="150120" cy="144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1E0F61-9DBA-1329-3D5A-C2202CAFF0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18400" y="426320"/>
                  <a:ext cx="167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0C11A8-BFBC-E83C-F43A-6CD2CEC7B9CD}"/>
                    </a:ext>
                  </a:extLst>
                </p14:cNvPr>
                <p14:cNvContentPartPr/>
                <p14:nvPr/>
              </p14:nvContentPartPr>
              <p14:xfrm>
                <a:off x="1275640" y="639080"/>
                <a:ext cx="95760" cy="165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0C11A8-BFBC-E83C-F43A-6CD2CEC7B9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7000" y="630440"/>
                  <a:ext cx="113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A13378-9036-9548-9998-FEA06FB04C25}"/>
                    </a:ext>
                  </a:extLst>
                </p14:cNvPr>
                <p14:cNvContentPartPr/>
                <p14:nvPr/>
              </p14:nvContentPartPr>
              <p14:xfrm>
                <a:off x="1436560" y="679040"/>
                <a:ext cx="102600" cy="11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A13378-9036-9548-9998-FEA06FB04C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7560" y="670400"/>
                  <a:ext cx="120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68FF02-915F-E3FC-3C70-AF6C0EC875E8}"/>
                    </a:ext>
                  </a:extLst>
                </p14:cNvPr>
                <p14:cNvContentPartPr/>
                <p14:nvPr/>
              </p14:nvContentPartPr>
              <p14:xfrm>
                <a:off x="1672360" y="678680"/>
                <a:ext cx="120240" cy="94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68FF02-915F-E3FC-3C70-AF6C0EC875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3360" y="670040"/>
                  <a:ext cx="137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1E2CDF-AF8D-B576-49AD-0B0B7287C125}"/>
                    </a:ext>
                  </a:extLst>
                </p14:cNvPr>
                <p14:cNvContentPartPr/>
                <p14:nvPr/>
              </p14:nvContentPartPr>
              <p14:xfrm>
                <a:off x="1927600" y="655280"/>
                <a:ext cx="108000" cy="131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1E2CDF-AF8D-B576-49AD-0B0B7287C12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8960" y="646280"/>
                  <a:ext cx="125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AF65B5-4C1E-19FA-05AF-7CFB4DEB23B2}"/>
                    </a:ext>
                  </a:extLst>
                </p14:cNvPr>
                <p14:cNvContentPartPr/>
                <p14:nvPr/>
              </p14:nvContentPartPr>
              <p14:xfrm>
                <a:off x="2113720" y="442880"/>
                <a:ext cx="302760" cy="34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AF65B5-4C1E-19FA-05AF-7CFB4DEB23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04720" y="433880"/>
                  <a:ext cx="3204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EADE312-1AE7-C118-047B-08464CA4CCA9}"/>
                    </a:ext>
                  </a:extLst>
                </p14:cNvPr>
                <p14:cNvContentPartPr/>
                <p14:nvPr/>
              </p14:nvContentPartPr>
              <p14:xfrm>
                <a:off x="2431240" y="664280"/>
                <a:ext cx="92880" cy="115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EADE312-1AE7-C118-047B-08464CA4CC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22240" y="655280"/>
                  <a:ext cx="110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A03351-40E4-4726-E913-AD37BFF9FDE7}"/>
                    </a:ext>
                  </a:extLst>
                </p14:cNvPr>
                <p14:cNvContentPartPr/>
                <p14:nvPr/>
              </p14:nvContentPartPr>
              <p14:xfrm>
                <a:off x="2610520" y="668600"/>
                <a:ext cx="70200" cy="139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A03351-40E4-4726-E913-AD37BFF9FD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01520" y="659960"/>
                  <a:ext cx="878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7E0125-1CF4-4B1C-58F8-6CE4A38CB89B}"/>
              </a:ext>
            </a:extLst>
          </p:cNvPr>
          <p:cNvGrpSpPr/>
          <p:nvPr/>
        </p:nvGrpSpPr>
        <p:grpSpPr>
          <a:xfrm>
            <a:off x="4362640" y="512360"/>
            <a:ext cx="564480" cy="288000"/>
            <a:chOff x="4362640" y="512360"/>
            <a:chExt cx="56448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6F151B2-5B34-6E9E-6CC8-07A272B4C0DE}"/>
                    </a:ext>
                  </a:extLst>
                </p14:cNvPr>
                <p14:cNvContentPartPr/>
                <p14:nvPr/>
              </p14:nvContentPartPr>
              <p14:xfrm>
                <a:off x="4741720" y="536480"/>
                <a:ext cx="185400" cy="24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6F151B2-5B34-6E9E-6CC8-07A272B4C0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33080" y="527840"/>
                  <a:ext cx="203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CF3530-1BF8-548E-C2F4-63D754BA9CD6}"/>
                    </a:ext>
                  </a:extLst>
                </p14:cNvPr>
                <p14:cNvContentPartPr/>
                <p14:nvPr/>
              </p14:nvContentPartPr>
              <p14:xfrm>
                <a:off x="4362640" y="555200"/>
                <a:ext cx="131760" cy="245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CF3530-1BF8-548E-C2F4-63D754BA9C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3640" y="546200"/>
                  <a:ext cx="149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02A2E0-7F44-7299-3D7A-886BD7F49AF4}"/>
                    </a:ext>
                  </a:extLst>
                </p14:cNvPr>
                <p14:cNvContentPartPr/>
                <p14:nvPr/>
              </p14:nvContentPartPr>
              <p14:xfrm>
                <a:off x="4512040" y="512360"/>
                <a:ext cx="149400" cy="24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C02A2E0-7F44-7299-3D7A-886BD7F49A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03040" y="503360"/>
                  <a:ext cx="16704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42C7D9-696C-E46E-A853-1861229E7DB4}"/>
              </a:ext>
            </a:extLst>
          </p:cNvPr>
          <p:cNvGrpSpPr/>
          <p:nvPr/>
        </p:nvGrpSpPr>
        <p:grpSpPr>
          <a:xfrm>
            <a:off x="5113600" y="469880"/>
            <a:ext cx="227520" cy="317160"/>
            <a:chOff x="5113600" y="469880"/>
            <a:chExt cx="22752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92E435D-F9F3-4C4C-4D6E-9F8434C16FEE}"/>
                    </a:ext>
                  </a:extLst>
                </p14:cNvPr>
                <p14:cNvContentPartPr/>
                <p14:nvPr/>
              </p14:nvContentPartPr>
              <p14:xfrm>
                <a:off x="5113600" y="550160"/>
                <a:ext cx="93240" cy="199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92E435D-F9F3-4C4C-4D6E-9F8434C16F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4960" y="541160"/>
                  <a:ext cx="110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DC138D-B596-8594-B4CB-68EF1E10A1A6}"/>
                    </a:ext>
                  </a:extLst>
                </p14:cNvPr>
                <p14:cNvContentPartPr/>
                <p14:nvPr/>
              </p14:nvContentPartPr>
              <p14:xfrm>
                <a:off x="5181640" y="469880"/>
                <a:ext cx="159480" cy="31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DC138D-B596-8594-B4CB-68EF1E10A1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72640" y="461240"/>
                  <a:ext cx="17712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EE2083-3A02-B4DB-D365-00AC1551C01F}"/>
              </a:ext>
            </a:extLst>
          </p:cNvPr>
          <p:cNvGrpSpPr/>
          <p:nvPr/>
        </p:nvGrpSpPr>
        <p:grpSpPr>
          <a:xfrm>
            <a:off x="1094920" y="1339280"/>
            <a:ext cx="1875600" cy="454680"/>
            <a:chOff x="1094920" y="1339280"/>
            <a:chExt cx="187560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59A704-BC44-D2F7-CD87-375FD68310B9}"/>
                    </a:ext>
                  </a:extLst>
                </p14:cNvPr>
                <p14:cNvContentPartPr/>
                <p14:nvPr/>
              </p14:nvContentPartPr>
              <p14:xfrm>
                <a:off x="1094920" y="1516400"/>
                <a:ext cx="57240" cy="277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59A704-BC44-D2F7-CD87-375FD68310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5920" y="1507400"/>
                  <a:ext cx="74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8D29D2-439F-F173-4FA6-76235C4B39D2}"/>
                    </a:ext>
                  </a:extLst>
                </p14:cNvPr>
                <p14:cNvContentPartPr/>
                <p14:nvPr/>
              </p14:nvContentPartPr>
              <p14:xfrm>
                <a:off x="1200400" y="1341080"/>
                <a:ext cx="165600" cy="128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8D29D2-439F-F173-4FA6-76235C4B39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91760" y="1332080"/>
                  <a:ext cx="1832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75CA4F-7C0C-5086-A25F-08CA58D58533}"/>
                    </a:ext>
                  </a:extLst>
                </p14:cNvPr>
                <p14:cNvContentPartPr/>
                <p14:nvPr/>
              </p14:nvContentPartPr>
              <p14:xfrm>
                <a:off x="1276360" y="1608560"/>
                <a:ext cx="49680" cy="98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75CA4F-7C0C-5086-A25F-08CA58D585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67720" y="1599920"/>
                  <a:ext cx="67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33A614-5429-9AE6-0D6D-6143E568647C}"/>
                    </a:ext>
                  </a:extLst>
                </p14:cNvPr>
                <p14:cNvContentPartPr/>
                <p14:nvPr/>
              </p14:nvContentPartPr>
              <p14:xfrm>
                <a:off x="1406680" y="1604240"/>
                <a:ext cx="116280" cy="128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33A614-5429-9AE6-0D6D-6143E56864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98040" y="1595240"/>
                  <a:ext cx="133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EC10C5-E7CF-089C-AFC0-95886372BFCD}"/>
                    </a:ext>
                  </a:extLst>
                </p14:cNvPr>
                <p14:cNvContentPartPr/>
                <p14:nvPr/>
              </p14:nvContentPartPr>
              <p14:xfrm>
                <a:off x="1661920" y="1496600"/>
                <a:ext cx="95400" cy="248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EC10C5-E7CF-089C-AFC0-95886372BF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52920" y="1487600"/>
                  <a:ext cx="113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A15E7C-2D20-98C1-59C5-822509D551C7}"/>
                    </a:ext>
                  </a:extLst>
                </p14:cNvPr>
                <p14:cNvContentPartPr/>
                <p14:nvPr/>
              </p14:nvContentPartPr>
              <p14:xfrm>
                <a:off x="1682440" y="1560320"/>
                <a:ext cx="190080" cy="26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A15E7C-2D20-98C1-59C5-822509D551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73440" y="1551680"/>
                  <a:ext cx="207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79DF8D-1FE5-06B1-4214-EB00D606D623}"/>
                    </a:ext>
                  </a:extLst>
                </p14:cNvPr>
                <p14:cNvContentPartPr/>
                <p14:nvPr/>
              </p14:nvContentPartPr>
              <p14:xfrm>
                <a:off x="1984840" y="1478600"/>
                <a:ext cx="260640" cy="278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79DF8D-1FE5-06B1-4214-EB00D606D6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5840" y="1469960"/>
                  <a:ext cx="278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0FA279-98CF-68B8-6332-844E0BE08183}"/>
                    </a:ext>
                  </a:extLst>
                </p14:cNvPr>
                <p14:cNvContentPartPr/>
                <p14:nvPr/>
              </p14:nvContentPartPr>
              <p14:xfrm>
                <a:off x="2298040" y="1570760"/>
                <a:ext cx="114840" cy="154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0FA279-98CF-68B8-6332-844E0BE081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89040" y="1561760"/>
                  <a:ext cx="132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C2E285-87BC-D8DC-236C-D07281D369A7}"/>
                    </a:ext>
                  </a:extLst>
                </p14:cNvPr>
                <p14:cNvContentPartPr/>
                <p14:nvPr/>
              </p14:nvContentPartPr>
              <p14:xfrm>
                <a:off x="2429800" y="1339280"/>
                <a:ext cx="299160" cy="384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C2E285-87BC-D8DC-236C-D07281D369A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20800" y="1330280"/>
                  <a:ext cx="3168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6558303-8954-3942-2992-7449FD4DE3B1}"/>
                    </a:ext>
                  </a:extLst>
                </p14:cNvPr>
                <p14:cNvContentPartPr/>
                <p14:nvPr/>
              </p14:nvContentPartPr>
              <p14:xfrm>
                <a:off x="2670640" y="1608200"/>
                <a:ext cx="141120" cy="86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6558303-8954-3942-2992-7449FD4DE3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1640" y="1599560"/>
                  <a:ext cx="158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AA0E31-B7EC-3DF1-8DCA-B834C3AB201E}"/>
                    </a:ext>
                  </a:extLst>
                </p14:cNvPr>
                <p14:cNvContentPartPr/>
                <p14:nvPr/>
              </p14:nvContentPartPr>
              <p14:xfrm>
                <a:off x="2901400" y="1571120"/>
                <a:ext cx="69120" cy="144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AA0E31-B7EC-3DF1-8DCA-B834C3AB20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92760" y="1562120"/>
                  <a:ext cx="86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53DBDA-301E-A351-0E03-8D73DA0E29ED}"/>
              </a:ext>
            </a:extLst>
          </p:cNvPr>
          <p:cNvGrpSpPr/>
          <p:nvPr/>
        </p:nvGrpSpPr>
        <p:grpSpPr>
          <a:xfrm>
            <a:off x="4267240" y="1359800"/>
            <a:ext cx="598320" cy="316800"/>
            <a:chOff x="4267240" y="1359800"/>
            <a:chExt cx="5983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B64EE9-F510-1EDB-8AC0-727B78E6A40F}"/>
                    </a:ext>
                  </a:extLst>
                </p14:cNvPr>
                <p14:cNvContentPartPr/>
                <p14:nvPr/>
              </p14:nvContentPartPr>
              <p14:xfrm>
                <a:off x="4267240" y="1428560"/>
                <a:ext cx="247320" cy="248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B64EE9-F510-1EDB-8AC0-727B78E6A4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58240" y="1419920"/>
                  <a:ext cx="264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F59FB9-3B15-7609-00A8-6B57DE71E1CC}"/>
                    </a:ext>
                  </a:extLst>
                </p14:cNvPr>
                <p14:cNvContentPartPr/>
                <p14:nvPr/>
              </p14:nvContentPartPr>
              <p14:xfrm>
                <a:off x="4655320" y="1359800"/>
                <a:ext cx="210240" cy="280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3F59FB9-3B15-7609-00A8-6B57DE71E1C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46680" y="1351160"/>
                  <a:ext cx="22788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5BDF52-EFE2-1CA6-C2E2-A07E04E7BF7A}"/>
              </a:ext>
            </a:extLst>
          </p:cNvPr>
          <p:cNvGrpSpPr/>
          <p:nvPr/>
        </p:nvGrpSpPr>
        <p:grpSpPr>
          <a:xfrm>
            <a:off x="5045560" y="1332440"/>
            <a:ext cx="334800" cy="295920"/>
            <a:chOff x="5045560" y="1332440"/>
            <a:chExt cx="33480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D7540F-1EA6-5D30-85D1-622D64924544}"/>
                    </a:ext>
                  </a:extLst>
                </p14:cNvPr>
                <p14:cNvContentPartPr/>
                <p14:nvPr/>
              </p14:nvContentPartPr>
              <p14:xfrm>
                <a:off x="5045560" y="1376720"/>
                <a:ext cx="143280" cy="251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D7540F-1EA6-5D30-85D1-622D649245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36920" y="1368080"/>
                  <a:ext cx="160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CC784B-660A-F14C-0893-B63348E906DA}"/>
                    </a:ext>
                  </a:extLst>
                </p14:cNvPr>
                <p14:cNvContentPartPr/>
                <p14:nvPr/>
              </p14:nvContentPartPr>
              <p14:xfrm>
                <a:off x="5217280" y="1332440"/>
                <a:ext cx="163080" cy="265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CC784B-660A-F14C-0893-B63348E906D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08280" y="1323800"/>
                  <a:ext cx="1807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7C04B7-EDE8-A398-79F6-5D7F95D8D864}"/>
                    </a:ext>
                  </a:extLst>
                </p14:cNvPr>
                <p14:cNvContentPartPr/>
                <p14:nvPr/>
              </p14:nvContentPartPr>
              <p14:xfrm>
                <a:off x="5169040" y="1369160"/>
                <a:ext cx="27360" cy="83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7C04B7-EDE8-A398-79F6-5D7F95D8D8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60040" y="1360520"/>
                  <a:ext cx="450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3DC72FA-C6A3-A26E-EB09-D9164C0C617A}"/>
              </a:ext>
            </a:extLst>
          </p:cNvPr>
          <p:cNvGrpSpPr/>
          <p:nvPr/>
        </p:nvGrpSpPr>
        <p:grpSpPr>
          <a:xfrm>
            <a:off x="1045240" y="2364200"/>
            <a:ext cx="1514160" cy="403560"/>
            <a:chOff x="1045240" y="2364200"/>
            <a:chExt cx="15141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8DD227-15AC-E3A7-7E27-4B32B52CDC51}"/>
                    </a:ext>
                  </a:extLst>
                </p14:cNvPr>
                <p14:cNvContentPartPr/>
                <p14:nvPr/>
              </p14:nvContentPartPr>
              <p14:xfrm>
                <a:off x="1045240" y="2364200"/>
                <a:ext cx="172800" cy="40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8DD227-15AC-E3A7-7E27-4B32B52CDC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6600" y="2355560"/>
                  <a:ext cx="1904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6E5EF0-437A-A890-1B5B-B96547B31D95}"/>
                    </a:ext>
                  </a:extLst>
                </p14:cNvPr>
                <p14:cNvContentPartPr/>
                <p14:nvPr/>
              </p14:nvContentPartPr>
              <p14:xfrm>
                <a:off x="1264480" y="2678840"/>
                <a:ext cx="139680" cy="63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6E5EF0-437A-A890-1B5B-B96547B31D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5840" y="2669840"/>
                  <a:ext cx="157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B31BCC6-5FAA-9F35-F9D1-7B78F14270C8}"/>
                    </a:ext>
                  </a:extLst>
                </p14:cNvPr>
                <p14:cNvContentPartPr/>
                <p14:nvPr/>
              </p14:nvContentPartPr>
              <p14:xfrm>
                <a:off x="1526920" y="2601800"/>
                <a:ext cx="78840" cy="11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B31BCC6-5FAA-9F35-F9D1-7B78F14270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518280" y="2592800"/>
                  <a:ext cx="96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642C2D-C306-7555-EDD4-65021FEE204B}"/>
                    </a:ext>
                  </a:extLst>
                </p14:cNvPr>
                <p14:cNvContentPartPr/>
                <p14:nvPr/>
              </p14:nvContentPartPr>
              <p14:xfrm>
                <a:off x="1729960" y="2618360"/>
                <a:ext cx="137160" cy="109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642C2D-C306-7555-EDD4-65021FEE204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20960" y="2609720"/>
                  <a:ext cx="154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29C7DE-4204-E143-C01E-1B0DFA3C3BBB}"/>
                    </a:ext>
                  </a:extLst>
                </p14:cNvPr>
                <p14:cNvContentPartPr/>
                <p14:nvPr/>
              </p14:nvContentPartPr>
              <p14:xfrm>
                <a:off x="1916440" y="2440880"/>
                <a:ext cx="337320" cy="280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29C7DE-4204-E143-C01E-1B0DFA3C3B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07800" y="2432240"/>
                  <a:ext cx="354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5E6F58-14AC-914B-C1A7-367F041BC305}"/>
                    </a:ext>
                  </a:extLst>
                </p14:cNvPr>
                <p14:cNvContentPartPr/>
                <p14:nvPr/>
              </p14:nvContentPartPr>
              <p14:xfrm>
                <a:off x="2218480" y="2641040"/>
                <a:ext cx="133200" cy="72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5E6F58-14AC-914B-C1A7-367F041BC3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09480" y="2632040"/>
                  <a:ext cx="150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CEA7E0-454E-A206-ABF8-ED1A0EEB1BFA}"/>
                    </a:ext>
                  </a:extLst>
                </p14:cNvPr>
                <p14:cNvContentPartPr/>
                <p14:nvPr/>
              </p14:nvContentPartPr>
              <p14:xfrm>
                <a:off x="2442400" y="2601080"/>
                <a:ext cx="117000" cy="137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CEA7E0-454E-A206-ABF8-ED1A0EEB1B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33760" y="2592080"/>
                  <a:ext cx="13464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98FF08B-E36E-E800-DB67-D8B58685849E}"/>
                  </a:ext>
                </a:extLst>
              </p14:cNvPr>
              <p14:cNvContentPartPr/>
              <p14:nvPr/>
            </p14:nvContentPartPr>
            <p14:xfrm>
              <a:off x="4082920" y="2413160"/>
              <a:ext cx="284760" cy="311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98FF08B-E36E-E800-DB67-D8B58685849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74280" y="2404160"/>
                <a:ext cx="30240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1EC33605-3D18-4F3C-02E9-B6B886B1C33F}"/>
              </a:ext>
            </a:extLst>
          </p:cNvPr>
          <p:cNvGrpSpPr/>
          <p:nvPr/>
        </p:nvGrpSpPr>
        <p:grpSpPr>
          <a:xfrm>
            <a:off x="4560280" y="2390840"/>
            <a:ext cx="255960" cy="292680"/>
            <a:chOff x="4560280" y="2390840"/>
            <a:chExt cx="25596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A8EE74D-4EC4-87BD-A916-39BF56324619}"/>
                    </a:ext>
                  </a:extLst>
                </p14:cNvPr>
                <p14:cNvContentPartPr/>
                <p14:nvPr/>
              </p14:nvContentPartPr>
              <p14:xfrm>
                <a:off x="4560280" y="2477600"/>
                <a:ext cx="78480" cy="205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A8EE74D-4EC4-87BD-A916-39BF5632461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51280" y="2468960"/>
                  <a:ext cx="96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B361C36-9F26-4863-21B9-9D34DE43D508}"/>
                    </a:ext>
                  </a:extLst>
                </p14:cNvPr>
                <p14:cNvContentPartPr/>
                <p14:nvPr/>
              </p14:nvContentPartPr>
              <p14:xfrm>
                <a:off x="4639120" y="2390840"/>
                <a:ext cx="177120" cy="232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B361C36-9F26-4863-21B9-9D34DE43D5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30480" y="2382200"/>
                  <a:ext cx="19476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BFB1BCD-1B81-70CC-6989-A32772B6AD7F}"/>
              </a:ext>
            </a:extLst>
          </p:cNvPr>
          <p:cNvGrpSpPr/>
          <p:nvPr/>
        </p:nvGrpSpPr>
        <p:grpSpPr>
          <a:xfrm>
            <a:off x="5016040" y="2315240"/>
            <a:ext cx="231480" cy="317880"/>
            <a:chOff x="5016040" y="2315240"/>
            <a:chExt cx="23148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E1A507-0DB9-6225-C7A9-BA07F94FC9B2}"/>
                    </a:ext>
                  </a:extLst>
                </p14:cNvPr>
                <p14:cNvContentPartPr/>
                <p14:nvPr/>
              </p14:nvContentPartPr>
              <p14:xfrm>
                <a:off x="5016040" y="2413880"/>
                <a:ext cx="65160" cy="18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E1A507-0DB9-6225-C7A9-BA07F94FC9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07400" y="2404880"/>
                  <a:ext cx="82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00F403-94EC-53F3-8F3F-47E342716093}"/>
                    </a:ext>
                  </a:extLst>
                </p14:cNvPr>
                <p14:cNvContentPartPr/>
                <p14:nvPr/>
              </p14:nvContentPartPr>
              <p14:xfrm>
                <a:off x="5081920" y="2315240"/>
                <a:ext cx="165600" cy="317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00F403-94EC-53F3-8F3F-47E3427160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72920" y="2306240"/>
                  <a:ext cx="183240" cy="33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5DBE4AF-2DB3-55B7-3D35-ECE4701FEB0F}"/>
                  </a:ext>
                </a:extLst>
              </p14:cNvPr>
              <p14:cNvContentPartPr/>
              <p14:nvPr/>
            </p14:nvContentPartPr>
            <p14:xfrm>
              <a:off x="7291240" y="5545880"/>
              <a:ext cx="108720" cy="109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5DBE4AF-2DB3-55B7-3D35-ECE4701FEB0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282240" y="5536880"/>
                <a:ext cx="12636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89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04D8BA7-69D8-7AEB-F754-31733CCC21A9}"/>
              </a:ext>
            </a:extLst>
          </p:cNvPr>
          <p:cNvGrpSpPr/>
          <p:nvPr/>
        </p:nvGrpSpPr>
        <p:grpSpPr>
          <a:xfrm>
            <a:off x="3968800" y="1724480"/>
            <a:ext cx="313200" cy="752040"/>
            <a:chOff x="3968800" y="1724480"/>
            <a:chExt cx="31320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F10092-FC22-87C7-4DC3-2B7AE9ED026E}"/>
                    </a:ext>
                  </a:extLst>
                </p14:cNvPr>
                <p14:cNvContentPartPr/>
                <p14:nvPr/>
              </p14:nvContentPartPr>
              <p14:xfrm>
                <a:off x="3968800" y="1724480"/>
                <a:ext cx="41040" cy="74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F10092-FC22-87C7-4DC3-2B7AE9ED026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4480" y="1720160"/>
                  <a:ext cx="49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4AE959D-0533-DFCC-4E79-C23A6E6AD857}"/>
                    </a:ext>
                  </a:extLst>
                </p14:cNvPr>
                <p14:cNvContentPartPr/>
                <p14:nvPr/>
              </p14:nvContentPartPr>
              <p14:xfrm>
                <a:off x="4062040" y="1902680"/>
                <a:ext cx="59760" cy="69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AE959D-0533-DFCC-4E79-C23A6E6AD8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57720" y="1898360"/>
                  <a:ext cx="68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FE8F32-D2E5-FCBC-D568-DE88C0D9FC27}"/>
                    </a:ext>
                  </a:extLst>
                </p14:cNvPr>
                <p14:cNvContentPartPr/>
                <p14:nvPr/>
              </p14:nvContentPartPr>
              <p14:xfrm>
                <a:off x="4162840" y="2059280"/>
                <a:ext cx="26640" cy="41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FE8F32-D2E5-FCBC-D568-DE88C0D9FC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58520" y="2054960"/>
                  <a:ext cx="35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4D3C8A-31A8-4958-51D7-00CBB4EBBBCA}"/>
                    </a:ext>
                  </a:extLst>
                </p14:cNvPr>
                <p14:cNvContentPartPr/>
                <p14:nvPr/>
              </p14:nvContentPartPr>
              <p14:xfrm>
                <a:off x="4220080" y="2183480"/>
                <a:ext cx="33480" cy="30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4D3C8A-31A8-4958-51D7-00CBB4EBBB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15760" y="2179160"/>
                  <a:ext cx="4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0849AD-46A4-E5E9-62D9-22CD15FAC544}"/>
                    </a:ext>
                  </a:extLst>
                </p14:cNvPr>
                <p14:cNvContentPartPr/>
                <p14:nvPr/>
              </p14:nvContentPartPr>
              <p14:xfrm>
                <a:off x="4278760" y="2256560"/>
                <a:ext cx="3240" cy="3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0849AD-46A4-E5E9-62D9-22CD15FAC5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4440" y="2252240"/>
                  <a:ext cx="118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45379E-0817-3D48-95F9-E12A04D28C96}"/>
                    </a:ext>
                  </a:extLst>
                </p14:cNvPr>
                <p14:cNvContentPartPr/>
                <p14:nvPr/>
              </p14:nvContentPartPr>
              <p14:xfrm>
                <a:off x="4180120" y="2368520"/>
                <a:ext cx="52200" cy="10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45379E-0817-3D48-95F9-E12A04D28C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5800" y="2364200"/>
                  <a:ext cx="6084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220A587-20B6-45B8-8FD5-43B312AC6672}"/>
                  </a:ext>
                </a:extLst>
              </p14:cNvPr>
              <p14:cNvContentPartPr/>
              <p14:nvPr/>
            </p14:nvContentPartPr>
            <p14:xfrm>
              <a:off x="4032520" y="2749400"/>
              <a:ext cx="28080" cy="680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220A587-20B6-45B8-8FD5-43B312AC667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28200" y="2745080"/>
                <a:ext cx="3672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6560F84-67E3-7555-3130-E7ABA89181AE}"/>
              </a:ext>
            </a:extLst>
          </p:cNvPr>
          <p:cNvGrpSpPr/>
          <p:nvPr/>
        </p:nvGrpSpPr>
        <p:grpSpPr>
          <a:xfrm>
            <a:off x="3698800" y="3053600"/>
            <a:ext cx="219960" cy="452160"/>
            <a:chOff x="3698800" y="3053600"/>
            <a:chExt cx="21996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92FE5D-1984-1B0A-E31D-AEBC89DE6A4B}"/>
                    </a:ext>
                  </a:extLst>
                </p14:cNvPr>
                <p14:cNvContentPartPr/>
                <p14:nvPr/>
              </p14:nvContentPartPr>
              <p14:xfrm>
                <a:off x="3896440" y="3053600"/>
                <a:ext cx="22320" cy="109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92FE5D-1984-1B0A-E31D-AEBC89DE6A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92120" y="3049280"/>
                  <a:ext cx="30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12402A-15FD-F007-8D18-EAAE40A87971}"/>
                    </a:ext>
                  </a:extLst>
                </p14:cNvPr>
                <p14:cNvContentPartPr/>
                <p14:nvPr/>
              </p14:nvContentPartPr>
              <p14:xfrm>
                <a:off x="3747400" y="3258080"/>
                <a:ext cx="90000" cy="164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12402A-15FD-F007-8D18-EAAE40A879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43080" y="3253760"/>
                  <a:ext cx="98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5B77F3-03FD-062F-384C-5934C2A50630}"/>
                    </a:ext>
                  </a:extLst>
                </p14:cNvPr>
                <p14:cNvContentPartPr/>
                <p14:nvPr/>
              </p14:nvContentPartPr>
              <p14:xfrm>
                <a:off x="3745960" y="3427640"/>
                <a:ext cx="1800" cy="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5B77F3-03FD-062F-384C-5934C2A506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41640" y="3423320"/>
                  <a:ext cx="1044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C7609D-E444-AEA9-6F72-06F066FD9620}"/>
                    </a:ext>
                  </a:extLst>
                </p14:cNvPr>
                <p14:cNvContentPartPr/>
                <p14:nvPr/>
              </p14:nvContentPartPr>
              <p14:xfrm>
                <a:off x="3698800" y="3242240"/>
                <a:ext cx="129600" cy="263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C7609D-E444-AEA9-6F72-06F066FD962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94480" y="3237920"/>
                  <a:ext cx="13824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BC15259-770D-EFAF-CF96-83C38922F321}"/>
                  </a:ext>
                </a:extLst>
              </p14:cNvPr>
              <p14:cNvContentPartPr/>
              <p14:nvPr/>
            </p14:nvContentPartPr>
            <p14:xfrm>
              <a:off x="3727960" y="4424480"/>
              <a:ext cx="295920" cy="5194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BC15259-770D-EFAF-CF96-83C38922F32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23640" y="4420160"/>
                <a:ext cx="304560" cy="52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362F7FD-854F-A198-967C-3CD96D16EDCA}"/>
              </a:ext>
            </a:extLst>
          </p:cNvPr>
          <p:cNvGrpSpPr/>
          <p:nvPr/>
        </p:nvGrpSpPr>
        <p:grpSpPr>
          <a:xfrm>
            <a:off x="3074920" y="4847480"/>
            <a:ext cx="1004400" cy="740160"/>
            <a:chOff x="3074920" y="4847480"/>
            <a:chExt cx="1004400" cy="74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65FA9E-B6D1-E89E-3F68-CEE7C25A415C}"/>
                    </a:ext>
                  </a:extLst>
                </p14:cNvPr>
                <p14:cNvContentPartPr/>
                <p14:nvPr/>
              </p14:nvContentPartPr>
              <p14:xfrm>
                <a:off x="3348880" y="5111720"/>
                <a:ext cx="37800" cy="19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65FA9E-B6D1-E89E-3F68-CEE7C25A41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4560" y="5107400"/>
                  <a:ext cx="46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431A4D1-FA1D-B29D-63F0-6E67F665BE3C}"/>
                    </a:ext>
                  </a:extLst>
                </p14:cNvPr>
                <p14:cNvContentPartPr/>
                <p14:nvPr/>
              </p14:nvContentPartPr>
              <p14:xfrm>
                <a:off x="3518800" y="5120000"/>
                <a:ext cx="26640" cy="146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431A4D1-FA1D-B29D-63F0-6E67F665BE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14480" y="5115680"/>
                  <a:ext cx="35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A3CE41-FD15-7936-B375-8AC15EA986AF}"/>
                    </a:ext>
                  </a:extLst>
                </p14:cNvPr>
                <p14:cNvContentPartPr/>
                <p14:nvPr/>
              </p14:nvContentPartPr>
              <p14:xfrm>
                <a:off x="3074920" y="4847480"/>
                <a:ext cx="1004400" cy="740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A3CE41-FD15-7936-B375-8AC15EA986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0600" y="4843160"/>
                  <a:ext cx="1013040" cy="74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7A96302-8F63-64B4-F093-BA24D605BA3A}"/>
              </a:ext>
            </a:extLst>
          </p:cNvPr>
          <p:cNvGrpSpPr/>
          <p:nvPr/>
        </p:nvGrpSpPr>
        <p:grpSpPr>
          <a:xfrm>
            <a:off x="1373920" y="-9280"/>
            <a:ext cx="7996320" cy="5258160"/>
            <a:chOff x="1373920" y="-9280"/>
            <a:chExt cx="7996320" cy="525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0A62B2F-CBAD-3259-C0C9-74A20C61BA46}"/>
                    </a:ext>
                  </a:extLst>
                </p14:cNvPr>
                <p14:cNvContentPartPr/>
                <p14:nvPr/>
              </p14:nvContentPartPr>
              <p14:xfrm>
                <a:off x="3550480" y="673467"/>
                <a:ext cx="584280" cy="586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0A62B2F-CBAD-3259-C0C9-74A20C61BA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41480" y="664827"/>
                  <a:ext cx="6019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27DAAF-90C9-A73A-6B56-18C196E914B4}"/>
                    </a:ext>
                  </a:extLst>
                </p14:cNvPr>
                <p14:cNvContentPartPr/>
                <p14:nvPr/>
              </p14:nvContentPartPr>
              <p14:xfrm>
                <a:off x="3247000" y="1269627"/>
                <a:ext cx="378000" cy="707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27DAAF-90C9-A73A-6B56-18C196E914B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38360" y="1260627"/>
                  <a:ext cx="39564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1A58E2-61BE-0170-4CB6-28804B425BA1}"/>
                    </a:ext>
                  </a:extLst>
                </p14:cNvPr>
                <p14:cNvContentPartPr/>
                <p14:nvPr/>
              </p14:nvContentPartPr>
              <p14:xfrm>
                <a:off x="3968440" y="1240467"/>
                <a:ext cx="578520" cy="96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1A58E2-61BE-0170-4CB6-28804B425BA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9800" y="1231467"/>
                  <a:ext cx="59616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A07314-C7D8-40A1-9236-2D5FBC87A63C}"/>
                    </a:ext>
                  </a:extLst>
                </p14:cNvPr>
                <p14:cNvContentPartPr/>
                <p14:nvPr/>
              </p14:nvContentPartPr>
              <p14:xfrm>
                <a:off x="4270840" y="2209227"/>
                <a:ext cx="836280" cy="72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A07314-C7D8-40A1-9236-2D5FBC87A63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62200" y="2200587"/>
                  <a:ext cx="85392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D08549-2DF0-F999-9DB0-BA061D49E3DC}"/>
                    </a:ext>
                  </a:extLst>
                </p14:cNvPr>
                <p14:cNvContentPartPr/>
                <p14:nvPr/>
              </p14:nvContentPartPr>
              <p14:xfrm>
                <a:off x="2290840" y="2692347"/>
                <a:ext cx="644760" cy="78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D08549-2DF0-F999-9DB0-BA061D49E3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82200" y="2683347"/>
                  <a:ext cx="66240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45A75CB-5CDE-7A78-786C-ACD17CE7CA9F}"/>
                    </a:ext>
                  </a:extLst>
                </p14:cNvPr>
                <p14:cNvContentPartPr/>
                <p14:nvPr/>
              </p14:nvContentPartPr>
              <p14:xfrm>
                <a:off x="1373920" y="3312267"/>
                <a:ext cx="903960" cy="851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45A75CB-5CDE-7A78-786C-ACD17CE7CA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64920" y="3303627"/>
                  <a:ext cx="92160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486B474-1FB1-717A-F590-D58ACF17EAAA}"/>
                    </a:ext>
                  </a:extLst>
                </p14:cNvPr>
                <p14:cNvContentPartPr/>
                <p14:nvPr/>
              </p14:nvContentPartPr>
              <p14:xfrm>
                <a:off x="2971240" y="2561667"/>
                <a:ext cx="239040" cy="893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486B474-1FB1-717A-F590-D58ACF17EA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62600" y="2553027"/>
                  <a:ext cx="25668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579725E-CF4E-FB58-C80D-C6C65DC9BC7F}"/>
                    </a:ext>
                  </a:extLst>
                </p14:cNvPr>
                <p14:cNvContentPartPr/>
                <p14:nvPr/>
              </p14:nvContentPartPr>
              <p14:xfrm>
                <a:off x="2803480" y="3525747"/>
                <a:ext cx="681120" cy="690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579725E-CF4E-FB58-C80D-C6C65DC9BC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94480" y="3517107"/>
                  <a:ext cx="69876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5DADCE0-E0D7-DF13-29B5-66DFBFDF3B2F}"/>
                    </a:ext>
                  </a:extLst>
                </p14:cNvPr>
                <p14:cNvContentPartPr/>
                <p14:nvPr/>
              </p14:nvContentPartPr>
              <p14:xfrm>
                <a:off x="4287040" y="3071067"/>
                <a:ext cx="406440" cy="70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5DADCE0-E0D7-DF13-29B5-66DFBFDF3B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78040" y="3062067"/>
                  <a:ext cx="42408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B3137E-BB9A-6018-4957-C26B32EF72B4}"/>
                    </a:ext>
                  </a:extLst>
                </p14:cNvPr>
                <p14:cNvContentPartPr/>
                <p14:nvPr/>
              </p14:nvContentPartPr>
              <p14:xfrm>
                <a:off x="3906160" y="3631587"/>
                <a:ext cx="637200" cy="81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B3137E-BB9A-6018-4957-C26B32EF72B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97160" y="3622587"/>
                  <a:ext cx="65484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3A869A0-5116-9656-BD34-A9B2B42A3A72}"/>
                    </a:ext>
                  </a:extLst>
                </p14:cNvPr>
                <p14:cNvContentPartPr/>
                <p14:nvPr/>
              </p14:nvContentPartPr>
              <p14:xfrm>
                <a:off x="4739200" y="2763267"/>
                <a:ext cx="676440" cy="98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3A869A0-5116-9656-BD34-A9B2B42A3A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0200" y="2754267"/>
                  <a:ext cx="69408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ACEF643-3C03-C888-CE7A-8B2AED9759FE}"/>
                    </a:ext>
                  </a:extLst>
                </p14:cNvPr>
                <p14:cNvContentPartPr/>
                <p14:nvPr/>
              </p14:nvContentPartPr>
              <p14:xfrm>
                <a:off x="5160760" y="3684147"/>
                <a:ext cx="849240" cy="772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ACEF643-3C03-C888-CE7A-8B2AED9759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52120" y="3675147"/>
                  <a:ext cx="86688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E3CCF5-A2DC-2950-0552-FB81416612F2}"/>
                    </a:ext>
                  </a:extLst>
                </p14:cNvPr>
                <p14:cNvContentPartPr/>
                <p14:nvPr/>
              </p14:nvContentPartPr>
              <p14:xfrm>
                <a:off x="2890960" y="2212107"/>
                <a:ext cx="109440" cy="24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E3CCF5-A2DC-2950-0552-FB81416612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82320" y="2203467"/>
                  <a:ext cx="127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8BE03B2-782C-350F-B980-29D88B1BBC9C}"/>
                    </a:ext>
                  </a:extLst>
                </p14:cNvPr>
                <p14:cNvContentPartPr/>
                <p14:nvPr/>
              </p14:nvContentPartPr>
              <p14:xfrm>
                <a:off x="2940640" y="2203107"/>
                <a:ext cx="96840" cy="3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8BE03B2-782C-350F-B980-29D88B1BBC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32000" y="2194107"/>
                  <a:ext cx="114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0013AA-FFD2-4668-6C5A-184B78B83FFA}"/>
                    </a:ext>
                  </a:extLst>
                </p14:cNvPr>
                <p14:cNvContentPartPr/>
                <p14:nvPr/>
              </p14:nvContentPartPr>
              <p14:xfrm>
                <a:off x="1757680" y="3630507"/>
                <a:ext cx="108720" cy="16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0013AA-FFD2-4668-6C5A-184B78B83F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48680" y="3621867"/>
                  <a:ext cx="126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CDAC89-ED27-2D85-C055-CD748E64950B}"/>
                    </a:ext>
                  </a:extLst>
                </p14:cNvPr>
                <p14:cNvContentPartPr/>
                <p14:nvPr/>
              </p14:nvContentPartPr>
              <p14:xfrm>
                <a:off x="1831480" y="3662187"/>
                <a:ext cx="12240" cy="22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CDAC89-ED27-2D85-C055-CD748E6495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22480" y="3653547"/>
                  <a:ext cx="29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FAAFF48-9A0B-E20D-4DB2-C7316A2B2D58}"/>
                    </a:ext>
                  </a:extLst>
                </p14:cNvPr>
                <p14:cNvContentPartPr/>
                <p14:nvPr/>
              </p14:nvContentPartPr>
              <p14:xfrm>
                <a:off x="4684480" y="2395707"/>
                <a:ext cx="17640" cy="26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FAAFF48-9A0B-E20D-4DB2-C7316A2B2D5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75480" y="2387067"/>
                  <a:ext cx="35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4AF2E12-74C9-54D6-CBE4-8B23CE40890F}"/>
                    </a:ext>
                  </a:extLst>
                </p14:cNvPr>
                <p14:cNvContentPartPr/>
                <p14:nvPr/>
              </p14:nvContentPartPr>
              <p14:xfrm>
                <a:off x="4789600" y="2441787"/>
                <a:ext cx="101160" cy="199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4AF2E12-74C9-54D6-CBE4-8B23CE40890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80960" y="2432787"/>
                  <a:ext cx="118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9C0BB5-F007-5A6B-1AD3-FEE71D18104E}"/>
                    </a:ext>
                  </a:extLst>
                </p14:cNvPr>
                <p14:cNvContentPartPr/>
                <p14:nvPr/>
              </p14:nvContentPartPr>
              <p14:xfrm>
                <a:off x="4857280" y="2410107"/>
                <a:ext cx="129960" cy="47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9C0BB5-F007-5A6B-1AD3-FEE71D1810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48640" y="2401107"/>
                  <a:ext cx="147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791212-1DAC-2F28-E1A5-0772A46AD95F}"/>
                    </a:ext>
                  </a:extLst>
                </p14:cNvPr>
                <p14:cNvContentPartPr/>
                <p14:nvPr/>
              </p14:nvContentPartPr>
              <p14:xfrm>
                <a:off x="4663240" y="2459787"/>
                <a:ext cx="41040" cy="23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791212-1DAC-2F28-E1A5-0772A46AD9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54600" y="2451147"/>
                  <a:ext cx="58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E405B4-5467-4201-CD56-D4E495E385A3}"/>
                    </a:ext>
                  </a:extLst>
                </p14:cNvPr>
                <p14:cNvContentPartPr/>
                <p14:nvPr/>
              </p14:nvContentPartPr>
              <p14:xfrm>
                <a:off x="4156720" y="3967827"/>
                <a:ext cx="16920" cy="155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E405B4-5467-4201-CD56-D4E495E385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48080" y="3959187"/>
                  <a:ext cx="34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2F462D-573A-B34E-1334-5830465988D1}"/>
                    </a:ext>
                  </a:extLst>
                </p14:cNvPr>
                <p14:cNvContentPartPr/>
                <p14:nvPr/>
              </p14:nvContentPartPr>
              <p14:xfrm>
                <a:off x="4243480" y="3912747"/>
                <a:ext cx="179280" cy="188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2F462D-573A-B34E-1334-5830465988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34840" y="3903747"/>
                  <a:ext cx="196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497588-606A-E4EC-18D8-B4CE5BFFD4AF}"/>
                    </a:ext>
                  </a:extLst>
                </p14:cNvPr>
                <p14:cNvContentPartPr/>
                <p14:nvPr/>
              </p14:nvContentPartPr>
              <p14:xfrm>
                <a:off x="5405920" y="3991947"/>
                <a:ext cx="189360" cy="169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497588-606A-E4EC-18D8-B4CE5BFFD4A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96920" y="3982947"/>
                  <a:ext cx="207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7C475F-75C9-4F51-9B76-64913BEE4095}"/>
                    </a:ext>
                  </a:extLst>
                </p14:cNvPr>
                <p14:cNvContentPartPr/>
                <p14:nvPr/>
              </p14:nvContentPartPr>
              <p14:xfrm>
                <a:off x="5672680" y="3904467"/>
                <a:ext cx="206640" cy="17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7C475F-75C9-4F51-9B76-64913BEE40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64040" y="3895467"/>
                  <a:ext cx="224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BE52F3-8F82-0C7F-C963-BE7E109C6F36}"/>
                    </a:ext>
                  </a:extLst>
                </p14:cNvPr>
                <p14:cNvContentPartPr/>
                <p14:nvPr/>
              </p14:nvContentPartPr>
              <p14:xfrm>
                <a:off x="3124240" y="3852800"/>
                <a:ext cx="129240" cy="212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BE52F3-8F82-0C7F-C963-BE7E109C6F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15600" y="3843800"/>
                  <a:ext cx="146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51F1DDE-36ED-8D4B-B844-4FBA65944C2F}"/>
                    </a:ext>
                  </a:extLst>
                </p14:cNvPr>
                <p14:cNvContentPartPr/>
                <p14:nvPr/>
              </p14:nvContentPartPr>
              <p14:xfrm>
                <a:off x="3144760" y="3963320"/>
                <a:ext cx="167400" cy="24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51F1DDE-36ED-8D4B-B844-4FBA65944C2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35760" y="3954320"/>
                  <a:ext cx="185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7479536-06B4-A31D-803A-2E178A7B4553}"/>
                    </a:ext>
                  </a:extLst>
                </p14:cNvPr>
                <p14:cNvContentPartPr/>
                <p14:nvPr/>
              </p14:nvContentPartPr>
              <p14:xfrm>
                <a:off x="2574520" y="4169600"/>
                <a:ext cx="349920" cy="42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7479536-06B4-A31D-803A-2E178A7B45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65880" y="4160600"/>
                  <a:ext cx="3675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389D20B-40C4-F761-FAA0-166911A6011F}"/>
                    </a:ext>
                  </a:extLst>
                </p14:cNvPr>
                <p14:cNvContentPartPr/>
                <p14:nvPr/>
              </p14:nvContentPartPr>
              <p14:xfrm>
                <a:off x="2224240" y="4743800"/>
                <a:ext cx="166680" cy="287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389D20B-40C4-F761-FAA0-166911A601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15240" y="4734800"/>
                  <a:ext cx="184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13AC4B-069F-0080-2A61-596124739C55}"/>
                    </a:ext>
                  </a:extLst>
                </p14:cNvPr>
                <p14:cNvContentPartPr/>
                <p14:nvPr/>
              </p14:nvContentPartPr>
              <p14:xfrm>
                <a:off x="1948840" y="4552640"/>
                <a:ext cx="728280" cy="69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13AC4B-069F-0080-2A61-596124739C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40200" y="4543640"/>
                  <a:ext cx="74592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3DFBE4-530A-0663-1B6C-0D58F0A126EC}"/>
                    </a:ext>
                  </a:extLst>
                </p14:cNvPr>
                <p14:cNvContentPartPr/>
                <p14:nvPr/>
              </p14:nvContentPartPr>
              <p14:xfrm>
                <a:off x="5616880" y="593360"/>
                <a:ext cx="32760" cy="310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3DFBE4-530A-0663-1B6C-0D58F0A126E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08240" y="584720"/>
                  <a:ext cx="504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110EA4C-2860-EA10-9F91-177F02D97361}"/>
                    </a:ext>
                  </a:extLst>
                </p14:cNvPr>
                <p14:cNvContentPartPr/>
                <p14:nvPr/>
              </p14:nvContentPartPr>
              <p14:xfrm>
                <a:off x="5615080" y="559160"/>
                <a:ext cx="149760" cy="84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110EA4C-2860-EA10-9F91-177F02D973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06440" y="550160"/>
                  <a:ext cx="167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FF6F65A-6756-1F2D-78D1-BB29B0BC1117}"/>
                    </a:ext>
                  </a:extLst>
                </p14:cNvPr>
                <p14:cNvContentPartPr/>
                <p14:nvPr/>
              </p14:nvContentPartPr>
              <p14:xfrm>
                <a:off x="5493760" y="131840"/>
                <a:ext cx="207720" cy="244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FF6F65A-6756-1F2D-78D1-BB29B0BC111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84760" y="123200"/>
                  <a:ext cx="225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F76AEBA-909B-D578-76DA-F109540514DC}"/>
                    </a:ext>
                  </a:extLst>
                </p14:cNvPr>
                <p14:cNvContentPartPr/>
                <p14:nvPr/>
              </p14:nvContentPartPr>
              <p14:xfrm>
                <a:off x="6013240" y="587240"/>
                <a:ext cx="148320" cy="19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F76AEBA-909B-D578-76DA-F109540514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04600" y="578600"/>
                  <a:ext cx="165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97DC76-2AAF-0B65-187F-F6DA211434CE}"/>
                    </a:ext>
                  </a:extLst>
                </p14:cNvPr>
                <p14:cNvContentPartPr/>
                <p14:nvPr/>
              </p14:nvContentPartPr>
              <p14:xfrm>
                <a:off x="6042040" y="641600"/>
                <a:ext cx="165960" cy="19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97DC76-2AAF-0B65-187F-F6DA211434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33040" y="632600"/>
                  <a:ext cx="183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A767E5-CE16-B0F4-4120-AB9AB7260606}"/>
                    </a:ext>
                  </a:extLst>
                </p14:cNvPr>
                <p14:cNvContentPartPr/>
                <p14:nvPr/>
              </p14:nvContentPartPr>
              <p14:xfrm>
                <a:off x="6445960" y="564920"/>
                <a:ext cx="135000" cy="9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A767E5-CE16-B0F4-4120-AB9AB72606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37320" y="555920"/>
                  <a:ext cx="152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A078BE-4603-C323-10EF-2A1514042987}"/>
                    </a:ext>
                  </a:extLst>
                </p14:cNvPr>
                <p14:cNvContentPartPr/>
                <p14:nvPr/>
              </p14:nvContentPartPr>
              <p14:xfrm>
                <a:off x="6595720" y="547640"/>
                <a:ext cx="117000" cy="114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A078BE-4603-C323-10EF-2A15140429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87080" y="538640"/>
                  <a:ext cx="134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E7B4DEB-D456-F5DE-9D9B-58FD8B7C700A}"/>
                    </a:ext>
                  </a:extLst>
                </p14:cNvPr>
                <p14:cNvContentPartPr/>
                <p14:nvPr/>
              </p14:nvContentPartPr>
              <p14:xfrm>
                <a:off x="6767440" y="566000"/>
                <a:ext cx="86040" cy="83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E7B4DEB-D456-F5DE-9D9B-58FD8B7C70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58440" y="557000"/>
                  <a:ext cx="103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325C28-B434-862B-06C8-9CB9B076A4FB}"/>
                    </a:ext>
                  </a:extLst>
                </p14:cNvPr>
                <p14:cNvContentPartPr/>
                <p14:nvPr/>
              </p14:nvContentPartPr>
              <p14:xfrm>
                <a:off x="7015840" y="489680"/>
                <a:ext cx="103320" cy="168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325C28-B434-862B-06C8-9CB9B076A4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06840" y="480680"/>
                  <a:ext cx="120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2D8C67-C981-939B-204A-8958BD946268}"/>
                    </a:ext>
                  </a:extLst>
                </p14:cNvPr>
                <p14:cNvContentPartPr/>
                <p14:nvPr/>
              </p14:nvContentPartPr>
              <p14:xfrm>
                <a:off x="7021960" y="565640"/>
                <a:ext cx="144720" cy="5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2D8C67-C981-939B-204A-8958BD94626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12960" y="556640"/>
                  <a:ext cx="162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DE51DE5-6EC4-F826-0082-CE6C68AAF09B}"/>
                    </a:ext>
                  </a:extLst>
                </p14:cNvPr>
                <p14:cNvContentPartPr/>
                <p14:nvPr/>
              </p14:nvContentPartPr>
              <p14:xfrm>
                <a:off x="5968960" y="139040"/>
                <a:ext cx="70200" cy="31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DE51DE5-6EC4-F826-0082-CE6C68AAF0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60320" y="130040"/>
                  <a:ext cx="87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C714EB2-8F0C-60DF-7439-68E1530FB4F1}"/>
                    </a:ext>
                  </a:extLst>
                </p14:cNvPr>
                <p14:cNvContentPartPr/>
                <p14:nvPr/>
              </p14:nvContentPartPr>
              <p14:xfrm>
                <a:off x="5963560" y="211760"/>
                <a:ext cx="13212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C714EB2-8F0C-60DF-7439-68E1530FB4F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54920" y="203120"/>
                  <a:ext cx="149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CD40E3C-F47A-0E3E-86D8-B422747FE53F}"/>
                    </a:ext>
                  </a:extLst>
                </p14:cNvPr>
                <p14:cNvContentPartPr/>
                <p14:nvPr/>
              </p14:nvContentPartPr>
              <p14:xfrm>
                <a:off x="6343000" y="106640"/>
                <a:ext cx="163800" cy="87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CD40E3C-F47A-0E3E-86D8-B422747FE53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34000" y="98000"/>
                  <a:ext cx="181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33B75D-0D2A-3B2C-23C8-F2D2F36211DA}"/>
                    </a:ext>
                  </a:extLst>
                </p14:cNvPr>
                <p14:cNvContentPartPr/>
                <p14:nvPr/>
              </p14:nvContentPartPr>
              <p14:xfrm>
                <a:off x="6575920" y="128960"/>
                <a:ext cx="195840" cy="78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33B75D-0D2A-3B2C-23C8-F2D2F36211D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66920" y="120320"/>
                  <a:ext cx="213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8BDBF93-A61C-F85C-C170-B0C472B4B9D6}"/>
                    </a:ext>
                  </a:extLst>
                </p14:cNvPr>
                <p14:cNvContentPartPr/>
                <p14:nvPr/>
              </p14:nvContentPartPr>
              <p14:xfrm>
                <a:off x="6834040" y="66680"/>
                <a:ext cx="60840" cy="136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8BDBF93-A61C-F85C-C170-B0C472B4B9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25400" y="57680"/>
                  <a:ext cx="78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7E5803A-22E9-D020-3EE9-37B9A4CA80AE}"/>
                    </a:ext>
                  </a:extLst>
                </p14:cNvPr>
                <p14:cNvContentPartPr/>
                <p14:nvPr/>
              </p14:nvContentPartPr>
              <p14:xfrm>
                <a:off x="6976600" y="55520"/>
                <a:ext cx="81720" cy="188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7E5803A-22E9-D020-3EE9-37B9A4CA80A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67960" y="46520"/>
                  <a:ext cx="99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DA1B5B-1653-2B55-913B-F1D9846B2B84}"/>
                    </a:ext>
                  </a:extLst>
                </p14:cNvPr>
                <p14:cNvContentPartPr/>
                <p14:nvPr/>
              </p14:nvContentPartPr>
              <p14:xfrm>
                <a:off x="1868200" y="317960"/>
                <a:ext cx="135720" cy="175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DA1B5B-1653-2B55-913B-F1D9846B2B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59560" y="308960"/>
                  <a:ext cx="153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F8094BE-77FC-FB76-5862-C1130302DB20}"/>
                    </a:ext>
                  </a:extLst>
                </p14:cNvPr>
                <p14:cNvContentPartPr/>
                <p14:nvPr/>
              </p14:nvContentPartPr>
              <p14:xfrm>
                <a:off x="2043520" y="341360"/>
                <a:ext cx="77400" cy="11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F8094BE-77FC-FB76-5862-C1130302DB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34520" y="332720"/>
                  <a:ext cx="95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3A64114-E3DB-E38D-D785-3865FC672BA4}"/>
                    </a:ext>
                  </a:extLst>
                </p14:cNvPr>
                <p14:cNvContentPartPr/>
                <p14:nvPr/>
              </p14:nvContentPartPr>
              <p14:xfrm>
                <a:off x="2185360" y="357920"/>
                <a:ext cx="77400" cy="83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3A64114-E3DB-E38D-D785-3865FC672BA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76360" y="348920"/>
                  <a:ext cx="950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CD7C134-9384-1C1C-5E3A-02D140675D62}"/>
                    </a:ext>
                  </a:extLst>
                </p14:cNvPr>
                <p14:cNvContentPartPr/>
                <p14:nvPr/>
              </p14:nvContentPartPr>
              <p14:xfrm>
                <a:off x="2348080" y="325520"/>
                <a:ext cx="78120" cy="73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CD7C134-9384-1C1C-5E3A-02D140675D6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39440" y="316880"/>
                  <a:ext cx="95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3E03059-A02F-2691-62EA-2CDB65BCDCC4}"/>
                    </a:ext>
                  </a:extLst>
                </p14:cNvPr>
                <p14:cNvContentPartPr/>
                <p14:nvPr/>
              </p14:nvContentPartPr>
              <p14:xfrm>
                <a:off x="2348440" y="174320"/>
                <a:ext cx="155160" cy="267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3E03059-A02F-2691-62EA-2CDB65BCDCC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339440" y="165320"/>
                  <a:ext cx="1728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FF28EF2-5A3D-DC41-FFB4-B3618E23BE70}"/>
                    </a:ext>
                  </a:extLst>
                </p14:cNvPr>
                <p14:cNvContentPartPr/>
                <p14:nvPr/>
              </p14:nvContentPartPr>
              <p14:xfrm>
                <a:off x="2342320" y="315080"/>
                <a:ext cx="207360" cy="21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FF28EF2-5A3D-DC41-FFB4-B3618E23BE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33680" y="306080"/>
                  <a:ext cx="22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1ADC948-776C-34DC-BDD3-C663CA60B763}"/>
                    </a:ext>
                  </a:extLst>
                </p14:cNvPr>
                <p14:cNvContentPartPr/>
                <p14:nvPr/>
              </p14:nvContentPartPr>
              <p14:xfrm>
                <a:off x="2908240" y="159920"/>
                <a:ext cx="698400" cy="40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1ADC948-776C-34DC-BDD3-C663CA60B76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99600" y="150920"/>
                  <a:ext cx="7160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B2651F-8312-0FAC-74F4-F0B15354091A}"/>
                    </a:ext>
                  </a:extLst>
                </p14:cNvPr>
                <p14:cNvContentPartPr/>
                <p14:nvPr/>
              </p14:nvContentPartPr>
              <p14:xfrm>
                <a:off x="3438160" y="473120"/>
                <a:ext cx="170280" cy="11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B2651F-8312-0FAC-74F4-F0B15354091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29160" y="464120"/>
                  <a:ext cx="187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901F02E-B970-7771-357D-B305F48066D0}"/>
                    </a:ext>
                  </a:extLst>
                </p14:cNvPr>
                <p14:cNvContentPartPr/>
                <p14:nvPr/>
              </p14:nvContentPartPr>
              <p14:xfrm>
                <a:off x="3580720" y="483560"/>
                <a:ext cx="81720" cy="140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901F02E-B970-7771-357D-B305F48066D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72080" y="474560"/>
                  <a:ext cx="99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128FE3-D4C5-8D7C-9FF3-DCD1FA079A1D}"/>
                    </a:ext>
                  </a:extLst>
                </p14:cNvPr>
                <p14:cNvContentPartPr/>
                <p14:nvPr/>
              </p14:nvContentPartPr>
              <p14:xfrm>
                <a:off x="5692120" y="1371680"/>
                <a:ext cx="223560" cy="263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128FE3-D4C5-8D7C-9FF3-DCD1FA079A1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83120" y="1363040"/>
                  <a:ext cx="241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411B9E6-25B8-F445-E45B-4CDD06B5B924}"/>
                    </a:ext>
                  </a:extLst>
                </p14:cNvPr>
                <p14:cNvContentPartPr/>
                <p14:nvPr/>
              </p14:nvContentPartPr>
              <p14:xfrm>
                <a:off x="6284320" y="1362680"/>
                <a:ext cx="123840" cy="19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411B9E6-25B8-F445-E45B-4CDD06B5B9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75320" y="1353680"/>
                  <a:ext cx="141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679276C-DB29-F479-8188-B33AFE8A865D}"/>
                    </a:ext>
                  </a:extLst>
                </p14:cNvPr>
                <p14:cNvContentPartPr/>
                <p14:nvPr/>
              </p14:nvContentPartPr>
              <p14:xfrm>
                <a:off x="6228520" y="1450520"/>
                <a:ext cx="200520" cy="5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679276C-DB29-F479-8188-B33AFE8A865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19880" y="1441880"/>
                  <a:ext cx="218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89A5035-D763-0F16-47CA-12B2561F8E16}"/>
                    </a:ext>
                  </a:extLst>
                </p14:cNvPr>
                <p14:cNvContentPartPr/>
                <p14:nvPr/>
              </p14:nvContentPartPr>
              <p14:xfrm>
                <a:off x="6760600" y="1342880"/>
                <a:ext cx="51840" cy="259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89A5035-D763-0F16-47CA-12B2561F8E1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51600" y="1334240"/>
                  <a:ext cx="69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6B27AAA-3FCE-7398-FF57-34A2DF76EB9F}"/>
                    </a:ext>
                  </a:extLst>
                </p14:cNvPr>
                <p14:cNvContentPartPr/>
                <p14:nvPr/>
              </p14:nvContentPartPr>
              <p14:xfrm>
                <a:off x="6866800" y="1248560"/>
                <a:ext cx="135000" cy="81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6B27AAA-3FCE-7398-FF57-34A2DF76EB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57800" y="1239560"/>
                  <a:ext cx="152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47C3C3D-4FA0-58F6-2536-4BC48DD4C209}"/>
                    </a:ext>
                  </a:extLst>
                </p14:cNvPr>
                <p14:cNvContentPartPr/>
                <p14:nvPr/>
              </p14:nvContentPartPr>
              <p14:xfrm>
                <a:off x="5772760" y="1997720"/>
                <a:ext cx="37080" cy="234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47C3C3D-4FA0-58F6-2536-4BC48DD4C20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63760" y="1988720"/>
                  <a:ext cx="54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BD9C83-7DDD-5D1E-389C-AE340F5103EA}"/>
                    </a:ext>
                  </a:extLst>
                </p14:cNvPr>
                <p14:cNvContentPartPr/>
                <p14:nvPr/>
              </p14:nvContentPartPr>
              <p14:xfrm>
                <a:off x="5828200" y="1935080"/>
                <a:ext cx="132840" cy="97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BD9C83-7DDD-5D1E-389C-AE340F5103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19560" y="1926440"/>
                  <a:ext cx="150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A058A6F-BAC1-187D-F0A9-FC7B3EEF6797}"/>
                    </a:ext>
                  </a:extLst>
                </p14:cNvPr>
                <p14:cNvContentPartPr/>
                <p14:nvPr/>
              </p14:nvContentPartPr>
              <p14:xfrm>
                <a:off x="6269920" y="1932920"/>
                <a:ext cx="134280" cy="17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A058A6F-BAC1-187D-F0A9-FC7B3EEF679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61280" y="1924280"/>
                  <a:ext cx="151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1D7B69F-1A62-86BE-0428-1893E5397259}"/>
                    </a:ext>
                  </a:extLst>
                </p14:cNvPr>
                <p14:cNvContentPartPr/>
                <p14:nvPr/>
              </p14:nvContentPartPr>
              <p14:xfrm>
                <a:off x="6294760" y="2000600"/>
                <a:ext cx="152280" cy="13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1D7B69F-1A62-86BE-0428-1893E539725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86120" y="1991960"/>
                  <a:ext cx="169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41A6939-A41A-2483-81C7-3BE24FD5DA25}"/>
                    </a:ext>
                  </a:extLst>
                </p14:cNvPr>
                <p14:cNvContentPartPr/>
                <p14:nvPr/>
              </p14:nvContentPartPr>
              <p14:xfrm>
                <a:off x="6831520" y="1882520"/>
                <a:ext cx="12240" cy="205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41A6939-A41A-2483-81C7-3BE24FD5DA2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22520" y="1873520"/>
                  <a:ext cx="29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242580-1E43-30AE-0634-4E8B9BFA7E1D}"/>
                    </a:ext>
                  </a:extLst>
                </p14:cNvPr>
                <p14:cNvContentPartPr/>
                <p14:nvPr/>
              </p14:nvContentPartPr>
              <p14:xfrm>
                <a:off x="6879400" y="1773440"/>
                <a:ext cx="155880" cy="88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242580-1E43-30AE-0634-4E8B9BFA7E1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70760" y="1764800"/>
                  <a:ext cx="173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B9921F8-5B82-872C-A78E-5E73BEE5AFCE}"/>
                    </a:ext>
                  </a:extLst>
                </p14:cNvPr>
                <p14:cNvContentPartPr/>
                <p14:nvPr/>
              </p14:nvContentPartPr>
              <p14:xfrm>
                <a:off x="7105480" y="1869560"/>
                <a:ext cx="39600" cy="7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B9921F8-5B82-872C-A78E-5E73BEE5AF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96480" y="1860920"/>
                  <a:ext cx="57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DFB028-4288-2FF1-C654-4A7969797848}"/>
                    </a:ext>
                  </a:extLst>
                </p14:cNvPr>
                <p14:cNvContentPartPr/>
                <p14:nvPr/>
              </p14:nvContentPartPr>
              <p14:xfrm>
                <a:off x="7275040" y="1743200"/>
                <a:ext cx="268560" cy="211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DFB028-4288-2FF1-C654-4A79697978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66400" y="1734560"/>
                  <a:ext cx="286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CF1BED3-CDF2-4115-602B-37354E930EC5}"/>
                    </a:ext>
                  </a:extLst>
                </p14:cNvPr>
                <p14:cNvContentPartPr/>
                <p14:nvPr/>
              </p14:nvContentPartPr>
              <p14:xfrm>
                <a:off x="7681120" y="1593440"/>
                <a:ext cx="77040" cy="214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CF1BED3-CDF2-4115-602B-37354E930EC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672120" y="1584800"/>
                  <a:ext cx="94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D663769-B7BF-F8AC-8E16-E6A4639C8FAB}"/>
                    </a:ext>
                  </a:extLst>
                </p14:cNvPr>
                <p14:cNvContentPartPr/>
                <p14:nvPr/>
              </p14:nvContentPartPr>
              <p14:xfrm>
                <a:off x="7685440" y="1724480"/>
                <a:ext cx="138960" cy="8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D663769-B7BF-F8AC-8E16-E6A4639C8FA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676800" y="1715840"/>
                  <a:ext cx="156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2DD26CB-4FB7-B747-ECD9-6EB330938A8F}"/>
                    </a:ext>
                  </a:extLst>
                </p14:cNvPr>
                <p14:cNvContentPartPr/>
                <p14:nvPr/>
              </p14:nvContentPartPr>
              <p14:xfrm>
                <a:off x="7912240" y="1574720"/>
                <a:ext cx="142560" cy="232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2DD26CB-4FB7-B747-ECD9-6EB330938A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903240" y="1566080"/>
                  <a:ext cx="1602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A4C6D2-6E37-FDAD-FBF2-4AA46E5C8AA7}"/>
                    </a:ext>
                  </a:extLst>
                </p14:cNvPr>
                <p14:cNvContentPartPr/>
                <p14:nvPr/>
              </p14:nvContentPartPr>
              <p14:xfrm>
                <a:off x="8098000" y="1724480"/>
                <a:ext cx="146520" cy="104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A4C6D2-6E37-FDAD-FBF2-4AA46E5C8AA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89000" y="1715840"/>
                  <a:ext cx="164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99568D3-3E39-A82E-63F4-F9A40DEB61DD}"/>
                    </a:ext>
                  </a:extLst>
                </p14:cNvPr>
                <p14:cNvContentPartPr/>
                <p14:nvPr/>
              </p14:nvContentPartPr>
              <p14:xfrm>
                <a:off x="8344600" y="1491200"/>
                <a:ext cx="238320" cy="340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99568D3-3E39-A82E-63F4-F9A40DEB61D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35600" y="1482200"/>
                  <a:ext cx="2559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4D66198-EFB0-A689-CF2D-3DFAE5C73236}"/>
                    </a:ext>
                  </a:extLst>
                </p14:cNvPr>
                <p14:cNvContentPartPr/>
                <p14:nvPr/>
              </p14:nvContentPartPr>
              <p14:xfrm>
                <a:off x="8297440" y="1729880"/>
                <a:ext cx="161280" cy="25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4D66198-EFB0-A689-CF2D-3DFAE5C7323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88440" y="1720880"/>
                  <a:ext cx="178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81C27D6-6F28-026F-6FB1-A703122D9F0B}"/>
                    </a:ext>
                  </a:extLst>
                </p14:cNvPr>
                <p14:cNvContentPartPr/>
                <p14:nvPr/>
              </p14:nvContentPartPr>
              <p14:xfrm>
                <a:off x="8591560" y="1583000"/>
                <a:ext cx="98280" cy="22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81C27D6-6F28-026F-6FB1-A703122D9F0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82920" y="1574360"/>
                  <a:ext cx="115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4C5B22D-AA5B-4BB9-CD4C-57BF5BE16FCB}"/>
                    </a:ext>
                  </a:extLst>
                </p14:cNvPr>
                <p14:cNvContentPartPr/>
                <p14:nvPr/>
              </p14:nvContentPartPr>
              <p14:xfrm>
                <a:off x="8593000" y="1712600"/>
                <a:ext cx="131400" cy="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4C5B22D-AA5B-4BB9-CD4C-57BF5BE16FC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84360" y="1703600"/>
                  <a:ext cx="149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458DF09-5B12-80AF-8923-A59CE6DE99F0}"/>
                    </a:ext>
                  </a:extLst>
                </p14:cNvPr>
                <p14:cNvContentPartPr/>
                <p14:nvPr/>
              </p14:nvContentPartPr>
              <p14:xfrm>
                <a:off x="8857240" y="1597400"/>
                <a:ext cx="148680" cy="213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458DF09-5B12-80AF-8923-A59CE6DE99F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848240" y="1588760"/>
                  <a:ext cx="166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D822A6F-8C15-000E-CC8A-DEB90CDEE594}"/>
                    </a:ext>
                  </a:extLst>
                </p14:cNvPr>
                <p14:cNvContentPartPr/>
                <p14:nvPr/>
              </p14:nvContentPartPr>
              <p14:xfrm>
                <a:off x="9104920" y="1543040"/>
                <a:ext cx="84960" cy="223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D822A6F-8C15-000E-CC8A-DEB90CDEE59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095920" y="1534400"/>
                  <a:ext cx="102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2A57474-74FB-7A9A-0BFD-68EC28338AB6}"/>
                    </a:ext>
                  </a:extLst>
                </p14:cNvPr>
                <p14:cNvContentPartPr/>
                <p14:nvPr/>
              </p14:nvContentPartPr>
              <p14:xfrm>
                <a:off x="9363760" y="1630520"/>
                <a:ext cx="6480" cy="29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2A57474-74FB-7A9A-0BFD-68EC28338AB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354760" y="1621520"/>
                  <a:ext cx="24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70B9BF6-405D-98F0-C665-90994EAA1910}"/>
                    </a:ext>
                  </a:extLst>
                </p14:cNvPr>
                <p14:cNvContentPartPr/>
                <p14:nvPr/>
              </p14:nvContentPartPr>
              <p14:xfrm>
                <a:off x="9051280" y="1790720"/>
                <a:ext cx="281160" cy="277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70B9BF6-405D-98F0-C665-90994EAA191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42640" y="1781720"/>
                  <a:ext cx="298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DCF8ABF-E8D7-BA96-17FB-125BC837A80F}"/>
                    </a:ext>
                  </a:extLst>
                </p14:cNvPr>
                <p14:cNvContentPartPr/>
                <p14:nvPr/>
              </p14:nvContentPartPr>
              <p14:xfrm>
                <a:off x="7403920" y="-9280"/>
                <a:ext cx="355320" cy="272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DCF8ABF-E8D7-BA96-17FB-125BC837A80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395280" y="-18280"/>
                  <a:ext cx="372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A5B9B00-B3A1-A897-AC1F-72B9D1386700}"/>
                    </a:ext>
                  </a:extLst>
                </p14:cNvPr>
                <p14:cNvContentPartPr/>
                <p14:nvPr/>
              </p14:nvContentPartPr>
              <p14:xfrm>
                <a:off x="7499320" y="135427"/>
                <a:ext cx="50400" cy="35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A5B9B00-B3A1-A897-AC1F-72B9D138670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490320" y="126787"/>
                  <a:ext cx="68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629EABD-1AC9-1B9A-7B57-0A3B59E2D905}"/>
                    </a:ext>
                  </a:extLst>
                </p14:cNvPr>
                <p14:cNvContentPartPr/>
                <p14:nvPr/>
              </p14:nvContentPartPr>
              <p14:xfrm>
                <a:off x="5361640" y="839947"/>
                <a:ext cx="33120" cy="18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629EABD-1AC9-1B9A-7B57-0A3B59E2D90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353000" y="830947"/>
                  <a:ext cx="50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1F1CB51-6734-0B82-915A-2C6A705171B7}"/>
                    </a:ext>
                  </a:extLst>
                </p14:cNvPr>
                <p14:cNvContentPartPr/>
                <p14:nvPr/>
              </p14:nvContentPartPr>
              <p14:xfrm>
                <a:off x="5351200" y="1402627"/>
                <a:ext cx="183960" cy="878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1F1CB51-6734-0B82-915A-2C6A705171B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342200" y="1393987"/>
                  <a:ext cx="20160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724EF6E-3241-4E21-3509-88196CA1073C}"/>
                    </a:ext>
                  </a:extLst>
                </p14:cNvPr>
                <p14:cNvContentPartPr/>
                <p14:nvPr/>
              </p14:nvContentPartPr>
              <p14:xfrm>
                <a:off x="1743640" y="1744987"/>
                <a:ext cx="19800" cy="200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724EF6E-3241-4E21-3509-88196CA1073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734640" y="1736347"/>
                  <a:ext cx="37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B19173-C374-EC4F-CE2F-EEE34B4C455A}"/>
                    </a:ext>
                  </a:extLst>
                </p14:cNvPr>
                <p14:cNvContentPartPr/>
                <p14:nvPr/>
              </p14:nvContentPartPr>
              <p14:xfrm>
                <a:off x="1709080" y="1620787"/>
                <a:ext cx="90360" cy="66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B19173-C374-EC4F-CE2F-EEE34B4C455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700440" y="1612147"/>
                  <a:ext cx="108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B6A7A93-7B14-D39D-B468-6ECBA83D63D0}"/>
                    </a:ext>
                  </a:extLst>
                </p14:cNvPr>
                <p14:cNvContentPartPr/>
                <p14:nvPr/>
              </p14:nvContentPartPr>
              <p14:xfrm>
                <a:off x="1902040" y="729427"/>
                <a:ext cx="192240" cy="282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B6A7A93-7B14-D39D-B468-6ECBA83D63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893400" y="720427"/>
                  <a:ext cx="20988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B0CC7EB-08A3-B005-5E27-2319B06A1E6C}"/>
                  </a:ext>
                </a:extLst>
              </p14:cNvPr>
              <p14:cNvContentPartPr/>
              <p14:nvPr/>
            </p14:nvContentPartPr>
            <p14:xfrm>
              <a:off x="7051480" y="2886547"/>
              <a:ext cx="267480" cy="3168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B0CC7EB-08A3-B005-5E27-2319B06A1E6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042480" y="2877547"/>
                <a:ext cx="285120" cy="33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F4F6F79-6B24-7EF1-F107-4299F4A5C1B9}"/>
              </a:ext>
            </a:extLst>
          </p:cNvPr>
          <p:cNvGrpSpPr/>
          <p:nvPr/>
        </p:nvGrpSpPr>
        <p:grpSpPr>
          <a:xfrm>
            <a:off x="7621720" y="2840827"/>
            <a:ext cx="180360" cy="96840"/>
            <a:chOff x="7621720" y="2840827"/>
            <a:chExt cx="18036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A7E94BA-50DB-5369-1A6C-CDDA94964B88}"/>
                    </a:ext>
                  </a:extLst>
                </p14:cNvPr>
                <p14:cNvContentPartPr/>
                <p14:nvPr/>
              </p14:nvContentPartPr>
              <p14:xfrm>
                <a:off x="7621720" y="2840827"/>
                <a:ext cx="146520" cy="19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A7E94BA-50DB-5369-1A6C-CDDA94964B8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612720" y="2832187"/>
                  <a:ext cx="164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3520C93-2E35-20AB-D599-8C89537A8437}"/>
                    </a:ext>
                  </a:extLst>
                </p14:cNvPr>
                <p14:cNvContentPartPr/>
                <p14:nvPr/>
              </p14:nvContentPartPr>
              <p14:xfrm>
                <a:off x="7647280" y="2920027"/>
                <a:ext cx="154800" cy="176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3520C93-2E35-20AB-D599-8C89537A843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638280" y="2911027"/>
                  <a:ext cx="1724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3914C7D-A5CD-D544-0871-FA52D5DACD42}"/>
              </a:ext>
            </a:extLst>
          </p:cNvPr>
          <p:cNvGrpSpPr/>
          <p:nvPr/>
        </p:nvGrpSpPr>
        <p:grpSpPr>
          <a:xfrm>
            <a:off x="7070920" y="3568747"/>
            <a:ext cx="189720" cy="388080"/>
            <a:chOff x="7070920" y="3568747"/>
            <a:chExt cx="18972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80B84D3-5615-0669-5902-DFB61100CA68}"/>
                    </a:ext>
                  </a:extLst>
                </p14:cNvPr>
                <p14:cNvContentPartPr/>
                <p14:nvPr/>
              </p14:nvContentPartPr>
              <p14:xfrm>
                <a:off x="7070920" y="3611227"/>
                <a:ext cx="21240" cy="345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80B84D3-5615-0669-5902-DFB61100CA6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61920" y="3602227"/>
                  <a:ext cx="38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0810A19-D189-4928-033F-EEF7A90B7CBE}"/>
                    </a:ext>
                  </a:extLst>
                </p14:cNvPr>
                <p14:cNvContentPartPr/>
                <p14:nvPr/>
              </p14:nvContentPartPr>
              <p14:xfrm>
                <a:off x="7144360" y="3568747"/>
                <a:ext cx="116280" cy="68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0810A19-D189-4928-033F-EEF7A90B7CB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135720" y="3560107"/>
                  <a:ext cx="13392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B70BA93-C5C3-ED21-2694-CC057E98342D}"/>
                  </a:ext>
                </a:extLst>
              </p14:cNvPr>
              <p14:cNvContentPartPr/>
              <p14:nvPr/>
            </p14:nvContentPartPr>
            <p14:xfrm>
              <a:off x="7618480" y="3600067"/>
              <a:ext cx="13428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B70BA93-C5C3-ED21-2694-CC057E98342D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609840" y="3591427"/>
                <a:ext cx="151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F84EA30-6D20-8D91-0D6D-881640FCB098}"/>
                  </a:ext>
                </a:extLst>
              </p14:cNvPr>
              <p14:cNvContentPartPr/>
              <p14:nvPr/>
            </p14:nvContentPartPr>
            <p14:xfrm>
              <a:off x="7633600" y="3711667"/>
              <a:ext cx="150120" cy="115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F84EA30-6D20-8D91-0D6D-881640FCB098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624960" y="3702667"/>
                <a:ext cx="16776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CEF2E02-F5AF-69EC-C2D9-00D93AF0A40D}"/>
              </a:ext>
            </a:extLst>
          </p:cNvPr>
          <p:cNvGrpSpPr/>
          <p:nvPr/>
        </p:nvGrpSpPr>
        <p:grpSpPr>
          <a:xfrm>
            <a:off x="8174680" y="2749387"/>
            <a:ext cx="2644200" cy="1117800"/>
            <a:chOff x="8174680" y="2749387"/>
            <a:chExt cx="2644200" cy="11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D4C69FC-6B5A-DF27-842C-950932AA5F04}"/>
                    </a:ext>
                  </a:extLst>
                </p14:cNvPr>
                <p14:cNvContentPartPr/>
                <p14:nvPr/>
              </p14:nvContentPartPr>
              <p14:xfrm>
                <a:off x="8312560" y="2829667"/>
                <a:ext cx="28080" cy="319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D4C69FC-6B5A-DF27-842C-950932AA5F0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303560" y="2820667"/>
                  <a:ext cx="457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F2BEF1B-484C-CAFA-B37A-76DE058883CD}"/>
                    </a:ext>
                  </a:extLst>
                </p14:cNvPr>
                <p14:cNvContentPartPr/>
                <p14:nvPr/>
              </p14:nvContentPartPr>
              <p14:xfrm>
                <a:off x="8355400" y="2749387"/>
                <a:ext cx="148680" cy="114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F2BEF1B-484C-CAFA-B37A-76DE058883C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346400" y="2740747"/>
                  <a:ext cx="166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871D61B-C356-6293-C2AD-C4E181CE1EAC}"/>
                    </a:ext>
                  </a:extLst>
                </p14:cNvPr>
                <p14:cNvContentPartPr/>
                <p14:nvPr/>
              </p14:nvContentPartPr>
              <p14:xfrm>
                <a:off x="8759320" y="2752987"/>
                <a:ext cx="7200" cy="478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871D61B-C356-6293-C2AD-C4E181CE1EA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750680" y="2743987"/>
                  <a:ext cx="24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9C8BF5-B423-ABA6-BF12-0932AAFCD92C}"/>
                    </a:ext>
                  </a:extLst>
                </p14:cNvPr>
                <p14:cNvContentPartPr/>
                <p14:nvPr/>
              </p14:nvContentPartPr>
              <p14:xfrm>
                <a:off x="8608840" y="2946307"/>
                <a:ext cx="183240" cy="201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9C8BF5-B423-ABA6-BF12-0932AAFCD92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600200" y="2937307"/>
                  <a:ext cx="200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1C399A-6F27-9A96-F4FE-2928607A037F}"/>
                    </a:ext>
                  </a:extLst>
                </p14:cNvPr>
                <p14:cNvContentPartPr/>
                <p14:nvPr/>
              </p14:nvContentPartPr>
              <p14:xfrm>
                <a:off x="8174680" y="3611587"/>
                <a:ext cx="42480" cy="255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1C399A-6F27-9A96-F4FE-2928607A037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166040" y="3602587"/>
                  <a:ext cx="60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8B2126F-0925-0D5D-C7BD-EE273E776897}"/>
                    </a:ext>
                  </a:extLst>
                </p14:cNvPr>
                <p14:cNvContentPartPr/>
                <p14:nvPr/>
              </p14:nvContentPartPr>
              <p14:xfrm>
                <a:off x="8246320" y="3535267"/>
                <a:ext cx="135000" cy="106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8B2126F-0925-0D5D-C7BD-EE273E77689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237320" y="3526267"/>
                  <a:ext cx="152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E9EAF65-7C51-89F2-AB62-D5135E2E7DEE}"/>
                    </a:ext>
                  </a:extLst>
                </p14:cNvPr>
                <p14:cNvContentPartPr/>
                <p14:nvPr/>
              </p14:nvContentPartPr>
              <p14:xfrm>
                <a:off x="8483920" y="3591787"/>
                <a:ext cx="27360" cy="10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E9EAF65-7C51-89F2-AB62-D5135E2E7DE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475280" y="3583147"/>
                  <a:ext cx="45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6F0E29D-FEA4-C044-B1AF-AE4BA324C7FE}"/>
                    </a:ext>
                  </a:extLst>
                </p14:cNvPr>
                <p14:cNvContentPartPr/>
                <p14:nvPr/>
              </p14:nvContentPartPr>
              <p14:xfrm>
                <a:off x="8607040" y="3452107"/>
                <a:ext cx="352800" cy="326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6F0E29D-FEA4-C044-B1AF-AE4BA324C7F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98400" y="3443107"/>
                  <a:ext cx="370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D83609B-A048-922E-9B89-F05D8DAD5F22}"/>
                    </a:ext>
                  </a:extLst>
                </p14:cNvPr>
                <p14:cNvContentPartPr/>
                <p14:nvPr/>
              </p14:nvContentPartPr>
              <p14:xfrm>
                <a:off x="9047680" y="3261667"/>
                <a:ext cx="114840" cy="288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D83609B-A048-922E-9B89-F05D8DAD5F2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38680" y="3252667"/>
                  <a:ext cx="1324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75367C-03C6-287F-3153-5D61D67FE0B4}"/>
                    </a:ext>
                  </a:extLst>
                </p14:cNvPr>
                <p14:cNvContentPartPr/>
                <p14:nvPr/>
              </p14:nvContentPartPr>
              <p14:xfrm>
                <a:off x="9084400" y="3383347"/>
                <a:ext cx="125280" cy="3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75367C-03C6-287F-3153-5D61D67FE0B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075760" y="3374707"/>
                  <a:ext cx="142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6ADDC15-D7F4-A5BF-CBF3-F5A4CDF35B43}"/>
                    </a:ext>
                  </a:extLst>
                </p14:cNvPr>
                <p14:cNvContentPartPr/>
                <p14:nvPr/>
              </p14:nvContentPartPr>
              <p14:xfrm>
                <a:off x="9246400" y="3157627"/>
                <a:ext cx="315000" cy="406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6ADDC15-D7F4-A5BF-CBF3-F5A4CDF35B4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237400" y="3148627"/>
                  <a:ext cx="3326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EC14FE1-428C-BFE2-5CAC-4A8C18F8854A}"/>
                    </a:ext>
                  </a:extLst>
                </p14:cNvPr>
                <p14:cNvContentPartPr/>
                <p14:nvPr/>
              </p14:nvContentPartPr>
              <p14:xfrm>
                <a:off x="9566800" y="3466147"/>
                <a:ext cx="33480" cy="103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EC14FE1-428C-BFE2-5CAC-4A8C18F8854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558160" y="3457507"/>
                  <a:ext cx="5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67CFE9E-A04E-B137-9B6D-7CF1941F6536}"/>
                    </a:ext>
                  </a:extLst>
                </p14:cNvPr>
                <p14:cNvContentPartPr/>
                <p14:nvPr/>
              </p14:nvContentPartPr>
              <p14:xfrm>
                <a:off x="9652120" y="3313507"/>
                <a:ext cx="17640" cy="67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67CFE9E-A04E-B137-9B6D-7CF1941F653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643120" y="3304507"/>
                  <a:ext cx="35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BB63B41-62DB-D143-6A9C-4785EC373543}"/>
                    </a:ext>
                  </a:extLst>
                </p14:cNvPr>
                <p14:cNvContentPartPr/>
                <p14:nvPr/>
              </p14:nvContentPartPr>
              <p14:xfrm>
                <a:off x="9683800" y="3134587"/>
                <a:ext cx="458280" cy="518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BB63B41-62DB-D143-6A9C-4785EC37354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675160" y="3125587"/>
                  <a:ext cx="4759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1632C8A-350D-90A8-7B13-B993A1C4FC88}"/>
                    </a:ext>
                  </a:extLst>
                </p14:cNvPr>
                <p14:cNvContentPartPr/>
                <p14:nvPr/>
              </p14:nvContentPartPr>
              <p14:xfrm>
                <a:off x="10207240" y="3269227"/>
                <a:ext cx="65880" cy="239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1632C8A-350D-90A8-7B13-B993A1C4FC8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198240" y="3260227"/>
                  <a:ext cx="835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B6D8D0E-8970-B1E4-BED1-123FD043864E}"/>
                    </a:ext>
                  </a:extLst>
                </p14:cNvPr>
                <p14:cNvContentPartPr/>
                <p14:nvPr/>
              </p14:nvContentPartPr>
              <p14:xfrm>
                <a:off x="10218760" y="3377587"/>
                <a:ext cx="156960" cy="14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B6D8D0E-8970-B1E4-BED1-123FD043864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209760" y="3368587"/>
                  <a:ext cx="174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9141F07-7467-F199-6933-211E66493AB4}"/>
                    </a:ext>
                  </a:extLst>
                </p14:cNvPr>
                <p14:cNvContentPartPr/>
                <p14:nvPr/>
              </p14:nvContentPartPr>
              <p14:xfrm>
                <a:off x="10495600" y="3309547"/>
                <a:ext cx="167400" cy="293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9141F07-7467-F199-6933-211E66493AB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486600" y="3300907"/>
                  <a:ext cx="185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4CE4C2-E0DB-5F6F-E590-B2994FA2CD32}"/>
                    </a:ext>
                  </a:extLst>
                </p14:cNvPr>
                <p14:cNvContentPartPr/>
                <p14:nvPr/>
              </p14:nvContentPartPr>
              <p14:xfrm>
                <a:off x="10636360" y="3321787"/>
                <a:ext cx="182520" cy="290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4CE4C2-E0DB-5F6F-E590-B2994FA2CD3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627360" y="3312787"/>
                  <a:ext cx="20016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8D53A88-D8A7-A83A-812A-22B0C15A2262}"/>
              </a:ext>
            </a:extLst>
          </p:cNvPr>
          <p:cNvGrpSpPr/>
          <p:nvPr/>
        </p:nvGrpSpPr>
        <p:grpSpPr>
          <a:xfrm>
            <a:off x="2023360" y="994747"/>
            <a:ext cx="1435680" cy="2586240"/>
            <a:chOff x="2023360" y="994747"/>
            <a:chExt cx="1435680" cy="258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69CA058-87D9-38D4-2F86-CF57FCBA9754}"/>
                    </a:ext>
                  </a:extLst>
                </p14:cNvPr>
                <p14:cNvContentPartPr/>
                <p14:nvPr/>
              </p14:nvContentPartPr>
              <p14:xfrm>
                <a:off x="2783680" y="3422240"/>
                <a:ext cx="140400" cy="126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69CA058-87D9-38D4-2F86-CF57FCBA975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779360" y="3417920"/>
                  <a:ext cx="149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F865F1-1016-6E81-3567-06AF459EEE60}"/>
                    </a:ext>
                  </a:extLst>
                </p14:cNvPr>
                <p14:cNvContentPartPr/>
                <p14:nvPr/>
              </p14:nvContentPartPr>
              <p14:xfrm>
                <a:off x="2937040" y="3345560"/>
                <a:ext cx="24120" cy="177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F865F1-1016-6E81-3567-06AF459EEE6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932720" y="3341240"/>
                  <a:ext cx="327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3B91BE0-DF40-8502-8BA0-923D6480038E}"/>
                    </a:ext>
                  </a:extLst>
                </p14:cNvPr>
                <p14:cNvContentPartPr/>
                <p14:nvPr/>
              </p14:nvContentPartPr>
              <p14:xfrm>
                <a:off x="2632480" y="1910227"/>
                <a:ext cx="826560" cy="8038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3B91BE0-DF40-8502-8BA0-923D6480038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628160" y="1905907"/>
                  <a:ext cx="835200" cy="8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230F759-C4B0-0349-9AC5-CC47E4BE1C14}"/>
                    </a:ext>
                  </a:extLst>
                </p14:cNvPr>
                <p14:cNvContentPartPr/>
                <p14:nvPr/>
              </p14:nvContentPartPr>
              <p14:xfrm>
                <a:off x="2023360" y="1962787"/>
                <a:ext cx="849960" cy="1506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230F759-C4B0-0349-9AC5-CC47E4BE1C1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019040" y="1958467"/>
                  <a:ext cx="858600" cy="15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09B87E5-266A-B73C-6EFB-3A6F210962DB}"/>
                    </a:ext>
                  </a:extLst>
                </p14:cNvPr>
                <p14:cNvContentPartPr/>
                <p14:nvPr/>
              </p14:nvContentPartPr>
              <p14:xfrm>
                <a:off x="2738320" y="3297667"/>
                <a:ext cx="259560" cy="283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09B87E5-266A-B73C-6EFB-3A6F210962D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734000" y="3293347"/>
                  <a:ext cx="268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1056BB8-0EA9-AD86-2F3F-4017DC10C300}"/>
                    </a:ext>
                  </a:extLst>
                </p14:cNvPr>
                <p14:cNvContentPartPr/>
                <p14:nvPr/>
              </p14:nvContentPartPr>
              <p14:xfrm>
                <a:off x="2266360" y="994747"/>
                <a:ext cx="504720" cy="811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1056BB8-0EA9-AD86-2F3F-4017DC10C30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262040" y="990427"/>
                  <a:ext cx="51336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4708245-EEB4-0923-F863-90B4FF0706B9}"/>
                    </a:ext>
                  </a:extLst>
                </p14:cNvPr>
                <p14:cNvContentPartPr/>
                <p14:nvPr/>
              </p14:nvContentPartPr>
              <p14:xfrm>
                <a:off x="2569480" y="1693867"/>
                <a:ext cx="224280" cy="10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4708245-EEB4-0923-F863-90B4FF0706B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565160" y="1689547"/>
                  <a:ext cx="232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A6E2360-2AAF-1B7B-E761-73A41A906A83}"/>
                    </a:ext>
                  </a:extLst>
                </p14:cNvPr>
                <p14:cNvContentPartPr/>
                <p14:nvPr/>
              </p14:nvContentPartPr>
              <p14:xfrm>
                <a:off x="2774320" y="1636987"/>
                <a:ext cx="139680" cy="2145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A6E2360-2AAF-1B7B-E761-73A41A906A8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770000" y="1632667"/>
                  <a:ext cx="14832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43F2CDEE-E571-5572-D42B-66CB6D484351}"/>
                  </a:ext>
                </a:extLst>
              </p14:cNvPr>
              <p14:cNvContentPartPr/>
              <p14:nvPr/>
            </p14:nvContentPartPr>
            <p14:xfrm>
              <a:off x="6678520" y="5377747"/>
              <a:ext cx="210600" cy="4100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43F2CDEE-E571-5572-D42B-66CB6D484351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6674200" y="5373427"/>
                <a:ext cx="219240" cy="41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7CC23ED-7B04-28C7-0664-20E1D4D3DC7E}"/>
              </a:ext>
            </a:extLst>
          </p:cNvPr>
          <p:cNvGrpSpPr/>
          <p:nvPr/>
        </p:nvGrpSpPr>
        <p:grpSpPr>
          <a:xfrm>
            <a:off x="6747280" y="4452187"/>
            <a:ext cx="5276520" cy="1211760"/>
            <a:chOff x="6747280" y="4452187"/>
            <a:chExt cx="5276520" cy="12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659467C-07AC-6A7E-2DF9-08FF8704DC80}"/>
                    </a:ext>
                  </a:extLst>
                </p14:cNvPr>
                <p14:cNvContentPartPr/>
                <p14:nvPr/>
              </p14:nvContentPartPr>
              <p14:xfrm>
                <a:off x="6855640" y="4730827"/>
                <a:ext cx="128880" cy="252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659467C-07AC-6A7E-2DF9-08FF8704DC8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851320" y="4726507"/>
                  <a:ext cx="137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01CD3E3-5455-C5F8-24F6-DE834B7A2015}"/>
                    </a:ext>
                  </a:extLst>
                </p14:cNvPr>
                <p14:cNvContentPartPr/>
                <p14:nvPr/>
              </p14:nvContentPartPr>
              <p14:xfrm>
                <a:off x="7074160" y="4792747"/>
                <a:ext cx="101520" cy="129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01CD3E3-5455-C5F8-24F6-DE834B7A201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069840" y="4788427"/>
                  <a:ext cx="110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E25CEBC-9577-A6AA-B780-79433CDFE31E}"/>
                    </a:ext>
                  </a:extLst>
                </p14:cNvPr>
                <p14:cNvContentPartPr/>
                <p14:nvPr/>
              </p14:nvContentPartPr>
              <p14:xfrm>
                <a:off x="7267840" y="4810027"/>
                <a:ext cx="105840" cy="111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E25CEBC-9577-A6AA-B780-79433CDFE31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263520" y="4805707"/>
                  <a:ext cx="114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7D1473A-26A6-BCF8-EC11-2C659E336492}"/>
                    </a:ext>
                  </a:extLst>
                </p14:cNvPr>
                <p14:cNvContentPartPr/>
                <p14:nvPr/>
              </p14:nvContentPartPr>
              <p14:xfrm>
                <a:off x="7495720" y="4610227"/>
                <a:ext cx="163080" cy="313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7D1473A-26A6-BCF8-EC11-2C659E33649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491400" y="4605907"/>
                  <a:ext cx="1717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1C2BC89-2277-64BB-9CF8-1BA31CB5B635}"/>
                    </a:ext>
                  </a:extLst>
                </p14:cNvPr>
                <p14:cNvContentPartPr/>
                <p14:nvPr/>
              </p14:nvContentPartPr>
              <p14:xfrm>
                <a:off x="7509400" y="4801387"/>
                <a:ext cx="201960" cy="13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1C2BC89-2277-64BB-9CF8-1BA31CB5B63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505080" y="4797067"/>
                  <a:ext cx="210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8EBCEF6-DF6D-586B-6067-5A52E45E3D7A}"/>
                    </a:ext>
                  </a:extLst>
                </p14:cNvPr>
                <p14:cNvContentPartPr/>
                <p14:nvPr/>
              </p14:nvContentPartPr>
              <p14:xfrm>
                <a:off x="7781200" y="4851067"/>
                <a:ext cx="68760" cy="35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8EBCEF6-DF6D-586B-6067-5A52E45E3D7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76880" y="4846747"/>
                  <a:ext cx="77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B6EEF6-7A54-2D1A-F2F9-A43AFC4D4A2F}"/>
                    </a:ext>
                  </a:extLst>
                </p14:cNvPr>
                <p14:cNvContentPartPr/>
                <p14:nvPr/>
              </p14:nvContentPartPr>
              <p14:xfrm>
                <a:off x="8049040" y="4741267"/>
                <a:ext cx="313920" cy="2311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B6EEF6-7A54-2D1A-F2F9-A43AFC4D4A2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044720" y="4736947"/>
                  <a:ext cx="3225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8D76C2E-9191-282A-96B5-BEFF5F09401B}"/>
                    </a:ext>
                  </a:extLst>
                </p14:cNvPr>
                <p14:cNvContentPartPr/>
                <p14:nvPr/>
              </p14:nvContentPartPr>
              <p14:xfrm>
                <a:off x="8458360" y="4606267"/>
                <a:ext cx="136440" cy="278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8D76C2E-9191-282A-96B5-BEFF5F09401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454040" y="4601947"/>
                  <a:ext cx="1450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7A22D73-6B17-661D-DCA6-7625390AFE28}"/>
                    </a:ext>
                  </a:extLst>
                </p14:cNvPr>
                <p14:cNvContentPartPr/>
                <p14:nvPr/>
              </p14:nvContentPartPr>
              <p14:xfrm>
                <a:off x="8499760" y="4746307"/>
                <a:ext cx="177120" cy="1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7A22D73-6B17-661D-DCA6-7625390AFE2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495440" y="4741987"/>
                  <a:ext cx="18576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D8470E5-5105-9F9C-74ED-30E4BFE488AB}"/>
                    </a:ext>
                  </a:extLst>
                </p14:cNvPr>
                <p14:cNvContentPartPr/>
                <p14:nvPr/>
              </p14:nvContentPartPr>
              <p14:xfrm>
                <a:off x="8757160" y="4602667"/>
                <a:ext cx="195840" cy="290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D8470E5-5105-9F9C-74ED-30E4BFE488A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752840" y="4598347"/>
                  <a:ext cx="2044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56D2CD7-589B-811F-749E-26E6D4B91616}"/>
                    </a:ext>
                  </a:extLst>
                </p14:cNvPr>
                <p14:cNvContentPartPr/>
                <p14:nvPr/>
              </p14:nvContentPartPr>
              <p14:xfrm>
                <a:off x="8960200" y="4753867"/>
                <a:ext cx="150120" cy="116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56D2CD7-589B-811F-749E-26E6D4B9161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955880" y="4749547"/>
                  <a:ext cx="158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37B0342-0471-15AB-F779-35C326246208}"/>
                    </a:ext>
                  </a:extLst>
                </p14:cNvPr>
                <p14:cNvContentPartPr/>
                <p14:nvPr/>
              </p14:nvContentPartPr>
              <p14:xfrm>
                <a:off x="9138400" y="4452187"/>
                <a:ext cx="245880" cy="402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37B0342-0471-15AB-F779-35C32624620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134080" y="4447867"/>
                  <a:ext cx="254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AAD767-FD08-FDB7-38BF-D2CC32AD9C33}"/>
                    </a:ext>
                  </a:extLst>
                </p14:cNvPr>
                <p14:cNvContentPartPr/>
                <p14:nvPr/>
              </p14:nvContentPartPr>
              <p14:xfrm>
                <a:off x="9440440" y="4795987"/>
                <a:ext cx="117720" cy="108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AAD767-FD08-FDB7-38BF-D2CC32AD9C3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436120" y="4791667"/>
                  <a:ext cx="126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B6D3F67-B533-E51B-9A45-C9F8C93D56FF}"/>
                    </a:ext>
                  </a:extLst>
                </p14:cNvPr>
                <p14:cNvContentPartPr/>
                <p14:nvPr/>
              </p14:nvContentPartPr>
              <p14:xfrm>
                <a:off x="9701440" y="4546147"/>
                <a:ext cx="294120" cy="430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B6D3F67-B533-E51B-9A45-C9F8C93D56F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697120" y="4541827"/>
                  <a:ext cx="302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2E2DFFB-13C2-B234-2FAC-2822D3C1AD23}"/>
                    </a:ext>
                  </a:extLst>
                </p14:cNvPr>
                <p14:cNvContentPartPr/>
                <p14:nvPr/>
              </p14:nvContentPartPr>
              <p14:xfrm>
                <a:off x="9896560" y="4849267"/>
                <a:ext cx="74160" cy="264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2E2DFFB-13C2-B234-2FAC-2822D3C1AD2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892240" y="4844947"/>
                  <a:ext cx="82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F994765-1C57-3A86-C4A4-84EBC50F806D}"/>
                    </a:ext>
                  </a:extLst>
                </p14:cNvPr>
                <p14:cNvContentPartPr/>
                <p14:nvPr/>
              </p14:nvContentPartPr>
              <p14:xfrm>
                <a:off x="10002760" y="4722187"/>
                <a:ext cx="139680" cy="131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F994765-1C57-3A86-C4A4-84EBC50F806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998440" y="4717867"/>
                  <a:ext cx="148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4764748-AB40-C6F0-B6A2-975CF6A97087}"/>
                    </a:ext>
                  </a:extLst>
                </p14:cNvPr>
                <p14:cNvContentPartPr/>
                <p14:nvPr/>
              </p14:nvContentPartPr>
              <p14:xfrm>
                <a:off x="10214800" y="4839547"/>
                <a:ext cx="5760" cy="14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4764748-AB40-C6F0-B6A2-975CF6A9708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210480" y="4835227"/>
                  <a:ext cx="14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D3BF719-F10B-1148-F5D9-31952A702BBA}"/>
                    </a:ext>
                  </a:extLst>
                </p14:cNvPr>
                <p14:cNvContentPartPr/>
                <p14:nvPr/>
              </p14:nvContentPartPr>
              <p14:xfrm>
                <a:off x="10386880" y="4709947"/>
                <a:ext cx="245160" cy="237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D3BF719-F10B-1148-F5D9-31952A702BB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82560" y="4705627"/>
                  <a:ext cx="253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5A0ABC2-A98B-E7CF-6E1D-85BAE1497CA7}"/>
                    </a:ext>
                  </a:extLst>
                </p14:cNvPr>
                <p14:cNvContentPartPr/>
                <p14:nvPr/>
              </p14:nvContentPartPr>
              <p14:xfrm>
                <a:off x="10681360" y="4579987"/>
                <a:ext cx="111600" cy="235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5A0ABC2-A98B-E7CF-6E1D-85BAE1497CA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677040" y="4575667"/>
                  <a:ext cx="120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5F8E9A5-FED5-5557-1895-346DCB455CF8}"/>
                    </a:ext>
                  </a:extLst>
                </p14:cNvPr>
                <p14:cNvContentPartPr/>
                <p14:nvPr/>
              </p14:nvContentPartPr>
              <p14:xfrm>
                <a:off x="10704040" y="4713907"/>
                <a:ext cx="121680" cy="16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5F8E9A5-FED5-5557-1895-346DCB455CF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699720" y="4709587"/>
                  <a:ext cx="130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FD68639-6B7D-1618-4AC9-883ABC61A62F}"/>
                    </a:ext>
                  </a:extLst>
                </p14:cNvPr>
                <p14:cNvContentPartPr/>
                <p14:nvPr/>
              </p14:nvContentPartPr>
              <p14:xfrm>
                <a:off x="10889080" y="4588987"/>
                <a:ext cx="149760" cy="247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FD68639-6B7D-1618-4AC9-883ABC61A62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884760" y="4584667"/>
                  <a:ext cx="158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2D2CC06-B1D0-D49B-A4AF-3AE11C1C8AC4}"/>
                    </a:ext>
                  </a:extLst>
                </p14:cNvPr>
                <p14:cNvContentPartPr/>
                <p14:nvPr/>
              </p14:nvContentPartPr>
              <p14:xfrm>
                <a:off x="11007520" y="4735147"/>
                <a:ext cx="107640" cy="82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2D2CC06-B1D0-D49B-A4AF-3AE11C1C8AC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003200" y="4730827"/>
                  <a:ext cx="116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0FE5BDA-6C15-B638-D565-8398655A4D6D}"/>
                    </a:ext>
                  </a:extLst>
                </p14:cNvPr>
                <p14:cNvContentPartPr/>
                <p14:nvPr/>
              </p14:nvContentPartPr>
              <p14:xfrm>
                <a:off x="11176000" y="4480627"/>
                <a:ext cx="164520" cy="330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0FE5BDA-6C15-B638-D565-8398655A4D6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171680" y="4476307"/>
                  <a:ext cx="173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E8A938F-D325-7BC8-3CB5-73615E37E7EC}"/>
                    </a:ext>
                  </a:extLst>
                </p14:cNvPr>
                <p14:cNvContentPartPr/>
                <p14:nvPr/>
              </p14:nvContentPartPr>
              <p14:xfrm>
                <a:off x="11368240" y="4731187"/>
                <a:ext cx="64440" cy="98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E8A938F-D325-7BC8-3CB5-73615E37E7E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363920" y="4726867"/>
                  <a:ext cx="73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A77B210-AD1E-F229-0E2F-45643DB67E04}"/>
                    </a:ext>
                  </a:extLst>
                </p14:cNvPr>
                <p14:cNvContentPartPr/>
                <p14:nvPr/>
              </p14:nvContentPartPr>
              <p14:xfrm>
                <a:off x="11511520" y="4641547"/>
                <a:ext cx="195120" cy="219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A77B210-AD1E-F229-0E2F-45643DB67E0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507200" y="4637227"/>
                  <a:ext cx="203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878A3A1-11E7-4BA1-FC70-F01CCD5112D6}"/>
                    </a:ext>
                  </a:extLst>
                </p14:cNvPr>
                <p14:cNvContentPartPr/>
                <p14:nvPr/>
              </p14:nvContentPartPr>
              <p14:xfrm>
                <a:off x="11729320" y="4622107"/>
                <a:ext cx="66240" cy="2512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878A3A1-11E7-4BA1-FC70-F01CCD5112D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725000" y="4617787"/>
                  <a:ext cx="74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2648C69-2FF8-BED9-C271-2C12202D740D}"/>
                    </a:ext>
                  </a:extLst>
                </p14:cNvPr>
                <p14:cNvContentPartPr/>
                <p14:nvPr/>
              </p14:nvContentPartPr>
              <p14:xfrm>
                <a:off x="11853520" y="4452187"/>
                <a:ext cx="119520" cy="461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2648C69-2FF8-BED9-C271-2C12202D740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849200" y="4447867"/>
                  <a:ext cx="1281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82DE624-C24C-1878-C8DC-CB834BFA60D4}"/>
                    </a:ext>
                  </a:extLst>
                </p14:cNvPr>
                <p14:cNvContentPartPr/>
                <p14:nvPr/>
              </p14:nvContentPartPr>
              <p14:xfrm>
                <a:off x="12015160" y="4818667"/>
                <a:ext cx="8640" cy="68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82DE624-C24C-1878-C8DC-CB834BFA60D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2010840" y="4814347"/>
                  <a:ext cx="17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54994B7-72D9-9F92-AC5E-04D41C92EFC5}"/>
                    </a:ext>
                  </a:extLst>
                </p14:cNvPr>
                <p14:cNvContentPartPr/>
                <p14:nvPr/>
              </p14:nvContentPartPr>
              <p14:xfrm>
                <a:off x="11703400" y="4964467"/>
                <a:ext cx="277200" cy="216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54994B7-72D9-9F92-AC5E-04D41C92EFC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699080" y="4960147"/>
                  <a:ext cx="2858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C83F793-8DD7-EE78-3FDB-FE5D7CD9D678}"/>
                    </a:ext>
                  </a:extLst>
                </p14:cNvPr>
                <p14:cNvContentPartPr/>
                <p14:nvPr/>
              </p14:nvContentPartPr>
              <p14:xfrm>
                <a:off x="7159120" y="5376307"/>
                <a:ext cx="8640" cy="30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C83F793-8DD7-EE78-3FDB-FE5D7CD9D67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154800" y="5371987"/>
                  <a:ext cx="17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AB4C200-2380-DABD-7205-BA991CA89312}"/>
                    </a:ext>
                  </a:extLst>
                </p14:cNvPr>
                <p14:cNvContentPartPr/>
                <p14:nvPr/>
              </p14:nvContentPartPr>
              <p14:xfrm>
                <a:off x="7145080" y="5319787"/>
                <a:ext cx="145080" cy="211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AB4C200-2380-DABD-7205-BA991CA8931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140760" y="5315467"/>
                  <a:ext cx="153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ACA0723-C44C-7438-0C51-9FB297655505}"/>
                    </a:ext>
                  </a:extLst>
                </p14:cNvPr>
                <p14:cNvContentPartPr/>
                <p14:nvPr/>
              </p14:nvContentPartPr>
              <p14:xfrm>
                <a:off x="7334080" y="5319427"/>
                <a:ext cx="182520" cy="123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ACA0723-C44C-7438-0C51-9FB29765550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329760" y="5315107"/>
                  <a:ext cx="191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E3373F7-15DB-DE99-5B24-6898E4113E72}"/>
                    </a:ext>
                  </a:extLst>
                </p14:cNvPr>
                <p14:cNvContentPartPr/>
                <p14:nvPr/>
              </p14:nvContentPartPr>
              <p14:xfrm>
                <a:off x="7619920" y="5171467"/>
                <a:ext cx="113400" cy="211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E3373F7-15DB-DE99-5B24-6898E4113E7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615600" y="5167147"/>
                  <a:ext cx="122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56AC144-FA99-5EA8-575F-81D64844E139}"/>
                    </a:ext>
                  </a:extLst>
                </p14:cNvPr>
                <p14:cNvContentPartPr/>
                <p14:nvPr/>
              </p14:nvContentPartPr>
              <p14:xfrm>
                <a:off x="7576360" y="5295667"/>
                <a:ext cx="157680" cy="183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56AC144-FA99-5EA8-575F-81D64844E13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572040" y="5291347"/>
                  <a:ext cx="166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A44B7C9-F084-827F-64BA-1021E37DF985}"/>
                    </a:ext>
                  </a:extLst>
                </p14:cNvPr>
                <p14:cNvContentPartPr/>
                <p14:nvPr/>
              </p14:nvContentPartPr>
              <p14:xfrm>
                <a:off x="7823320" y="5038267"/>
                <a:ext cx="278640" cy="352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A44B7C9-F084-827F-64BA-1021E37DF98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819000" y="5033947"/>
                  <a:ext cx="2872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EBE91F2-6F90-AC6A-B5F9-E28AB68EF689}"/>
                    </a:ext>
                  </a:extLst>
                </p14:cNvPr>
                <p14:cNvContentPartPr/>
                <p14:nvPr/>
              </p14:nvContentPartPr>
              <p14:xfrm>
                <a:off x="8168560" y="5302507"/>
                <a:ext cx="29880" cy="107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EBE91F2-6F90-AC6A-B5F9-E28AB68EF68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164240" y="5298187"/>
                  <a:ext cx="38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0FB3F18-B1A7-772A-E988-4FCD3E0A7F0A}"/>
                    </a:ext>
                  </a:extLst>
                </p14:cNvPr>
                <p14:cNvContentPartPr/>
                <p14:nvPr/>
              </p14:nvContentPartPr>
              <p14:xfrm>
                <a:off x="8276200" y="5276947"/>
                <a:ext cx="1800" cy="8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0FB3F18-B1A7-772A-E988-4FCD3E0A7F0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271880" y="5272627"/>
                  <a:ext cx="104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F7F7EC3-D85F-8FF5-C045-86716245E056}"/>
                    </a:ext>
                  </a:extLst>
                </p14:cNvPr>
                <p14:cNvContentPartPr/>
                <p14:nvPr/>
              </p14:nvContentPartPr>
              <p14:xfrm>
                <a:off x="8265040" y="5087947"/>
                <a:ext cx="357120" cy="4244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F7F7EC3-D85F-8FF5-C045-86716245E05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260720" y="5083627"/>
                  <a:ext cx="3657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1B7BA80-F7BD-3AB5-9315-8EFD6CEA2E18}"/>
                    </a:ext>
                  </a:extLst>
                </p14:cNvPr>
                <p14:cNvContentPartPr/>
                <p14:nvPr/>
              </p14:nvContentPartPr>
              <p14:xfrm>
                <a:off x="8751760" y="5143027"/>
                <a:ext cx="52200" cy="196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1B7BA80-F7BD-3AB5-9315-8EFD6CEA2E1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747440" y="5138707"/>
                  <a:ext cx="60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8E0E55D-6A44-23DC-AD0D-4CAD88BC46BF}"/>
                    </a:ext>
                  </a:extLst>
                </p14:cNvPr>
                <p14:cNvContentPartPr/>
                <p14:nvPr/>
              </p14:nvContentPartPr>
              <p14:xfrm>
                <a:off x="8736280" y="5261827"/>
                <a:ext cx="136440" cy="5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8E0E55D-6A44-23DC-AD0D-4CAD88BC46B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731960" y="5257507"/>
                  <a:ext cx="1450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347733A-49BE-EF03-3DBA-3D59C0CDD6F3}"/>
                    </a:ext>
                  </a:extLst>
                </p14:cNvPr>
                <p14:cNvContentPartPr/>
                <p14:nvPr/>
              </p14:nvContentPartPr>
              <p14:xfrm>
                <a:off x="9056680" y="5025307"/>
                <a:ext cx="181440" cy="459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347733A-49BE-EF03-3DBA-3D59C0CDD6F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52360" y="5020987"/>
                  <a:ext cx="1900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E94CE50-4C75-38D9-A0FC-D424C74983F5}"/>
                    </a:ext>
                  </a:extLst>
                </p14:cNvPr>
                <p14:cNvContentPartPr/>
                <p14:nvPr/>
              </p14:nvContentPartPr>
              <p14:xfrm>
                <a:off x="7045720" y="5514547"/>
                <a:ext cx="34920" cy="432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E94CE50-4C75-38D9-A0FC-D424C74983F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041400" y="5510227"/>
                  <a:ext cx="43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3B03650-8BF7-3D6B-17E3-116D925B0BF6}"/>
                    </a:ext>
                  </a:extLst>
                </p14:cNvPr>
                <p14:cNvContentPartPr/>
                <p14:nvPr/>
              </p14:nvContentPartPr>
              <p14:xfrm>
                <a:off x="9443680" y="5352187"/>
                <a:ext cx="36360" cy="255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3B03650-8BF7-3D6B-17E3-116D925B0BF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39360" y="5347867"/>
                  <a:ext cx="45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411CC3AE-5924-0EE6-0042-BB87A59A5627}"/>
                    </a:ext>
                  </a:extLst>
                </p14:cNvPr>
                <p14:cNvContentPartPr/>
                <p14:nvPr/>
              </p14:nvContentPartPr>
              <p14:xfrm>
                <a:off x="9502360" y="5298187"/>
                <a:ext cx="67320" cy="792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411CC3AE-5924-0EE6-0042-BB87A59A562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498040" y="5293867"/>
                  <a:ext cx="75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04EF304-11D3-4069-810B-5C97F696BBB7}"/>
                    </a:ext>
                  </a:extLst>
                </p14:cNvPr>
                <p14:cNvContentPartPr/>
                <p14:nvPr/>
              </p14:nvContentPartPr>
              <p14:xfrm>
                <a:off x="9698560" y="5348227"/>
                <a:ext cx="40320" cy="10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04EF304-11D3-4069-810B-5C97F696BBB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694240" y="5343907"/>
                  <a:ext cx="489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718A99F-354F-47EB-712E-96D03C433EC5}"/>
                    </a:ext>
                  </a:extLst>
                </p14:cNvPr>
                <p14:cNvContentPartPr/>
                <p14:nvPr/>
              </p14:nvContentPartPr>
              <p14:xfrm>
                <a:off x="9903400" y="5235547"/>
                <a:ext cx="254880" cy="2509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718A99F-354F-47EB-712E-96D03C433EC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899080" y="5231227"/>
                  <a:ext cx="263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2B67EFD-7232-BDDE-3AB2-265F5B609F6D}"/>
                    </a:ext>
                  </a:extLst>
                </p14:cNvPr>
                <p14:cNvContentPartPr/>
                <p14:nvPr/>
              </p14:nvContentPartPr>
              <p14:xfrm>
                <a:off x="10232080" y="5176147"/>
                <a:ext cx="80280" cy="172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2B67EFD-7232-BDDE-3AB2-265F5B609F6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227760" y="5171827"/>
                  <a:ext cx="88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1248442-E56F-EF1E-1916-1F06F7421F56}"/>
                    </a:ext>
                  </a:extLst>
                </p14:cNvPr>
                <p14:cNvContentPartPr/>
                <p14:nvPr/>
              </p14:nvContentPartPr>
              <p14:xfrm>
                <a:off x="10278880" y="5259667"/>
                <a:ext cx="82440" cy="122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1248442-E56F-EF1E-1916-1F06F7421F5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274560" y="5255347"/>
                  <a:ext cx="91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4CAEC7D-DFC4-F2F0-7635-94DDE10BEB26}"/>
                    </a:ext>
                  </a:extLst>
                </p14:cNvPr>
                <p14:cNvContentPartPr/>
                <p14:nvPr/>
              </p14:nvContentPartPr>
              <p14:xfrm>
                <a:off x="10428640" y="5186587"/>
                <a:ext cx="168840" cy="219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4CAEC7D-DFC4-F2F0-7635-94DDE10BEB2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424320" y="5182267"/>
                  <a:ext cx="177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60A43C6-0F86-6A16-EAE6-4BD957F5DD68}"/>
                    </a:ext>
                  </a:extLst>
                </p14:cNvPr>
                <p14:cNvContentPartPr/>
                <p14:nvPr/>
              </p14:nvContentPartPr>
              <p14:xfrm>
                <a:off x="10647520" y="5268307"/>
                <a:ext cx="114840" cy="105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60A43C6-0F86-6A16-EAE6-4BD957F5DD6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643200" y="5263987"/>
                  <a:ext cx="123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57C9BEB-BE58-3BFD-568C-0785473857F6}"/>
                    </a:ext>
                  </a:extLst>
                </p14:cNvPr>
                <p14:cNvContentPartPr/>
                <p14:nvPr/>
              </p14:nvContentPartPr>
              <p14:xfrm>
                <a:off x="10854520" y="5037547"/>
                <a:ext cx="197280" cy="386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57C9BEB-BE58-3BFD-568C-0785473857F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850200" y="5033227"/>
                  <a:ext cx="205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FDE3081-3053-4A34-F796-FCC16556CDD1}"/>
                    </a:ext>
                  </a:extLst>
                </p14:cNvPr>
                <p14:cNvContentPartPr/>
                <p14:nvPr/>
              </p14:nvContentPartPr>
              <p14:xfrm>
                <a:off x="10860640" y="5280547"/>
                <a:ext cx="150120" cy="37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FDE3081-3053-4A34-F796-FCC16556CDD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856320" y="5276227"/>
                  <a:ext cx="158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F31DC3E-1355-DDF1-09E0-81D21A80C490}"/>
                    </a:ext>
                  </a:extLst>
                </p14:cNvPr>
                <p14:cNvContentPartPr/>
                <p14:nvPr/>
              </p14:nvContentPartPr>
              <p14:xfrm>
                <a:off x="11103640" y="5149507"/>
                <a:ext cx="92160" cy="222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F31DC3E-1355-DDF1-09E0-81D21A80C49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099320" y="5145187"/>
                  <a:ext cx="100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88885B4-A995-6AA6-AEC1-8213C28F978F}"/>
                    </a:ext>
                  </a:extLst>
                </p14:cNvPr>
                <p14:cNvContentPartPr/>
                <p14:nvPr/>
              </p14:nvContentPartPr>
              <p14:xfrm>
                <a:off x="11089960" y="5269387"/>
                <a:ext cx="90720" cy="10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88885B4-A995-6AA6-AEC1-8213C28F978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085640" y="5265067"/>
                  <a:ext cx="9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9FE8348-996C-3F21-C442-50D2B1DE1E64}"/>
                    </a:ext>
                  </a:extLst>
                </p14:cNvPr>
                <p14:cNvContentPartPr/>
                <p14:nvPr/>
              </p14:nvContentPartPr>
              <p14:xfrm>
                <a:off x="11197600" y="5172187"/>
                <a:ext cx="128160" cy="228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9FE8348-996C-3F21-C442-50D2B1DE1E6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193280" y="5167867"/>
                  <a:ext cx="136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F2E8784-F294-FE8A-537F-A05B1353E88F}"/>
                    </a:ext>
                  </a:extLst>
                </p14:cNvPr>
                <p14:cNvContentPartPr/>
                <p14:nvPr/>
              </p14:nvContentPartPr>
              <p14:xfrm>
                <a:off x="11363200" y="5161747"/>
                <a:ext cx="63000" cy="3585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F2E8784-F294-FE8A-537F-A05B1353E88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358880" y="5157427"/>
                  <a:ext cx="716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4966842-9F0F-24C0-4CBF-0CEB0496C90A}"/>
                    </a:ext>
                  </a:extLst>
                </p14:cNvPr>
                <p14:cNvContentPartPr/>
                <p14:nvPr/>
              </p14:nvContentPartPr>
              <p14:xfrm>
                <a:off x="11552920" y="5155627"/>
                <a:ext cx="61200" cy="3992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4966842-9F0F-24C0-4CBF-0CEB0496C90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548600" y="5151307"/>
                  <a:ext cx="698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51E1F9D-6CA0-E2B7-1B5A-D326492CC884}"/>
                    </a:ext>
                  </a:extLst>
                </p14:cNvPr>
                <p14:cNvContentPartPr/>
                <p14:nvPr/>
              </p14:nvContentPartPr>
              <p14:xfrm>
                <a:off x="11790160" y="5419147"/>
                <a:ext cx="2520" cy="34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51E1F9D-6CA0-E2B7-1B5A-D326492CC88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785840" y="5414827"/>
                  <a:ext cx="11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150362B-1D42-933D-9D74-4DBF3E56C225}"/>
                    </a:ext>
                  </a:extLst>
                </p14:cNvPr>
                <p14:cNvContentPartPr/>
                <p14:nvPr/>
              </p14:nvContentPartPr>
              <p14:xfrm>
                <a:off x="11601160" y="5558107"/>
                <a:ext cx="146520" cy="105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150362B-1D42-933D-9D74-4DBF3E56C22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596840" y="5553787"/>
                  <a:ext cx="155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998C6B3-BD3B-EC43-B3AF-C9CC5417303E}"/>
                    </a:ext>
                  </a:extLst>
                </p14:cNvPr>
                <p14:cNvContentPartPr/>
                <p14:nvPr/>
              </p14:nvContentPartPr>
              <p14:xfrm>
                <a:off x="6747280" y="5005867"/>
                <a:ext cx="670320" cy="1321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998C6B3-BD3B-EC43-B3AF-C9CC5417303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742960" y="5001547"/>
                  <a:ext cx="678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8CEB49D-35C8-FCE0-9076-28EFDDA06778}"/>
                    </a:ext>
                  </a:extLst>
                </p14:cNvPr>
                <p14:cNvContentPartPr/>
                <p14:nvPr/>
              </p14:nvContentPartPr>
              <p14:xfrm>
                <a:off x="6880120" y="5040427"/>
                <a:ext cx="478440" cy="1479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8CEB49D-35C8-FCE0-9076-28EFDDA0677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875800" y="5036107"/>
                  <a:ext cx="4870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97913736-8233-8CF2-63C0-D027FC5FDB6F}"/>
              </a:ext>
            </a:extLst>
          </p:cNvPr>
          <p:cNvGrpSpPr/>
          <p:nvPr/>
        </p:nvGrpSpPr>
        <p:grpSpPr>
          <a:xfrm>
            <a:off x="2967640" y="605227"/>
            <a:ext cx="975600" cy="510840"/>
            <a:chOff x="2967640" y="605227"/>
            <a:chExt cx="975600" cy="5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CE87B70-A110-3D92-87FD-A40BB2FEBE89}"/>
                    </a:ext>
                  </a:extLst>
                </p14:cNvPr>
                <p14:cNvContentPartPr/>
                <p14:nvPr/>
              </p14:nvContentPartPr>
              <p14:xfrm>
                <a:off x="3726160" y="831667"/>
                <a:ext cx="137160" cy="284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CE87B70-A110-3D92-87FD-A40BB2FEBE8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721840" y="827347"/>
                  <a:ext cx="145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28FF9D6-D601-0D70-2653-CF8C2163B39A}"/>
                    </a:ext>
                  </a:extLst>
                </p14:cNvPr>
                <p14:cNvContentPartPr/>
                <p14:nvPr/>
              </p14:nvContentPartPr>
              <p14:xfrm>
                <a:off x="3731560" y="942187"/>
                <a:ext cx="211680" cy="446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28FF9D6-D601-0D70-2653-CF8C2163B39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727240" y="937867"/>
                  <a:ext cx="220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D72D24B-DF41-E7E0-BE72-FBF90E81D67F}"/>
                    </a:ext>
                  </a:extLst>
                </p14:cNvPr>
                <p14:cNvContentPartPr/>
                <p14:nvPr/>
              </p14:nvContentPartPr>
              <p14:xfrm>
                <a:off x="2967640" y="605587"/>
                <a:ext cx="423720" cy="142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D72D24B-DF41-E7E0-BE72-FBF90E81D67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963320" y="601267"/>
                  <a:ext cx="432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0784EF6-6BDD-E9BB-BC31-2724CDA6DEF2}"/>
                    </a:ext>
                  </a:extLst>
                </p14:cNvPr>
                <p14:cNvContentPartPr/>
                <p14:nvPr/>
              </p14:nvContentPartPr>
              <p14:xfrm>
                <a:off x="3320080" y="605227"/>
                <a:ext cx="209520" cy="258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0784EF6-6BDD-E9BB-BC31-2724CDA6DEF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315760" y="600907"/>
                  <a:ext cx="218160" cy="26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1775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02BE-CEF7-5BC7-BF01-90AC82579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42403BD-EFE9-343C-D6D5-284A346B1FB4}"/>
              </a:ext>
            </a:extLst>
          </p:cNvPr>
          <p:cNvGrpSpPr/>
          <p:nvPr/>
        </p:nvGrpSpPr>
        <p:grpSpPr>
          <a:xfrm>
            <a:off x="1373920" y="673467"/>
            <a:ext cx="4636080" cy="3782880"/>
            <a:chOff x="1373920" y="673467"/>
            <a:chExt cx="4636080" cy="37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1222D93-BEB9-F71C-7A0E-297B291FC699}"/>
                    </a:ext>
                  </a:extLst>
                </p14:cNvPr>
                <p14:cNvContentPartPr/>
                <p14:nvPr/>
              </p14:nvContentPartPr>
              <p14:xfrm>
                <a:off x="3550480" y="673467"/>
                <a:ext cx="584280" cy="586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1222D93-BEB9-F71C-7A0E-297B291FC6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41480" y="664827"/>
                  <a:ext cx="6019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EB66EF-6160-99A5-A603-72CEE1546360}"/>
                    </a:ext>
                  </a:extLst>
                </p14:cNvPr>
                <p14:cNvContentPartPr/>
                <p14:nvPr/>
              </p14:nvContentPartPr>
              <p14:xfrm>
                <a:off x="3247000" y="1269627"/>
                <a:ext cx="378000" cy="707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EB66EF-6160-99A5-A603-72CEE15463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8360" y="1260627"/>
                  <a:ext cx="39564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BB66D29-D706-3C9B-06AA-696322A1DA7C}"/>
                    </a:ext>
                  </a:extLst>
                </p14:cNvPr>
                <p14:cNvContentPartPr/>
                <p14:nvPr/>
              </p14:nvContentPartPr>
              <p14:xfrm>
                <a:off x="2685760" y="1871907"/>
                <a:ext cx="663840" cy="759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BB66D29-D706-3C9B-06AA-696322A1DA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76760" y="1863267"/>
                  <a:ext cx="68148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7E2275C-CBD3-9CC7-67BA-12214B3D7F0F}"/>
                    </a:ext>
                  </a:extLst>
                </p14:cNvPr>
                <p14:cNvContentPartPr/>
                <p14:nvPr/>
              </p14:nvContentPartPr>
              <p14:xfrm>
                <a:off x="3968440" y="1240467"/>
                <a:ext cx="578520" cy="96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7E2275C-CBD3-9CC7-67BA-12214B3D7F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59800" y="1231467"/>
                  <a:ext cx="59616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3E1F1C-3A32-E103-27B0-A8BA51E39201}"/>
                    </a:ext>
                  </a:extLst>
                </p14:cNvPr>
                <p14:cNvContentPartPr/>
                <p14:nvPr/>
              </p14:nvContentPartPr>
              <p14:xfrm>
                <a:off x="4270840" y="2209227"/>
                <a:ext cx="836280" cy="72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3E1F1C-3A32-E103-27B0-A8BA51E392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62200" y="2200587"/>
                  <a:ext cx="85392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B70B720-C9D1-A29B-24F3-60961869D3C4}"/>
                    </a:ext>
                  </a:extLst>
                </p14:cNvPr>
                <p14:cNvContentPartPr/>
                <p14:nvPr/>
              </p14:nvContentPartPr>
              <p14:xfrm>
                <a:off x="2290840" y="2692347"/>
                <a:ext cx="644760" cy="78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B70B720-C9D1-A29B-24F3-60961869D3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2200" y="2683347"/>
                  <a:ext cx="66240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82C579-6827-4DAB-D0DC-E93F5D2F5115}"/>
                    </a:ext>
                  </a:extLst>
                </p14:cNvPr>
                <p14:cNvContentPartPr/>
                <p14:nvPr/>
              </p14:nvContentPartPr>
              <p14:xfrm>
                <a:off x="1373920" y="3312267"/>
                <a:ext cx="903960" cy="851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82C579-6827-4DAB-D0DC-E93F5D2F51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4920" y="3303627"/>
                  <a:ext cx="92160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919DA5-3E28-EEF4-2B01-3107C596E961}"/>
                    </a:ext>
                  </a:extLst>
                </p14:cNvPr>
                <p14:cNvContentPartPr/>
                <p14:nvPr/>
              </p14:nvContentPartPr>
              <p14:xfrm>
                <a:off x="4287040" y="3071067"/>
                <a:ext cx="406440" cy="70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919DA5-3E28-EEF4-2B01-3107C596E9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78040" y="3062067"/>
                  <a:ext cx="42408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B1A587-7009-F81C-791F-FA1C9BFB4F7F}"/>
                    </a:ext>
                  </a:extLst>
                </p14:cNvPr>
                <p14:cNvContentPartPr/>
                <p14:nvPr/>
              </p14:nvContentPartPr>
              <p14:xfrm>
                <a:off x="3906160" y="3631587"/>
                <a:ext cx="637200" cy="810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2B1A587-7009-F81C-791F-FA1C9BFB4F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97160" y="3622587"/>
                  <a:ext cx="65484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BD688C9-7659-7837-6F8F-FAD588AF88EB}"/>
                    </a:ext>
                  </a:extLst>
                </p14:cNvPr>
                <p14:cNvContentPartPr/>
                <p14:nvPr/>
              </p14:nvContentPartPr>
              <p14:xfrm>
                <a:off x="4739200" y="2763267"/>
                <a:ext cx="676440" cy="98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BD688C9-7659-7837-6F8F-FAD588AF88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30200" y="2754267"/>
                  <a:ext cx="69408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8456D1-AF77-E114-15BF-4F72A50B85C4}"/>
                    </a:ext>
                  </a:extLst>
                </p14:cNvPr>
                <p14:cNvContentPartPr/>
                <p14:nvPr/>
              </p14:nvContentPartPr>
              <p14:xfrm>
                <a:off x="5160760" y="3684147"/>
                <a:ext cx="849240" cy="772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8456D1-AF77-E114-15BF-4F72A50B85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52120" y="3675147"/>
                  <a:ext cx="86688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AED51A-591B-BBA9-8EF0-D1FC2A01C2F1}"/>
                    </a:ext>
                  </a:extLst>
                </p14:cNvPr>
                <p14:cNvContentPartPr/>
                <p14:nvPr/>
              </p14:nvContentPartPr>
              <p14:xfrm>
                <a:off x="2890960" y="2212107"/>
                <a:ext cx="109440" cy="24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AED51A-591B-BBA9-8EF0-D1FC2A01C2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82320" y="2203467"/>
                  <a:ext cx="127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BB36F9-BAA6-2909-B586-D3BEF985D5C5}"/>
                    </a:ext>
                  </a:extLst>
                </p14:cNvPr>
                <p14:cNvContentPartPr/>
                <p14:nvPr/>
              </p14:nvContentPartPr>
              <p14:xfrm>
                <a:off x="2940640" y="2203107"/>
                <a:ext cx="96840" cy="3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BB36F9-BAA6-2909-B586-D3BEF985D5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2000" y="2194107"/>
                  <a:ext cx="114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B67ACC-6B2B-B567-D100-6F619626E5F2}"/>
                    </a:ext>
                  </a:extLst>
                </p14:cNvPr>
                <p14:cNvContentPartPr/>
                <p14:nvPr/>
              </p14:nvContentPartPr>
              <p14:xfrm>
                <a:off x="1757680" y="3630507"/>
                <a:ext cx="108720" cy="16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B67ACC-6B2B-B567-D100-6F619626E5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48680" y="3621867"/>
                  <a:ext cx="126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B521AB-66CD-8DBF-50CA-CA4FE8550A78}"/>
                    </a:ext>
                  </a:extLst>
                </p14:cNvPr>
                <p14:cNvContentPartPr/>
                <p14:nvPr/>
              </p14:nvContentPartPr>
              <p14:xfrm>
                <a:off x="1831480" y="3662187"/>
                <a:ext cx="12240" cy="22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B521AB-66CD-8DBF-50CA-CA4FE8550A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22480" y="3653547"/>
                  <a:ext cx="29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13C68C-8E71-50C1-000A-A354D50DE447}"/>
                    </a:ext>
                  </a:extLst>
                </p14:cNvPr>
                <p14:cNvContentPartPr/>
                <p14:nvPr/>
              </p14:nvContentPartPr>
              <p14:xfrm>
                <a:off x="4684480" y="2395707"/>
                <a:ext cx="17640" cy="26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13C68C-8E71-50C1-000A-A354D50DE4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75480" y="2387067"/>
                  <a:ext cx="35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7FB74F7-29B7-EAF7-B425-843A1B01707C}"/>
                    </a:ext>
                  </a:extLst>
                </p14:cNvPr>
                <p14:cNvContentPartPr/>
                <p14:nvPr/>
              </p14:nvContentPartPr>
              <p14:xfrm>
                <a:off x="4789600" y="2441787"/>
                <a:ext cx="101160" cy="199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7FB74F7-29B7-EAF7-B425-843A1B01707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80960" y="2432787"/>
                  <a:ext cx="118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C80467-3910-7041-6633-42C9A6761CCD}"/>
                    </a:ext>
                  </a:extLst>
                </p14:cNvPr>
                <p14:cNvContentPartPr/>
                <p14:nvPr/>
              </p14:nvContentPartPr>
              <p14:xfrm>
                <a:off x="4857280" y="2410107"/>
                <a:ext cx="129960" cy="47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C80467-3910-7041-6633-42C9A6761C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48640" y="2401107"/>
                  <a:ext cx="147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D6F797-84C7-2214-78CE-28EF2A555449}"/>
                    </a:ext>
                  </a:extLst>
                </p14:cNvPr>
                <p14:cNvContentPartPr/>
                <p14:nvPr/>
              </p14:nvContentPartPr>
              <p14:xfrm>
                <a:off x="4663240" y="2459787"/>
                <a:ext cx="41040" cy="23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D6F797-84C7-2214-78CE-28EF2A5554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4600" y="2451147"/>
                  <a:ext cx="58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84AF4E-E1CE-98F1-88B5-8F8711C49E85}"/>
                    </a:ext>
                  </a:extLst>
                </p14:cNvPr>
                <p14:cNvContentPartPr/>
                <p14:nvPr/>
              </p14:nvContentPartPr>
              <p14:xfrm>
                <a:off x="4156720" y="3967827"/>
                <a:ext cx="16920" cy="155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84AF4E-E1CE-98F1-88B5-8F8711C49E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48080" y="3959187"/>
                  <a:ext cx="34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F366FA-2577-000F-591B-D14E4BFB1265}"/>
                    </a:ext>
                  </a:extLst>
                </p14:cNvPr>
                <p14:cNvContentPartPr/>
                <p14:nvPr/>
              </p14:nvContentPartPr>
              <p14:xfrm>
                <a:off x="4243480" y="3912747"/>
                <a:ext cx="179280" cy="188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F366FA-2577-000F-591B-D14E4BFB12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34840" y="3903747"/>
                  <a:ext cx="196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2DBE86-6906-12C9-3643-AFEDA89E4C3F}"/>
                    </a:ext>
                  </a:extLst>
                </p14:cNvPr>
                <p14:cNvContentPartPr/>
                <p14:nvPr/>
              </p14:nvContentPartPr>
              <p14:xfrm>
                <a:off x="5405920" y="3991947"/>
                <a:ext cx="189360" cy="169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2DBE86-6906-12C9-3643-AFEDA89E4C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96920" y="3982947"/>
                  <a:ext cx="207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88CEEC-2CC7-63AA-41C6-6E05805494BE}"/>
                    </a:ext>
                  </a:extLst>
                </p14:cNvPr>
                <p14:cNvContentPartPr/>
                <p14:nvPr/>
              </p14:nvContentPartPr>
              <p14:xfrm>
                <a:off x="5672680" y="3904467"/>
                <a:ext cx="206640" cy="17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88CEEC-2CC7-63AA-41C6-6E05805494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64040" y="3895467"/>
                  <a:ext cx="22428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B74A11E-F6D2-E652-3361-F9E6A2DEEB47}"/>
                  </a:ext>
                </a:extLst>
              </p14:cNvPr>
              <p14:cNvContentPartPr/>
              <p14:nvPr/>
            </p14:nvContentPartPr>
            <p14:xfrm>
              <a:off x="3670720" y="853640"/>
              <a:ext cx="216360" cy="161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B74A11E-F6D2-E652-3361-F9E6A2DEEB4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61720" y="844640"/>
                <a:ext cx="234000" cy="17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FB4E97BC-9F10-E6EC-D3C5-3D53703E0BB2}"/>
              </a:ext>
            </a:extLst>
          </p:cNvPr>
          <p:cNvGrpSpPr/>
          <p:nvPr/>
        </p:nvGrpSpPr>
        <p:grpSpPr>
          <a:xfrm>
            <a:off x="7380520" y="433160"/>
            <a:ext cx="1663920" cy="820800"/>
            <a:chOff x="7380520" y="433160"/>
            <a:chExt cx="1663920" cy="82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1F166D-2083-9541-6F90-BABB4FF54700}"/>
                    </a:ext>
                  </a:extLst>
                </p14:cNvPr>
                <p14:cNvContentPartPr/>
                <p14:nvPr/>
              </p14:nvContentPartPr>
              <p14:xfrm>
                <a:off x="7380520" y="433160"/>
                <a:ext cx="360720" cy="401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1F166D-2083-9541-6F90-BABB4FF547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71520" y="424160"/>
                  <a:ext cx="3783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F1EBBC-5F8C-9470-7EA4-F508AE0FD4ED}"/>
                    </a:ext>
                  </a:extLst>
                </p14:cNvPr>
                <p14:cNvContentPartPr/>
                <p14:nvPr/>
              </p14:nvContentPartPr>
              <p14:xfrm>
                <a:off x="7718560" y="701360"/>
                <a:ext cx="117360" cy="12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F1EBBC-5F8C-9470-7EA4-F508AE0FD4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09560" y="692720"/>
                  <a:ext cx="135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D348E69-1DFD-DE68-18CD-F6CF85B47A3E}"/>
                    </a:ext>
                  </a:extLst>
                </p14:cNvPr>
                <p14:cNvContentPartPr/>
                <p14:nvPr/>
              </p14:nvContentPartPr>
              <p14:xfrm>
                <a:off x="7966600" y="469880"/>
                <a:ext cx="125640" cy="364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D348E69-1DFD-DE68-18CD-F6CF85B47A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57960" y="461240"/>
                  <a:ext cx="1432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A3A019-9675-4EED-8109-FCDA887EF853}"/>
                    </a:ext>
                  </a:extLst>
                </p14:cNvPr>
                <p14:cNvContentPartPr/>
                <p14:nvPr/>
              </p14:nvContentPartPr>
              <p14:xfrm>
                <a:off x="8109880" y="712160"/>
                <a:ext cx="187920" cy="90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A3A019-9675-4EED-8109-FCDA887EF8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00880" y="703160"/>
                  <a:ext cx="205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D94596-A71E-ACE4-1460-4D4399B46923}"/>
                    </a:ext>
                  </a:extLst>
                </p14:cNvPr>
                <p14:cNvContentPartPr/>
                <p14:nvPr/>
              </p14:nvContentPartPr>
              <p14:xfrm>
                <a:off x="8416240" y="499400"/>
                <a:ext cx="115560" cy="28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D94596-A71E-ACE4-1460-4D4399B469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7240" y="490400"/>
                  <a:ext cx="1332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A14141-CA97-9245-FECE-8EDCDB4B81B9}"/>
                    </a:ext>
                  </a:extLst>
                </p14:cNvPr>
                <p14:cNvContentPartPr/>
                <p14:nvPr/>
              </p14:nvContentPartPr>
              <p14:xfrm>
                <a:off x="8374840" y="714320"/>
                <a:ext cx="208440" cy="120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A14141-CA97-9245-FECE-8EDCDB4B81B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66200" y="705680"/>
                  <a:ext cx="226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CECA2A7-63EE-3CAE-FD81-B2277D4CD3B2}"/>
                    </a:ext>
                  </a:extLst>
                </p14:cNvPr>
                <p14:cNvContentPartPr/>
                <p14:nvPr/>
              </p14:nvContentPartPr>
              <p14:xfrm>
                <a:off x="8643400" y="476720"/>
                <a:ext cx="30600" cy="150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CECA2A7-63EE-3CAE-FD81-B2277D4CD3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34760" y="468080"/>
                  <a:ext cx="48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819AA1-DA41-5F72-1FB7-E4BB2B0D7964}"/>
                    </a:ext>
                  </a:extLst>
                </p14:cNvPr>
                <p14:cNvContentPartPr/>
                <p14:nvPr/>
              </p14:nvContentPartPr>
              <p14:xfrm>
                <a:off x="8701360" y="740240"/>
                <a:ext cx="151560" cy="9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819AA1-DA41-5F72-1FB7-E4BB2B0D79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92720" y="731240"/>
                  <a:ext cx="169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2691C1-2814-E21E-0CF9-21E5EFA3543D}"/>
                    </a:ext>
                  </a:extLst>
                </p14:cNvPr>
                <p14:cNvContentPartPr/>
                <p14:nvPr/>
              </p14:nvContentPartPr>
              <p14:xfrm>
                <a:off x="8708200" y="741680"/>
                <a:ext cx="336240" cy="512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2691C1-2814-E21E-0CF9-21E5EFA354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99200" y="732680"/>
                  <a:ext cx="353880" cy="52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66E2AAE-1683-2739-4DF0-FEB316C81229}"/>
              </a:ext>
            </a:extLst>
          </p:cNvPr>
          <p:cNvGrpSpPr/>
          <p:nvPr/>
        </p:nvGrpSpPr>
        <p:grpSpPr>
          <a:xfrm>
            <a:off x="9497680" y="574280"/>
            <a:ext cx="385200" cy="236520"/>
            <a:chOff x="9497680" y="574280"/>
            <a:chExt cx="38520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87E9883-35F5-E19D-84B7-68DC75AC61E0}"/>
                    </a:ext>
                  </a:extLst>
                </p14:cNvPr>
                <p14:cNvContentPartPr/>
                <p14:nvPr/>
              </p14:nvContentPartPr>
              <p14:xfrm>
                <a:off x="9497680" y="591920"/>
                <a:ext cx="91440" cy="21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87E9883-35F5-E19D-84B7-68DC75AC61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88680" y="582920"/>
                  <a:ext cx="109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4E0FFF-FE8C-9EB0-F7BD-D99D97CC0FFD}"/>
                    </a:ext>
                  </a:extLst>
                </p14:cNvPr>
                <p14:cNvContentPartPr/>
                <p14:nvPr/>
              </p14:nvContentPartPr>
              <p14:xfrm>
                <a:off x="9706480" y="574280"/>
                <a:ext cx="176400" cy="209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4E0FFF-FE8C-9EB0-F7BD-D99D97CC0F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97480" y="565280"/>
                  <a:ext cx="194040" cy="22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5959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E38D-CDBF-9753-932B-DFCF7813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AFFE41-3353-BEF6-8DC9-E3B0BA778060}"/>
                  </a:ext>
                </a:extLst>
              </p14:cNvPr>
              <p14:cNvContentPartPr/>
              <p14:nvPr/>
            </p14:nvContentPartPr>
            <p14:xfrm>
              <a:off x="3056200" y="3806187"/>
              <a:ext cx="215640" cy="261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AFFE41-3353-BEF6-8DC9-E3B0BA7780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47560" y="3797547"/>
                <a:ext cx="233280" cy="2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A0370889-5C77-0C0D-3651-CD336890E414}"/>
              </a:ext>
            </a:extLst>
          </p:cNvPr>
          <p:cNvGrpSpPr/>
          <p:nvPr/>
        </p:nvGrpSpPr>
        <p:grpSpPr>
          <a:xfrm>
            <a:off x="1373920" y="673467"/>
            <a:ext cx="4636080" cy="3782880"/>
            <a:chOff x="1373920" y="673467"/>
            <a:chExt cx="4636080" cy="37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E8444BD-6661-7836-6F26-882D72057B6B}"/>
                    </a:ext>
                  </a:extLst>
                </p14:cNvPr>
                <p14:cNvContentPartPr/>
                <p14:nvPr/>
              </p14:nvContentPartPr>
              <p14:xfrm>
                <a:off x="3550480" y="673467"/>
                <a:ext cx="584280" cy="586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E8444BD-6661-7836-6F26-882D72057B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1480" y="664827"/>
                  <a:ext cx="60192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4693456-B74B-D7FC-A208-1EF4BF839AF8}"/>
                    </a:ext>
                  </a:extLst>
                </p14:cNvPr>
                <p14:cNvContentPartPr/>
                <p14:nvPr/>
              </p14:nvContentPartPr>
              <p14:xfrm>
                <a:off x="3247000" y="1269627"/>
                <a:ext cx="378000" cy="707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4693456-B74B-D7FC-A208-1EF4BF839A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38360" y="1260627"/>
                  <a:ext cx="39564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081E6E-6C4B-ED21-4671-BF27AD069C8A}"/>
                    </a:ext>
                  </a:extLst>
                </p14:cNvPr>
                <p14:cNvContentPartPr/>
                <p14:nvPr/>
              </p14:nvContentPartPr>
              <p14:xfrm>
                <a:off x="2685760" y="1871907"/>
                <a:ext cx="663840" cy="759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081E6E-6C4B-ED21-4671-BF27AD069C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76760" y="1863267"/>
                  <a:ext cx="68148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971C94-E378-4EE8-C830-7A59069827F8}"/>
                    </a:ext>
                  </a:extLst>
                </p14:cNvPr>
                <p14:cNvContentPartPr/>
                <p14:nvPr/>
              </p14:nvContentPartPr>
              <p14:xfrm>
                <a:off x="3968440" y="1240467"/>
                <a:ext cx="578520" cy="96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971C94-E378-4EE8-C830-7A59069827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59800" y="1231467"/>
                  <a:ext cx="596160" cy="9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9B3744-01D4-0CD0-95CA-81DDDE26FFFE}"/>
                    </a:ext>
                  </a:extLst>
                </p14:cNvPr>
                <p14:cNvContentPartPr/>
                <p14:nvPr/>
              </p14:nvContentPartPr>
              <p14:xfrm>
                <a:off x="4270840" y="2209227"/>
                <a:ext cx="836280" cy="726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9B3744-01D4-0CD0-95CA-81DDDE26FF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62200" y="2200587"/>
                  <a:ext cx="85392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C1E6E3-47D5-0F01-A920-BE7C6D04F92F}"/>
                    </a:ext>
                  </a:extLst>
                </p14:cNvPr>
                <p14:cNvContentPartPr/>
                <p14:nvPr/>
              </p14:nvContentPartPr>
              <p14:xfrm>
                <a:off x="2290840" y="2692347"/>
                <a:ext cx="644760" cy="78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C1E6E3-47D5-0F01-A920-BE7C6D04F9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82200" y="2683347"/>
                  <a:ext cx="66240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2FE343-80E1-8870-185E-7018EF3AF0B7}"/>
                    </a:ext>
                  </a:extLst>
                </p14:cNvPr>
                <p14:cNvContentPartPr/>
                <p14:nvPr/>
              </p14:nvContentPartPr>
              <p14:xfrm>
                <a:off x="1373920" y="3312267"/>
                <a:ext cx="903960" cy="851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2FE343-80E1-8870-185E-7018EF3AF0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4920" y="3303627"/>
                  <a:ext cx="92160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8ABEFB-6691-AC40-AD1B-F57FD1FBD0F2}"/>
                    </a:ext>
                  </a:extLst>
                </p14:cNvPr>
                <p14:cNvContentPartPr/>
                <p14:nvPr/>
              </p14:nvContentPartPr>
              <p14:xfrm>
                <a:off x="2971240" y="2561667"/>
                <a:ext cx="239040" cy="893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8ABEFB-6691-AC40-AD1B-F57FD1FBD0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62600" y="2553027"/>
                  <a:ext cx="25668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CA4375-7114-AC69-07B1-0739543870F1}"/>
                    </a:ext>
                  </a:extLst>
                </p14:cNvPr>
                <p14:cNvContentPartPr/>
                <p14:nvPr/>
              </p14:nvContentPartPr>
              <p14:xfrm>
                <a:off x="2803480" y="3525747"/>
                <a:ext cx="681120" cy="690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CA4375-7114-AC69-07B1-0739543870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94480" y="3517107"/>
                  <a:ext cx="69876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CC1805-F616-4ED4-11AD-A2D1ED2B96CF}"/>
                    </a:ext>
                  </a:extLst>
                </p14:cNvPr>
                <p14:cNvContentPartPr/>
                <p14:nvPr/>
              </p14:nvContentPartPr>
              <p14:xfrm>
                <a:off x="4739200" y="2763267"/>
                <a:ext cx="676440" cy="98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CC1805-F616-4ED4-11AD-A2D1ED2B96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30200" y="2754267"/>
                  <a:ext cx="69408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99FE5F-1C34-286C-FB01-19AFDFFC630E}"/>
                    </a:ext>
                  </a:extLst>
                </p14:cNvPr>
                <p14:cNvContentPartPr/>
                <p14:nvPr/>
              </p14:nvContentPartPr>
              <p14:xfrm>
                <a:off x="5160760" y="3684147"/>
                <a:ext cx="849240" cy="772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99FE5F-1C34-286C-FB01-19AFDFFC63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52120" y="3675147"/>
                  <a:ext cx="86688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E28780-D6B3-5C78-BC59-EB7C64C16E6C}"/>
                    </a:ext>
                  </a:extLst>
                </p14:cNvPr>
                <p14:cNvContentPartPr/>
                <p14:nvPr/>
              </p14:nvContentPartPr>
              <p14:xfrm>
                <a:off x="2890960" y="2212107"/>
                <a:ext cx="109440" cy="24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E28780-D6B3-5C78-BC59-EB7C64C16E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2320" y="2203467"/>
                  <a:ext cx="127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500EC3-5408-B722-2517-0FBA3F126020}"/>
                    </a:ext>
                  </a:extLst>
                </p14:cNvPr>
                <p14:cNvContentPartPr/>
                <p14:nvPr/>
              </p14:nvContentPartPr>
              <p14:xfrm>
                <a:off x="2940640" y="2203107"/>
                <a:ext cx="96840" cy="3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500EC3-5408-B722-2517-0FBA3F1260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32000" y="2194107"/>
                  <a:ext cx="114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C057AC-706E-E301-9DB8-01EB5EFC73B5}"/>
                    </a:ext>
                  </a:extLst>
                </p14:cNvPr>
                <p14:cNvContentPartPr/>
                <p14:nvPr/>
              </p14:nvContentPartPr>
              <p14:xfrm>
                <a:off x="1757680" y="3630507"/>
                <a:ext cx="108720" cy="16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C057AC-706E-E301-9DB8-01EB5EFC73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48680" y="3621867"/>
                  <a:ext cx="126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82F264-B74B-334D-D369-B79395101CF0}"/>
                    </a:ext>
                  </a:extLst>
                </p14:cNvPr>
                <p14:cNvContentPartPr/>
                <p14:nvPr/>
              </p14:nvContentPartPr>
              <p14:xfrm>
                <a:off x="1831480" y="3662187"/>
                <a:ext cx="12240" cy="227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82F264-B74B-334D-D369-B79395101C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22480" y="3653547"/>
                  <a:ext cx="29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8B3165-7905-A441-EAF4-81AAFA458492}"/>
                    </a:ext>
                  </a:extLst>
                </p14:cNvPr>
                <p14:cNvContentPartPr/>
                <p14:nvPr/>
              </p14:nvContentPartPr>
              <p14:xfrm>
                <a:off x="4684480" y="2395707"/>
                <a:ext cx="17640" cy="26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8B3165-7905-A441-EAF4-81AAFA4584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75480" y="2387067"/>
                  <a:ext cx="35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2FE9DA9-1DBE-B528-ED5F-D258E988DADA}"/>
                    </a:ext>
                  </a:extLst>
                </p14:cNvPr>
                <p14:cNvContentPartPr/>
                <p14:nvPr/>
              </p14:nvContentPartPr>
              <p14:xfrm>
                <a:off x="4789600" y="2441787"/>
                <a:ext cx="101160" cy="199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2FE9DA9-1DBE-B528-ED5F-D258E988DA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80960" y="2432787"/>
                  <a:ext cx="118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A2BCF8-7546-CF53-C127-64BE6C6A5022}"/>
                    </a:ext>
                  </a:extLst>
                </p14:cNvPr>
                <p14:cNvContentPartPr/>
                <p14:nvPr/>
              </p14:nvContentPartPr>
              <p14:xfrm>
                <a:off x="4857280" y="2410107"/>
                <a:ext cx="129960" cy="47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A2BCF8-7546-CF53-C127-64BE6C6A50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48640" y="2401107"/>
                  <a:ext cx="147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72A25F-2CCA-8E55-A800-F7BE8E8A4750}"/>
                    </a:ext>
                  </a:extLst>
                </p14:cNvPr>
                <p14:cNvContentPartPr/>
                <p14:nvPr/>
              </p14:nvContentPartPr>
              <p14:xfrm>
                <a:off x="4663240" y="2459787"/>
                <a:ext cx="41040" cy="23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72A25F-2CCA-8E55-A800-F7BE8E8A47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4600" y="2451147"/>
                  <a:ext cx="58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57508E-9C79-31CD-4A9E-0979F1EE2AC8}"/>
                    </a:ext>
                  </a:extLst>
                </p14:cNvPr>
                <p14:cNvContentPartPr/>
                <p14:nvPr/>
              </p14:nvContentPartPr>
              <p14:xfrm>
                <a:off x="5405920" y="3991947"/>
                <a:ext cx="189360" cy="169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57508E-9C79-31CD-4A9E-0979F1EE2AC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96920" y="3982947"/>
                  <a:ext cx="207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EC8AF9A-AB4D-C7CB-413F-15EFB66CAEA2}"/>
                    </a:ext>
                  </a:extLst>
                </p14:cNvPr>
                <p14:cNvContentPartPr/>
                <p14:nvPr/>
              </p14:nvContentPartPr>
              <p14:xfrm>
                <a:off x="5672680" y="3904467"/>
                <a:ext cx="206640" cy="176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EC8AF9A-AB4D-C7CB-413F-15EFB66CAE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64040" y="3895467"/>
                  <a:ext cx="2242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044A98F-7213-E631-A894-68969B7B1C34}"/>
              </a:ext>
            </a:extLst>
          </p:cNvPr>
          <p:cNvGrpSpPr/>
          <p:nvPr/>
        </p:nvGrpSpPr>
        <p:grpSpPr>
          <a:xfrm>
            <a:off x="6940600" y="656720"/>
            <a:ext cx="1239480" cy="410760"/>
            <a:chOff x="6940600" y="656720"/>
            <a:chExt cx="123948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71449F-A6F4-B90D-DD7A-F9AD01815363}"/>
                    </a:ext>
                  </a:extLst>
                </p14:cNvPr>
                <p14:cNvContentPartPr/>
                <p14:nvPr/>
              </p14:nvContentPartPr>
              <p14:xfrm>
                <a:off x="6940600" y="678680"/>
                <a:ext cx="392760" cy="388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71449F-A6F4-B90D-DD7A-F9AD018153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31600" y="670040"/>
                  <a:ext cx="410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A006A1-AE5D-99EF-936E-E8EBB6ADFAE7}"/>
                    </a:ext>
                  </a:extLst>
                </p14:cNvPr>
                <p14:cNvContentPartPr/>
                <p14:nvPr/>
              </p14:nvContentPartPr>
              <p14:xfrm>
                <a:off x="7292320" y="892880"/>
                <a:ext cx="214920" cy="140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A006A1-AE5D-99EF-936E-E8EBB6ADFA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83680" y="884240"/>
                  <a:ext cx="232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C8AF59-218A-D668-DD3F-00DFCBA71B7D}"/>
                    </a:ext>
                  </a:extLst>
                </p14:cNvPr>
                <p14:cNvContentPartPr/>
                <p14:nvPr/>
              </p14:nvContentPartPr>
              <p14:xfrm>
                <a:off x="7523800" y="656720"/>
                <a:ext cx="130680" cy="31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C8AF59-218A-D668-DD3F-00DFCBA71B7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14800" y="647720"/>
                  <a:ext cx="1483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5D8666D-999C-B847-B64F-F8C149146B45}"/>
                    </a:ext>
                  </a:extLst>
                </p14:cNvPr>
                <p14:cNvContentPartPr/>
                <p14:nvPr/>
              </p14:nvContentPartPr>
              <p14:xfrm>
                <a:off x="7623160" y="902600"/>
                <a:ext cx="137160" cy="11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5D8666D-999C-B847-B64F-F8C149146B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14520" y="893960"/>
                  <a:ext cx="154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5CA43A-EFB6-1C2B-324E-0A1FA6346575}"/>
                    </a:ext>
                  </a:extLst>
                </p14:cNvPr>
                <p14:cNvContentPartPr/>
                <p14:nvPr/>
              </p14:nvContentPartPr>
              <p14:xfrm>
                <a:off x="7843480" y="690560"/>
                <a:ext cx="134280" cy="323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B5CA43A-EFB6-1C2B-324E-0A1FA63465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34840" y="681560"/>
                  <a:ext cx="1519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C837EFB-BC43-BDEB-3E69-802A6B676A2A}"/>
                    </a:ext>
                  </a:extLst>
                </p14:cNvPr>
                <p14:cNvContentPartPr/>
                <p14:nvPr/>
              </p14:nvContentPartPr>
              <p14:xfrm>
                <a:off x="7834480" y="877760"/>
                <a:ext cx="192240" cy="16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C837EFB-BC43-BDEB-3E69-802A6B676A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25840" y="869120"/>
                  <a:ext cx="209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7E11AEA-CBC2-67FA-956E-8DF7AB0B2F06}"/>
                    </a:ext>
                  </a:extLst>
                </p14:cNvPr>
                <p14:cNvContentPartPr/>
                <p14:nvPr/>
              </p14:nvContentPartPr>
              <p14:xfrm>
                <a:off x="8001520" y="917360"/>
                <a:ext cx="178560" cy="96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7E11AEA-CBC2-67FA-956E-8DF7AB0B2F0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92880" y="908360"/>
                  <a:ext cx="19620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A1DFB5-EEB7-C641-9DF1-827E4A2A3043}"/>
              </a:ext>
            </a:extLst>
          </p:cNvPr>
          <p:cNvGrpSpPr/>
          <p:nvPr/>
        </p:nvGrpSpPr>
        <p:grpSpPr>
          <a:xfrm>
            <a:off x="8520280" y="705320"/>
            <a:ext cx="392040" cy="236880"/>
            <a:chOff x="8520280" y="705320"/>
            <a:chExt cx="39204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614E5A1-345A-A8E6-1712-2D0427EF16C2}"/>
                    </a:ext>
                  </a:extLst>
                </p14:cNvPr>
                <p14:cNvContentPartPr/>
                <p14:nvPr/>
              </p14:nvContentPartPr>
              <p14:xfrm>
                <a:off x="8520280" y="723680"/>
                <a:ext cx="82440" cy="21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614E5A1-345A-A8E6-1712-2D0427EF16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11280" y="714680"/>
                  <a:ext cx="1000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DC6B954-EF64-4EF6-DA68-1A0E65C9D0FB}"/>
                    </a:ext>
                  </a:extLst>
                </p14:cNvPr>
                <p14:cNvContentPartPr/>
                <p14:nvPr/>
              </p14:nvContentPartPr>
              <p14:xfrm>
                <a:off x="8715040" y="705320"/>
                <a:ext cx="197280" cy="195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DC6B954-EF64-4EF6-DA68-1A0E65C9D0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06400" y="696320"/>
                  <a:ext cx="21492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5FCBCF-0A98-E5C2-547D-9BD419BE7CFD}"/>
              </a:ext>
            </a:extLst>
          </p:cNvPr>
          <p:cNvGrpSpPr/>
          <p:nvPr/>
        </p:nvGrpSpPr>
        <p:grpSpPr>
          <a:xfrm>
            <a:off x="3753520" y="918440"/>
            <a:ext cx="290520" cy="194040"/>
            <a:chOff x="3753520" y="918440"/>
            <a:chExt cx="29052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4D216D-E628-D7C3-8360-0FA1BDC7D60A}"/>
                    </a:ext>
                  </a:extLst>
                </p14:cNvPr>
                <p14:cNvContentPartPr/>
                <p14:nvPr/>
              </p14:nvContentPartPr>
              <p14:xfrm>
                <a:off x="3753520" y="956240"/>
                <a:ext cx="47880" cy="154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4D216D-E628-D7C3-8360-0FA1BDC7D60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44520" y="947240"/>
                  <a:ext cx="65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7AE58E-58BA-9DA2-0DE5-C4C660DE794C}"/>
                    </a:ext>
                  </a:extLst>
                </p14:cNvPr>
                <p14:cNvContentPartPr/>
                <p14:nvPr/>
              </p14:nvContentPartPr>
              <p14:xfrm>
                <a:off x="3857920" y="918440"/>
                <a:ext cx="186120" cy="194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7AE58E-58BA-9DA2-0DE5-C4C660DE794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49280" y="909440"/>
                  <a:ext cx="203760" cy="21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12015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BST – Binary Search Tree</vt:lpstr>
      <vt:lpstr>PowerPoint Presentation</vt:lpstr>
      <vt:lpstr>Why are trees great?</vt:lpstr>
      <vt:lpstr>BST operations (methods)</vt:lpstr>
      <vt:lpstr>Insert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2026-07-23T16:34:57Z</dcterms:created>
  <dcterms:modified xsi:type="dcterms:W3CDTF">2026-08-07T07:53:30Z</dcterms:modified>
</cp:coreProperties>
</file>